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notesSlides/notesSlide1.xml" ContentType="application/vnd.openxmlformats-officedocument.presentationml.notesSlide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0" r:id="rId4"/>
    <p:sldId id="284" r:id="rId5"/>
    <p:sldId id="278" r:id="rId6"/>
    <p:sldId id="264" r:id="rId7"/>
    <p:sldId id="279" r:id="rId8"/>
    <p:sldId id="281" r:id="rId9"/>
    <p:sldId id="285" r:id="rId10"/>
    <p:sldId id="265" r:id="rId11"/>
    <p:sldId id="266" r:id="rId12"/>
    <p:sldId id="282" r:id="rId13"/>
    <p:sldId id="283" r:id="rId14"/>
    <p:sldId id="262" r:id="rId15"/>
    <p:sldId id="267" r:id="rId16"/>
    <p:sldId id="268" r:id="rId17"/>
    <p:sldId id="269" r:id="rId18"/>
    <p:sldId id="270" r:id="rId19"/>
    <p:sldId id="263" r:id="rId20"/>
    <p:sldId id="271" r:id="rId21"/>
    <p:sldId id="272" r:id="rId22"/>
    <p:sldId id="260" r:id="rId23"/>
    <p:sldId id="274" r:id="rId24"/>
    <p:sldId id="273" r:id="rId25"/>
    <p:sldId id="261" r:id="rId26"/>
    <p:sldId id="275" r:id="rId27"/>
    <p:sldId id="276" r:id="rId28"/>
    <p:sldId id="27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9C0906-78A9-9B4A-A29A-B729822F010C}" v="11" dt="2025-12-16T23:02:1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6"/>
  </p:normalViewPr>
  <p:slideViewPr>
    <p:cSldViewPr snapToGrid="0">
      <p:cViewPr>
        <p:scale>
          <a:sx n="89" d="100"/>
          <a:sy n="89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4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custSel modSld">
      <pc:chgData name="Rodica Ioana Lung" userId="64ee56e8d7162e1e" providerId="LiveId" clId="{FBA19D0F-677B-56B8-863E-85AFCD084619}" dt="2025-12-16T19:13:48.140" v="3" actId="478"/>
      <pc:docMkLst>
        <pc:docMk/>
      </pc:docMkLst>
      <pc:sldChg chg="delSp mod">
        <pc:chgData name="Rodica Ioana Lung" userId="64ee56e8d7162e1e" providerId="LiveId" clId="{FBA19D0F-677B-56B8-863E-85AFCD084619}" dt="2025-12-16T19:13:48.140" v="3" actId="478"/>
        <pc:sldMkLst>
          <pc:docMk/>
          <pc:sldMk cId="910964676" sldId="256"/>
        </pc:sldMkLst>
        <pc:spChg chg="del">
          <ac:chgData name="Rodica Ioana Lung" userId="64ee56e8d7162e1e" providerId="LiveId" clId="{FBA19D0F-677B-56B8-863E-85AFCD084619}" dt="2025-12-16T19:13:48.140" v="3" actId="478"/>
          <ac:spMkLst>
            <pc:docMk/>
            <pc:sldMk cId="910964676" sldId="256"/>
            <ac:spMk id="4" creationId="{778DF6D0-365D-4B88-86A5-267AD9B47CA0}"/>
          </ac:spMkLst>
        </pc:spChg>
      </pc:sldChg>
      <pc:sldChg chg="modSp mod">
        <pc:chgData name="Rodica Ioana Lung" userId="64ee56e8d7162e1e" providerId="LiveId" clId="{FBA19D0F-677B-56B8-863E-85AFCD084619}" dt="2025-12-16T19:09:07.802" v="2" actId="732"/>
        <pc:sldMkLst>
          <pc:docMk/>
          <pc:sldMk cId="3325193748" sldId="279"/>
        </pc:sldMkLst>
        <pc:picChg chg="mod modCrop">
          <ac:chgData name="Rodica Ioana Lung" userId="64ee56e8d7162e1e" providerId="LiveId" clId="{FBA19D0F-677B-56B8-863E-85AFCD084619}" dt="2025-12-16T19:09:07.802" v="2" actId="732"/>
          <ac:picMkLst>
            <pc:docMk/>
            <pc:sldMk cId="3325193748" sldId="279"/>
            <ac:picMk id="4" creationId="{0BC787D6-2EE4-DEC0-EC79-F01DF525BD7C}"/>
          </ac:picMkLst>
        </pc:picChg>
      </pc:sldChg>
      <pc:sldChg chg="modSp mod">
        <pc:chgData name="Rodica Ioana Lung" userId="64ee56e8d7162e1e" providerId="LiveId" clId="{FBA19D0F-677B-56B8-863E-85AFCD084619}" dt="2025-12-16T19:08:34.386" v="1" actId="1076"/>
        <pc:sldMkLst>
          <pc:docMk/>
          <pc:sldMk cId="1273734004" sldId="280"/>
        </pc:sldMkLst>
        <pc:picChg chg="mod">
          <ac:chgData name="Rodica Ioana Lung" userId="64ee56e8d7162e1e" providerId="LiveId" clId="{FBA19D0F-677B-56B8-863E-85AFCD084619}" dt="2025-12-16T19:08:34.386" v="1" actId="1076"/>
          <ac:picMkLst>
            <pc:docMk/>
            <pc:sldMk cId="1273734004" sldId="280"/>
            <ac:picMk id="4" creationId="{347D9C14-CA02-0812-2FE7-8019A87EBE52}"/>
          </ac:picMkLst>
        </pc:picChg>
      </pc:sldChg>
    </pc:docChg>
  </pc:docChgLst>
  <pc:docChgLst>
    <pc:chgData name="Rodica Ioana Lung" userId="64ee56e8d7162e1e" providerId="LiveId" clId="{A46B1FE6-C0E6-5F32-B2F3-CC7480E40A28}"/>
    <pc:docChg chg="undo custSel addSld modSld">
      <pc:chgData name="Rodica Ioana Lung" userId="64ee56e8d7162e1e" providerId="LiveId" clId="{A46B1FE6-C0E6-5F32-B2F3-CC7480E40A28}" dt="2025-12-16T23:02:18.927" v="16"/>
      <pc:docMkLst>
        <pc:docMk/>
      </pc:docMkLst>
      <pc:sldChg chg="mod modShow">
        <pc:chgData name="Rodica Ioana Lung" userId="64ee56e8d7162e1e" providerId="LiveId" clId="{A46B1FE6-C0E6-5F32-B2F3-CC7480E40A28}" dt="2025-12-16T23:00:45.223" v="0" actId="729"/>
        <pc:sldMkLst>
          <pc:docMk/>
          <pc:sldMk cId="1054827021" sldId="263"/>
        </pc:sldMkLst>
      </pc:sldChg>
      <pc:sldChg chg="mod modShow">
        <pc:chgData name="Rodica Ioana Lung" userId="64ee56e8d7162e1e" providerId="LiveId" clId="{A46B1FE6-C0E6-5F32-B2F3-CC7480E40A28}" dt="2025-12-16T23:00:45.223" v="0" actId="729"/>
        <pc:sldMkLst>
          <pc:docMk/>
          <pc:sldMk cId="720518053" sldId="268"/>
        </pc:sldMkLst>
      </pc:sldChg>
      <pc:sldChg chg="mod modShow">
        <pc:chgData name="Rodica Ioana Lung" userId="64ee56e8d7162e1e" providerId="LiveId" clId="{A46B1FE6-C0E6-5F32-B2F3-CC7480E40A28}" dt="2025-12-16T23:00:45.223" v="0" actId="729"/>
        <pc:sldMkLst>
          <pc:docMk/>
          <pc:sldMk cId="2914258353" sldId="269"/>
        </pc:sldMkLst>
      </pc:sldChg>
      <pc:sldChg chg="mod modShow">
        <pc:chgData name="Rodica Ioana Lung" userId="64ee56e8d7162e1e" providerId="LiveId" clId="{A46B1FE6-C0E6-5F32-B2F3-CC7480E40A28}" dt="2025-12-16T23:00:45.223" v="0" actId="729"/>
        <pc:sldMkLst>
          <pc:docMk/>
          <pc:sldMk cId="616377315" sldId="270"/>
        </pc:sldMkLst>
      </pc:sldChg>
      <pc:sldChg chg="mod modShow">
        <pc:chgData name="Rodica Ioana Lung" userId="64ee56e8d7162e1e" providerId="LiveId" clId="{A46B1FE6-C0E6-5F32-B2F3-CC7480E40A28}" dt="2025-12-16T23:00:45.223" v="0" actId="729"/>
        <pc:sldMkLst>
          <pc:docMk/>
          <pc:sldMk cId="1679366266" sldId="271"/>
        </pc:sldMkLst>
      </pc:sldChg>
      <pc:sldChg chg="mod modShow">
        <pc:chgData name="Rodica Ioana Lung" userId="64ee56e8d7162e1e" providerId="LiveId" clId="{A46B1FE6-C0E6-5F32-B2F3-CC7480E40A28}" dt="2025-12-16T23:00:45.223" v="0" actId="729"/>
        <pc:sldMkLst>
          <pc:docMk/>
          <pc:sldMk cId="1005842436" sldId="272"/>
        </pc:sldMkLst>
      </pc:sldChg>
      <pc:sldChg chg="addSp delSp modSp new mod setBg">
        <pc:chgData name="Rodica Ioana Lung" userId="64ee56e8d7162e1e" providerId="LiveId" clId="{A46B1FE6-C0E6-5F32-B2F3-CC7480E40A28}" dt="2025-12-16T23:01:27.116" v="5" actId="26606"/>
        <pc:sldMkLst>
          <pc:docMk/>
          <pc:sldMk cId="1009462580" sldId="282"/>
        </pc:sldMkLst>
        <pc:spChg chg="mod ord">
          <ac:chgData name="Rodica Ioana Lung" userId="64ee56e8d7162e1e" providerId="LiveId" clId="{A46B1FE6-C0E6-5F32-B2F3-CC7480E40A28}" dt="2025-12-16T23:01:27.116" v="5" actId="26606"/>
          <ac:spMkLst>
            <pc:docMk/>
            <pc:sldMk cId="1009462580" sldId="282"/>
            <ac:spMk id="2" creationId="{364C6EFB-4867-F456-4225-0B94AB6DE80C}"/>
          </ac:spMkLst>
        </pc:spChg>
        <pc:spChg chg="add del">
          <ac:chgData name="Rodica Ioana Lung" userId="64ee56e8d7162e1e" providerId="LiveId" clId="{A46B1FE6-C0E6-5F32-B2F3-CC7480E40A28}" dt="2025-12-16T23:01:27.113" v="4" actId="26606"/>
          <ac:spMkLst>
            <pc:docMk/>
            <pc:sldMk cId="1009462580" sldId="282"/>
            <ac:spMk id="8" creationId="{42A4FC2C-047E-45A5-965D-8E1E3BF09BC6}"/>
          </ac:spMkLst>
        </pc:spChg>
        <pc:picChg chg="add mod">
          <ac:chgData name="Rodica Ioana Lung" userId="64ee56e8d7162e1e" providerId="LiveId" clId="{A46B1FE6-C0E6-5F32-B2F3-CC7480E40A28}" dt="2025-12-16T23:01:27.116" v="5" actId="26606"/>
          <ac:picMkLst>
            <pc:docMk/>
            <pc:sldMk cId="1009462580" sldId="282"/>
            <ac:picMk id="3" creationId="{958FD7AA-0B05-0C28-AF29-D0AF04B20ADC}"/>
          </ac:picMkLst>
        </pc:picChg>
      </pc:sldChg>
      <pc:sldChg chg="new setBg">
        <pc:chgData name="Rodica Ioana Lung" userId="64ee56e8d7162e1e" providerId="LiveId" clId="{A46B1FE6-C0E6-5F32-B2F3-CC7480E40A28}" dt="2025-12-16T23:02:18.927" v="16"/>
        <pc:sldMkLst>
          <pc:docMk/>
          <pc:sldMk cId="3831477322" sldId="283"/>
        </pc:sldMkLst>
      </pc:sldChg>
    </pc:docChg>
  </pc:docChgLst>
  <pc:docChgLst>
    <pc:chgData name="Rodica Ioana Lung" userId="64ee56e8d7162e1e" providerId="LiveId" clId="{0F6830A5-18AB-4F1B-8BBB-DA235794CEC1}"/>
    <pc:docChg chg="undo custSel addSld modSld">
      <pc:chgData name="Rodica Ioana Lung" userId="64ee56e8d7162e1e" providerId="LiveId" clId="{0F6830A5-18AB-4F1B-8BBB-DA235794CEC1}" dt="2025-12-16T10:24:33.150" v="44" actId="20577"/>
      <pc:docMkLst>
        <pc:docMk/>
      </pc:docMkLst>
      <pc:sldChg chg="addSp delSp mod">
        <pc:chgData name="Rodica Ioana Lung" userId="64ee56e8d7162e1e" providerId="LiveId" clId="{0F6830A5-18AB-4F1B-8BBB-DA235794CEC1}" dt="2025-12-16T10:21:50.694" v="9" actId="22"/>
        <pc:sldMkLst>
          <pc:docMk/>
          <pc:sldMk cId="2838399479" sldId="257"/>
        </pc:sldMkLst>
        <pc:picChg chg="add del">
          <ac:chgData name="Rodica Ioana Lung" userId="64ee56e8d7162e1e" providerId="LiveId" clId="{0F6830A5-18AB-4F1B-8BBB-DA235794CEC1}" dt="2025-12-16T10:21:50.694" v="9" actId="22"/>
          <ac:picMkLst>
            <pc:docMk/>
            <pc:sldMk cId="2838399479" sldId="257"/>
            <ac:picMk id="7" creationId="{79787182-3C56-1028-56E7-104ECE8EF67D}"/>
          </ac:picMkLst>
        </pc:picChg>
      </pc:sldChg>
      <pc:sldChg chg="addSp modSp new mod">
        <pc:chgData name="Rodica Ioana Lung" userId="64ee56e8d7162e1e" providerId="LiveId" clId="{0F6830A5-18AB-4F1B-8BBB-DA235794CEC1}" dt="2025-12-16T10:23:18.205" v="26" actId="1076"/>
        <pc:sldMkLst>
          <pc:docMk/>
          <pc:sldMk cId="2623793636" sldId="278"/>
        </pc:sldMkLst>
        <pc:picChg chg="add mod">
          <ac:chgData name="Rodica Ioana Lung" userId="64ee56e8d7162e1e" providerId="LiveId" clId="{0F6830A5-18AB-4F1B-8BBB-DA235794CEC1}" dt="2025-12-16T10:23:18.205" v="26" actId="1076"/>
          <ac:picMkLst>
            <pc:docMk/>
            <pc:sldMk cId="2623793636" sldId="278"/>
            <ac:picMk id="4" creationId="{4850466E-BF92-0639-0058-6FA104C7AB45}"/>
          </ac:picMkLst>
        </pc:picChg>
      </pc:sldChg>
      <pc:sldChg chg="addSp modSp new mod">
        <pc:chgData name="Rodica Ioana Lung" userId="64ee56e8d7162e1e" providerId="LiveId" clId="{0F6830A5-18AB-4F1B-8BBB-DA235794CEC1}" dt="2025-12-16T10:23:35.306" v="29" actId="1076"/>
        <pc:sldMkLst>
          <pc:docMk/>
          <pc:sldMk cId="3325193748" sldId="279"/>
        </pc:sldMkLst>
        <pc:picChg chg="add mod">
          <ac:chgData name="Rodica Ioana Lung" userId="64ee56e8d7162e1e" providerId="LiveId" clId="{0F6830A5-18AB-4F1B-8BBB-DA235794CEC1}" dt="2025-12-16T10:23:35.306" v="29" actId="1076"/>
          <ac:picMkLst>
            <pc:docMk/>
            <pc:sldMk cId="3325193748" sldId="279"/>
            <ac:picMk id="4" creationId="{0BC787D6-2EE4-DEC0-EC79-F01DF525BD7C}"/>
          </ac:picMkLst>
        </pc:picChg>
      </pc:sldChg>
      <pc:sldChg chg="addSp delSp modSp new mod setBg">
        <pc:chgData name="Rodica Ioana Lung" userId="64ee56e8d7162e1e" providerId="LiveId" clId="{0F6830A5-18AB-4F1B-8BBB-DA235794CEC1}" dt="2025-12-16T10:22:36.495" v="24" actId="26606"/>
        <pc:sldMkLst>
          <pc:docMk/>
          <pc:sldMk cId="1273734004" sldId="280"/>
        </pc:sldMkLst>
        <pc:spChg chg="mod ord">
          <ac:chgData name="Rodica Ioana Lung" userId="64ee56e8d7162e1e" providerId="LiveId" clId="{0F6830A5-18AB-4F1B-8BBB-DA235794CEC1}" dt="2025-12-16T10:22:36.495" v="24" actId="26606"/>
          <ac:spMkLst>
            <pc:docMk/>
            <pc:sldMk cId="1273734004" sldId="280"/>
            <ac:spMk id="2" creationId="{F6E57A9D-EB17-C7B7-0E71-B0CE26E18BC0}"/>
          </ac:spMkLst>
        </pc:spChg>
        <pc:spChg chg="add del">
          <ac:chgData name="Rodica Ioana Lung" userId="64ee56e8d7162e1e" providerId="LiveId" clId="{0F6830A5-18AB-4F1B-8BBB-DA235794CEC1}" dt="2025-12-16T10:22:13.501" v="15" actId="26606"/>
          <ac:spMkLst>
            <pc:docMk/>
            <pc:sldMk cId="1273734004" sldId="280"/>
            <ac:spMk id="9" creationId="{42A4FC2C-047E-45A5-965D-8E1E3BF09BC6}"/>
          </ac:spMkLst>
        </pc:spChg>
        <pc:spChg chg="add del">
          <ac:chgData name="Rodica Ioana Lung" userId="64ee56e8d7162e1e" providerId="LiveId" clId="{0F6830A5-18AB-4F1B-8BBB-DA235794CEC1}" dt="2025-12-16T10:22:19.485" v="17" actId="26606"/>
          <ac:spMkLst>
            <pc:docMk/>
            <pc:sldMk cId="1273734004" sldId="280"/>
            <ac:spMk id="11" creationId="{CB44330D-EA18-4254-AA95-EB49948539B8}"/>
          </ac:spMkLst>
        </pc:spChg>
        <pc:spChg chg="add del">
          <ac:chgData name="Rodica Ioana Lung" userId="64ee56e8d7162e1e" providerId="LiveId" clId="{0F6830A5-18AB-4F1B-8BBB-DA235794CEC1}" dt="2025-12-16T10:22:19.485" v="17" actId="26606"/>
          <ac:spMkLst>
            <pc:docMk/>
            <pc:sldMk cId="1273734004" sldId="280"/>
            <ac:spMk id="12" creationId="{32BC26D8-82FB-445E-AA49-62A77D7C1EE0}"/>
          </ac:spMkLst>
        </pc:spChg>
        <pc:spChg chg="add del">
          <ac:chgData name="Rodica Ioana Lung" userId="64ee56e8d7162e1e" providerId="LiveId" clId="{0F6830A5-18AB-4F1B-8BBB-DA235794CEC1}" dt="2025-12-16T10:22:31.212" v="21" actId="26606"/>
          <ac:spMkLst>
            <pc:docMk/>
            <pc:sldMk cId="1273734004" sldId="280"/>
            <ac:spMk id="13" creationId="{20CD21DB-082D-417D-A5AB-FC838AF9D944}"/>
          </ac:spMkLst>
        </pc:spChg>
        <pc:spChg chg="add del">
          <ac:chgData name="Rodica Ioana Lung" userId="64ee56e8d7162e1e" providerId="LiveId" clId="{0F6830A5-18AB-4F1B-8BBB-DA235794CEC1}" dt="2025-12-16T10:22:27.383" v="19" actId="26606"/>
          <ac:spMkLst>
            <pc:docMk/>
            <pc:sldMk cId="1273734004" sldId="280"/>
            <ac:spMk id="14" creationId="{7BDAC5B6-20CE-447F-8BA1-F2274AC7AE5B}"/>
          </ac:spMkLst>
        </pc:spChg>
        <pc:spChg chg="add del">
          <ac:chgData name="Rodica Ioana Lung" userId="64ee56e8d7162e1e" providerId="LiveId" clId="{0F6830A5-18AB-4F1B-8BBB-DA235794CEC1}" dt="2025-12-16T10:22:27.383" v="19" actId="26606"/>
          <ac:spMkLst>
            <pc:docMk/>
            <pc:sldMk cId="1273734004" sldId="280"/>
            <ac:spMk id="15" creationId="{D1D22B31-BF8F-446B-9009-8A251FB177CB}"/>
          </ac:spMkLst>
        </pc:spChg>
        <pc:spChg chg="add del">
          <ac:chgData name="Rodica Ioana Lung" userId="64ee56e8d7162e1e" providerId="LiveId" clId="{0F6830A5-18AB-4F1B-8BBB-DA235794CEC1}" dt="2025-12-16T10:22:31.212" v="21" actId="26606"/>
          <ac:spMkLst>
            <pc:docMk/>
            <pc:sldMk cId="1273734004" sldId="280"/>
            <ac:spMk id="17" creationId="{ED55A19D-297C-4231-AD1F-08EF9B4AA8F4}"/>
          </ac:spMkLst>
        </pc:spChg>
        <pc:spChg chg="add del">
          <ac:chgData name="Rodica Ioana Lung" userId="64ee56e8d7162e1e" providerId="LiveId" clId="{0F6830A5-18AB-4F1B-8BBB-DA235794CEC1}" dt="2025-12-16T10:22:31.212" v="21" actId="26606"/>
          <ac:spMkLst>
            <pc:docMk/>
            <pc:sldMk cId="1273734004" sldId="280"/>
            <ac:spMk id="18" creationId="{EBAB6C56-3D38-4923-996E-BD474BBB91E9}"/>
          </ac:spMkLst>
        </pc:spChg>
        <pc:spChg chg="add del">
          <ac:chgData name="Rodica Ioana Lung" userId="64ee56e8d7162e1e" providerId="LiveId" clId="{0F6830A5-18AB-4F1B-8BBB-DA235794CEC1}" dt="2025-12-16T10:22:36.485" v="23" actId="26606"/>
          <ac:spMkLst>
            <pc:docMk/>
            <pc:sldMk cId="1273734004" sldId="280"/>
            <ac:spMk id="20" creationId="{8B089790-F4B6-46A7-BB28-7B74A9A9EFDC}"/>
          </ac:spMkLst>
        </pc:spChg>
        <pc:spChg chg="add">
          <ac:chgData name="Rodica Ioana Lung" userId="64ee56e8d7162e1e" providerId="LiveId" clId="{0F6830A5-18AB-4F1B-8BBB-DA235794CEC1}" dt="2025-12-16T10:22:36.495" v="24" actId="26606"/>
          <ac:spMkLst>
            <pc:docMk/>
            <pc:sldMk cId="1273734004" sldId="280"/>
            <ac:spMk id="27" creationId="{42A4FC2C-047E-45A5-965D-8E1E3BF09BC6}"/>
          </ac:spMkLst>
        </pc:spChg>
        <pc:grpChg chg="add del">
          <ac:chgData name="Rodica Ioana Lung" userId="64ee56e8d7162e1e" providerId="LiveId" clId="{0F6830A5-18AB-4F1B-8BBB-DA235794CEC1}" dt="2025-12-16T10:22:36.485" v="23" actId="26606"/>
          <ac:grpSpMkLst>
            <pc:docMk/>
            <pc:sldMk cId="1273734004" sldId="280"/>
            <ac:grpSpMk id="21" creationId="{9DE3F54D-33BC-4382-A2AB-5E002F0F1166}"/>
          </ac:grpSpMkLst>
        </pc:grpChg>
        <pc:picChg chg="add mod">
          <ac:chgData name="Rodica Ioana Lung" userId="64ee56e8d7162e1e" providerId="LiveId" clId="{0F6830A5-18AB-4F1B-8BBB-DA235794CEC1}" dt="2025-12-16T10:22:36.495" v="24" actId="26606"/>
          <ac:picMkLst>
            <pc:docMk/>
            <pc:sldMk cId="1273734004" sldId="280"/>
            <ac:picMk id="4" creationId="{347D9C14-CA02-0812-2FE7-8019A87EBE52}"/>
          </ac:picMkLst>
        </pc:picChg>
      </pc:sldChg>
      <pc:sldChg chg="new modNotesTx">
        <pc:chgData name="Rodica Ioana Lung" userId="64ee56e8d7162e1e" providerId="LiveId" clId="{0F6830A5-18AB-4F1B-8BBB-DA235794CEC1}" dt="2025-12-16T10:24:33.150" v="44" actId="20577"/>
        <pc:sldMkLst>
          <pc:docMk/>
          <pc:sldMk cId="3245426012" sldId="28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0.8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62 106 6911 0 0,'1'-11'277'0'0,"1"1"-1"0"0,0-1 0 0 0,0 1 0 0 0,1-1 0 0 0,6-12 0 0 0,-4 11 1414 0 0,3-4 766 0 0,-5 14-669 0 0,-4 11-555 0 0,-9 24-131 0 0,0-1-1 0 0,-21 43 1 0 0,-10 29-185 0 0,40-101-903 0 0,0 0-1 0 0,1-1 1 0 0,-1 1-1 0 0,1 0 1 0 0,-1 0-1 0 0,1-1 0 0 0,0 1 1 0 0,0 0-1 0 0,0 0 1 0 0,1 0-1 0 0,-1-1 1 0 0,2 5-1 0 0,-2-6-12 0 0,0 0-1 0 0,1 0 1 0 0,-1 0 0 0 0,1-1-1 0 0,0 1 1 0 0,-1 0 0 0 0,1 0-1 0 0,0 0 1 0 0,0 0 0 0 0,-1-1-1 0 0,1 1 1 0 0,0 0-1 0 0,0-1 1 0 0,0 1 0 0 0,0-1-1 0 0,0 1 1 0 0,0-1 0 0 0,0 1-1 0 0,0-1 1 0 0,0 0-1 0 0,0 1 1 0 0,0-1 0 0 0,0 0-1 0 0,0 0 1 0 0,0 0 0 0 0,0 0-1 0 0,0 0 1 0 0,0 0-1 0 0,0 0 1 0 0,0 0 0 0 0,0 0-1 0 0,0-1 1 0 0,2 1 0 0 0,2-2-172 0 0,-1 1 1 0 0,1 0 0 0 0,-1-1-1 0 0,0 0 1 0 0,5-3 0 0 0,10-7-4773 0 0,-4 1-1130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0.9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40 104 2303 0 0,'-17'-44'347'0'0,"-6"-15"6961"0"0,29 70-5675 0 0,-1-4-1817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1.7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57 114 2303 0 0,'1'-9'325'0'0,"1"1"0"0"0,-1-1 0 0 0,1 1 0 0 0,1 0 0 0 0,5-13 0 0 0,-6 17 167 0 0,0 0-1 0 0,0 0 1 0 0,0 1 0 0 0,0-1-1 0 0,1 1 1 0 0,0-1-1 0 0,0 1 1 0 0,0 0-1 0 0,0 0 1 0 0,0 0 0 0 0,0 1-1 0 0,1-1 1 0 0,4-2-1 0 0,-8 5-378 0 0,1-1-1 0 0,-1 1 1 0 0,1 0 0 0 0,0 0-1 0 0,-1-1 1 0 0,1 1-1 0 0,0 0 1 0 0,-1 0-1 0 0,1 0 1 0 0,0-1-1 0 0,-1 1 1 0 0,1 0-1 0 0,0 0 1 0 0,-1 0-1 0 0,1 0 1 0 0,0 0 0 0 0,-1 0-1 0 0,1 1 1 0 0,0-1-1 0 0,-1 0 1 0 0,1 0-1 0 0,0 0 1 0 0,-1 1-1 0 0,1-1 1 0 0,-1 0-1 0 0,2 1 1 0 0,-1 0-5 0 0,-1 0 1 0 0,1 0-1 0 0,0 0 0 0 0,-1 0 0 0 0,1 0 1 0 0,0 0-1 0 0,-1 0 0 0 0,1 0 1 0 0,-1 0-1 0 0,0 0 0 0 0,1 1 0 0 0,-1-1 1 0 0,0 2-1 0 0,1 4 96 0 0,-1-1-1 0 0,1 1 1 0 0,-2 0 0 0 0,0 7 0 0 0,-11 53 626 0 0,-3-1 0 0 0,-33 90 0 0 0,-11 44-478 0 0,57-193-352 0 0,1-3 0 0 0,0 0 0 0 0,0 0 0 0 0,0 0 0 0 0,1-1 0 0 0,-1 1 0 0 0,1 0 0 0 0,0 0 0 0 0,0 0 0 0 0,0 0 0 0 0,2 8 0 0 0,-2-12-4 0 0,0 0 0 0 0,1 0-1 0 0,-1 0 1 0 0,0 0 0 0 0,0 0 0 0 0,0 0-1 0 0,1 0 1 0 0,-1 0 0 0 0,0 0 0 0 0,0 0-1 0 0,0 0 1 0 0,1 0 0 0 0,-1 0 0 0 0,0 0-1 0 0,0 0 1 0 0,0 0 0 0 0,1 0 0 0 0,-1-1-1 0 0,0 1 1 0 0,0 0 0 0 0,0 0-1 0 0,0 0 1 0 0,0 0 0 0 0,1 0 0 0 0,-1-1-1 0 0,0 1 1 0 0,0 0 0 0 0,0 0 0 0 0,0 0-1 0 0,0 0 1 0 0,0-1 0 0 0,0 1 0 0 0,0 0-1 0 0,1 0 1 0 0,-1 0 0 0 0,0 0 0 0 0,0-1-1 0 0,0 1 1 0 0,0 0 0 0 0,0 0 0 0 0,0 0-1 0 0,0-1 1 0 0,4-9-541 0 0,0-6-169 0 0,0 1 0 0 0,-2-1 0 0 0,0 0 0 0 0,0-29 0 0 0,1-16 608 0 0,-3 59 142 0 0,0 1-1 0 0,1 0 0 0 0,-1 0 0 0 0,0 0 1 0 0,0 0-1 0 0,1-1 0 0 0,-1 1 0 0 0,1 0 0 0 0,-1 0 1 0 0,1 0-1 0 0,-1 0 0 0 0,1 0 0 0 0,0 0 1 0 0,0 0-1 0 0,-1 0 0 0 0,1 0 0 0 0,0 0 1 0 0,0 0-1 0 0,0 1 0 0 0,0-1 0 0 0,0 0 1 0 0,0 1-1 0 0,0-1 0 0 0,0 0 0 0 0,0 1 1 0 0,0-1-1 0 0,0 1 0 0 0,1 0 0 0 0,-1-1 1 0 0,0 1-1 0 0,0 0 0 0 0,0 0 0 0 0,1 0 1 0 0,-1 0-1 0 0,0 0 0 0 0,0 0 0 0 0,2 0 1 0 0,5 1 110 0 0,0 0 0 0 0,0 1 0 0 0,0 0 0 0 0,12 5 0 0 0,-3-1-76 0 0,-8-4 29 0 0,0-1-1 0 0,-1 1 0 0 0,1-2 0 0 0,0 1 1 0 0,0-1-1 0 0,0-1 0 0 0,-1 1 1 0 0,1-2-1 0 0,0 1 0 0 0,-1-1 1 0 0,16-5-1 0 0,-11 2 84 0 0,0-1 0 0 0,-1 0 0 0 0,0-1 0 0 0,0 0 1 0 0,0 0-1 0 0,18-17 0 0 0,-27 21-125 0 0,0 0 0 0 0,0 0 0 0 0,-1 0 0 0 0,1 0 0 0 0,-1-1 0 0 0,3-4 0 0 0,-5 7-50 0 0,1 1-1 0 0,-1-1 1 0 0,0 1-1 0 0,0-1 1 0 0,1 0-1 0 0,-1 1 1 0 0,0-1-1 0 0,0 1 1 0 0,0-1-1 0 0,1 1 1 0 0,-1-1-1 0 0,0 0 1 0 0,0 1-1 0 0,0-1 1 0 0,0 1-1 0 0,0-1 1 0 0,0 1-1 0 0,0-1 1 0 0,0 0-1 0 0,-1 1 1 0 0,1-1-1 0 0,0 1 1 0 0,0-1-1 0 0,0 1 1 0 0,-1-1-1 0 0,1 0 1 0 0,0 1-1 0 0,-1-1 1 0 0,1 1-1 0 0,0 0 1 0 0,-1-1-1 0 0,1 1 1 0 0,0-1-1 0 0,-1 1 1 0 0,1-1-1 0 0,-1 1 1 0 0,1 0-1 0 0,-1-1 1 0 0,1 1-1 0 0,-1 0 1 0 0,1 0-1 0 0,-1-1 1 0 0,0 1-1 0 0,1 0 1 0 0,-1 0-1 0 0,1 0 1 0 0,-1 0-1 0 0,1 0 1 0 0,-1 0-1 0 0,0-1 1 0 0,0 2-1 0 0,-1-1-2 0 0,-1 0 1 0 0,1 0-1 0 0,0 0 0 0 0,-1 1 1 0 0,1 0-1 0 0,0-1 0 0 0,-1 1 0 0 0,1 0 1 0 0,0 0-1 0 0,0 0 0 0 0,0 0 0 0 0,0 0 1 0 0,0 1-1 0 0,-3 2 0 0 0,0 0 12 0 0,0 1 0 0 0,0-1 0 0 0,-9 11 0 0 0,6-3-11 0 0,1 0 0 0 0,0 0 1 0 0,0 1-1 0 0,1-1 0 0 0,1 1 0 0 0,0 1 0 0 0,1-1 0 0 0,0 1 0 0 0,1 0 1 0 0,0-1-1 0 0,1 1 0 0 0,1 1 0 0 0,1 19 0 0 0,0-30-5 0 0,0-1 0 0 0,1 1 0 0 0,-1 0 0 0 0,1-1 0 0 0,0 0 0 0 0,0 1 0 0 0,0-1 0 0 0,0 1 0 0 0,1-1 0 0 0,0 0 0 0 0,-1 0 0 0 0,1 0 0 0 0,0 0 0 0 0,4 4 0 0 0,-4-5 0 0 0,-1-1 0 0 0,1 1 0 0 0,0-1 0 0 0,0 1 0 0 0,0-1 0 0 0,1 0 0 0 0,-1 0 0 0 0,0 0 0 0 0,0 0 0 0 0,1 0 0 0 0,-1-1 0 0 0,1 1 0 0 0,-1-1 0 0 0,0 1 0 0 0,1-1 0 0 0,-1 0 0 0 0,1 0 0 0 0,-1 0 0 0 0,1 0 0 0 0,-1 0 0 0 0,5-2 0 0 0,0 1 1 0 0,1-1-1 0 0,-1-1 1 0 0,1 1-1 0 0,-1-1 1 0 0,0-1-1 0 0,0 1 1 0 0,-1-1-1 0 0,1-1 1 0 0,-1 1-1 0 0,1-1 1 0 0,9-10-1 0 0,-1-2-11 0 0,-1 0 1 0 0,21-33-1 0 0,-24 32 109 0 0,2 1 0 0 0,-1 0 0 0 0,26-25 0 0 0,-36 40-47 0 0,0 0 1 0 0,0 1-1 0 0,0-1 1 0 0,1 0-1 0 0,-1 1 1 0 0,1 0 0 0 0,-1 0-1 0 0,1-1 1 0 0,-1 1-1 0 0,1 1 1 0 0,3-2-1 0 0,-5 2-40 0 0,0 0 0 0 0,-1 0 0 0 0,1 0 0 0 0,-1 0 0 0 0,1 0 0 0 0,0 0 0 0 0,-1 0 0 0 0,1 0 0 0 0,0 0 0 0 0,-1 1 0 0 0,1-1 0 0 0,-1 0 0 0 0,1 0 0 0 0,0 1 0 0 0,-1-1 0 0 0,1 0 0 0 0,-1 1 0 0 0,1-1 0 0 0,-1 1 0 0 0,1 0 0 0 0,0 0-12 0 0,0 0 0 0 0,-1 0 0 0 0,1 0 1 0 0,0 0-1 0 0,-1 0 0 0 0,0 1 0 0 0,1-1 0 0 0,-1 0 1 0 0,0 0-1 0 0,1 1 0 0 0,-1-1 0 0 0,0 0 0 0 0,0 0 1 0 0,0 2-1 0 0,-2 21 12 0 0,0-1 0 0 0,-2 0 0 0 0,0 0 0 0 0,-8 22 0 0 0,-8 41-13 0 0,19-83 3 0 0,1 0 1 0 0,-1 0-1 0 0,1 0 0 0 0,0 1 0 0 0,0-1 0 0 0,0 0 1 0 0,1 0-1 0 0,-1 0 0 0 0,1 0 0 0 0,0 0 0 0 0,0 0 1 0 0,1 4-1 0 0,-1-6-11 0 0,0 1 0 0 0,0 0 1 0 0,1 0-1 0 0,-1-1 1 0 0,0 1-1 0 0,1-1 0 0 0,-1 1 1 0 0,1-1-1 0 0,0 0 0 0 0,-1 0 1 0 0,1 0-1 0 0,0 0 0 0 0,0 0 1 0 0,0 0-1 0 0,0 0 0 0 0,0 0 1 0 0,0-1-1 0 0,0 1 0 0 0,3 0 1 0 0,13 1-907 0 0,2-2-295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2.1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216 68 4143 0 0,'0'-2'-151'0'0,"1"-2"448"0"0,-1 0 0 0 0,-1 0 0 0 0,1 0 0 0 0,0 0 0 0 0,-1 0 0 0 0,-2-6-1 0 0,3 9-137 0 0,-1 0-1 0 0,1 0 0 0 0,-1 0 1 0 0,1 1-1 0 0,-1-1 0 0 0,0 0 0 0 0,1 0 1 0 0,-1 1-1 0 0,0-1 0 0 0,1 0 1 0 0,-1 1-1 0 0,0-1 0 0 0,0 1 0 0 0,0-1 1 0 0,0 1-1 0 0,0-1 0 0 0,0 1 0 0 0,0-1 1 0 0,0 1-1 0 0,1 0 0 0 0,-1 0 1 0 0,0 0-1 0 0,0-1 0 0 0,-1 1 0 0 0,1 0 1 0 0,0 0-1 0 0,0 0 0 0 0,0 0 0 0 0,0 1 1 0 0,0-1-1 0 0,-1 0 0 0 0,-3 2 152 0 0,0-1 0 0 0,0 1 0 0 0,0 0 0 0 0,0 0-1 0 0,0 0 1 0 0,1 1 0 0 0,-1 0 0 0 0,1 0 0 0 0,0 0-1 0 0,0 0 1 0 0,-5 6 0 0 0,-7 6 371 0 0,-16 23 0 0 0,28-33-481 0 0,-5 6 110 0 0,0 1-1 0 0,1-1 0 0 0,0 1 1 0 0,1 1-1 0 0,0-1 0 0 0,1 1 1 0 0,0 0-1 0 0,-3 16 0 0 0,8-28-288 0 0,1 0 0 0 0,-1 1 0 0 0,1-1-1 0 0,0 1 1 0 0,-1-1 0 0 0,1 0 0 0 0,0 1-1 0 0,0-1 1 0 0,0 1 0 0 0,0-1 0 0 0,0 1-1 0 0,0-1 1 0 0,1 0 0 0 0,-1 1 0 0 0,0-1-1 0 0,1 1 1 0 0,-1-1 0 0 0,1 0 0 0 0,0 0 0 0 0,-1 1-1 0 0,1-1 1 0 0,0 0 0 0 0,0 0 0 0 0,0 0-1 0 0,0 0 1 0 0,0 0 0 0 0,0 0 0 0 0,0 0-1 0 0,0 0 1 0 0,0 0 0 0 0,0 0 0 0 0,0 0 0 0 0,1-1-1 0 0,-1 1 1 0 0,0 0 0 0 0,0-1 0 0 0,1 1-1 0 0,-1-1 1 0 0,1 0 0 0 0,-1 1 0 0 0,0-1-1 0 0,1 0 1 0 0,-1 0 0 0 0,2 0 0 0 0,4 0 4 0 0,0 0 0 0 0,0 0 0 0 0,0-1 0 0 0,0 0 1 0 0,0 0-1 0 0,0-1 0 0 0,11-4 0 0 0,-8 2-12 0 0,1-1 1 0 0,-1-1-1 0 0,0 0 0 0 0,-1 0 0 0 0,0-1 1 0 0,0 0-1 0 0,0 0 0 0 0,-1-1 0 0 0,0-1 0 0 0,0 1 1 0 0,-1-1-1 0 0,0 0 0 0 0,-1-1 0 0 0,0 1 1 0 0,0-1-1 0 0,-1-1 0 0 0,0 1 0 0 0,-1-1 1 0 0,-1 0-1 0 0,1 0 0 0 0,-2 0 0 0 0,1 0 0 0 0,-1 0 1 0 0,-1-1-1 0 0,0-13 0 0 0,0 17-1 0 0,-1 7 0 0 0,0 0-1 0 0,0 0 0 0 0,0 0 1 0 0,0 0-1 0 0,1 0 0 0 0,-1 0 0 0 0,-1-1 1 0 0,1 1-1 0 0,0 0 0 0 0,0 0 1 0 0,0 0-1 0 0,-1 0 0 0 0,1 0 0 0 0,0 0 1 0 0,-1 0-1 0 0,0-1 0 0 0,1 2 3 0 0,-1 0 0 0 0,1 0-1 0 0,0 1 1 0 0,-1-1 0 0 0,1 0 0 0 0,-1 0-1 0 0,1 1 1 0 0,0-1 0 0 0,-1 0 0 0 0,1 1-1 0 0,0-1 1 0 0,0 1 0 0 0,-1-1 0 0 0,1 0-1 0 0,0 1 1 0 0,0-1 0 0 0,-1 1 0 0 0,1-1-1 0 0,0 0 1 0 0,0 1 0 0 0,0-1 0 0 0,0 1-1 0 0,-6 13 25 0 0,-2 15-20 0 0,1 0 1 0 0,1 1 0 0 0,-3 42-1 0 0,9-68-16 0 0,0 0-1 0 0,0-1 0 0 0,0 1 1 0 0,1-1-1 0 0,-1 1 0 0 0,1 0 1 0 0,0-1-1 0 0,0 1 1 0 0,0-1-1 0 0,1 0 0 0 0,-1 1 1 0 0,1-1-1 0 0,0 0 0 0 0,0 0 1 0 0,3 5-1 0 0,-3-7-9 0 0,-1 0-1 0 0,0 1 1 0 0,1-1-1 0 0,-1 0 1 0 0,1 0 0 0 0,-1 0-1 0 0,1 0 1 0 0,-1-1-1 0 0,1 1 1 0 0,0 0-1 0 0,0-1 1 0 0,-1 1 0 0 0,1-1-1 0 0,0 0 1 0 0,0 1-1 0 0,-1-1 1 0 0,1 0 0 0 0,0 0-1 0 0,0 0 1 0 0,0 0-1 0 0,-1 0 1 0 0,1-1-1 0 0,0 1 1 0 0,0 0 0 0 0,-1-1-1 0 0,1 0 1 0 0,0 1-1 0 0,-1-1 1 0 0,1 0-1 0 0,0 0 1 0 0,-1 0 0 0 0,3-1-1 0 0,1-2-697 0 0,0 0 0 0 0,0 0 0 0 0,0 0 1 0 0,-1-1-1 0 0,0 1 0 0 0,7-11 0 0 0,0 0-5329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2.6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132 21 3223 0 0,'5'-20'7926'0'0,"-6"26"-6828"0"0,-5 40 637 0 0,-58 328 4241 0 0,37-274-5258 0 0,-9 37-75 0 0,33-124-650 0 0,5-16 23 0 0,5-22 45 0 0,-6 23-56 0 0,6-20 82 0 0,1-1-1 0 0,1 1 1 0 0,2 1 0 0 0,0 0-1 0 0,1 0 1 0 0,1 1 0 0 0,26-32-1 0 0,-35 48-58 0 0,0 0 0 0 0,0 0 0 0 0,1 0 0 0 0,-1 0 0 0 0,1 1 0 0 0,0-1-1 0 0,0 1 1 0 0,10-4 0 0 0,-14 6-24 0 0,1 1 0 0 0,0-1 0 0 0,-1 1 0 0 0,1-1 0 0 0,0 1 0 0 0,-1 0 0 0 0,1 0-1 0 0,0 0 1 0 0,-1 0 0 0 0,1 0 0 0 0,0 0 0 0 0,-1 0 0 0 0,1 1 0 0 0,0-1 0 0 0,-1 0 0 0 0,1 1 0 0 0,0 0 0 0 0,-1-1 0 0 0,1 1-1 0 0,-1 0 1 0 0,1 0 0 0 0,-1 0 0 0 0,0 0 0 0 0,1 0 0 0 0,-1 0 0 0 0,0 0 0 0 0,0 0 0 0 0,1 1 0 0 0,-1-1 0 0 0,0 0-1 0 0,0 1 1 0 0,-1-1 0 0 0,3 3 0 0 0,1 6 14 0 0,0-1 0 0 0,0 1-1 0 0,-1-1 1 0 0,0 1 0 0 0,0 0-1 0 0,-2 0 1 0 0,1 0 0 0 0,0 19-1 0 0,-2 8 34 0 0,-5 38 0 0 0,4-70-56 0 0,1-2-139 0 0,-2 12 447 0 0,2-15-337 0 0,0 0 0 0 0,0 0 0 0 0,0 0 0 0 0,0 0 0 0 0,0 1 0 0 0,0-1-1 0 0,0 0 1 0 0,0 0 0 0 0,0 0 0 0 0,0 1 0 0 0,0-1 0 0 0,0 0 0 0 0,0 0 0 0 0,0 0 0 0 0,0 0 0 0 0,0 1 0 0 0,0-1-1 0 0,0 0 1 0 0,0 0 0 0 0,0 0 0 0 0,0 0 0 0 0,0 1 0 0 0,0-1 0 0 0,0 0 0 0 0,0 0 0 0 0,1 0 0 0 0,-1 0 0 0 0,0 0-1 0 0,0 1 1 0 0,0-1 0 0 0,0 0 0 0 0,0 0 0 0 0,0 0 0 0 0,1 0 0 0 0,-1 0 0 0 0,0 0 0 0 0,0 0 0 0 0,0 1 0 0 0,0-1-1 0 0,1 0 1 0 0,-1 0 0 0 0,0 0 0 0 0,0 0 0 0 0,0 0 0 0 0,0 0 0 0 0,1 0 0 0 0,-1 0 0 0 0,0 0 0 0 0,0 0-1 0 0,0 0 1 0 0,0 0 0 0 0,1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2.7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 19 4607 0 0,'-4'-5'408'0'0,"1"1"-328"0"0,1 3 80 0 0,1-1 8 0 0,-3 0 8 0 0,1 0 0 0 0,-1-1-248 0 0,1 3-56 0 0,1 0 0 0 0,6 5-8 0 0,1 0 136 0 0,2 4 96 0 0,3 1-8 0 0,3 2-8 0 0,4 0-80 0 0,4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3.3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70 1 3223 0 0,'-10'17'1321'0'0,"0"1"0"0"0,1 0 0 0 0,0 1 0 0 0,2 0 0 0 0,0 1 0 0 0,1-1 0 0 0,-5 36 0 0 0,11-50-1036 0 0,0 1 1 0 0,0-1-1 0 0,0 0 0 0 0,0 0 0 0 0,1 0 0 0 0,0 1 1 0 0,0-1-1 0 0,1 0 0 0 0,0 0 0 0 0,-1 0 0 0 0,1-1 1 0 0,1 1-1 0 0,-1 0 0 0 0,1-1 0 0 0,5 7 0 0 0,-6-8-207 0 0,0-1 0 0 0,0 0 0 0 0,0 0-1 0 0,0 0 1 0 0,1 0 0 0 0,-1 0-1 0 0,1-1 1 0 0,-1 1 0 0 0,1-1-1 0 0,0 0 1 0 0,0 0 0 0 0,-1 0-1 0 0,1 0 1 0 0,0 0 0 0 0,0 0-1 0 0,0-1 1 0 0,0 1 0 0 0,0-1-1 0 0,0 0 1 0 0,0 0 0 0 0,0 0-1 0 0,0 0 1 0 0,0-1 0 0 0,0 1-1 0 0,0-1 1 0 0,0 0 0 0 0,0 0 0 0 0,3-1-1 0 0,-3 1-41 0 0,-1 0 0 0 0,0 0-1 0 0,0-1 1 0 0,0 1 0 0 0,0 0 0 0 0,0-1-1 0 0,0 1 1 0 0,0-1 0 0 0,0 0 0 0 0,-1 1-1 0 0,1-1 1 0 0,-1 0 0 0 0,1 0 0 0 0,-1 0 0 0 0,0 0-1 0 0,2-4 1 0 0,-2 2-8 0 0,1 0-1 0 0,-1-1 1 0 0,0 1-1 0 0,0-1 1 0 0,-1 1-1 0 0,1-1 1 0 0,-1 1-1 0 0,0-7 1 0 0,-2-1 7 0 0,1-1 0 0 0,-2 1 0 0 0,0 0 0 0 0,0 0 1 0 0,-9-19-1 0 0,-40-77 358 0 0,52 107-392 0 0,0 1-1 0 0,0 0 1 0 0,0 0-1 0 0,0 0 1 0 0,0-1-1 0 0,0 1 1 0 0,0 0-1 0 0,0 0 1 0 0,0-1-1 0 0,0 1 1 0 0,-1 0-1 0 0,1 0 1 0 0,1 0-1 0 0,-1-1 1 0 0,0 1-1 0 0,0 0 1 0 0,0 0-1 0 0,0 0 1 0 0,0-1-1 0 0,0 1 1 0 0,0 0-1 0 0,0 0 1 0 0,0-1-1 0 0,0 1 1 0 0,0 0-1 0 0,0 0 1 0 0,1 0-1 0 0,-1 0 1 0 0,0-1 0 0 0,0 1-1 0 0,0 0 1 0 0,0 0-1 0 0,1 0 1 0 0,-1 0-1 0 0,10-3 18 0 0,15 4 6 0 0,-22-1-24 0 0,28 4 56 0 0,0 1 0 0 0,58 16 0 0 0,-77-17-37 0 0,0 1 1 0 0,0 0-1 0 0,0 0 0 0 0,-1 1 0 0 0,1 0 0 0 0,-2 1 1 0 0,1 1-1 0 0,-1 0 0 0 0,18 17 0 0 0,-23-19 15 0 0,0 0 0 0 0,-1 1 0 0 0,1 0 0 0 0,-1 0 0 0 0,-1 0 0 0 0,0 0 0 0 0,0 1 0 0 0,4 12 0 0 0,-6-15-19 0 0,0-1-1 0 0,0 1 1 0 0,0-1 0 0 0,-1 1 0 0 0,0-1 0 0 0,0 1 0 0 0,0-1 0 0 0,0 0 0 0 0,-1 1 0 0 0,1-1 0 0 0,-1 1 0 0 0,0-1 0 0 0,-1 0 0 0 0,1 1 0 0 0,-1-1 0 0 0,-4 7 0 0 0,2-3 143 0 0,11-14-51 0 0,1 0-52 0 0,16-14-51 0 0,-1-1 0 0 0,0-1 0 0 0,-2-1 0 0 0,0-1 0 0 0,-2-1 0 0 0,-1-1 0 0 0,21-37 0 0 0,-38 62-4 0 0,1-4 17 0 0,1 1 0 0 0,-1-1 0 0 0,1 1-1 0 0,5-6 1 0 0,-8 10-15 0 0,0 0-1 0 0,0 0 0 0 0,0 0 1 0 0,1 0-1 0 0,-1 0 1 0 0,0 0-1 0 0,0 0 1 0 0,0 0-1 0 0,0 0 1 0 0,0 0-1 0 0,0 0 1 0 0,0 0-1 0 0,0 0 0 0 0,0 0 1 0 0,0 0-1 0 0,1 0 1 0 0,-1 0-1 0 0,0 0 1 0 0,0 0-1 0 0,0 0 1 0 0,0 0-1 0 0,0 0 1 0 0,0 0-1 0 0,0 0 0 0 0,0 0 1 0 0,0 0-1 0 0,0 0 1 0 0,0 0-1 0 0,0 0 1 0 0,1 0-1 0 0,-1 0 1 0 0,0 1-1 0 0,0-1 1 0 0,0 0-1 0 0,0 0 0 0 0,0 0 1 0 0,0 0-1 0 0,0 0 1 0 0,0 0-1 0 0,0 0 1 0 0,0 0-1 0 0,0 0 1 0 0,0 0-1 0 0,0 0 1 0 0,0 1-1 0 0,0-1 0 0 0,0 0 1 0 0,0 0-1 0 0,0 0 1 0 0,0 0-1 0 0,0 0 1 0 0,0 0-1 0 0,0 0 1 0 0,0 0-1 0 0,0 0 0 0 0,0 0 1 0 0,0 1-1 0 0,0-1 1 0 0,0 0-1 0 0,0 0 1 0 0,0 0-1 0 0,-1 0 1 0 0,1 0-1 0 0,0 0 1 0 0,0 7 67 0 0,-6 13 26 0 0,0 1 0 0 0,2 0 1 0 0,-3 30-1 0 0,7-45-66 0 0,0 1 1 0 0,0-1 0 0 0,0 1-1 0 0,0-1 1 0 0,1 1-1 0 0,0-1 1 0 0,1 0 0 0 0,-1 1-1 0 0,1-1 1 0 0,0 0 0 0 0,1 0-1 0 0,-1 0 1 0 0,1-1 0 0 0,1 1-1 0 0,5 8 1 0 0,-6-11-12 0 0,0 1 0 0 0,1-1 0 0 0,-1-1 0 0 0,1 1 0 0 0,0 0-1 0 0,-1-1 1 0 0,1 0 0 0 0,0 0 0 0 0,0 0 0 0 0,0 0 0 0 0,7 1 0 0 0,-4-1 9 0 0,0-1 0 0 0,1 0 0 0 0,-1 0 0 0 0,1 0 0 0 0,0-1-1 0 0,9-1 1 0 0,-2-1-9 0 0,-1-1 0 0 0,1 0 0 0 0,0-1 0 0 0,-1 0 0 0 0,0-2 0 0 0,16-7 0 0 0,-25 11-285 0 0,0-1-1 0 0,0 1 1 0 0,0-1 0 0 0,-1 0-1 0 0,1 0 1 0 0,-1-1-1 0 0,0 1 1 0 0,6-7-1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9.0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42 131 1839 0 0,'-4'-2'407'0'0,"0"0"0"0"0,0 0-1 0 0,0-1 1 0 0,1 1 0 0 0,-1-1-1 0 0,1 0 1 0 0,0 0 0 0 0,0 0-1 0 0,0-1 1 0 0,-3-3 0 0 0,6 7-357 0 0,0 0 0 0 0,0 0 0 0 0,0 0 1 0 0,0-1-1 0 0,0 1 0 0 0,0 0 0 0 0,0 0 0 0 0,0 0 0 0 0,0 0 1 0 0,0-1-1 0 0,0 1 0 0 0,0 0 0 0 0,0 0 0 0 0,0 0 1 0 0,0 0-1 0 0,0-1 0 0 0,0 1 0 0 0,0 0 0 0 0,0 0 1 0 0,0 0-1 0 0,0-1 0 0 0,0 1 0 0 0,0 0 0 0 0,0 0 1 0 0,0 0-1 0 0,1 0 0 0 0,-1 0 0 0 0,0-1 0 0 0,0 1 1 0 0,0 0-1 0 0,0 0 0 0 0,0 0 0 0 0,0 0 0 0 0,1 0 1 0 0,-1 0-1 0 0,0 0 0 0 0,0 0 0 0 0,0-1 0 0 0,0 1 1 0 0,0 0-1 0 0,1 0 0 0 0,11-2 1094 0 0,10 3-207 0 0,2 2-496 0 0,0-1-1 0 0,0-1 1 0 0,42-3 0 0 0,74-18 875 0 0,-62 8-603 0 0,141-13 802 0 0,31-5-1037 0 0,-230 27-480 0 0,-1 1-1 0 0,1 1 0 0 0,-1 0 1 0 0,1 1-1 0 0,21 4 0 0 0,-40-4-21 0 0,-1 0 1 0 0,0 0-1 0 0,1 0 0 0 0,-1 0 0 0 0,0 0 1 0 0,0 0-1 0 0,1 0 0 0 0,-1 0 0 0 0,0 0 0 0 0,0 0 1 0 0,1 0-1 0 0,-1 0 0 0 0,0 1 0 0 0,0-1 1 0 0,0 0-1 0 0,1 0 0 0 0,-1 0 0 0 0,0 0 0 0 0,0 0 1 0 0,0 1-1 0 0,1-1 0 0 0,-1 0 0 0 0,0 0 0 0 0,0 0 1 0 0,0 1-1 0 0,0-1 0 0 0,0 0 0 0 0,1 0 1 0 0,-1 1-1 0 0,0-1 0 0 0,0 0 0 0 0,0 0 0 0 0,0 1 1 0 0,0-1-1 0 0,0 0 0 0 0,0 0 0 0 0,0 1 1 0 0,0-1-1 0 0,0 0 0 0 0,0 0 0 0 0,0 1 0 0 0,0-1 1 0 0,0 0-1 0 0,0 0 0 0 0,0 1 0 0 0,0-1 1 0 0,0 0-1 0 0,0 0 0 0 0,-1 1 0 0 0,1-1 0 0 0,0 0 1 0 0,0 0-1 0 0,0 0 0 0 0,0 1 0 0 0,-4 2-1220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9.4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112 25 2759 0 0,'-23'6'-989'0'0,"-22"9"-1"0"0,36-11 1578 0 0,0 0 0 0 0,-15 9-1 0 0,24-13-539 0 0,0 0 0 0 0,0 0 0 0 0,0 0 0 0 0,-1 0-1 0 0,1 1 1 0 0,0-1 0 0 0,0 0 0 0 0,0 0-1 0 0,0 0 1 0 0,0 0 0 0 0,0 0 0 0 0,0 0 0 0 0,0 0-1 0 0,0 0 1 0 0,0 1 0 0 0,-1-1 0 0 0,1 0-1 0 0,0 0 1 0 0,0 0 0 0 0,0 0 0 0 0,0 0 0 0 0,0 0-1 0 0,0 1 1 0 0,0-1 0 0 0,0 0 0 0 0,0 0-1 0 0,0 0 1 0 0,0 0 0 0 0,0 0 0 0 0,0 0 0 0 0,0 1-1 0 0,0-1 1 0 0,0 0 0 0 0,0 0 0 0 0,0 0 0 0 0,0 0-1 0 0,1 0 1 0 0,-1 0 0 0 0,0 1 0 0 0,0-1-1 0 0,0 0 1 0 0,0 0 0 0 0,0 0 0 0 0,0 0 0 0 0,0 0-1 0 0,0 0 1 0 0,0 0 0 0 0,0 0 0 0 0,1 0-1 0 0,-1 1 1 0 0,0-1 0 0 0,0 0 0 0 0,0 0 0 0 0,0 0-1 0 0,1 0 1 0 0,11 5 1621 0 0,18-1 240 0 0,46-8 190 0 0,-35 2-1210 0 0,51-9 1 0 0,154-41 1626 0 0,-231 48-2396 0 0,-1 1-1 0 0,1 1 0 0 0,0 0 1 0 0,-1 1-1 0 0,1 1 1 0 0,0 0-1 0 0,0 1 1 0 0,15 3-1 0 0,-29-4-117 0 0,0 0-1 0 0,0 0 1 0 0,0 0 0 0 0,0 1 0 0 0,0-1-1 0 0,0 0 1 0 0,0 1 0 0 0,1-1-1 0 0,-2 1 1 0 0,1-1 0 0 0,0 1 0 0 0,0-1-1 0 0,0 1 1 0 0,0 0 0 0 0,0-1-1 0 0,0 1 1 0 0,-1 0 0 0 0,1 0 0 0 0,0 0-1 0 0,0 0 1 0 0,-1 0 0 0 0,1-1-1 0 0,-1 1 1 0 0,1 0 0 0 0,-1 0 0 0 0,1 0-1 0 0,-1 0 1 0 0,0 1 0 0 0,1-1 0 0 0,-1 1-1 0 0,0-2-7 0 0,0 0 0 0 0,0 0 0 0 0,0 0 0 0 0,0 1-1 0 0,-1-1 1 0 0,1 0 0 0 0,0 0 0 0 0,0 0 0 0 0,0 0-1 0 0,0 0 1 0 0,0 0 0 0 0,0 0 0 0 0,0 0 0 0 0,-1 0 0 0 0,1 0-1 0 0,0 0 1 0 0,0 0 0 0 0,0 0 0 0 0,0 0 0 0 0,0 0 0 0 0,-1 0-1 0 0,1 0 1 0 0,0 0 0 0 0,0 0 0 0 0,0 0 0 0 0,0 0-1 0 0,0 0 1 0 0,0 0 0 0 0,-1 0 0 0 0,1 0 0 0 0,0 0 0 0 0,0 0-1 0 0,0 0 1 0 0,0 0 0 0 0,0 0 0 0 0,0 0 0 0 0,0 0 0 0 0,-1-1-1 0 0,1 1 1 0 0,0 0 0 0 0,0 0 0 0 0,0 0 0 0 0,0 0-1 0 0,0 0 1 0 0,0 0 0 0 0,0 0 0 0 0,0-1 0 0 0,0 1 0 0 0,0 0-1 0 0,0 0 1 0 0,0 0 0 0 0,0 0 0 0 0,-1 0 0 0 0,1 0 0 0 0,0-1-1 0 0,0 1 1 0 0,0 0 0 0 0,0 0 0 0 0,0 0 0 0 0,0 0-1 0 0,1 0 1 0 0,-1-1 0 0 0,0 1 0 0 0,0 0 0 0 0,0 0 0 0 0,0 0-1 0 0,0 0 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16.3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0 2855 0 0,'0'0'256'0'0,"0"2"-256"0"0,-1-2 0 0 0,-1 0 0 0 0,0-2 0 0 0,-1 2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20.5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30 296 1839 0 0,'-1'0'7'0'0,"-20"-25"3736"0"0,20 24-3485 0 0,0 0 0 0 0,1 0 1 0 0,-1 0-1 0 0,0 0 1 0 0,1 0-1 0 0,-1 0 0 0 0,1 0 1 0 0,-1 0-1 0 0,1-1 1 0 0,-1 1-1 0 0,1 0 0 0 0,0 0 1 0 0,0 0-1 0 0,0-1 1 0 0,-1 1-1 0 0,1 0 0 0 0,0 0 1 0 0,1-1-1 0 0,-1 1 1 0 0,0 0-1 0 0,0 0 0 0 0,0 0 1 0 0,1-1-1 0 0,0 0 1 0 0,-1 1-145 0 0,1 1 1 0 0,0 0 0 0 0,-1-1-1 0 0,1 1 1 0 0,-1 0 0 0 0,1-1 0 0 0,-1 1-1 0 0,1 0 1 0 0,0 0 0 0 0,-1 0-1 0 0,1 0 1 0 0,0 0 0 0 0,-1 0 0 0 0,1 0-1 0 0,0 0 1 0 0,-1 0 0 0 0,1 0-1 0 0,-1 0 1 0 0,1 0 0 0 0,0 0-1 0 0,0 1 1 0 0,18 4 655 0 0,-14-4-535 0 0,21 4 4 0 0,-1-1 1 0 0,0-1 0 0 0,1-2 0 0 0,0 0 0 0 0,-1-2 0 0 0,1-1-1 0 0,26-5 1 0 0,148-25 1264 0 0,12 12-462 0 0,-53 7-798 0 0,257-40-87 0 0,-315 40-29 0 0,138-13 123 0 0,7-1-41 0 0,-5-9 340 0 0,-127 18 180 0 0,-92 14-635 0 0,-12 1-73 0 0,1 2-1 0 0,14-2 1 0 0,-25 3-35 0 0,0 0-1 0 0,1 1 1 0 0,-1-1 0 0 0,0 0-1 0 0,0 0 1 0 0,0 0 0 0 0,0 0-1 0 0,0 0 1 0 0,0 0 0 0 0,0 0-1 0 0,0 0 1 0 0,0 0 0 0 0,0 0-1 0 0,0 0 1 0 0,0 0 0 0 0,0 0-1 0 0,0 0 1 0 0,0 1 0 0 0,0-1-1 0 0,0 0 1 0 0,0 0 0 0 0,1 0-1 0 0,-1 0 1 0 0,0 0 0 0 0,0 0-1 0 0,0 0 1 0 0,0 0-1 0 0,0 0 1 0 0,0 1 0 0 0,0-1-1 0 0,-1 0 1 0 0,1 0 0 0 0,0 0-1 0 0,0 0 1 0 0,0 0 0 0 0,0 0-1 0 0,0 0 1 0 0,0 0 0 0 0,0 0-1 0 0,0 0 1 0 0,0 0 0 0 0,0 1-1 0 0,0-1 1 0 0,0 0 0 0 0,0 0-1 0 0,0 0 1 0 0,0 0 0 0 0,0 0-1 0 0,0 0 1 0 0,-4 5-4231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22.9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39 149 2303 0 0,'-3'0'463'0'0,"0"-1"0"0"0,1 1 0 0 0,-1 0 0 0 0,0-1-1 0 0,0 1 1 0 0,1-1 0 0 0,-1 0 0 0 0,0 0-1 0 0,1 0 1 0 0,-1 0 0 0 0,1 0 0 0 0,-4-4 3402 0 0,17 8-1412 0 0,6-3-2127 0 0,-1 0-1 0 0,30-4 0 0 0,10-6 802 0 0,59-2 0 0 0,-50 6-676 0 0,11 0-201 0 0,563-8 531 0 0,-468 8-717 0 0,-1-1 0 0 0,-101 7-56 0 0,347-16 120 0 0,-334 5 20 0 0,-8 1 238 0 0,84-1 0 0 0,66 2-89 0 0,0-1-103 0 0,17 4 102 0 0,-102 12 92 0 0,-59 0-208 0 0,174 2 156 0 0,-203-4-256 0 0,-23-1-22 0 0,38-1 1 0 0,119-5 69 0 0,-1 1 0 0 0,-95 0-91 0 0,160 19 1 0 0,-247-17-35 0 0,57 5 142 0 0,-53-5-140 0 0,1 0 0 0 0,-1-1-1 0 0,1 1 1 0 0,0-1 0 0 0,-1-1-1 0 0,12-3 1 0 0,-18 5-18 0 0,1 0 0 0 0,0 0 1 0 0,0-1-1 0 0,-1 1 0 0 0,1 0 0 0 0,0-1 0 0 0,-1 1 1 0 0,1-1-1 0 0,-1 1 0 0 0,1-1 0 0 0,0 1 0 0 0,-1-1 0 0 0,1 1 1 0 0,-1-1-1 0 0,0 0 0 0 0,1 1 0 0 0,-1-1 0 0 0,1 0 0 0 0,-1 1 1 0 0,0-1-1 0 0,0 0 0 0 0,1 1 0 0 0,-1-1 0 0 0,0 0 0 0 0,0 0 1 0 0,0 1-1 0 0,0-1 0 0 0,0 0 0 0 0,0 0 0 0 0,0 1 0 0 0,0-1 1 0 0,0 0-1 0 0,0-1 0 0 0,0 0-587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28.7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9 328 5063 0 0,'-1'-1'121'0'0,"0"-1"-1"0"0,0 1 0 0 0,0-1 1 0 0,1 1-1 0 0,-1-1 0 0 0,0 0 1 0 0,0 1-1 0 0,1-1 0 0 0,-1 0 1 0 0,1 1-1 0 0,0-1 0 0 0,-1 0 1 0 0,1 1-1 0 0,0-1 0 0 0,0 0 1 0 0,0 0-1 0 0,0 1 0 0 0,0-1 1 0 0,1-2-1 0 0,1-4 723 0 0,0-1 0 0 0,4-12-1 0 0,-3 12-241 0 0,37-152 5765 0 0,-38 155-6311 0 0,0 0 0 0 0,1 0 1 0 0,0 1-1 0 0,0 0 1 0 0,0-1-1 0 0,1 1 1 0 0,0 0-1 0 0,0 0 1 0 0,0 1-1 0 0,0 0 0 0 0,7-6 1 0 0,-9 8-38 0 0,1 0 0 0 0,-1 0 1 0 0,1 1-1 0 0,-1-1 0 0 0,1 1 1 0 0,0-1-1 0 0,0 1 0 0 0,0 0 1 0 0,0 0-1 0 0,0 0 0 0 0,0 1 0 0 0,0-1 1 0 0,0 1-1 0 0,0-1 0 0 0,0 1 1 0 0,0 0-1 0 0,0 0 0 0 0,0 0 0 0 0,0 1 1 0 0,0-1-1 0 0,0 1 0 0 0,0 0 1 0 0,0 0-1 0 0,5 2 0 0 0,-6-2-19 0 0,1 1 0 0 0,-1 0-1 0 0,0-1 1 0 0,1 1 0 0 0,-1 0-1 0 0,0 0 1 0 0,0 1 0 0 0,0-1-1 0 0,-1 0 1 0 0,1 1 0 0 0,0-1 0 0 0,-1 1-1 0 0,0-1 1 0 0,0 1 0 0 0,1 0-1 0 0,-1 3 1 0 0,3 8-11 0 0,-1-1-1 0 0,2 19 1 0 0,1 5-1 0 0,-3-26 5 0 0,0 1 0 0 0,1-1 0 0 0,0 0 0 0 0,1 0 0 0 0,8 14 0 0 0,-12-22 8 0 0,1-1 0 0 0,0 1-1 0 0,0-1 1 0 0,0 0 0 0 0,0 1 0 0 0,0-1 0 0 0,0 0 0 0 0,1 0 0 0 0,-1 0-1 0 0,1-1 1 0 0,0 1 0 0 0,-1 0 0 0 0,1-1 0 0 0,0 0 0 0 0,0 0 0 0 0,0 0-1 0 0,0 0 1 0 0,0 0 0 0 0,0 0 0 0 0,0-1 0 0 0,0 0 0 0 0,0 1 0 0 0,0-1-1 0 0,0 0 1 0 0,5-1 0 0 0,-1 0 88 0 0,0-1 0 0 0,1 0 0 0 0,-1 0-1 0 0,0 0 1 0 0,-1-1 0 0 0,1 0 0 0 0,0 0-1 0 0,-1-1 1 0 0,1 0 0 0 0,-1 0 0 0 0,0 0-1 0 0,-1-1 1 0 0,6-5 0 0 0,6-8 256 0 0,-1 0 0 0 0,21-34 1 0 0,15-17-253 0 0,-51 68-90 0 0,0 0 0 0 0,-1 0 1 0 0,1 0-1 0 0,0 0 1 0 0,0 1-1 0 0,0-1 1 0 0,0 0-1 0 0,0 0 1 0 0,0 0-1 0 0,0 1 1 0 0,0-1-1 0 0,0 1 1 0 0,0-1-1 0 0,0 1 1 0 0,0-1-1 0 0,1 1 1 0 0,-1-1-1 0 0,0 1 1 0 0,0 0-1 0 0,0 0 1 0 0,1 0-1 0 0,-1 0 0 0 0,0 0 1 0 0,0 0-1 0 0,0 0 1 0 0,1 0-1 0 0,-1 0 1 0 0,0 0-1 0 0,0 1 1 0 0,1-1-1 0 0,0 1 1 0 0,0 1-4 0 0,0-1 1 0 0,0 1 0 0 0,0 0 0 0 0,-1-1-1 0 0,1 1 1 0 0,-1 0 0 0 0,1 0-1 0 0,-1 0 1 0 0,0 0 0 0 0,0 0 0 0 0,0 1-1 0 0,0-1 1 0 0,0 0 0 0 0,0 0-1 0 0,0 4 1 0 0,8 34 0 0 0,-4-16 0 0 0,10 29 0 0 0,-13-46 0 0 0,1 0 0 0 0,0 0 0 0 0,1 0 0 0 0,-1-1 0 0 0,1 1 0 0 0,1-1 0 0 0,-1 0 0 0 0,8 7 0 0 0,-10-10 2 0 0,1 0 0 0 0,1 0 1 0 0,-1 0-1 0 0,0-1 0 0 0,1 0 0 0 0,-1 0 0 0 0,1 1 0 0 0,0-2 0 0 0,-1 1 1 0 0,1 0-1 0 0,0-1 0 0 0,0 0 0 0 0,0 0 0 0 0,0 0 0 0 0,0 0 0 0 0,1-1 0 0 0,-1 0 1 0 0,0 0-1 0 0,0 0 0 0 0,0 0 0 0 0,0 0 0 0 0,0-1 0 0 0,1 0 0 0 0,6-2 1 0 0,-1-1 17 0 0,-1 1 1 0 0,0-2 0 0 0,0 1 0 0 0,0-1-1 0 0,0 0 1 0 0,-1-1 0 0 0,0 0-1 0 0,0-1 1 0 0,-1 1 0 0 0,10-12 0 0 0,-1-1 39 0 0,-2 0 0 0 0,-1-1 1 0 0,14-26-1 0 0,-22 36-2 0 0,1 1 0 0 0,0 0 0 0 0,8-10-1 0 0,-12 17-41 0 0,0 0 0 0 0,0 0 0 0 0,0 0-1 0 0,0 0 1 0 0,0 0 0 0 0,1 0-1 0 0,-1 0 1 0 0,1 1 0 0 0,-1 0 0 0 0,1-1-1 0 0,0 1 1 0 0,-1 0 0 0 0,1 0-1 0 0,0 0 1 0 0,0 0 0 0 0,5 0 0 0 0,-7 1-9 0 0,1 0 1 0 0,-1 1 0 0 0,1-1 0 0 0,-1 0-1 0 0,1 1 1 0 0,-1-1 0 0 0,1 1 0 0 0,-1 0-1 0 0,0-1 1 0 0,1 1 0 0 0,-1 0 0 0 0,0 0 0 0 0,1 0-1 0 0,-1 0 1 0 0,0 0 0 0 0,0 0 0 0 0,0 0-1 0 0,0 1 1 0 0,0-1 0 0 0,1 2 0 0 0,2 4 4 0 0,1 1 0 0 0,4 12 0 0 0,0-2-17 0 0,-7-12 12 0 0,2-1 0 0 0,-1 1 0 0 0,1-1-1 0 0,0 0 1 0 0,0 0 0 0 0,0 0 0 0 0,1-1-1 0 0,0 0 1 0 0,0 1 0 0 0,0-1 0 0 0,0-1 0 0 0,0 1-1 0 0,1-1 1 0 0,0 0 0 0 0,-1 0 0 0 0,1-1 0 0 0,1 0-1 0 0,-1 0 1 0 0,0 0 0 0 0,0-1 0 0 0,10 1 0 0 0,-4-1 54 0 0,-1 0 1 0 0,1-1-1 0 0,0-1 1 0 0,0 0-1 0 0,-1 0 1 0 0,1-1-1 0 0,-1-1 1 0 0,1 0-1 0 0,-1 0 1 0 0,18-9-1 0 0,-15 5-16 0 0,-1-1 0 0 0,0 0-1 0 0,0-1 1 0 0,-1 0 0 0 0,0-1 0 0 0,-1 0-1 0 0,18-22 1 0 0,-22 26-44 0 0,-7 6-1 0 0,1-1 0 0 0,0 1 1 0 0,0-1-1 0 0,0 0 1 0 0,-1 1-1 0 0,1-1 0 0 0,0 1 1 0 0,-1-1-1 0 0,1 0 1 0 0,0 0-1 0 0,-1 1 0 0 0,1-1 1 0 0,-1 0-1 0 0,1 0 1 0 0,-1 0-1 0 0,0 0 0 0 0,1 0 1 0 0,-1 0-1 0 0,0 1 0 0 0,0-1 1 0 0,1 0-1 0 0,-1 0 1 0 0,0 0-1 0 0,0 0 0 0 0,0-1 1 0 0,-1 1 0 0 0,1 1 1 0 0,0-1 0 0 0,0 0-1 0 0,-1 1 1 0 0,1-1 0 0 0,0 1-1 0 0,0-1 1 0 0,0 0-1 0 0,-1 1 1 0 0,1-1 0 0 0,0 0-1 0 0,0 1 1 0 0,0-1 0 0 0,0 0-1 0 0,0 0 1 0 0,0 1-1 0 0,1-1 1 0 0,-1 0 0 0 0,0 1-1 0 0,0-2 1 0 0,13-5 17 0 0,-12 7-19 0 0,7-3 0 0 0,-1 0 0 0 0,1 0 0 0 0,-1 1 0 0 0,1 1 0 0 0,0-1 0 0 0,9 0 0 0 0,-13 2 0 0 0,0 0 0 0 0,-1 1 0 0 0,1-1 0 0 0,0 1 0 0 0,0 0 0 0 0,-1 0 0 0 0,1 0 0 0 0,0 0 0 0 0,-1 0 0 0 0,1 1 0 0 0,-1 0 0 0 0,0 0 0 0 0,1 0 0 0 0,4 4 0 0 0,-6-5 0 0 0,-1 0 0 0 0,1 1 0 0 0,0-1 0 0 0,0 1 0 0 0,-1 0 0 0 0,1-1 0 0 0,-1 1 0 0 0,0 0 0 0 0,1 0 0 0 0,-1 0 0 0 0,0 0 0 0 0,0 0 0 0 0,0 0 0 0 0,0 0 0 0 0,1 4 0 0 0,-2-4 0 0 0,1-1 0 0 0,0 1 0 0 0,0-1-1 0 0,0 1 1 0 0,0-1 0 0 0,0 1 0 0 0,0-1 0 0 0,1 0-1 0 0,-1 0 1 0 0,0 0 0 0 0,1 1 0 0 0,1 0 0 0 0,23 13 2 0 0,-11-7 10 0 0,10 11 76 0 0,-17-13-19 0 0,0 0 0 0 0,1-1 0 0 0,17 9 0 0 0,-6-7-1777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35.5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84 227 3223 0 0,'-2'0'348'0'0,"-1"0"0"0"0,1 0 0 0 0,0-1-1 0 0,0 1 1 0 0,0 0 0 0 0,0-1 0 0 0,0 1-1 0 0,0-1 1 0 0,0 0 0 0 0,0 0 0 0 0,0 0-1 0 0,0 0 1 0 0,0 0 0 0 0,-3-2-1 0 0,2 0 314 0 0,0-1 0 0 0,0 1 0 0 0,0-1 0 0 0,0 0 0 0 0,-2-4 0 0 0,-4-6 244 0 0,6 11-809 0 0,1-1 1 0 0,-1 1-1 0 0,1-1 0 0 0,1 0 0 0 0,-1 0 1 0 0,0 0-1 0 0,1 0 0 0 0,0 0 0 0 0,0 0 1 0 0,0 0-1 0 0,0 0 0 0 0,1 0 1 0 0,-1 0-1 0 0,1-1 0 0 0,0 1 0 0 0,1 0 1 0 0,-1 0-1 0 0,1 0 0 0 0,-1-1 0 0 0,1 1 1 0 0,1 0-1 0 0,-1 0 0 0 0,0 0 1 0 0,1 1-1 0 0,0-1 0 0 0,0 0 0 0 0,0 0 1 0 0,0 1-1 0 0,1-1 0 0 0,-1 1 0 0 0,1 0 1 0 0,0 0-1 0 0,5-4 0 0 0,-5 4-69 0 0,0 1 0 0 0,1 0 0 0 0,-1 1 0 0 0,1-1 0 0 0,-1 0 0 0 0,1 1 0 0 0,-1 0 0 0 0,1 0-1 0 0,0 0 1 0 0,-1 0 0 0 0,1 1 0 0 0,0-1 0 0 0,0 1 0 0 0,-1 0 0 0 0,1 0 0 0 0,0 1 0 0 0,0-1 0 0 0,5 2 0 0 0,5 1 148 0 0,1 1 1 0 0,-2 0 0 0 0,21 10 0 0 0,-20-7-99 0 0,-1 2 0 0 0,0-1 0 0 0,0 2 0 0 0,22 20 0 0 0,-23-18 4 0 0,1-1 0 0 0,1 0 0 0 0,-1-1 0 0 0,21 11 0 0 0,-29-19-36 0 0,0 0 0 0 0,0 0-1 0 0,-1-1 1 0 0,1 1 0 0 0,0-1 0 0 0,0 0 0 0 0,0-1 0 0 0,0 1 0 0 0,1-1 0 0 0,-1 0-1 0 0,0 0 1 0 0,0 0 0 0 0,0-1 0 0 0,0 0 0 0 0,0 0 0 0 0,0 0 0 0 0,0-1 0 0 0,8-3 0 0 0,-4 1 21 0 0,-1-1 1 0 0,0 0 0 0 0,0 0 0 0 0,0-1 0 0 0,0 0 0 0 0,-1 0 0 0 0,10-11-1 0 0,39-56 509 0 0,-45 58-550 0 0,-9 12-20 0 0,1-1-1 0 0,0 1 1 0 0,0 0-1 0 0,0 0 1 0 0,0 0 0 0 0,5-4-1 0 0,-7 7-3 0 0,-1-1 0 0 0,1 1-1 0 0,-1 0 1 0 0,1-1 0 0 0,0 1 0 0 0,0 0 0 0 0,-1-1-1 0 0,1 1 1 0 0,0 0 0 0 0,-1 0 0 0 0,1-1-1 0 0,0 1 1 0 0,0 0 0 0 0,-1 0 0 0 0,1 0-1 0 0,0 0 1 0 0,0 0 0 0 0,-1 0 0 0 0,1 0-1 0 0,0 1 1 0 0,0-1 0 0 0,-1 0 0 0 0,1 0-1 0 0,0 0 1 0 0,0 1 0 0 0,-1-1 0 0 0,1 0 0 0 0,0 1-1 0 0,-1-1 1 0 0,1 1 0 0 0,0-1 0 0 0,-1 1-1 0 0,1-1 1 0 0,-1 1 0 0 0,1-1 0 0 0,-1 1-1 0 0,1-1 1 0 0,-1 1 0 0 0,0 0 0 0 0,1-1-1 0 0,0 2 1 0 0,16 35 22 0 0,-12-26 0 0 0,0 0 0 0 0,9 14 0 0 0,-11-21-17 0 0,0 0 0 0 0,0-1 0 0 0,0 1 0 0 0,0-1 0 0 0,1 0 0 0 0,-1 0 0 0 0,1 0 0 0 0,0 0 0 0 0,6 3 0 0 0,-1-2 32 0 0,0 0 0 0 0,-1-1 0 0 0,1 0 1 0 0,0-1-1 0 0,1 0 0 0 0,-1-1 0 0 0,0 1 0 0 0,1-2 0 0 0,-1 1 0 0 0,0-2 0 0 0,1 1 0 0 0,-1-1 1 0 0,11-2-1 0 0,1-2 50 0 0,1-1 1 0 0,-2 0-1 0 0,1-1 1 0 0,30-16-1 0 0,-35 13-43 0 0,0 0 0 0 0,-1-1 0 0 0,28-24 0 0 0,3-4 39 0 0,-45 38-79 0 0,0 1 0 0 0,-1-1-1 0 0,1 1 1 0 0,0-1 0 0 0,0 1-1 0 0,0-1 1 0 0,0 1 0 0 0,0 0-1 0 0,0-1 1 0 0,0 1 0 0 0,0 0 0 0 0,0 0-1 0 0,0-1 1 0 0,0 1 0 0 0,0 0-1 0 0,0 0 1 0 0,0 0 0 0 0,0 0-1 0 0,0 1 1 0 0,0-1 0 0 0,0 0 0 0 0,0 0-1 0 0,0 1 1 0 0,0-1 0 0 0,0 0-1 0 0,0 1 1 0 0,0-1 0 0 0,-1 1-1 0 0,1-1 1 0 0,0 1 0 0 0,0-1 0 0 0,0 1-1 0 0,-1 0 1 0 0,2 1 0 0 0,3 3 52 0 0,-1 0 0 0 0,0 0-1 0 0,0 1 1 0 0,4 9 0 0 0,6 7 46 0 0,-10-18-95 0 0,1 1 0 0 0,0 0 0 0 0,0-1-1 0 0,1 0 1 0 0,-1 0 0 0 0,1-1 0 0 0,0 0 0 0 0,0 0-1 0 0,0 0 1 0 0,0 0 0 0 0,0-1 0 0 0,0 0 0 0 0,1-1-1 0 0,-1 1 1 0 0,1-1 0 0 0,0 0 0 0 0,8-1 0 0 0,3 0-5 0 0,-1 0 1 0 0,1-2 0 0 0,0 0-1 0 0,-1-2 1 0 0,23-6 0 0 0,-28 6 3 0 0,-2 0 0 0 0,1-1 0 0 0,0-1 0 0 0,-1 0 0 0 0,0 0 0 0 0,14-12 0 0 0,18-11 70 0 0,-40 28-73 0 0,0 0 0 0 0,-1 0 0 0 0,1 0-1 0 0,0 0 1 0 0,0 1 0 0 0,0-1-1 0 0,0 1 1 0 0,0-1 0 0 0,0 1 0 0 0,0 0-1 0 0,0 0 1 0 0,0 0 0 0 0,0 0-1 0 0,0 0 1 0 0,0 0 0 0 0,0 0-1 0 0,0 1 1 0 0,0-1 0 0 0,0 1 0 0 0,0 0-1 0 0,0-1 1 0 0,0 1 0 0 0,0 0-1 0 0,-1 0 1 0 0,4 2 0 0 0,3 3 5 0 0,-1 0 0 0 0,0 1 0 0 0,0-1 0 0 0,8 12-1 0 0,6 5 106 0 0,-10-12-86 0 0,2 0-1 0 0,-1-1 1 0 0,1-1-1 0 0,1 0 1 0 0,-1 0 0 0 0,21 7-1 0 0,-27-13-15 0 0,1 0 0 0 0,-1 0-1 0 0,1-1 1 0 0,0-1 0 0 0,0 1-1 0 0,0-1 1 0 0,0-1 0 0 0,0 0-1 0 0,0 0 1 0 0,0 0-1 0 0,0-1 1 0 0,0 0 0 0 0,0 0-1 0 0,11-4 1 0 0,-7 0-12 0 0,0 0 0 0 0,0 0 1 0 0,0-1-1 0 0,-1-1 0 0 0,18-13 0 0 0,-5 1-6 0 0,26-28-1 0 0,-46 43-16 0 0,0 0 0 0 0,0 0 0 0 0,1 1 0 0 0,-1 0-1 0 0,7-4 1 0 0,-10 7 23 0 0,-1-1-1 0 0,1 1 1 0 0,0-1-1 0 0,-1 1 1 0 0,1 0-1 0 0,0 0 1 0 0,0-1-1 0 0,-1 1 1 0 0,1 0-1 0 0,0 0 0 0 0,0 0 1 0 0,0 0-1 0 0,-1 0 1 0 0,1 0-1 0 0,0 0 1 0 0,0 0-1 0 0,0 0 1 0 0,-1 0-1 0 0,1 0 1 0 0,0 0-1 0 0,0 1 1 0 0,-1-1-1 0 0,1 0 0 0 0,0 1 1 0 0,0-1-1 0 0,-1 0 1 0 0,1 1-1 0 0,0-1 1 0 0,-1 1-1 0 0,1-1 1 0 0,-1 1-1 0 0,1-1 1 0 0,0 1-1 0 0,-1 0 1 0 0,1-1-1 0 0,-1 1 1 0 0,0 0-1 0 0,1-1 0 0 0,-1 1 1 0 0,0 0-1 0 0,1 0 1 0 0,-1-1-1 0 0,0 1 1 0 0,0 0-1 0 0,1 0 1 0 0,-1 0-1 0 0,3 8 0 0 0,0 1 1 0 0,0-1-1 0 0,1-1 0 0 0,0 1 0 0 0,1-1 0 0 0,5 9 1 0 0,-6-12 6 0 0,0 0 0 0 0,1-1 1 0 0,-1 1-1 0 0,1-1 0 0 0,0 0 1 0 0,0 0-1 0 0,0-1 0 0 0,0 0 0 0 0,1 1 1 0 0,8 2-1 0 0,-4-2-1 0 0,-1-1 0 0 0,1 0 0 0 0,0-1 0 0 0,0 0 0 0 0,0 0 0 0 0,0-1 0 0 0,0-1 0 0 0,1 0 0 0 0,-1 0 0 0 0,0-1 0 0 0,0 0 0 0 0,0 0 0 0 0,0-2-1 0 0,13-3 1 0 0,-8 1-16 0 0,-1-1-1 0 0,0-1 0 0 0,0 0 0 0 0,0 0 0 0 0,-1-1 1 0 0,-1-1-1 0 0,1-1 0 0 0,20-19 0 0 0,-30 25 24 0 0,1 1 0 0 0,0-1 0 0 0,0 1 0 0 0,0 0 0 0 0,0 0 0 0 0,1 0 0 0 0,5-3 0 0 0,-9 6-13 0 0,0 0 1 0 0,-1 0-1 0 0,1 0 1 0 0,0 0-1 0 0,0 0 0 0 0,-1 0 1 0 0,1 0-1 0 0,0 1 0 0 0,-1-1 1 0 0,1 0-1 0 0,0 0 0 0 0,-1 1 1 0 0,1-1-1 0 0,0 0 0 0 0,-1 0 1 0 0,1 1-1 0 0,-1-1 0 0 0,1 1 1 0 0,0-1-1 0 0,-1 1 0 0 0,1-1 1 0 0,-1 1-1 0 0,0-1 0 0 0,1 1 1 0 0,-1-1-1 0 0,1 1 0 0 0,-1 0 1 0 0,13 22-40 0 0,-8-14 18 0 0,0-1 28 0 0,0-1 0 0 0,1 0 0 0 0,-1 1 0 0 0,2-2 0 0 0,-1 1-1 0 0,1-1 1 0 0,13 10 0 0 0,-15-13 20 0 0,0 0 0 0 0,1 0 0 0 0,-1 0 0 0 0,1-1 0 0 0,-1 0 0 0 0,1 0 0 0 0,0 0 0 0 0,0 0-1 0 0,0-1 1 0 0,0 0 0 0 0,0-1 0 0 0,11 1 0 0 0,13-5 17 0 0,0 0 1 0 0,0-2-1 0 0,0-1 0 0 0,31-13 1 0 0,6 0-5 0 0,-60 18-9 0 0,-1 1 0 0 0,1 0 0 0 0,0 0 0 0 0,-1 1 0 0 0,1 0 0 0 0,0 0 0 0 0,0 1 0 0 0,-1 0-1 0 0,1 0 1 0 0,0 0 0 0 0,-1 1 0 0 0,1 0 0 0 0,-1 0 0 0 0,0 1 0 0 0,0-1 0 0 0,1 1 0 0 0,6 5 0 0 0,-4-3 20 0 0,0-1 1 0 0,0 0-1 0 0,1-1 1 0 0,-1 0-1 0 0,1 0 0 0 0,0-1 1 0 0,0 0-1 0 0,0-1 1 0 0,0 0-1 0 0,0-1 1 0 0,0 0-1 0 0,0 0 1 0 0,19-4-1 0 0,4-3-41 0 0,0-2 0 0 0,55-22 0 0 0,-32 11-9 0 0,-52 19 0 0 0,0 1 0 0 0,1 0 0 0 0,-1 0 0 0 0,0 0 0 0 0,0 0 1 0 0,1 1-1 0 0,3 1 0 0 0,10 1-14 0 0,2 0-42 0 0,-1 1 1 0 0,0 0-1 0 0,34 14 0 0 0,-34-10 7 0 0,0-2 0 0 0,1 0 0 0 0,31 4 0 0 0,-40-9 81 0 0,1 0 0 0 0,-1-1 0 0 0,1 0 0 0 0,-1-1 0 0 0,0 0 0 0 0,1-1 0 0 0,-1 0 0 0 0,0-1-1 0 0,0 0 1 0 0,0-1 0 0 0,-1 0 0 0 0,1-1 0 0 0,-1 0 0 0 0,0-1 0 0 0,0 0 0 0 0,-1 0 0 0 0,14-12 0 0 0,-20 15-190 0 0,2-2 151 0 0,0 1 0 0 0,0 0 0 0 0,0 0 0 0 0,0 0 0 0 0,7-3 0 0 0,-10 6-5 0 0,-1 1 1 0 0,1-1-1 0 0,-1 1 1 0 0,1-1 0 0 0,-1 1-1 0 0,1 0 1 0 0,0 0-1 0 0,-1-1 1 0 0,1 1-1 0 0,-1 0 1 0 0,1 0-1 0 0,-1 1 1 0 0,1-1-1 0 0,0 0 1 0 0,-1 0-1 0 0,1 1 1 0 0,-1-1 0 0 0,1 1-1 0 0,-1-1 1 0 0,0 1-1 0 0,1 0 1 0 0,-1 0-1 0 0,0 0 1 0 0,1-1-1 0 0,-1 1 1 0 0,2 2-1 0 0,7 6 3 0 0,1-1-1 0 0,0 0 0 0 0,0 0 1 0 0,14 6-1 0 0,-17-10 31 0 0,0-1-1 0 0,0 0 1 0 0,0 0-1 0 0,1-1 1 0 0,-1 0-1 0 0,1-1 1 0 0,13 1-1 0 0,-3-1-20 0 0,1-1 0 0 0,-1-1 0 0 0,0-1 0 0 0,0-1 0 0 0,0 0 0 0 0,31-10 0 0 0,-39 9-5 0 0,25-8-43 0 0,0-2 0 0 0,44-24 0 0 0,-69 31 48 0 0,-6 4 0 0 0,-1 0 0 0 0,1 0 0 0 0,0 1 0 0 0,0 0 0 0 0,0-1 0 0 0,0 2 0 0 0,0-1 0 0 0,8-1 0 0 0,-10 3 0 0 0,-1 0 0 0 0,0 1 0 0 0,1-1 0 0 0,-1 1 0 0 0,1 0 0 0 0,-1-1 0 0 0,0 1 0 0 0,0 0 0 0 0,1 1 0 0 0,2 1 0 0 0,23 18 0 0 0,-13-8 0 0 0,-3-5 12 0 0,0-1 0 0 0,0 0 0 0 0,1-1 0 0 0,0 0 1 0 0,1-1-1 0 0,-1 0 0 0 0,1-1 0 0 0,0-1 0 0 0,0 0 0 0 0,0-1 0 0 0,0 0 0 0 0,1-1 0 0 0,-1-1 0 0 0,15-1 0 0 0,-12 0-109 0 0,3 0-654 0 0,26 1-1 0 0,-37 2-7621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52.5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1855 0 0,'3'0'160'0'0,"-1"0"-160"0"0,-1 0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0.1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122 163 2879 0 0,'1'-5'-45'0'0,"7"-22"1331"0"0,12-30 0 0 0,-17 50-708 0 0,1 0 0 0 0,0 0 0 0 0,0 0 0 0 0,1 0 0 0 0,-1 1 0 0 0,1 0 0 0 0,1 0 1 0 0,6-7-1 0 0,-11 13-489 0 0,0-1 1 0 0,-1 0 0 0 0,1 1 0 0 0,0-1 0 0 0,0 1-1 0 0,-1-1 1 0 0,1 1 0 0 0,0-1 0 0 0,0 1 0 0 0,0-1-1 0 0,0 1 1 0 0,0 0 0 0 0,0-1 0 0 0,0 1 0 0 0,1 0-1 0 0,-1 0-39 0 0,-1 0 1 0 0,1 0-1 0 0,-1 0 0 0 0,0 0 0 0 0,1 1 0 0 0,-1-1 0 0 0,0 0 1 0 0,1 0-1 0 0,-1 0 0 0 0,0 1 0 0 0,0-1 0 0 0,1 0 0 0 0,-1 0 0 0 0,0 1 1 0 0,0-1-1 0 0,1 0 0 0 0,-1 1 0 0 0,0-1 0 0 0,0 0 0 0 0,1 1 1 0 0,-1-1-1 0 0,0 0 0 0 0,0 1 0 0 0,0-1 0 0 0,0 0 0 0 0,0 1 1 0 0,1 2 75 0 0,-1 0 0 0 0,0-1 0 0 0,0 1 0 0 0,0 0 0 0 0,0-1 0 0 0,0 1 0 0 0,-1 0 0 0 0,1-1 1 0 0,-2 5-1 0 0,-14 39 755 0 0,-34 112 24 0 0,-72 214 415 0 0,116-357-1320 0 0,2-6 0 0 0,0 0 0 0 0,0 0 0 0 0,1 1 0 0 0,1-1 0 0 0,0 1 0 0 0,-2 18 0 0 0,4-28 0 0 0,0 0 0 0 0,0 0 0 0 0,0 0 0 0 0,0 0 0 0 0,0 1 0 0 0,-1-1 0 0 0,1 0 0 0 0,0 0 0 0 0,0 0 0 0 0,0 0 0 0 0,0 1 0 0 0,0-1 0 0 0,1 0 0 0 0,-1 0 0 0 0,0 0 0 0 0,0 0 0 0 0,0 1 0 0 0,0-1 0 0 0,0 0 0 0 0,0 0 0 0 0,0 0 0 0 0,0 0 0 0 0,0 0 0 0 0,0 1 0 0 0,0-1 0 0 0,0 0 0 0 0,1 0 0 0 0,-1 0 0 0 0,0 0 0 0 0,0 0 0 0 0,0 0 0 0 0,0 0 0 0 0,0 1 0 0 0,0-1 0 0 0,1 0 0 0 0,-1 0 0 0 0,0 0 0 0 0,0 0 0 0 0,0 0 0 0 0,0 0 0 0 0,1 0 0 0 0,-1 0 0 0 0,7-5 0 0 0,5-11 0 0 0,8-23 14 0 0,-2 0 0 0 0,20-65 0 0 0,7-16 8 0 0,-33 91 58 0 0,2 0 0 0 0,2 1 0 0 0,0 0 0 0 0,2 2 0 0 0,26-32 0 0 0,-42 56-47 0 0,0 0 0 0 0,0 0 1 0 0,0 0-1 0 0,0 1 0 0 0,0-1 0 0 0,1 1 0 0 0,-1 0 0 0 0,5-3 0 0 0,-6 4-27 0 0,-1 0-1 0 0,1 0 0 0 0,-1 0 0 0 0,1-1 1 0 0,-1 1-1 0 0,1 0 0 0 0,0 0 1 0 0,-1 0-1 0 0,1 0 0 0 0,-1 0 0 0 0,1 0 1 0 0,0 0-1 0 0,-1 0 0 0 0,1 1 1 0 0,-1-1-1 0 0,1 0 0 0 0,-1 0 0 0 0,1 0 1 0 0,-1 0-1 0 0,1 1 0 0 0,-1-1 1 0 0,1 0-1 0 0,-1 1 0 0 0,1-1 0 0 0,-1 0 1 0 0,1 1-1 0 0,-1-1 0 0 0,1 1 1 0 0,-1-1-1 0 0,0 1 0 0 0,1-1 0 0 0,-1 1 1 0 0,0-1-1 0 0,1 1 0 0 0,-1-1 1 0 0,0 1-1 0 0,0-1 0 0 0,0 1 0 0 0,1-1 1 0 0,-1 1-1 0 0,0-1 0 0 0,0 1 1 0 0,0 0-1 0 0,0 0 0 0 0,1 6-5 0 0,-1 0 0 0 0,0-1 0 0 0,0 1 0 0 0,-1 0 0 0 0,0 0 0 0 0,0 0 0 0 0,0-1 0 0 0,-1 1 0 0 0,0-1 0 0 0,0 1 0 0 0,-6 11 0 0 0,-1 0 0 0 0,-1-1 0 0 0,-22 29 0 0 0,20-31 7 0 0,-1 0 0 0 0,0-2 0 0 0,-27 22 0 0 0,-50 29 28 0 0,70-51-34 0 0,20-13 0 0 0,0 0 0 0 0,0 0 0 0 0,0 0 1 0 0,0 0-1 0 0,0 0 0 0 0,0 0 0 0 0,0 0 0 0 0,0 0 0 0 0,0 0 0 0 0,0 0 0 0 0,1 0 0 0 0,-1 0 0 0 0,0 0 1 0 0,0 0-1 0 0,0 1 0 0 0,0-1 0 0 0,0 0 0 0 0,0 0 0 0 0,0 0 0 0 0,0 0 0 0 0,0 0 0 0 0,0 0 0 0 0,0 0 0 0 0,0 0 1 0 0,0 0-1 0 0,0 0 0 0 0,0 0 0 0 0,0 0 0 0 0,0 0 0 0 0,0 1 0 0 0,0-1 0 0 0,0 0 0 0 0,0 0 0 0 0,0 0 0 0 0,0 0 1 0 0,0 0-1 0 0,0 0 0 0 0,0 0 0 0 0,0 0 0 0 0,0 0 0 0 0,0 0 0 0 0,0 0 0 0 0,0 0 0 0 0,0 1 0 0 0,0-1 1 0 0,0 0-1 0 0,0 0 0 0 0,0 0 0 0 0,0 0 0 0 0,0 0 0 0 0,0 0 0 0 0,0 0 0 0 0,-1 0 0 0 0,1 0 0 0 0,14-1 9 0 0,17-5-16 0 0,-22 4 6 0 0,1 0 0 0 0,-1 1 0 0 0,0 0 0 0 0,0 0 0 0 0,1 1 0 0 0,-1 1 0 0 0,0-1 0 0 0,0 1 0 0 0,1 1 0 0 0,-1 0 0 0 0,0 0 0 0 0,0 1 0 0 0,16 7 0 0 0,-11-3 0 0 0,-1 0 0 0 0,0 1 0 0 0,0 1 0 0 0,-1 0 0 0 0,0 1 0 0 0,0 0 0 0 0,16 20 0 0 0,-22-23 1 0 0,0 0-1 0 0,0-1 1 0 0,1 0 0 0 0,0 0-1 0 0,0-1 1 0 0,0 0 0 0 0,13 7-1 0 0,-16-10 52 0 0,-1-1 0 0 0,1 0-1 0 0,0 1 1 0 0,0-1 0 0 0,0-1 0 0 0,0 1-1 0 0,0-1 1 0 0,0 1 0 0 0,1-1 0 0 0,-1 0-1 0 0,0 0 1 0 0,0-1 0 0 0,0 0-1 0 0,0 1 1 0 0,0-1 0 0 0,0 0 0 0 0,0-1-1 0 0,6-2 1 0 0,-5 2 11 0 0,-1 0 0 0 0,0 0 0 0 0,0 0 0 0 0,0-1 0 0 0,0 1 0 0 0,0-1-1 0 0,0 0 1 0 0,-1 0 0 0 0,1-1 0 0 0,-1 1 0 0 0,0-1 0 0 0,0 1 0 0 0,0-1 0 0 0,-1 0 0 0 0,1 0-1 0 0,-1 0 1 0 0,3-9 0 0 0,0-1-99 0 0,-4 10-55 0 0,0-1 0 0 0,0 1 0 0 0,1-1-1 0 0,0 1 1 0 0,0 0 0 0 0,0-1-1 0 0,1 1 1 0 0,3-4 0 0 0,0 1-932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00.4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35 1375 0 0,'0'-1'-54'0'0,"0"0"224"0"0,0 0 1 0 0,0 1 0 0 0,0-1-1 0 0,0 0 1 0 0,0 0-1 0 0,0 0 1 0 0,0 1-1 0 0,0-1 1 0 0,0 0-1 0 0,0 0 1 0 0,0 1 0 0 0,0-1-1 0 0,0 0 1 0 0,0 0-1 0 0,1 1 1 0 0,-1-1-1 0 0,0 0 1 0 0,1 0-1 0 0,-1 1 1 0 0,0-1 0 0 0,1 0-1 0 0,-1 1 1 0 0,1-1-1 0 0,-1 1 1 0 0,1-1-1 0 0,0 1 1 0 0,-1-1-1 0 0,1 1 1 0 0,-1-1 0 0 0,1 1-1 0 0,0-1 1 0 0,-1 1-1 0 0,1 0 1 0 0,0-1-1 0 0,0 1 1 0 0,-1 0-1 0 0,2-1 1 0 0,9-1 772 0 0,1-1-1 0 0,-1 1 1 0 0,1 1 0 0 0,-1 0 0 0 0,1 1-1 0 0,0 0 1 0 0,18 3 0 0 0,-5-1-264 0 0,36 2-788 0 0,-47-3-54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3:39.8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3 322 1839 0 0,'-3'-29'2492'0'0,"5"18"-1865"0"0,0 1 0 0 0,0 0 0 0 0,1 0 0 0 0,0 0 1 0 0,1 0-1 0 0,0 1 0 0 0,1-1 0 0 0,0 1 0 0 0,0 0 0 0 0,1 1 0 0 0,0-1 0 0 0,11-11 0 0 0,-2 5-308 0 0,0 0 0 0 0,1 1 0 0 0,1 0 0 0 0,0 2 0 0 0,21-13 0 0 0,-31 21-197 0 0,1 0 1 0 0,-1 0-1 0 0,1 1 1 0 0,0 0-1 0 0,-1 0 1 0 0,1 1-1 0 0,17-3 1 0 0,-23 5-97 0 0,1 0 1 0 0,-1 0-1 0 0,1 0 0 0 0,-1 0 0 0 0,1 0 1 0 0,-1 1-1 0 0,1-1 0 0 0,-1 1 0 0 0,1-1 1 0 0,-1 1-1 0 0,0 0 0 0 0,1 0 0 0 0,-1 0 1 0 0,0 0-1 0 0,0 0 0 0 0,0 1 1 0 0,0-1-1 0 0,0 1 0 0 0,0 0 0 0 0,0-1 1 0 0,0 1-1 0 0,-1 0 0 0 0,1 0 0 0 0,0 0 1 0 0,-1 0-1 0 0,0 0 0 0 0,0 0 0 0 0,1 0 1 0 0,-1 1-1 0 0,1 3 0 0 0,1 5-17 0 0,0 1 0 0 0,-1-1-1 0 0,0 1 1 0 0,-1 0 0 0 0,0-1-1 0 0,0 1 1 0 0,-2 0 0 0 0,-2 20 0 0 0,-2 2-13 0 0,-18 56 1 0 0,-36 71 3 0 0,24-73 0 0 0,32-82 11 0 0,1 1 0 0 0,0 0-1 0 0,0 0 1 0 0,1 1 0 0 0,-2 11-1 0 0,17-42-10 0 0,202-340 1112 0 0,-70 154-258 0 0,-121 179-765 0 0,-23 28-62 0 0,-2 4-3 0 0,-12 16-2 0 0,-19 28 32 0 0,-47 95 0 0 0,66-114-32 0 0,1 1 0 0 0,1 0 0 0 0,1 1 0 0 0,1 0 0 0 0,-4 36 0 0 0,12-58 24 0 0,-1 0-1 0 0,1 0 1 0 0,0-1 0 0 0,1 1-1 0 0,-1 0 1 0 0,1 0 0 0 0,1-1-1 0 0,-1 1 1 0 0,1-1 0 0 0,1 1-1 0 0,-1-1 1 0 0,1 0 0 0 0,4 8-1 0 0,-4-10 40 0 0,0 0 0 0 0,0 0 0 0 0,0 0 0 0 0,0-1 0 0 0,1 1 0 0 0,-1-1 0 0 0,1 0 0 0 0,0 0 0 0 0,0-1 0 0 0,0 1 0 0 0,0-1 0 0 0,0 1 0 0 0,1-1 0 0 0,-1-1 0 0 0,1 1 0 0 0,-1-1 0 0 0,1 1 0 0 0,0-1 0 0 0,7 0 0 0 0,6 0-18 0 0,0-1 1 0 0,0-1-1 0 0,0 0 0 0 0,0-1 1 0 0,-1-1-1 0 0,1-1 1 0 0,-1-1-1 0 0,31-11 1 0 0,-40 12-1595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3:40.0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1 100 7367 0 0,'0'-1'48'0'0,"0"1"0"0"0,0-1 0 0 0,0 1 0 0 0,0-1 0 0 0,0 1 0 0 0,0-1 0 0 0,-1 1 0 0 0,1-1 0 0 0,0 1-1 0 0,0-1 1 0 0,1 1 0 0 0,-1-1 0 0 0,0 1 0 0 0,0-1 0 0 0,0 1 0 0 0,0-1 0 0 0,0 1 0 0 0,0-1 0 0 0,1 1 0 0 0,-1-1-1 0 0,0 1 1 0 0,0 0 0 0 0,1-1 0 0 0,-1 1 0 0 0,0-1 0 0 0,1 1 0 0 0,-1 0 0 0 0,0-1 0 0 0,1 1 0 0 0,-1 0-1 0 0,1-1 1 0 0,-1 1 0 0 0,19-2 2935 0 0,-9 1-2129 0 0,86-10 2990 0 0,49-19-2193 0 0,-40 7-1412 0 0,-61 15-1471 0 0,-1-1-4928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3:40.3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198 109 3679 0 0,'11'-24'9'0'0,"7"-13"1743"0"0,-16 31-694 0 0,0 0 0 0 0,0 1 1 0 0,-1-1-1 0 0,2-8 0 0 0,-3 13-957 0 0,0 1 1 0 0,0 0-1 0 0,0 0 0 0 0,0-1 0 0 0,0 1 0 0 0,0 0 0 0 0,0-1 0 0 0,1 1 0 0 0,-1 0 1 0 0,0-1-1 0 0,0 1 0 0 0,0 0 0 0 0,0-1 0 0 0,0 1 0 0 0,-1 0 0 0 0,1-1 1 0 0,0 1-1 0 0,0 0 0 0 0,0 0 0 0 0,0-1 0 0 0,0 1 0 0 0,0 0 0 0 0,0-1 0 0 0,-1 1 1 0 0,1 0-1 0 0,0 0 0 0 0,0-1 0 0 0,0 1 0 0 0,-1 0 0 0 0,1 0 0 0 0,0 0 0 0 0,0-1 1 0 0,-1 1-1 0 0,1 0 0 0 0,0 0 0 0 0,0 0 0 0 0,-1 0 0 0 0,0-1 0 0 0,0 1 54 0 0,0 1-1 0 0,0-1 1 0 0,0 0-1 0 0,0 1 0 0 0,0-1 1 0 0,0 1-1 0 0,0-1 1 0 0,1 1-1 0 0,-1 0 0 0 0,0-1 1 0 0,-1 2-1 0 0,-22 23 1412 0 0,-10 19-590 0 0,3 2 1 0 0,-33 61-1 0 0,61-100-911 0 0,-39 74 429 0 0,38-72-437 0 0,0 0 0 0 0,1 0 0 0 0,0 1 0 0 0,1-1 0 0 0,0 1 0 0 0,1 0 0 0 0,-1 10 0 0 0,2-18-50 0 0,0 1 1 0 0,0-1 0 0 0,0 1-1 0 0,0-1 1 0 0,1 0-1 0 0,-1 0 1 0 0,1 1 0 0 0,-1-1-1 0 0,1 0 1 0 0,0 0-1 0 0,0 1 1 0 0,0-1 0 0 0,0 0-1 0 0,0 0 1 0 0,1 0-1 0 0,-1 0 1 0 0,0-1-1 0 0,1 1 1 0 0,0 0 0 0 0,-1 0-1 0 0,1-1 1 0 0,0 1-1 0 0,0-1 1 0 0,0 0 0 0 0,0 1-1 0 0,0-1 1 0 0,0 0-1 0 0,0 0 1 0 0,0 0 0 0 0,0-1-1 0 0,1 1 1 0 0,-1-1-1 0 0,0 1 1 0 0,4 0 0 0 0,7 0-289 0 0,0-1 0 0 0,0 0 1 0 0,0 0-1 0 0,0-1 1 0 0,13-4-1 0 0,-4 2-1165 0 0,0 1 335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3:40.6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0 339 5063 0 0,'0'-3'234'0'0,"0"0"0"0"0,0 0-1 0 0,1 0 1 0 0,-1 0 0 0 0,1 1-1 0 0,0-1 1 0 0,-1 0 0 0 0,1 0-1 0 0,0 1 1 0 0,1-1 0 0 0,-1 1-1 0 0,3-5 1 0 0,1-5 916 0 0,49-105 7675 0 0,10-24-4491 0 0,-63 137-4254 0 0,0 1-47 0 0,-1 1 1 0 0,1 0 0 0 0,0 0-1 0 0,0 0 1 0 0,0 0-1 0 0,0 0 1 0 0,0 0 0 0 0,0 0-1 0 0,3-4 1 0 0,-4 6-31 0 0,1 0 0 0 0,-1 0-1 0 0,0 0 1 0 0,0 0 0 0 0,0 0 0 0 0,0 0 0 0 0,1 0 0 0 0,-1 0-1 0 0,0 1 1 0 0,0-1 0 0 0,0 0 0 0 0,1 0 0 0 0,-1 0 0 0 0,0 0 0 0 0,0 0-1 0 0,0 0 1 0 0,0 0 0 0 0,0 0 0 0 0,1 0 0 0 0,-1 0 0 0 0,0 1 0 0 0,0-1-1 0 0,0 0 1 0 0,0 0 0 0 0,0 0 0 0 0,0 0 0 0 0,1 0 0 0 0,-1 0-1 0 0,0 1 1 0 0,0-1 0 0 0,0 0 0 0 0,0 0 0 0 0,1 2-2 0 0,-1 0 0 0 0,1-1 0 0 0,-1 1 0 0 0,1 0 0 0 0,-1 0 0 0 0,0-1 0 0 0,0 1 0 0 0,0 0 0 0 0,0 1 0 0 0,0 11 15 0 0,-2 1 1 0 0,0-1 0 0 0,0-1-1 0 0,-1 1 1 0 0,-8 21-1 0 0,-32 68 115 0 0,22-55-108 0 0,20-46-21 0 0,0 0-1 0 0,0 1 1 0 0,0-1-1 0 0,0 0 1 0 0,1 1-1 0 0,0-1 1 0 0,-1 1 0 0 0,1-1-1 0 0,0 1 1 0 0,0-1-1 0 0,1 5 1 0 0,-1-6-5 0 0,0 0 0 0 0,0 0 0 0 0,1 0 0 0 0,-1 0 0 0 0,1 0 0 0 0,-1 0 0 0 0,1 0 0 0 0,-1-1 1 0 0,1 1-1 0 0,-1 0 0 0 0,1 0 0 0 0,0-1 0 0 0,0 1 0 0 0,-1 0 0 0 0,1-1 0 0 0,0 1 0 0 0,0-1 0 0 0,0 1 0 0 0,-1-1 0 0 0,1 1 1 0 0,0-1-1 0 0,0 1 0 0 0,0-1 0 0 0,0 0 0 0 0,0 0 0 0 0,0 0 0 0 0,0 1 0 0 0,0-1 0 0 0,0 0 0 0 0,0 0 0 0 0,2 0 0 0 0,1 0-252 0 0,0-1-1 0 0,0 1 0 0 0,0 0 0 0 0,0-1 1 0 0,5-1-1 0 0,3-3-343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3:40.9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41 4607 0 0,'1'-3'187'0'0,"-1"2"-149"0"0,0 0 0 0 0,0 1 0 0 0,0-1 0 0 0,1 0 0 0 0,-1 0 0 0 0,0 1 0 0 0,1-1 0 0 0,-1 0 0 0 0,0 0 0 0 0,1 1 0 0 0,-1-1 0 0 0,1 0 0 0 0,-1 1 0 0 0,1-1 0 0 0,-1 1 0 0 0,1-1 0 0 0,0 1 0 0 0,-1-1 0 0 0,1 1-1 0 0,0-1 1 0 0,-1 1 0 0 0,1-1 0 0 0,0 1 0 0 0,0 0 0 0 0,-1-1 0 0 0,2 1 0 0 0,-1 0 197 0 0,0-1 0 0 0,1 1 0 0 0,-1-1 0 0 0,0 1 0 0 0,0-1 0 0 0,0 1-1 0 0,0-1 1 0 0,0 0 0 0 0,0 1 0 0 0,1-3 0 0 0,9-4 1397 0 0,-7 6-1196 0 0,0-1 1 0 0,0 1-1 0 0,-1 0 0 0 0,1 1 0 0 0,0-1 0 0 0,0 1 0 0 0,0 0 0 0 0,0 0 0 0 0,-1 0 0 0 0,1 0 0 0 0,0 1 0 0 0,0-1 1 0 0,0 1-1 0 0,0 0 0 0 0,5 2 0 0 0,-4 0-128 0 0,-1-1-1 0 0,1 1 1 0 0,-1 0 0 0 0,0 0 0 0 0,0 0 0 0 0,0 1 0 0 0,0-1-1 0 0,0 1 1 0 0,-1 0 0 0 0,5 6 0 0 0,-1 1-74 0 0,0 1 1 0 0,-1 0 0 0 0,0 0-1 0 0,-1 1 1 0 0,-1-1-1 0 0,0 1 1 0 0,0 0-1 0 0,2 17 1 0 0,-5-19-167 0 0,0 1 0 0 0,-1-1-1 0 0,0 0 1 0 0,-1 0 0 0 0,0 0 0 0 0,0 1 0 0 0,-1-1 0 0 0,-1 0-1 0 0,0-1 1 0 0,0 1 0 0 0,-1-1 0 0 0,-1 1 0 0 0,0-1 0 0 0,-6 10-1 0 0,-3 0 1 0 0,0 0-1 0 0,-1-2 0 0 0,-1 1 1 0 0,-1-2-1 0 0,-28 24 0 0 0,-8 6-23 0 0,29-23-140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42.9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66 71 1375 0 0,'0'-1'2'0'0,"0"0"0"0"0,0-1-1 0 0,1 1 1 0 0,-1 0 0 0 0,0 0-1 0 0,1 0 1 0 0,-1 0-1 0 0,1-1 1 0 0,-1 1 0 0 0,1 0-1 0 0,-1 0 1 0 0,1 0-1 0 0,0 0 1 0 0,-1 0 0 0 0,1 0-1 0 0,0 0 1 0 0,0 1-1 0 0,0-1 1 0 0,0 0 0 0 0,0 0-1 0 0,0 1 1 0 0,0-1-1 0 0,0 0 1 0 0,0 1 0 0 0,0-1-1 0 0,0 1 1 0 0,1 0-1 0 0,-1-1 1 0 0,0 1 0 0 0,0 0-1 0 0,0 0 1 0 0,1-1-1 0 0,-1 1 1 0 0,0 0 0 0 0,0 0-1 0 0,0 0 1 0 0,1 1-1 0 0,-1-1 1 0 0,0 0 0 0 0,0 0-1 0 0,0 1 1 0 0,1-1 0 0 0,-1 1-1 0 0,0-1 1 0 0,0 1-1 0 0,0-1 1 0 0,0 1 0 0 0,1 1-1 0 0,0-1 39 0 0,6 2 68 0 0,-7-4-108 0 0,0 1 0 0 0,0-1 1 0 0,0 1-1 0 0,0-1 1 0 0,0 1-1 0 0,0-1 1 0 0,0 1-1 0 0,0-1 1 0 0,0 0-1 0 0,0 1 1 0 0,0-1-1 0 0,1-2 0 0 0,4-3 92 0 0,-2 1 64 0 0,0 1 0 0 0,1 0 0 0 0,-1-1 1 0 0,1 1-1 0 0,0 1 0 0 0,0-1 1 0 0,10-4-1 0 0,-15 7-134 0 0,0 1 0 0 0,0 0 0 0 0,1 0 0 0 0,-1 0 0 0 0,0 0 0 0 0,0 0 0 0 0,0 0-1 0 0,0 0 1 0 0,0 0 0 0 0,0 0 0 0 0,1 0 0 0 0,-1 0 0 0 0,0 0 0 0 0,0 0 0 0 0,0 0 0 0 0,0 0 0 0 0,0 0 0 0 0,1 0 0 0 0,-1 0 0 0 0,0 0 0 0 0,0 0 0 0 0,0 0 0 0 0,0 0 0 0 0,0 0 0 0 0,1 0 0 0 0,-1 0 0 0 0,0 0 0 0 0,0 0 0 0 0,0 0 0 0 0,0 0 0 0 0,0 1 0 0 0,0-1 0 0 0,1 0 0 0 0,-1 0 0 0 0,0 0-1 0 0,0 0 1 0 0,0 0 0 0 0,0 0 0 0 0,0 0 0 0 0,0 1 0 0 0,0-1 0 0 0,0 0 0 0 0,0 0 0 0 0,0 1 109 0 0,0 0-1 0 0,0-1 1 0 0,-1 1-1 0 0,1 0 1 0 0,0-1-1 0 0,-1 1 1 0 0,1-1-1 0 0,-1 1 1 0 0,1 0-1 0 0,0-1 1 0 0,-1 1-1 0 0,1-1 1 0 0,-1 1-1 0 0,0-1 1 0 0,0 1-1 0 0,-14 13 1053 0 0,0 0-1 0 0,-24 31 0 0 0,26-23-534 0 0,1 1-1 0 0,1 0 1 0 0,-13 41 0 0 0,9-24-200 0 0,7-20-280 0 0,1-4 115 0 0,1 0 0 0 0,0 0 0 0 0,1 0 0 0 0,-4 27 0 0 0,9-38-208 0 0,0-1 0 0 0,-1 0 0 0 0,2 1 1 0 0,-1-1-1 0 0,0 1 0 0 0,1-1 0 0 0,0 0 1 0 0,0 1-1 0 0,0-1 0 0 0,0 0 0 0 0,1 0 0 0 0,0 0 1 0 0,-1 0-1 0 0,2 0 0 0 0,-1 0 0 0 0,0 0 1 0 0,1-1-1 0 0,0 1 0 0 0,-1-1 0 0 0,1 0 0 0 0,1 0 1 0 0,5 5-1 0 0,2-1-118 0 0,0 0 1 0 0,1-1-1 0 0,-1 0 1 0 0,2-1-1 0 0,-1 0 1 0 0,21 4-1 0 0,-14-3-3159 0 0,-8-3-2121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43.5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45 1839 0 0,'-9'-43'6776'0'0,"9"43"-6657"0"0,1 0 0 0 0,-1 0 0 0 0,0-1 0 0 0,1 1 0 0 0,-1 0 0 0 0,0 0 0 0 0,0 0 0 0 0,1 0 0 0 0,-1 0 0 0 0,0 0 0 0 0,1 0-1 0 0,-1 0 1 0 0,0 0 0 0 0,1 0 0 0 0,-1 0 0 0 0,0 0 0 0 0,1 0 0 0 0,-1 0 0 0 0,0 0 0 0 0,1 0 0 0 0,-1 1 0 0 0,0-1 0 0 0,1 0-1 0 0,-1 0 1 0 0,0 0 0 0 0,0 0 0 0 0,1 1 0 0 0,-1-1 0 0 0,0 0 0 0 0,0 0 0 0 0,1 0 0 0 0,-1 1 0 0 0,0-1 0 0 0,12 8 820 0 0,0 1-442 0 0,0 0 1 0 0,0 1-1 0 0,11 13 0 0 0,-20-19-459 0 0,0 0-1 0 0,0 1 0 0 0,0-1 0 0 0,0 1 0 0 0,-1 0 1 0 0,1 0-1 0 0,-1 0 0 0 0,-1 0 0 0 0,1 0 1 0 0,-1 0-1 0 0,0 1 0 0 0,1 6 0 0 0,-1 4 48 0 0,-1-1 0 0 0,0 1 0 0 0,-2 0-1 0 0,1-1 1 0 0,-6 19 0 0 0,0-6 51 0 0,-20 51-1 0 0,22-66-80 0 0,-13 21 1 0 0,4-16-4763 0 0,6-9-557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0.2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 39 1839 0 0,'-2'-17'491'0'0,"2"15"-287"0"0,0 1-1 0 0,0 0 1 0 0,0-1 0 0 0,0 1-1 0 0,0 0 1 0 0,0-1-1 0 0,0 1 1 0 0,-1 0-1 0 0,1-1 1 0 0,0 1-1 0 0,-1 0 1 0 0,1 0-1 0 0,-1-1 1 0 0,-1-1-1 0 0,4 6 1716 0 0,-2-2-1785 0 0,0-1-1 0 0,0 1 1 0 0,1-1 0 0 0,-1 1 0 0 0,0-1-1 0 0,0 1 1 0 0,1-1 0 0 0,-1 1-1 0 0,0-1 1 0 0,1 1 0 0 0,-1-1-1 0 0,1 0 1 0 0,-1 1 0 0 0,1-1-1 0 0,-1 1 1 0 0,1-1 0 0 0,-1 0 0 0 0,1 0-1 0 0,-1 1 1 0 0,1-1 0 0 0,0 0-1 0 0,1 2-121 0 0,0-1-7 0 0,0 0 0 0 0,0 0 0 0 0,0 0 0 0 0,0 1-1 0 0,0-1 1 0 0,0 1 0 0 0,-1-1 0 0 0,1 1 0 0 0,0 0-1 0 0,-1 0 1 0 0,1 0 0 0 0,-1 0 0 0 0,0 0 0 0 0,2 3-1 0 0,4 13 49 0 0,-1 0 0 0 0,0 1 0 0 0,-2-1 0 0 0,0 1 1 0 0,-1 0-1 0 0,-1 1 0 0 0,0-1 0 0 0,-2 25 0 0 0,-3 1 460 0 0,-13 78 0 0 0,16-122-499 0 0,-1 0 0 0 0,1 0-1 0 0,0 0 1 0 0,0-1-1 0 0,-1 1 1 0 0,1 0-1 0 0,0 0 1 0 0,-1 0 0 0 0,1 0-1 0 0,-1 0 1 0 0,1-1-1 0 0,-1 1 1 0 0,1 0 0 0 0,-1 0-1 0 0,1-1 1 0 0,-1 1-1 0 0,0 0 1 0 0,1-1 0 0 0,-1 1-1 0 0,0-1 1 0 0,0 1-1 0 0,0-1 1 0 0,1 1 0 0 0,-1-1-1 0 0,-1 1 1 0 0,1-1-6 0 0,0 0 0 0 0,1 0 1 0 0,-1-1-1 0 0,0 1 0 0 0,1 0 1 0 0,-1 0-1 0 0,0-1 0 0 0,1 1 1 0 0,-1 0-1 0 0,1-1 0 0 0,-1 1 0 0 0,0 0 1 0 0,1-1-1 0 0,-1 1 0 0 0,1-1 1 0 0,-1 1-1 0 0,1-1 0 0 0,0 1 1 0 0,-1-1-1 0 0,1 1 0 0 0,-1-1 1 0 0,1 0-1 0 0,0 1 0 0 0,-1-1 1 0 0,1 0-1 0 0,0 1 0 0 0,0-1 0 0 0,0 0 1 0 0,0 1-1 0 0,-1-1 0 0 0,1 0 1 0 0,0 1-1 0 0,0-2 0 0 0,-2-16 52 0 0,0 8-37 0 0,1-1 1 0 0,-1 1 0 0 0,-1 0-1 0 0,-7-19 1 0 0,10 29-22 0 0,0-1 1 0 0,0 1-1 0 0,-1 0 0 0 0,1-1 1 0 0,0 1-1 0 0,0 0 1 0 0,-1-1-1 0 0,1 1 1 0 0,0 0-1 0 0,-1 0 0 0 0,1-1 1 0 0,-1 1-1 0 0,1 0 1 0 0,0 0-1 0 0,-1 0 1 0 0,1-1-1 0 0,0 1 1 0 0,-1 0-1 0 0,1 0 0 0 0,-1 0 1 0 0,1 0-1 0 0,-1 0 1 0 0,1 0-1 0 0,0 0 1 0 0,-1 0-1 0 0,1 0 0 0 0,-1 0 1 0 0,1 0-1 0 0,0 0 1 0 0,-1 0-1 0 0,1 0 1 0 0,-1 0-1 0 0,1 1 1 0 0,0-1-1 0 0,-1 0 0 0 0,0 1 1 0 0,-12 8-984 0 0,10-4-3238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1.0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40 120 919 0 0,'-1'0'67'0'0,"1"-1"-1"0"0,-1 1 1 0 0,0 0-1 0 0,0 0 0 0 0,0-1 1 0 0,1 1-1 0 0,-1 0 1 0 0,0 0-1 0 0,0 0 0 0 0,0 0 1 0 0,0 0-1 0 0,1 0 0 0 0,-1 0 1 0 0,0 0-1 0 0,0 0 1 0 0,0 0-1 0 0,0 0 0 0 0,1 0 1 0 0,-1 1-1 0 0,0-1 0 0 0,0 0 1 0 0,0 1-1 0 0,1-1 1 0 0,-1 1-1 0 0,0-1 0 0 0,1 0 1 0 0,-1 1-1 0 0,0 0 0 0 0,1-1 1 0 0,-1 1-1 0 0,0-1 1 0 0,1 1-1 0 0,-1 0 0 0 0,1-1 1 0 0,0 1-1 0 0,-1 1 0 0 0,-1 0 235 0 0,1 0-1 0 0,-1 0 1 0 0,1 0-1 0 0,0 1 1 0 0,0-1-1 0 0,0 0 1 0 0,0 1 0 0 0,0-1-1 0 0,0 3 1 0 0,1-4-254 0 0,0 0 1 0 0,0-1 0 0 0,0 1-1 0 0,0-1 1 0 0,0 1 0 0 0,0-1 0 0 0,0 1-1 0 0,0-1 1 0 0,0 1 0 0 0,0-1-1 0 0,0 1 1 0 0,0-1 0 0 0,0 1 0 0 0,1-1-1 0 0,-1 1 1 0 0,0-1 0 0 0,0 1-1 0 0,1-1 1 0 0,-1 1 0 0 0,0-1 0 0 0,0 1-1 0 0,1-1 1 0 0,-1 1 0 0 0,1-1-1 0 0,-1 0 1 0 0,0 1 0 0 0,1-1 0 0 0,-1 0-1 0 0,1 1 1 0 0,-1-1 0 0 0,1 0-1 0 0,-1 0 1 0 0,1 1 0 0 0,-1-1 0 0 0,1 0-1 0 0,-1 0 1 0 0,1 0 0 0 0,-1 0-1 0 0,1 0 1 0 0,-1 0 0 0 0,1 0 0 0 0,-1 0-1 0 0,1 0 1 0 0,-1 0 0 0 0,1 0-1 0 0,0 0 1 0 0,-1 0 0 0 0,1 0 0 0 0,-1 0-1 0 0,1-1 1 0 0,2 1 50 0 0,0-1 1 0 0,-1 0-1 0 0,1 0 1 0 0,-1 0-1 0 0,1 0 1 0 0,-1 0-1 0 0,1-1 1 0 0,-1 1-1 0 0,0-1 1 0 0,0 0-1 0 0,1 1 0 0 0,-1-1 1 0 0,-1 0-1 0 0,1 0 1 0 0,0 0-1 0 0,2-5 1 0 0,-2 4 6 0 0,0 1 1 0 0,0-1 0 0 0,-1-1-1 0 0,1 1 1 0 0,-1 0 0 0 0,0 0 0 0 0,0-1-1 0 0,0 1 1 0 0,0 0 0 0 0,-1-1-1 0 0,1 1 1 0 0,-1-1 0 0 0,0-3-1 0 0,-1-1 149 0 0,0 0-1 0 0,-1 1 0 0 0,0-1 0 0 0,-4-10 1 0 0,5 15-166 0 0,-1 0 1 0 0,1 0-1 0 0,0 0 1 0 0,-1 0 0 0 0,0 0-1 0 0,1 1 1 0 0,-1-1-1 0 0,0 1 1 0 0,0-1 0 0 0,-1 1-1 0 0,1 0 1 0 0,0 0-1 0 0,-5-3 1 0 0,6 5-66 0 0,1-1-1 0 0,0 1 1 0 0,-1 0 0 0 0,1 0-1 0 0,-1 0 1 0 0,1 0 0 0 0,0-1 0 0 0,-1 1-1 0 0,1 0 1 0 0,-1 0 0 0 0,1 0-1 0 0,0 0 1 0 0,-1 0 0 0 0,1 0 0 0 0,-1 0-1 0 0,1 0 1 0 0,0 0 0 0 0,-1 0-1 0 0,1 0 1 0 0,-1 0 0 0 0,1 0 0 0 0,0 1-1 0 0,-1-1 1 0 0,1 0 0 0 0,-1 0-1 0 0,1 0 1 0 0,-1 1 0 0 0,1 0-11 0 0,0 0 0 0 0,-1 0 0 0 0,1 0 0 0 0,0 0-1 0 0,0 1 1 0 0,0-1 0 0 0,0 0 0 0 0,0 0 0 0 0,0 0 0 0 0,0 0 0 0 0,0 1 0 0 0,1-1 0 0 0,-1 0 0 0 0,0 0 0 0 0,1 0 0 0 0,-1 0 0 0 0,0 0 0 0 0,1 0 0 0 0,0 1 0 0 0,1 2-2 0 0,0 0 7 0 0,0 1 1 0 0,0-1 0 0 0,-1 1 0 0 0,1 0 0 0 0,-1 0-1 0 0,1 6 1 0 0,-2-10-6 0 0,-1 0 0 0 0,1-1-1 0 0,0 1 1 0 0,0 0-1 0 0,-1-1 1 0 0,1 1 0 0 0,0-1-1 0 0,-1 1 1 0 0,1 0 0 0 0,0-1-1 0 0,-1 1 1 0 0,1-1 0 0 0,-1 1-1 0 0,1-1 1 0 0,-1 1 0 0 0,0-1-1 0 0,0 1 3 0 0,1 0 1 0 0,-1-1-1 0 0,0 1 0 0 0,1 0 0 0 0,-1-1 0 0 0,0 1 0 0 0,1 0 0 0 0,-1 0 1 0 0,1 0-1 0 0,-1 0 0 0 0,1-1 0 0 0,0 1 0 0 0,-1 2 0 0 0,0 5-14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3.9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197 68 1559 0 0,'0'0'6'0'0,"1"-1"0"0"0,0 1-1 0 0,-1-1 1 0 0,1 0-1 0 0,-1 1 1 0 0,0-1-1 0 0,1 0 1 0 0,-1 1 0 0 0,0-1-1 0 0,1 0 1 0 0,-1 0-1 0 0,0 1 1 0 0,0-1-1 0 0,1 0 1 0 0,-1 0-1 0 0,0 1 1 0 0,0-1 0 0 0,0 0-1 0 0,0 0 1 0 0,0 0-1 0 0,0 1 1 0 0,0-1-1 0 0,0 0 1 0 0,0 0-1 0 0,-1 1 1 0 0,1-1 0 0 0,-1-1-1 0 0,0-1 29 0 0,0 1 0 0 0,-1 0 0 0 0,1 0 0 0 0,-1 0 0 0 0,0 0 0 0 0,-2-3 0 0 0,-2 5 1112 0 0,0 3 2236 0 0,2-2-3328 0 0,3 0-34 0 0,0-1 0 0 0,0 1 0 0 0,0-1 0 0 0,0 1 0 0 0,0 0 0 0 0,0-1 0 0 0,0 1 0 0 0,0 0 0 0 0,0 0 0 0 0,0 0 0 0 0,0 0 0 0 0,0-1 0 0 0,0 1 0 0 0,0 1 0 0 0,1-1 0 0 0,-1 0 0 0 0,0 2 0 0 0,0 1 125 0 0,0 0-1 0 0,1 0 1 0 0,0 1-1 0 0,0-1 1 0 0,1 6-1 0 0,-1 3 88 0 0,-1 22 455 0 0,-11 56 1 0 0,11-85-654 0 0,-1 0 1 0 0,1 0 0 0 0,-1 0 0 0 0,0 0 0 0 0,0 0-1 0 0,-1 0 1 0 0,0-1 0 0 0,0 1 0 0 0,0-1-1 0 0,-1 0 1 0 0,0 0 0 0 0,-7 8 0 0 0,11-12-24 0 0,-1-1 1 0 0,1 0 0 0 0,-1 1 0 0 0,0-1-1 0 0,1 0 1 0 0,-1 1 0 0 0,1-1-1 0 0,-1 0 1 0 0,0 0 0 0 0,1 1 0 0 0,-1-1-1 0 0,0 0 1 0 0,1 0 0 0 0,-1 0-1 0 0,0 0 1 0 0,1 0 0 0 0,-1 0 0 0 0,0 0-1 0 0,1 0 1 0 0,-1 0 0 0 0,0 0-1 0 0,1 0 1 0 0,-1-1 0 0 0,0 1 0 0 0,1 0-1 0 0,-1 0 1 0 0,0-1 0 0 0,1 1-1 0 0,-1 0 1 0 0,0-1 0 0 0,-21-17 177 0 0,10 7-75 0 0,9 9-74 0 0,0 1-1 0 0,0-1 0 0 0,0 0 1 0 0,0 0-1 0 0,1 0 1 0 0,-1-1-1 0 0,0 1 0 0 0,1 0 1 0 0,0-1-1 0 0,0 0 1 0 0,0 1-1 0 0,0-1 0 0 0,0 0 1 0 0,0 0-1 0 0,1 0 0 0 0,0 0 1 0 0,-1-1-1 0 0,1 1 1 0 0,0 0-1 0 0,1 0 0 0 0,-1-1 1 0 0,0 1-1 0 0,1 0 0 0 0,0-1 1 0 0,0 1-1 0 0,0-1 1 0 0,0-3-1 0 0,2-1 131 0 0,0 1-1 0 0,0 0 1 0 0,0 0-1 0 0,1 0 1 0 0,0 0 0 0 0,1 0-1 0 0,-1 0 1 0 0,1 1-1 0 0,1 0 1 0 0,-1 0-1 0 0,1 0 1 0 0,0 0 0 0 0,0 1-1 0 0,8-6 1 0 0,2-2-152 0 0,1 0 0 0 0,1 2-1 0 0,0 0 1 0 0,21-10 0 0 0,-30 17-365 0 0,1 1-1 0 0,-1 0 0 0 0,10-2 1 0 0,-5 1-4279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6.2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330 110 3223 0 0,'2'-5'-76'0'0,"1"0"-1"0"0,-1 0 0 0 0,0-1 0 0 0,0 1 1 0 0,1-6-1 0 0,8-20 1215 0 0,-9 28-718 0 0,-1-1-1 0 0,1 1 1 0 0,-1-1 0 0 0,1 1 0 0 0,-1-1 0 0 0,0 0 0 0 0,-1 1 0 0 0,2-8-1 0 0,-2 11-361 0 0,-1 0 0 0 0,1-1 0 0 0,0 1 0 0 0,0 0 0 0 0,-1 0 0 0 0,1 0 0 0 0,0 0 0 0 0,0-1 0 0 0,-1 1 0 0 0,1 0 0 0 0,0 0 0 0 0,0 0 0 0 0,-1 0 0 0 0,1 0 0 0 0,0 0 0 0 0,-1 0 0 0 0,1 0 0 0 0,0 0 0 0 0,0 0 0 0 0,-1 0 0 0 0,1 0 0 0 0,0 0 0 0 0,-1 0 0 0 0,1 0 0 0 0,0 0 0 0 0,0 0 0 0 0,-1 1 0 0 0,1-1 0 0 0,0 0 0 0 0,0 0 0 0 0,-1 0 0 0 0,1 0 0 0 0,0 0 0 0 0,0 1 0 0 0,-1-1 0 0 0,-7 6 600 0 0,7-5-413 0 0,-3 2-12 0 0,-15 16-25 0 0,0 0-1 0 0,2 2 1 0 0,0-1-1 0 0,1 2 1 0 0,-22 42-1 0 0,11-14 167 0 0,-33 95-1 0 0,52-125-272 0 0,-5 28-1 0 0,12-42-95 0 0,0 1 1 0 0,0 0-1 0 0,1 0 0 0 0,-1 0 0 0 0,2 0 1 0 0,-1 0-1 0 0,1-1 0 0 0,1 9 0 0 0,-2-14-5 0 0,0-1 0 0 0,0 1 0 0 0,0 0-1 0 0,1-1 1 0 0,-1 1 0 0 0,0-1 0 0 0,0 1-1 0 0,1 0 1 0 0,-1-1 0 0 0,0 1 0 0 0,0-1-1 0 0,1 1 1 0 0,-1-1 0 0 0,1 1 0 0 0,-1-1-1 0 0,1 1 1 0 0,-1-1 0 0 0,1 1 0 0 0,-1-1-1 0 0,2 1 1 0 0,-2-1 1 0 0,1 0-1 0 0,-1 0 1 0 0,0 0-1 0 0,1 0 1 0 0,-1 0-1 0 0,1 0 1 0 0,-1 0 0 0 0,0 0-1 0 0,1-1 1 0 0,-1 1-1 0 0,1 0 1 0 0,-1 0-1 0 0,0 0 1 0 0,1-1-1 0 0,-1 1 1 0 0,0 0 0 0 0,1 0-1 0 0,-1-1 1 0 0,0 1-1 0 0,1 0 1 0 0,-1-1-1 0 0,1 0 1 0 0,0-1-51 0 0,1-1 0 0 0,0 0 0 0 0,-1 1-1 0 0,1-1 1 0 0,-1 0 0 0 0,0 0 0 0 0,1-4 0 0 0,-1 1-209 0 0,-1 0 0 0 0,1 0-1 0 0,-1 0 1 0 0,-1 0 0 0 0,1 0 0 0 0,-1 0 0 0 0,0 1-1 0 0,0-1 1 0 0,-1 0 0 0 0,0 0 0 0 0,-4-10 0 0 0,1 7-170 0 0,0 0 0 0 0,0 0 1 0 0,0 0-1 0 0,-1 1 1 0 0,-1 0-1 0 0,-7-8 0 0 0,13 14 484 0 0,-1 1-1 0 0,1 0 1 0 0,0 0 0 0 0,-1 0-1 0 0,1 0 1 0 0,-1 0-1 0 0,1 0 1 0 0,-1 0-1 0 0,1 0 1 0 0,-1 0-1 0 0,0 1 1 0 0,1-1-1 0 0,-1 1 1 0 0,0-1-1 0 0,1 1 1 0 0,-1 0-1 0 0,0-1 1 0 0,0 1 0 0 0,1 0-1 0 0,-1 0 1 0 0,0 1-1 0 0,0-1 1 0 0,0 0-1 0 0,1 0 1 0 0,-1 1-1 0 0,0-1 1 0 0,1 1-1 0 0,-1 0 1 0 0,-1 0-1 0 0,0 0 33 0 0,1 1-1 0 0,0-1 0 0 0,0 1 1 0 0,1-1-1 0 0,-1 1 0 0 0,0 0 0 0 0,1 0 1 0 0,-1 0-1 0 0,1 0 0 0 0,-1 0 1 0 0,1 0-1 0 0,0 0 0 0 0,0 0 0 0 0,0 1 1 0 0,0-1-1 0 0,0 0 0 0 0,0 1 0 0 0,1-1 1 0 0,-1 1-1 0 0,1 2 0 0 0,-1 0 114 0 0,1 1 0 0 0,-1-1-1 0 0,1 0 1 0 0,1 1 0 0 0,-1-1-1 0 0,1 0 1 0 0,0 0 0 0 0,0 1-1 0 0,1-1 1 0 0,-1 0 0 0 0,1 0-1 0 0,1 0 1 0 0,-1 0 0 0 0,0-1-1 0 0,1 1 1 0 0,0-1 0 0 0,0 1-1 0 0,0-1 1 0 0,1 0 0 0 0,0 0-1 0 0,-1-1 1 0 0,1 1 0 0 0,9 5-1 0 0,-11-8-121 0 0,0 0-1 0 0,0 0 1 0 0,0-1 0 0 0,0 1-1 0 0,0-1 1 0 0,1 0-1 0 0,-1 1 1 0 0,0-1-1 0 0,0 0 1 0 0,0 0 0 0 0,0 0-1 0 0,1-1 1 0 0,-1 1-1 0 0,0-1 1 0 0,0 1 0 0 0,0-1-1 0 0,0 1 1 0 0,0-1-1 0 0,0 0 1 0 0,0 0-1 0 0,4-2 1 0 0,4-4 311 0 0,0 0 0 0 0,15-14 0 0 0,-15 13-145 0 0,10-11 48 0 0,-15 14-322 0 0,-1 0 0 0 0,1 1 0 0 0,0-1 0 0 0,1 1 0 0 0,-1 0 0 0 0,0 1 0 0 0,1-1 0 0 0,0 1 0 0 0,7-3 0 0 0,-6 5-4313 0 0,0 2-1512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7.9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3 305 1375 0 0,'-3'-6'1466'0'0,"3"6"-1380"0"0,0-1 0 0 0,0 1 0 0 0,3-5 5806 0 0,2 4-5145 0 0,4-4-115 0 0,1 0 0 0 0,0 0 1 0 0,-1-1-1 0 0,0 0 0 0 0,-1 0 0 0 0,9-9 0 0 0,-7 2-339 0 0,0 0-1 0 0,-1 0 1 0 0,0-1-1 0 0,-1 0 1 0 0,-1-1-1 0 0,-1 0 1 0 0,0 0 0 0 0,0 0-1 0 0,-2-1 1 0 0,0 0-1 0 0,-1 0 1 0 0,0 0-1 0 0,-1 0 1 0 0,-1-18-1 0 0,-1 34-288 0 0,0 0 0 0 0,0 0-1 0 0,0 0 1 0 0,0 0 0 0 0,0 0-1 0 0,0 0 1 0 0,0 0 0 0 0,0 0-1 0 0,0 0 1 0 0,0 0 0 0 0,0 0-1 0 0,0 0 1 0 0,-1 0 0 0 0,1 0-1 0 0,0 0 1 0 0,0 0 0 0 0,0 0-1 0 0,0 0 1 0 0,0 0 0 0 0,0 0-1 0 0,0 0 1 0 0,0 0 0 0 0,0 0-1 0 0,0 0 1 0 0,0 0 0 0 0,0 0-1 0 0,0 0 1 0 0,0 0 0 0 0,-1 0-1 0 0,1 0 1 0 0,0 0 0 0 0,0 0 0 0 0,0-1-1 0 0,0 1 1 0 0,0 0 0 0 0,0 0-1 0 0,0 0 1 0 0,0 0 0 0 0,0 0-1 0 0,0 0 1 0 0,0 0 0 0 0,0 0-1 0 0,0 0 1 0 0,0 0 0 0 0,0 0-1 0 0,0 0 1 0 0,0 0 0 0 0,0 0-1 0 0,0-1 1 0 0,0 1 0 0 0,0 0-1 0 0,0 0 1 0 0,0 0 0 0 0,0 0-1 0 0,0 0 1 0 0,0 0 0 0 0,0 0-1 0 0,0 0 1 0 0,0 0 0 0 0,0 0-1 0 0,0 0 1 0 0,0 0 0 0 0,0 0-1 0 0,0-1 1 0 0,-4 9 90 0 0,-3 11-24 0 0,-20 116 207 0 0,25-117-227 0 0,1 0 0 0 0,0 0 1 0 0,2 1-1 0 0,0-1 0 0 0,5 27 1 0 0,-5-42-50 0 0,-1-1 0 0 0,1 0 0 0 0,0 1 0 0 0,0-1 0 0 0,0 1 0 0 0,0-1 0 0 0,0 0 0 0 0,1 0 0 0 0,-1 0 0 0 0,0 0 0 0 0,4 3 0 0 0,-5-4-1 0 0,1-1-1 0 0,0 1 1 0 0,-1-1 0 0 0,1 1-1 0 0,0-1 1 0 0,0 1-1 0 0,0-1 1 0 0,0 1 0 0 0,-1-1-1 0 0,1 0 1 0 0,0 0 0 0 0,0 0-1 0 0,0 1 1 0 0,0-1 0 0 0,0 0-1 0 0,0 0 1 0 0,0 0-1 0 0,0 0 1 0 0,0 0 0 0 0,-1 0-1 0 0,1-1 1 0 0,0 1 0 0 0,0 0-1 0 0,0 0 1 0 0,0-1-1 0 0,0 1 1 0 0,0-1 0 0 0,-1 1-1 0 0,1 0 1 0 0,0-1 0 0 0,0 1-1 0 0,-1-1 1 0 0,2-1 0 0 0,7-5-1344 0 0,1-1-5174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8.0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103 21 4143 0 0,'-2'-2'301'0'0,"-1"0"0"0"0,0 0 0 0 0,0 0 0 0 0,0 0 0 0 0,-1 1 0 0 0,1-1-1 0 0,0 1 1 0 0,-1 0 0 0 0,1 0 0 0 0,0 0 0 0 0,-6 0 0 0 0,4 0 247 0 0,-1 0-1 0 0,0 1 1 0 0,1-1 0 0 0,-1 1 0 0 0,0 1 0 0 0,-8 1 0 0 0,14-2-501 0 0,-1 0 0 0 0,1 0 0 0 0,-1 0 0 0 0,1 0 0 0 0,-1 0 0 0 0,1 0 0 0 0,-1 0 0 0 0,1 1 0 0 0,-1-1 0 0 0,1 0 0 0 0,-1 0 0 0 0,1 1 0 0 0,-1-1 0 0 0,1 0 0 0 0,-1 1 0 0 0,1-1 1 0 0,0 0-1 0 0,-1 1 0 0 0,1-1 0 0 0,-1 1 0 0 0,1-1 0 0 0,0 0 0 0 0,0 1 0 0 0,-1-1 0 0 0,1 1 0 0 0,0-1 0 0 0,0 1 0 0 0,0 0-223 0 0,0 0 0 0 0,0-1 0 0 0,0 1 0 0 0,0 0 0 0 0,0-1 0 0 0,1 1 0 0 0,-1-1 1 0 0,0 1-1 0 0,0 0 0 0 0,1-1 0 0 0,-1 1 0 0 0,1-1 0 0 0,-1 1 0 0 0,0-1 0 0 0,1 1 0 0 0,-1-1 0 0 0,1 1 0 0 0,-1-1 0 0 0,1 0 0 0 0,0 1 0 0 0,6 4-3780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8.9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 12 2303 0 0,'0'0'105'0'0,"0"-1"0"0"0,0 0 0 0 0,0 1 0 0 0,0-1-1 0 0,-1 0 1 0 0,1 1 0 0 0,0-1 0 0 0,0 0 0 0 0,-1 1-1 0 0,1-1 1 0 0,0 1 0 0 0,-1-1 0 0 0,1 1 0 0 0,-1-1-1 0 0,1 1 1 0 0,-1-1 0 0 0,0 0 0 0 0,-3 9 2505 0 0,3 24 886 0 0,1-29-3635 0 0,2 162 5147 0 0,1-18-3559 0 0,-4-139-1396 0 0,-6 128 748 0 0,5-114-647 0 0,-1 0 0 0 0,-2-1 1 0 0,0 1-1 0 0,-10 24 0 0 0,12-67-154 0 0,1-15 1 0 0,1 25-89 0 0,0 0 0 0 0,1 0 0 0 0,0 0-1 0 0,1 0 1 0 0,3-18 0 0 0,-3 28 86 0 0,-1 0 1 0 0,1-1-1 0 0,0 1 0 0 0,-1 0 0 0 0,1 0 0 0 0,0 0 1 0 0,0 0-1 0 0,0 0 0 0 0,0 0 0 0 0,0 0 0 0 0,0 0 1 0 0,0 0-1 0 0,0 0 0 0 0,0 1 0 0 0,1-1 0 0 0,-1 0 1 0 0,0 1-1 0 0,0-1 0 0 0,1 1 0 0 0,-1-1 0 0 0,0 1 1 0 0,1 0-1 0 0,-1 0 0 0 0,0-1 0 0 0,1 1 0 0 0,1 0 1 0 0,6 0-23 0 0,1 0 1 0 0,17 3-1 0 0,-13-2 15 0 0,-6 0 16 0 0,1-1 0 0 0,0-1-1 0 0,-1 0 1 0 0,1 0 0 0 0,-1 0-1 0 0,1-1 1 0 0,-1 0 0 0 0,0-1-1 0 0,0 0 1 0 0,0 0 0 0 0,12-8-1 0 0,-4 1 17 0 0,0 0-1 0 0,-1-2 0 0 0,0 1 1 0 0,16-19-1 0 0,-27 26-13 0 0,0-1 0 0 0,-1 0 0 0 0,1 1-1 0 0,-1-1 1 0 0,0-1 0 0 0,0 1 0 0 0,2-6 0 0 0,-4 8 5 0 0,0 1 1 0 0,0-1-1 0 0,-1 1 1 0 0,1-1 0 0 0,0 1-1 0 0,-1-1 1 0 0,0 0-1 0 0,0 1 1 0 0,1-1 0 0 0,-1 1-1 0 0,-1-1 1 0 0,1 0-1 0 0,0 1 1 0 0,-1-1 0 0 0,1 0-1 0 0,-1 1 1 0 0,-2-5 0 0 0,3 6-7 0 0,0 0 1 0 0,-1 0-1 0 0,1 1 1 0 0,-1-1-1 0 0,1 0 1 0 0,-1 1-1 0 0,1-1 1 0 0,-1 0-1 0 0,1 1 1 0 0,-1-1-1 0 0,0 1 1 0 0,1-1-1 0 0,-1 1 1 0 0,1-1-1 0 0,-1 1 1 0 0,0 0-1 0 0,0-1 1 0 0,1 1-1 0 0,-1 0 1 0 0,0 0-1 0 0,0-1 1 0 0,1 1-1 0 0,-1 0 1 0 0,0 0 0 0 0,-1 0-1 0 0,0 0 9 0 0,1 1 0 0 0,0-1 1 0 0,-1 0-1 0 0,1 1 0 0 0,-1 0 0 0 0,1-1 1 0 0,0 1-1 0 0,0 0 0 0 0,-1 0 0 0 0,1-1 1 0 0,0 1-1 0 0,0 0 0 0 0,-1 1 0 0 0,-4 4 42 0 0,1 1-1 0 0,0-1 0 0 0,-7 15 1 0 0,2-2 23 0 0,1 1 1 0 0,1 1 0 0 0,1 0-1 0 0,1 0 1 0 0,1 0 0 0 0,-5 43-1 0 0,10-57-43 0 0,-1 0-1 0 0,1 0 1 0 0,0 0-1 0 0,0 0 1 0 0,1 0-1 0 0,0 0 1 0 0,1 0-1 0 0,2 10 0 0 0,-3-15-24 0 0,0 0 0 0 0,-1 0-1 0 0,1 0 1 0 0,0 0 0 0 0,0 0 0 0 0,1-1-1 0 0,-1 1 1 0 0,0 0 0 0 0,0 0-1 0 0,1-1 1 0 0,-1 1 0 0 0,1-1-1 0 0,0 0 1 0 0,-1 1 0 0 0,1-1-1 0 0,0 0 1 0 0,0 0 0 0 0,0 0-1 0 0,0 0 1 0 0,0 0 0 0 0,0-1-1 0 0,0 1 1 0 0,0 0 0 0 0,0-1-1 0 0,0 0 1 0 0,0 1 0 0 0,0-1-1 0 0,0 0 1 0 0,0 0 0 0 0,0 0 0 0 0,4-1-1 0 0,1 0 29 0 0,0-1-1 0 0,0 0 0 0 0,-1-1 1 0 0,1 0-1 0 0,-1 0 1 0 0,1 0-1 0 0,-1-1 1 0 0,0 1-1 0 0,0-1 0 0 0,-1-1 1 0 0,1 1-1 0 0,8-11 1 0 0,3-4 128 0 0,-1-1-1 0 0,18-26 1 0 0,-12 9-128 0 0,-1-1-1 0 0,-1 0 1 0 0,-3-2 0 0 0,21-66-1 0 0,-36 102-41 0 0,3-9 0 0 0,-5 13 0 0 0,1 1 0 0 0,-1-1 0 0 0,1 1 0 0 0,-1-1 0 0 0,0 0 0 0 0,1 1 0 0 0,-1-1 0 0 0,0 1 0 0 0,1-1 0 0 0,-1 1 0 0 0,0-1 0 0 0,1 1 0 0 0,-1-1 0 0 0,0 1 0 0 0,0 0 0 0 0,0-1 0 0 0,0 1 0 0 0,0-1 0 0 0,1 1 0 0 0,-1 0 0 0 0,0-1 0 0 0,0 2 0 0 0,1 5-9 0 0,1 0-1 0 0,1 0 1 0 0,-1 0-1 0 0,1 0 1 0 0,5 7-1 0 0,-6-11 10 0 0,0 1-1 0 0,0-1 1 0 0,1 0-1 0 0,-1-1 1 0 0,1 1-1 0 0,0 0 0 0 0,0-1 1 0 0,0 1-1 0 0,0-1 1 0 0,1 0-1 0 0,-1 0 1 0 0,4 1-1 0 0,5 2 1 0 0,-9-4 0 0 0,1 0 0 0 0,-1 1 0 0 0,0-1 0 0 0,0 1 0 0 0,0-1 0 0 0,3 3 0 0 0,-5-3 0 0 0,-1 0 0 0 0,1 0 0 0 0,0 0 0 0 0,0 0 0 0 0,-1-1 0 0 0,1 1 0 0 0,-1 0 0 0 0,1 0 0 0 0,-1 0 0 0 0,1 0 0 0 0,-1 0 0 0 0,0 1 0 0 0,1-1 0 0 0,-1 0 0 0 0,0 0 0 0 0,0 0 0 0 0,0 0 0 0 0,0 0 0 0 0,0 0 0 0 0,0 0 0 0 0,0 0 0 0 0,0 0 0 0 0,-1 2 0 0 0,-15 56 0 0 0,11-45 0 0 0,1 0 0 0 0,1 0 0 0 0,0 0 0 0 0,-1 17 0 0 0,3-25 0 0 0,1 0 0 0 0,0-1 0 0 0,1 1 0 0 0,-1 0 0 0 0,1-1 0 0 0,0 1 0 0 0,0-1 0 0 0,1 1 0 0 0,2 5 0 0 0,-3-9 0 0 0,0-1 0 0 0,0 1 0 0 0,0 0 0 0 0,1 0 0 0 0,-1-1 0 0 0,1 1 0 0 0,-1-1 0 0 0,1 1 0 0 0,-1-1 0 0 0,1 1 0 0 0,0-1 0 0 0,-1 0 0 0 0,1 0 0 0 0,0 0 0 0 0,0 0 0 0 0,0 0 0 0 0,0-1 0 0 0,0 1 0 0 0,0 0 0 0 0,0-1 0 0 0,0 0 0 0 0,1 1 0 0 0,-1-1 0 0 0,0 0 0 0 0,0 0 0 0 0,0 0 0 0 0,3-1 0 0 0,4 0 42 0 0,0 0 0 0 0,0-1 0 0 0,0 0 1 0 0,-1-1-1 0 0,12-4 0 0 0,11-7-1221 0 0,-1-1-3799 0 0,0-1-1662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09.8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244 491 4143 0 0,'0'-3'256'0'0,"0"1"-1"0"0,0-1 0 0 0,0 0 0 0 0,-1 0 0 0 0,1 1 1 0 0,-1-1-1 0 0,0 0 0 0 0,0 1 0 0 0,1-1 0 0 0,-2 0 0 0 0,1 1 1 0 0,0 0-1 0 0,0-1 0 0 0,-4-3 0 0 0,3 4 32 0 0,1 1 0 0 0,-1 0-1 0 0,1 0 1 0 0,-1 0 0 0 0,1 0 0 0 0,-1 0-1 0 0,0 0 1 0 0,1 0 0 0 0,-1 0-1 0 0,0 1 1 0 0,0-1 0 0 0,0 1 0 0 0,0 0-1 0 0,0-1 1 0 0,1 1 0 0 0,-1 0 0 0 0,0 0-1 0 0,0 0 1 0 0,0 0 0 0 0,0 0-1 0 0,0 1 1 0 0,-3 0 0 0 0,-4 2 104 0 0,0 0 1 0 0,0 0-1 0 0,1 1 1 0 0,-1 0-1 0 0,1 0 1 0 0,0 1-1 0 0,0 1 0 0 0,0-1 1 0 0,1 1-1 0 0,0 0 1 0 0,-12 14-1 0 0,9-8-216 0 0,0 0 0 0 0,1 0 0 0 0,0 1 0 0 0,1 0-1 0 0,1 1 1 0 0,-9 21 0 0 0,15-31-118 0 0,-1 1 1 0 0,1 0-1 0 0,0-1 0 0 0,0 1 0 0 0,0 0 0 0 0,1 0 0 0 0,0 0 1 0 0,0-1-1 0 0,0 1 0 0 0,0 0 0 0 0,1 0 0 0 0,2 8 0 0 0,-3-12-48 0 0,1 1 0 0 0,0 0 0 0 0,-1 0-1 0 0,1 0 1 0 0,0 0 0 0 0,0-1 0 0 0,1 1-1 0 0,-1-1 1 0 0,0 1 0 0 0,0-1 0 0 0,1 1-1 0 0,-1-1 1 0 0,1 0 0 0 0,-1 1 0 0 0,1-1-1 0 0,0 0 1 0 0,-1 0 0 0 0,1 0 0 0 0,0 0-1 0 0,0-1 1 0 0,0 1 0 0 0,0 0 0 0 0,0-1-1 0 0,0 1 1 0 0,0-1 0 0 0,0 0 0 0 0,0 1-1 0 0,0-1 1 0 0,0 0 0 0 0,0 0 0 0 0,-1-1-1 0 0,5 0 1 0 0,0 0 35 0 0,0 0 0 0 0,-1-1 0 0 0,1 0 0 0 0,0 0 1 0 0,-1-1-1 0 0,0 0 0 0 0,1 0 0 0 0,-1 0 0 0 0,0 0 0 0 0,0-1 0 0 0,8-8 0 0 0,-3 2-53 0 0,0-1 1 0 0,0 0-1 0 0,13-22 1 0 0,-13 18 33 0 0,-1 0 0 0 0,-1 0-1 0 0,0-1 1 0 0,-2 0 0 0 0,0-1 0 0 0,0 1 0 0 0,-2-1 0 0 0,0 0-1 0 0,-1 0 1 0 0,2-28 0 0 0,-27 99-25 0 0,17-37 0 0 0,0 3 0 0 0,-5 27 0 0 0,9-41 0 0 0,1-1 0 0 0,-1 0 0 0 0,1 0 0 0 0,0 1 0 0 0,1-1 0 0 0,-1 0 0 0 0,1 0 0 0 0,0 0 0 0 0,1 1 0 0 0,2 7 0 0 0,-3-12 0 0 0,-1 1 0 0 0,1-1 0 0 0,0 1 0 0 0,0-1 0 0 0,0 1 0 0 0,0-1 0 0 0,1 1 0 0 0,-1-1 0 0 0,0 0 0 0 0,0 0 0 0 0,1 0 0 0 0,-1 1 0 0 0,1-1 0 0 0,-1 0 0 0 0,1-1 0 0 0,-1 1 0 0 0,1 0 0 0 0,3 1 0 0 0,-3-2 0 0 0,1 1 0 0 0,0-1 0 0 0,0 0 0 0 0,0 0 0 0 0,0 0 0 0 0,0 0 0 0 0,0 0 0 0 0,0-1 0 0 0,0 1 0 0 0,4-2 0 0 0,1-1 0 0 0,0 0 0 0 0,0-1 0 0 0,0 0 0 0 0,-1 0 0 0 0,0 0 0 0 0,1-1 0 0 0,6-6 0 0 0,-3 0-13 0 0,-1-1-1 0 0,1 0 1 0 0,-2 0-1 0 0,0-1 1 0 0,0 0-1 0 0,-1-1 1 0 0,-1 0 0 0 0,0 0-1 0 0,-1 0 1 0 0,-1-1-1 0 0,5-20 1 0 0,1-13-72 0 0,-2-1 0 0 0,4-63 0 0 0,6-80 85 0 0,-18 179 0 0 0,0 10 0 0 0,-1 8 0 0 0,-1 15 0 0 0,-1 0 0 0 0,-1-1 0 0 0,-6 22 0 0 0,-3 19 0 0 0,-16 115 34 0 0,-9 67 20 0 0,36-232-54 0 0,1-2 0 0 0,-1 0 0 0 0,-1 0 0 0 0,1 0 0 0 0,-1 0 0 0 0,-6 14 0 0 0,5-49 12 0 0,5 11 2 0 0,1 0-1 0 0,0 0 1 0 0,2 0 0 0 0,0 1-1 0 0,0-1 1 0 0,2 1-1 0 0,0 1 1 0 0,0-1 0 0 0,2 1-1 0 0,-1 1 1 0 0,2-1-1 0 0,0 1 1 0 0,0 1 0 0 0,17-15-1 0 0,-23 24-11 0 0,-1 0 1 0 0,0 1-1 0 0,1 0 0 0 0,-1-1 1 0 0,1 1-1 0 0,0 1 0 0 0,0-1 0 0 0,0 0 1 0 0,0 1-1 0 0,0 0 0 0 0,0 0 1 0 0,0 0-1 0 0,8 0 0 0 0,-10 1-1 0 0,0 0 0 0 0,0 0 0 0 0,0 0 1 0 0,0 1-1 0 0,0-1 0 0 0,1 1 0 0 0,-1-1 0 0 0,0 1 0 0 0,-1 0 0 0 0,1 0 0 0 0,0 0 0 0 0,0 0 1 0 0,0 0-1 0 0,0 0 0 0 0,-1 0 0 0 0,1 1 0 0 0,-1-1 0 0 0,1 1 0 0 0,-1-1 0 0 0,1 1 0 0 0,-1 0 0 0 0,0-1 1 0 0,0 1-1 0 0,0 0 0 0 0,0 0 0 0 0,0 0 0 0 0,0 0 0 0 0,1 3 0 0 0,1 6-1 0 0,-1 0 0 0 0,-1-1 0 0 0,1 1 0 0 0,-2 0 0 0 0,1 0 0 0 0,-2 0 0 0 0,-1 12 0 0 0,1-7 0 0 0,2 32 0 0 0,-1-47 6 0 0,0-1 0 0 0,0 1 0 0 0,0 0 0 0 0,0 0 0 0 0,0 0 0 0 0,1 0-1 0 0,-1-1 1 0 0,0 1 0 0 0,1 0 0 0 0,-1 0 0 0 0,0 0 0 0 0,1-1 0 0 0,-1 1 0 0 0,1 0 0 0 0,-1-1 0 0 0,2 2-1 0 0,-2-2-74 0 0,1 1 0 0 0,-1-1-1 0 0,1 0 1 0 0,-1 0-1 0 0,1 0 1 0 0,-1 0-1 0 0,1 1 1 0 0,0-1-1 0 0,-1 0 1 0 0,1 0 0 0 0,-1 0-1 0 0,1 0 1 0 0,-1 0-1 0 0,1 0 1 0 0,-1 0-1 0 0,1 0 1 0 0,0 0-1 0 0,-1-1 1 0 0,1 1-1 0 0,-1 0 1 0 0,1 0 0 0 0,-1 0-1 0 0,1-1 1 0 0,0 1-1 0 0,7-5-7302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10.5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58 118 4143 0 0,'-1'-4'145'0'0,"-1"1"-1"0"0,0-1 0 0 0,0 0 0 0 0,-1 1 0 0 0,1-1 0 0 0,-5-5 1 0 0,6 9-5 0 0,0-1 1 0 0,1 1 0 0 0,-1-1-1 0 0,1 1 1 0 0,-1-1-1 0 0,0 1 1 0 0,1-1 0 0 0,-1 1-1 0 0,0-1 1 0 0,0 1-1 0 0,1 0 1 0 0,-1-1 0 0 0,0 1-1 0 0,0 0 1 0 0,0 0 0 0 0,1 0-1 0 0,-1 0 1 0 0,0 0-1 0 0,0 0 1 0 0,0 0 0 0 0,1 0-1 0 0,-1 0 1 0 0,0 0 0 0 0,0 0-1 0 0,0 0 1 0 0,0 0-1 0 0,1 1 1 0 0,-1-1 0 0 0,0 0-1 0 0,0 1 1 0 0,1-1 0 0 0,-1 0-1 0 0,0 1 1 0 0,1-1-1 0 0,-1 1 1 0 0,0-1 0 0 0,1 1-1 0 0,-1 0 1 0 0,1-1-1 0 0,-1 1 1 0 0,1-1 0 0 0,-1 2-1 0 0,0-1-40 0 0,0 1-1 0 0,0 0 0 0 0,0-1 1 0 0,0 1-1 0 0,1 0 1 0 0,-1-1-1 0 0,1 1 0 0 0,-1 0 1 0 0,1 0-1 0 0,0-1 1 0 0,0 1-1 0 0,0 0 0 0 0,0 0 1 0 0,0 0-1 0 0,0-1 0 0 0,0 1 1 0 0,1 0-1 0 0,-1 0 1 0 0,0 0-1 0 0,1-1 0 0 0,0 1 1 0 0,1 2-1 0 0,0 2-148 0 0,1-1 1 0 0,-1 0-1 0 0,1 0 0 0 0,1 0 0 0 0,6 8 1 0 0,-7-9-245 0 0,1 0 0 0 0,0 0 0 0 0,0 0 0 0 0,0 0 0 0 0,0-1 0 0 0,1 1 0 0 0,-1-1 0 0 0,1 0 0 0 0,0-1 0 0 0,0 1 0 0 0,0-1 0 0 0,0 0 0 0 0,0 0 0 0 0,0-1 0 0 0,1 1 0 0 0,-1-1 1 0 0,1 0-1 0 0,-1-1 0 0 0,1 1 0 0 0,5-1 0 0 0,-7-1 264 0 0,-1 1-46 0 0,0-1 0 0 0,0 1-1 0 0,0 0 1 0 0,-1 0 0 0 0,1 0 0 0 0,6 1-1 0 0,-8 0 182 0 0,-1-1 0 0 0,1 0 0 0 0,0 1 0 0 0,0-1 0 0 0,-1 1 0 0 0,1-1 0 0 0,-1 1 0 0 0,1-1 0 0 0,0 1 0 0 0,-1-1 0 0 0,1 1 0 0 0,-1 0 0 0 0,1-1 0 0 0,-1 1 0 0 0,0 0 0 0 0,1-1 0 0 0,-1 1 0 0 0,0 0 0 0 0,1-1 0 0 0,-1 1 0 0 0,0 0 0 0 0,0 0 0 0 0,1 0 0 0 0,-1-1 0 0 0,0 1 0 0 0,0 0 0 0 0,0 0 0 0 0,0-1 0 0 0,-1 3 0 0 0,1 10 2023 0 0,0-9-1482 0 0,0 1 1 0 0,0-1-1 0 0,0 1 0 0 0,0-1 0 0 0,1 0 0 0 0,-1 1 1 0 0,3 4-1 0 0,-3-8-551 0 0,1 0 0 0 0,-1 0 0 0 0,1 0 0 0 0,0 0 0 0 0,0 0 1 0 0,-1 0-1 0 0,1 0 0 0 0,0 0 0 0 0,0 0 0 0 0,0 0 0 0 0,0-1 0 0 0,0 1 0 0 0,0 0 0 0 0,0-1 0 0 0,0 1 1 0 0,0-1-1 0 0,1 1 0 0 0,-1-1 0 0 0,0 0 0 0 0,0 1 0 0 0,0-1 0 0 0,0 0 0 0 0,1 0 0 0 0,-1 0 0 0 0,0 0 1 0 0,0 0-1 0 0,1 0 0 0 0,-1 0 0 0 0,0 0 0 0 0,0 0 0 0 0,2-1 0 0 0,-1 1 1 0 0,0-1 1 0 0,1 1-1 0 0,-1 0 0 0 0,0-1 1 0 0,0 0-1 0 0,0 0 0 0 0,0 0 0 0 0,0 1 1 0 0,0-2-1 0 0,0 1 0 0 0,0 0 1 0 0,0 0-1 0 0,0-1 0 0 0,-1 1 0 0 0,1-1 1 0 0,-1 1-1 0 0,1-1 0 0 0,1-3 1 0 0,-1 2-26 0 0,0-1-1 0 0,0 1 1 0 0,-1-1 0 0 0,1 0 0 0 0,-1 0 0 0 0,0 1 0 0 0,0-1 0 0 0,-1 0 0 0 0,1-7 0 0 0,-1-5-34 0 0,0 0-1 0 0,-2 0 0 0 0,0 0 0 0 0,-5-17 1 0 0,4 21-10 0 0,0-1 1 0 0,-2 1-1 0 0,1-1 0 0 0,-2 1 1 0 0,0 0-1 0 0,-14-21 0 0 0,-14-4 547 0 0,37 39-575 0 0,-1-2 0 0 0,22 4 0 0 0,4 1-13 0 0,0 0-60 0 0,-1 1 0 0 0,0 1-1 0 0,37 15 1 0 0,-57-19 61 0 0,0 0 0 0 0,0 0 0 0 0,-1 1 0 0 0,1 0 0 0 0,-1 1 0 0 0,0-1 0 0 0,0 1-1 0 0,-1 0 1 0 0,0 0 0 0 0,0 1 0 0 0,0 0 0 0 0,0 0 0 0 0,-1 0 0 0 0,0 0 0 0 0,0 1-1 0 0,0-1 1 0 0,-1 1 0 0 0,2 7 0 0 0,-3-9 12 0 0,-1 0 0 0 0,0 0 0 0 0,-1 0 0 0 0,1 0 0 0 0,-1 0 0 0 0,0 0 0 0 0,0 0 0 0 0,-2 9 0 0 0,-1 1 0 0 0,-9 23 0 0 0,9-29 0 0 0,70-146 0 0 0,-63 128 4 0 0,4-8 58 0 0,1 0-1 0 0,1 1 1 0 0,0 0 0 0 0,25-28-1 0 0,-34 43-56 0 0,-1 0 1 0 0,1 1-1 0 0,-1-1 0 0 0,1 1 0 0 0,-1-1 0 0 0,1 1 1 0 0,-1-1-1 0 0,1 1 0 0 0,0-1 0 0 0,-1 1 0 0 0,1-1 0 0 0,0 1 1 0 0,0 0-1 0 0,-1-1 0 0 0,1 1 0 0 0,0 0 0 0 0,0 0 1 0 0,-1 0-1 0 0,1 0 0 0 0,0-1 0 0 0,0 1 0 0 0,-1 0 1 0 0,1 0-1 0 0,0 0 0 0 0,0 1 0 0 0,0-1 0 0 0,0 0 1 0 0,0 1 0 0 0,0-1 0 0 0,0 1 0 0 0,0 0 0 0 0,0 0 0 0 0,0 0 0 0 0,-1 0 0 0 0,1 0 0 0 0,0 0 0 0 0,-1 0 1 0 0,1 0-1 0 0,0 0 0 0 0,-1 0 0 0 0,1 0 0 0 0,-1 0 0 0 0,1 2 0 0 0,1 6 23 0 0,0 0 0 0 0,-1 0 0 0 0,1 12 0 0 0,-2-21-28 0 0,-1 45-1 0 0,1-34 0 0 0,-1 0 0 0 0,1 0 0 0 0,1-1 0 0 0,0 1 0 0 0,3 16 0 0 0,-3-25-30 0 0,0 0 1 0 0,-1 0-1 0 0,1 0 0 0 0,0 0 1 0 0,0 0-1 0 0,0 0 0 0 0,1-1 1 0 0,-1 1-1 0 0,0 0 0 0 0,1-1 0 0 0,2 3 1 0 0,8 2-6128 0 0,1-4-1226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13.6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437 35 2759 0 0,'7'-34'4196'0'0,"-29"47"-1396"0"0,17-12-2475 0 0,1 1 0 0 0,0-1 0 0 0,-1 0-1 0 0,1 0 1 0 0,-1 0 0 0 0,1-1 0 0 0,-1 0-1 0 0,-4 0 1 0 0,2 0-48 0 0,1 0 0 0 0,0 1 0 0 0,-11 2 0 0 0,6 1-225 0 0,0 0 0 0 0,0 1 0 0 0,0 0 0 0 0,0 1 0 0 0,1 0 0 0 0,0 1 0 0 0,0 0 0 0 0,-11 12 0 0 0,-67 72 321 0 0,84-86-297 0 0,-2 3 57 0 0,0 0 0 0 0,1 1 0 0 0,-7 14 1 0 0,10-20-99 0 0,2-3-31 0 0,0 0 1 0 0,0 1-1 0 0,0-1 0 0 0,0 0 0 0 0,0 0 0 0 0,0 0 0 0 0,0 0 1 0 0,0 0-1 0 0,0 0 0 0 0,-1 0 0 0 0,1 0 0 0 0,0 0 1 0 0,0 0-1 0 0,0 0 0 0 0,0 0 0 0 0,0 1 0 0 0,0-1 0 0 0,0 0 1 0 0,0 0-1 0 0,0 0 0 0 0,0 0 0 0 0,0 0 0 0 0,0 0 0 0 0,0 0 1 0 0,0 0-1 0 0,0 1 0 0 0,0-1 0 0 0,0 0 0 0 0,0 0 0 0 0,0 0 1 0 0,0 0-1 0 0,0 0 0 0 0,0 0 0 0 0,0 0 0 0 0,0 0 1 0 0,1 0-1 0 0,-1 0 0 0 0,0 1 0 0 0,0-1 0 0 0,0 0 0 0 0,0 0 1 0 0,0 0-1 0 0,0 0 0 0 0,0 0 0 0 0,0 0 0 0 0,0 0 0 0 0,0 0 1 0 0,0 0-1 0 0,0 0 0 0 0,1 0 0 0 0,-1 0 0 0 0,0 0 0 0 0,0 0 1 0 0,0 0-1 0 0,0 0 0 0 0,0 0 0 0 0,0 0 0 0 0,1 0-170 0 0,-1 0 0 0 0,0-1 0 0 0,0 1 0 0 0,0-1 0 0 0,1 1 0 0 0,-1 0-1 0 0,0-1 1 0 0,0 1 0 0 0,0-1 0 0 0,0 1 0 0 0,0 0 0 0 0,0-1 0 0 0,0 1-1 0 0,0-1 1 0 0,0 1 0 0 0,0-1 0 0 0,0 1 0 0 0,0-1 0 0 0,0 1 0 0 0,0 0-1 0 0,0-1 1 0 0,0 1 0 0 0,-1-1 0 0 0,-1-7-562 0 0,0 1 0 0 0,0 0-1 0 0,-1 0 1 0 0,0 0 0 0 0,-6-10 0 0 0,-1 2 651 0 0,-1 0 1 0 0,-17-18-1 0 0,28 33 250 0 0,-1-1-1 0 0,1 1 1 0 0,0 0-1 0 0,-1-1 1 0 0,1 1-1 0 0,-1 0 0 0 0,1-1 1 0 0,0 1-1 0 0,-1 0 1 0 0,1-1-1 0 0,-1 1 0 0 0,1 0 1 0 0,-1 0-1 0 0,1 0 1 0 0,-1 0-1 0 0,1-1 1 0 0,-1 1-1 0 0,1 0 0 0 0,-1 0 1 0 0,0 0-1 0 0,1 0 1 0 0,-1 0-1 0 0,1 0 1 0 0,-1 0-1 0 0,1 0 0 0 0,-2 1 1 0 0,1-1 22 0 0,0 1 0 0 0,1 0 0 0 0,-1-1 0 0 0,0 1 0 0 0,0 0 0 0 0,0 0 0 0 0,0-1 0 0 0,1 1 0 0 0,-1 0 0 0 0,0 0 0 0 0,1 0 0 0 0,-2 1 0 0 0,-1 4 210 0 0,1 0 0 0 0,-1 0 0 0 0,-1 8 0 0 0,3-12-344 0 0,-1 5 97 0 0,1-1-1 0 0,0 1 1 0 0,0 0-1 0 0,1 0 0 0 0,-1 0 1 0 0,1 0-1 0 0,1 0 1 0 0,0 0-1 0 0,0 0 0 0 0,0 0 1 0 0,4 11-1 0 0,-4-14-10 0 0,1 1-1 0 0,-1-1 1 0 0,1 0-1 0 0,0 0 1 0 0,1 0 0 0 0,-1 0-1 0 0,1 0 1 0 0,0 0-1 0 0,-1-1 1 0 0,2 1-1 0 0,-1-1 1 0 0,0 0-1 0 0,1 0 1 0 0,-1 0-1 0 0,1 0 1 0 0,0-1-1 0 0,0 1 1 0 0,6 2 0 0 0,-6-4-53 0 0,0 0 1 0 0,-1-1-1 0 0,1 1 1 0 0,0-1 0 0 0,0 0-1 0 0,-1 0 1 0 0,1 0-1 0 0,0 0 1 0 0,0-1 0 0 0,-1 1-1 0 0,1-1 1 0 0,0 0 0 0 0,-1 0-1 0 0,1-1 1 0 0,-1 1-1 0 0,5-3 1 0 0,-2 1-32 0 0,0 0 1 0 0,0-1-1 0 0,-1 0 1 0 0,1 0-1 0 0,-1 0 1 0 0,0-1-1 0 0,0 1 1 0 0,5-8-1 0 0,-7 4 498 0 0,-4 5-2165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18.4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15 212 1839 0 0,'-12'-15'11120'0'0,"10"-4"-10880"0"0,2 19-202 0 0,0-1-1 0 0,0 0 1 0 0,0 1-1 0 0,0-1 1 0 0,0 1-1 0 0,0-1 1 0 0,0 0-1 0 0,1 1 1 0 0,-1-1-1 0 0,0 1 1 0 0,0-1-1 0 0,1 0 1 0 0,-1 1-1 0 0,0-1 1 0 0,1 1-1 0 0,-1-1 1 0 0,1 1-1 0 0,-1-1 0 0 0,1 1 1 0 0,-1-1-1 0 0,1 1 1 0 0,-1 0-1 0 0,1-1 1 0 0,-1 1-1 0 0,1 0 1 0 0,-1-1-1 0 0,2 1 1 0 0,15-5 848 0 0,-13 5-734 0 0,33-9 536 0 0,-26 5-504 0 0,-1 2 0 0 0,1-1-1 0 0,0 1 1 0 0,17 0 0 0 0,-21 2-52 0 0,1 0 1 0 0,0 1-1 0 0,0 0 1 0 0,0 0-1 0 0,0 1 0 0 0,-1-1 1 0 0,1 2-1 0 0,-1-1 1 0 0,1 1-1 0 0,-1 1 0 0 0,0-1 1 0 0,9 7-1 0 0,-5-3-5 0 0,1-1 0 0 0,0 1-1 0 0,1-2 1 0 0,13 5 0 0 0,-20-8-73 0 0,0-1 0 0 0,-1 0 1 0 0,1 0-1 0 0,0 0 1 0 0,0-1-1 0 0,0 0 1 0 0,0 0-1 0 0,-1 0 1 0 0,1-1-1 0 0,0 0 0 0 0,7-2 1 0 0,7-2 231 0 0,35-16 1 0 0,-33 12-141 0 0,7-3-69 0 0,-12 4-15 0 0,34-9 0 0 0,-45 15-62 0 0,0 1 1 0 0,-1 0 0 0 0,1 1 0 0 0,0-1 0 0 0,-1 1 0 0 0,1 0 0 0 0,0 0 0 0 0,0 1-1 0 0,-1 0 1 0 0,10 2 0 0 0,52 26-1 0 0,-60-27 9 0 0,0 0-1 0 0,0-1 0 0 0,1 0 1 0 0,-1 0-1 0 0,0 0 0 0 0,0-1 1 0 0,1 0-1 0 0,-1-1 0 0 0,0 1 1 0 0,0-1-1 0 0,8-2 1 0 0,9-4 69 0 0,43-18 0 0 0,-22 8-47 0 0,-34 13-4 0 0,0 1 0 0 0,1 1-1 0 0,0 0 1 0 0,0 0 0 0 0,15 0-1 0 0,58 6 333 0 0,7 0 36 0 0,-81-4-369 0 0,0-1 0 0 0,0-1 0 0 0,0 0 0 0 0,-1 0 0 0 0,1-1 0 0 0,14-6 0 0 0,11-7-20 0 0,-4 2 25 0 0,1 1 0 0 0,44-12 0 0 0,-66 22-26 0 0,0 1 1 0 0,0 1 0 0 0,0-1 0 0 0,1 2 0 0 0,-1 0-1 0 0,0 0 1 0 0,0 1 0 0 0,1 0 0 0 0,-1 1 0 0 0,0 0-1 0 0,14 5 1 0 0,-11-2 9 0 0,0-2 0 0 0,0 1 0 0 0,0-2 0 0 0,0 0 0 0 0,0-1 1 0 0,0 0-1 0 0,0-1 0 0 0,1-1 0 0 0,-1 0 0 0 0,0-1 0 0 0,0 0 0 0 0,0-1 0 0 0,0-1 0 0 0,-1 0 0 0 0,1-1 0 0 0,14-7 0 0 0,-27 11-77 0 0,18-6 265 0 0,-18 7-258 0 0,-1-1 0 0 0,1 1 0 0 0,-1 0 0 0 0,1 0 0 0 0,-1 0 0 0 0,1 0 0 0 0,-1-1 0 0 0,1 1 0 0 0,0 0 0 0 0,-1 0 0 0 0,1 0 0 0 0,-1 0 0 0 0,1 0 0 0 0,-1 0 0 0 0,1 0 0 0 0,-1 1 0 0 0,1-1 0 0 0,-1 0 0 0 0,1 0 0 0 0,-1 0 0 0 0,1 0 0 0 0,-1 1 0 0 0,1-1 0 0 0,-1 0 0 0 0,1 1 0 0 0,-1-1 0 0 0,1 0 0 0 0,-1 1 0 0 0,1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24.8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72 206 455 0 0,'-15'2'1256'0'0,"-12"1"2904"0"0,26-3-4043 0 0,0 0 0 0 0,0 0 0 0 0,0 0 0 0 0,0-1-1 0 0,1 1 1 0 0,-1 0 0 0 0,0 0 0 0 0,0 0 0 0 0,0-1 0 0 0,0 1 0 0 0,0 0 0 0 0,1-1 0 0 0,-1 1-1 0 0,0-1 1 0 0,0 1 0 0 0,0-1 0 0 0,1 1 0 0 0,-1-1 0 0 0,0 1 0 0 0,1-1 0 0 0,-1 0-1 0 0,0-1 1 0 0,-1-1 518 0 0,1-1-1 0 0,0 1 0 0 0,0-1 1 0 0,0 1-1 0 0,0-1 0 0 0,1 1 1 0 0,0-1-1 0 0,-1-5 1 0 0,1 4-1009 0 0,-2-9 553 0 0,2 13-167 0 0,0 0 0 0 0,-1 0 0 0 0,1 1 0 0 0,0-1 1 0 0,0 0-1 0 0,0 0 0 0 0,0 1 0 0 0,0-1 0 0 0,0 0 1 0 0,0 0-1 0 0,0 0 0 0 0,1 1 0 0 0,-1-1 0 0 0,0 0 0 0 0,1-1 1 0 0,3-10 182 0 0,1 0 0 0 0,0 0-1 0 0,0 0 1 0 0,1 1 0 0 0,1 0 0 0 0,0 0 0 0 0,1 0 0 0 0,10-10 0 0 0,-17 19-179 0 0,0 1 0 0 0,-1 0 0 0 0,1 0 0 0 0,1 0 1 0 0,-1 0-1 0 0,0 0 0 0 0,0 0 0 0 0,0 1 0 0 0,0-1 0 0 0,1 0 0 0 0,-1 0 0 0 0,0 1 0 0 0,1-1 0 0 0,-1 1 0 0 0,0-1 0 0 0,1 1 0 0 0,-1 0 0 0 0,1-1 0 0 0,-1 1 0 0 0,1 0 0 0 0,-1 0 0 0 0,1 0 0 0 0,-1 0 0 0 0,1 0 1 0 0,-1 1-1 0 0,0-1 0 0 0,1 0 0 0 0,-1 1 0 0 0,1-1 0 0 0,-1 1 0 0 0,0-1 0 0 0,1 1 0 0 0,-1 0 0 0 0,0-1 0 0 0,0 1 0 0 0,1 0 0 0 0,-1 0 0 0 0,0 0 0 0 0,0 0 0 0 0,0 0 0 0 0,1 1 0 0 0,4 6 33 0 0,-1-1-1 0 0,1 1 0 0 0,-1 1 0 0 0,-1-1 0 0 0,5 11 0 0 0,-3-5 159 0 0,0-2-6 0 0,-2-3-75 0 0,0-1 0 0 0,0 0 0 0 0,1 0 0 0 0,11 13 0 0 0,-15-19-90 0 0,1 0 1 0 0,0-1 0 0 0,0 1 0 0 0,-1-1 0 0 0,1 1 0 0 0,0-1 0 0 0,0 0-1 0 0,0 0 1 0 0,1 0 0 0 0,-1 0 0 0 0,0 0 0 0 0,0 0 0 0 0,0 0-1 0 0,1-1 1 0 0,-1 1 0 0 0,0-1 0 0 0,1 0 0 0 0,-1 0 0 0 0,0 0-1 0 0,1 0 1 0 0,-1 0 0 0 0,1 0 0 0 0,-1-1 0 0 0,3 0 0 0 0,3-1 119 0 0,0-1 1 0 0,0 0 0 0 0,0-1-1 0 0,0 1 1 0 0,-1-2 0 0 0,13-7-1 0 0,38-37 200 0 0,-40 31-300 0 0,24-15 0 0 0,-37 29-34 0 0,0 1 1 0 0,0 0-1 0 0,0 0 1 0 0,1 0 0 0 0,-1 0-1 0 0,9-2 1 0 0,-13 5-16 0 0,1 0-1 0 0,-1 0 1 0 0,0-1 0 0 0,1 1-1 0 0,-1 0 1 0 0,0 0 0 0 0,1 1-1 0 0,-1-1 1 0 0,0 0 0 0 0,0 0-1 0 0,1 1 1 0 0,-1-1 0 0 0,0 1-1 0 0,0-1 1 0 0,1 1 0 0 0,-1-1-1 0 0,0 1 1 0 0,0 0 0 0 0,0-1-1 0 0,0 1 1 0 0,0 0 0 0 0,0 0-1 0 0,0 0 1 0 0,0 0 0 0 0,0 0-1 0 0,0 0 1 0 0,-1 0 0 0 0,1 0-1 0 0,0 0 1 0 0,-1 0 0 0 0,1 1-1 0 0,-1-1 1 0 0,1 0 0 0 0,0 3 0 0 0,3 6 21 0 0,0 2 0 0 0,1 0-1 0 0,0 0 1 0 0,1-1 0 0 0,8 14-1 0 0,-11-22-22 0 0,-1 0 0 0 0,1 0 0 0 0,-1-1-1 0 0,1 1 1 0 0,0 0 0 0 0,0-1-1 0 0,0 0 1 0 0,0 0 0 0 0,0 0-1 0 0,0 0 1 0 0,1 0 0 0 0,-1-1-1 0 0,1 1 1 0 0,-1-1 0 0 0,1 0-1 0 0,0 0 1 0 0,-1 0 0 0 0,8 0 0 0 0,-2-1 25 0 0,-1 0 1 0 0,0-1 0 0 0,1 0 0 0 0,-1 0-1 0 0,0-1 1 0 0,0 0 0 0 0,0 0 0 0 0,0-1 0 0 0,0 0-1 0 0,10-6 1 0 0,8-6 78 0 0,39-29 1 0 0,-3 1-121 0 0,-53 37 11 0 0,0 1 0 0 0,0 0 0 0 0,1 1 0 0 0,16-6 0 0 0,-23 9 0 0 0,0 1 0 0 0,0-1 0 0 0,0 1 0 0 0,0 0 0 0 0,0-1 0 0 0,1 1 0 0 0,-1 0 0 0 0,0 1 0 0 0,0-1 0 0 0,0 1 0 0 0,0-1 0 0 0,0 1 0 0 0,0 0 0 0 0,0 0 0 0 0,0 0 0 0 0,0 1 0 0 0,0-1 0 0 0,0 1 0 0 0,4 3 0 0 0,18 16 0 0 0,-17-14 0 0 0,0-1 0 0 0,-1 1 0 0 0,2-1 0 0 0,-1-1 0 0 0,1 0 0 0 0,0 0 0 0 0,0 0 0 0 0,0-1 0 0 0,12 3 0 0 0,-7-4 38 0 0,0-1 0 0 0,0 0 0 0 0,0-1-1 0 0,0-1 1 0 0,0 0 0 0 0,18-3 0 0 0,83-21 465 0 0,-115 24-503 0 0,14-3 0 0 0,1 0 0 0 0,27-2 0 0 0,-37 4 0 0 0,1 1 0 0 0,-1 1 0 0 0,1-1 0 0 0,0 1 0 0 0,-1 0 0 0 0,0 0 0 0 0,1 0 0 0 0,-1 1 0 0 0,0 0 0 0 0,10 5 0 0 0,13 7 0 0 0,1-1 0 0 0,31 9 0 0 0,-25-9 0 0 0,-19-7 0 0 0,0-1 0 0 0,1-1 0 0 0,23 3 0 0 0,-37-7 0 0 0,0 0 0 0 0,0 0 0 0 0,1-1 0 0 0,-1 1 0 0 0,0-1 0 0 0,0 0 0 0 0,1 0 0 0 0,-1 0 0 0 0,0 0 0 0 0,0-1 0 0 0,0 1 0 0 0,0-1 0 0 0,-1 0 0 0 0,5-2 0 0 0,-3 1 0 0 0,-1 0 0 0 0,1 0 0 0 0,-1 0 0 0 0,0-1 0 0 0,0 1 0 0 0,0-1 0 0 0,0 0 0 0 0,-1 0 0 0 0,4-7 0 0 0,-4 3-516 0 0,-6 6 1141 0 0,-10 6-1024 0 0,7-1-5497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27.1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98 215 1375 0 0,'-6'1'448'0'0,"0"0"0"0"0,0 0-1 0 0,1 0 1 0 0,-1 0 0 0 0,0 1-1 0 0,1 0 1 0 0,-7 3-1 0 0,5-2 640 0 0,0-1 0 0 0,0 1 0 0 0,-8 1-1 0 0,15-4-967 0 0,-1 0 0 0 0,1 0-1 0 0,0 0 1 0 0,0 0 0 0 0,-1 0 0 0 0,1 0-1 0 0,0 0 1 0 0,-1 0 0 0 0,1 0-1 0 0,0 0 1 0 0,-1 0 0 0 0,1 0 0 0 0,0 0-1 0 0,0 0 1 0 0,-1 0 0 0 0,1 0-1 0 0,0 0 1 0 0,-1 0 0 0 0,1 0-1 0 0,0 0 1 0 0,0-1 0 0 0,-1 1 0 0 0,1 0-1 0 0,0 0 1 0 0,0 0 0 0 0,-1-1-1 0 0,1 1 1 0 0,0 0 0 0 0,0 0-1 0 0,0 0 1 0 0,-1-1 0 0 0,1 1 0 0 0,0 0-1 0 0,0 0 1 0 0,0-1 0 0 0,0 1-1 0 0,-1 0 1 0 0,1-1 0 0 0,3-14 1868 0 0,13-15-752 0 0,-16 30-1205 0 0,10-15 351 0 0,28-41 588 0 0,-34 51-913 0 0,0 0 0 0 0,1 0 0 0 0,-1 0 0 0 0,1 1 0 0 0,0 0 0 0 0,0 0 0 0 0,11-6 0 0 0,-14 9-56 0 0,1 0 0 0 0,0 0 0 0 0,-1 0 0 0 0,1 1-1 0 0,-1-1 1 0 0,1 1 0 0 0,0 0 0 0 0,0 0 0 0 0,-1 0 0 0 0,1 0 0 0 0,0 0-1 0 0,-1 0 1 0 0,1 1 0 0 0,0-1 0 0 0,-1 1 0 0 0,1 0 0 0 0,-1 0 0 0 0,1 0-1 0 0,-1 0 1 0 0,1 0 0 0 0,-1 1 0 0 0,0-1 0 0 0,3 3 0 0 0,6 4 31 0 0,0 2 0 0 0,-1-1-1 0 0,13 15 1 0 0,-8-8 104 0 0,-11-12-83 0 0,0 0 1 0 0,0-1 0 0 0,0 0-1 0 0,1 0 1 0 0,-1 0-1 0 0,1 0 1 0 0,-1-1 0 0 0,1 0-1 0 0,0 0 1 0 0,0 0-1 0 0,0 0 1 0 0,0-1-1 0 0,1 0 1 0 0,-1 0 0 0 0,0 0-1 0 0,0-1 1 0 0,1 1-1 0 0,-1-1 1 0 0,0-1-1 0 0,1 1 1 0 0,-1-1 0 0 0,8-1-1 0 0,30-9 196 0 0,0-2-1 0 0,73-32 1 0 0,-64 24-167 0 0,-51 21-81 0 0,8-4 0 0 0,0 1 0 0 0,0 0 0 0 0,0 0 0 0 0,12-1 0 0 0,-19 3 0 0 0,1 1 0 0 0,-1 0 0 0 0,0 0 0 0 0,1 0 0 0 0,-1 0 0 0 0,1 1 0 0 0,-1-1 0 0 0,1 1 0 0 0,-1-1 0 0 0,0 1 0 0 0,1 0 0 0 0,-1 0 0 0 0,0 0 0 0 0,0 0 0 0 0,1 0 0 0 0,-1 1 0 0 0,0-1 0 0 0,0 0 0 0 0,0 1 0 0 0,-1 0 0 0 0,3 2 0 0 0,3 3 0 0 0,0 1 0 0 0,1-1 0 0 0,-1-1 0 0 0,1 1 0 0 0,1-2 0 0 0,-1 1 0 0 0,1-1 0 0 0,0 0 0 0 0,0 0 0 0 0,0-1 0 0 0,1-1 0 0 0,0 0 0 0 0,-1 0 0 0 0,1-1 0 0 0,0 0 0 0 0,1 0 0 0 0,-1-1 0 0 0,0-1 0 0 0,0 0 0 0 0,17-1 0 0 0,4-2 0 0 0,59-14 0 0 0,-78 14 0 0 0,-1 0 0 0 0,0-1 0 0 0,0 0 0 0 0,0-1 0 0 0,-1-1 0 0 0,1 1 0 0 0,-1-2 0 0 0,13-9 0 0 0,-21 14 0 0 0,-1 0 0 0 0,1 1 0 0 0,0-1 0 0 0,1 1 0 0 0,-1 0 0 0 0,0-1 0 0 0,0 1 0 0 0,1 0 0 0 0,-1 0 0 0 0,0 0 0 0 0,1 1 0 0 0,-1-1 0 0 0,1 1 0 0 0,-1-1 0 0 0,1 1 0 0 0,3 0 0 0 0,-2 0 0 0 0,-1 1 0 0 0,1 0 0 0 0,-1 0 0 0 0,1 0 0 0 0,-1 0 0 0 0,0 0 0 0 0,0 1 0 0 0,0 0 0 0 0,0-1 0 0 0,0 1 0 0 0,4 3 0 0 0,-2-1 0 0 0,1-1 0 0 0,0 0 0 0 0,0 0 0 0 0,1 0 0 0 0,-1-1 0 0 0,1 0 0 0 0,-1 0 0 0 0,1-1 0 0 0,-1 0 0 0 0,1 0 0 0 0,11 0 0 0 0,5-1 0 0 0,-1-1 0 0 0,26-5 0 0 0,-6-1 92 0 0,-1-1 1 0 0,0-3-1 0 0,0-1 0 0 0,-1-2 0 0 0,51-26 1 0 0,-74 31 65 0 0,-10 5-66 0 0,1 0 1 0 0,-1 0-1 0 0,1 1 1 0 0,0 0-1 0 0,16-4 1 0 0,-23 7-87 0 0,0 0 0 0 0,0 0 0 0 0,0 0 0 0 0,0 0 0 0 0,0 0 0 0 0,0 0 0 0 0,-1 0 0 0 0,1 0 1 0 0,0 1-1 0 0,0-1 0 0 0,0 0 0 0 0,0 0 0 0 0,-1 1 0 0 0,1-1 0 0 0,0 1 0 0 0,0-1 0 0 0,-1 0 0 0 0,1 1 0 0 0,0-1 0 0 0,-1 1 0 0 0,2 1 1 0 0,8 16 203 0 0,-9-16-197 0 0,-1 0 1 0 0,1 0-1 0 0,0 0 0 0 0,0 0 1 0 0,0-1-1 0 0,0 1 0 0 0,0 0 1 0 0,0-1-1 0 0,1 1 0 0 0,-1-1 0 0 0,0 1 1 0 0,4 1-1 0 0,-1-1 23 0 0,0 0-1 0 0,0 0 1 0 0,0-1 0 0 0,0 0-1 0 0,0 0 1 0 0,1 0-1 0 0,5 0 1 0 0,11 2-1799 0 0,-10 0-5951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29.8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43 190 919 0 0,'-2'0'289'0'0,"-1"0"-1"0"0,1 0 0 0 0,-1 0 0 0 0,1-1 1 0 0,-1 1-1 0 0,1-1 0 0 0,0 0 0 0 0,-1 0 0 0 0,1 0 1 0 0,0 0-1 0 0,-1 0 0 0 0,-2-2 0 0 0,4 2-140 0 0,0 0-1 0 0,1 1 0 0 0,-1-1 1 0 0,1 1-1 0 0,-1-1 0 0 0,0 0 1 0 0,1 1-1 0 0,-1-1 0 0 0,1 0 1 0 0,-1 0-1 0 0,1 1 0 0 0,0-1 1 0 0,-1 0-1 0 0,1 0 1 0 0,0 0-1 0 0,0 0 0 0 0,-1 1 1 0 0,1-1-1 0 0,0 0 0 0 0,0 0 1 0 0,0 0-1 0 0,0 0 0 0 0,0 0 1 0 0,0 0-1 0 0,0 1 0 0 0,0-1 1 0 0,1 0-1 0 0,-1 0 0 0 0,0 0 1 0 0,0 0-1 0 0,1 0 0 0 0,-1 1 1 0 0,1-1-1 0 0,0-1 0 0 0,10-15 1485 0 0,0 2-1 0 0,15-16 1 0 0,1-6-554 0 0,-20 26-781 0 0,1 0 0 0 0,13-14 0 0 0,-21 25-284 0 0,0-1-1 0 0,0 1 1 0 0,0 0-1 0 0,0 0 1 0 0,1-1-1 0 0,-1 1 1 0 0,0 0-1 0 0,0 0 1 0 0,0 0-1 0 0,1 0 1 0 0,-1-1-1 0 0,0 1 1 0 0,0 0-1 0 0,0 0 1 0 0,1 0-1 0 0,-1 0 1 0 0,0 0-1 0 0,0 0 1 0 0,1-1-1 0 0,-1 1 1 0 0,0 0-1 0 0,0 0 1 0 0,1 0-1 0 0,-1 0 1 0 0,0 0-1 0 0,0 0 1 0 0,1 0-1 0 0,-1 0 1 0 0,0 0-1 0 0,1 0 1 0 0,0 8 151 0 0,-5 15-69 0 0,3-20-51 0 0,-2 12 58 0 0,-3 26 0 0 0,5-36-83 0 0,1 1 1 0 0,0-1-1 0 0,1 1 1 0 0,-1-1-1 0 0,1 0 0 0 0,0 1 1 0 0,1-1-1 0 0,2 8 1 0 0,-4-12-1 0 0,1 0 1 0 0,0 0 0 0 0,0 1 0 0 0,0-1 0 0 0,0 0-1 0 0,0 0 1 0 0,0 0 0 0 0,0 0 0 0 0,0 0-1 0 0,0 0 1 0 0,0-1 0 0 0,0 1 0 0 0,0 0 0 0 0,1-1-1 0 0,-1 1 1 0 0,0 0 0 0 0,1-1 0 0 0,-1 1 0 0 0,0-1-1 0 0,1 0 1 0 0,-1 0 0 0 0,1 1 0 0 0,-1-1 0 0 0,1 0-1 0 0,-1 0 1 0 0,0 0 0 0 0,1-1 0 0 0,-1 1 0 0 0,1 0-1 0 0,2-1 1 0 0,4-1 155 0 0,0 0 1 0 0,-1-1-1 0 0,15-6 0 0 0,2-2 109 0 0,-1-2 0 0 0,0 0-1 0 0,39-30 1 0 0,-54 36-248 0 0,0 0 0 0 0,-1-1 1 0 0,0 1-1 0 0,-1-1 0 0 0,7-11 0 0 0,-11 15-36 0 0,-5 6 0 0 0,-4 7 0 0 0,4-3 0 0 0,1 0 0 0 0,-1 0 0 0 0,1 0 0 0 0,0 1 0 0 0,1-1 0 0 0,-1 0 0 0 0,1 1 0 0 0,1-1 0 0 0,-1 1 0 0 0,1 6 0 0 0,0-10 0 0 0,1-1 0 0 0,-1 0 0 0 0,0 0 0 0 0,1 0 0 0 0,0 1 0 0 0,-1-1 0 0 0,1 0 0 0 0,0 0 0 0 0,0 0 0 0 0,0 0 0 0 0,0 0 0 0 0,0-1 0 0 0,1 1 0 0 0,-1 0 0 0 0,0 0 0 0 0,1-1 0 0 0,0 1 0 0 0,-1-1 0 0 0,1 1 0 0 0,0-1 0 0 0,0 0 0 0 0,0 0 0 0 0,0 1 0 0 0,0-1 0 0 0,0-1 0 0 0,0 1 0 0 0,0 0 0 0 0,0 0 0 0 0,0-1 0 0 0,0 1 0 0 0,0-1 0 0 0,5 0 0 0 0,0 1 6 0 0,0-2 0 0 0,0 1-1 0 0,0-1 1 0 0,0 0 0 0 0,0 0-1 0 0,0-1 1 0 0,-1 0 0 0 0,1 0-1 0 0,0-1 1 0 0,-1 0 0 0 0,9-5-1 0 0,7-5 41 0 0,34-27 0 0 0,-37 23 53 0 0,11-10 54 0 0,-29 26-138 0 0,1 0-1 0 0,-1 0 1 0 0,1 0 0 0 0,0 0 0 0 0,0 0 0 0 0,-1 0-1 0 0,1 1 1 0 0,0-1 0 0 0,0 0 0 0 0,0 1-1 0 0,0 0 1 0 0,0-1 0 0 0,0 1 0 0 0,0 0-1 0 0,2 0 1 0 0,-2 0 19 0 0,-1 1 1 0 0,1-1-1 0 0,-1 1 0 0 0,1 0 0 0 0,-1-1 1 0 0,1 1-1 0 0,-1 0 0 0 0,0 0 0 0 0,1 0 1 0 0,-1 0-1 0 0,0 0 0 0 0,0 0 0 0 0,0 0 1 0 0,0 0-1 0 0,2 3 0 0 0,14 24 477 0 0,-4-5-242 0 0,-9-18-237 0 0,-1-1-1 0 0,1 0 1 0 0,0-1 0 0 0,0 1-1 0 0,0-1 1 0 0,0 1 0 0 0,1-1-1 0 0,-1 0 1 0 0,1-1 0 0 0,0 1-1 0 0,0-1 1 0 0,0 0 0 0 0,0 0-1 0 0,0-1 1 0 0,0 0 0 0 0,1 0-1 0 0,-1 0 1 0 0,0 0 0 0 0,1-1-1 0 0,-1 1 1 0 0,0-2-1 0 0,8 0 1 0 0,39-8 170 0 0,-39 6-918 0 0,0 0 0 0 0,26-1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46.2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23 2303 0 0,'5'-6'782'0'0,"0"1"1549"0"0,5 1 2890 0 0,7-2-4987 0 0,-17 6-217 0 0,0 0 0 0 0,0 0-1 0 0,0 0 1 0 0,0-1 0 0 0,1 1-1 0 0,-1 0 1 0 0,0 0 0 0 0,0 0-1 0 0,0 0 1 0 0,0 0-1 0 0,1 0 1 0 0,-1 0 0 0 0,0-1-1 0 0,0 1 1 0 0,0 0 0 0 0,1 0-1 0 0,-1 0 1 0 0,0 0 0 0 0,0 0-1 0 0,0 0 1 0 0,1 0 0 0 0,-1 0-1 0 0,0 0 1 0 0,0 0 0 0 0,1 0-1 0 0,-1 0 1 0 0,0 0 0 0 0,0 1-1 0 0,0-1 1 0 0,0 0-1 0 0,1 0 1 0 0,-1 0 0 0 0,0 0-1 0 0,0 0 1 0 0,0 0 0 0 0,1 0-1 0 0,-1 0 1 0 0,0 1 0 0 0,0-1-1 0 0,0 0 1 0 0,0 0 0 0 0,0 0-1 0 0,1 0 1 0 0,-1 1 0 0 0,-4 7 94 0 0,2-5-1520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13.4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1 415 1695 0 0,'7'-5'0'0'0,"1"1"0"0"0,0 0 0 0 0,0 0 0 0 0,0 1 0 0 0,1 0 0 0 0,-1 1 0 0 0,12-3 0 0 0,63-6 0 0 0,88-1 0 0 0,50-5 0 0 0,232-12 0 0 0,70-6-27 0 0,-3-32-32 0 0,237-22-9 0 0,-19 46 14 0 0,-43 20 54 0 0,-398 16 0 0 0,231 1 0 0 0,-501 7 0 0 0,8-1 0 0 0,67 11 0 0 0,-102-11 0 0 0,0 0 0 0 0,0-1 0 0 0,0 1 0 0 0,0 0 0 0 0,0 0 0 0 0,0 0 0 0 0,0 0 0 0 0,0 0 0 0 0,0 0 0 0 0,1 0 0 0 0,-1 0 0 0 0,0 0 0 0 0,0 0 0 0 0,0 0 0 0 0,0 0 0 0 0,0 0 0 0 0,0 0 0 0 0,0 0 0 0 0,0 0 0 0 0,0 0 0 0 0,0 0 0 0 0,1 0 0 0 0,-1 0 0 0 0,0 0 0 0 0,0 0 0 0 0,0 0 0 0 0,0 0 0 0 0,0 0 0 0 0,0 1 0 0 0,0-1 0 0 0,0 0 0 0 0,0 0 0 0 0,0 0 0 0 0,0 0 0 0 0,0 0 0 0 0,0 0 0 0 0,1 0 0 0 0,-1 0 0 0 0,0 0 0 0 0,0 0 0 0 0,0 0 0 0 0,0 0 0 0 0,0 0 0 0 0,0 0 0 0 0,0 1 0 0 0,0-1 0 0 0,0 0 0 0 0,0 0 0 0 0,0 0 0 0 0,0 0 0 0 0,0 0 0 0 0,0 0 0 0 0,0 0 0 0 0,0 0 0 0 0,0 0 0 0 0,0 0 0 0 0,0 1 0 0 0,0-1 0 0 0,0 0 0 0 0,0 0 0 0 0,0 0 0 0 0,0 0 0 0 0,0 0 0 0 0,0 0 0 0 0,0 0 0 0 0,-1 0 0 0 0,-7 4 0 0 0,-12 0 0 0 0,-179 16-1 0 0,98-13 13 0 0,-444 55 46 0 0,60-7-63 0 0,-93-5 70 0 0,275-26-66 0 0,-289 42 64 0 0,483-52-62 0 0,-1020 152-1 0 0,966-140 0 0 0,-73 6-26 0 0,57-8-12 0 0,-67 7 38 0 0,196-28-25 0 0,0-1 0 0 0,-73-7-1 0 0,74 2 38 0 0,44 2-12 0 0,1 1 0 0 0,1-1 0 0 0,0 1 0 0 0,-1 0 0 0 0,1 0 0 0 0,0 0 0 0 0,-1 1 0 0 0,1-1 0 0 0,-1 1 0 0 0,1 0 0 0 0,0 0 0 0 0,-6 2 0 0 0,9-3 0 0 0,0 0 0 0 0,0 0 0 0 0,0 0 0 0 0,0 0 0 0 0,0 0 0 0 0,0 0 0 0 0,0 0 0 0 0,0 1 0 0 0,-1-1 0 0 0,1 0 0 0 0,0 0 0 0 0,0 0 0 0 0,0 0 0 0 0,0 0 0 0 0,0 0 0 0 0,0 0 0 0 0,0 0 0 0 0,0 1 0 0 0,0-1 0 0 0,0 0 0 0 0,0 0 0 0 0,0 0 0 0 0,0 0 0 0 0,0 0 0 0 0,0 0 0 0 0,0 1 0 0 0,0-1 0 0 0,0 0 0 0 0,0 0 0 0 0,0 0 0 0 0,0 0 0 0 0,0 0 0 0 0,0 0 0 0 0,0 1 0 0 0,0-1 0 0 0,0 0 0 0 0,0 0 0 0 0,0 0 0 0 0,0 0 0 0 0,0 0 0 0 0,1 0 0 0 0,-1 0 0 0 0,0 0 0 0 0,0 1 0 0 0,7 3 0 0 0,10 2 0 0 0,2-3 0 0 0,0 0 0 0 0,1-1 0 0 0,-1-1 0 0 0,26-2 0 0 0,79-12 0 0 0,-82 7 0 0 0,57-7 0 0 0,213-21 0 0 0,24 11 0 0 0,131-7 0 0 0,-78 5-1 0 0,35-1 66 0 0,566 22-1 0 0,-831 11-64 0 0,174 2 0 0 0,629-44 0 0 0,-498 31 0 0 0,-459 4 0 0 0,20 0 0 0 0,0 2 0 0 0,-1 0 0 0 0,44 9 0 0 0,-67-11 0 0 0,-1 1 0 0 0,1-1 0 0 0,0 0 0 0 0,0 0 0 0 0,0 1 0 0 0,-1-1 0 0 0,1 0 0 0 0,0 1 0 0 0,-1-1 0 0 0,1 1 0 0 0,0-1 0 0 0,-1 1 0 0 0,1-1 0 0 0,0 2 0 0 0,0-2 0 0 0,-1 0 0 0 0,0 0 0 0 0,0 1 0 0 0,0-1 0 0 0,0 0 0 0 0,0 0 0 0 0,0 1 0 0 0,0-1 0 0 0,0 0 0 0 0,0 0 0 0 0,0 0 0 0 0,0 1 0 0 0,0-1 0 0 0,-1 0 0 0 0,1 0 0 0 0,0 1 0 0 0,0-1 0 0 0,0 0 0 0 0,0 0 0 0 0,0 0 0 0 0,0 1 0 0 0,0-1 0 0 0,-1 0 0 0 0,1 0 0 0 0,0 0 0 0 0,0 0 0 0 0,0 1 0 0 0,0-1 0 0 0,-1 0 0 0 0,1 0 0 0 0,0 0 0 0 0,-3 2 0 0 0,1-1 0 0 0,-1 0 0 0 0,1 1 0 0 0,-1-1 0 0 0,0 0 0 0 0,-4 1 0 0 0,-268 44 0 0 0,221-39 0 0 0,-310 29 2 0 0,80-10-14 0 0,-92 11-43 0 0,113-13 46 0 0,-1000 87-45 0 0,884-86 54 0 0,-397 34 0 0 0,-144 68 128 0 0,615-85-64 0 0,264-38-64 0 0,79-11 0 0 0,718-64-56 0 0,-613 54 59 0 0,92-16 45 0 0,48-5-107 0 0,788-58-77 0 0,-93-1 136 0 0,-136-28 5 0 0,-104 13 54 0 0,-235 36 65 0 0,-440 65-120 0 0,-53 10-4 0 0,56-12 0 0 0,-59 11 0 0 0,0 0 0 0 0,-1-1 0 0 0,1 0 0 0 0,0 0 0 0 0,-1 0 0 0 0,0 0 0 0 0,7-6 0 0 0,-13 9 0 0 0,1-1 0 0 0,-1 1 0 0 0,1 0 0 0 0,-1-1 0 0 0,1 1 0 0 0,-1 0 0 0 0,1-1 0 0 0,-1 1 0 0 0,0-1 0 0 0,1 1 0 0 0,-1-1 0 0 0,0 1 0 0 0,1-1 0 0 0,-1 1 0 0 0,0-1 0 0 0,0 0 0 0 0,1 1 0 0 0,-1-1 0 0 0,0 1 0 0 0,0-1 0 0 0,0 0 0 0 0,0 1 0 0 0,0-1 0 0 0,0 1 0 0 0,0-1 0 0 0,0 0 0 0 0,0 1 0 0 0,0-1 0 0 0,0 1 0 0 0,0-1 0 0 0,-1 1 0 0 0,1-1 0 0 0,0 0 0 0 0,0 1 0 0 0,-1-1 0 0 0,1 1 0 0 0,0-1 0 0 0,-1 1 0 0 0,1-1 0 0 0,0 1 0 0 0,-1-1 0 0 0,1 1 0 0 0,-1 0 0 0 0,1-1 0 0 0,-1 1 0 0 0,1 0 0 0 0,-1-1 0 0 0,1 1 0 0 0,-1-1 0 0 0,-4-2 0 0 0,1 1 0 0 0,-1-1 0 0 0,0 1 0 0 0,-6-2 0 0 0,-18-5 0 0 0,-1 1 0 0 0,-1 2 0 0 0,1 1 0 0 0,-39-1 0 0 0,47 5 0 0 0,-257-5 0 0 0,-2 27 0 0 0,-138 33 0 0 0,24-3 0 0 0,-1214 83 0 0 0,1591-133-1 0 0,-176 15-70 0 0,193-15 71 0 0,0-1 0 0 0,0 0 0 0 0,0 0 0 0 0,-1 1 0 0 0,1-1 0 0 0,0 0 0 0 0,0 0 0 0 0,-1 0 0 0 0,1-1 0 0 0,0 1 0 0 0,0 0 0 0 0,-2-1 0 0 0,3 1 0 0 0,0-1 0 0 0,1 1 0 0 0,-1-1 0 0 0,0 1 0 0 0,1 0 0 0 0,-1-1 0 0 0,0 1 0 0 0,1-1 0 0 0,-1 1 0 0 0,1 0 0 0 0,-1-1 0 0 0,1 1 0 0 0,-1 0 0 0 0,0 0 0 0 0,1-1 0 0 0,-1 1 0 0 0,1 0 0 0 0,0 0 0 0 0,36-15 0 0 0,187-47 0 0 0,6 16 0 0 0,-54 12 0 0 0,795-171 0 0 0,-445 101-144 0 0,-228 59 144 0 0,-292 45 0 0 0,19-5 0 0 0,-56 0 0 0 0,-42 6 0 0 0,0 2 0 0 0,-81 16 0 0 0,131-16 0 0 0,-131 17 0 0 0,-728 116 0 0 0,702-90 64 0 0,250-53-64 0 0,356-51 1 0 0,-175 22-12 0 0,345-57-43 0 0,-582 91 54 0 0,-18 2 0 0 0,-19 4 0 0 0,-174 25 0 0 0,-153 18 0 0 0,189-29 4 0 0,-902 85 56 0 0,678-68-33 0 0,-137 8 10 0 0,403-37-34 0 0,-328 27 32 0 0,360-21-28 0 0,1 3-1 0 0,1 4 1 0 0,-93 34-1 0 0,163-48-6 0 0,7-2 0 0 0,1-1 0 0 0,-15 8 0 0 0,23-8 0 0 0,5-1 0 0 0,9-2 0 0 0,321-57 0 0 0,-128 19 0 0 0,405-77 0 0 0,-557 104-2 0 0,1 4 0 0 0,0 1 0 0 0,0 4 0 0 0,64 3 0 0 0,-114 0-13 0 0,-5 0 13 0 0,0 0-1 0 0,0 0 1 0 0,1 0-1 0 0,-1 1 0 0 0,0-1 1 0 0,0 1-1 0 0,1-1 1 0 0,-1 1-1 0 0,0-1 0 0 0,0 1 1 0 0,0 0-1 0 0,0 0 1 0 0,0 0-1 0 0,3 2 0 0 0,-5-3 3 0 0,0 1 0 0 0,0-1 0 0 0,0 0 0 0 0,0 0 0 0 0,0 0 0 0 0,1 0 0 0 0,-1 1 0 0 0,0-1 0 0 0,0 0 0 0 0,0 0 0 0 0,0 0 0 0 0,0 1 0 0 0,0-1 0 0 0,0 0 0 0 0,0 0 0 0 0,0 0 0 0 0,0 1 0 0 0,1-1 0 0 0,-1 0 0 0 0,0 0 0 0 0,0 0 0 0 0,0 1 0 0 0,-1-1 0 0 0,1 0 0 0 0,0 0 0 0 0,0 1 0 0 0,0-1 0 0 0,0 0 0 0 0,0 0 0 0 0,0 0 0 0 0,0 1 0 0 0,0-1 0 0 0,0 0 0 0 0,0 0 0 0 0,-1 1 0 0 0,-8 5 0 0 0,-15 2 0 0 0,22-7 0 0 0,-259 52 0 0 0,141-32 11 0 0,110-19-10 0 0,-424 92 33 0 0,339-69-28 0 0,1 5 0 0 0,-135 63 0 0 0,200-79-7 0 0,0-1-1 0 0,0-1 1 0 0,-1-1-1 0 0,-1-2 1 0 0,0-1-1 0 0,-41 4 1 0 0,-13-6-53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19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0 538 3456 0 0,'1'3'10002'0'0,"8"-2"-6295"0"0,11-3-1212 0 0,2-5-2495 0 0,23-10 0 0 0,-11 3 0 0 0,-27 12 0 0 0,-1-2 0 0 0,0 1 0 0 0,0-1 0 0 0,0 1 0 0 0,0-2 0 0 0,-1 1 0 0 0,1-1 0 0 0,-1 0 0 0 0,0 0 0 0 0,0 0 0 0 0,6-10 0 0 0,3-7 0 0 0,21-43 0 0 0,-27 49 0 0 0,2-6 0 0 0,0 0 0 0 0,-2-1 0 0 0,11-44 0 0 0,-16 52 0 0 0,-1-1 0 0 0,0-1 0 0 0,-1 1 0 0 0,0 0 0 0 0,-1 0 0 0 0,-5-27 0 0 0,5 38 0 0 0,-1 1 0 0 0,0 0 0 0 0,-1 0 0 0 0,1 0 0 0 0,-1-1 0 0 0,1 1 0 0 0,-1 1 0 0 0,-1-1 0 0 0,1 0 0 0 0,0 0 0 0 0,-4-3 0 0 0,5 6 0 0 0,-1-1 0 0 0,1 1 0 0 0,-1 0 0 0 0,0 0 0 0 0,1 0 0 0 0,-1 0 0 0 0,0 0 0 0 0,1 0 0 0 0,-1 0 0 0 0,0 1 0 0 0,0-1 0 0 0,0 1 0 0 0,0-1 0 0 0,0 1 0 0 0,0 0 0 0 0,1-1 0 0 0,-1 1 0 0 0,0 0 0 0 0,0 0 0 0 0,0 1 0 0 0,0-1 0 0 0,0 0 0 0 0,0 1 0 0 0,0-1 0 0 0,0 1 0 0 0,-2 1 0 0 0,-3 0-3 0 0,1 1 0 0 0,0 1 0 0 0,1-1 1 0 0,-1 1-1 0 0,1 0 0 0 0,-1 1 0 0 0,1-1 0 0 0,1 1 0 0 0,-1 0 0 0 0,1 0 0 0 0,-7 11 0 0 0,0 1-358 0 0,0 1-1 0 0,-11 31 0 0 0,9-16-363 0 0,1 1-1 0 0,2 0 1 0 0,1 1 0 0 0,2 0 0 0 0,-4 59-1 0 0,10-49-75 0 0,1 0 0 0 0,2 0 1 0 0,2 0-1 0 0,10 47 0 0 0,-11-76 801 0 0,1-1 0 0 0,0 1 0 0 0,2 0 0 0 0,-1-1 0 0 0,15 26 0 0 0,-17-37 0 0 0,-1 1 0 0 0,1-1 0 0 0,0 0 0 0 0,0 0 0 0 0,1 0 0 0 0,-1-1 0 0 0,1 1 0 0 0,0-1 0 0 0,0 1 0 0 0,0-1 0 0 0,0-1 0 0 0,0 1 0 0 0,1-1 0 0 0,-1 1 0 0 0,1-1 0 0 0,0 0 0 0 0,-1-1 0 0 0,1 1 0 0 0,0-1 0 0 0,0 0 0 0 0,0 0 0 0 0,8 0 0 0 0,-3-2 68 0 0,-1 0 0 0 0,0 0 0 0 0,0-1 0 0 0,0 0 0 0 0,0-1 0 0 0,-1 1 0 0 0,1-2 0 0 0,-1 1 0 0 0,1-1 0 0 0,-1-1 0 0 0,0 1 0 0 0,-1-1 0 0 0,1-1 0 0 0,-1 1 0 0 0,0-1 0 0 0,0-1 0 0 0,-1 1 0 0 0,0-1 0 0 0,0 0 0 0 0,0-1 0 0 0,-1 1 0 0 0,-1-1 0 0 0,1 0 0 0 0,-1 0 0 0 0,0-1 0 0 0,-1 1 0 0 0,4-12 0 0 0,-7 18 43 0 0,0 1 0 0 0,1-1 0 0 0,-1 1 0 0 0,0 0 1 0 0,0-1-1 0 0,0 1 0 0 0,0-1 0 0 0,0 1 1 0 0,0 0-1 0 0,0-1 0 0 0,0 1 0 0 0,-1-1 0 0 0,1 1 1 0 0,0 0-1 0 0,-1-1 0 0 0,0 0 0 0 0,0 1-68 0 0,1 0 0 0 0,-1 0-1 0 0,0 1 1 0 0,0-1-1 0 0,1 0 1 0 0,-1 1 0 0 0,0-1-1 0 0,0 0 1 0 0,0 1 0 0 0,0-1-1 0 0,1 1 1 0 0,-1 0 0 0 0,0-1-1 0 0,0 1 1 0 0,0 0 0 0 0,0-1-1 0 0,0 1 1 0 0,0 0-1 0 0,0 0 1 0 0,0 0 0 0 0,0 0-1 0 0,-2 0 1 0 0,-5 0-2970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4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43 194 976 0 0,'21'18'16798'0'0,"-16"-17"-15913"0"0,-3-1-801 0 0,-1 0-1 0 0,1 0 1 0 0,0-1-1 0 0,-1 1 0 0 0,1 0 1 0 0,0-1-1 0 0,-1 1 1 0 0,1-1-1 0 0,-1 0 0 0 0,1 0 1 0 0,2-1-1 0 0,3-3-83 0 0,-1 0 0 0 0,1 0 0 0 0,-1-1 0 0 0,-1 0 0 0 0,1 0 0 0 0,-1-1 0 0 0,0 1 0 0 0,0-1 0 0 0,-1 0 0 0 0,1-1 0 0 0,-2 1 0 0 0,1-1 0 0 0,-1 1 0 0 0,0-1 0 0 0,-1 0 0 0 0,0 0 0 0 0,0-1 0 0 0,-1 1 0 0 0,0 0 0 0 0,0 0 0 0 0,-1-11 0 0 0,0 17 0 0 0,0 0 0 0 0,0 1 0 0 0,0-1 0 0 0,-1 0 0 0 0,1 1 0 0 0,-1-1 0 0 0,1 0 0 0 0,-1 0 0 0 0,1 1 0 0 0,-1-1 0 0 0,0 1 0 0 0,0-1 0 0 0,0 1 0 0 0,0-1 0 0 0,0 1 0 0 0,0-1 0 0 0,0 1 0 0 0,0 0 0 0 0,0 0 0 0 0,-1 0 0 0 0,1 0 0 0 0,0-1 0 0 0,-1 2 0 0 0,-2-3 0 0 0,2 3 0 0 0,0-1 0 0 0,-1 1 0 0 0,1 0 0 0 0,0-1 0 0 0,0 1 0 0 0,-1 0 0 0 0,1 1 0 0 0,0-1 0 0 0,-1 0 0 0 0,1 0 0 0 0,0 1 0 0 0,-1 0 0 0 0,1-1 0 0 0,0 1 0 0 0,0 0 0 0 0,0 0 0 0 0,-3 2 0 0 0,-4 2 189 0 0,1 0 0 0 0,-15 12-1 0 0,17-12-704 0 0,0 1-1 0 0,1 0 1 0 0,-1 0 0 0 0,1 0-1 0 0,1 1 1 0 0,-6 8-1 0 0,6-6-322 0 0,0-1-1 0 0,1 1 1 0 0,-1 1-1 0 0,2-1 0 0 0,-1 0 1 0 0,1 1-1 0 0,1-1 1 0 0,0 1-1 0 0,0 16 1 0 0,1-18 933 0 0,0 0 1 0 0,1 0 0 0 0,-1 0-1 0 0,2-1 1 0 0,-1 1-1 0 0,1 0 1 0 0,1-1 0 0 0,5 13-1 0 0,-7-16-54 0 0,1-1 0 0 0,0 0 0 0 0,0 0 0 0 0,1 0-1 0 0,-1 0 1 0 0,0 0 0 0 0,1-1 0 0 0,0 1 0 0 0,0-1 0 0 0,0 0-1 0 0,0 1 1 0 0,0-1 0 0 0,0-1 0 0 0,0 1 0 0 0,1 0-1 0 0,-1-1 1 0 0,0 0 0 0 0,1 1 0 0 0,0-1 0 0 0,4 0 0 0 0,0 0 31 0 0,0 0 1 0 0,0-1-1 0 0,0 0 1 0 0,0 0 0 0 0,0-1-1 0 0,0 0 1 0 0,0-1-1 0 0,11-3 1 0 0,-2-1-1092 0 0,0 0 0 0 0,26-15 0 0 0,-33 16-2200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5.5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199 189 1152 0 0,'2'-12'13490'0'0,"11"0"-9366"0"0,-7 7-4016 0 0,-1 1 0 0 0,0-1 0 0 0,-1 0 0 0 0,1-1 0 0 0,-1 1 0 0 0,0-1 0 0 0,0 0 1 0 0,4-10-1 0 0,-7 14-111 0 0,0 0 1 0 0,-1 0-1 0 0,1 0 1 0 0,-1 0-1 0 0,1 0 1 0 0,-1-1-1 0 0,0 1 1 0 0,0 0 0 0 0,0 0-1 0 0,0 0 1 0 0,0 0-1 0 0,-1-1 1 0 0,1 1-1 0 0,-1 0 1 0 0,1 0-1 0 0,-1 0 1 0 0,0 0 0 0 0,0 0-1 0 0,1 0 1 0 0,-2 0-1 0 0,1 0 1 0 0,0 0-1 0 0,0 1 1 0 0,-1-1-1 0 0,1 0 1 0 0,0 1-1 0 0,-1-1 1 0 0,0 1 0 0 0,1-1-1 0 0,-1 1 1 0 0,-2-2-1 0 0,0 0 3 0 0,0 1 0 0 0,-1-1 0 0 0,1 1 0 0 0,-1 0 0 0 0,1 0 0 0 0,-1 0 0 0 0,0 0 0 0 0,1 1 0 0 0,-1 0 0 0 0,0 0 0 0 0,0 0 0 0 0,0 1 0 0 0,0 0 0 0 0,0 0 0 0 0,0 0 0 0 0,0 0 0 0 0,0 1 0 0 0,0-1 0 0 0,-7 3 0 0 0,6 0 0 0 0,0-1 0 0 0,-1 1 0 0 0,2 0 0 0 0,-1 0 0 0 0,0 0 0 0 0,0 1 0 0 0,1 0 0 0 0,0 0 0 0 0,0 0 0 0 0,0 1 0 0 0,0 0 0 0 0,1 0 0 0 0,0 0 0 0 0,-4 7 0 0 0,0 0 0 0 0,1 1 0 0 0,1 0 0 0 0,0 1 0 0 0,0-1 0 0 0,2 1 0 0 0,-6 27 0 0 0,8-32 0 0 0,0 0 0 0 0,2 0 0 0 0,-1 0 0 0 0,1 0 0 0 0,0 1 0 0 0,1-1 0 0 0,0 0 0 0 0,0 0 0 0 0,1 0 0 0 0,0 0 0 0 0,7 17 0 0 0,-8-24 0 0 0,0-1 0 0 0,0 1 0 0 0,0 0 0 0 0,0 0 0 0 0,0 0 0 0 0,1-1 0 0 0,-1 1 0 0 0,1-1 0 0 0,-1 1 0 0 0,1-1 0 0 0,-1 0 0 0 0,1 1 0 0 0,0-1 0 0 0,0 0 0 0 0,-1 0 0 0 0,1 0 0 0 0,4 1 0 0 0,-3-1 0 0 0,1-1 0 0 0,-1 1 0 0 0,0-1 0 0 0,0 0 0 0 0,1 0 0 0 0,-1 0 0 0 0,0 0 0 0 0,1 0 0 0 0,-1-1 0 0 0,5-1 0 0 0,0 0 0 0 0,0-1 0 0 0,0 0 0 0 0,-1-1 0 0 0,1 0 0 0 0,-1 0 0 0 0,0 0 0 0 0,0-1 0 0 0,8-8 0 0 0,-1-1 0 0 0,-1-1 0 0 0,-1 0 0 0 0,-1-1 0 0 0,0-1 0 0 0,-1 0 0 0 0,0 0 0 0 0,-2-1 0 0 0,0 0 0 0 0,-1-1 0 0 0,5-20 0 0 0,-12 39 0 0 0,0 0 0 0 0,0 0 0 0 0,0 0 0 0 0,0 0 0 0 0,0 0 0 0 0,0 0 0 0 0,0 1 0 0 0,0-1 0 0 0,0 0 0 0 0,1 0 0 0 0,-1 0 0 0 0,0 0 0 0 0,0 0 0 0 0,0 0 0 0 0,0 0 0 0 0,0 0 0 0 0,0 0 0 0 0,0 0 0 0 0,0 0 0 0 0,0 0 0 0 0,0 0 0 0 0,0 0 0 0 0,1 0 0 0 0,-1 0 0 0 0,0 0 0 0 0,0 0 0 0 0,0 0 0 0 0,0 0 0 0 0,0 0 0 0 0,0 0 0 0 0,0 0 0 0 0,0 0 0 0 0,0 0 0 0 0,0-1 0 0 0,0 1 0 0 0,1 0 0 0 0,-1 0 0 0 0,0 0 0 0 0,1 19 0 0 0,0 25 0 0 0,-1-30-20 0 0,1 0 1 0 0,1 0-1 0 0,0 0 0 0 0,6 19 0 0 0,-6-24-271 0 0,1-1 0 0 0,1 1-1 0 0,-1 0 1 0 0,1-1 0 0 0,1 0-1 0 0,0 0 1 0 0,9 12-1 0 0,-13-18 204 0 0,1 0 0 0 0,0 0 0 0 0,0 0 0 0 0,0-1 0 0 0,0 1 0 0 0,0 0 0 0 0,0-1 0 0 0,1 1 0 0 0,-1-1 0 0 0,0 0-1 0 0,1 0 1 0 0,-1 0 0 0 0,1 0 0 0 0,0 0 0 0 0,-1 0 0 0 0,1-1 0 0 0,-1 1 0 0 0,4-1 0 0 0,-3 0-26 0 0,1 0-1 0 0,-1-1 1 0 0,0 1 0 0 0,1-1 0 0 0,-1 0 0 0 0,0 0-1 0 0,0 0 1 0 0,0 0 0 0 0,0-1 0 0 0,0 1 0 0 0,0-1-1 0 0,5-3 1 0 0,-1-1-236 0 0,0-1 0 0 0,0 1 0 0 0,-1-1 1 0 0,0 0-1 0 0,0 0 0 0 0,-1-1 0 0 0,0 0 0 0 0,0 0 0 0 0,5-12 0 0 0,0-8 435 0 0,-1-1 1 0 0,-2 0-1 0 0,5-34 0 0 0,3-14 55 0 0,-14 72-133 0 0,0 1-1 0 0,0 0 0 0 0,1 0 0 0 0,0 0 1 0 0,0 0-1 0 0,0 0 0 0 0,3-5 1 0 0,-4 8-2 0 0,-1 1 1 0 0,1-1 0 0 0,-1 1 0 0 0,0-1 0 0 0,1 1 0 0 0,-1 0-1 0 0,1-1 1 0 0,-1 1 0 0 0,1 0 0 0 0,-1-1 0 0 0,1 1-1 0 0,-1 0 1 0 0,1 0 0 0 0,-1-1 0 0 0,1 1 0 0 0,-1 0-1 0 0,1 0 1 0 0,-1 0 0 0 0,1 0 0 0 0,-1 0 0 0 0,1 0 0 0 0,0 0-1 0 0,-1 0 1 0 0,1 0 0 0 0,1 0 22 0 0,-1 1 0 0 0,0 0 0 0 0,0-1-1 0 0,0 1 1 0 0,0 0 0 0 0,-1-1 0 0 0,1 1 0 0 0,0 0 0 0 0,0 0-1 0 0,0 0 1 0 0,0 0 0 0 0,-1 0 0 0 0,1 0 0 0 0,-1 0 0 0 0,1 0 0 0 0,0 2-1 0 0,7 13 2453 0 0,-6-10-1631 0 0,0-1 0 0 0,1 0 0 0 0,-1 0 0 0 0,1-1 0 0 0,6 8 0 0 0,-7-10-812 0 0,0 0-1 0 0,0 0 0 0 0,1 0 0 0 0,-1-1 1 0 0,0 1-1 0 0,1-1 0 0 0,-1 1 1 0 0,1-1-1 0 0,2 1 0 0 0,4 1-36 0 0,0-1 0 0 0,0 0 0 0 0,12 0 0 0 0,16 4 0 0 0,-37-6 1 0 0,1 1-1 0 0,0-1 1 0 0,0 0-1 0 0,-1 0 1 0 0,1 1-1 0 0,0-1 1 0 0,-1 0 0 0 0,1 1-1 0 0,0-1 1 0 0,-1 1-1 0 0,1-1 1 0 0,0 1-1 0 0,-1-1 1 0 0,1 1-1 0 0,-1 0 1 0 0,1-1-1 0 0,-1 1 1 0 0,0-1-1 0 0,1 1 1 0 0,-1 0 0 0 0,1 0-1 0 0,-1-1 1 0 0,0 1-1 0 0,0 0 1 0 0,1 0-1 0 0,-1-1 1 0 0,0 1-1 0 0,0 0 1 0 0,0 0-1 0 0,0-1 1 0 0,0 1-1 0 0,0 0 1 0 0,0 0 0 0 0,0 0-1 0 0,0-1 1 0 0,0 1-1 0 0,-1 1 1 0 0,-1 4-47 0 0,1 0 1 0 0,-2 0-1 0 0,1-1 1 0 0,-3 7-1 0 0,-1-1-515 0 0,-2 8 214 0 0,1-2-1086 0 0,0 1 0 0 0,-8 32 0 0 0,14-46 1258 0 0,0 1 0 0 0,0-1 0 0 0,0 0 0 0 0,1 1 0 0 0,0-1 0 0 0,0 1 0 0 0,0-1 0 0 0,1 0 0 0 0,-1 1 0 0 0,1-1 0 0 0,0 0 0 0 0,0 1 0 0 0,1-1 0 0 0,-1 0 0 0 0,1 0 0 0 0,0 0 0 0 0,3 5 0 0 0,-2-6 175 0 0,-1 0 0 0 0,1-1 0 0 0,0 1 0 0 0,0-1 0 0 0,0 0 0 0 0,0 0 0 0 0,0 0 0 0 0,0 0 0 0 0,1-1 0 0 0,-1 1 0 0 0,1-1 0 0 0,-1 0 0 0 0,1 0 0 0 0,-1 0 0 0 0,1 0 0 0 0,0-1 0 0 0,-1 1 0 0 0,1-1 0 0 0,0 0 0 0 0,7-1 0 0 0,0 0 0 0 0,0 0 0 0 0,0-1 0 0 0,-1 0 0 0 0,1-1 0 0 0,18-8 0 0 0,-29 11 0 0 0,13-5-185 0 0,-1 0 0 0 0,0-2 0 0 0,22-13 0 0 0,-23 10-3511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6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58 295 2304 0 0,'-2'-1'664'0'0,"0"0"0"0"0,0 0 0 0 0,0 0 1 0 0,0 0-1 0 0,0 0 0 0 0,0-1 0 0 0,1 1 0 0 0,-1-1 1 0 0,1 1-1 0 0,-1-1 0 0 0,1 0 0 0 0,-1 1 0 0 0,1-1 1 0 0,0 0-1 0 0,-2-4 0 0 0,-5-17 6622 0 0,5 7-5335 0 0,-1-1-4459 0 0,0-1 2508 0 0,0 1 0 0 0,1-1 0 0 0,1 0 0 0 0,0 0 0 0 0,2-20 0 0 0,0 35 0 0 0,1 0 0 0 0,-1 0 0 0 0,1 0 0 0 0,-1 0 0 0 0,1 1 0 0 0,0-1 0 0 0,0 0 0 0 0,1 1 0 0 0,-1-1 0 0 0,0 0 0 0 0,1 1 0 0 0,0 0 0 0 0,-1-1 0 0 0,1 1 0 0 0,2-2 0 0 0,0 0 0 0 0,0 1 0 0 0,0 0 0 0 0,0 1 0 0 0,0-1 0 0 0,0 1 0 0 0,1-1 0 0 0,-1 1 0 0 0,8-2 0 0 0,-4 2 0 0 0,0 0 0 0 0,0 0 0 0 0,0 1 0 0 0,0 0 0 0 0,0 1 0 0 0,0-1 0 0 0,0 2 0 0 0,1-1 0 0 0,-1 1 0 0 0,12 3 0 0 0,-15-3-17 0 0,-1 1 1 0 0,0 0-1 0 0,1 0 0 0 0,-1 0 0 0 0,0 0 0 0 0,0 1 0 0 0,0-1 0 0 0,0 1 1 0 0,-1 0-1 0 0,1 1 0 0 0,-1-1 0 0 0,5 7 0 0 0,-3-4 85 0 0,-1 0 0 0 0,0 1 1 0 0,-1-1-1 0 0,0 1 0 0 0,0 0 0 0 0,0 0 0 0 0,2 12 0 0 0,-2-10-357 0 0,-2 0 0 0 0,1 1 1 0 0,-1-1-1 0 0,-1 0 0 0 0,0 1 0 0 0,0-1 0 0 0,-1 1 0 0 0,0-1 1 0 0,0 0-1 0 0,-1 0 0 0 0,0 0 0 0 0,-1 0 0 0 0,-4 11 0 0 0,4-25-1217 0 0,9-16 4423 0 0,15-29-3643 0 0,-9 19-750 0 0,1 0 0 0 0,2 1 0 0 0,19-30 1 0 0,-33 58 1515 0 0,1 0 0 0 0,-1 0-1 0 0,1 1 1 0 0,-1-1 0 0 0,1 0 0 0 0,0 1 0 0 0,0-1 0 0 0,0 0 0 0 0,4-1 0 0 0,-5 2-22 0 0,-1 1 0 0 0,1 0-1 0 0,-1 0 1 0 0,1 0-1 0 0,0 0 1 0 0,-1 0 0 0 0,1 0-1 0 0,0 0 1 0 0,-1 0-1 0 0,1 0 1 0 0,-1 0 0 0 0,1 0-1 0 0,0 0 1 0 0,-1 0-1 0 0,1 0 1 0 0,-1 0 0 0 0,1 1-1 0 0,0-1 1 0 0,-1 0 0 0 0,1 1-1 0 0,-1-1 1 0 0,1 0-1 0 0,-1 1 1 0 0,1-1 0 0 0,-1 0-1 0 0,1 1 1 0 0,-1-1-1 0 0,0 1 1 0 0,1-1 0 0 0,-1 1-1 0 0,1-1 1 0 0,-1 1-1 0 0,0-1 1 0 0,0 1 0 0 0,1-1-1 0 0,-1 1 1 0 0,0 0 0 0 0,0-1-1 0 0,0 1 1 0 0,1-1-1 0 0,-1 1 1 0 0,0 0 0 0 0,5 18 2685 0 0,4 29 0 0 0,-6-30-1909 0 0,1-1 1 0 0,8 27-1 0 0,-10-39-868 0 0,0 0 0 0 0,1 0 1 0 0,-1-1-1 0 0,1 1 0 0 0,0 0 0 0 0,0-1 0 0 0,0 0 0 0 0,1 0 1 0 0,-1 0-1 0 0,1 0 0 0 0,0-1 0 0 0,8 7 0 0 0,-9-9-144 0 0,-1 0-1 0 0,0 1 0 0 0,1-1 0 0 0,-1 0 1 0 0,0 0-1 0 0,1-1 0 0 0,-1 1 1 0 0,1 0-1 0 0,-1-1 0 0 0,1 0 1 0 0,0 1-1 0 0,-1-1 0 0 0,1 0 1 0 0,-1 0-1 0 0,5-1 0 0 0,-3 0-90 0 0,0 0 1 0 0,0-1-1 0 0,0 1 0 0 0,0-1 0 0 0,0 0 1 0 0,0 0-1 0 0,-1 0 0 0 0,7-5 0 0 0,-2 0 177 0 0,-1 0-1 0 0,1 0 1 0 0,-2-1-1 0 0,1 0 1 0 0,-1 0-1 0 0,0 0 1 0 0,5-11-1 0 0,-4 3 179 0 0,0 0-1 0 0,8-33 1 0 0,0 1 26 0 0,-15 46-36 0 0,0 1 0 0 0,1 0 0 0 0,-1 0 0 0 0,1 0-1 0 0,-1 0 1 0 0,1 0 0 0 0,0 0 0 0 0,-1 0 0 0 0,1 0 0 0 0,0 0 0 0 0,0 0 0 0 0,0 0 0 0 0,0 0 0 0 0,1 0 0 0 0,-2 1-6 0 0,0 0 0 0 0,0 0 0 0 0,0-1 0 0 0,0 1 0 0 0,1 0 0 0 0,-1 0 0 0 0,0 0 0 0 0,0 0 0 0 0,0 0 0 0 0,1 0 0 0 0,-1 0 0 0 0,0 0 0 0 0,0 0 0 0 0,0 0 0 0 0,1 0 1 0 0,-1 1-1 0 0,0-1 0 0 0,0 0 0 0 0,0 0 0 0 0,0 0 0 0 0,1 0 0 0 0,-1 0 0 0 0,0 0 0 0 0,0 0 0 0 0,0 0 0 0 0,0 1 0 0 0,1-1 0 0 0,-1 0 0 0 0,0 0 0 0 0,0 0 0 0 0,4 11 3017 0 0,-1 14-1248 0 0,-1 48-1 0 0,-3-55-2956 0 0,1 0-1 0 0,1-1 1 0 0,1 1 0 0 0,0-1-1 0 0,9 34 1 0 0,-10-49 1135 0 0,-1-1 0 0 0,0 0 0 0 0,1 0 0 0 0,-1 1-1 0 0,1-1 1 0 0,-1 0 0 0 0,1 0 0 0 0,-1 0 0 0 0,1 1 0 0 0,0-1 0 0 0,0 0-1 0 0,0 0 1 0 0,0 0 0 0 0,-1 0 0 0 0,1 0 0 0 0,1-1 0 0 0,-1 1 0 0 0,0 0-1 0 0,0 0 1 0 0,0-1 0 0 0,0 1 0 0 0,0 0 0 0 0,1-1 0 0 0,-1 1 0 0 0,0-1-1 0 0,0 0 1 0 0,1 1 0 0 0,-1-1 0 0 0,0 0 0 0 0,1 0 0 0 0,-1 0 0 0 0,0 0-1 0 0,1 0 1 0 0,-1 0 0 0 0,0 0 0 0 0,1 0 0 0 0,-1-1 0 0 0,0 1 0 0 0,1 0-1 0 0,1-2 1 0 0,2 0-359 0 0,0-1 0 0 0,-1 1 0 0 0,1-1 0 0 0,-1-1 0 0 0,1 1 0 0 0,-1-1 0 0 0,0 1 0 0 0,6-9 0 0 0,1-3-3212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6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38 2648 0 0,'-9'-15'6653'0'0,"4"8"-6585"0"0,-22-8 10223 0 0,25 22-10291 0 0,2 0 0 0 0,3 4 0 0 0,3 1 0 0 0,2 0 0 0 0,4 4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7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11 268 4836 0 0,'-11'-11'6586'0'0,"11"11"-6332"0"0,0-1-1 0 0,0 1 0 0 0,1-7 2787 0 0,0 5-2786 0 0,1-7 2164 0 0,2-13-2198 0 0,2-1 1 0 0,0 1 0 0 0,1 1 0 0 0,1-1 0 0 0,1 1 0 0 0,1 1-1 0 0,17-27 1 0 0,-25 44-221 0 0,1-1 0 0 0,0 1 0 0 0,0-1 0 0 0,0 1 0 0 0,0 0 0 0 0,0 0 0 0 0,1 0 0 0 0,-1 1 0 0 0,1-1 0 0 0,4-2 0 0 0,-6 5 0 0 0,-1-1 0 0 0,1 0 0 0 0,-1 1 0 0 0,1 0 0 0 0,0-1 0 0 0,0 1 0 0 0,-1 0 0 0 0,1 0 0 0 0,0 0 0 0 0,-1 0 0 0 0,1 0 0 0 0,0 0 0 0 0,0 0 0 0 0,-1 0 0 0 0,1 1 0 0 0,0-1 0 0 0,-1 1 0 0 0,1-1 0 0 0,-1 1 0 0 0,1 0 0 0 0,0 0 0 0 0,-1 0 0 0 0,0 0 0 0 0,1 0 0 0 0,-1 0 0 0 0,1 0 0 0 0,1 2 0 0 0,1 2 4 0 0,0 0-1 0 0,0 0 0 0 0,-1 0 1 0 0,0 0-1 0 0,0 0 0 0 0,0 0 1 0 0,0 1-1 0 0,1 6 1 0 0,13 51-265 0 0,-13-44 217 0 0,9 26 0 0 0,-11-41 343 0 0,0 3-662 0 0,1 0 1 0 0,0 0-1 0 0,1 0 1 0 0,-1-1-1 0 0,7 8 1 0 0,-10-12 318 0 0,1-1 0 0 0,0 0 1 0 0,0 0-1 0 0,0 0 0 0 0,1 0 1 0 0,-1 0-1 0 0,0 0 1 0 0,0 0-1 0 0,0-1 0 0 0,1 1 1 0 0,-1 0-1 0 0,0-1 0 0 0,1 1 1 0 0,-1-1-1 0 0,1 1 0 0 0,-1-1 1 0 0,1 0-1 0 0,-1 1 1 0 0,1-1-1 0 0,-1 0 0 0 0,1 0 1 0 0,-1 0-1 0 0,1 0 0 0 0,-1 0 1 0 0,1 0-1 0 0,-1-1 1 0 0,0 1-1 0 0,1-1 0 0 0,-1 1 1 0 0,1-1-1 0 0,-1 1 0 0 0,0-1 1 0 0,2-1-1 0 0,3-2 288 0 0,0 0 0 0 0,0 0 0 0 0,-1-1 0 0 0,1 0 0 0 0,-1 0 0 0 0,-1-1 0 0 0,1 1 0 0 0,-1-1 0 0 0,0 0 0 0 0,0 0 0 0 0,-1-1 0 0 0,1 1 0 0 0,2-9-1 0 0,1-4-1347 0 0,-1-1 0 0 0,0 1 0 0 0,4-30 0 0 0,-9 35-589 0 0,-1 10 1419 0 0,1 0-1 0 0,-1 1 0 0 0,1-1 1 0 0,0 0-1 0 0,-1 1 0 0 0,3-6 0 0 0,-1 54 296 0 0,-2-39-32 0 0,-1 18 170 0 0,2-1 0 0 0,5 30-1 0 0,-5-48-178 0 0,0 1 0 0 0,0-1 0 0 0,1 1-1 0 0,-1-1 1 0 0,1 1 0 0 0,0-1 0 0 0,1 0 0 0 0,0 0-1 0 0,-1 0 1 0 0,1 0 0 0 0,1-1 0 0 0,-1 1 0 0 0,1-1-1 0 0,0 0 1 0 0,5 5 0 0 0,-5-7 16 0 0,0 1 1 0 0,1-1-1 0 0,-1 0 1 0 0,1-1-1 0 0,0 1 1 0 0,-1-1-1 0 0,1 0 1 0 0,0 0-1 0 0,0 0 1 0 0,-1-1-1 0 0,1 1 1 0 0,0-1-1 0 0,0-1 1 0 0,0 1-1 0 0,0 0 1 0 0,0-1-1 0 0,-1 0 1 0 0,9-3-1 0 0,7-3-228 0 0,-1 0 0 0 0,0-1 0 0 0,18-11 0 0 0,-16 8-471 0 0,-1-2 1 0 0,0 0-1 0 0,22-21 0 0 0,-31 25 131 0 0,-1-1 0 0 0,0 0 0 0 0,0-1 0 0 0,-2 0 0 0 0,1-1 0 0 0,11-21 0 0 0,-18 30 560 0 0,-1 1 0 0 0,0 0 0 0 0,0-1 0 0 0,-1 1 0 0 0,1 0 0 0 0,0-1-1 0 0,-1 1 1 0 0,0-1 0 0 0,1 1 0 0 0,-1-1 0 0 0,0 1 0 0 0,0-1 0 0 0,0 1 0 0 0,-1-5-1 0 0,0 6 61 0 0,1 0-1 0 0,0 1 0 0 0,-1-1 0 0 0,1 0 1 0 0,0 0-1 0 0,-1 1 0 0 0,1-1 0 0 0,-1 0 0 0 0,1 1 1 0 0,-1-1-1 0 0,0 1 0 0 0,1-1 0 0 0,-1 0 1 0 0,1 1-1 0 0,-1-1 0 0 0,0 1 0 0 0,0 0 0 0 0,0-1 1 0 0,-1 0 74 0 0,1 1 0 0 0,-1 0 1 0 0,1-1-1 0 0,-1 1 0 0 0,1 0 1 0 0,-1 0-1 0 0,1 0 1 0 0,-1 0-1 0 0,1 0 0 0 0,-1 0 1 0 0,0 0-1 0 0,-2 2 0 0 0,-2 0 173 0 0,-1 0 0 0 0,1 1-1 0 0,0 0 1 0 0,0 1-1 0 0,0-1 1 0 0,0 1 0 0 0,1 0-1 0 0,-1 0 1 0 0,-6 8-1 0 0,-3 3 322 0 0,-22 30 0 0 0,31-37-495 0 0,-22 33 416 0 0,26-38-496 0 0,1 0 0 0 0,-1 0 0 0 0,1 0 0 0 0,0 0 0 0 0,-1 1 0 0 0,2-1 0 0 0,-1 1 0 0 0,0-1 0 0 0,1 0 0 0 0,-1 1 0 0 0,1 5 0 0 0,0-8-27 0 0,0-1 0 0 0,0 1 1 0 0,0 0-1 0 0,0 0 0 0 0,0 0 0 0 0,1-1 1 0 0,-1 1-1 0 0,0 0 0 0 0,0-1 1 0 0,1 1-1 0 0,-1 0 0 0 0,1 0 1 0 0,-1-1-1 0 0,0 1 0 0 0,1-1 1 0 0,-1 1-1 0 0,1 0 0 0 0,-1-1 1 0 0,1 1-1 0 0,0-1 0 0 0,-1 1 1 0 0,1-1-1 0 0,-1 1 0 0 0,1-1 1 0 0,0 0-1 0 0,0 1 0 0 0,1-1 103 0 0,0 1-1 0 0,-1-1 1 0 0,1 0-1 0 0,0 0 0 0 0,-1 0 1 0 0,1 0-1 0 0,-1 0 1 0 0,1 0-1 0 0,0-1 1 0 0,-1 1-1 0 0,4-2 1 0 0,1 0 380 0 0,0-1 0 0 0,0 1 0 0 0,0-2 1 0 0,0 1-1 0 0,6-5 0 0 0,-1-2 581 0 0,0 0 0 0 0,12-15 1 0 0,16-25-2958 0 0,-10 13-2827 0 0,-29 36 4701 0 0,0 1 0 0 0,0 0 1 0 0,0 0-1 0 0,0 0 1 0 0,0 0-1 0 0,0-1 0 0 0,0 1 1 0 0,0 0-1 0 0,1 0 0 0 0,-1 0 1 0 0,0 0-1 0 0,0 0 0 0 0,0-1 1 0 0,0 1-1 0 0,0 0 0 0 0,1 0 1 0 0,-1 0-1 0 0,0 0 1 0 0,0 0-1 0 0,0 0 0 0 0,0 0 1 0 0,1 0-1 0 0,-1 0 0 0 0,0 0 1 0 0,0 0-1 0 0,0 0 0 0 0,1 0 1 0 0,-1 0-1 0 0,0 0 0 0 0,0 0 1 0 0,0 0-1 0 0,1 0 1 0 0,-1 0-1 0 0,0 0 0 0 0,0 0 1 0 0,1 0-1 0 0,2 8-395 0 0,-2 14-305 0 0,-1-20 685 0 0,2 86 42 0 0,15 90 0 0 0,29 86 34 0 0,-28-187-3 0 0,-10-47 24 0 0,-1 1 0 0 0,-2 0 0 0 0,3 51 0 0 0,-7-80-51 0 0,-1-1-1 0 0,0 1 1 0 0,0-1 0 0 0,-1 1-1 0 0,1-1 1 0 0,0 1 0 0 0,0-1 0 0 0,-1 1-1 0 0,1-1 1 0 0,-1 1 0 0 0,1-1-1 0 0,-1 0 1 0 0,0 1 0 0 0,0-1-1 0 0,1 0 1 0 0,-1 1 0 0 0,0-1-1 0 0,0 0 1 0 0,0 0 0 0 0,0 0-1 0 0,-2 1 1 0 0,1-1-35 0 0,0 0 0 0 0,0 0-1 0 0,0 0 1 0 0,0 0 0 0 0,0-1 0 0 0,0 1-1 0 0,0-1 1 0 0,0 0 0 0 0,0 1 0 0 0,0-1-1 0 0,-1 0 1 0 0,1 0 0 0 0,-2 0 0 0 0,-7-2 20 0 0,0 0 0 0 0,0-1 1 0 0,0 0-1 0 0,-14-6 1 0 0,24 9-3 0 0,-3-1-158 0 0,-117-51 1810 0 0,108 46-1503 0 0,1-1 1 0 0,1-1 0 0 0,-1 0 0 0 0,1 0 0 0 0,1-1-1 0 0,0 0 1 0 0,-14-17 0 0 0,21 22-204 0 0,0 1 0 0 0,1-1 0 0 0,0 0 0 0 0,0 0 0 0 0,0 0 0 0 0,0-1 0 0 0,1 1 0 0 0,0 0 0 0 0,0-1 0 0 0,0 1 0 0 0,0-1 0 0 0,1 1 0 0 0,-1-1 0 0 0,1 1 0 0 0,0-1 0 0 0,1 1 0 0 0,-1-1 0 0 0,1 1 0 0 0,0-1 0 0 0,0 1 0 0 0,0 0 0 0 0,0-1 0 0 0,1 1 0 0 0,3-5 0 0 0,4-9-389 0 0,1 1 0 0 0,1 0 0 0 0,0 0 0 0 0,16-16 0 0 0,-26 32 445 0 0,130-144-84 0 0,-22 25 67 0 0,-29 26-941 0 0,-63 71-2960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8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1 427 4836 0 0,'-1'-18'10903'0'0,"2"16"-10064"0"0,7-23 2594 0 0,-2 7-3784 0 0,32-174 351 0 0,-38 189 0 0 0,32-136 0 0 0,-32 136 0 0 0,1 1 0 0 0,0 0 0 0 0,0-1 0 0 0,0 1 0 0 0,0 0 0 0 0,0 0 0 0 0,1 0 0 0 0,2-4 0 0 0,-4 6 0 0 0,1-1 0 0 0,-1 1 0 0 0,1-1 0 0 0,-1 1 0 0 0,1 0 0 0 0,0-1 0 0 0,-1 1 0 0 0,1-1 0 0 0,0 1 0 0 0,-1 0 0 0 0,1 0 0 0 0,0-1 0 0 0,-1 1 0 0 0,1 0 0 0 0,0 0 0 0 0,0 0 0 0 0,-1 0 0 0 0,1 0 0 0 0,0 0 0 0 0,0 0 0 0 0,-1 0 0 0 0,1 0 0 0 0,0 0 0 0 0,-1 0 0 0 0,1 0 0 0 0,0 1 0 0 0,0-1 0 0 0,-1 0 0 0 0,1 0 0 0 0,0 1 0 0 0,0 0 0 0 0,32 17-338 0 0,0-1 0 0 0,62 22-1 0 0,-92-38 237 0 0,0 0 0 0 0,0 0 0 0 0,0 0 0 0 0,0 1 0 0 0,0-1 0 0 0,-1 1 0 0 0,1-1 0 0 0,0 1-1 0 0,-1 0 1 0 0,0 0 0 0 0,1 0 0 0 0,-1 0 0 0 0,0 1 0 0 0,0-1 0 0 0,0 1 0 0 0,0-1 0 0 0,1 4 0 0 0,-2-2-295 0 0,1 0 0 0 0,-1 0 0 0 0,0 0 1 0 0,0 1-1 0 0,0-1 0 0 0,0 1 0 0 0,-1-1 1 0 0,0 0-1 0 0,0 1 0 0 0,0-1 1 0 0,-1 7-1 0 0,-2 7 143 0 0,-1-1 0 0 0,-7 20 0 0 0,6-24 261 0 0,1 0 0 0 0,1 0 0 0 0,0 1 0 0 0,0-1 0 0 0,1 15 1 0 0,1-26 2 0 0,1 0 1 0 0,0 0-1 0 0,0 0 1 0 0,0 0 0 0 0,1 0-1 0 0,-1 0 1 0 0,0 0-1 0 0,1 1 1 0 0,-1-2 0 0 0,1 1-1 0 0,0 0 1 0 0,0 0-1 0 0,0 0 1 0 0,0 0-1 0 0,0 0 1 0 0,0-1 0 0 0,0 1-1 0 0,0 0 1 0 0,1-1-1 0 0,-1 1 1 0 0,1-1 0 0 0,-1 1-1 0 0,1-1 1 0 0,-1 0-1 0 0,1 0 1 0 0,0 0 0 0 0,0 0-1 0 0,0 0 1 0 0,0 0-1 0 0,-1 0 1 0 0,1-1 0 0 0,0 1-1 0 0,0-1 1 0 0,0 1-1 0 0,0-1 1 0 0,1 0 0 0 0,-1 1-1 0 0,0-1 1 0 0,2-1-1 0 0,9 1-72 0 0,0-2 0 0 0,-1 0-1 0 0,1 0 1 0 0,-1-1 0 0 0,13-5 0 0 0,-20 6-256 0 0,20-6-1029 0 0,1 0-2408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8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139 507 1840 0 0,'9'-22'614'0'0,"-6"15"1209"0"0,-1 0 1 0 0,0 0 0 0 0,1-9-1 0 0,-2 12-829 0 0,-1 0 0 0 0,0 0-1 0 0,0 1 1 0 0,0-1 0 0 0,0 0-1 0 0,-1 0 1 0 0,-1-6 0 0 0,1 8-772 0 0,1-1 0 0 0,-1 1 1 0 0,0 0-1 0 0,-1-1 0 0 0,1 1 1 0 0,0 0-1 0 0,-3-3 0 0 0,3 4-216 0 0,0 0 0 0 0,0 0 0 0 0,0 0-1 0 0,0 0 1 0 0,0 0 0 0 0,0 0-1 0 0,-1 0 1 0 0,1 1 0 0 0,0-1 0 0 0,-1 0-1 0 0,1 1 1 0 0,0-1 0 0 0,-1 1-1 0 0,1 0 1 0 0,-1-1 0 0 0,1 1-1 0 0,0 0 1 0 0,-1 0 0 0 0,1 0 0 0 0,-1 0-1 0 0,1 0 1 0 0,-1 0 0 0 0,1 0-1 0 0,-1 1 1 0 0,1-1 0 0 0,0 0 0 0 0,-1 1-1 0 0,1-1 1 0 0,0 1 0 0 0,-1-1-1 0 0,1 1 1 0 0,0 0 0 0 0,-1 0 0 0 0,0 1-1 0 0,-3 1-7 0 0,-1 1 0 0 0,1 0-1 0 0,1 1 1 0 0,-1-1 0 0 0,1 1 0 0 0,-7 8-1 0 0,3-1 3 0 0,0 1 0 0 0,0 0 0 0 0,2 0 0 0 0,-1 1 0 0 0,-5 21 0 0 0,10-30 0 0 0,0 0 0 0 0,1 1 0 0 0,0 0 0 0 0,0-1 0 0 0,0 1 0 0 0,1 0 0 0 0,0-1 0 0 0,0 1 0 0 0,0 0 0 0 0,1 0 0 0 0,-1-1 0 0 0,2 1 0 0 0,-1-1 0 0 0,1 1 0 0 0,-1-1 0 0 0,1 1 0 0 0,4 6 0 0 0,-5-10 0 0 0,0-1 0 0 0,1 1 0 0 0,-1 0 0 0 0,0-1 0 0 0,1 1 0 0 0,-1 0 0 0 0,1-1 0 0 0,-1 0 0 0 0,1 1 0 0 0,0-1 0 0 0,0 0 0 0 0,0 0 0 0 0,0 0 0 0 0,-1 0 0 0 0,1 0 0 0 0,0 0 0 0 0,1-1 0 0 0,-1 1 0 0 0,2 0 0 0 0,-1-1 0 0 0,1 0 0 0 0,-1 0 0 0 0,1 0 0 0 0,-1-1 0 0 0,0 1 0 0 0,1-1 0 0 0,-1 0 0 0 0,0 0 0 0 0,0 0 0 0 0,1 0 0 0 0,2-2 0 0 0,4-3 0 0 0,0 0 0 0 0,0-1 0 0 0,-1 0 0 0 0,0 0 0 0 0,15-16 0 0 0,-15 13-35 0 0,0-1 0 0 0,-1 0 0 0 0,0-1-1 0 0,-1 0 1 0 0,0 0 0 0 0,6-16 0 0 0,-3 0-1867 0 0,13-52-1 0 0,-22 65 2599 0 0,-3 14-551 0 0,0 10 359 0 0,-4 21 1500 0 0,-2 2-1770 0 0,3 0 0 0 0,-4 55 0 0 0,9-82-256 0 0,1-1 0 0 0,-1 1-1 0 0,0-1 1 0 0,1 1 0 0 0,0-1-1 0 0,0 0 1 0 0,1 1 0 0 0,-1-1-1 0 0,1 0 1 0 0,0 0 0 0 0,3 6-1 0 0,-4-9-108 0 0,0 1-1 0 0,0-1 0 0 0,0 0 1 0 0,1 1-1 0 0,-1-1 0 0 0,0 0 1 0 0,1 0-1 0 0,-1 0 0 0 0,1 0 1 0 0,-1 0-1 0 0,1 0 0 0 0,0-1 1 0 0,-1 1-1 0 0,1 0 0 0 0,0-1 1 0 0,0 1-1 0 0,-1-1 0 0 0,1 0 1 0 0,0 1-1 0 0,0-1 0 0 0,-1 0 1 0 0,1 0-1 0 0,0 0 0 0 0,0 0 1 0 0,0-1-1 0 0,-1 1 0 0 0,1 0 1 0 0,0-1-1 0 0,-1 0 0 0 0,1 1 1 0 0,1-2-1 0 0,4-1-423 0 0,0 0 1 0 0,-1-1-1 0 0,0 0 1 0 0,1 0-1 0 0,-2 0 1 0 0,1-1-1 0 0,0 0 1 0 0,-1 0-1 0 0,5-7 1 0 0,2-2-313 0 0,-1-1 1 0 0,13-24-1 0 0,-10 13-103 0 0,-2-1 1 0 0,-1-1-1 0 0,-1 0 0 0 0,10-44 0 0 0,13-119 180 0 0,-30 173 850 0 0,10-107 3908 0 0,-14 159 7562 0 0,1 14-8582 0 0,-2 55-4788 0 0,-31 148-4995 0 0,-3-87 7234 0 0,30-145-757 0 0,1-39 1186 0 0,2 2-154 0 0,1 0-1 0 0,0 0 0 0 0,2-25 0 0 0,0 39-429 0 0,0-1-1 0 0,0 1 1 0 0,1-1-1 0 0,0 1 1 0 0,0-1 0 0 0,0 1-1 0 0,1 0 1 0 0,-1-1-1 0 0,1 1 1 0 0,0 0 0 0 0,0 0-1 0 0,0 0 1 0 0,1 1 0 0 0,-1-1-1 0 0,1 0 1 0 0,0 1-1 0 0,0 0 1 0 0,0 0 0 0 0,5-4-1 0 0,-6 6-243 0 0,1-1 0 0 0,0 1 0 0 0,-1 0 0 0 0,1 0 0 0 0,0 1 0 0 0,-1-1 0 0 0,1 0 0 0 0,0 1 0 0 0,0 0 0 0 0,0-1 0 0 0,0 1 0 0 0,-1 0 0 0 0,1 1 0 0 0,0-1 0 0 0,0 0 0 0 0,0 1 0 0 0,4 1 0 0 0,6 2 0 0 0,0 1 0 0 0,19 10 0 0 0,-3-2 0 0 0,-21-10 0 0 0,1 0 0 0 0,0-1 0 0 0,1 0 0 0 0,-1 0 0 0 0,0-1 0 0 0,0 0 0 0 0,1-1 0 0 0,-1 0 0 0 0,0-1 0 0 0,1 0 0 0 0,-1 0 0 0 0,0-1 0 0 0,0 0 0 0 0,0 0 0 0 0,0-1 0 0 0,0-1 0 0 0,0 1 0 0 0,-1-1 0 0 0,12-8 0 0 0,-17 11 0 0 0,-1-1 0 0 0,1 0 0 0 0,0 0 0 0 0,-1 0 0 0 0,1-1 0 0 0,-1 1 0 0 0,1-1 0 0 0,-1 1 0 0 0,0-1 0 0 0,0 0 0 0 0,0 0 0 0 0,-1 0 0 0 0,1 0 0 0 0,-1 0 0 0 0,1 0 0 0 0,0-6 0 0 0,-1 7 0 0 0,-1 1 0 0 0,0-1 0 0 0,0 0 0 0 0,0 0 0 0 0,0 0 0 0 0,0 0 0 0 0,0 0 0 0 0,-1 0 0 0 0,1 0 0 0 0,-1 1 0 0 0,1-1 0 0 0,-1 0 0 0 0,0 0 0 0 0,0 1 0 0 0,0-1 0 0 0,1 0 0 0 0,-2 1 0 0 0,1-1 0 0 0,0 1 0 0 0,0-1 0 0 0,0 1 0 0 0,-1-1 0 0 0,1 1 0 0 0,-1 0 0 0 0,1 0 0 0 0,-1 0 0 0 0,1 0 0 0 0,-1 0 0 0 0,0 0 0 0 0,-3-1 0 0 0,3 1 0 0 0,-1 0 0 0 0,0 0 1 0 0,1 0-1 0 0,-1 0 0 0 0,0 1 0 0 0,1-1 0 0 0,-1 1 0 0 0,0 0 0 0 0,0-1 1 0 0,1 1-1 0 0,-1 1 0 0 0,0-1 0 0 0,1 0 0 0 0,-1 1 0 0 0,0-1 0 0 0,0 1 1 0 0,1 0-1 0 0,-1 0 0 0 0,1 0 0 0 0,-1 0 0 0 0,1 0 0 0 0,-1 1 0 0 0,1-1 1 0 0,0 1-1 0 0,-4 3 0 0 0,2-1-14 0 0,0 0 0 0 0,0 0 0 0 0,0 1 0 0 0,1-1 0 0 0,0 1 0 0 0,0 0 0 0 0,0 0 0 0 0,1 0 0 0 0,-1 0 0 0 0,1 1 0 0 0,-2 7 0 0 0,1 0-382 0 0,1-1 0 0 0,0 0 0 0 0,1 1 0 0 0,0-1-1 0 0,1 1 1 0 0,0-1 0 0 0,1 1 0 0 0,1-1 0 0 0,3 16 0 0 0,-3-22 224 0 0,-1-1 1 0 0,1 1 0 0 0,0-1 0 0 0,0 1 0 0 0,1-1 0 0 0,0 0 0 0 0,0 1 0 0 0,0-2 0 0 0,1 1 0 0 0,-1 0 0 0 0,1-1 0 0 0,0 1 0 0 0,0-1 0 0 0,1 0 0 0 0,-1 0 0 0 0,1-1 0 0 0,0 0 0 0 0,0 1 0 0 0,0-2 0 0 0,1 1 0 0 0,7 3 0 0 0,-1-3 56 0 0,0 0 1 0 0,0-1 0 0 0,1-1 0 0 0,-1 0-1 0 0,0 0 1 0 0,1-1 0 0 0,22-3 0 0 0,-2-1-3776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29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474 78 688 0 0,'7'-19'3318'0'0,"7"-6"7850"0"0,-4 12-8376 0 0,9-6-1098 0 0,-15 18-1694 0 0,-4 7 0 0 0,-4 8 0 0 0,-9 12 19 0 0,-1 0-1 0 0,-1-1 1 0 0,-25 32-1 0 0,-63 63-1086 0 0,84-99-20 0 0,-1-1 0 0 0,-1-1 0 0 0,-1 0 0 0 0,-28 17 0 0 0,42-31 866 0 0,0-1 1 0 0,-1 0-1 0 0,0 0 0 0 0,0 0 1 0 0,0-1-1 0 0,0-1 0 0 0,-10 2 1 0 0,13-3 348 0 0,-1-1 0 0 0,1 1 0 0 0,-1-1 1 0 0,1-1-1 0 0,-1 1 0 0 0,1-1 1 0 0,0 0-1 0 0,-1-1 0 0 0,1 0 0 0 0,0 0 1 0 0,-9-4-1 0 0,12 5 109 0 0,1 0-1 0 0,-1-1 1 0 0,1 1 0 0 0,-1-1 0 0 0,1 0-1 0 0,0 1 1 0 0,0-1 0 0 0,0 0 0 0 0,0-1-1 0 0,0 1 1 0 0,0 0 0 0 0,0 0 0 0 0,1-1-1 0 0,-1 1 1 0 0,1-1 0 0 0,-2-5-1 0 0,1 4-15 0 0,1-1 0 0 0,0 1-1 0 0,1-1 1 0 0,-1 0-1 0 0,1 1 1 0 0,0-1 0 0 0,0 0-1 0 0,0 1 1 0 0,2-9-1 0 0,0 4-171 0 0,1 0 0 0 0,-1 0-1 0 0,2 0 1 0 0,-1 0 0 0 0,1 1 0 0 0,0-1-1 0 0,1 1 1 0 0,0 0 0 0 0,12-13-1 0 0,-16 18-47 0 0,1 1 0 0 0,0 0 0 0 0,0 1 0 0 0,0-1 0 0 0,0 0 0 0 0,1 0 0 0 0,-1 1 0 0 0,0 0 0 0 0,1-1 0 0 0,-1 1 0 0 0,1 0 0 0 0,-1 0 0 0 0,1 0 0 0 0,-1 0 0 0 0,1 1 0 0 0,0-1 0 0 0,0 1 0 0 0,-1 0 0 0 0,1-1 0 0 0,0 1 0 0 0,-1 1 0 0 0,1-1 0 0 0,0 0 0 0 0,0 0 0 0 0,-1 1 0 0 0,1 0 0 0 0,0 0 0 0 0,-1-1 0 0 0,1 1 0 0 0,-1 1 0 0 0,1-1 0 0 0,-1 0 0 0 0,0 1 0 0 0,1-1 0 0 0,-1 1 0 0 0,4 3 0 0 0,55 65 131 0 0,-42-46-331 0 0,1-2 1 0 0,27 24 0 0 0,-39-39 179 0 0,0-1-1 0 0,1 0 1 0 0,0 0 0 0 0,-1-1 0 0 0,2 0 0 0 0,-1-1 0 0 0,0 0 0 0 0,1-1 0 0 0,0 0 0 0 0,14 3 0 0 0,-3-4 63 0 0,0 0 1 0 0,0-2-1 0 0,37-3 1 0 0,-17 0-1304 0 0,3-3-2564 0 0,-26 3 3192 0 0,-18 3 615 0 0,0 0 0 0 0,0 0 1 0 0,0 0-1 0 0,0 0 0 0 0,0 0 0 0 0,0 0 0 0 0,0 1 1 0 0,0-1-1 0 0,-1 0 0 0 0,1 0 0 0 0,0 0 0 0 0,0 0 1 0 0,0 0-1 0 0,0 0 0 0 0,0 1 0 0 0,0-1 1 0 0,0 0-1 0 0,0 0 0 0 0,0 0 0 0 0,0 0 0 0 0,0 0 1 0 0,0 0-1 0 0,0 1 0 0 0,0-1 0 0 0,0 0 0 0 0,0 0 1 0 0,0 0-1 0 0,0 0 0 0 0,0 0 0 0 0,1 0 1 0 0,-1 1-1 0 0,0-1 0 0 0,0 0 0 0 0,0 0 0 0 0,0 0 1 0 0,0 0-1 0 0,0 0 0 0 0,0 0 0 0 0,0 0 0 0 0,0 0 1 0 0,0 1-1 0 0,1-1 0 0 0,-1 0 0 0 0,0 0 1 0 0,0 0-1 0 0,0 0 0 0 0,0 0 0 0 0,0 0 0 0 0,0 0 1 0 0,1 0-1 0 0,-1 0 0 0 0,0 0 0 0 0,0 0 1 0 0,0 0-1 0 0,0 0 0 0 0,0 0 0 0 0,1 0 0 0 0,-1 0 1 0 0,0 0-1 0 0,0 0 0 0 0,0 0 0 0 0,0 0 0 0 0,0 0 1 0 0,1 0-1 0 0,-6 5-170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37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665 365 1375 0 0,'2'-13'64'0'0,"1"-4"-22"0"0,0 1 0 0 0,8-24 1 0 0,-10 36-38 0 0,1-1 1 0 0,0 1-1 0 0,0 0 1 0 0,0 0-1 0 0,0 0 1 0 0,1 0 0 0 0,0 0-1 0 0,0 1 1 0 0,0-1-1 0 0,0 1 1 0 0,0 0-1 0 0,1 0 1 0 0,6-5-1 0 0,11-3 178 0 0,0 0 0 0 0,41-14 0 0 0,50-9 353 0 0,-46 15-311 0 0,-25 6-81 0 0,54-16 353 0 0,134-24 0 0 0,-151 41-423 0 0,114-2 0 0 0,-191 14-75 0 0,0 0-1 0 0,0 0 1 0 0,0 0-1 0 0,0 0 1 0 0,0 0-1 0 0,0 0 1 0 0,0 0-1 0 0,0 0 1 0 0,0 0-1 0 0,0 1 1 0 0,0-1-1 0 0,0 0 1 0 0,-1 1-1 0 0,2 0 1 0 0,-2-1-2 0 0,0 0 1 0 0,0 1 0 0 0,0-1-1 0 0,-1 0 1 0 0,1 1 0 0 0,0-1-1 0 0,-1 0 1 0 0,1 1 0 0 0,0-1-1 0 0,-1 0 1 0 0,1 0 0 0 0,0 1 0 0 0,-1-1-1 0 0,1 0 1 0 0,0 0 0 0 0,-1 0-1 0 0,1 1 1 0 0,-1-1 0 0 0,1 0-1 0 0,-1 0 1 0 0,-31 10-49 0 0,-176 23 542 0 0,25-5-204 0 0,29 1-141 0 0,-528 108-108 0 0,610-120-38 0 0,0 3 0 0 0,1 3 0 0 0,-69 33 0 0 0,133-53 0 0 0,5-2 0 0 0,0-1 0 0 0,-1 1 0 0 0,1 0 0 0 0,0 0 0 0 0,0 0 0 0 0,0 0 0 0 0,0 1 0 0 0,0-1 0 0 0,1 0 0 0 0,-1 1 0 0 0,0 0 0 0 0,0-1 0 0 0,1 1 0 0 0,-3 3 0 0 0,4-5 0 0 0,0 0 0 0 0,0 1 0 0 0,0-1 0 0 0,0 0 0 0 0,1 1 0 0 0,-1-1 0 0 0,0 0 0 0 0,0 0 0 0 0,0 1 0 0 0,0-1 0 0 0,0 0 0 0 0,0 0 0 0 0,1 0 0 0 0,-1 1 0 0 0,0-1 0 0 0,0 0 0 0 0,0 0 0 0 0,1 0 0 0 0,-1 1 0 0 0,0-1 0 0 0,0 0 0 0 0,1 0 0 0 0,-1 0 0 0 0,0 0 0 0 0,0 0 0 0 0,1 0 0 0 0,-1 1 0 0 0,0-1 0 0 0,0 0 0 0 0,1 0 0 0 0,-1 0 0 0 0,0 0 0 0 0,0 0 0 0 0,1 0 0 0 0,-1 0 0 0 0,0 0 0 0 0,1 0 0 0 0,-1 0 0 0 0,15 0 0 0 0,-11 0 0 0 0,52-3 37 0 0,65-11-1 0 0,-53 5 25 0 0,432-47 28 0 0,-7 14 274 0 0,58-8 43 0 0,-538 49-406 0 0,137-13 0 0 0,-129 15 0 0 0,-21-1 0 0 0,1 0 0 0 0,0 0 0 0 0,-1 0 0 0 0,1 0 0 0 0,0 0 0 0 0,0 1 0 0 0,-1-1 0 0 0,1 0 0 0 0,0 0 0 0 0,-1 0 0 0 0,1 1 0 0 0,0-1 0 0 0,-1 0 0 0 0,1 0 0 0 0,-1 1 0 0 0,1-1 0 0 0,0 1 0 0 0,-1-1 0 0 0,1 1 0 0 0,-1-1 0 0 0,1 1 0 0 0,-1-1 0 0 0,1 2 0 0 0,-1-2 0 0 0,-1 1 0 0 0,1 0 0 0 0,-1 0 0 0 0,0 0 0 0 0,1 0 0 0 0,-1 0 0 0 0,0-1 0 0 0,1 1 0 0 0,-1 0 0 0 0,0-1 0 0 0,0 1 0 0 0,0 0 0 0 0,0-1 0 0 0,0 1 0 0 0,0-1 0 0 0,1 1 0 0 0,-3 0 0 0 0,-20 7 0 0 0,-74 20 109 0 0,-131 19 0 0 0,98-23-44 0 0,-160 30 70 0 0,-106 23-25 0 0,-172 30-110 0 0,561-106 0 0 0,-3 1 0 0 0,0 0 0 0 0,0 0 0 0 0,1 1 0 0 0,-13 4 0 0 0,22-7 0 0 0,0 0 0 0 0,-1 0 0 0 0,1 0 0 0 0,0 0 0 0 0,0 0 0 0 0,-1 1 0 0 0,1-1 0 0 0,0 0 0 0 0,0 0 0 0 0,0 0 0 0 0,-1 0 0 0 0,1 0 0 0 0,0 0 0 0 0,0 1 0 0 0,0-1 0 0 0,-1 0 0 0 0,1 0 0 0 0,0 0 0 0 0,0 0 0 0 0,0 1 0 0 0,0-1 0 0 0,0 0 0 0 0,-1 0 0 0 0,1 0 0 0 0,0 1 0 0 0,0-1 0 0 0,0 0 0 0 0,0 0 0 0 0,0 1 0 0 0,0-1 0 0 0,0 0 0 0 0,0 0 0 0 0,0 1 0 0 0,8 2 0 0 0,13-2 0 0 0,232-16 0 0 0,1-19 0 0 0,1 0 0 0 0,30 0 1 0 0,205-18-14 0 0,-387 44-47 0 0,-92 6 72 0 0,-16 1 12 0 0,-18 0 12 0 0,-70 10-68 0 0,-103 25 0 0 0,47-6 8 0 0,-713 96 88 0 0,838-121-64 0 0,-29 3 0 0 0,1 2 0 0 0,-55 16 0 0 0,103-23 0 0 0,-1 1 0 0 0,1-1 0 0 0,0 1 0 0 0,0 0 0 0 0,0 0 0 0 0,0 1 0 0 0,-6 4 0 0 0,8-5 0 0 0,1-1 0 0 0,-1 1 0 0 0,1-1 0 0 0,0 1 0 0 0,-1 0 0 0 0,1 0 0 0 0,0 0 0 0 0,0 0 0 0 0,0 0 0 0 0,1 0 0 0 0,-1 0 0 0 0,0 0 0 0 0,1 0 0 0 0,-1 0 0 0 0,1 0 0 0 0,0 0 0 0 0,0 0 0 0 0,0 3 0 0 0,2 22 0 0 0,4 6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42.8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1204 161 1663 0 0,'19'0'88'0'0,"-13"0"-72"0"0,1 0 0 0 0,-1 0 0 0 0,13-2 0 0 0,27-8-16 0 0,-87 7 0 0 0,-465 11 303 0 0,411-3-319 0 0,0 3-1 0 0,0 5 1 0 0,-157 41 0 0 0,248-53 26 0 0,-41 15 122 0 0,43-15-129 0 0,0 0 0 0 0,0 0 0 0 0,0 0 0 0 0,0 0 0 0 0,0 0 0 0 0,0 1 0 0 0,0-1 1 0 0,0 1-1 0 0,0-1 0 0 0,1 1 0 0 0,-1 0 0 0 0,1 0 0 0 0,-1 0 0 0 0,1 0 0 0 0,0 0 0 0 0,-2 3 0 0 0,3-4 3 0 0,0 0-1 0 0,0 0 0 0 0,0 0 0 0 0,0 0 0 0 0,0 0 0 0 0,0-1 1 0 0,0 1-1 0 0,0 0 0 0 0,1 0 0 0 0,-1 0 0 0 0,0 0 0 0 0,1 0 0 0 0,-1 0 1 0 0,1 0-1 0 0,-1 0 0 0 0,1-1 0 0 0,-1 1 0 0 0,1 0 0 0 0,-1 0 1 0 0,1-1-1 0 0,0 1 0 0 0,0 0 0 0 0,-1-1 0 0 0,1 1 0 0 0,0-1 0 0 0,0 1 1 0 0,0-1-1 0 0,-1 1 0 0 0,1-1 0 0 0,0 0 0 0 0,0 1 0 0 0,0-1 0 0 0,1 0 1 0 0,5 3 53 0 0,0-1 1 0 0,0 0 0 0 0,7 0-1 0 0,-13-1-45 0 0,20 1 201 0 0,1 0 0 0 0,-1-1 0 0 0,33-3 0 0 0,65-14 282 0 0,-101 13-460 0 0,235-42 135 0 0,-186 28 39 0 0,112-41 0 0 0,-128 34-11 0 0,54-33-1 0 0,-64 33 128 0 0,2 1-1 0 0,56-20 1 0 0,-95 41-319 0 0,1 1 1 0 0,0 0-1 0 0,-1 0 0 0 0,1 0 1 0 0,0 0-1 0 0,0 1 0 0 0,6 0 1 0 0,-11 0-9 0 0,1 0 0 0 0,-1 0 0 0 0,1 0 0 0 0,0 0 1 0 0,-1 1-1 0 0,1-1 0 0 0,0 0 0 0 0,-1 0 0 0 0,1 1 0 0 0,-1-1 1 0 0,1 0-1 0 0,0 0 0 0 0,-1 1 0 0 0,1-1 0 0 0,-1 1 0 0 0,1-1 1 0 0,-1 1-1 0 0,1-1 0 0 0,-1 1 0 0 0,1-1 0 0 0,-1 1 0 0 0,1 0 1 0 0,-1 0-1 0 0,0 1-1 0 0,0-1 1 0 0,0 0 0 0 0,0 0 0 0 0,0 0 0 0 0,0 0 0 0 0,0 0 0 0 0,0 1 0 0 0,-1-1 0 0 0,1 0 0 0 0,0 0 0 0 0,-1 0 0 0 0,1 0 0 0 0,-1 0 0 0 0,1 0 0 0 0,-1 0 0 0 0,1 0-1 0 0,-2 1 1 0 0,-1 2 0 0 0,0 0 0 0 0,0 0 0 0 0,-1-1 0 0 0,1 1 0 0 0,-1-1 0 0 0,0 0 0 0 0,0 0 0 0 0,0 0 0 0 0,-5 2 0 0 0,-7 3 0 0 0,-21 8 0 0 0,-44 13 118 0 0,-87 19-1 0 0,-90 7 322 0 0,16-4-193 0 0,16 19-166 0 0,221-68-80 0 0,-15 6 0 0 0,19-8 0 0 0,1 1 0 0 0,-1-1 0 0 0,0 1 0 0 0,0-1 0 0 0,0 1 0 0 0,1-1 0 0 0,-1 1 0 0 0,0-1 0 0 0,1 1 0 0 0,-1 0 0 0 0,0-1 0 0 0,1 1 0 0 0,-1 0 0 0 0,1 0 0 0 0,-1-1 0 0 0,0 3 0 0 0,1-3 0 0 0,0 1 0 0 0,0-1 0 0 0,1 1 0 0 0,-1-1 0 0 0,0 0 0 0 0,0 1 0 0 0,1-1 0 0 0,-1 0 0 0 0,0 1 0 0 0,1-1 0 0 0,-1 0 0 0 0,0 1 0 0 0,1-1 0 0 0,-1 0 0 0 0,0 1 0 0 0,1-1 0 0 0,-1 0 0 0 0,0 0 0 0 0,1 0 0 0 0,-1 1 0 0 0,1-1 0 0 0,-1 0 0 0 0,1 0 0 0 0,-1 0 0 0 0,1 0 0 0 0,-1 0 0 0 0,0 0 0 0 0,1 0 0 0 0,-1 0 0 0 0,1 0 0 0 0,-1 0 0 0 0,1 0 0 0 0,0 0 0 0 0,18 0 0 0 0,-18 0 0 0 0,44-4 133 0 0,79-18-1 0 0,43-23-36 0 0,-75 19 45 0 0,41-8-8 0 0,172-22 0 0 0,-297 55-135 0 0,8-1-37 0 0,24 0 0 0 0,-37 2 34 0 0,0 0 1 0 0,1 0 0 0 0,-1 0 0 0 0,0 1 0 0 0,0-1-1 0 0,0 1 1 0 0,0 0 0 0 0,0 0 0 0 0,0 0-1 0 0,0 0 1 0 0,0 0 0 0 0,0 1 0 0 0,-1-1 0 0 0,5 4-1 0 0,-6-4 4 0 0,0 0 0 0 0,-1-1 0 0 0,1 1 0 0 0,-1 0-1 0 0,1 0 1 0 0,0 0 0 0 0,-1-1 0 0 0,0 1 0 0 0,1 0 0 0 0,-1 0-1 0 0,1 0 1 0 0,-1 0 0 0 0,0 0 0 0 0,0 0 0 0 0,0 0-1 0 0,1 0 1 0 0,-1 0 0 0 0,0 0 0 0 0,0 0 0 0 0,0 0 0 0 0,-1 2-1 0 0,1-1-4 0 0,-1 0 1 0 0,0 0-1 0 0,0 0 0 0 0,0 0 0 0 0,0 0 0 0 0,0 0 0 0 0,0 0 0 0 0,0-1 0 0 0,-3 4 0 0 0,-3 1-20 0 0,0 1 1 0 0,0-1-1 0 0,-12 7 0 0 0,18-12 25 0 0,-47 28 27 0 0,-89 39-1 0 0,116-59-23 0 0,-48 21 30 0 0,-1-4 0 0 0,-121 29 0 0 0,-154 1 96 0 0,287-47 168 0 0,53-8-266 0 0,0 1-1 0 0,0-1 0 0 0,0 1 1 0 0,0 0-1 0 0,0 0 0 0 0,1 1 1 0 0,-1-1-1 0 0,-7 6 0 0 0,11-7-29 0 0,1-1 0 0 0,0 0 0 0 0,-1 0 0 0 0,1 1 0 0 0,-1-1 0 0 0,1 0 0 0 0,0 0 0 0 0,-1 1 0 0 0,1-1 0 0 0,0 0 0 0 0,-1 1 0 0 0,1-1 0 0 0,0 1 0 0 0,0-1 0 0 0,-1 0 0 0 0,1 1 0 0 0,0-1 0 0 0,0 1 0 0 0,0-1 0 0 0,0 1 0 0 0,-1-1 0 0 0,1 1 0 0 0,0-1 0 0 0,0 0 0 0 0,0 1 0 0 0,0-1 0 0 0,0 1 0 0 0,0-1 0 0 0,0 1 0 0 0,0-1 0 0 0,0 1 0 0 0,1-1 0 0 0,-1 1 0 0 0,0-1 0 0 0,0 1 0 0 0,0-1 0 0 0,0 0 0 0 0,1 1 0 0 0,-1-1 0 0 0,0 1 0 0 0,0-1 0 0 0,1 0 0 0 0,-1 1 0 0 0,0-1 0 0 0,1 0 0 0 0,-1 1 0 0 0,0-1 0 0 0,1 0 0 0 0,-1 1 0 0 0,1-1 0 0 0,-1 0 0 0 0,0 0 0 0 0,1 0 0 0 0,-1 1 0 0 0,1-1 0 0 0,-1 0 0 0 0,1 0 0 0 0,-1 0 0 0 0,0 0 0 0 0,1 0 0 0 0,0 0 0 0 0,4 2 0 0 0,1-1 0 0 0,-1 0 0 0 0,10 1 0 0 0,12-3 0 0 0,1 0 0 0 0,-1-2 0 0 0,35-8 0 0 0,-30 6 0 0 0,343-61 118 0 0,-368 65-111 0 0,240-37 91 0 0,-184 32-101 0 0,123 3-1 0 0,-179 4 4 0 0,-1 0 1 0 0,1 0-1 0 0,0 0 0 0 0,-1 0 0 0 0,1 1 0 0 0,-1 0 0 0 0,11 6 0 0 0,-15-8 0 0 0,-1 1 0 0 0,0 0-1 0 0,1 0 1 0 0,-1 0 0 0 0,0-1 0 0 0,0 1-1 0 0,0 0 1 0 0,0 0 0 0 0,0 0 0 0 0,0 1-1 0 0,0-1 1 0 0,0 0 0 0 0,0 0-1 0 0,-1 1 1 0 0,1-1 0 0 0,0 0 0 0 0,-1 1-1 0 0,1-1 1 0 0,-1 0 0 0 0,1 1-1 0 0,-1-1 1 0 0,0 1 0 0 0,0-1 0 0 0,0 1-1 0 0,1-1 1 0 0,-1 0 0 0 0,-1 1 0 0 0,1-1-1 0 0,0 1 1 0 0,0-1 0 0 0,0 1-1 0 0,-1-1 1 0 0,1 1 0 0 0,-1-1 0 0 0,1 0-1 0 0,-1 1 1 0 0,0-1 0 0 0,1 0 0 0 0,-1 1-1 0 0,0-1 1 0 0,-1 1 0 0 0,-2 4-9 0 0,0-1 0 0 0,-1 0 1 0 0,0 0-1 0 0,0-1 0 0 0,0 1 1 0 0,0-1-1 0 0,-1 0 0 0 0,1 0 0 0 0,-1-1 1 0 0,-10 5-1 0 0,-10 3 17 0 0,-32 10 0 0 0,47-18 17 0 0,-47 14-1 0 0,-1-2-1 0 0,-87 10 1 0 0,-123-10-30 0 0,44-7 6 0 0,-97-3 0 0 0,187-12 99 0 0,219 7 101 0 0,-41-2-195 0 0,263-16 137 0 0,-32 1 214 0 0,382-13-83 0 0,-644 29-276 0 0,78-9 249 0 0,-150 12-320 0 0,-292 46-1 0 0,275-36 170 0 0,-314 16 240 0 0,349-26-350 0 0,15-2 15 0 0,16-1 22 0 0,-1 2-1 0 0,-13 1 0 0 0,24-2-44 0 0,1 0 0 0 0,-1 0 1 0 0,0 0-1 0 0,1 0 0 0 0,-1 0 0 0 0,1 0 0 0 0,-1 0 0 0 0,1 0 0 0 0,-1 1 0 0 0,1-1 0 0 0,-1 0 0 0 0,1 0 0 0 0,-1 1 0 0 0,1-1 0 0 0,-1 0 0 0 0,1 1 0 0 0,-1-1 1 0 0,1 0-1 0 0,0 1 0 0 0,-1-1 0 0 0,1 1 0 0 0,0-1 0 0 0,-1 1 0 0 0,1 0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46.2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4967 684 1663 0 0,'19'-15'51'0'0,"0"-1"0"0"0,30-35-1 0 0,-49 51-50 0 0,1-1 0 0 0,-1 0 0 0 0,1 0 0 0 0,0 0 0 0 0,-1 1 0 0 0,0-1 0 0 0,1 0 0 0 0,-1 0 0 0 0,1 0 0 0 0,-1 0 0 0 0,0 0 0 0 0,0 0 0 0 0,0 0 0 0 0,1 0 0 0 0,-1 0 0 0 0,0 0 0 0 0,0 0 0 0 0,0 0 0 0 0,-1 0 0 0 0,1 0 0 0 0,0 0 0 0 0,0 1 0 0 0,0-1 0 0 0,-1 0 0 0 0,1 0 0 0 0,0 0 0 0 0,-1 0 0 0 0,1 0 0 0 0,-1 0 0 0 0,1 0 0 0 0,-1 1 0 0 0,0-1 0 0 0,1 0 0 0 0,-1 0 0 0 0,0 1 0 0 0,1-1 0 0 0,-2 0 0 0 0,-4-4 0 0 0,1 1 0 0 0,-1 0 0 0 0,0 0 0 0 0,-8-3 0 0 0,5 2 0 0 0,-223-111 77 0 0,194 97-90 0 0,3 4 13 0 0,-75-23 0 0 0,-40 2 0 0 0,41 11 0 0 0,-33-13 0 0 0,-270-57 0 0 0,374 89 0 0 0,-293-43 0 0 0,-6 16 0 0 0,-291-15 0 0 0,-1 26 0 0 0,31 68 0 0 0,502-32 0 0 0,1 4 0 0 0,0 4 0 0 0,-127 48 0 0 0,197-59 0 0 0,1 0 0 0 0,0 2 0 0 0,1 0 0 0 0,0 2 0 0 0,1 1 0 0 0,-29 26 0 0 0,-108 83 0 0 0,77-63 0 0 0,66-49 0 0 0,1 2 0 0 0,0 0 0 0 0,1 0 0 0 0,1 1 0 0 0,0 1 0 0 0,1 0 0 0 0,1 1 0 0 0,-10 21 0 0 0,-6 15 0 0 0,1 1 0 0 0,3 1 0 0 0,-17 63 0 0 0,32-88 0 0 0,2-1 0 0 0,0 1 0 0 0,2 0 0 0 0,2 1 0 0 0,1-1 0 0 0,1 0 0 0 0,7 57 0 0 0,-2-63 0 0 0,0 0 0 0 0,2-1 0 0 0,13 36 0 0 0,-14-48 0 0 0,0 0 0 0 0,0 0 0 0 0,1 0 0 0 0,1-1 0 0 0,0 0 0 0 0,0 0 0 0 0,1-1 0 0 0,12 12 0 0 0,1-4 0 0 0,1-1 0 0 0,37 21 0 0 0,55 23 0 0 0,20 12 0 0 0,-107-56 0 0 0,81 47 0 0 0,-91-56 0 0 0,-1 0 0 0 0,1-1 0 0 0,1-1 0 0 0,30 6 0 0 0,258 23 0 0 0,-107-16 0 0 0,131 1 0 0 0,-2-24 0 0 0,83-22 0 0 0,-182 9 0 0 0,363-40 0 0 0,-129-19 0 0 0,-228 33 0 0 0,337-70 0 0 0,-322 40 0 0 0,-195 52 0 0 0,-2-3 0 0 0,72-43 0 0 0,-42 18 0 0 0,158-106 0 0 0,-226 143 0 0 0,-2 0 0 0 0,0-1 0 0 0,-1 0 0 0 0,0-1 0 0 0,0 0 0 0 0,-2-1 0 0 0,0-1 0 0 0,-1 0 0 0 0,0 0 0 0 0,-1-1 0 0 0,-1 0 0 0 0,-1 0 0 0 0,-1-1 0 0 0,0 0 0 0 0,-1 0 0 0 0,-1-1 0 0 0,0 0 0 0 0,-2 1 0 0 0,0-1 0 0 0,-1 0 0 0 0,-1 0 0 0 0,-1 0 0 0 0,0 0 0 0 0,-2 1 0 0 0,-7-33 0 0 0,2 23 0 0 0,-1 0 0 0 0,-1 1 0 0 0,-1 0 0 0 0,-2 1 0 0 0,0 0 0 0 0,-2 1 0 0 0,-1 0 0 0 0,-1 2 0 0 0,-1 0 0 0 0,-31-33 0 0 0,28 38 0 0 0,0 1 0 0 0,-1 0 0 0 0,0 2 0 0 0,-1 0 0 0 0,-1 1 0 0 0,-1 2 0 0 0,1 0 0 0 0,-2 2 0 0 0,0 1 0 0 0,0 1 0 0 0,0 1 0 0 0,-1 1 0 0 0,0 2 0 0 0,0 0 0 0 0,-1 2 0 0 0,1 1 0 0 0,-42 4 0 0 0,28 1 0 0 0,1 1 0 0 0,0-2 0 0 0,-66-4 0 0 0,25-10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50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0 585 3223 0 0,'35'-35'-1449'0'0,"33"-40"994"0"0,43-46 1599 0 0,-102 112-1033 0 0,1 0-1 0 0,-1 1 0 0 0,1 0 0 0 0,1 0 0 0 0,0 1 0 0 0,0 1 1 0 0,0 0-1 0 0,1 0 0 0 0,0 1 0 0 0,0 1 0 0 0,0 0 0 0 0,25-5 0 0 0,145-27 242 0 0,503-84-72 0 0,-340 87-61 0 0,-136 15-168 0 0,354-13-41 0 0,-559 31-10 0 0,206-13 0 0 0,59 0 0 0 0,-200 12 0 0 0,128 18 0 0 0,-172-14 0 0 0,-14-2 0 0 0,-1 0 0 0 0,14 4 0 0 0,-24-5 0 0 0,1 0 0 0 0,-1 0 0 0 0,0 0 0 0 0,0 0 0 0 0,1 0 0 0 0,-1 1 0 0 0,0-1 0 0 0,1 0 0 0 0,-1 0 0 0 0,0 0 0 0 0,0 0 0 0 0,1 0 0 0 0,-1 0 0 0 0,0 0 0 0 0,0 0 0 0 0,1 1 0 0 0,-1-1 0 0 0,0 0 0 0 0,0 0 0 0 0,0 0 0 0 0,1 0 0 0 0,-1 1 0 0 0,0-1 0 0 0,0 0 0 0 0,0 0 0 0 0,0 1 0 0 0,1-1 0 0 0,-1 0 0 0 0,0 0 0 0 0,0 1 0 0 0,0-1 0 0 0,0 0 0 0 0,0 0 0 0 0,0 1 0 0 0,0-1 0 0 0,0 0 0 0 0,0 0 0 0 0,0 1 0 0 0,0-1 0 0 0,0 0 0 0 0,0 1 0 0 0,0-1 0 0 0,0 0 0 0 0,0 0 0 0 0,0 1 0 0 0,0-1 0 0 0,0 0 0 0 0,0 0 0 0 0,0 1 0 0 0,-1-1 0 0 0,1 0 0 0 0,0 0 0 0 0,0 1 0 0 0,0-1 0 0 0,0 0 0 0 0,0 0 0 0 0,-1 0 0 0 0,1 1 0 0 0,0-1 0 0 0,0 0 0 0 0,-1 0 0 0 0,-15 10 0 0 0,-19 2 375 0 0,-56 12 0 0 0,39-11-167 0 0,-860 186 434 0 0,308-96-258 0 0,270-45-346 0 0,-251 51-12 0 0,479-87-26 0 0,-120 28 0 0 0,331-68 129 0 0,-4 0-15 0 0,-20 2-102 0 0,481-85 31 0 0,7 17 246 0 0,-263 44-237 0 0,-38 5 3 0 0,146-12 40 0 0,-150 19 10 0 0,-206 21-100 0 0,464-62 0 0 0,-187 9 123 0 0,-308 55-128 0 0,-434 97-68 0 0,226-50 48 0 0,-388 100 20 0 0,15-4 0 0 0,330-80 152 0 0,17-5 35 0 0,173-47-90 0 0,-38 3 1 0 0,11-2-40 0 0,54-7-58 0 0,11-2 0 0 0,13-2 0 0 0,131-15 0 0 0,-26-1 0 0 0,491-73 0 0 0,-234 40-205 0 0,-378 52 204 0 0,0 1 0 0 0,0 0 1 0 0,0 0-1 0 0,0 0 0 0 0,0 0 0 0 0,0 0 0 0 0,0 0 0 0 0,0 1 1 0 0,0-1-1 0 0,0 0 0 0 0,0 0 0 0 0,0 1 0 0 0,2 0 0 0 0,-3 2 3 0 0,-9 1-3 0 0,-329 81-45 0 0,-7-22-83 0 0,98-19 176 0 0,-45 0-14 0 0,98-17-2 0 0,188-26-70 0 0,0-1-7 0 0,0 1 0 0 0,0 0 1 0 0,0 0-1 0 0,0 0 0 0 0,1 1 0 0 0,-1 0 0 0 0,0 1 0 0 0,1-1 0 0 0,-1 1 0 0 0,-4 3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6:55.7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360 347 1839 0 0,'0'0'19'0'0,"-17"-4"-364"0"0,-29-8 0 0 0,42 10 404 0 0,0 0 0 0 0,0 1 0 0 0,0-1-1 0 0,0-1 1 0 0,0 1 0 0 0,1 0 0 0 0,-1-1 0 0 0,1 0 0 0 0,-1 0-1 0 0,1 0 1 0 0,0 0 0 0 0,-3-5 0 0 0,5 8-3 0 0,1-1 0 0 0,-1 0 0 0 0,1 0 1 0 0,0 0-1 0 0,-1 0 0 0 0,1 0 0 0 0,0 0 0 0 0,-1 0 1 0 0,1 0-1 0 0,0 0 0 0 0,0 0 0 0 0,0 1 0 0 0,0-1 1 0 0,0 0-1 0 0,0 0 0 0 0,0 0 0 0 0,0 0 0 0 0,0 0 1 0 0,1 0-1 0 0,-1 0 0 0 0,0 0 0 0 0,1 0 1 0 0,-1 0-1 0 0,0 0 0 0 0,1 0 0 0 0,-1 0 0 0 0,1 1 1 0 0,-1-1-1 0 0,1 0 0 0 0,0 0 0 0 0,-1 1 0 0 0,1-1 1 0 0,0 0-1 0 0,0 1 0 0 0,-1-1 0 0 0,1 0 0 0 0,0 1 1 0 0,1-1-1 0 0,4-3 215 0 0,1 1 1 0 0,-1-1 0 0 0,1 1-1 0 0,7-2 1 0 0,-7 3-52 0 0,28-10 495 0 0,0 1 0 0 0,1 3 0 0 0,45-6-1 0 0,113-3 264 0 0,-100 11-763 0 0,569-30 461 0 0,-424 21-698 0 0,39 0 30 0 0,81-4 290 0 0,35 0 120 0 0,118-8-88 0 0,-314 19-377 0 0,-112 7 64 0 0,145-21 1 0 0,-215 19-33 0 0,-9 1-9 0 0,-1 0 1 0 0,1 1-1 0 0,-1 0 0 0 0,1 1 1 0 0,0-1-1 0 0,-1 1 1 0 0,9 1-1 0 0,-36 8 14 0 0,-31 7 27 0 0,-89 14 1 0 0,-58-5 293 0 0,59-9-185 0 0,-498 52-112 0 0,-7-19-33 0 0,325-26-50 0 0,202-15 58 0 0,-698 69 106 0 0,339 9-299 0 0,400-71 192 0 0,331-45 170 0 0,-167 22-148 0 0,757-48 458 0 0,-549 40-376 0 0,950-6 154 0 0,-1140 24-218 0 0,480-4-178 0 0,-563 1 185 0 0,59-5 62 0 0,-154 15-106 0 0,-530 69-291 0 0,361-39 218 0 0,-25 3 15 0 0,-1253 84 0 0 0,1273-118 81 0 0,-217 13-88 0 0,209 1 123 0 0,238-21-49 0 0,26-2 0 0 0,28-3 0 0 0,229-29 59 0 0,-73 6 21 0 0,544-22 201 0 0,-28 26 122 0 0,203-9-434 0 0,-701 17 31 0 0,247-48 0 0 0,-370 46 0 0 0,-132 11 0 0 0,-64 0 2 0 0,-85-3-213 0 0,167 10-724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0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19 280 920 0 0,'-13'-18'17624'0'0,"8"-4"-16558"0"0,4 21-1016 0 0,1-1-51 0 0,0 0 1 0 0,0 0-1 0 0,0 0 0 0 0,0 0 0 0 0,1-1 0 0 0,-1 1 0 0 0,1 0 1 0 0,-1 0-1 0 0,1 0 0 0 0,-1 0 0 0 0,1 0 0 0 0,0 0 0 0 0,0 0 1 0 0,0 1-1 0 0,3-4 0 0 0,1-3-344 0 0,1 1 1 0 0,10-9-1 0 0,-4 4-783 0 0,15-19-1824 0 0,47-46-3513 0 0,-62 66 6521 0 0,0 1 0 0 0,19-12 0 0 0,-30 21-50 0 0,1 0 1 0 0,0 0-1 0 0,0 0 1 0 0,0 0-1 0 0,0 0 0 0 0,0 0 1 0 0,0 1-1 0 0,0-1 1 0 0,0 1-1 0 0,0-1 1 0 0,0 1-1 0 0,0 0 1 0 0,0 0-1 0 0,0 0 1 0 0,0 0-1 0 0,0 0 1 0 0,0 0-1 0 0,4 2 1 0 0,-4-1 10 0 0,1 0 1 0 0,-1 0-1 0 0,0 1 1 0 0,1-1 0 0 0,-1 1-1 0 0,0-1 1 0 0,0 1 0 0 0,0 0-1 0 0,0 0 1 0 0,-1 0-1 0 0,1 0 1 0 0,2 4 0 0 0,2 5 35 0 0,0 0 0 0 0,-1 0 1 0 0,-1 0-1 0 0,0 1 0 0 0,3 13 1 0 0,-1 0-39 0 0,-2 0 1 0 0,0 1-1 0 0,-1-1 1 0 0,-2 1-1 0 0,-1 0 1 0 0,-1-1-1 0 0,-1 1 1 0 0,-1-1-1 0 0,-1 1 0 0 0,-1-1 1 0 0,-1 0-1 0 0,-2-1 1 0 0,0 0-1 0 0,-2 0 1 0 0,0 0-1 0 0,-2-2 1 0 0,-1 1-1 0 0,-37 30 7342 0 0,56-67-6512 0 0,0 0 1 0 0,0 0 0 0 0,15-21-1 0 0,31-37-1316 0 0,-20 28 563 0 0,70-106-147 0 0,37-52 18 0 0,-98 154 26 0 0,-50 67 196 0 0,-24 32-1102 0 0,-38 74-1 0 0,54-90-1016 0 0,2 0-1 0 0,2 1 1 0 0,-12 50 0 0 0,22-77 1889 0 0,2 1 0 0 0,0-1 0 0 0,0 0 0 0 0,0 1 1 0 0,1-1-1 0 0,0 0 0 0 0,1 1 0 0 0,0-1 0 0 0,3 10 0 0 0,-3-15 67 0 0,0 0 0 0 0,1 0 0 0 0,0 0 0 0 0,-1 0 0 0 0,1 0 0 0 0,0-1 0 0 0,1 1-1 0 0,-1 0 1 0 0,1-1 0 0 0,-1 0 0 0 0,1 0 0 0 0,0 0 0 0 0,0 0 0 0 0,1 0 0 0 0,-1-1 0 0 0,0 1-1 0 0,1-1 1 0 0,0 0 0 0 0,-1 0 0 0 0,1 0 0 0 0,0 0 0 0 0,6 1 0 0 0,-1-1 50 0 0,0 0 1 0 0,1-1 0 0 0,-1 0 0 0 0,1 0-1 0 0,-1-1 1 0 0,1 0 0 0 0,0-1 0 0 0,18-3-1 0 0,-15 1-8 0 0,0-1 0 0 0,0 0 0 0 0,0-1 0 0 0,0 0-1 0 0,19-12 1 0 0,-19 9-527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1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6 149 3224 0 0,'-6'-17'13279'0'0,"173"-54"-9589"0"0,7 19-7168 0 0,-139 44 238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1.4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167 44 2532 0 0,'-21'-42'16185'0'0,"21"42"-15892"0"0,-1 0 1 0 0,0-1-1 0 0,0 1 0 0 0,1 0 1 0 0,-1 0-1 0 0,0 0 0 0 0,1 0 1 0 0,-2 0-1 0 0,0 0-406 0 0,1 0 0 0 0,-1 1 0 0 0,1-1-1 0 0,0 1 1 0 0,-1-1 0 0 0,1 1 0 0 0,0 0 0 0 0,0-1 0 0 0,-1 1 0 0 0,1 0 0 0 0,0 0 0 0 0,0 0-1 0 0,0 0 1 0 0,-1 1 0 0 0,-4 5 113 0 0,0 0 0 0 0,0 1 0 0 0,1 0 0 0 0,0 0 0 0 0,-6 14 0 0 0,-16 45 0 0 0,25-63 0 0 0,-13 38-124 0 0,-10 46-1 0 0,22-71 166 0 0,0 0 1 0 0,0 1 0 0 0,2-1-1 0 0,0 1 1 0 0,3 30-1 0 0,-1-44-53 0 0,-1 0 0 0 0,1 0 0 0 0,0-1 0 0 0,1 1 0 0 0,-1 0 0 0 0,1 0 0 0 0,-1-1 0 0 0,1 1 1 0 0,0-1-1 0 0,0 0 0 0 0,1 1 0 0 0,-1-1 0 0 0,1 0 0 0 0,-1 0 0 0 0,1-1 0 0 0,0 1 0 0 0,0 0 0 0 0,0-1 0 0 0,1 0 0 0 0,-1 0 0 0 0,0 0 0 0 0,1 0 0 0 0,0 0 0 0 0,-1-1 0 0 0,1 0 0 0 0,0 1 0 0 0,0-1 0 0 0,0-1 0 0 0,-1 1 0 0 0,1 0 0 0 0,0-1 0 0 0,6 0 0 0 0,5 0-1146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1.9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29 2304 0 0,'-8'-29'15534'0'0,"-11"174"-13545"0"0,-1 7-2156 0 0,16-137 167 0 0,3-11 0 0 0,-1 1 0 0 0,1-1 0 0 0,1 1 0 0 0,-1 0 0 0 0,0-1 0 0 0,1 1 0 0 0,0 0 0 0 0,0-1 0 0 0,1 6 0 0 0,-1-10 0 0 0,0 0 0 0 0,1 1 0 0 0,-1-1 0 0 0,0 0 0 0 0,0 0 0 0 0,1 0 0 0 0,-1 1 0 0 0,0-1 0 0 0,0 0 0 0 0,1 0 0 0 0,-1 0 0 0 0,0 0 0 0 0,1 0 0 0 0,-1 0 0 0 0,0 1 0 0 0,0-1 0 0 0,1 0 0 0 0,-1 0 0 0 0,0 0 0 0 0,1 0 0 0 0,-1 0 0 0 0,0 0 0 0 0,1 0 0 0 0,-1 0 0 0 0,0-1 0 0 0,0 1 0 0 0,1 0 0 0 0,-1 0 0 0 0,0 0 0 0 0,1 0 0 0 0,-1 0 0 0 0,0 0 0 0 0,0-1 0 0 0,1 1 0 0 0,-1 0 0 0 0,0 0 0 0 0,0 0 0 0 0,1-1 0 0 0,-1 1 0 0 0,0 0 0 0 0,0 0 0 0 0,0 0 0 0 0,1-1 0 0 0,11-11 0 0 0,-11 11 0 0 0,28-31-82 0 0,-1-2-1 0 0,34-56 0 0 0,-20 29-1966 0 0,3 2-3362 0 0,-42 56 4412 0 0,18-20-159 0 0,-20 22 1247 0 0,-1 1 0 0 0,1-1 1 0 0,-1 1-1 0 0,1-1 0 0 0,-1 1 1 0 0,1-1-1 0 0,0 1 0 0 0,-1-1 1 0 0,1 1-1 0 0,0 0 1 0 0,-1-1-1 0 0,1 1 0 0 0,0 0 1 0 0,-1 0-1 0 0,1-1 0 0 0,0 1 1 0 0,0 0-1 0 0,-1 0 0 0 0,15 11 6386 0 0,-15-9-6154 0 0,-2 10 1255 0 0,-10 12-1964 0 0,11-23 572 0 0,-10 15-334 0 0,0-2 0 0 0,-19 21 0 0 0,20-24-1083 0 0,0 0 0 0 0,1 0-1 0 0,0 1 1 0 0,-14 26 0 0 0,22-36 938 0 0,-1 1 1 0 0,1-1-1 0 0,1 1 0 0 0,-1-1 0 0 0,0 1 1 0 0,1 0-1 0 0,-1-1 0 0 0,1 1 0 0 0,0 0 1 0 0,0 5-1 0 0,0-6 332 0 0,1 0 0 0 0,-1-1 0 0 0,1 1 1 0 0,-1 0-1 0 0,1 0 0 0 0,0 0 0 0 0,0-1 0 0 0,0 1 1 0 0,0 0-1 0 0,0-1 0 0 0,0 1 0 0 0,2 2 0 0 0,1-1 501 0 0,1 0 1 0 0,-1 0-1 0 0,0 0 0 0 0,1 0 0 0 0,-1-1 0 0 0,1 1 0 0 0,0-1 0 0 0,0-1 1 0 0,0 1-1 0 0,7 1 0 0 0,2-1-540 0 0,0 0 1 0 0,1-1 0 0 0,-1-1-1 0 0,1 0 1 0 0,-1-1-1 0 0,1 0 1 0 0,14-4-1 0 0,-14 2-3294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2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 1380 0 0,'0'12'12559'0'0,"-1"8"-6528"0"0,1 8-4596 0 0,-5 45-4782 0 0,2-49 4949 0 0,-30 159-1602 0 0,32-175-475 0 0,0-11-62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2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2304 0 0,'7'-10'11857'0'0,"-6"9"-11401"0"0,1 0 151 0 0,0 1 0 0 0,0-1 1 0 0,0 1-1 0 0,0 0 0 0 0,0 0 1 0 0,0-1-1 0 0,3 1 1 0 0,7 2-778 0 0,23 4 0 0 0,-20-3 694 0 0,22 2-593 0 0,56 3 0 0 0,-67-9 207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2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0 233 2764 0 0,'0'-3'1471'0'0,"1"-1"1"0"0,-1 0-1 0 0,1 1 1 0 0,0-1-1 0 0,1-3 1 0 0,9-19 3920 0 0,20-22-2035 0 0,-15 27-4039 0 0,-9 10 682 0 0,4-5 0 0 0,0 0 0 0 0,-2-1 0 0 0,0 0 0 0 0,7-18 0 0 0,-31 100 0 0 0,7-43 10 0 0,-21 59-2618 0 0,27-77 2277 0 0,-3 4-554 0 0,2-1 1 0 0,-1 2-1 0 0,1-1 1 0 0,0 0-1 0 0,1 0 1 0 0,0 1-1 0 0,-2 15 1 0 0,4-24 754 0 0,0 1 0 0 0,0-1-1 0 0,0 1 1 0 0,0-1 0 0 0,0 1 0 0 0,0-1 0 0 0,0 1 0 0 0,0-1 0 0 0,0 1-1 0 0,1-1 1 0 0,-1 0 0 0 0,0 1 0 0 0,0-1 0 0 0,0 1 0 0 0,0-1 0 0 0,1 1-1 0 0,-1-1 1 0 0,0 0 0 0 0,1 1 0 0 0,-1-1 0 0 0,1 1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2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2992 0 0,'28'4'13871'0'0,"-23"5"-12655"0"0,-4-7-680 0 0,14 22-431 0 0,-1 2-1 0 0,-1 0 1 0 0,-1 0-1 0 0,-1 1 1 0 0,-2 0-1 0 0,0 1 1 0 0,-2 0-1 0 0,-2 1 1 0 0,5 49-1 0 0,-10-65-103 0 0,-1 0-1 0 0,0 0 1 0 0,-1 0-1 0 0,0 0 1 0 0,-1 0-1 0 0,-6 19 1 0 0,-1-8-16 0 0,-1 1 0 0 0,-16 27 0 0 0,20-40-191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3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84 3456 0 0,'-5'-6'16032'0'0,"285"-13"-15711"0"0,26-2-2112 0 0,-1-10 3433 0 0,-304 31-1764 0 0,1 0 0 0 0,-1 0 0 0 0,1 0 0 0 0,-1-1 0 0 0,1 1 0 0 0,-1 0-1 0 0,1-1 1 0 0,-1 1 0 0 0,1-1 0 0 0,-1 0 0 0 0,0 1 0 0 0,2-2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4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381 10 3456 0 0,'-12'-10'12882'0'0,"10"12"-12120"0"0,-1 0-22 0 0,-65 53 1207 0 0,8-6-2074 0 0,15-16 127 0 0,-42 42 0 0 0,74-62 0 0 0,1 0 0 0 0,0 1 0 0 0,1 0 0 0 0,1 1 0 0 0,0 0 0 0 0,1 0 0 0 0,-11 26 0 0 0,19-39 0 0 0,0 0 0 0 0,0 0 0 0 0,0 0 0 0 0,0 0 0 0 0,1 1 0 0 0,-1-1 0 0 0,1 0 0 0 0,0 1 0 0 0,0-1 0 0 0,0 0 0 0 0,0 1 0 0 0,0-1 0 0 0,0 0 0 0 0,0 0 0 0 0,1 1 0 0 0,-1-1 0 0 0,1 0 0 0 0,0 0 0 0 0,1 4 0 0 0,0-4 0 0 0,-1-1 0 0 0,1 1 0 0 0,-1 0 0 0 0,1-1 0 0 0,0 1 0 0 0,0-1 0 0 0,0 1 0 0 0,0-1 0 0 0,0 0 0 0 0,0 0 0 0 0,0 0 0 0 0,0 0 0 0 0,0 0 0 0 0,0 0 0 0 0,1-1 0 0 0,-1 1 0 0 0,0-1 0 0 0,1 0 0 0 0,2 1 0 0 0,16 1 0 0 0,0-1 0 0 0,1 0 0 0 0,-1-2 0 0 0,0-1 0 0 0,0 0 0 0 0,0-1 0 0 0,22-7 0 0 0,-39 9 0 0 0,0 0 0 0 0,1 0 0 0 0,-1 1 0 0 0,1-1 0 0 0,6 1 0 0 0,-11 0 1 0 0,1 1-1 0 0,-1-1 0 0 0,0 0 1 0 0,0 0-1 0 0,0 0 0 0 0,0 0 1 0 0,0 0-1 0 0,0 0 1 0 0,0 0-1 0 0,0 0 0 0 0,0 0 1 0 0,0 1-1 0 0,0-1 0 0 0,0 0 1 0 0,0 0-1 0 0,0 0 1 0 0,0 0-1 0 0,0 0 0 0 0,0 0 1 0 0,0 0-1 0 0,0 1 0 0 0,0-1 1 0 0,0 0-1 0 0,0 0 0 0 0,0 0 1 0 0,0 0-1 0 0,0 0 1 0 0,0 0-1 0 0,0 0 0 0 0,0 1 1 0 0,0-1-1 0 0,0 0 0 0 0,0 0 1 0 0,0 0-1 0 0,0 0 1 0 0,0 0-1 0 0,0 0 0 0 0,-1 0 1 0 0,1 0-1 0 0,0 0 0 0 0,0 0 1 0 0,0 0-1 0 0,0 1 1 0 0,0-1-1 0 0,0 0 0 0 0,0 0 1 0 0,0 0-1 0 0,0 0 0 0 0,-1 0 1 0 0,1 0-1 0 0,0 0 0 0 0,0 0 1 0 0,0 0-1 0 0,0 0 1 0 0,0 0-1 0 0,-1 0 0 0 0,-1 4-810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11 201 1380 0 0,'-10'-10'18280'0'0,"9"7"-18280"0"0,1 0 0 0 0,0 0 0 0 0,0 0 0 0 0,0 0 0 0 0,1 0 0 0 0,-1 0 0 0 0,1 0 0 0 0,-1 0 0 0 0,1 1 0 0 0,0-1 0 0 0,0 0 0 0 0,0 0 0 0 0,0 1 0 0 0,3-5 0 0 0,20-36 0 0 0,-15 26 0 0 0,13-20 0 0 0,-19 33 0 0 0,1-1 0 0 0,-1 1 0 0 0,1 0 0 0 0,-1 1 0 0 0,1-1 0 0 0,0 1 0 0 0,0 0 0 0 0,1 0 0 0 0,5-4 0 0 0,-8 6-2 0 0,0 0-1 0 0,0 1 1 0 0,0-1 0 0 0,0 0-1 0 0,0 0 1 0 0,0 1 0 0 0,0 0-1 0 0,0-1 1 0 0,1 1 0 0 0,-1 0-1 0 0,0 0 1 0 0,0 0 0 0 0,0 0-1 0 0,1 0 1 0 0,-1 1 0 0 0,0-1-1 0 0,4 2 1 0 0,-3-1 11 0 0,-1 1 1 0 0,1-1 0 0 0,0 1-1 0 0,0 0 1 0 0,-1 0-1 0 0,1 0 1 0 0,-1 0-1 0 0,1 0 1 0 0,-1 1 0 0 0,4 4-1 0 0,0 2-124 0 0,-1 0 0 0 0,0 1 1 0 0,0 0-1 0 0,0 0 0 0 0,-2 0 0 0 0,4 11 0 0 0,-2 0-635 0 0,0 1-1 0 0,-2-1 1 0 0,0 0 0 0 0,-2 1-1 0 0,0-1 1 0 0,-5 42-1 0 0,0-36 13 0 0,-1 0 0 0 0,-1 0 0 0 0,-1 0 0 0 0,-22 50 0 0 0,14-46 754 0 0,7-16 217 0 0,1 1 0 0 0,-9 27 0 0 0,20-51-158 0 0,0 0 0 0 0,0 0 0 0 0,1 1 0 0 0,6-8-1 0 0,2-4 956 0 0,24-44-1090 0 0,54-129 0 0 0,5-11-1575 0 0,-94 200 1635 0 0,-1 0 0 0 0,1 0 0 0 0,-1 0 0 0 0,1 0 0 0 0,0 0 0 0 0,0 0 0 0 0,0 0 0 0 0,0 1 0 0 0,1-1 0 0 0,-1 1 0 0 0,5-3 0 0 0,-7 5 83 0 0,0 0 0 0 0,1 1 1 0 0,-1-1-1 0 0,0 0 0 0 0,0 0 0 0 0,1 1 1 0 0,-1-1-1 0 0,0 0 0 0 0,0 1 1 0 0,1-1-1 0 0,-1 0 0 0 0,0 1 1 0 0,0-1-1 0 0,0 1 0 0 0,0-1 1 0 0,1 0-1 0 0,-1 1 0 0 0,0-1 0 0 0,0 1 1 0 0,0-1-1 0 0,0 0 0 0 0,0 1 1 0 0,0-1-1 0 0,0 1 0 0 0,0-1 1 0 0,0 0-1 0 0,0 1 0 0 0,0-1 1 0 0,0 1-1 0 0,-1-1 0 0 0,1 0 1 0 0,0 1-1 0 0,0 0 0 0 0,-4 17-482 0 0,-32 106 332 0 0,-12 45-2299 0 0,46-162 2378 0 0,1 1 1 0 0,0-1-1 0 0,0 1 1 0 0,0-1-1 0 0,1 1 1 0 0,0 0-1 0 0,3 14 1 0 0,-3-19 15 0 0,1-1 0 0 0,-1 1 0 0 0,1-1 1 0 0,0 0-1 0 0,0 0 0 0 0,1 1 0 0 0,-1-1 1 0 0,0 0-1 0 0,1 0 0 0 0,-1 0 1 0 0,1 0-1 0 0,-1 0 0 0 0,1-1 0 0 0,0 1 1 0 0,0 0-1 0 0,0-1 0 0 0,0 0 0 0 0,0 1 1 0 0,0-1-1 0 0,1 0 0 0 0,-1 0 0 0 0,0 0 1 0 0,0 0-1 0 0,1 0 0 0 0,-1-1 1 0 0,1 1-1 0 0,4 0 0 0 0,0-1 528 0 0,0 0 1 0 0,1 0-1 0 0,-1 0 0 0 0,0-1 1 0 0,1 0-1 0 0,-1 0 0 0 0,0-1 1 0 0,11-4-1 0 0,-8 2 9 0 0,0 0 0 0 0,-1 0 0 0 0,0-1 0 0 0,0-1 0 0 0,12-7 1 0 0,-18 10-1066 0 0,-1 1 1 0 0,1-1 0 0 0,0 0 0 0 0,-1 0 0 0 0,3-3 0 0 0,0-3-2579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6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91 2764 0 0,'18'-10'19695'0'0,"85"-7"-22659"0"0,118-38 2799 0 0,-192 47-944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7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115 116 1380 0 0,'9'-21'3105'0'0,"10"-30"9518"0"0,-12 17-10079 0 0,-7 34-2544 0 0,1-1 0 0 0,-1 1 0 0 0,0 0 1 0 0,0-1-1 0 0,0 1 0 0 0,0 0 0 0 0,0-1 0 0 0,0 1 1 0 0,0 0-1 0 0,0 0 0 0 0,0-1 0 0 0,0 1 1 0 0,0 0-1 0 0,0-1 0 0 0,0 1 0 0 0,0 0 0 0 0,0-1 1 0 0,0 1-1 0 0,0 0 0 0 0,-1 0 0 0 0,1-1 1 0 0,0 1-1 0 0,0 0 0 0 0,0 0 0 0 0,0-1 0 0 0,-1 1 1 0 0,1 0-1 0 0,0 0 0 0 0,0-1 0 0 0,-1 1 1 0 0,1 0-1 0 0,0 0 0 0 0,0 0 0 0 0,-1-1 0 0 0,1 1 1 0 0,-11 5 0 0 0,-9 15-2 0 0,8-4-355 0 0,1 0-1 0 0,0 1 1 0 0,1 0-1 0 0,-11 27 1 0 0,9-13-1860 0 0,-16 61 0 0 0,25-76 1488 0 0,0 1 0 0 0,1 0 0 0 0,0-1 0 0 0,2 19 0 0 0,0-27 771 0 0,0 0 0 0 0,1 0 0 0 0,0-1 0 0 0,1 1 0 0 0,-1-1 0 0 0,2 1 0 0 0,-1-1 0 0 0,1 0 0 0 0,0 1 0 0 0,0-1 0 0 0,6 7 1 0 0,-7-11 18 0 0,0 0 1 0 0,1 0 0 0 0,-1-1 0 0 0,1 1 0 0 0,-1-1 0 0 0,1 0-1 0 0,0 0 1 0 0,0 0 0 0 0,0 0 0 0 0,0-1 0 0 0,4 2 0 0 0,13 2-2683 0 0,-7-5-1079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7.5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34 2072 0 0,'10'-34'16082'0'0,"-21"186"-14705"0"0,8-120-1248 0 0,-29 146-129 0 0,32-178 0 0 0,-1 0 0 0 0,1 1 0 0 0,0-1 0 0 0,0 0 0 0 0,0 1 0 0 0,0-1 0 0 0,0 0 0 0 0,0 0 0 0 0,0 1 0 0 0,0-1 0 0 0,-1 0 0 0 0,1 1 0 0 0,0-1 0 0 0,0 0 0 0 0,0 1 0 0 0,1-1 0 0 0,-1 0 0 0 0,0 1 0 0 0,0-1 0 0 0,0 0 0 0 0,0 1 0 0 0,0-1 0 0 0,0 0 0 0 0,0 1 0 0 0,0-1 0 0 0,1 0 0 0 0,-1 0 0 0 0,0 1 0 0 0,0-1 0 0 0,0 0 0 0 0,1 1 0 0 0,8-7 0 0 0,14-20 0 0 0,-19 21 0 0 0,62-70-845 0 0,37-34-5635 0 0,-68 78 3979 0 0,-31 28 2514 0 0,-1 0 0 0 0,1 1 0 0 0,0-1 0 0 0,0 1 0 0 0,0 0 0 0 0,0 1 0 0 0,0-1 1 0 0,8-1-1 0 0,-12 3 7 0 0,0 0 1 0 0,0-1-1 0 0,1 1 1 0 0,-1 0 0 0 0,0 0-1 0 0,0 0 1 0 0,0 0 0 0 0,0 0-1 0 0,0 0 1 0 0,1 0-1 0 0,-1 0 1 0 0,0 0 0 0 0,0 0-1 0 0,0 0 1 0 0,1 0-1 0 0,-1 0 1 0 0,0 0 0 0 0,0 0-1 0 0,0 0 1 0 0,0 0 0 0 0,0 0-1 0 0,1 0 1 0 0,-1 0-1 0 0,0 1 1 0 0,0-1 0 0 0,0 0-1 0 0,0 0 1 0 0,1 0-1 0 0,-1 0 1 0 0,0 0 0 0 0,0 0-1 0 0,0 0 1 0 0,0 1-1 0 0,0-1 1 0 0,0 0 0 0 0,0 0-1 0 0,0 0 1 0 0,-3 8 3534 0 0,-10 6 560 0 0,-35 24-2814 0 0,-5 5-1350 0 0,47-38 50 0 0,0 1-1 0 0,1 0 0 0 0,0 0 1 0 0,0 1-1 0 0,1-1 1 0 0,-6 10-1 0 0,9-14 0 0 0,0 0 0 0 0,0 0 0 0 0,0 0 0 0 0,1 0 0 0 0,-1 0 0 0 0,0 0 0 0 0,1 0 0 0 0,-1 0 0 0 0,1 0 0 0 0,0 0 0 0 0,0 0 0 0 0,0 1 0 0 0,0-1 0 0 0,0 0 0 0 0,0 0 0 0 0,0 0 0 0 0,1 0 0 0 0,-1 0 0 0 0,1 0 0 0 0,0 0 0 0 0,-1 0 0 0 0,1 0 0 0 0,0 0 0 0 0,0 0 0 0 0,0 0 0 0 0,0 0 0 0 0,1 0 0 0 0,-1-1 0 0 0,1 1 0 0 0,-1 0 0 0 0,1-1 0 0 0,-1 0 0 0 0,4 3 0 0 0,-1-1 0 0 0,1-1 0 0 0,-1 1 0 0 0,1-1 0 0 0,0 0 0 0 0,0 0 0 0 0,0-1 0 0 0,0 1 0 0 0,0-1 0 0 0,1 0 0 0 0,-1 0 0 0 0,0-1 0 0 0,10 0 0 0 0,1-1-86 0 0,-1 0 0 0 0,1-1 1 0 0,0-1-1 0 0,0-1 0 0 0,-1 0 0 0 0,0-1 0 0 0,0-1 0 0 0,0 0 0 0 0,-1-1 0 0 0,19-11 1 0 0,-22 9-3135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7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1380 0 0,'21'8'9679'0'0,"-1"16"528"0"0,-15-17-11813 0 0,14 16 1606 0 0,-2 0 0 0 0,-1 0 0 0 0,18 35 0 0 0,-28-47 0 0 0,-1 0 0 0 0,-1 0 0 0 0,0 1 0 0 0,0-1 0 0 0,-1 1 0 0 0,-1 0 0 0 0,0 0 0 0 0,0-1 0 0 0,-1 2 0 0 0,-2 19 0 0 0,1-26 6 0 0,-2 1 0 0 0,1 0 0 0 0,-1-1 0 0 0,0 1 1 0 0,0-1-1 0 0,0 0 0 0 0,-1 1 0 0 0,0-1 0 0 0,-1 0 0 0 0,1-1 0 0 0,-8 10 0 0 0,-3 1-224 0 0,-1-2 0 0 0,-23 20 0 0 0,12-12-955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8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27 2072 0 0,'8'-27'11275'0'0,"-27"72"-5099"0"0,-3 29-6148 0 0,5-17 81 0 0,-60 207-109 0 0,54-181 0 0 0,-14 63 0 0 0,33-129 0 0 0,1-10 0 0 0,2 0 0 0 0,-1 0 0 0 0,0 14 0 0 0,5-37-1004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8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13 108 920 0 0,'-12'-28'20166'0'0,"17"25"-19145"0"0,4 1-3468 0 0,35-1 2447 0 0,45 3 0 0 0,36-2 0 0 0,116-38 0 0 0,-183 28 0 0 0,-49 11 0 0 0,10-4 0 0 0,-11-6-940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49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590 30 1840 0 0,'11'-25'16266'0'0,"-7"20"-14712"0"0,-4 30-1554 0 0,-5-11 0 0 0,-1 0 0 0 0,0-1 0 0 0,-14 23 0 0 0,-29 36 0 0 0,37-56 0 0 0,-18 27-405 0 0,-3-3 1 0 0,-1 0-1 0 0,-2-3 0 0 0,-2 0 0 0 0,-78 57 0 0 0,102-84-44 0 0,-1-1 0 0 0,0-1 0 0 0,-32 14 0 0 0,41-20 715 0 0,0-1 0 0 0,0 1 0 0 0,0-1 0 0 0,0 0 0 0 0,0 0 0 0 0,-9-1 0 0 0,11 0-84 0 0,1 0-1 0 0,0-1 1 0 0,-1 0 0 0 0,1 1 0 0 0,0-1 0 0 0,-1 0-1 0 0,1 0 1 0 0,0-1 0 0 0,0 1 0 0 0,0-1 0 0 0,0 1-1 0 0,-4-5 1 0 0,4 3-182 0 0,0 0 0 0 0,0 0 0 0 0,0-1 0 0 0,1 0 0 0 0,-1 1 0 0 0,1-1 0 0 0,0 0 0 0 0,0 0 0 0 0,0 0 0 0 0,1 0 0 0 0,0 0 0 0 0,-1 0 0 0 0,2-1 0 0 0,-1 1 0 0 0,0 0 0 0 0,1-1 0 0 0,0 1 0 0 0,0-8 0 0 0,1-4 0 0 0,1 1 0 0 0,0 0 0 0 0,1-1 0 0 0,5-14 0 0 0,-6 21-126 0 0,1 1 0 0 0,0 0 0 0 0,0 0 0 0 0,1 0 0 0 0,1 1-1 0 0,-1-1 1 0 0,1 1 0 0 0,10-12 0 0 0,-11 15 59 0 0,0 1 0 0 0,-1 0 1 0 0,1-1-1 0 0,0 2 0 0 0,0-1 0 0 0,1 0 1 0 0,-1 1-1 0 0,0 0 0 0 0,1 0 0 0 0,0 0 0 0 0,-1 0 1 0 0,1 1-1 0 0,0 0 0 0 0,0 0 0 0 0,0 0 1 0 0,10 0-1 0 0,-11 1 15 0 0,1 1 1 0 0,-1 0-1 0 0,1 0 1 0 0,-1 0-1 0 0,0 0 1 0 0,1 1-1 0 0,-1-1 1 0 0,0 1-1 0 0,0 0 1 0 0,0 0-1 0 0,0 1 0 0 0,0-1 1 0 0,-1 1-1 0 0,1 0 1 0 0,5 6-1 0 0,4 5-450 0 0,0 1-1 0 0,14 23 0 0 0,-13-19 129 0 0,-4-5-502 0 0,1-1-1 0 0,0 0 1 0 0,1-1-1 0 0,26 21 1 0 0,-24-23 933 0 0,0-1 0 0 0,0-1 0 0 0,1 0 0 0 0,0-1 0 0 0,1 0 0 0 0,-1-1 0 0 0,1-1 0 0 0,26 5 0 0 0,-7-2 66 0 0,-15-4 34 0 0,1 0 0 0 0,38 2 0 0 0,-58-6-51 0 0,0 0 1 0 0,-1 0 0 0 0,1 0 0 0 0,-1 0 0 0 0,1 0 0 0 0,-1 0-1 0 0,1 0 1 0 0,-1 0 0 0 0,1-1 0 0 0,-1 1 0 0 0,1 0 0 0 0,-1 0-1 0 0,1 0 1 0 0,-1-1 0 0 0,0 1 0 0 0,1 0 0 0 0,-1-1 0 0 0,1 1 0 0 0,-1 0-1 0 0,0-1 1 0 0,1 1 0 0 0,-1-1 0 0 0,0 1 0 0 0,1 0 0 0 0,-1-1-1 0 0,0 1 1 0 0,0-1 0 0 0,1 1 0 0 0,-1-1 0 0 0,0 1 0 0 0,0-1-1 0 0,0 1 1 0 0,0-1 0 0 0,0 1 0 0 0,0-1 0 0 0,0 1 0 0 0,0-1-1 0 0,0 0 1 0 0,0 1 0 0 0,0-1 0 0 0,0 1 0 0 0,0-1 0 0 0,0 0 60 0 0,0-1 0 0 0,-1 1 0 0 0,1 0 1 0 0,0 0-1 0 0,-1 0 0 0 0,1 0 1 0 0,-1 0-1 0 0,1 0 0 0 0,-1 0 0 0 0,0 0 1 0 0,1 0-1 0 0,-1 0 0 0 0,0 0 0 0 0,0 0 1 0 0,1 0-1 0 0,-1 0 0 0 0,0 0 0 0 0,-2 0 1 0 0,-13-3-150 0 0,7 2-2121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2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37 1612 0 0,'1'-1'432'0'0,"-1"-1"1"0"0,-10-28 12454 0 0,8 29-12368 0 0,1 1-101 0 0,0-1 0 0 0,0 1 0 0 0,0 0 0 0 0,-1-1 0 0 0,1 1 0 0 0,0 0 0 0 0,0 0 0 0 0,-1 0 0 0 0,1 0 0 0 0,0 0 1 0 0,-1 0-1 0 0,1 0 0 0 0,0 0 0 0 0,0 0 0 0 0,-2 1 0 0 0,-13 7-3330 0 0,10-2 2912 0 0,-1 0 0 0 0,1 1 0 0 0,1-1 0 0 0,-1 1 0 0 0,1 1 0 0 0,0-1 0 0 0,0 1 0 0 0,1-1 0 0 0,-6 16 0 0 0,-1 9 0 0 0,-10 40 0 0 0,14-43 0 0 0,1-7 0 0 0,1 1 0 0 0,2-1 0 0 0,-2 26 0 0 0,4-39 0 0 0,1 1 0 0 0,1-1 0 0 0,0 1 0 0 0,0-1 0 0 0,0 1 0 0 0,1-1 0 0 0,1 0 0 0 0,0 0 0 0 0,0 0 0 0 0,5 11 0 0 0,-6-18-21 0 0,0 1 0 0 0,0-1 0 0 0,-1 1-1 0 0,2-1 1 0 0,-1 1 0 0 0,0-1 0 0 0,0 0 0 0 0,1 0 0 0 0,-1 0-1 0 0,1 0 1 0 0,-1-1 0 0 0,1 1 0 0 0,0-1 0 0 0,0 0-1 0 0,0 1 1 0 0,0-1 0 0 0,0 0 0 0 0,0-1 0 0 0,0 1 0 0 0,0 0-1 0 0,0-1 1 0 0,0 0 0 0 0,0 0 0 0 0,0 0 0 0 0,0 0-1 0 0,5-1 1 0 0,2 0-2795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2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9 1612 0 0,'-3'-8'16486'0'0,"-6"25"-13566"0"0,-4 23-5677 0 0,9-28 4156 0 0,-74 220-1399 0 0,78-230 0 0 0,-6 23 0 0 0,5-23 0 0 0,1-1 0 0 0,0 0 0 0 0,0 1 0 0 0,0-1 0 0 0,0 1 0 0 0,0-1 0 0 0,0 0 0 0 0,0 1 0 0 0,1-1 0 0 0,-1 1 0 0 0,0-1 0 0 0,1 0 0 0 0,-1 1 0 0 0,1-1 0 0 0,0 1 0 0 0,0-1 0 0 0,-1-1 0 0 0,1 0 0 0 0,-1 0 0 0 0,1 1 0 0 0,-1-1 0 0 0,1 0 0 0 0,0 0 0 0 0,-1 0 0 0 0,1 0 0 0 0,-1 0 0 0 0,1 0 0 0 0,0 0 0 0 0,-1 0 0 0 0,1 0 0 0 0,-1 0 0 0 0,1 0 0 0 0,0 0 0 0 0,-1 0 0 0 0,1-1 0 0 0,-1 1 0 0 0,1 0 0 0 0,0 0 0 0 0,-1-1 0 0 0,1 1 0 0 0,-1 0 0 0 0,1-1 0 0 0,-1 1 0 0 0,1 0 0 0 0,0-1 0 0 0,17-13 0 0 0,-16 12 0 0 0,22-20-239 0 0,-1-1-1 0 0,-1 0 1 0 0,33-46-1 0 0,-51 64-362 0 0,3-6 704 0 0,0 1 1 0 0,1 1-1 0 0,0-1 1 0 0,0 1 0 0 0,1 1-1 0 0,17-13 1 0 0,-25 20-144 0 0,-1 1 0 0 0,0 0 0 0 0,0 0 0 0 0,1-1 0 0 0,-1 1-1 0 0,0 0 1 0 0,1 0 0 0 0,-1 0 0 0 0,1-1 0 0 0,-1 1 0 0 0,0 0 0 0 0,1 0 0 0 0,-1 0 0 0 0,0 0 0 0 0,1 0 0 0 0,-1 0 0 0 0,1 0-1 0 0,-1 0 1 0 0,0 0 0 0 0,1 0 0 0 0,-1 0 0 0 0,0 0 0 0 0,1 0 0 0 0,-1 0 0 0 0,1 1 0 0 0,0 7-1745 0 0,-10 13 666 0 0,1-9 1800 0 0,-1-1 1 0 0,0 0-1 0 0,-1 0 1 0 0,0-1-1 0 0,0 0 1 0 0,-24 16-1 0 0,-8 8-1728 0 0,40-33 1121 0 0,0 1 1 0 0,1-1-1 0 0,-1 1 0 0 0,1-1 0 0 0,-1 1 1 0 0,1 0-1 0 0,0 0 0 0 0,-1 0 0 0 0,-1 3 0 0 0,3-4-57 0 0,0 0-1 0 0,0 0 1 0 0,0 0-1 0 0,0 0 0 0 0,0 0 1 0 0,0 0-1 0 0,1 0 0 0 0,-1 0 1 0 0,0 0-1 0 0,0 0 0 0 0,1 0 1 0 0,-1 0-1 0 0,0 0 1 0 0,1 0-1 0 0,-1 0 0 0 0,1 0 1 0 0,0 0-1 0 0,-1-1 0 0 0,1 1 1 0 0,-1 0-1 0 0,1 0 0 0 0,0-1 1 0 0,1 2-1 0 0,11 12-448 0 0,2-1-1 0 0,-1 0 1 0 0,1-1 0 0 0,1-1-1 0 0,19 11 1 0 0,-28-19 9 0 0,-1 0 1 0 0,0 0-1 0 0,1-1 1 0 0,0 1-1 0 0,0-2 1 0 0,-1 1-1 0 0,1-1 0 0 0,0 0 1 0 0,0 0-1 0 0,0-1 1 0 0,0 0-1 0 0,0-1 1 0 0,0 1-1 0 0,0-1 0 0 0,0 0 1 0 0,0-1-1 0 0,11-3 1 0 0,-10 1 444 0 0,0 1 1 0 0,0-1 0 0 0,0 0 0 0 0,-1-1-1 0 0,1 0 1 0 0,12-11 0 0 0,-17 14-168 0 0,-1-1-1 0 0,1 1 1 0 0,-1-1 0 0 0,1 0-1 0 0,-1 0 1 0 0,0 0 0 0 0,0 0-1 0 0,0 0 1 0 0,-1-1 0 0 0,1 1-1 0 0,-1-1 1 0 0,1 1 0 0 0,-1-1-1 0 0,0 1 1 0 0,-1-1 0 0 0,1 0-1 0 0,-1 1 1 0 0,1-8 0 0 0,-3 1-2430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2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10 920 0 0,'28'-10'18086'0'0,"-27"12"-17518"0"0,9 6-556 0 0,0 2 0 0 0,0-1-1 0 0,-1 1 1 0 0,0 1 0 0 0,-1 0-1 0 0,-1 0 1 0 0,11 18 0 0 0,-9-9-14 0 0,0 0 0 0 0,-1 0 0 0 0,10 41 0 0 0,-16-53 2 0 0,-1-1 0 0 0,0 1 0 0 0,-1 0 0 0 0,1 0 0 0 0,-2-1 0 0 0,1 1 0 0 0,-1 0 0 0 0,0 0 0 0 0,-1-1 0 0 0,1 1 0 0 0,-2-1 0 0 0,1 1 0 0 0,-1-1 0 0 0,0 0 0 0 0,0 0 0 0 0,-1 0 0 0 0,0-1 0 0 0,0 1 0 0 0,-7 6 0 0 0,-5 5 0 0 0,0 0 0 0 0,-2-1 0 0 0,0-1 0 0 0,-36 24 0 0 0,25-14 0 0 0,22-19 0 0 0,5-5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3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7140 0 0,'2'-1'11878'0'0,"17"3"-11236"0"0,-16-2-683 0 0,23 0 132 0 0,-25 0-131 0 0,1 0 0 0 0,0 0 0 0 0,0-1 0 0 0,0 1 0 0 0,0-1 0 0 0,0 1 0 0 0,-1-1 0 0 0,1 0 1 0 0,0 0-1 0 0,0 1 0 0 0,-1-1 0 0 0,1 0 0 0 0,1-2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4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433 637 1840 0 0,'4'-8'2488'0'0,"4"-18"8806"0"0,-6 19-11312 0 0,-2 4 294 0 0,5-14 549 0 0,0-1 1 0 0,-2 0 0 0 0,0 0-1 0 0,1-22 1 0 0,-5 35-844 0 0,1 0-1 0 0,0-1 1 0 0,-1 1 0 0 0,0 0-1 0 0,0 0 1 0 0,0 0 0 0 0,-1-1 0 0 0,0 1-1 0 0,0 0 1 0 0,0 1 0 0 0,-1-1-1 0 0,1 0 1 0 0,-1 1 0 0 0,0-1-1 0 0,-1 1 1 0 0,1 0 0 0 0,-1 0 0 0 0,-7-6-1 0 0,6 6-94 0 0,0 0 0 0 0,0 0 0 0 0,-1 1 0 0 0,1 0 0 0 0,-1 0 0 0 0,1 0 0 0 0,-1 1 0 0 0,0 0-1 0 0,0 0 1 0 0,-1 0 0 0 0,1 1 0 0 0,0 0 0 0 0,-9 0 0 0 0,6 1-274 0 0,0 0 0 0 0,1 1 0 0 0,-1 0 0 0 0,0 1 0 0 0,1 0 0 0 0,-1 0 0 0 0,1 1 0 0 0,-14 6 0 0 0,3 1-246 0 0,2 0-1 0 0,-1 1 1 0 0,1 1 0 0 0,1 1-1 0 0,0 0 1 0 0,1 2 0 0 0,-19 21 0 0 0,22-21 633 0 0,1-1 0 0 0,0 2 0 0 0,-14 27 0 0 0,20-33 0 0 0,0 1 0 0 0,1 0 0 0 0,0 0 0 0 0,1 0 0 0 0,0 0 0 0 0,1 1 0 0 0,-1 12 0 0 0,3-22 24 0 0,0 1 0 0 0,-1-1 0 0 0,1 1 1 0 0,1-1-1 0 0,-1 0 0 0 0,0 1 0 0 0,0-1 1 0 0,1 0-1 0 0,0 1 0 0 0,-1-1 0 0 0,1 0 1 0 0,0 1-1 0 0,0-1 0 0 0,0 0 0 0 0,0 0 0 0 0,1 0 1 0 0,-1 0-1 0 0,0 0 0 0 0,4 3 0 0 0,-3-3 55 0 0,1-1-1 0 0,-1 1 0 0 0,1-1 0 0 0,-1 1 1 0 0,1-1-1 0 0,0 0 0 0 0,0 0 0 0 0,0 0 1 0 0,-1 0-1 0 0,1-1 0 0 0,0 1 0 0 0,0-1 1 0 0,5 0-1 0 0,4 0 155 0 0,-1-1 1 0 0,0 0-1 0 0,1-1 0 0 0,-1-1 1 0 0,0 1-1 0 0,0-2 0 0 0,10-4 1 0 0,-9 3 903 0 0,-1-1 1 0 0,-1 0-1 0 0,1 0 0 0 0,-1-1 1 0 0,15-13-1 0 0,-12 7-1457 0 0,-1 1 0 0 0,0-2 0 0 0,13-19 0 0 0,-6 3-1913 0 0,-1 0-1 0 0,-2-2 0 0 0,17-43 1 0 0,-5-8 2219 0 0,25-126 1 0 0,-40 154 15 0 0,-8 35 134 0 0,-2 11 1 0 0,-1 0 1 0 0,0 0-1 0 0,1-17 0 0 0,-3 26-94 0 0,0-1-1 0 0,0 1 0 0 0,0 0 0 0 0,0-1 0 0 0,0 1 0 0 0,0 0 0 0 0,0-1 0 0 0,0 1 0 0 0,0 0 0 0 0,0-1 0 0 0,0 1 0 0 0,0 0 0 0 0,0-1 0 0 0,0 1 0 0 0,0 0 0 0 0,0-1 0 0 0,0 1 0 0 0,0 0 0 0 0,-1-1 0 0 0,1 1 0 0 0,0 0 0 0 0,0 0 0 0 0,0-1 0 0 0,-1 1 0 0 0,1 0 0 0 0,0 0 0 0 0,0-1 0 0 0,-1 1 0 0 0,1 0 0 0 0,0 0 0 0 0,-1-1 0 0 0,1 1 0 0 0,0 0 0 0 0,-1 0 1 0 0,0 0 188 0 0,0 0 0 0 0,1 0 0 0 0,-1 1 0 0 0,0-1 0 0 0,0 0 1 0 0,1 1-1 0 0,-1-1 0 0 0,0 1 0 0 0,0-1 0 0 0,1 1 0 0 0,-1-1 1 0 0,0 1-1 0 0,0 0 0 0 0,-17 21 4476 0 0,8-8-4728 0 0,1 1 0 0 0,1 1 0 0 0,0-1 0 0 0,2 1-1 0 0,-1 0 1 0 0,-6 32 0 0 0,-23 152-3053 0 0,24-123-450 0 0,9-58 2995 0 0,-2 13-118 0 0,-2 38 0 0 0,7-61 660 0 0,0 0 0 0 0,0 0 1 0 0,1 0-1 0 0,0 0 0 0 0,1 0 1 0 0,0 0-1 0 0,0 0 0 0 0,1-1 0 0 0,4 11 1 0 0,-6-17 251 0 0,1 0 1 0 0,-1 1-1 0 0,1-1 1 0 0,0 0-1 0 0,-1 0 1 0 0,1 0 0 0 0,0 0-1 0 0,0 0 1 0 0,1 0-1 0 0,-1-1 1 0 0,0 1-1 0 0,0-1 1 0 0,1 1 0 0 0,-1-1-1 0 0,1 0 1 0 0,-1 0-1 0 0,1 0 1 0 0,0 0-1 0 0,-1-1 1 0 0,1 1-1 0 0,0-1 1 0 0,-1 1 0 0 0,1-1-1 0 0,0 0 1 0 0,0 0-1 0 0,-1 0 1 0 0,4-1-1 0 0,3 0-196 0 0,-1-1-1 0 0,0 0 0 0 0,0 0 1 0 0,0 0-1 0 0,0-1 0 0 0,0-1 0 0 0,13-7 1 0 0,-9 3-1829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4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51 3456 0 0,'4'-12'2888'0'0,"1"-26"8202"0"0,-6 38-10966 0 0,0 0 0 0 0,0 1-1 0 0,0-1 1 0 0,0 1 0 0 0,0-1-1 0 0,0 1 1 0 0,0-1 0 0 0,0 1-1 0 0,1 0 1 0 0,-1-1 0 0 0,0 1-1 0 0,0 0 1 0 0,1 0 0 0 0,-1-1-1 0 0,0 1 1 0 0,1 0 0 0 0,-1 1-1 0 0,-15 21-123 0 0,1 0 0 0 0,2 1 0 0 0,0 0 0 0 0,1 1 0 0 0,2 1 0 0 0,1 0 0 0 0,-9 38 0 0 0,16-56 15 0 0,1 0 0 0 0,0 1 0 0 0,1-1 0 0 0,-1 0 0 0 0,2 0 0 0 0,-1 0 0 0 0,1 0 0 0 0,0 0 0 0 0,1 1 0 0 0,3 10 0 0 0,-4-16-88 0 0,1 0 0 0 0,-1 0 0 0 0,0 0 0 0 0,1 0 0 0 0,0 0 1 0 0,0 0-1 0 0,0 0 0 0 0,0-1 0 0 0,0 1 0 0 0,0-1 0 0 0,1 1 0 0 0,-1-1 1 0 0,1 0-1 0 0,0 0 0 0 0,-1 0 0 0 0,1-1 0 0 0,0 1 0 0 0,0-1 1 0 0,0 1-1 0 0,1-1 0 0 0,-1 0 0 0 0,0 0 0 0 0,0 0 0 0 0,1-1 0 0 0,-1 1 1 0 0,0-1-1 0 0,7 1 0 0 0,3-3 1948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4.9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23 2072 0 0,'-5'-22'16154'0'0,"-1"103"-14611"0"0,2-5-1652 0 0,1-50 109 0 0,-2 1 0 0 0,0-1 0 0 0,-2 0 0 0 0,-10 26 0 0 0,17-52 0 0 0,-1 1 0 0 0,1-1 0 0 0,0 0 0 0 0,0 0 0 0 0,0 0 0 0 0,0 0 0 0 0,0 0 0 0 0,0 0 0 0 0,0 0 0 0 0,0 0 0 0 0,0 0 0 0 0,0 0 0 0 0,0 0 0 0 0,0 1 0 0 0,0-1 0 0 0,0 0 0 0 0,0 0 0 0 0,0 0 0 0 0,0 0 0 0 0,-1 0 0 0 0,1 0 0 0 0,0 0 0 0 0,0 0 0 0 0,0 1 0 0 0,1-1 0 0 0,-1 0 0 0 0,0 0 0 0 0,0 0 0 0 0,0 0 0 0 0,0 0 0 0 0,0 0 0 0 0,0 0 0 0 0,0 0 0 0 0,0 1 0 0 0,0-1 0 0 0,0 0 0 0 0,0 0 0 0 0,0 0 0 0 0,0 0 0 0 0,0 0 0 0 0,0 0 0 0 0,0 0 0 0 0,0 0 0 0 0,0 0 0 0 0,1 0 0 0 0,-1 0 0 0 0,0 1 0 0 0,0-1 0 0 0,0 0 0 0 0,0 0 0 0 0,0 0 0 0 0,0 0 0 0 0,0 0 0 0 0,0 0 0 0 0,1 0 0 0 0,6-4 0 0 0,9-7 0 0 0,3-6-159 0 0,3-3-29 0 0,0 0-1 0 0,-1-2 1 0 0,19-26 0 0 0,-10 6-1505 0 0,49-75-1016 0 0,-95 140 6536 0 0,-32 51-5690 0 0,-50 86-3991 0 0,98-159 5854 0 0,-9 17 0 0 0,9-18 0 0 0,-1 1 0 0 0,1-1 0 0 0,0 1 0 0 0,0 0 0 0 0,-1-1 0 0 0,1 1 0 0 0,0-1 0 0 0,0 1 0 0 0,0-1 0 0 0,0 1 0 0 0,-1 0 0 0 0,1-1 0 0 0,0 1 0 0 0,0-1 0 0 0,0 1 0 0 0,0 0 0 0 0,0-1 0 0 0,1 1 0 0 0,-1-1 0 0 0,0 1 0 0 0,0 0 0 0 0,0-1 0 0 0,0 1 0 0 0,1-1 0 0 0,-1 1 0 0 0,2-1 5 0 0,1 0 1 0 0,-1-1-1 0 0,0 1 0 0 0,0-1 1 0 0,0 1-1 0 0,0-1 1 0 0,0 0-1 0 0,0 0 1 0 0,3-2-1 0 0,3 0 15 0 0,1 0 618 0 0,-1 1 0 0 0,1 0 0 0 0,-1 0 0 0 0,1 1 0 0 0,0 0 0 0 0,16 1 0 0 0,53 9 4333 0 0,-17-1-7936 0 0,-54-8 1830 0 0,0 0 0 0 0,0-1 1 0 0,0 1-1 0 0,1-2 0 0 0,-1 1 0 0 0,0-1 0 0 0,13-5 1 0 0,-12 3-2274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5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2072 0 0,'18'9'10619'0'0,"-16"-6"-9911"0"0,17 19 6568 0 0,-12-12-8291 0 0,3 1 1015 0 0,9 11 0 0 0,0 1 0 0 0,-2 1 0 0 0,17 29 0 0 0,-30-45 0 0 0,-1 1 0 0 0,1-1 0 0 0,-1 1 0 0 0,0 0 0 0 0,-1-1 0 0 0,1 11 0 0 0,-2-13 0 0 0,-1-1 0 0 0,0 1 0 0 0,0-1 0 0 0,0 1 0 0 0,-1 0 0 0 0,0-1 0 0 0,0 0 0 0 0,0 1 0 0 0,-1-1 0 0 0,1 0 0 0 0,-4 6 0 0 0,1-4 0 0 0,0 0 0 0 0,-1 0 0 0 0,1 0 0 0 0,-2-1 0 0 0,1 1 0 0 0,-1-1 0 0 0,0-1 0 0 0,-10 9 0 0 0,-8 3-655 0 0,-29 16 1 0 0,8-6-1226 0 0,35-20 721 0 0,4-4 581 0 0,1 0-1 0 0,1 1 1 0 0,-1-1 0 0 0,0 1 0 0 0,-6 8-1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8:59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80 451 1612 0 0,'-9'4'18887'0'0,"10"-6"-19740"0"0,5-9 865 0 0,1 1-11 0 0,0-1 0 0 0,6-17-1 0 0,-13 28 0 0 0,0 0 0 0 0,0 0 0 0 0,0 0 0 0 0,0-1 0 0 0,0 1 0 0 0,0 0 0 0 0,0 0 0 0 0,0 0 0 0 0,0 0 0 0 0,0-1 0 0 0,0 1 0 0 0,0 0 0 0 0,0 0 0 0 0,0 0 0 0 0,0 0 0 0 0,0 0 0 0 0,0-1 0 0 0,0 1 0 0 0,0 0 0 0 0,0 0 0 0 0,0 0 0 0 0,0 0 0 0 0,0 0 0 0 0,0-1 0 0 0,0 1 0 0 0,-1 0 0 0 0,1 0 0 0 0,0 0 0 0 0,0 0 0 0 0,0 0 0 0 0,0 0 0 0 0,0 0 0 0 0,0-1 0 0 0,-1 1 0 0 0,1 0 0 0 0,0 0 0 0 0,0 0 0 0 0,0 0 0 0 0,0 0 0 0 0,0 0 0 0 0,-1 0 0 0 0,1 0 0 0 0,0 0 0 0 0,0 0 0 0 0,0 0 0 0 0,0 0 0 0 0,-1 0 0 0 0,1 0 0 0 0,0 0 0 0 0,0 0 0 0 0,0 0 0 0 0,0 0 0 0 0,0 0 0 0 0,-1 0 0 0 0,1 0 0 0 0,0 0 0 0 0,0 0 0 0 0,0 1 0 0 0,0-1 0 0 0,0 0 0 0 0,-1 0 0 0 0,1 0 0 0 0,0 0 0 0 0,0 0 0 0 0,-5 1-8 0 0,4-1-16 0 0,-6 16 37 0 0,6-14-11 0 0,0 0 0 0 0,0 0 0 0 0,0 0 0 0 0,0 0 0 0 0,0 0 0 0 0,1 0-1 0 0,-1 0 1 0 0,1 0 0 0 0,-1 4 0 0 0,-17 95-2 0 0,2-13 0 0 0,12-51 0 0 0,3-21 0 0 0,0 0 0 0 0,-2-1 0 0 0,0 1 0 0 0,-6 17 0 0 0,8-28 0 0 0,-2 0 0 0 0,1 0 0 0 0,0-1 0 0 0,-1 1 0 0 0,0-1 0 0 0,-3 4 0 0 0,4-6 0 0 0,1-2 0 0 0,6-4 0 0 0,6-2-275 0 0,0 1-1 0 0,0 0 0 0 0,0 0 1 0 0,0 2-1 0 0,1-1 0 0 0,0 1 1 0 0,0 1-1 0 0,23-2 0 0 0,411-50-9231 0 0,-399 47 9534 0 0,0 2 0 0 0,0 2 0 0 0,67 5 0 0 0,-5 6-27 0 0,130-8 0 0 0,205-4 0 0 0,-56-7-1 0 0,-91-2 7 0 0,8 1 119 0 0,2 0-5 0 0,25-1-53 0 0,44 1 0 0 0,-365 12-67 0 0,394-7 0 0 0,-74-7 0 0 0,-41 3 0 0 0,126 18 63 0 0,-397-6-46 0 0,471-10 350 0 0,-328 1-258 0 0,219-24-30 0 0,-34 1-30 0 0,-76 12 57 0 0,186-6 151 0 0,-79 24-106 0 0,221-5-87 0 0,-356 4-57 0 0,116-6-8 0 0,-165-10 12 0 0,103-9 10 0 0,1 15 4964 0 0,-206 9 135 0 0,-32-4-5029 0 0,-52 6-91 0 0,0-1 0 0 0,0 0 0 0 0,0 0 0 0 0,0-1 0 0 0,0 0 0 0 0,-1-1 0 0 0,1 1 0 0 0,-1-2 0 0 0,0 1 0 0 0,13-11 0 0 0,-18 12-4 0 0,0 0 0 0 0,0 0 1 0 0,0-1-1 0 0,0 1 0 0 0,-1-1 0 0 0,1 1 0 0 0,-1-1 0 0 0,0 0 0 0 0,0 1 0 0 0,-1-1 1 0 0,1-7-1 0 0,0 5-2 0 0,0 0 0 0 0,0 1 1 0 0,1-1-1 0 0,3-8 1 0 0,3-6 19 0 0,-1 1 1 0 0,-1-1 0 0 0,-1 0 0 0 0,3-24 0 0 0,-8 43-15 0 0,3-16 0 0 0,1-30 0 0 0,-4 42 0 0 0,0 0 0 0 0,0 1 0 0 0,0-1 0 0 0,-1 0 0 0 0,0 0 0 0 0,0 1 0 0 0,0-1 0 0 0,-1 0 0 0 0,1 1 0 0 0,-1 0 0 0 0,-3-6 0 0 0,5 10 0 0 0,0 0 0 0 0,0 0 0 0 0,0 0 0 0 0,0 0 0 0 0,0 0 0 0 0,0 0 0 0 0,0 0 0 0 0,0 0 0 0 0,0-1 0 0 0,0 1 0 0 0,-1 0 0 0 0,1 0 0 0 0,0 0 0 0 0,0 0 0 0 0,0 0 0 0 0,0 0 0 0 0,0 0 0 0 0,0 0 0 0 0,0 0 0 0 0,0 0 0 0 0,-1 0 0 0 0,1 0 0 0 0,0 0 0 0 0,0 0 0 0 0,0 0 0 0 0,0 0 0 0 0,0 0 0 0 0,0 0 0 0 0,0 0 0 0 0,-1 0 0 0 0,1 0 0 0 0,0 0 0 0 0,0 0 0 0 0,0 0 0 0 0,0 0 0 0 0,0 0 0 0 0,0 0 0 0 0,0 0 0 0 0,-1 0 0 0 0,1 0 0 0 0,0 0 0 0 0,0 0 0 0 0,0 1 0 0 0,0-1 0 0 0,0 0 0 0 0,0 0 0 0 0,0 0 0 0 0,0 0 0 0 0,0 0 0 0 0,-5 9 0 0 0,-1 12 0 0 0,3 3-332 0 0,1 1-1 0 0,1 0 1 0 0,3 39-1 0 0,0-2-2228 0 0,-2-40-93 0 0,-3 28 0 0 0,-1-30 2269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13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0 282 3224 0 0,'6'-36'16427'0'0,"-2"27"-15549"0"0,-3 6-2045 0 0,5-9 1196 0 0,1 0 1 0 0,0 0-1 0 0,1 0 1 0 0,1 1-1 0 0,-1 0 1 0 0,2 0-1 0 0,-1 1 1 0 0,2 0-1 0 0,-1 1 1 0 0,15-9-1 0 0,2-1-35 0 0,1 2-1 0 0,0 1 1 0 0,39-16-1 0 0,-55 27 7 0 0,1 0 0 0 0,16-4 0 0 0,-25 8 0 0 0,0 1 0 0 0,0-1 0 0 0,0 0 0 0 0,0 1 0 0 0,0 0 0 0 0,0 0 0 0 0,0 0 0 0 0,0 1 0 0 0,0-1 0 0 0,0 1 0 0 0,8 2 0 0 0,-11-2-8 0 0,1 0 0 0 0,-1 0 0 0 0,1 0 0 0 0,-1 0 0 0 0,0 0 0 0 0,0 0 0 0 0,1 1 0 0 0,-1-1 0 0 0,0 0 0 0 0,0 1 0 0 0,0-1 0 0 0,0 0 0 0 0,-1 1 0 0 0,1 0 0 0 0,0-1 0 0 0,-1 1 0 0 0,1-1 0 0 0,-1 1-1 0 0,1 0 1 0 0,-1-1 0 0 0,0 1 0 0 0,1 0 0 0 0,-1-1 0 0 0,0 4 0 0 0,-1 4-203 0 0,1 0-1 0 0,-1 0 0 0 0,-2 11 1 0 0,2-18 175 0 0,-5 23-987 0 0,-1 1 0 0 0,-18 43-1 0 0,-30 46-3729 0 0,15-34 3203 0 0,-25 65 1550 0 0,112-227 10392 0 0,-44 77-10328 0 0,70-107-183 0 0,16-26-3612 0 0,-68 102 1653 0 0,25-49-2200 0 0,-40 71 5221 0 0,0 0 1 0 0,-2-8 6182 0 0,-23 57-5302 0 0,-15 30-2455 0 0,22-43 501 0 0,-27 64-1901 0 0,32-69 1199 0 0,0 0 0 0 0,2-1 0 0 0,-4 23 1 0 0,8-32 485 0 0,0 0 1 0 0,0 0 0 0 0,1 0 0 0 0,0 1-1 0 0,1-1 1 0 0,0 0 0 0 0,0 0-1 0 0,4 15 1 0 0,-3-17 240 0 0,1 0-1 0 0,0 0 0 0 0,0 0 1 0 0,0 0-1 0 0,1 0 1 0 0,-1-1-1 0 0,1 1 1 0 0,1-1-1 0 0,-1 0 0 0 0,1-1 1 0 0,0 1-1 0 0,7 5 1 0 0,-7-7 126 0 0,-1-1 1 0 0,1 1 0 0 0,0-1-1 0 0,0 0 1 0 0,0 0 0 0 0,0-1-1 0 0,1 1 1 0 0,-1-1 0 0 0,0 0-1 0 0,0 0 1 0 0,1-1 0 0 0,-1 0-1 0 0,1 0 1 0 0,9-1 0 0 0,-3-1 12 0 0,-1 0 0 0 0,0 0 1 0 0,0-1-1 0 0,0 0 1 0 0,-1-1-1 0 0,12-6 0 0 0,-16 6-99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14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1380 0 0,'8'-14'8162'0'0,"-6"13"-7708"0"0,18-11 4325 0 0,-12 8-3925 0 0,11-7 23 0 0,1 1 0 0 0,0 1 0 0 0,1 1 0 0 0,42-11 0 0 0,-25 11-995 0 0,0 2 0 0 0,40-2 0 0 0,-68 7 109 0 0,0 2 0 0 0,0-1 0 0 0,18 5-1 0 0,-5-1-389 0 0,-17-4-1697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14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231 73 1380 0 0,'7'-27'12763'0'0,"-3"7"-8508"0"0,-5 0-2993 0 0,1 19-1262 0 0,0 1 0 0 0,0 0 0 0 0,0 0 0 0 0,-1-1 0 0 0,1 1 0 0 0,0 0 0 0 0,0 0 0 0 0,0-1 0 0 0,0 1 0 0 0,0 0 0 0 0,0 0 0 0 0,0 0 0 0 0,-1-1 0 0 0,1 1 0 0 0,0 0 0 0 0,0 0 0 0 0,0 0 0 0 0,-1-1 0 0 0,1 1 0 0 0,0 0 0 0 0,0 0 0 0 0,0 0 0 0 0,-1 0 0 0 0,1 0 0 0 0,0-1 0 0 0,0 1 0 0 0,-1 0 0 0 0,1 0 0 0 0,0 0 0 0 0,0 0 0 0 0,-1 0 0 0 0,1 0 0 0 0,0 0 0 0 0,-1 0 0 0 0,-11 5 0 0 0,-8 9 0 0 0,8-2 0 0 0,0 1 0 0 0,1-1 0 0 0,-12 20 0 0 0,-25 45 0 0 0,44-70 0 0 0,-10 18 0 0 0,1 0 0 0 0,1 0 0 0 0,1 1 0 0 0,2 1 0 0 0,1 0 0 0 0,1 0 0 0 0,1 1 0 0 0,1-1 0 0 0,1 1 0 0 0,2 0 0 0 0,1 1 0 0 0,5 54 0 0 0,1-49-135 0 0,19 66-1 0 0,6-13-5718 0 0,-26-77 5016 0 0,1 0 1 0 0,10 14 0 0 0,6 14 5664 0 0,-19-34-4351 0 0,-1 0 0 0 0,1 0 1 0 0,1-1-1 0 0,-1 1 0 0 0,0 0 1 0 0,1-1-1 0 0,3 5 0 0 0,-5-8-523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18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8 400 2992 0 0,'-8'-11'12461'0'0,"9"-6"-8276"0"0,10-13-4163 0 0,9-16-22 0 0,-1 0 0 0 0,-2-1 0 0 0,17-81 0 0 0,-29 104 0 0 0,8-27 0 0 0,-19 74-41 0 0,-5 40-1 0 0,2-11-995 0 0,3-21-449 0 0,-20 105-5521 0 0,23-107 6801 0 0,-1 33-1 0 0,4-59 261 0 0,0-1 1 0 0,0 1-1 0 0,1-1 0 0 0,-1 1 0 0 0,0-1 0 0 0,1 1 0 0 0,0-1 1 0 0,-1 1-1 0 0,3 3 0 0 0,-3-5-79 0 0,1-1 0 0 0,-1 1-1 0 0,1 0 1 0 0,0-1 0 0 0,-1 1 0 0 0,1 0 0 0 0,0-1-1 0 0,-1 1 1 0 0,1-1 0 0 0,0 0 0 0 0,0 1 0 0 0,-1-1-1 0 0,1 1 1 0 0,0-1 0 0 0,0 0 0 0 0,0 0 0 0 0,0 1-1 0 0,0-1 1 0 0,-1 0 0 0 0,1 0 0 0 0,0 0 0 0 0,0 0 0 0 0,0 0-1 0 0,0 0 1 0 0,0 0 0 0 0,0-1 0 0 0,-1 1 0 0 0,1 0-1 0 0,0 0 1 0 0,1-1 0 0 0,8-2-3271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18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 2764 0 0,'5'1'6826'0'0,"-1"8"-2849"0"0,2 14 127 0 0,-5-20-3142 0 0,1 9-905 0 0,0 0 0 0 0,0-1 0 0 0,-1 1 0 0 0,0 0 0 0 0,-1 0 0 0 0,-1 0 0 0 0,0 0 0 0 0,0 0 0 0 0,-1 0 0 0 0,-1 0 1 0 0,0-1-1 0 0,0 1 0 0 0,-1-1 0 0 0,-1 0 0 0 0,0 0 0 0 0,-1 0 0 0 0,-11 17 0 0 0,-6 4-57 0 0,23-32-2 0 0,0 0 0 0 0,0 0 1 0 0,0 1-1 0 0,0-1 0 0 0,0 0 0 0 0,0 0 0 0 0,0 0 0 0 0,0 0 0 0 0,0 0 0 0 0,0 0 0 0 0,1 0 1 0 0,-1 0-1 0 0,0 0 0 0 0,0 0 0 0 0,0 1 0 0 0,0-1 0 0 0,0 0 0 0 0,0 0 0 0 0,0 0 1 0 0,0 0-1 0 0,1 0 0 0 0,-1 0 0 0 0,0 0 0 0 0,0 0 0 0 0,0 0 0 0 0,0 0 0 0 0,0 0 0 0 0,0 0 1 0 0,0 0-1 0 0,1 0 0 0 0,-1 0 0 0 0,0 0 0 0 0,0 0 0 0 0,0 0 0 0 0,0 0 0 0 0,0 0 0 0 0,0 0 1 0 0,0-1-1 0 0,1 1 0 0 0,-1 0 0 0 0,0 0 0 0 0,0 0 0 0 0,0 0 0 0 0,0 0 0 0 0,0 0 1 0 0,0 0-1 0 0,0 0 0 0 0,0 0 0 0 0,0 0 0 0 0,7-3-414 0 0,0-2-154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19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97 1380 0 0,'8'-13'6402'0'0,"-5"10"-5602"0"0,23-18 5361 0 0,-12 11-2464 0 0,-4 2-3256 0 0,0 0 0 0 0,19-10 0 0 0,-25 16-452 0 0,1 0-1 0 0,0 0 1 0 0,0 0-1 0 0,0 0 1 0 0,1 1-1 0 0,-1-1 1 0 0,0 1 0 0 0,11 0-1 0 0,-15 1 12 0 0,1 0 0 0 0,-1 0 0 0 0,1 0 0 0 0,0 0 0 0 0,-1 0 0 0 0,1 1 0 0 0,-1-1 0 0 0,1 1 0 0 0,0-1 0 0 0,-1 1 0 0 0,1-1 0 0 0,-1 1 0 0 0,0 0 0 0 0,1 0 0 0 0,-1 0 0 0 0,0 0 0 0 0,1 0 0 0 0,-1 0 0 0 0,0 0 0 0 0,0 0 0 0 0,0 0 0 0 0,0 1 0 0 0,0-1 0 0 0,0 0 0 0 0,0 1 0 0 0,0-1 0 0 0,-1 1 0 0 0,1-1 0 0 0,0 1 0 0 0,-1-1 0 0 0,1 1 0 0 0,-1-1 0 0 0,0 1 0 0 0,0-1 0 0 0,1 1 0 0 0,-1 0 0 0 0,0-1 0 0 0,-1 3 0 0 0,1 3 0 0 0,0 0 0 0 0,-1-1 0 0 0,0 1 0 0 0,0 0 0 0 0,-1 0 0 0 0,0-1 0 0 0,-5 11 0 0 0,-3 3-502 0 0,-1-2 0 0 0,-1 0 0 0 0,-1 0 0 0 0,-1-1-1 0 0,-22 22 1 0 0,14-16-2836 0 0,-29 41 1 0 0,51-63 3335 0 0,-1-1 1 0 0,1 1 0 0 0,-1 0 0 0 0,1-1 0 0 0,-1 1 0 0 0,1 0 0 0 0,0 0 0 0 0,-1-1 0 0 0,1 1 0 0 0,0 0 0 0 0,0 0-1 0 0,0-1 1 0 0,0 1 0 0 0,-1 0 0 0 0,1 0 0 0 0,0 0 0 0 0,0 0 0 0 0,1 0 0 0 0,-1-1 1 0 0,0 0 0 0 0,0 1-1 0 0,0-1 1 0 0,1 0-1 0 0,-1 1 1 0 0,0-1 0 0 0,1 0-1 0 0,-1 1 1 0 0,0-1 0 0 0,1 0-1 0 0,-1 0 1 0 0,0 0-1 0 0,1 1 1 0 0,-1-1 0 0 0,0 0-1 0 0,1 0 1 0 0,-1 0-1 0 0,0 0 1 0 0,1 0 0 0 0,-1 0-1 0 0,1 0 1 0 0,-1 1-1 0 0,1-1 1 0 0,4 0 0 0 0,0-1-1 0 0,0 1 0 0 0,0-1 1 0 0,6-1-1 0 0,-3 0 2 0 0,50-5 159 0 0,106-2 0 0 0,-134 10 43 0 0,28-2 546 0 0,-20-2 3676 0 0,-25-1-2379 0 0,-9 1-2092 0 0,-7 2 1499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19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41 2532 0 0,'11'-34'14709'0'0,"-10"33"-14186"0"0,11-3 1373 0 0,-8 3-1896 0 0,0 1 0 0 0,-1-1 0 0 0,1 1 0 0 0,0 0 0 0 0,-1 0 0 0 0,1 1 0 0 0,0-1 0 0 0,-1 1 0 0 0,1 0 0 0 0,0-1 0 0 0,-1 2 0 0 0,7 2 0 0 0,-5-1 0 0 0,1 0 0 0 0,-1 0 0 0 0,0 1 0 0 0,0 0 0 0 0,0 0 0 0 0,0 0 0 0 0,4 5 0 0 0,-1 2 0 0 0,1 0 0 0 0,-2 0 0 0 0,1 0 0 0 0,-2 1 0 0 0,0 0 0 0 0,7 19 0 0 0,-8-14 0 0 0,0 1 0 0 0,-1-1 0 0 0,-1 1 0 0 0,-1 0 0 0 0,0 0 0 0 0,-2 0 0 0 0,0 0 0 0 0,-1 0 0 0 0,-5 31 0 0 0,-1-16 0 0 0,-1 1 0 0 0,-1-1 0 0 0,-3-1 0 0 0,-17 38 0 0 0,15-42 0 0 0,-2-1 0 0 0,-1 0 0 0 0,-1-1 0 0 0,-1-1 0 0 0,-43 42 0 0 0,57-63-741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20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55 3456 0 0,'10'-16'11239'0'0,"-9"15"-10852"0"0,14-7 5729 0 0,-8 5-6715 0 0,6-3-342 0 0,-1 2 939 0 0,0 0-1 0 0,0 1 1 0 0,0 0 0 0 0,1 1 0 0 0,-1 0-1 0 0,1 1 1 0 0,0 0 0 0 0,-1 1 0 0 0,1 0-1 0 0,0 1 1 0 0,18 4 0 0 0,-28-4-15 0 0,-1 0 1 0 0,0-1-1 0 0,0 1 0 0 0,0 0 1 0 0,1 0-1 0 0,-1 0 1 0 0,3 2-1 0 0,2 4-491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20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3684 0 0,'50'2'13187'0'0,"0"2"-9846"0"0,49 2-3893 0 0,-85-6 552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7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504 76 1612 0 0,'13'-17'17269'0'0,"-5"4"-15534"0"0,3-8-3493 0 0,-2 6 2560 0 0,-5 6-802 0 0,-7 10 0 0 0,-11 14 0 0 0,-26 37 0 0 0,-54 94 0 0 0,2-2 0 0 0,74-119 0 0 0,-2-1 0 0 0,0-1 0 0 0,-35 31 0 0 0,49-48 0 0 0,-1-1 0 0 0,1 0 0 0 0,-1-1 0 0 0,0 0 0 0 0,-1 0 0 0 0,-13 6 0 0 0,19-10 0 0 0,-1 1 0 0 0,1 0 0 0 0,0 0 0 0 0,-1-1 0 0 0,1 0 0 0 0,-1 1 0 0 0,1-1 0 0 0,-1 0 0 0 0,1 0 0 0 0,-1 0 0 0 0,1-1 0 0 0,-1 1 0 0 0,1-1 0 0 0,-1 1 0 0 0,1-1 0 0 0,-1 0 0 0 0,1 0 0 0 0,0 0 0 0 0,-1 0 0 0 0,1 0 0 0 0,0-1 0 0 0,0 1 0 0 0,0 0 0 0 0,0-1 0 0 0,-3-3 0 0 0,-3-4 0 0 0,1 0 0 0 0,1-1 0 0 0,-1 0 0 0 0,1 0 0 0 0,1 0 1 0 0,0 0-1 0 0,1-1 0 0 0,-6-19 0 0 0,8 21-1 0 0,0 0 1 0 0,0-1-1 0 0,1 1 1 0 0,0 0-1 0 0,1 0 0 0 0,0-1 1 0 0,0 1-1 0 0,1 0 1 0 0,0 0-1 0 0,1 0 1 0 0,4-14-1 0 0,-5 20-22 0 0,0-1 0 0 0,0 1-1 0 0,1 0 1 0 0,0 0 0 0 0,-1 0-1 0 0,1-1 1 0 0,1 2 0 0 0,-1-1 0 0 0,0 0-1 0 0,1 0 1 0 0,-1 1 0 0 0,1-1-1 0 0,0 1 1 0 0,-1 0 0 0 0,1 0-1 0 0,1 0 1 0 0,-1 0 0 0 0,0 0 0 0 0,0 1-1 0 0,1 0 1 0 0,-1-1 0 0 0,0 1-1 0 0,1 0 1 0 0,-1 1 0 0 0,8-2-1 0 0,-6 2 52 0 0,1 0 0 0 0,-1 1-1 0 0,0-1 1 0 0,1 1 0 0 0,-1 0-1 0 0,0 1 1 0 0,0-1 0 0 0,0 1-1 0 0,0 0 1 0 0,0 0-1 0 0,0 0 1 0 0,0 1 0 0 0,-1 0-1 0 0,1 0 1 0 0,-1 0 0 0 0,0 0-1 0 0,5 5 1 0 0,14 18-2556 0 0,31 43-1 0 0,3 5-2310 0 0,-46-61 5024 0 0,22 18 0 0 0,-16-15-102 0 0,10 9 166 0 0,-25-23-85 0 0,-1-1 0 0 0,1 0 0 0 0,0 1 1 0 0,0-1-1 0 0,0 0 0 0 0,0 0 0 0 0,0 0 0 0 0,0-1 0 0 0,0 1 0 0 0,0 0 0 0 0,0-1 0 0 0,4 1 0 0 0,-3-2 558 0 0,1 1 1 0 0,-1-1-1 0 0,0 0 0 0 0,1 0 0 0 0,-1 0 0 0 0,0-1 0 0 0,5-2 1 0 0,0 0 288 0 0,4-1-1321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7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3916 0 0,'17'-18'10128'0'0,"-11"14"-9116"0"0,26-10 2437 0 0,-22 9-2666 0 0,10-3-648 0 0,0 0 0 0 0,25-5 0 0 0,-36 11-139 0 0,-1 0 1 0 0,0 1-1 0 0,1 0 0 0 0,-1 0 1 0 0,1 1-1 0 0,-1 0 0 0 0,1 1 1 0 0,12 2-1 0 0,-20-3 0 0 0,-1 0-1 0 0,1 0 1 0 0,0 0 0 0 0,-1 0-1 0 0,1 0 1 0 0,0 1 0 0 0,-1-1-1 0 0,1 0 1 0 0,0 0-1 0 0,-1 0 1 0 0,1 1 0 0 0,-1-1-1 0 0,1 0 1 0 0,0 1-1 0 0,-1-1 1 0 0,1 1 0 0 0,-1-1-1 0 0,1 0 1 0 0,-1 1 0 0 0,0-1-1 0 0,1 1 1 0 0,-1-1-1 0 0,1 1 1 0 0,-1 0 0 0 0,0-1-1 0 0,1 1 1 0 0,-1-1-1 0 0,0 1 1 0 0,0 0 0 0 0,1-1-1 0 0,-1 1 1 0 0,0 0 0 0 0,0-1-1 0 0,0 1 1 0 0,0 0-1 0 0,0-1 1 0 0,0 1 0 0 0,0 0-1 0 0,0 0 1 0 0,-3 6-377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7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 1612 0 0,'5'4'8940'0'0,"7"-3"-4187"0"0,12-3-870 0 0,-22 2-3428 0 0,56-8-437 0 0,55-6-103 0 0,-97 14-161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7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0 291 1152 0 0,'36'-39'9981'0'0,"-3"-3"-3752"0"0,25-47-3931 0 0,-52 80-2298 0 0,-1 0 0 0 0,0-1 0 0 0,-1 0 0 0 0,0 0 0 0 0,-1 0 0 0 0,0 0 0 0 0,0 0 0 0 0,-1-1 0 0 0,1-16 0 0 0,-2 22 0 0 0,0 5 0 0 0,0 22 0 0 0,-1-12 0 0 0,6 154 0 0 0,-4-122-467 0 0,-1 0 0 0 0,-3 0 0 0 0,-8 55 0 0 0,8-81-62 0 0,-3 22-2419 0 0,5-35 2647 0 0,0 0-1 0 0,0 0 1 0 0,0 1-1 0 0,0-1 0 0 0,1 0 1 0 0,-1 0-1 0 0,1 0 1 0 0,0 0-1 0 0,1 3 1 0 0,-2-5 137 0 0,1 0 0 0 0,-1-1 0 0 0,1 1 0 0 0,-1 0 0 0 0,1-1 0 0 0,-1 1 0 0 0,1 0 0 0 0,-1-1 0 0 0,1 1 0 0 0,-1-1 0 0 0,1 1 0 0 0,0-1 0 0 0,-1 0 0 0 0,1 1 0 0 0,0-1 0 0 0,-1 1 0 0 0,1-1 0 0 0,1 0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8.5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4608 0 0,'9'-33'14371'0'0,"-8"42"-13319"0"0,-1-1-1967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8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0 4376 0 0,'1'5'15284'0'0,"-1"-3"-15284"0"0,0 0 0 0 0,-8 27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0.4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40 364 1840 0 0,'-16'-18'15118'0'0,"15"15"-14922"0"0,0 1 0 0 0,0 0 0 0 0,0-1 0 0 0,1 1 0 0 0,-1-1 0 0 0,1 1 0 0 0,-1-1 0 0 0,1 1 0 0 0,0-1 1 0 0,0 1-1 0 0,0-1 0 0 0,1 1 0 0 0,-1-1 0 0 0,2-4 0 0 0,0-1-280 0 0,1 0 0 0 0,8-14 0 0 0,-11 22 97 0 0,0-2-13 0 0,0 2 0 0 0,0 0 0 0 0,0 0 0 0 0,0 0 0 0 0,0-1 0 0 0,0 1 0 0 0,0 0 0 0 0,0 0 0 0 0,0 0 0 0 0,0 0 0 0 0,0 0 0 0 0,0 0 0 0 0,-1-1 0 0 0,1 1 0 0 0,0 0 0 0 0,0 0 0 0 0,0 0 0 0 0,0 0 0 0 0,0 0 0 0 0,0 0 0 0 0,0 0 0 0 0,0 0 0 0 0,-1 0 0 0 0,1-1 0 0 0,0 1 0 0 0,0 0 0 0 0,0 0 0 0 0,0 0 0 0 0,0 0 0 0 0,-1 0 0 0 0,1 0 0 0 0,0 0 0 0 0,0 0 0 0 0,0 0 0 0 0,0 0 0 0 0,0 0 0 0 0,-1 0 0 0 0,1 0 0 0 0,0 0 0 0 0,0 0 0 0 0,0 0 0 0 0,0 0 0 0 0,0 0 0 0 0,0 0 0 0 0,-1 1 0 0 0,1-1 0 0 0,0 0 0 0 0,0 0 0 0 0,0 0 0 0 0,0 0 0 0 0,0 0 0 0 0,0 0 0 0 0,-1 0 0 0 0,1 0 0 0 0,-17 7 0 0 0,11-5 0 0 0,6-2 0 0 0,-2-1 0 0 0,3-4 0 0 0,5-5 0 0 0,1 0 0 0 0,0 0 0 0 0,1 1 0 0 0,9-9 0 0 0,-23 28 6 0 0,5-7-6 0 0,0-1-1 0 0,-1 1 1 0 0,1 0-1 0 0,-1-1 1 0 0,1 0 0 0 0,-1 1-1 0 0,0-1 1 0 0,0 0 0 0 0,0 0-1 0 0,0 0 1 0 0,0 0-1 0 0,-1 0 1 0 0,1 0 0 0 0,-4 1-1 0 0,5-2 1 0 0,1-1 0 0 0,-1 0-1 0 0,1 0 1 0 0,-1 0 0 0 0,1 0 0 0 0,0 0 0 0 0,-1 0-1 0 0,1 0 1 0 0,-1 0 0 0 0,1 0 0 0 0,-1 0-1 0 0,1 0 1 0 0,0 0 0 0 0,-1 0 0 0 0,1 0-1 0 0,-1 0 1 0 0,1-1 0 0 0,0 1 0 0 0,-1 0 0 0 0,1 0-1 0 0,-1 0 1 0 0,1-1 0 0 0,0 1 0 0 0,-1 0-1 0 0,1 0 1 0 0,0-1 0 0 0,-1 1 0 0 0,1 0-1 0 0,0-1 1 0 0,0 1 0 0 0,-1 0 0 0 0,1-1-1 0 0,0 1 1 0 0,0 0 0 0 0,0-1 0 0 0,-1 1 0 0 0,1-1-1 0 0,0 1 1 0 0,0-1 0 0 0,0 1 0 0 0,0 0-1 0 0,0-1 1 0 0,0 1 0 0 0,0-1 0 0 0,0 1-1 0 0,0-1 1 0 0,0-1 1 0 0,0 0 0 0 0,0 0 0 0 0,0 0 0 0 0,0 0 0 0 0,0 1 0 0 0,1-1 0 0 0,-1 0 0 0 0,1 0-1 0 0,0 0 1 0 0,-1 0 0 0 0,3-2 0 0 0,19-31-1105 0 0,-18 29 35 0 0,0 1 1 0 0,0 0 0 0 0,1 1-1 0 0,7-7 1 0 0,-7 7 493 0 0,0 1-1 0 0,1-1 1 0 0,-1 1 0 0 0,1 1 0 0 0,0-1-1 0 0,8-1 1 0 0,-8 2 513 0 0,0 0 0 0 0,1 1 1 0 0,-1 1-1 0 0,0-1 0 0 0,1 1 0 0 0,-1 0 0 0 0,1 0 0 0 0,-1 1 1 0 0,13 2-1 0 0,-15-2 112 0 0,1 0 0 0 0,-1 1 0 0 0,0-1 0 0 0,1 1 0 0 0,-1 0 0 0 0,0 1 0 0 0,0-1 1 0 0,0 0-1 0 0,-1 1 0 0 0,1 0 0 0 0,0 0 0 0 0,-1 0 0 0 0,0 1 0 0 0,0-1 0 0 0,0 1 0 0 0,0-1 1 0 0,-1 1-1 0 0,1 0 0 0 0,-1 0 0 0 0,0 0 0 0 0,0 1 0 0 0,0-1 0 0 0,-1 0 0 0 0,0 1 0 0 0,2 7 1 0 0,-2-4-29 0 0,0 1 0 0 0,0-1 0 0 0,-1 1 0 0 0,-1-1 1 0 0,1 1-1 0 0,-1 0 0 0 0,-1-1 0 0 0,1 0 0 0 0,-1 1 1 0 0,-1-1-1 0 0,0 0 0 0 0,-5 11 0 0 0,-4 3 36 0 0,-1-1 0 0 0,-30 38 0 0 0,11-16 21 0 0,29-39-65 0 0,0 0-1 0 0,0 0 1 0 0,0 0-1 0 0,1 1 1 0 0,0-1-1 0 0,0 1 1 0 0,-3 9 0 0 0,5-14-13 0 0,0 0 0 0 0,1 0 0 0 0,-1 0 1 0 0,0 0-1 0 0,0 0 0 0 0,1 0 1 0 0,-1 0-1 0 0,0 0 0 0 0,0 0 0 0 0,1 0 1 0 0,-1 0-1 0 0,0 0 0 0 0,0 0 1 0 0,1 0-1 0 0,-1 0 0 0 0,0 0 0 0 0,0 0 1 0 0,0 0-1 0 0,1 0 0 0 0,-1-1 1 0 0,0 1-1 0 0,0 0 0 0 0,1 0 0 0 0,-1 0 1 0 0,0 0-1 0 0,0 0 0 0 0,0-1 0 0 0,0 1 1 0 0,1 0-1 0 0,-1 0 0 0 0,0 0 1 0 0,0-1-1 0 0,0 1 0 0 0,0 0 0 0 0,0 0 1 0 0,0 0-1 0 0,0-1 0 0 0,10-9 13 0 0,21-26-9 0 0,-2-1 0 0 0,-2-1 1 0 0,-1-1-1 0 0,-3-1 0 0 0,30-67 1 0 0,-29 53-6 0 0,52-84 0 0 0,-75 136-39 0 0,0 1 0 0 0,0 0 0 0 0,0-1 0 0 0,-1 1 0 0 0,1-1 0 0 0,0 0 0 0 0,-1 1 0 0 0,1-1 0 0 0,0-3 0 0 0,-1 5 59 0 0,0 0 0 0 0,0 0 0 0 0,0 0 0 0 0,0 0 0 0 0,0 0 0 0 0,0 0 0 0 0,-1 0 0 0 0,1-1 0 0 0,0 1-1 0 0,0 0 1 0 0,0 0 0 0 0,0 0 0 0 0,0 0 0 0 0,0 0 0 0 0,0 0 0 0 0,0 0 0 0 0,0 0 0 0 0,0 0 0 0 0,0 0 0 0 0,0 0 0 0 0,-1 0 0 0 0,1-1 0 0 0,0 1 0 0 0,0 0 0 0 0,0 0 0 0 0,0 0 0 0 0,0 0-1 0 0,0 0 1 0 0,0 0 0 0 0,0 0 0 0 0,-1 0 0 0 0,1 0 0 0 0,0 0 0 0 0,0 0 0 0 0,0 0 0 0 0,0 0 0 0 0,-12 7 5129 0 0,-43 42-1957 0 0,38-32-4352 0 0,2 0-1 0 0,-27 39 0 0 0,34-43 281 0 0,0 1 0 0 0,1 0-1 0 0,1 0 1 0 0,0 0 0 0 0,-6 22 0 0 0,10-26 878 0 0,0 1 1 0 0,0 0 0 0 0,1 0 0 0 0,1 20 0 0 0,0-26 6 0 0,1 0 0 0 0,-1-1 1 0 0,1 1-1 0 0,0-1 1 0 0,0 1-1 0 0,1 0 1 0 0,0-1-1 0 0,-1 0 1 0 0,1 1-1 0 0,1-1 0 0 0,-1 0 1 0 0,1 0-1 0 0,4 6 1 0 0,-4-8 23 0 0,-1 1 0 0 0,1-1 1 0 0,0 1-1 0 0,0-1 0 0 0,0 0 1 0 0,1 0-1 0 0,-1 0 0 0 0,0-1 0 0 0,1 1 1 0 0,-1-1-1 0 0,1 0 0 0 0,-1 1 1 0 0,1-2-1 0 0,0 1 0 0 0,-1 0 1 0 0,1-1-1 0 0,6 0 0 0 0,-4 1-88 0 0,0-1 0 0 0,1 0 0 0 0,-1-1 0 0 0,0 0 0 0 0,0 0 0 0 0,1 0 0 0 0,-1-1 0 0 0,0 1 0 0 0,11-6 1 0 0,-9 2-3411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0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85 3224 0 0,'18'-11'8464'0'0,"-15"10"-7255"0"0,0 0 0 0 0,3-1 1 0 0,18-4 3750 0 0,-6 2-5576 0 0,72-17 530 0 0,166-16 0 0 0,-232 35-773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1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26 4376 0 0,'4'-6'1607'0'0,"-2"3"-1236"0"0,0 0 1 0 0,-1 0-1 0 0,28-8 11727 0 0,-28 12-11633 0 0,1 1-465 0 0,-1 1 0 0 0,1-1 0 0 0,-1 0 0 0 0,0 0 0 0 0,0 0 0 0 0,0 1 0 0 0,0-1 0 0 0,0 1 0 0 0,-1-1 0 0 0,1 0 0 0 0,-1 1 0 0 0,0-1 0 0 0,1 1 0 0 0,-1 2 0 0 0,-3 41 0 0 0,2-35 0 0 0,-5 39 0 0 0,-19 69 0 0 0,2-14 0 0 0,21-97-18 0 0,1-3-4 0 0,0 0 0 0 0,0 0 1 0 0,1 0-1 0 0,-1 0 0 0 0,1 0 1 0 0,0 0-1 0 0,0 1 1 0 0,2 8-1 0 0,-2-14 2 0 0,1 0-1 0 0,-1 0 1 0 0,0 0 0 0 0,0 1 0 0 0,0-1-1 0 0,0 0 1 0 0,0 0 0 0 0,0 0-1 0 0,0 0 1 0 0,0 0 0 0 0,0 0 0 0 0,1 1-1 0 0,-1-1 1 0 0,0 0 0 0 0,0 0 0 0 0,0 0-1 0 0,0 0 1 0 0,0 0 0 0 0,1 0 0 0 0,-1 0-1 0 0,0 0 1 0 0,0 0 0 0 0,0 1-1 0 0,0-1 1 0 0,1 0 0 0 0,-1 0 0 0 0,0 0-1 0 0,0 0 1 0 0,0 0 0 0 0,1 0 0 0 0,-1 0-1 0 0,0 0 1 0 0,0 0 0 0 0,0 0 0 0 0,0 0-1 0 0,1-1 1 0 0,-1 1 0 0 0,0 0-1 0 0,0 0 1 0 0,0 0 0 0 0,0 0 0 0 0,1 0-1 0 0,-1 0 1 0 0,0 0 0 0 0,2-2-715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1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1840 0 0,'1'-1'526'0'0,"0"-1"1"0"0,0 1 0 0 0,0-1 0 0 0,0 1-1 0 0,0 0 1 0 0,1-2 526 0 0,-1 2-526 0 0,1 0 0 0 0,-1 0 0 0 0,0 0-1 0 0,1 0 1 0 0,-1 0 0 0 0,1 1-1 0 0,-1-1 1 0 0,1 0 0 0 0,-1 1-1 0 0,1-1 1 0 0,0 1 0 0 0,-1-1 0 0 0,3 1-1 0 0,6-2 1827 0 0,0 0-1 0 0,14 1 0 0 0,-12 0-3176 0 0,153-7 824 0 0,-29 2 0 0 0,-112 5-132 0 0,-2-1-528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22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313 797 3456 0 0,'3'-17'14546'0'0,"-1"6"-11869"0"0,4-4-3267 0 0,2-12 161 0 0,-7 22 346 0 0,0 0 1 0 0,0 0-1 0 0,0-1 0 0 0,-1 1 0 0 0,0 0 0 0 0,0-1 0 0 0,0 1 1 0 0,-1 0-1 0 0,0-1 0 0 0,0 1 0 0 0,0 0 0 0 0,0 0 0 0 0,-1-1 1 0 0,0 1-1 0 0,0 1 0 0 0,0-1 0 0 0,-1 0 0 0 0,0 0 0 0 0,0 1 1 0 0,0 0-1 0 0,0-1 0 0 0,-1 1 0 0 0,1 0 0 0 0,-9-6 0 0 0,3 2-871 0 0,0 1 0 0 0,-1-1 0 0 0,0 2 0 0 0,0-1 0 0 0,0 2 0 0 0,-1-1 0 0 0,-16-5 0 0 0,22 10 604 0 0,-1-1 0 0 0,1 1 0 0 0,0 0 0 0 0,-1 1 0 0 0,1 0 0 0 0,-1-1 1 0 0,-9 2-1 0 0,9 0 430 0 0,1 0 1 0 0,1 1-1 0 0,-1-1 1 0 0,0 1 0 0 0,0 0-1 0 0,0 0 1 0 0,1 0-1 0 0,-1 1 1 0 0,-5 4 0 0 0,2-1-93 0 0,1 0 1 0 0,0 1-1 0 0,0 0 1 0 0,1 0 0 0 0,0 1-1 0 0,1-1 1 0 0,-1 1-1 0 0,1 1 1 0 0,1-1 0 0 0,-1 1-1 0 0,2 0 1 0 0,-1-1-1 0 0,1 2 1 0 0,0-1 0 0 0,1 0-1 0 0,0 1 1 0 0,0 12-1 0 0,1-19 14 0 0,1 0-1 0 0,0 0 1 0 0,0 0-1 0 0,0 0 1 0 0,1 0-1 0 0,-1 0 1 0 0,1 0-1 0 0,-1-1 0 0 0,1 1 1 0 0,0 0-1 0 0,0 0 1 0 0,0-1-1 0 0,0 1 1 0 0,1 0-1 0 0,-1-1 1 0 0,1 1-1 0 0,0-1 1 0 0,-1 0-1 0 0,1 0 1 0 0,0 1-1 0 0,0-1 0 0 0,1 0 1 0 0,-1-1-1 0 0,0 1 1 0 0,1 0-1 0 0,-1-1 1 0 0,1 1-1 0 0,-1-1 1 0 0,1 0-1 0 0,0 0 1 0 0,0 0-1 0 0,-1 0 0 0 0,1 0 1 0 0,0-1-1 0 0,0 1 1 0 0,0-1-1 0 0,0 0 1 0 0,0 0-1 0 0,0 0 1 0 0,-1 0-1 0 0,5-1 1 0 0,7-1 71 0 0,0 0 1 0 0,0-2-1 0 0,0 0 1 0 0,-1 0-1 0 0,1-2 0 0 0,-1 1 1 0 0,0-2-1 0 0,-1 1 1 0 0,1-2-1 0 0,-1 0 1 0 0,-1 0-1 0 0,0-1 1 0 0,0 0-1 0 0,0-1 1 0 0,-2-1-1 0 0,1 1 1 0 0,-1-2-1 0 0,12-19 1 0 0,-2 1 83 0 0,-2-2 0 0 0,25-63 0 0 0,13-72 109 0 0,-48 142-246 0 0,-1 4-5 0 0,15-47 122 0 0,18-101 0 0 0,-39 168-31 0 0,0-1-1 0 0,1 1 1 0 0,-1-1 0 0 0,0 1-1 0 0,0-1 1 0 0,0 1 0 0 0,0 0-1 0 0,0-1 1 0 0,-1 1-1 0 0,1-1 1 0 0,0 1 0 0 0,-1-1-1 0 0,1 1 1 0 0,-1 0 0 0 0,1-1-1 0 0,-2-1 1 0 0,2 3-11 0 0,-1-1 0 0 0,1 1 0 0 0,0 0 0 0 0,-1 0 0 0 0,1-1-1 0 0,0 1 1 0 0,-1 0 0 0 0,1 0 0 0 0,0 0 0 0 0,-1 0 0 0 0,1 0 0 0 0,0-1 0 0 0,-1 1 0 0 0,1 0-1 0 0,-1 0 1 0 0,1 0 0 0 0,0 0 0 0 0,-1 0 0 0 0,1 0 0 0 0,-1 0 0 0 0,1 0 0 0 0,-1 1 0 0 0,-13 7 4384 0 0,6 0-4403 0 0,1 0 0 0 0,0 0 0 0 0,0 1 0 0 0,1 0 1 0 0,0 0-1 0 0,1 0 0 0 0,0 1 0 0 0,0 0 0 0 0,1 0 1 0 0,-5 18-1 0 0,0 6-500 0 0,-8 68 0 0 0,12-54-1720 0 0,1-1-1 0 0,3 0 0 0 0,6 53 1 0 0,-3-75 2174 0 0,-1-7 77 0 0,0-1 1 0 0,6 23-1 0 0,-6-36-77 0 0,0 0 0 0 0,1 1 0 0 0,-1-1 0 0 0,1 0 0 0 0,-1-1 0 0 0,1 1 0 0 0,1 0 1 0 0,-1 0-1 0 0,0-1 0 0 0,1 0 0 0 0,0 1 0 0 0,-1-1 0 0 0,1 0 0 0 0,7 5 0 0 0,-7-7 74 0 0,0 1-1 0 0,0-1 0 0 0,1 0 1 0 0,-1 1-1 0 0,0-2 1 0 0,1 1-1 0 0,-1 0 0 0 0,1-1 1 0 0,-1 1-1 0 0,1-1 0 0 0,-1 0 1 0 0,1 0-1 0 0,-1-1 1 0 0,0 1-1 0 0,1-1 0 0 0,5-1 1 0 0,6-2 1509 0 0,0-1 0 0 0,19-10 0 0 0,-27 12-703 0 0,8-4-595 0 0,19-13-1 0 0,-26 13-2554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22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5296 0 0,'26'-10'8681'0'0,"17"3"-5025"0"0,-19 3-2024 0 0,74-10-1193 0 0,-82 13-469 0 0,-1 0 0 0 0,1 2 0 0 0,0 0 0 0 0,19 3 0 0 0,-35-4 12 0 0,0 0 0 0 0,1 0 0 0 0,-1 0-1 0 0,0 0 1 0 0,1 0 0 0 0,-1 0 0 0 0,0 0 0 0 0,1 0 0 0 0,-1 0 0 0 0,1 0 0 0 0,-1 0-1 0 0,0 0 1 0 0,1 0 0 0 0,-1 1 0 0 0,0-1 0 0 0,1 0 0 0 0,-1 0 0 0 0,0 0-1 0 0,0 1 1 0 0,1-1 0 0 0,-1 0 0 0 0,0 0 0 0 0,1 1 0 0 0,-1-1 0 0 0,0 0 0 0 0,0 0-1 0 0,0 1 1 0 0,1-1 0 0 0,-1 0 0 0 0,0 1 0 0 0,0-1 0 0 0,0 0 0 0 0,0 1 0 0 0,0-1-1 0 0,1 0 1 0 0,-1 1 0 0 0,0-1 0 0 0,0 1 0 0 0,0-1 0 0 0,0 0 0 0 0,0 1 0 0 0,0-1-1 0 0,0 0 1 0 0,0 1 0 0 0,-1-1 0 0 0,1 0 0 0 0,0 1 0 0 0,0-1 0 0 0,0 0 0 0 0,0 1-1 0 0,0-1 1 0 0,0 0 0 0 0,-1 1 0 0 0,1 0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22.5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 1612 0 0,'12'0'6678'0'0,"-6"0"-6713"0"0,23-1 5444 0 0,32-5-1 0 0,75-19-4668 0 0,-10 1-1356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2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241 25 1612 0 0,'1'-25'18354'0'0,"-1"25"-18142"0"0,-1 0-270 0 0,0 1-1 0 0,0-1 0 0 0,0 0 0 0 0,0 1 1 0 0,0-1-1 0 0,0 1 0 0 0,0-1 0 0 0,1 1 1 0 0,-1 0-1 0 0,0-1 0 0 0,-1 2 0 0 0,-8 11 88 0 0,1-1 0 0 0,0 2 0 0 0,0-1-1 0 0,1 1 1 0 0,-10 26 0 0 0,5-10-15 0 0,2-9-14 0 0,-63 140 0 0 0,57-119 0 0 0,-22 82 0 0 0,35-107 0 0 0,1 0 1 0 0,0 1-1 0 0,1-1 0 0 0,2 1 0 0 0,0 17 0 0 0,0-28-1 0 0,1-1 1 0 0,0 0-1 0 0,0 0 1 0 0,0 0-1 0 0,1 0 0 0 0,0 0 1 0 0,0-1-1 0 0,0 1 0 0 0,1 0 1 0 0,0-1-1 0 0,0 1 0 0 0,0-1 1 0 0,1 0-1 0 0,0 0 0 0 0,0-1 1 0 0,0 1-1 0 0,8 6 1 0 0,-10-10-46 0 0,-1 0 0 0 0,0 0 0 0 0,0-1 0 0 0,1 1 0 0 0,-1 0 0 0 0,0-1 0 0 0,1 1 0 0 0,-1-1 0 0 0,0 0 0 0 0,1 1 1 0 0,-1-1-1 0 0,1 0 0 0 0,-1 0 0 0 0,3 0 0 0 0,4 0-3067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2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1 113 1380 0 0,'2'-6'917'0'0,"0"0"0"0"0,1 1 1 0 0,0 0-1 0 0,0-1 1 0 0,7-8-1 0 0,7-1 4754 0 0,22-11-310 0 0,-28 21-4776 0 0,0-1 1 0 0,15-3-1 0 0,-21 7-585 0 0,0 0-1 0 0,1 0 0 0 0,-1 1 1 0 0,0 0-1 0 0,1 0 0 0 0,-1 1 0 0 0,0 0 1 0 0,1 0-1 0 0,-1 0 0 0 0,1 0 0 0 0,-1 1 1 0 0,1 0-1 0 0,-1 0 0 0 0,0 0 1 0 0,0 1-1 0 0,7 2 0 0 0,-10-3-53 0 0,0 1 0 0 0,0-1 0 0 0,-1 0 0 0 0,1 0 0 0 0,-1 1 0 0 0,1-1-1 0 0,-1 1 1 0 0,1 0 0 0 0,-1-1 0 0 0,0 1 0 0 0,0 0 0 0 0,0 0 0 0 0,0 0 0 0 0,0 0-1 0 0,0 0 1 0 0,0 0 0 0 0,0 0 0 0 0,-1 0 0 0 0,1 0 0 0 0,-1 0 0 0 0,0 0 0 0 0,0 0 0 0 0,0 0-1 0 0,0 0 1 0 0,0 1 0 0 0,0-1 0 0 0,0 0 0 0 0,-1 0 0 0 0,1 0 0 0 0,-2 4 0 0 0,0 0-386 0 0,0 0 0 0 0,0 0 0 0 0,-1 0 0 0 0,0 0 0 0 0,0-1 0 0 0,0 1 0 0 0,-1-1 0 0 0,0 0 0 0 0,-6 6 1 0 0,1-2-674 0 0,-1 0 0 0 0,-21 14 1 0 0,17-15 1549 0 0,-29 13 1 0 0,30-17 2060 0 0,33-12 2252 0 0,-15 6-4448 0 0,26-6 122 0 0,32-5-1 0 0,-54 12-420 0 0,-1 0 0 0 0,1 1-1 0 0,-1 0 1 0 0,1 0 0 0 0,-1 0 0 0 0,1 1 0 0 0,-1 1-1 0 0,1-1 1 0 0,9 5 0 0 0,-15-5-98 0 0,0 0 1 0 0,-1 0 0 0 0,1 1-1 0 0,0 0 1 0 0,-1-1-1 0 0,1 1 1 0 0,-1 0-1 0 0,1 0 1 0 0,-1 1-1 0 0,0-1 1 0 0,0 0-1 0 0,0 1 1 0 0,0-1 0 0 0,0 1-1 0 0,1 2 1 0 0,-1 0-251 0 0,0 0 0 0 0,0 0 1 0 0,-1 0-1 0 0,0 0 1 0 0,1 0-1 0 0,-2 0 0 0 0,1 0 1 0 0,0 8-1 0 0,-2-1-210 0 0,0 0 0 0 0,0-1-1 0 0,-1 1 1 0 0,0-1 0 0 0,-1 1 0 0 0,0-1 0 0 0,-8 16 0 0 0,9-22 571 0 0,-1 1 0 0 0,0-1 1 0 0,0 0-1 0 0,-1 0 0 0 0,1-1 1 0 0,-1 1-1 0 0,0-1 0 0 0,0 1 1 0 0,-1-1-1 0 0,1-1 0 0 0,-1 1 1 0 0,0-1-1 0 0,0 1 0 0 0,0-1 1 0 0,-1-1-1 0 0,1 1 0 0 0,-1-1 1 0 0,1 0-1 0 0,-1 0 0 0 0,-9 1 1 0 0,4-1 21 0 0,-1-1 0 0 0,0 0 0 0 0,0-1 0 0 0,-1 0 0 0 0,1-1 0 0 0,0 0 0 0 0,1-1 0 0 0,-1 0 0 0 0,-15-5 1 0 0,23 5 46 0 0,-14-3-138 0 0,18 5 70 0 0,-1 0 1 0 0,1 0 0 0 0,0 0 0 0 0,-1-1 0 0 0,1 1 0 0 0,-1 0-1 0 0,1 0 1 0 0,0 0 0 0 0,-1-1 0 0 0,1 1 0 0 0,0 0 0 0 0,-1 0 0 0 0,1-1-1 0 0,0 1 1 0 0,-1 0 0 0 0,1-1 0 0 0,0 1 0 0 0,0 0 0 0 0,-1-1 0 0 0,1 1-1 0 0,0 0 1 0 0,0-1 0 0 0,0 1 0 0 0,-1 0 0 0 0,1-1 0 0 0,0 1-1 0 0,0-1 1 0 0,0 1 0 0 0,0-1 0 0 0,0 1 0 0 0,0-1 0 0 0,1 0 294 0 0,0 1-1 0 0,0-1 1 0 0,0 0 0 0 0,0 1 0 0 0,0-1 0 0 0,0 1 0 0 0,0-1-1 0 0,0 1 1 0 0,0 0 0 0 0,1 0 0 0 0,-1-1 0 0 0,0 1 0 0 0,0 0-1 0 0,0 0 1 0 0,0 0 0 0 0,1 0 0 0 0,0 1 0 0 0,-1-1-418 0 0,11 0-405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3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12 3916 0 0,'8'-11'14307'0'0,"-3"10"-13055"0"0,3 5-1079 0 0,-6-2-173 0 0,0 0 1 0 0,0 0 0 0 0,1 0-1 0 0,-1 0 1 0 0,-1 1 0 0 0,1-1-1 0 0,0 1 1 0 0,0-1-1 0 0,-1 1 1 0 0,0 0 0 0 0,1 0-1 0 0,-1 0 1 0 0,0-1-1 0 0,0 1 1 0 0,-1 0 0 0 0,1 0-1 0 0,-1 0 1 0 0,1 0 0 0 0,-1 5-1 0 0,-1 2 0 0 0,0 0 0 0 0,-1-1 1 0 0,0 1-1 0 0,-1 0 0 0 0,0-1 0 0 0,-8 17 0 0 0,-32 50-8 0 0,40-71 7 0 0,-19 22-556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3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41 2764 0 0,'35'-40'18038'0'0,"-33"44"-19180"0"0,-2 13 1142 0 0,0-1 0 0 0,-2 1 0 0 0,-5 29 0 0 0,1-5 0 0 0,-25 216 0 0 0,29-244 2 0 0,0 0 0 0 0,-1 0-1 0 0,-5 14 1 0 0,6-21-11 0 0,-1 1-1 0 0,1-1 1 0 0,-1 0 0 0 0,-1-1 0 0 0,1 1-1 0 0,-1 0 1 0 0,0-1 0 0 0,-5 6 0 0 0,9-11 1 0 0,0-1 0 0 0,0 1 0 0 0,0 0 0 0 0,0 0 0 0 0,0 0 0 0 0,0 0 0 0 0,0 0 0 0 0,0 0 1 0 0,0 0-1 0 0,0 0 0 0 0,0 0 0 0 0,0 0 0 0 0,0 0 0 0 0,0 0 0 0 0,-1-1 0 0 0,1 1 0 0 0,0 0 1 0 0,0 0-1 0 0,0 0 0 0 0,0 0 0 0 0,0 0 0 0 0,0 0 0 0 0,0 0 0 0 0,0 0 0 0 0,0 0 0 0 0,0 0 0 0 0,0 0 1 0 0,0 0-1 0 0,0 0 0 0 0,-1 0 0 0 0,1 0 0 0 0,0 0 0 0 0,0 0 0 0 0,0 0 0 0 0,0 0 0 0 0,0 0 1 0 0,0 0-1 0 0,0 0 0 0 0,0 0 0 0 0,0 0 0 0 0,0 0 0 0 0,-1 0 0 0 0,1 0 0 0 0,0 0 0 0 0,0 0 1 0 0,0 0-1 0 0,0 0 0 0 0,0 0 0 0 0,0 0 0 0 0,0 0 0 0 0,0 0 0 0 0,0 1 0 0 0,0-1 0 0 0,0 0 1 0 0,0 0-1 0 0,0 0 0 0 0,0 0 0 0 0,0 0 0 0 0,-1 0 0 0 0,1 0 0 0 0,0 0 0 0 0,0 0 0 0 0,0 0 1 0 0,0 0-1 0 0,0 0 0 0 0,0 1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33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18 920 0 0,'13'-18'16620'0'0,"-12"18"-16495"0"0,0 0 0 0 0,0 0-1 0 0,1 1 1 0 0,-1-1 0 0 0,0 0 0 0 0,0 0-1 0 0,1 0 1 0 0,-1 1 0 0 0,0-1-1 0 0,0 1 1 0 0,0-1 0 0 0,0 1-1 0 0,0-1 1 0 0,1 1 0 0 0,-1 0-1 0 0,1 1 1 0 0,15 14-125 0 0,24 33 0 0 0,-21-24 0 0 0,0-1 0 0 0,-1 2 0 0 0,31 54 0 0 0,-42-63 0 0 0,0 0 0 0 0,-2 0 0 0 0,1 0 0 0 0,-2 1 0 0 0,-1 0 0 0 0,5 29 0 0 0,-8-30 13 0 0,0 0 0 0 0,-1 0 0 0 0,-1 0 0 0 0,0 0 0 0 0,-1 0 1 0 0,-1-1-1 0 0,-1 1 0 0 0,-10 29 0 0 0,8-32-362 0 0,0-1 0 0 0,-1 0 1 0 0,0 0-1 0 0,-1-1 0 0 0,0 0 1 0 0,-1-1-1 0 0,0 1 0 0 0,-1-2 0 0 0,0 1 1 0 0,-20 14-1 0 0,-62 35-3794 0 0,38-27 3944 0 0,31-14 152 0 0,9-4-3005 0 0,5-4-601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4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281 87 2072 0 0,'15'-22'8803'0'0,"1"1"-3714"0"0,16-23-1393 0 0,-49 90-3696 0 0,-8 16-10 0 0,-15 32-3472 0 0,34-83 2328 0 0,0 1 0 0 0,-2-1 0 0 0,1 0-1 0 0,-1-1 1 0 0,-17 17 0 0 0,9-10 1219 0 0,-1-2 0 0 0,-1 0 0 0 0,-1-1 0 0 0,0-1 0 0 0,-37 20 0 0 0,53-32-47 0 0,1 0-1 0 0,0 0 1 0 0,-1-1 0 0 0,1 1-1 0 0,0 0 1 0 0,-1-1 0 0 0,1 0-1 0 0,-1 1 1 0 0,1-1 0 0 0,-1 0-1 0 0,1 0 1 0 0,-1-1-1 0 0,1 1 1 0 0,-4-1 0 0 0,5 1 16 0 0,0-1-1 0 0,0 0 1 0 0,0 1 0 0 0,0-1 0 0 0,0 1 0 0 0,0-1 0 0 0,0 0 0 0 0,0 0-1 0 0,1 0 1 0 0,-1 1 0 0 0,0-1 0 0 0,0 0 0 0 0,1 0 0 0 0,-1 0-1 0 0,1 0 1 0 0,-1 0 0 0 0,1 0 0 0 0,-1 0 0 0 0,1 0 0 0 0,0-1-1 0 0,-1 1 1 0 0,1 0 0 0 0,0 0 0 0 0,0 0 0 0 0,0 0 0 0 0,0 0-1 0 0,0-1 1 0 0,0 1 0 0 0,0 0 0 0 0,0 0 0 0 0,0 0 0 0 0,1-2 0 0 0,1-8 1 0 0,1 1 1 0 0,0-1-1 0 0,1 1 1 0 0,8-19-1 0 0,26-39 29 0 0,-18 36-242 0 0,-15 23 292 0 0,0 1 0 0 0,0 1 0 0 0,9-9 0 0 0,-12 13-160 0 0,0 1 0 0 0,0 0 0 0 0,0 0 0 0 0,1 0 0 0 0,-1 0 0 0 0,1 0 0 0 0,-1 1 1 0 0,1-1-1 0 0,0 1 0 0 0,0-1 0 0 0,-1 1 0 0 0,1 0 0 0 0,5-1 0 0 0,-6 2 237 0 0,0 0-1 0 0,1 0 1 0 0,-1 1 0 0 0,0-1-1 0 0,0 0 1 0 0,0 1 0 0 0,0-1-1 0 0,0 1 1 0 0,0 0 0 0 0,0 0-1 0 0,0 0 1 0 0,-1 0 0 0 0,1 0-1 0 0,0 0 1 0 0,0 1 0 0 0,-1-1-1 0 0,1 0 1 0 0,-1 1 0 0 0,3 2-1 0 0,3 4 1071 0 0,-1 1 0 0 0,9 15 0 0 0,-9-15-236 0 0,20 39-1210 0 0,-18-33-223 0 0,-1 0-1 0 0,2-1 0 0 0,0 0 1 0 0,13 15-1 0 0,-18-26 54 0 0,-1 1-1 0 0,1-1 0 0 0,-1 0 0 0 0,1 0 1 0 0,0 0-1 0 0,0-1 0 0 0,0 1 1 0 0,1-1-1 0 0,-1 0 0 0 0,0 0 1 0 0,1 0-1 0 0,-1-1 0 0 0,1 0 1 0 0,0 0-1 0 0,0 0 0 0 0,-1 0 1 0 0,1-1-1 0 0,10 0 0 0 0,2-1 202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5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216 575 2532 0 0,'1'-2'709'0'0,"32"-40"10295"0"0,-25 32-9401 0 0,-1-2 1 0 0,8-15-1 0 0,-12 22-1477 0 0,-1 0 0 0 0,0-1 0 0 0,0 1 0 0 0,0-1 0 0 0,-1 0 0 0 0,0 0 0 0 0,1-7 0 0 0,-2 10-157 0 0,0-1 0 0 0,-1 0 0 0 0,1 1 0 0 0,-1-1 0 0 0,1 1 0 0 0,-1-1 0 0 0,0 0 0 0 0,0 1 0 0 0,-1 0 0 0 0,1-1 0 0 0,-1 1 0 0 0,-3-6 0 0 0,4 7 28 0 0,-1 0 0 0 0,0 0 1 0 0,1 0-1 0 0,-1 0 0 0 0,0 0 0 0 0,0 0 0 0 0,0 1 0 0 0,0-1 0 0 0,-1 1 0 0 0,1-1 0 0 0,0 1 0 0 0,-1 0 1 0 0,1 0-1 0 0,-1 0 0 0 0,-2-1 0 0 0,1 2 16 0 0,-1-1-1 0 0,0 0 1 0 0,1 1 0 0 0,-1 0 0 0 0,1 0 0 0 0,-1 0-1 0 0,1 1 1 0 0,-6 0 0 0 0,-2 2-205 0 0,0 1 1 0 0,1 0-1 0 0,-1 0 1 0 0,1 1-1 0 0,-19 12 1 0 0,22-11-314 0 0,-1 0 0 0 0,1 0 0 0 0,1 1 0 0 0,-1 1 0 0 0,1-1 0 0 0,0 1 0 0 0,1 0 0 0 0,0 1 0 0 0,0-1 1 0 0,1 1-1 0 0,0 0 0 0 0,0 1 0 0 0,1-1 0 0 0,-4 14 0 0 0,5-13 471 0 0,1 1-1 0 0,0-1 1 0 0,0 1 0 0 0,1 0 0 0 0,0-1 0 0 0,1 1 0 0 0,0 0-1 0 0,3 16 1 0 0,-2-24 68 0 0,0 1-1 0 0,0 0 1 0 0,0-1 0 0 0,0 1-1 0 0,1-1 1 0 0,-1 1-1 0 0,1-1 1 0 0,0 0 0 0 0,0 0-1 0 0,0 1 1 0 0,5 3-1 0 0,-6-5-24 0 0,1-1-1 0 0,0 1 0 0 0,-1-1 0 0 0,1 1 0 0 0,0-1 0 0 0,0 0 0 0 0,0 0 0 0 0,0 0 0 0 0,0 0 0 0 0,0 0 0 0 0,0-1 0 0 0,0 1 0 0 0,0-1 0 0 0,0 1 0 0 0,0-1 0 0 0,1 0 0 0 0,-1 0 0 0 0,0 1 0 0 0,0-2 0 0 0,0 1 0 0 0,4-1 0 0 0,3-1-4 0 0,-1-1 1 0 0,1 0-1 0 0,-1-1 1 0 0,1 0-1 0 0,-1 0 0 0 0,-1-1 1 0 0,1 1-1 0 0,-1-2 1 0 0,1 1-1 0 0,-1-1 1 0 0,-1-1-1 0 0,1 1 0 0 0,4-8 1 0 0,7-8-47 0 0,-2 0 0 0 0,-1-1 0 0 0,13-25 0 0 0,157-383 42 0 0,-179 415 0 0 0,-4 12 28 0 0,7-23 791 0 0,-9 25-732 0 0,1 1 0 0 0,-1 0 0 0 0,0-1 0 0 0,0 1 0 0 0,1 0 1 0 0,-1-1-1 0 0,0 1 0 0 0,0 0 0 0 0,-1-1 0 0 0,1 1 0 0 0,0-1 0 0 0,0 1 1 0 0,-1 0-1 0 0,1 0 0 0 0,-1-1 0 0 0,0-1 0 0 0,0 3 46 0 0,1-1 0 0 0,-1 1 1 0 0,1 0-1 0 0,-1-1 0 0 0,1 1 0 0 0,-1 0 0 0 0,1-1 0 0 0,-1 1 0 0 0,0 0 0 0 0,1 0 0 0 0,-1 0 0 0 0,1 0 0 0 0,-1 0 1 0 0,0 0-1 0 0,1 0 0 0 0,-1 0 0 0 0,0 0 0 0 0,1 0 0 0 0,-1 0 0 0 0,1 0 0 0 0,-1 0 0 0 0,0 0 0 0 0,1 1 1 0 0,-1-1-1 0 0,1 0 0 0 0,-1 0 0 0 0,0 1 0 0 0,1-1 0 0 0,-1 0 0 0 0,0 1 0 0 0,-15 13 1901 0 0,9-5-2029 0 0,1 1-1 0 0,0 0 1 0 0,0 0 0 0 0,1 0-1 0 0,1 1 1 0 0,0 0-1 0 0,0 0 1 0 0,-2 15-1 0 0,-11 96-309 0 0,13-86-172 0 0,-19 173-2125 0 0,21-193 1008 0 0,2 27 0 0 0,1-36 2497 0 0,-1-1 1 0 0,1 1-1 0 0,1-1 1 0 0,-1 0-1 0 0,1 1 1 0 0,5 10-1 0 0,-7-16-958 0 0,1-1 0 0 0,-1 1 0 0 0,0-1 0 0 0,1 1-1 0 0,-1-1 1 0 0,1 1 0 0 0,-1-1 0 0 0,1 0 0 0 0,-1 1 0 0 0,1-1 0 0 0,-1 0 0 0 0,1 1 0 0 0,0-1-1 0 0,-1 0 1 0 0,1 0 0 0 0,-1 0 0 0 0,2 1 0 0 0,5 1-1884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5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4608 0 0,'5'-3'1457'0'0,"-1"1"0"0"0,1 0 0 0 0,-1 1 0 0 0,1-1 1 0 0,0 1-1 0 0,0 0 0 0 0,6-1 0 0 0,37-1 2777 0 0,-29 3-5073 0 0,-3-1 839 0 0,1 1 0 0 0,0 0 0 0 0,-1 1 0 0 0,1 1 0 0 0,-1 1 0 0 0,21 5 0 0 0,-37-8 0 0 0,0 0-1 0 0,1 1 0 0 0,0-1 1 0 0,-1 0-1 0 0,1 0 0 0 0,0 0 0 0 0,-1 0 0 0 0,1 1 0 0 0,-1-1 0 0 0,1 0 1 0 0,-1 1-1 0 0,1-1 0 0 0,-1 0 0 0 0,1 1 0 0 0,-1-1 0 0 0,1 1 0 0 0,-1-1 1 0 0,1 1-1 0 0,-1-1 0 0 0,0 1 0 0 0,1-1 0 0 0,-1 1 0 0 0,0-1 0 0 0,1 1 1 0 0,-1 0-1 0 0,0-1 0 0 0,0 1 0 0 0,1 0 0 0 0,-4 3 25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5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1612 0 0,'17'9'10462'0'0,"-15"-9"-10007"0"0,17 2 5793 0 0,-9-2-5151 0 0,-7 0-1738 0 0,53 0 805 0 0,63-8-1 0 0,-88 5-262 0 0,-12 1-896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6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0 175 2000 0 0,'10'-6'10350'0'0,"-10"6"-10334"0"0,1 0 1 0 0,-1 0 0 0 0,0 0-1 0 0,0-1 1 0 0,0 1 0 0 0,0 0 0 0 0,1 0-1 0 0,-1 0 1 0 0,0 0 0 0 0,0-1 0 0 0,0 1-1 0 0,0 0 1 0 0,0 0 0 0 0,0 0-1 0 0,0 0 1 0 0,1-1 0 0 0,-1 1 0 0 0,0 0-1 0 0,0 0 1 0 0,0-1 0 0 0,0 1 0 0 0,0 0-1 0 0,0 0 1 0 0,0 0 0 0 0,0-1-1 0 0,0 1 1 0 0,0 0 0 0 0,0 0 0 0 0,0-1-1 0 0,0 1 1 0 0,-1 0 0 0 0,8-13 184 0 0,8-15 3814 0 0,-5 10-2699 0 0,15-23 0 0 0,-22 36-1322 0 0,0 1-1 0 0,1 0 0 0 0,-1 0 1 0 0,1 0-1 0 0,0 1 0 0 0,0-1 1 0 0,0 1-1 0 0,0 0 1 0 0,1 0-1 0 0,6-3 0 0 0,-8 5 7 0 0,1-1 0 0 0,-1 1 0 0 0,1 0 0 0 0,-1 1 0 0 0,1-1 0 0 0,-1 0 0 0 0,1 1 0 0 0,-1 0 0 0 0,1 0 0 0 0,0 0 0 0 0,-1 0 0 0 0,1 1 0 0 0,-1-1 0 0 0,1 1 0 0 0,-1 0 0 0 0,1 0 0 0 0,-1 0 0 0 0,0 1 0 0 0,1-1 0 0 0,-1 1 0 0 0,0 0 0 0 0,0 0 0 0 0,0 0 0 0 0,0 0 0 0 0,0 0 0 0 0,-1 1 0 0 0,1-1 0 0 0,-1 1 0 0 0,5 5 0 0 0,-3-1 0 0 0,1 0 0 0 0,-1 0 0 0 0,0 0 0 0 0,0 1 0 0 0,-1-1 0 0 0,0 1 0 0 0,0 0 0 0 0,-1 0 0 0 0,0 0 0 0 0,0 0 0 0 0,1 16 0 0 0,-4-15 0 0 0,1 1 0 0 0,-1-1 0 0 0,0 0 0 0 0,-1 0 0 0 0,0 0 0 0 0,0 0 0 0 0,-1 0 0 0 0,-1 0 0 0 0,1-1 0 0 0,-1 0 0 0 0,-1 1 0 0 0,1-1 0 0 0,-11 13 0 0 0,-6 3 0 0 0,0 0 0 0 0,-42 34 0 0 0,9-8 0 0 0,121-115 826 0 0,82-86-6312 0 0,-123 122 4389 0 0,-2-1 0 0 0,-1-1 0 0 0,30-54 0 0 0,-23 29 1698 0 0,-31 61-272 0 0,-1 7 1069 0 0,-20 42 3071 0 0,-27 80-1999 0 0,45-119-2563 0 0,0 0 0 0 0,1 1 0 0 0,1 0 1 0 0,0 0-1 0 0,1 0 0 0 0,2 27 0 0 0,-1-40 91 0 0,0 0 1 0 0,1 0-1 0 0,-1 1 1 0 0,1-1 0 0 0,0 0-1 0 0,0 0 1 0 0,0 0-1 0 0,0 0 1 0 0,1 0-1 0 0,-1 0 1 0 0,1 0-1 0 0,0 0 1 0 0,0-1 0 0 0,0 1-1 0 0,0-1 1 0 0,0 1-1 0 0,0-1 1 0 0,1 0-1 0 0,-1 0 1 0 0,1 0-1 0 0,-1 0 1 0 0,1 0 0 0 0,0-1-1 0 0,0 1 1 0 0,0-1-1 0 0,0 1 1 0 0,0-1-1 0 0,0 0 1 0 0,0-1 0 0 0,0 1-1 0 0,1 0 1 0 0,-1-1-1 0 0,0 0 1 0 0,0 0-1 0 0,1 0 1 0 0,-1 0-1 0 0,0 0 1 0 0,0 0 0 0 0,0-1-1 0 0,1 0 1 0 0,2-1-1 0 0,3 0-2067 0 0,0-1 1073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6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79 4736 0 0,'16'-19'11147'0'0,"-14"19"-10589"0"0,28-8 2426 0 0,-18 6-2808 0 0,237-31-95 0 0,-126 20-2044 0 0,-89 10 1034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6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1 1840 0 0,'-4'3'14365'0'0,"-3"24"-10032"0"0,5-21-5211 0 0,-24 133 878 0 0,19-94 0 0 0,-2 0 0 0 0,-1-1 0 0 0,-20 53 0 0 0,25-85 1 0 0,5-8-78 0 0,-1-1 1 0 0,-1 0 0 0 0,1 0-1 0 0,0 0 1 0 0,-4 5 0 0 0,2-5-419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7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3324 0 0,'6'-6'3137'0'0,"-5"5"-2614"0"0,0 0 0 0 0,1 0-1 0 0,-1 0 1 0 0,0 0 0 0 0,1 1 0 0 0,-1-1 0 0 0,1 0 0 0 0,-1 1 0 0 0,3-1-1 0 0,23 1 5657 0 0,-13 1-4387 0 0,142 9-1780 0 0,39 0-208 0 0,-162-8-24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7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379 636 2764 0 0,'5'-6'1933'0'0,"-1"0"0"0"0,0 0 1 0 0,0-1-1 0 0,-1 0 0 0 0,4-7 1 0 0,-5 7-1147 0 0,1 0 0 0 0,-1 0 0 0 0,-1 0 0 0 0,1-1 0 0 0,0-11 0 0 0,-2 16-770 0 0,0-1 0 0 0,1 1 1 0 0,-2 0-1 0 0,1 0 1 0 0,0 0-1 0 0,0 0 1 0 0,-1 0-1 0 0,0 0 0 0 0,0 0 1 0 0,0 0-1 0 0,0 0 1 0 0,0 0-1 0 0,0 0 0 0 0,-1 0 1 0 0,1 1-1 0 0,-1-1 1 0 0,0 0-1 0 0,0 1 0 0 0,0 0 1 0 0,0-1-1 0 0,0 1 1 0 0,-1 0-1 0 0,1 0 0 0 0,-1 0 1 0 0,1 0-1 0 0,-1 1 1 0 0,0-1-1 0 0,1 1 1 0 0,-1-1-1 0 0,0 1 0 0 0,0 0 1 0 0,-5-1-1 0 0,-2 0-17 0 0,0 1 0 0 0,-1 0 0 0 0,1 0 0 0 0,-1 1 0 0 0,1 0 0 0 0,0 1 0 0 0,-1 0 0 0 0,1 1 0 0 0,0 0 0 0 0,0 0 0 0 0,0 1 0 0 0,0 1 0 0 0,-14 6 0 0 0,8-2 0 0 0,1 1 0 0 0,0 0 0 0 0,1 1 0 0 0,0 0 0 0 0,1 1 0 0 0,0 1 0 0 0,-16 18 0 0 0,20-20 0 0 0,1 0 0 0 0,0 1 0 0 0,1 0 0 0 0,0 0 0 0 0,1 0 0 0 0,0 1 0 0 0,1 0 0 0 0,0 0 0 0 0,1 1 0 0 0,0-1 0 0 0,-2 14 0 0 0,6-24 0 0 0,0 0 0 0 0,0 0 0 0 0,0 0 0 0 0,1-1 0 0 0,-1 1 0 0 0,0 0 0 0 0,1 0 0 0 0,0 0 0 0 0,-1 0 0 0 0,1-1 0 0 0,0 1 0 0 0,0 0 0 0 0,0-1 0 0 0,0 1 0 0 0,0 0 0 0 0,0-1 0 0 0,0 1 0 0 0,0-1 0 0 0,1 0 0 0 0,-1 1 0 0 0,1-1 0 0 0,-1 0 0 0 0,1 0 0 0 0,-1 0 0 0 0,1 0 0 0 0,0 0 0 0 0,0 0 0 0 0,-1 0 0 0 0,4 0 0 0 0,1 1 0 0 0,1 0 0 0 0,-1 0 0 0 0,0 0 0 0 0,1-1 0 0 0,0 0 0 0 0,-1-1 0 0 0,10 1 0 0 0,-5-2-84 0 0,0-1-1 0 0,1 0 1 0 0,-1-1-1 0 0,0 0 1 0 0,0-1 0 0 0,-1 0-1 0 0,1-1 1 0 0,17-10-1 0 0,-6 1-1295 0 0,-1 0-1 0 0,36-33 0 0 0,-42 33 687 0 0,-1-2-1 0 0,-1 1 1 0 0,0-2-1 0 0,-1 1 1 0 0,10-20-1 0 0,42-95 914 0 0,-49 99-348 0 0,17-50 180 0 0,42-165-1 0 0,-67 220-48 0 0,-2 5-107 0 0,-6 12 19 0 0,1 10 85 0 0,0 0 0 0 0,0 0-1 0 0,0 0 1 0 0,0 0 0 0 0,0 0-1 0 0,-1 0 1 0 0,1 0-1 0 0,0 0 1 0 0,0 0 0 0 0,0 0-1 0 0,0 0 1 0 0,0 0 0 0 0,-1 0-1 0 0,1 0 1 0 0,0 0 0 0 0,0 0-1 0 0,0 0 1 0 0,0 0-1 0 0,-1 0 1 0 0,1 0 0 0 0,0 0-1 0 0,0 0 1 0 0,0 0 0 0 0,0 0-1 0 0,0 0 1 0 0,-1 0-1 0 0,1 0 1 0 0,0 0 0 0 0,0 0-1 0 0,0 0 1 0 0,0 0 0 0 0,0 1-1 0 0,0-1 1 0 0,0 0-1 0 0,-1 0 1 0 0,1 0 0 0 0,0 0-1 0 0,0 0 1 0 0,0 0 0 0 0,0 0-1 0 0,0 1 1 0 0,0-1-1 0 0,0 0 1 0 0,0 0 0 0 0,0 0-1 0 0,0 0 1 0 0,0 1 0 0 0,-14 17 18 0 0,1 1 1 0 0,0 1 0 0 0,2 0-1 0 0,0 0 1 0 0,2 1-1 0 0,-8 24 1 0 0,-32 137-261 0 0,48-178 196 0 0,-44 231-1242 0 0,43-223 1281 0 0,1-1 0 0 0,1 1 0 0 0,1 18 0 0 0,-1-27 24 0 0,1 1 0 0 0,-1-1-1 0 0,1 0 1 0 0,-1 1 0 0 0,1-1-1 0 0,0 0 1 0 0,1 0 0 0 0,-1 0-1 0 0,0 0 1 0 0,1 0 0 0 0,0 0-1 0 0,-1 0 1 0 0,1-1 0 0 0,0 1 0 0 0,0 0-1 0 0,1-1 1 0 0,2 3 0 0 0,3 0-566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7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3916 0 0,'10'-6'5571'0'0,"14"-7"-3749"0"0,-11 10 2950 0 0,-6 1-4047 0 0,47-8 2258 0 0,-32 6-3015 0 0,0 1 0 0 0,0 1-1 0 0,42 1 1 0 0,-61 1 27 0 0,1 1 0 0 0,0-1-1 0 0,0 1 1 0 0,0-1 0 0 0,-1 1-1 0 0,1 0 1 0 0,0 1 0 0 0,-1-1-1 0 0,1 1 1 0 0,5 2 0 0 0,-9-3 1 0 0,0-1 1 0 0,0 0-1 0 0,0 0 1 0 0,0 1 0 0 0,0-1-1 0 0,1 0 1 0 0,-1 0-1 0 0,0 1 1 0 0,0-1 0 0 0,0 0-1 0 0,0 0 1 0 0,0 1-1 0 0,0-1 1 0 0,0 0 0 0 0,0 0-1 0 0,0 1 1 0 0,0-1 0 0 0,-1 0-1 0 0,1 0 1 0 0,0 1-1 0 0,0-1 1 0 0,0 0 0 0 0,0 0-1 0 0,0 1 1 0 0,0-1-1 0 0,0 0 1 0 0,-1 0 0 0 0,1 0-1 0 0,0 1 1 0 0,0-1-1 0 0,0 0 1 0 0,0 0 0 0 0,-1 0-1 0 0,1 1 1 0 0,-9 6-263 0 0,9-7 261 0 0,-11 7-447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7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2072 0 0,'7'17'13779'0'0,"0"-15"-13107"0"0,3 0 1806 0 0,-2-2-1886 0 0,6 0-525 0 0,8-2-67 0 0,2-1 0 0 0,-2 1 0 0 0,0-3 0 0 0,0 1 0 0 0,-1 1-499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48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282 47 2072 0 0,'4'-10'5995'0'0,"-5"9"-5801"0"0,-10-14 6122 0 0,-6 1-1856 0 0,1 7-3837 0 0,13 7-630 0 0,-1 0 0 0 0,1 0 0 0 0,-1 0-1 0 0,1 1 1 0 0,-1-1 0 0 0,1 1 0 0 0,-1 0-1 0 0,1 0 1 0 0,0 0 0 0 0,-1 1 0 0 0,1-1-1 0 0,0 1 1 0 0,0-1 0 0 0,0 1 0 0 0,0 0-1 0 0,0 0 1 0 0,1 1 0 0 0,-1-1 0 0 0,-2 3 0 0 0,-6 7-552 0 0,1 0 1 0 0,-17 24-1 0 0,17-20-422 0 0,1 0 0 0 0,0 1 0 0 0,1 1 1 0 0,-5 17-1 0 0,-20 77-3030 0 0,22-68 3850 0 0,0-4 395 0 0,3-1 0 0 0,-4 49 0 0 0,10-65-71 0 0,1 1 0 0 0,1 0 0 0 0,2 0 0 0 0,0 0-1 0 0,6 25 1 0 0,-7-45-101 0 0,0 1 0 0 0,0-1 1 0 0,1 1-1 0 0,0-1 0 0 0,0 0 0 0 0,0 0 0 0 0,0 0 0 0 0,0 0 0 0 0,1 0 0 0 0,4 5 1 0 0,-5-6 580 0 0,-4-4-1157 0 0,1 1 285 0 0,-3-2-114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50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79 149 460 0 0,'41'-68'16743'0'0,"-36"57"-15924"0"0,0 0 0 0 0,5-15 0 0 0,-8 9-671 0 0,-2 16-250 0 0,1 1 1 0 0,-1-1-1 0 0,0 0 0 0 0,0 1 0 0 0,0-1 0 0 0,0 0 0 0 0,0 0 1 0 0,0 1-1 0 0,-1-1 0 0 0,1 0 0 0 0,0 1 0 0 0,0-1 1 0 0,0 0-1 0 0,-1 1 0 0 0,1-1 0 0 0,0 0 0 0 0,-1 1 0 0 0,1-1 1 0 0,-1 0-1 0 0,0 0 0 0 0,1 1-35 0 0,-1 0 0 0 0,1 0 0 0 0,-1 0-1 0 0,0 1 1 0 0,1-1 0 0 0,-1 0 0 0 0,1 0 0 0 0,-1 1 0 0 0,1-1 0 0 0,0 0 0 0 0,-1 0 0 0 0,1 1-1 0 0,-1-1 1 0 0,1 1 0 0 0,-1-1 0 0 0,1 0 0 0 0,0 1 0 0 0,-1-1 0 0 0,1 1 0 0 0,0-1 0 0 0,-1 1-1 0 0,1-1 1 0 0,0 1 0 0 0,-8 14-2582 0 0,-27 68 2447 0 0,-41 157 0 0 0,68-198 393 0 0,8-39-101 0 0,0 0 0 0 0,0 0-1 0 0,0 0 1 0 0,0 0-1 0 0,0 0 1 0 0,0 0-1 0 0,1 0 1 0 0,0 0 0 0 0,-1 0-1 0 0,1 0 1 0 0,2 4-1 0 0,-2-6-10 0 0,-1-1 0 0 0,1 1 0 0 0,0 0 0 0 0,-1-1 0 0 0,1 1 0 0 0,0-1 0 0 0,-1 1 0 0 0,1-1 0 0 0,0 1 0 0 0,0-1 0 0 0,0 0 0 0 0,-1 1 0 0 0,1-1 0 0 0,0 0 0 0 0,0 1 0 0 0,0-1 0 0 0,0 0 0 0 0,-1 0 0 0 0,1 0 0 0 0,0 0 1 0 0,0 0-1 0 0,0 0 0 0 0,0 0 0 0 0,0 0 0 0 0,0-1 0 0 0,-1 1 0 0 0,1 0 0 0 0,0 0 0 0 0,0-1 0 0 0,1 0 0 0 0,27-13 628 0 0,-27 13-473 0 0,12-9 153 0 0,0-1 0 0 0,-1 0-1 0 0,0-1 1 0 0,-1-1 0 0 0,18-22 0 0 0,-4 5-245 0 0,-26 29 16 0 0,1 0-1 0 0,0 1 1 0 0,-1-1-1 0 0,1 0 0 0 0,-1 0 1 0 0,1 1-1 0 0,0-1 1 0 0,0 0-1 0 0,0 1 1 0 0,-1-1-1 0 0,1 1 1 0 0,0-1-1 0 0,0 1 1 0 0,0-1-1 0 0,0 1 1 0 0,0 0-1 0 0,0-1 0 0 0,0 1 1 0 0,0 0-1 0 0,0 0 1 0 0,1 0-1 0 0,-1 0 10 0 0,-1 0 0 0 0,1 1-1 0 0,-1-1 1 0 0,1 1 0 0 0,0-1-1 0 0,-1 1 1 0 0,1-1 0 0 0,-1 1-1 0 0,1-1 1 0 0,-1 1 0 0 0,1-1-1 0 0,-1 1 1 0 0,0 0 0 0 0,1-1-1 0 0,-1 1 1 0 0,0-1 0 0 0,1 1-1 0 0,-1 0 1 0 0,0 0 0 0 0,0-1-1 0 0,1 2 1 0 0,0 7 269 0 0,0-1 1 0 0,0 1-1 0 0,-1 13 0 0 0,0-18-748 0 0,0 14-543 0 0,-2-1-1 0 0,0 0 0 0 0,-1 1 1 0 0,-7 24-1 0 0,-2-7-791 0 0,-16 36-1 0 0,28-71 1696 0 0,-5 11 113 0 0,5-10-102 0 0,0-1 0 0 0,0 0 0 0 0,0 0 0 0 0,0 0 0 0 0,0 0 0 0 0,0 1 1 0 0,0-1-1 0 0,0 0 0 0 0,0 0 0 0 0,0 0 0 0 0,0 1 0 0 0,0-1 0 0 0,0 0 0 0 0,0 0 1 0 0,0 0-1 0 0,0 1 0 0 0,0-1 0 0 0,0 0 0 0 0,0 0 0 0 0,0 0 0 0 0,0 1 0 0 0,0-1 1 0 0,0 0-1 0 0,0 0 0 0 0,0 0 0 0 0,0 0 0 0 0,0 1 0 0 0,0-1 0 0 0,1 0 0 0 0,-1 0 1 0 0,0 0-1 0 0,0 0 0 0 0,0 1 0 0 0,0-1 0 0 0,0 0 0 0 0,1 0 0 0 0,-1 0 0 0 0,0 0 1 0 0,0 0-1 0 0,0 0 0 0 0,0 0 0 0 0,1 0 0 0 0,-1 1 0 0 0,0-1 0 0 0,5 0-481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50.4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0 3456 0 0,'15'8'11270'0'0,"-14"-7"-10677"0"0,9 20 3534 0 0,-7-12-4055 0 0,-1 1-1 0 0,3 16 0 0 0,-4-14-71 0 0,0 0 0 0 0,-1-1 0 0 0,-2 20 0 0 0,2-26 0 0 0,-1 0 0 0 0,0 0 0 0 0,-1-1 0 0 0,1 1 0 0 0,-1 0 0 0 0,0-1 0 0 0,0 0 0 0 0,0 1 0 0 0,-1-1 0 0 0,0 0 0 0 0,-4 6 0 0 0,2-4-58 0 0,1-1-1 0 0,-1 1 1 0 0,-1-1-1 0 0,1 0 1 0 0,-1-1-1 0 0,0 1 1 0 0,0-1-1 0 0,0 0 1 0 0,0 0-1 0 0,-1-1 1 0 0,0 0 0 0 0,0 0-1 0 0,-12 3 1 0 0,9-4-3540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76 2072 0 0,'6'-18'12104'0'0,"-4"15"-11239"0"0,0 1-129 0 0,1-1 1 0 0,-1 1-1 0 0,1 0 1 0 0,0 0-1 0 0,4-3 0 0 0,1 1-685 0 0,1 0-1 0 0,-1 0 0 0 0,14-3 0 0 0,-1 1-50 0 0,0 1 0 0 0,38-3 0 0 0,-45 7 0 0 0,-1 1 0 0 0,0 0 0 0 0,1 1 0 0 0,-1 1 0 0 0,23 4 0 0 0,-35-5 0 0 0,1-1 0 0 0,0 1 0 0 0,-1-1 0 0 0,1 1 0 0 0,0 0 0 0 0,-1-1 0 0 0,1 1 0 0 0,-1 0 0 0 0,1 0 0 0 0,-1 0 0 0 0,1 0 0 0 0,-1 0 0 0 0,0 1 0 0 0,0-1 0 0 0,1 0 0 0 0,-1 1 0 0 0,1 1 0 0 0,-1-1 0 0 0,-1-1 0 0 0,1 1 0 0 0,-1-1 0 0 0,0 0 0 0 0,1 1 0 0 0,-1-1 0 0 0,0 1 0 0 0,0-1 0 0 0,0 1 0 0 0,0-1 0 0 0,0 1 0 0 0,-1-1 0 0 0,1 1 0 0 0,0-1 0 0 0,-1 0 0 0 0,0 3 0 0 0,-2 1 0 0 0,1 0 0 0 0,-1 0 0 0 0,0 0 0 0 0,0 0 0 0 0,-1-1 0 0 0,0 0 0 0 0,1 0 0 0 0,-1 0 0 0 0,-8 6 0 0 0,-4 0-5 0 0,0 0 0 0 0,0-1 1 0 0,-22 8-1 0 0,17-7-43 0 0,-25 14 1 0 0,46-24 48 0 0,1 0 1 0 0,-1 0-1 0 0,0 0 0 0 0,0 0 1 0 0,0 0-1 0 0,0 0 1 0 0,0 0-1 0 0,0 0 0 0 0,0 0 1 0 0,0 0-1 0 0,0 0 0 0 0,0 0 1 0 0,0 0-1 0 0,0 0 1 0 0,0 0-1 0 0,1 0 0 0 0,-1 0 1 0 0,0 0-1 0 0,0 0 0 0 0,0 0 1 0 0,0 0-1 0 0,0 0 1 0 0,0 0-1 0 0,0 0 0 0 0,0 0 1 0 0,0 0-1 0 0,0 0 0 0 0,0 0 1 0 0,0 0-1 0 0,0 0 1 0 0,0 0-1 0 0,0 0 0 0 0,1 0 1 0 0,-1 0-1 0 0,0 0 0 0 0,0 0 1 0 0,0 0-1 0 0,0 1 1 0 0,0-1-1 0 0,0 0 0 0 0,0 0 1 0 0,0 0-1 0 0,0 0 0 0 0,0 0 1 0 0,0 0-1 0 0,0 0 1 0 0,0 0-1 0 0,0 0 0 0 0,0 0 1 0 0,0 0-1 0 0,0 0 0 0 0,0 0 1 0 0,0 1-1 0 0,0-1 1 0 0,0 0-1 0 0,0 0 0 0 0,0 0 1 0 0,0 0-1 0 0,0 0 1 0 0,0 0-1 0 0,0 0 0 0 0,0 0 1 0 0,-1 0-1 0 0,1 0 0 0 0,0 0 1 0 0,0 0-1 0 0,0 0 0 0 0,13 2 30 0 0,24-1-49 0 0,-21-1 26 0 0,-5 1 117 0 0,-1 0-1 0 0,0 1 0 0 0,15 4 0 0 0,-16-4-609 0 0,-1 1 0 0 0,1 1 0 0 0,-1-1 0 0 0,0 1 0 0 0,0 1-1 0 0,-1 0 1 0 0,10 7 0 0 0,-12-8 245 0 0,-1 0 0 0 0,1 0-1 0 0,-1 1 1 0 0,0 0 0 0 0,0 0-1 0 0,0 0 1 0 0,-1 0 0 0 0,0 0 0 0 0,0 1-1 0 0,0 0 1 0 0,-1-1 0 0 0,0 1-1 0 0,0 0 1 0 0,0 0 0 0 0,-1 0 0 0 0,0 0-1 0 0,0 1 1 0 0,0-1 0 0 0,-1 0 0 0 0,0 8-1 0 0,0-9 244 0 0,-1 0 0 0 0,1 0 1 0 0,-1 0-1 0 0,0 0 0 0 0,-1-1 0 0 0,1 1 0 0 0,-1 0 0 0 0,0-1 0 0 0,0 1 0 0 0,0-1 0 0 0,-1 0 0 0 0,1 1 0 0 0,-1-1 1 0 0,-4 4-1 0 0,5-6 53 0 0,-1 1 0 0 0,0-1 1 0 0,0 1-1 0 0,-1-1 0 0 0,1 0 0 0 0,0 0 1 0 0,-1-1-1 0 0,1 1 0 0 0,-1 0 1 0 0,1-1-1 0 0,-1 0 0 0 0,0 0 0 0 0,1 0 1 0 0,-1-1-1 0 0,0 1 0 0 0,0-1 1 0 0,0 0-1 0 0,-6 0 0 0 0,-3-2 1260 0 0,0 1 0 0 0,0-2 0 0 0,0 1 0 0 0,-23-10-1 0 0,26 8-1131 0 0,1 0 0 0 0,-1-1 0 0 0,-14-10-1 0 0,24 15-207 0 0,-1 0 0 0 0,1-1 0 0 0,-1 1 0 0 0,1 0 1 0 0,0 0-1 0 0,-1-1 0 0 0,1 1 0 0 0,-1 0 0 0 0,1-1 0 0 0,0 1 0 0 0,-1-1 0 0 0,1 1 0 0 0,0 0 0 0 0,-1-1 0 0 0,1 1 0 0 0,0-1 0 0 0,0 1 0 0 0,-1-1 0 0 0,1 1 1 0 0,0-1-1 0 0,0 1 0 0 0,0-1 0 0 0,0 1 0 0 0,0-1 0 0 0,0 1 0 0 0,0-1 0 0 0,0 1 0 0 0,0-1 0 0 0,0 1 0 0 0,0-1 0 0 0,0 1 0 0 0,0-1 0 0 0,0 0 0 0 0,0 1 0 0 0,0 0 1 0 0,1-1-1 0 0,-1 1 0 0 0,0-1 0 0 0,0 1 0 0 0,1-1 0 0 0,-1 1 0 0 0,0-1 0 0 0,1 1 0 0 0,-1 0 0 0 0,0-1 0 0 0,1 1 0 0 0,-1-1 0 0 0,1 1 0 0 0,-1 0 0 0 0,1-1 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9:51.4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3684 0 0,'26'-18'12367'0'0,"-24"19"-11929"0"0,4 2-151 0 0,1 0 1 0 0,-1 0-1 0 0,1 1 1 0 0,-1-1-1 0 0,-1 2 1 0 0,1-1-1 0 0,0 1 0 0 0,-1-1 1 0 0,0 1-1 0 0,0 1 1 0 0,5 7-1 0 0,5 9-426 0 0,21 39 0 0 0,-22-35-407 0 0,-2 1 1 0 0,-1 0-1 0 0,-1 0 0 0 0,-2 1 0 0 0,0 1 0 0 0,-2-1 1 0 0,-1 1-1 0 0,1 32 0 0 0,-5-41 2 0 0,-2 1 0 0 0,0-1-1 0 0,-1 1 1 0 0,0-1 0 0 0,-2 0 0 0 0,-10 32 0 0 0,9-37 617 0 0,-1-1 1 0 0,-1 0-1 0 0,0 0 1 0 0,-1 0-1 0 0,-14 18 1 0 0,9-17-30 0 0,-1-1 0 0 0,-23 20 0 0 0,23-23 49 0 0,1 1 0 0 0,0 1 0 0 0,-15 19 0 0 0,21-20-533 0 0,2 0-3363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8.3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46 257 1612 0 0,'-33'-28'15824'0'0,"26"19"-14030"0"0,6 7-1755 0 0,0 1 0 0 0,0-1 0 0 0,1 0 0 0 0,-1 0 0 0 0,1 0 1 0 0,-1 0-1 0 0,1 0 0 0 0,-1 0 0 0 0,1 0 0 0 0,0-3 0 0 0,0-2-39 0 0,1 0 0 0 0,0 0 0 0 0,0 0 0 0 0,1 0 0 0 0,0 0 0 0 0,0 0 0 0 0,1 0 0 0 0,0 1 0 0 0,0-1 0 0 0,6-8 0 0 0,-2 3 0 0 0,1 1 0 0 0,1 1 0 0 0,0-1 0 0 0,16-14 0 0 0,-21 22 0 0 0,0 0 0 0 0,1 1 0 0 0,-1-1 0 0 0,0 1 0 0 0,1 0 0 0 0,0 0 0 0 0,-1 0 0 0 0,1 1 0 0 0,0-1 0 0 0,0 1 0 0 0,0 1 0 0 0,0-1 0 0 0,8 0 0 0 0,-9 1 0 0 0,-1 0 0 0 0,0 0 0 0 0,1 1 0 0 0,-1-1 0 0 0,1 1 0 0 0,-1-1 0 0 0,0 1 0 0 0,0 0 0 0 0,1 0 0 0 0,-1 1 0 0 0,0-1 0 0 0,0 0 0 0 0,0 1 0 0 0,0 0 0 0 0,-1 0 0 0 0,1 0 0 0 0,0 0 0 0 0,-1 0 0 0 0,1 1 0 0 0,3 4 0 0 0,-2 0-74 0 0,-1 1-1 0 0,1-1 1 0 0,-1 1 0 0 0,-1-1-1 0 0,0 1 1 0 0,0 0 0 0 0,0 0-1 0 0,-1 0 1 0 0,0 0-1 0 0,-1 0 1 0 0,0 13 0 0 0,-2 3-1025 0 0,0 1 1 0 0,-9 35-1 0 0,5-39 616 0 0,-1 0-1 0 0,0-1 1 0 0,-1 0 0 0 0,-1 0-1 0 0,-1-1 1 0 0,-1-1-1 0 0,-1 1 1 0 0,0-2-1 0 0,-1 1 1 0 0,-1-2-1 0 0,-1 0 1 0 0,-22 10 6607 0 0,58-52-6261 0 0,34-33-1 0 0,7-8 1000 0 0,-34 30 703 0 0,38-63 0 0 0,12-47-2367 0 0,-75 141 494 0 0,4-8-1466 0 0,0-1 1 0 0,9-28-1 0 0,-26 42-1954 0 0,-6 16 3697 0 0,-4 8 10 0 0,2 2 0 0 0,0-1-1 0 0,2 2 1 0 0,-15 30 0 0 0,23-39 21 0 0,1 0 0 0 0,1 0 0 0 0,0 0 0 0 0,1 1 0 0 0,1 0 0 0 0,1 0 0 0 0,1 0 0 0 0,-1 22 0 0 0,3-32 39 0 0,0-1 1 0 0,1 1 0 0 0,0 0 0 0 0,0-1-1 0 0,1 1 1 0 0,0-1 0 0 0,0 1-1 0 0,0-1 1 0 0,1 0 0 0 0,1 0 0 0 0,6 11-1 0 0,-8-14-22 0 0,1-1 0 0 0,-1 0 0 0 0,1 0-1 0 0,0 0 1 0 0,1 0 0 0 0,-1 0-1 0 0,0 0 1 0 0,1-1 0 0 0,-1 0 0 0 0,1 0-1 0 0,0 0 1 0 0,0 0 0 0 0,0 0 0 0 0,0-1-1 0 0,0 1 1 0 0,0-1 0 0 0,0 0-1 0 0,1-1 1 0 0,-1 1 0 0 0,0-1 0 0 0,0 0-1 0 0,6 0 1 0 0,0-1-191 0 0,-1 0-1 0 0,1 0 1 0 0,0-1-1 0 0,-1-1 1 0 0,1 1-1 0 0,-1-2 1 0 0,0 1-1 0 0,11-7 1 0 0,-4 2-2218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8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5 111 3456 0 0,'-4'-13'5884'0'0,"4"13"-5696"0"0,24-9 8105 0 0,-16 7-9077 0 0,101-28 3653 0 0,59-1-4250 0 0,-151 28 1152 0 0,125-16-2157 0 0,-99 16 1170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8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3456 0 0,'8'16'19385'0'0,"-3"30"-22566"0"0,-3-6 3181 0 0,-2 1 0 0 0,-1-1 0 0 0,-3 0 0 0 0,-10 55 0 0 0,11-82-185 0 0,-4 18 442 0 0,8-12-3067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8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3916 0 0,'3'-3'7013'0'0,"1"3"-6889"0"0,-1 0 8 0 0,2 2 4 0 0,5-2 4319 0 0,6 1-2374 0 0,4 1-278 0 0,6 0-1803 0 0,3 1 0 0 0,3 2 0 0 0,2 0 0 0 0,2 1 0 0 0,5-3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9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413 40 3456 0 0,'-2'-39'16714'0'0,"2"39"-16739"0"0,-1 0 1 0 0,1 0 0 0 0,0 0 0 0 0,-1 0-1 0 0,1 0 1 0 0,0 0 0 0 0,-1 0 0 0 0,1 0-1 0 0,-1 0 1 0 0,1 0 0 0 0,0 0-1 0 0,-1 0 1 0 0,1 0 0 0 0,-1 0 0 0 0,1 0-1 0 0,0 1 1 0 0,-1-1 0 0 0,1 0 0 0 0,0 0-1 0 0,-1 1 1 0 0,-4 3 24 0 0,-1 1 0 0 0,1-1 0 0 0,1 1 0 0 0,-1 0 0 0 0,1 1 0 0 0,0-1 0 0 0,-7 13 0 0 0,2-4 0 0 0,3-6-30 0 0,-91 125 84 0 0,83-116-443 0 0,-1 0 1 0 0,0-2-1 0 0,-1 0 0 0 0,-1-1 1 0 0,-27 18-1 0 0,38-28-174 0 0,-1 0 1 0 0,0-1-1 0 0,0 0 0 0 0,-1 0 0 0 0,1 0 1 0 0,-1-1-1 0 0,-8 2 0 0 0,14-4 466 0 0,0 1 0 0 0,0-1 0 0 0,0 0 0 0 0,-1 0 0 0 0,1 0 0 0 0,0-1 0 0 0,0 1 0 0 0,0 0 0 0 0,0-1-1 0 0,0 1 1 0 0,0-1 0 0 0,0 0 0 0 0,0 0 0 0 0,0 0 0 0 0,0 0 0 0 0,-2-1 0 0 0,3 0 279 0 0,-1 1-1 0 0,0-1 0 0 0,1 1 1 0 0,0-1-1 0 0,-1 0 1 0 0,1 0-1 0 0,0 0 0 0 0,0 1 1 0 0,0-1-1 0 0,0 0 1 0 0,-1-4-1 0 0,0-1 376 0 0,1-1 0 0 0,-1 0 0 0 0,1 0 0 0 0,1 1 0 0 0,-1-1 0 0 0,2 0-1 0 0,-1 0 1 0 0,1 0 0 0 0,2-9 0 0 0,1-1-549 0 0,0 0 0 0 0,13-30-1 0 0,-14 41-444 0 0,0 1 1 0 0,1 0-1 0 0,-1-1 0 0 0,1 1 0 0 0,0 1 0 0 0,1-1 0 0 0,6-6 0 0 0,-10 11 257 0 0,0-1 1 0 0,0 1-1 0 0,1 0 0 0 0,-1 0 0 0 0,1 0 0 0 0,-1 0 0 0 0,1 0 1 0 0,-1 0-1 0 0,1 0 0 0 0,-1 0 0 0 0,1 1 0 0 0,0-1 0 0 0,0 0 0 0 0,-1 1 1 0 0,1 0-1 0 0,0-1 0 0 0,0 1 0 0 0,0 0 0 0 0,-1 0 0 0 0,1 0 1 0 0,0 0-1 0 0,0 0 0 0 0,0 1 0 0 0,-1-1 0 0 0,1 0 0 0 0,0 1 0 0 0,0-1 1 0 0,-1 1-1 0 0,1 0 0 0 0,0 0 0 0 0,-1-1 0 0 0,1 1 0 0 0,1 2 1 0 0,9 7 1136 0 0,0 2 0 0 0,-1 0 1 0 0,0 0-1 0 0,16 26 0 0 0,4 3 1767 0 0,-1-4-586 0 0,22 26-1180 0 0,3-5-4076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9.8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236 512 1612 0 0,'29'-11'6331'0'0,"25"-11"3375"0"0,-50 20-9505 0 0,0-1 0 0 0,0 1 0 0 0,0-1 0 0 0,0 0 0 0 0,0 0 1 0 0,-1 0-1 0 0,1 0 0 0 0,-1-1 0 0 0,4-4 0 0 0,-6 7-201 0 0,-1 0 0 0 0,1 0 0 0 0,-1 0 0 0 0,0 0 0 0 0,1 0 0 0 0,-1 0 0 0 0,0 0 0 0 0,1 0 0 0 0,-1 0 0 0 0,0 0 0 0 0,0 0 0 0 0,0 0 0 0 0,0 0 0 0 0,0 0 0 0 0,0 0 0 0 0,0 0 0 0 0,0 0 0 0 0,0 0 0 0 0,0 0 0 0 0,-1 0 0 0 0,0-1 0 0 0,0 0 0 0 0,0 0 0 0 0,0-1 0 0 0,0 1 0 0 0,-1 0 0 0 0,0 0 0 0 0,1 0 0 0 0,-1 0 0 0 0,-2-2 0 0 0,-4-2 0 0 0,1 1 0 0 0,-1 0 0 0 0,-13-7 0 0 0,9 6 0 0 0,0 1 0 0 0,0 0 0 0 0,-1 0 0 0 0,1 2 0 0 0,-1-1 0 0 0,-20-1 0 0 0,27 4 0 0 0,-1 1 0 0 0,1 0 0 0 0,0 0 0 0 0,-1 1 0 0 0,1-1 0 0 0,-1 2 0 0 0,1-1 0 0 0,0 1 0 0 0,0 0 0 0 0,0 0 0 0 0,0 0 0 0 0,0 1 0 0 0,0 0 0 0 0,1 0 0 0 0,-7 5 0 0 0,4-2-120 0 0,1 0-1 0 0,1 0 1 0 0,-1 1-1 0 0,1 0 1 0 0,0 1-1 0 0,1-1 1 0 0,-8 13-1 0 0,8-10-526 0 0,0 1 0 0 0,0 0 0 0 0,1 0 0 0 0,1 0-1 0 0,-1 0 1 0 0,2 0 0 0 0,0 1 0 0 0,0-1 0 0 0,0 18-1 0 0,2-26 560 0 0,0 0 1 0 0,0-1-1 0 0,1 1 0 0 0,-1 0 0 0 0,0-1 0 0 0,1 1 1 0 0,-1 0-1 0 0,1-1 0 0 0,0 1 0 0 0,0-1 0 0 0,0 1 0 0 0,0-1 1 0 0,1 1-1 0 0,-1-1 0 0 0,1 0 0 0 0,-1 0 0 0 0,1 1 0 0 0,0-1 1 0 0,0-1-1 0 0,0 1 0 0 0,0 0 0 0 0,0 0 0 0 0,0-1 1 0 0,4 3-1 0 0,-2-2 96 0 0,0-1 1 0 0,-1 0 0 0 0,1 0 0 0 0,0 0-1 0 0,0-1 1 0 0,-1 1 0 0 0,1-1-1 0 0,0 0 1 0 0,0 0 0 0 0,0 0 0 0 0,0 0-1 0 0,-1-1 1 0 0,1 0 0 0 0,0 1-1 0 0,0-1 1 0 0,6-3 0 0 0,4-3-8 0 0,-1 0-1 0 0,1 0 1 0 0,-1-2 0 0 0,-1 1 0 0 0,0-2 0 0 0,0 1-1 0 0,-1-2 1 0 0,0 1 0 0 0,-1-2 0 0 0,0 1-1 0 0,12-20 1 0 0,-6 6 3 0 0,0-1-1 0 0,-3 0 1 0 0,0-1-1 0 0,18-55 1 0 0,-15 27 64 0 0,-3-1 0 0 0,-3 0 0 0 0,5-64 0 0 0,-17 102 4069 0 0,-1 27-2548 0 0,-14 106 1602 0 0,0 59-3234 0 0,9-84-597 0 0,5-62 53 0 0,-4 58-2500 0 0,7-73 2389 0 0,0-1 0 0 0,1 1 0 0 0,0 0 0 0 0,6 19 0 0 0,-7-29 631 0 0,1 0-1 0 0,1 0 1 0 0,-1 0 0 0 0,0 0 0 0 0,1 0-1 0 0,-1 0 1 0 0,1 0 0 0 0,0 0 0 0 0,0-1-1 0 0,0 1 1 0 0,0-1 0 0 0,1 0 0 0 0,4 5-1 0 0,8 2-192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0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4376 0 0,'2'-3'636'0'0,"-1"1"1"0"0,1-1 0 0 0,-1 1 0 0 0,1 0 0 0 0,0 0-1 0 0,-1-1 1 0 0,1 1 0 0 0,0 0 0 0 0,1 0 0 0 0,-1 1-1 0 0,0-1 1 0 0,1 0 0 0 0,-1 1 0 0 0,0 0 0 0 0,4-2-1 0 0,5-2 1205 0 0,0 1 0 0 0,16-3 0 0 0,-15 3-2268 0 0,-7 3 427 0 0,50-13 0 0 0,-49 13 0 0 0,0 1 0 0 0,-1-1 0 0 0,1 1 0 0 0,0 0 0 0 0,0 1 0 0 0,-1-1 0 0 0,12 3 0 0 0,-17-3 2 0 0,1 0-1 0 0,0 1 1 0 0,0-1-1 0 0,0 0 1 0 0,-1 0-1 0 0,1 1 0 0 0,0-1 1 0 0,0 0-1 0 0,-1 1 1 0 0,1-1-1 0 0,0 1 1 0 0,0-1-1 0 0,-1 1 1 0 0,1-1-1 0 0,-1 1 1 0 0,1 0-1 0 0,0-1 1 0 0,-1 1-1 0 0,1 0 0 0 0,-1-1 1 0 0,0 1-1 0 0,1 0 1 0 0,0 1-1 0 0,-1-1-7 0 0,0 0-1 0 0,0-1 0 0 0,0 1 1 0 0,-1 0-1 0 0,1 0 1 0 0,0 0-1 0 0,0 0 0 0 0,-1 0 1 0 0,1 0-1 0 0,0 0 1 0 0,-1 0-1 0 0,1 0 0 0 0,-1 0 1 0 0,1-1-1 0 0,-1 1 1 0 0,0 1-1 0 0,-4 4-9 0 0,-1-1 0 0 0,1 0 0 0 0,-12 8 1 0 0,16-12 31 0 0,-43 30-117 0 0,8-6-2346 0 0,-35 31 0 0 0,71-55 2350 0 0,-1-1-1 0 0,0 1 0 0 0,0-1 0 0 0,1 1 0 0 0,-1 0 0 0 0,0-1 0 0 0,1 1 1 0 0,-1 0-1 0 0,1 0 0 0 0,-1-1 0 0 0,1 1 0 0 0,-1 0 0 0 0,1 0 0 0 0,-1 0 0 0 0,1 0 1 0 0,0 0-1 0 0,0 0 0 0 0,-1 0 0 0 0,1-1 0 0 0,0 1 0 0 0,0 0 0 0 0,0 0 1 0 0,0 0-1 0 0,0 2 0 0 0,1-2-76 0 0,-1 0 1 0 0,1-1-1 0 0,0 1 1 0 0,-1 0-1 0 0,1-1 0 0 0,0 1 1 0 0,0-1-1 0 0,0 1 1 0 0,-1 0-1 0 0,1-1 1 0 0,0 0-1 0 0,0 1 0 0 0,0-1 1 0 0,0 0-1 0 0,0 1 1 0 0,0-1-1 0 0,0 0 1 0 0,0 0-1 0 0,0 0 0 0 0,0 0 1 0 0,0 0-1 0 0,0 0 1 0 0,0 0-1 0 0,1 0 1 0 0,21-1 607 0 0,0-2 0 0 0,32-6 1 0 0,19-3-721 0 0,-46 10-2827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0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27 2072 0 0,'-10'-27'16119'0'0,"10"27"-15907"0"0,-1 1-98 0 0,0 0 0 0 0,0-1 1 0 0,-1 1-1 0 0,1 0 0 0 0,1-1 1 0 0,-1 1-1 0 0,0 0 0 0 0,0 0 1 0 0,0 0-1 0 0,-1 1 0 0 0,-5 7-114 0 0,1 1 0 0 0,0-1 0 0 0,1 1 0 0 0,-6 13 0 0 0,-14 45 0 0 0,22-59 0 0 0,-19 57 0 0 0,2 2 0 0 0,4 0 0 0 0,-9 72 0 0 0,24-125-93 0 0,0 1-1 0 0,2 22 0 0 0,-1-33 106 0 0,0 0-1 0 0,1 0 1 0 0,0 0 0 0 0,0 0-1 0 0,1 0 1 0 0,0-1 0 0 0,-1 1-1 0 0,1 0 1 0 0,1-1 0 0 0,-1 1-1 0 0,5 5 1 0 0,-6-9-58 0 0,1 1 0 0 0,-1 0 0 0 0,1-1 1 0 0,0 1-1 0 0,0-1 0 0 0,0 0 0 0 0,0 0 0 0 0,2 2 0 0 0,6 2-1730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0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19 198 1612 0 0,'2'-8'285'0'0,"9"-29"2998"0"0,16-49 10618 0 0,-8 36-13322 0 0,-9 34-579 0 0,-10 16 0 0 0,0 0 0 0 0,0 0 0 0 0,0 0 0 0 0,0 0 0 0 0,0 0 0 0 0,0 0 0 0 0,0 0 0 0 0,0 0 0 0 0,0 0 0 0 0,1 0 0 0 0,-1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0,1 1 0 0 0,-1-1 0 0 0,0 0 0 0 0,0 0 0 0 0,0 0 0 0 0,0 0 0 0 0,0 0 0 0 0,0 0 0 0 0,0 0 0 0 0,0 0 0 0 0,0 0 0 0 0,0 0 0 0 0,0 0 0 0 0,0 0 0 0 0,-1 12 0 0 0,-31 140-1565 0 0,3-20-2042 0 0,17-80 513 0 0,7-37 2779 0 0,2 0 1 0 0,0 0 0 0 0,-2 29-1 0 0,6-33-2135 0 0,2-1-848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1.1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0 3684 0 0,'6'0'6748'0'0,"-4"9"-3882"0"0,-2 12 2535 0 0,0-12-5252 0 0,-2-1 0 0 0,1 1 0 0 0,-1 0 0 0 0,-1-1 1 0 0,0 0-1 0 0,-6 15 0 0 0,-30 44-299 0 0,13-25 133 0 0,20-30-229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1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89 3916 0 0,'3'-13'1063'0'0,"-2"9"-819"0"0,-1 1 0 0 0,1-1 0 0 0,0 1 0 0 0,0-1 0 0 0,0 1 0 0 0,0-1 0 0 0,1 1 0 0 0,0 0 0 0 0,-1 0 0 0 0,1 0 0 0 0,0 0 0 0 0,0 0 0 0 0,4-3 0 0 0,18-3 5917 0 0,-11 5-4520 0 0,-5 1-1370 0 0,0 1 0 0 0,1-1 1 0 0,-1 1-1 0 0,1 1 0 0 0,-1 0 0 0 0,1 0 0 0 0,0 1 1 0 0,-1 0-1 0 0,1 0 0 0 0,-1 1 0 0 0,16 3 1 0 0,-20-3-489 0 0,-1 0 0 0 0,1 0 0 0 0,-1 0 0 0 0,1 1 0 0 0,-1 0 0 0 0,0 0 0 0 0,0-1 0 0 0,0 2 0 0 0,0-1 0 0 0,0 0 1 0 0,0 1-1 0 0,0-1 0 0 0,-1 1 0 0 0,1 0 0 0 0,-1 0 0 0 0,0 0 0 0 0,0 0 0 0 0,0 0 0 0 0,0 0 0 0 0,0 1 0 0 0,-1-1 0 0 0,1 1 1 0 0,-1-1-1 0 0,0 1 0 0 0,0-1 0 0 0,-1 1 0 0 0,1 0 0 0 0,-1-1 0 0 0,1 6 0 0 0,-2-1 56 0 0,1-1-1 0 0,-1 1 1 0 0,0 0 0 0 0,-1-1-1 0 0,0 1 1 0 0,0-1-1 0 0,-1 0 1 0 0,0 0 0 0 0,0 0-1 0 0,0 0 1 0 0,-1 0-1 0 0,0-1 1 0 0,-1 1 0 0 0,1-1-1 0 0,-1 0 1 0 0,-10 9-1 0 0,0 0 182 0 0,-1-2 0 0 0,-1 0 0 0 0,0-1 0 0 0,0 0 0 0 0,-20 8 0 0 0,34-18-32 0 0,0 0 0 0 0,0 0 1 0 0,0-1-1 0 0,-1 1 0 0 0,1-1 0 0 0,0 0 1 0 0,-1 0-1 0 0,1 0 0 0 0,-1-1 1 0 0,1 1-1 0 0,-1-1 0 0 0,-7 0 1 0 0,11 0 9 0 0,0 0-1 0 0,0 0 1 0 0,0 0 0 0 0,0 0 0 0 0,0 0 0 0 0,-1 0 0 0 0,1 0 0 0 0,0 0 0 0 0,0 0 0 0 0,0 0 0 0 0,0 0 0 0 0,0 0 0 0 0,-1 0 0 0 0,1-1 0 0 0,0 1 0 0 0,0 0-1 0 0,0 0 1 0 0,0 0 0 0 0,0 0 0 0 0,0 0 0 0 0,0 0 0 0 0,0-1 0 0 0,0 1 0 0 0,-1 0 0 0 0,1 0 0 0 0,0 0 0 0 0,0 0 0 0 0,0 0 0 0 0,0-1 0 0 0,0 1 0 0 0,0 0-1 0 0,0 0 1 0 0,0 0 0 0 0,0 0 0 0 0,0 0 0 0 0,0-1 0 0 0,0 1 0 0 0,0 0 0 0 0,0 0 0 0 0,5-8 604 0 0,7-3 770 0 0,-8 7-953 0 0,0 1 0 0 0,0 0 0 0 0,1 0 1 0 0,0 1-1 0 0,0-1 0 0 0,-1 1 0 0 0,1 0 0 0 0,1 1 1 0 0,-1-1-1 0 0,0 1 0 0 0,0 0 0 0 0,0 0 0 0 0,1 0 0 0 0,-1 1 1 0 0,1 0-1 0 0,6 0 0 0 0,-6 1-387 0 0,0 0-1 0 0,0 1 1 0 0,-1 0 0 0 0,1-1-1 0 0,0 2 1 0 0,-1-1 0 0 0,1 1-1 0 0,-1 0 1 0 0,0 0 0 0 0,0 0-1 0 0,0 1 1 0 0,0-1 0 0 0,-1 1 0 0 0,6 7-1 0 0,-3-3-31 0 0,3 2 0 0 0,-1 0 0 0 0,2 0 0 0 0,17 13 0 0 0,-23-20 0 0 0,-1 0 0 0 0,0-1 0 0 0,1 0 0 0 0,-1 0 0 0 0,1-1 0 0 0,0 1 0 0 0,-1-1 0 0 0,1 0 0 0 0,0 0 0 0 0,0 0 0 0 0,0-1 0 0 0,0 1 0 0 0,0-1 0 0 0,6-1 0 0 0,-4 0-85 0 0,0 0-1 0 0,1-1 0 0 0,-1 0 1 0 0,0 0-1 0 0,0-1 0 0 0,0 0 1 0 0,9-5-1 0 0,-1-3-3111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1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2532 0 0,'3'-2'1323'0'0,"-3"2"-1058"0"0,1-1-1 0 0,0 1 1 0 0,-1 0 0 0 0,1 0-1 0 0,0-1 1 0 0,-1 1 0 0 0,1 0-1 0 0,0 0 1 0 0,-1 0 0 0 0,1 0-1 0 0,0 0 1 0 0,-1 0 0 0 0,1 0-1 0 0,0 0 1 0 0,-1 0 0 0 0,1 0-1 0 0,0 1 1 0 0,-1-1 0 0 0,1 0-1 0 0,0 0 1 0 0,-1 1 0 0 0,2-1-1 0 0,22 11 6348 0 0,-21-10-6937 0 0,12 7 559 0 0,-1 0-1 0 0,0 1 0 0 0,-1 1 0 0 0,0 0 1 0 0,-1 0-1 0 0,0 2 0 0 0,0-1 0 0 0,-1 2 1 0 0,-1-1-1 0 0,0 1 0 0 0,0 1 0 0 0,-2 0 0 0 0,0 0 1 0 0,0 1-1 0 0,5 16 0 0 0,-7-17-251 0 0,-1 1 1 0 0,-1-1-1 0 0,0 1 0 0 0,-1 0 1 0 0,-1 1-1 0 0,0-1 0 0 0,-1 0 0 0 0,-1 1 1 0 0,0-1-1 0 0,-1 0 0 0 0,0 0 1 0 0,-2 1-1 0 0,0-1 0 0 0,0 0 1 0 0,-2-1-1 0 0,-6 18 0 0 0,-7 3 18 0 0,-2-2 0 0 0,-1 0 0 0 0,-2-2 0 0 0,-26 30 0 0 0,33-41 0 0 0,-6 12-282 0 0,15-20-44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2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58 3684 0 0,'3'-11'3584'0'0,"4"-16"2564"0"0,-7 26-5732 0 0,1-1 1 0 0,-1 1-1 0 0,1-1 0 0 0,0 1 0 0 0,0 0 1 0 0,-1-1-1 0 0,1 1 0 0 0,0 0 1 0 0,0 0-1 0 0,1 0 0 0 0,-1 0 0 0 0,0 0 1 0 0,0 0-1 0 0,3-1 0 0 0,-4 1-416 0 0,0 1 0 0 0,0 0 0 0 0,0 0 0 0 0,0 0 0 0 0,0 0 0 0 0,0 0 0 0 0,0 0 0 0 0,1 0 0 0 0,-1 0 0 0 0,0 0 0 0 0,0 0 0 0 0,0 0 0 0 0,0 0 0 0 0,0 0 0 0 0,0 0 0 0 0,1 0 0 0 0,-1 0 0 0 0,0 0 0 0 0,0 0 0 0 0,0 0 0 0 0,0 0 0 0 0,0 0 0 0 0,0 0 0 0 0,0 0 0 0 0,1 0 0 0 0,-1 0 0 0 0,0 1 0 0 0,0-1 0 0 0,0 0 0 0 0,0 0 0 0 0,0 0 0 0 0,0 0 0 0 0,0 0 0 0 0,0 0 0 0 0,0 0 0 0 0,0 0 0 0 0,0 0 0 0 0,1 0 0 0 0,-1 1 0 0 0,0-1 0 0 0,0 0 0 0 0,0 0 0 0 0,1 8 0 0 0,-3 8 0 0 0,-34 111 0 0 0,-1 7 0 0 0,18-58-530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2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 3916 0 0,'5'-6'2789'0'0,"-4"6"-2479"0"0,0-1 0 0 0,0 1 0 0 0,-1 0 0 0 0,1-1 0 0 0,0 1 0 0 0,0 0-1 0 0,0-1 1 0 0,-1 1 0 0 0,1 0 0 0 0,0 0 0 0 0,0 0 0 0 0,1 0 0 0 0,21 1 5375 0 0,-14-1-4729 0 0,85 2 1369 0 0,127-13-2365 0 0,-167 9-165 0 0,-31 0-820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2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244 163 2764 0 0,'0'-3'1028'0'0,"0"0"0"0"0,-1 0 1 0 0,1 0-1 0 0,0 0 0 0 0,-1 0 1 0 0,0 0-1 0 0,0 0 0 0 0,0 0 0 0 0,0 1 1 0 0,0-1-1 0 0,-1 0 0 0 0,1 1 1 0 0,-3-4-1 0 0,4 5-780 0 0,-1 0-1 0 0,0 0 1 0 0,0 0 0 0 0,0 1 0 0 0,0-1-1 0 0,0 0 1 0 0,0 0 0 0 0,-1 1 0 0 0,1-1-1 0 0,0 0 1 0 0,0 1 0 0 0,0-1 0 0 0,-2 1-1 0 0,2-1-316 0 0,-1 1 0 0 0,1 0 0 0 0,-1 0 0 0 0,1 0 0 0 0,-1 0-1 0 0,1 0 1 0 0,-1 0 0 0 0,1 1 0 0 0,-1-1 0 0 0,1 0 0 0 0,0 1-1 0 0,-1-1 1 0 0,-1 2 0 0 0,-6 3 69 0 0,1 0 0 0 0,0 0 0 0 0,0 1 0 0 0,0 0 0 0 0,-12 14 0 0 0,-32 39 0 0 0,40-44 0 0 0,1 0 0 0 0,1 1 0 0 0,0 1 0 0 0,-10 22 0 0 0,17-33 0 0 0,1-1 0 0 0,0 1 0 0 0,0 0 0 0 0,0 0 0 0 0,1-1 0 0 0,0 1 0 0 0,0 0 0 0 0,0 0 0 0 0,1 0 0 0 0,0 0 0 0 0,0 0 0 0 0,1 0 0 0 0,-1 0 0 0 0,1 0 0 0 0,1 0 0 0 0,-1 0 0 0 0,4 9 0 0 0,-3-12 0 0 0,0 0 0 0 0,-1 0 0 0 0,1 0 0 0 0,1 0 0 0 0,-1 0 0 0 0,0 0 0 0 0,1-1 0 0 0,-1 1 0 0 0,1-1 0 0 0,0 0 0 0 0,-1 0 0 0 0,1 0 0 0 0,0 0 0 0 0,1 0 0 0 0,4 2 0 0 0,-2-3 0 0 0,-1 1 0 0 0,0-1 0 0 0,0 0 0 0 0,1-1 0 0 0,-1 1 0 0 0,0-1 0 0 0,1 0 0 0 0,-1 0 0 0 0,9-2 0 0 0,-3 0 0 0 0,1-1 0 0 0,-1 0 0 0 0,0-1 0 0 0,0 0 0 0 0,-1-1 0 0 0,1 0 0 0 0,-1-1 0 0 0,18-12 0 0 0,-19 10 45 0 0,0 1 1 0 0,-1-2-1 0 0,0 1 0 0 0,0-1 1 0 0,7-11-1 0 0,-9 10-597 0 0,1-1 0 0 0,-1-1 0 0 0,-1 0 0 0 0,0 1 0 0 0,0-2 1 0 0,-1 1-1 0 0,3-18 0 0 0,-5 15-216 0 0,0 0-1 0 0,-1-1 1 0 0,0 0 0 0 0,-2 1 0 0 0,-3-29 0 0 0,1 28 744 0 0,0 0 0 0 0,-12-31 0 0 0,13 42 40 0 0,0 0 0 0 0,-1 0 0 0 0,1 0 1 0 0,-1 0-1 0 0,0 1 0 0 0,0-1 1 0 0,-6-6-1 0 0,7 10 31 0 0,0-1 1 0 0,1 1-1 0 0,-1 0 1 0 0,0 0-1 0 0,1-1 1 0 0,-1 1-1 0 0,0 0 1 0 0,0 0-1 0 0,0 1 0 0 0,0-1 1 0 0,0 0-1 0 0,0 1 1 0 0,0-1-1 0 0,0 1 1 0 0,-1 0-1 0 0,1-1 1 0 0,0 1-1 0 0,0 0 1 0 0,0 0-1 0 0,0 1 1 0 0,0-1-1 0 0,-3 1 1 0 0,-2 1 320 0 0,0 1 0 0 0,0 0 0 0 0,1 0 1 0 0,-1 0-1 0 0,1 1 0 0 0,0 0 0 0 0,0 1 1 0 0,0-1-1 0 0,0 1 0 0 0,1 0 1 0 0,0 0-1 0 0,0 1 0 0 0,0 0 0 0 0,-4 7 1 0 0,0 1-857 0 0,0 0 1 0 0,1 0 0 0 0,1 1-1 0 0,0 0 1 0 0,-6 22 0 0 0,5-7-2781 0 0,1 1-842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3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 5296 0 0,'0'2'740'0'0,"0"-1"0"0"0,-1 1 0 0 0,1 0 0 0 0,0 0 0 0 0,0 0 1 0 0,1 0-1 0 0,-1 0 0 0 0,0 0 0 0 0,1 0 0 0 0,0 4 0 0 0,2 9 806 0 0,-3 24 2642 0 0,-4 1-3386 0 0,2-33-836 0 0,1 1-1 0 0,-1-1 0 0 0,-1 0 0 0 0,0 0 0 0 0,0 0 1 0 0,0-1-1 0 0,-1 1 0 0 0,-6 10 0 0 0,-4 1-1 0 0,7-12-146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3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60 4376 0 0,'1'-4'-32'0'0,"1"-2"1314"0"0,0 0-1 0 0,0 1 0 0 0,0-1 1 0 0,4-7-1 0 0,-5 12-909 0 0,-1-1-1 0 0,1 1 0 0 0,0 0 0 0 0,0 0 0 0 0,0-1 1 0 0,0 1-1 0 0,0 0 0 0 0,0 0 0 0 0,1 0 0 0 0,-1 0 1 0 0,0 1-1 0 0,0-1 0 0 0,1 0 0 0 0,-1 0 0 0 0,1 1 1 0 0,-1-1-1 0 0,0 1 0 0 0,1-1 0 0 0,-1 1 0 0 0,1-1 1 0 0,-1 1-1 0 0,1 0 0 0 0,1 0 0 0 0,-2 0-371 0 0,0 0 0 0 0,0 1 0 0 0,0-1 0 0 0,0 1 0 0 0,0-1 0 0 0,0 0 0 0 0,0 1 0 0 0,0 0 0 0 0,0-1 0 0 0,0 1 0 0 0,0 0 0 0 0,-1-1 0 0 0,1 1 0 0 0,0 0 0 0 0,0 0 0 0 0,-1-1 0 0 0,1 1 0 0 0,-1 0 0 0 0,1 0 0 0 0,-1 0 0 0 0,1 0 0 0 0,-1 0 0 0 0,1 0 0 0 0,-1 0 0 0 0,0 0 0 0 0,1 2 0 0 0,6 31 0 0 0,-7-30 0 0 0,38 251 0 0 0,-37-247 0 0 0,0 0 0 0 0,-1 0 0 0 0,0 0 0 0 0,0-1 0 0 0,0 1 0 0 0,-4 15 0 0 0,3-20 0 0 0,0-1 0 0 0,1 1 0 0 0,-1-1 0 0 0,0 0 0 0 0,-1 0 0 0 0,1 1 0 0 0,0-1 0 0 0,-1 0 0 0 0,1 0 0 0 0,-1 0 0 0 0,0 0 0 0 0,1-1 0 0 0,-1 1 0 0 0,0 0 0 0 0,0-1 0 0 0,0 1 0 0 0,0-1 0 0 0,-1 0 0 0 0,1 0 0 0 0,0 0 0 0 0,-1 0 0 0 0,1 0 0 0 0,0 0 0 0 0,-1 0 0 0 0,-3 0 0 0 0,-1 0 1 0 0,-1 0 0 0 0,1 0-1 0 0,0-1 1 0 0,0 0 0 0 0,0 0 0 0 0,-1-1-1 0 0,1 0 1 0 0,0 0 0 0 0,-8-3 0 0 0,12 3-7 0 0,1 0 1 0 0,-1 0 0 0 0,0 0 0 0 0,1 0 0 0 0,-1-1 0 0 0,1 1 0 0 0,0-1 0 0 0,-1 0-1 0 0,1 0 1 0 0,0 1 0 0 0,0-2 0 0 0,0 1 0 0 0,0 0 0 0 0,0 0 0 0 0,1 0-1 0 0,-1-1 1 0 0,1 1 0 0 0,-1-1 0 0 0,1 0 0 0 0,0 1 0 0 0,0-1 0 0 0,0 0 0 0 0,1 1-1 0 0,-1-1 1 0 0,0-4 0 0 0,0-8-305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3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56 3684 0 0,'1'-3'768'0'0,"0"0"0"0"0,1 1 0 0 0,-1-1 0 0 0,1 1 0 0 0,0 0 0 0 0,0-1 0 0 0,0 1 0 0 0,0 0 0 0 0,0 0 0 0 0,0 0 0 0 0,0 0 0 0 0,1 0 0 0 0,2-1 0 0 0,1 0 8 0 0,0 0-1 0 0,-1 1 1 0 0,1-1-1 0 0,0 2 1 0 0,12-4-1 0 0,1 3-632 0 0,1 0 0 0 0,-1 1-1 0 0,21 2 1 0 0,-15 0-150 0 0,0-1-26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3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 1152 0 0,'-38'6'14522'0'0,"30"4"-12119"0"0,7-8-2382 0 0,-19 26 325 0 0,1 1 0 0 0,2 1-1 0 0,1 0 1 0 0,-22 59 0 0 0,17-27-600 0 0,-20 103-1 0 0,38-150-121 0 0,1 1 1 0 0,-1 20-1 0 0,3-31 140 0 0,0 1 1 0 0,0-1-1 0 0,1 0 0 0 0,0 0 0 0 0,0 0 0 0 0,0 1 1 0 0,0-1-1 0 0,1 0 0 0 0,0 0 0 0 0,3 6 0 0 0,-4-10 351 0 0,0 0 0 0 0,-1 0-1 0 0,1 0 1 0 0,0 0 0 0 0,-1 0 0 0 0,1 0-1 0 0,0 0 1 0 0,0-1 0 0 0,0 1 0 0 0,0 0-1 0 0,0 0 1 0 0,0-1 0 0 0,0 1-1 0 0,0-1 1 0 0,0 1 0 0 0,0-1 0 0 0,0 1-1 0 0,0-1 1 0 0,0 0 0 0 0,1 1 0 0 0,-1-1-1 0 0,0 0 1 0 0,0 0 0 0 0,0 0-1 0 0,1 0 1 0 0,0 0 0 0 0,1-1-89 0 0,-1 1-1 0 0,1-1 1 0 0,-1 0 0 0 0,1 0 0 0 0,-1 0-1 0 0,1 0 1 0 0,-1 0 0 0 0,0-1 0 0 0,1 1-1 0 0,2-4 1 0 0,5-3-2396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4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92 2764 0 0,'1'-2'600'0'0,"0"0"0"0"0,0 0 1 0 0,0 0-1 0 0,0 0 0 0 0,1 0 1 0 0,-1 0-1 0 0,1 0 0 0 0,-1 0 1 0 0,1 1-1 0 0,0-1 0 0 0,0 1 1 0 0,1-2-1 0 0,29-18 4754 0 0,-24 16-4958 0 0,3-2 328 0 0,0 1 0 0 0,1 0 0 0 0,-1 1 0 0 0,19-6 0 0 0,-26 10-737 0 0,-1 0 1 0 0,0 0-1 0 0,1 0 0 0 0,-1 0 1 0 0,1 1-1 0 0,-1 0 1 0 0,1 0-1 0 0,-1 0 0 0 0,1 0 1 0 0,-1 0-1 0 0,1 1 0 0 0,-1-1 1 0 0,0 1-1 0 0,1 0 1 0 0,-1 0-1 0 0,0 0 0 0 0,1 1 1 0 0,-1-1-1 0 0,0 1 0 0 0,0-1 1 0 0,5 5-1 0 0,-6-4 13 0 0,0 0 0 0 0,-1 1 0 0 0,1-1 0 0 0,0 1 0 0 0,-1-1 0 0 0,1 1 0 0 0,-1 0 0 0 0,0-1 0 0 0,0 1 0 0 0,0 0 0 0 0,0 0 0 0 0,0 0 0 0 0,-1 0 0 0 0,1 0 0 0 0,-1 0 0 0 0,0 0 0 0 0,0 0 0 0 0,0 0 0 0 0,0 0 0 0 0,0 0 0 0 0,-1 0 0 0 0,1 0 0 0 0,-1 0 0 0 0,-1 3 0 0 0,-2 4 0 0 0,1-1 0 0 0,-1 0 0 0 0,-1 0 0 0 0,1 0 0 0 0,-1-1 0 0 0,-7 9 0 0 0,3-7 0 0 0,0 0 0 0 0,-1 0 0 0 0,0-1 0 0 0,-1 0 0 0 0,0-1 0 0 0,-18 11 0 0 0,58-26 0 0 0,-20 5 8 0 0,-1 1 1 0 0,1-1-1 0 0,0 2 0 0 0,0-1 1 0 0,-1 1-1 0 0,1 0 0 0 0,0 1 1 0 0,10 2-1 0 0,-17-3-144 0 0,1 1 0 0 0,-1-1 0 0 0,0 1 1 0 0,0 0-1 0 0,1 0 0 0 0,-1 0 0 0 0,0 0 0 0 0,0 0 0 0 0,0 0 1 0 0,0 1-1 0 0,-1-1 0 0 0,1 1 0 0 0,0-1 0 0 0,0 1 0 0 0,-1 0 1 0 0,1 0-1 0 0,-1-1 0 0 0,0 1 0 0 0,0 0 0 0 0,1 0 0 0 0,-1 0 1 0 0,0 1-1 0 0,-1-1 0 0 0,1 0 0 0 0,0 0 0 0 0,-1 1 0 0 0,1-1 1 0 0,-1 0-1 0 0,1 0 0 0 0,-1 1 0 0 0,0-1 0 0 0,0 0 0 0 0,0 1 1 0 0,-1 4-1 0 0,-1 1-318 0 0,1 0 0 0 0,-1-1 0 0 0,0 1 1 0 0,0 0-1 0 0,-1-1 0 0 0,0 1 0 0 0,-1-1 1 0 0,-6 10-1 0 0,5-9 376 0 0,-1 0-1 0 0,0-1 1 0 0,0 1 0 0 0,-1-1 0 0 0,0-1 0 0 0,0 1-1 0 0,-9 5 1 0 0,11-9 125 0 0,0 1-1 0 0,-1-1 0 0 0,1 1 0 0 0,-1-1 1 0 0,0-1-1 0 0,0 1 0 0 0,0-1 1 0 0,-1 0-1 0 0,1-1 0 0 0,0 1 1 0 0,-1-1-1 0 0,1-1 0 0 0,-1 1 0 0 0,1-1 1 0 0,-1 0-1 0 0,1 0 0 0 0,-1-1 1 0 0,1 0-1 0 0,-1 0 0 0 0,1-1 1 0 0,0 0-1 0 0,-1 0 0 0 0,-10-5 0 0 0,15 6-13 0 0,1 0 0 0 0,-1 0 0 0 0,0 0 0 0 0,1-1-1 0 0,-1 1 1 0 0,1 0 0 0 0,0-1 0 0 0,-1 1 0 0 0,1-1 0 0 0,0 1-1 0 0,0-1 1 0 0,0 0 0 0 0,0 0 0 0 0,0 1 0 0 0,0-1-1 0 0,1 0 1 0 0,-1 0 0 0 0,1 0 0 0 0,-1-2 0 0 0,1 2-280 0 0,0 1 0 0 0,0 0 1 0 0,0-1-1 0 0,0 1 0 0 0,0-1 1 0 0,0 1-1 0 0,0 0 0 0 0,1-1 1 0 0,-1 1-1 0 0,1 0 0 0 0,0-2 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4.6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4 1728 0 0,'15'-4'10398'0'0,"-14"5"-9965"0"0,1-1 292 0 0,0 1-1 0 0,0 0 0 0 0,0 0 0 0 0,0 0 0 0 0,0 1 0 0 0,0-1 0 0 0,2 3 1 0 0,0-1-539 0 0,0 1 1 0 0,-1 0 0 0 0,0 0 0 0 0,0 0 0 0 0,0 0-1 0 0,4 8 1 0 0,-5-5-187 0 0,1 0 1 0 0,-1 0-1 0 0,-1 0 0 0 0,1 1 0 0 0,-1-1 0 0 0,0 0 0 0 0,-1 1 0 0 0,0-1 1 0 0,0 1-1 0 0,0-1 0 0 0,-1 0 0 0 0,0 1 0 0 0,-1-1 0 0 0,0 0 0 0 0,-5 14 1 0 0,2-10-5 0 0,0 0 1 0 0,-1 0 0 0 0,-1-1-1 0 0,0 0 1 0 0,0 0 0 0 0,0-1-1 0 0,-2 0 1 0 0,-17 16 0 0 0,21-20-734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5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0 234 2992 0 0,'13'-36'2192'0'0,"11"-21"6067"0"0,11-12-2842 0 0,2-3-4825 0 0,-54 109-2445 0 0,1-1 0 0 0,2 2 0 0 0,2 0 0 0 0,-14 76 1 0 0,23-90 846 0 0,2 1 0 0 0,2 45 0 0 0,0-54-2076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5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41 3456 0 0,'1'-5'7216'0'0,"5"-16"1213"0"0,-5 20-8396 0 0,-1 0-1 0 0,0 0 1 0 0,1 0 0 0 0,-1 1 0 0 0,1-1 0 0 0,-1 0 0 0 0,1 0 0 0 0,-1 0 0 0 0,1 0 0 0 0,0 1 0 0 0,-1-1 0 0 0,1 0 0 0 0,0 1-1 0 0,0-1 1 0 0,-1 0 0 0 0,2 0 0 0 0,0 1-33 0 0,0 1 0 0 0,-1 0 0 0 0,1-1 0 0 0,0 1 0 0 0,-1 0 0 0 0,1 0 0 0 0,-1 0 0 0 0,1 0 0 0 0,-1 0 0 0 0,0 0 0 0 0,1 0 0 0 0,-1 1 0 0 0,2 2 0 0 0,1 1 0 0 0,0 0 0 0 0,0 1 0 0 0,-1 0 0 0 0,0 0 0 0 0,0 0 0 0 0,0 0 0 0 0,-1 1 0 0 0,0-1 0 0 0,0 1 0 0 0,0-1 0 0 0,-1 1 0 0 0,0 0 0 0 0,-1-1 0 0 0,1 9 0 0 0,-2 8 0 0 0,0 0 0 0 0,-9 42-1 0 0,1-20-713 0 0,-3-1 0 0 0,-34 82-1 0 0,-53 77-4456 0 0,79-165 3495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6.0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49 4376 0 0,'4'-9'11770'0'0,"6"1"-8218"0"0,14-2-3777 0 0,-23 10 412 0 0,15-5-233 0 0,-1 0-1 0 0,1 2 1 0 0,0 0 0 0 0,0 0-1 0 0,0 2 1 0 0,0 0-1 0 0,26 1 1 0 0,-35 1-1885 0 0,-1 2-667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6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2992 0 0,'3'0'14084'0'0,"13"2"-13169"0"0,2-2-483 0 0,0 0 1 0 0,0-1 0 0 0,32-7-1 0 0,20 0-493 0 0,-36 8-11 0 0,-20 3-288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7.4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205 69 2304 0 0,'-1'-21'2856'0'0,"1"17"-1402"0"0,-1-1 1 0 0,0 1-1 0 0,0 0 0 0 0,0-1 0 0 0,-3-5 0 0 0,3 9-1119 0 0,1 0 0 0 0,-1 0 0 0 0,1 0 0 0 0,-1 0 0 0 0,0 0 0 0 0,1 0 0 0 0,-1 1 0 0 0,0-1 0 0 0,0 0-1 0 0,1 0 1 0 0,-1 0 0 0 0,0 1 0 0 0,0-1 0 0 0,0 1 0 0 0,0-1 0 0 0,0 0 0 0 0,-2 0 0 0 0,2 1-348 0 0,-1 0 0 0 0,1 0 1 0 0,0 0-1 0 0,-1 0 0 0 0,1 0 1 0 0,0 0-1 0 0,-1 1 0 0 0,1-1 1 0 0,0 0-1 0 0,-1 1 0 0 0,1-1 1 0 0,0 1-1 0 0,0-1 0 0 0,0 1 1 0 0,-1 0-1 0 0,1-1 0 0 0,0 1 1 0 0,0 0-1 0 0,-1 1 0 0 0,-6 5 13 0 0,-1 1 0 0 0,1 0 0 0 0,1 1 0 0 0,0-1 0 0 0,0 1 0 0 0,-8 15 0 0 0,2 1 0 0 0,-16 38 0 0 0,18-35 0 0 0,2 0 0 0 0,1 0 0 0 0,1 1 0 0 0,1 0 0 0 0,2 0 0 0 0,-1 35 0 0 0,5-47 0 0 0,0 0 0 0 0,1 0 0 0 0,1 0 0 0 0,0 0 0 0 0,2-1 0 0 0,0 1 0 0 0,0-1 0 0 0,2 0 0 0 0,0 0 0 0 0,1 0 0 0 0,0-1 0 0 0,12 17 0 0 0,-16-27 0 0 0,1-1 0 0 0,-1 0 0 0 0,1 0 0 0 0,7 6 0 0 0,3 1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7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1 298 2992 0 0,'1'-13'2244'0'0,"1"-1"1"0"0,0 1 0 0 0,1 0-1 0 0,1 0 1 0 0,5-13-1 0 0,-1 1 322 0 0,25-63-1875 0 0,-28 76-700 0 0,1 0-1 0 0,0 1 1 0 0,1-1 0 0 0,1 2-1 0 0,10-13 1 0 0,-18 22 9 0 0,1 0 0 0 0,0 0 0 0 0,0 0 0 0 0,0 0 0 0 0,0 0 0 0 0,0 0 0 0 0,0 0 0 0 0,0 1 0 0 0,0-1 0 0 0,0 0 0 0 0,1 1 0 0 0,-1-1 0 0 0,0 1 0 0 0,0 0 0 0 0,0-1 0 0 0,1 1 0 0 0,1-1 0 0 0,-3 2 0 0 0,1-1 0 0 0,0 0 0 0 0,-1 1 0 0 0,1-1 0 0 0,0 0 0 0 0,-1 1 0 0 0,1-1 0 0 0,-1 1 0 0 0,1-1 0 0 0,-1 1 0 0 0,1-1 0 0 0,-1 1 0 0 0,1-1 0 0 0,-1 1 0 0 0,1-1 0 0 0,-1 1 0 0 0,0 0 0 0 0,1-1 0 0 0,-1 1 0 0 0,0 0 0 0 0,1-1 0 0 0,-1 1 0 0 0,0 0 0 0 0,0 0 0 0 0,0-1 0 0 0,0 1 0 0 0,0 0 0 0 0,0-1 0 0 0,0 1 0 0 0,0 0 0 0 0,0 1 0 0 0,0 11 9 0 0,0-1 0 0 0,-1 1 0 0 0,-1 0 0 0 0,-5 23-1 0 0,-20 50-488 0 0,22-71 175 0 0,-16 42-648 0 0,10-30-420 0 0,1 1 0 0 0,1 1 0 0 0,2-1 1 0 0,-4 34-1 0 0,10-58 793 0 0,1 0 1 0 0,0 0-1 0 0,0 1 1 0 0,0-1-1 0 0,2 7 1 0 0,3 1-2698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7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5296 0 0,'12'10'6217'0'0,"-11"-10"-5921"0"0,-1 1 0 0 0,0 0 0 0 0,1-1 0 0 0,-1 1 0 0 0,0 0 0 0 0,0 0 0 0 0,0-1 0 0 0,0 2 0 0 0,3 26 5332 0 0,-3-23-6097 0 0,1 7 451 0 0,-1 0 0 0 0,-1 0-1 0 0,0 0 1 0 0,-1-1 0 0 0,0 1 0 0 0,0-1 0 0 0,-2 1 0 0 0,1-1-1 0 0,-1 0 1 0 0,-1 0 0 0 0,0 0 0 0 0,0-1 0 0 0,-12 17 0 0 0,11-19-2652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8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2072 0 0,'1'-3'883'0'0,"-1"0"0"0"0,1 0 0 0 0,0 0-1 0 0,0 0 1 0 0,0 0 0 0 0,0 0 0 0 0,1 1 0 0 0,-1-1 0 0 0,1 0 0 0 0,-1 1 0 0 0,1-1 0 0 0,0 1 0 0 0,0 0 0 0 0,0-1 0 0 0,3-1 0 0 0,17-11 3274 0 0,3 4-4853 0 0,-19 8 689 0 0,0 1 0 0 0,0 1 0 0 0,0-1 0 0 0,0 1 0 0 0,0 0 0 0 0,0 0 0 0 0,0 1 0 0 0,8 0 0 0 0,-13 0-59 0 0,1 0 1 0 0,0 0-1 0 0,-1 0 0 0 0,1 0 1 0 0,0 1-1 0 0,-1-1 1 0 0,1 0-1 0 0,0 1 0 0 0,-1 0 1 0 0,1-1-1 0 0,-1 1 0 0 0,1 0 1 0 0,-1 0-1 0 0,0-1 1 0 0,1 1-1 0 0,-1 1 0 0 0,0-1 1 0 0,0 0-1 0 0,1 0 0 0 0,-1 0 1 0 0,0 0-1 0 0,0 1 1 0 0,0-1-1 0 0,0 1 0 0 0,-1-1 1 0 0,1 1-1 0 0,0-1 1 0 0,-1 1-1 0 0,1-1 0 0 0,-1 1 1 0 0,1-1-1 0 0,-1 1 0 0 0,1 3 1 0 0,-1 2-516 0 0,-1 0 1 0 0,1-1 0 0 0,-1 1-1 0 0,0 0 1 0 0,-1-1-1 0 0,0 1 1 0 0,0-1 0 0 0,0 1-1 0 0,-1-1 1 0 0,-3 8-1 0 0,-4 2-53 0 0,0 1-1 0 0,-16 19 0 0 0,-2-2 661 0 0,16-21-4 0 0,0 1 1 0 0,-17 29-1 0 0,28-42-18 0 0,0 0 1 0 0,1-1-1 0 0,-1 1 1 0 0,1 0-1 0 0,0 0 1 0 0,-1 0-1 0 0,1 0 1 0 0,0 0-1 0 0,-1 0 1 0 0,1-1-1 0 0,0 1 1 0 0,0 0-1 0 0,0 0 1 0 0,0 0-1 0 0,0 0 1 0 0,0 0-1 0 0,0 0 1 0 0,0 0-1 0 0,0 0 1 0 0,0 0-1 0 0,1 0 1 0 0,-1 0-1 0 0,1 1 1 0 0,0-1 5 0 0,0 0 0 0 0,-1-1-1 0 0,1 1 1 0 0,0 0 0 0 0,0-1 0 0 0,0 1-1 0 0,0-1 1 0 0,0 1 0 0 0,0-1 0 0 0,0 1 0 0 0,0-1-1 0 0,0 0 1 0 0,0 1 0 0 0,0-1 0 0 0,0 0 0 0 0,3 0-1 0 0,4 0 59 0 0,0 0 0 0 0,0 0 0 0 0,0-1 0 0 0,10-2 0 0 0,17-5 144 0 0,-1-1-1 0 0,40-17 0 0 0,17-13-3836 0 0,-76 32 696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8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4376 0 0,'11'8'13009'0'0,"-8"-5"-12012"0"0,13 18-747 0 0,-1 1 1 0 0,-1 1-1 0 0,-1 0 1 0 0,-1 1-1 0 0,13 39 1 0 0,-19-47-516 0 0,-1 1 0 0 0,-1 0 0 0 0,-1 0 0 0 0,0 1 1 0 0,-1-1-1 0 0,-1 1 0 0 0,-1-1 0 0 0,0 1 1 0 0,-5 26-1 0 0,3-31 509 0 0,-2-1 1 0 0,0 0-1 0 0,0 0 1 0 0,-1 0-1 0 0,0 0 1 0 0,-1-1-1 0 0,-12 17 1 0 0,1-5-89 0 0,-1-1-1 0 0,-27 27 1 0 0,37-40-178 0 0,8-9 16 0 0,0 1 0 0 0,0-1 0 0 0,0 0 0 0 0,-1 0 0 0 0,1 0 0 0 0,0 0 0 0 0,0 1 0 0 0,0-1 0 0 0,-1 0 0 0 0,1 0 0 0 0,0 1 0 0 0,0-1 0 0 0,0 0 0 0 0,0 0 0 0 0,0 1 0 0 0,-1-1 0 0 0,1 0 0 0 0,0 0 0 0 0,0 1 0 0 0,0-1 0 0 0,0 0 0 0 0,0 1 0 0 0,0-1 0 0 0,0 0 1 0 0,0 0-1 0 0,0 1 0 0 0,0-1 0 0 0,0 0 0 0 0,0 1 0 0 0,0-1 0 0 0,1 0 0 0 0,-1 0 0 0 0,0 1 0 0 0,0-1 0 0 0,5 0 237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8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4608 0 0,'3'-9'2597'0'0,"-2"7"-2518"0"0,-1 0 0 0 0,0 1 0 0 0,1-1 0 0 0,0 0 1 0 0,-1 1-1 0 0,18-9 7494 0 0,-17 11-7307 0 0,7 11 3298 0 0,-1 15-2987 0 0,-4 0-577 0 0,-1 0 0 0 0,-1 0 0 0 0,-4 34 0 0 0,-18 80 0 0 0,18-128-64 0 0,1-1-248 0 0,-1 0 0 0 0,-6 17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8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44 4376 0 0,'-1'-1'199'0'0,"1"0"1"0"0,0 1 0 0 0,0-1-1 0 0,0 0 1 0 0,-1 0-1 0 0,1 0 1 0 0,0 0 0 0 0,0 0-1 0 0,0 0 1 0 0,0 0-1 0 0,1 0 1 0 0,-1 0 0 0 0,0 0-1 0 0,0 0 1 0 0,0 0-1 0 0,1 0 1 0 0,-1 1 0 0 0,0-1-1 0 0,1 0 1 0 0,-1 0-1 0 0,1 0 1 0 0,-1 0 0 0 0,8-4 2790 0 0,-6 4-2059 0 0,0 0-1 0 0,1 1 0 0 0,-1-1 1 0 0,0 0-1 0 0,4 0 0 0 0,0 0 1044 0 0,15-3-1934 0 0,1 1 0 0 0,-1 0 0 0 0,25 2 0 0 0,66 7-101 0 0,-85-4 109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9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206 96 3224 0 0,'1'-20'-184'0'0,"-2"-12"6694"0"0,1 29-5723 0 0,0 1 0 0 0,-1-1 1 0 0,0 0-1 0 0,0 1 0 0 0,0-1 0 0 0,0 1 1 0 0,0-1-1 0 0,0 1 0 0 0,-2-3 0 0 0,2 3-538 0 0,-1 1 0 0 0,1 0-1 0 0,0-1 1 0 0,-1 1 0 0 0,1 0-1 0 0,-1 0 1 0 0,1 0 0 0 0,-4-2-1 0 0,4 2-247 0 0,0 1-1 0 0,-1 0 1 0 0,1-1 0 0 0,0 1-1 0 0,0 0 1 0 0,-1 0-1 0 0,1 0 1 0 0,0 0 0 0 0,-1 0-1 0 0,1 0 1 0 0,0 0-1 0 0,0 1 1 0 0,-1-1 0 0 0,1 0-1 0 0,0 1 1 0 0,0-1-1 0 0,0 1 1 0 0,-1-1-1 0 0,1 1 1 0 0,0-1 0 0 0,0 1-1 0 0,0 0 1 0 0,0 0-1 0 0,0 0 1 0 0,0-1 0 0 0,-1 2-1 0 0,-3 3-84 0 0,0 1-1 0 0,0-1 1 0 0,-4 8-1 0 0,8-12 33 0 0,-13 21-942 0 0,2-1 1 0 0,0 2-1 0 0,1-1 1 0 0,1 2-1 0 0,-8 29 1 0 0,3 0-514 0 0,-10 72-1 0 0,23-112 1573 0 0,0 1-1 0 0,1-1 0 0 0,1 0 1 0 0,2 23-1 0 0,-2-32-83 0 0,1 1 0 0 0,0-1 0 0 0,0 1 0 0 0,0-1 0 0 0,1 1-1 0 0,0-1 1 0 0,0 0 0 0 0,0 1 0 0 0,0-1 0 0 0,0 0 0 0 0,1-1 0 0 0,0 1 0 0 0,0 0 0 0 0,0-1-1 0 0,0 1 1 0 0,6 4 0 0 0,2 0-2255 0 0,-1-1-967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9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1 405 3684 0 0,'34'-99'10110'0'0,"7"3"-4309"0"0,-6 14-5736 0 0,-28 66 157 0 0,-1 0-267 0 0,1-1 1 0 0,0 1 0 0 0,2 0-1 0 0,18-27 1 0 0,-27 43 44 0 0,0 0 0 0 0,0-1 0 0 0,0 1 0 0 0,0 0 0 0 0,0 0 0 0 0,0 0 0 0 0,0 0 0 0 0,0 0 0 0 0,0 0 0 0 0,0-1 0 0 0,1 1 0 0 0,-1 0 0 0 0,0 0 0 0 0,0 0 0 0 0,0 0 0 0 0,0 0 0 0 0,0 0 0 0 0,0-1 0 0 0,0 1 0 0 0,1 0 0 0 0,-1 0 0 0 0,0 0 0 0 0,0 0 0 0 0,0 0 0 0 0,0 0 0 0 0,0 0 0 0 0,1 0 0 0 0,-1 0 0 0 0,0 0 0 0 0,0 0 0 0 0,0 0 0 0 0,0 0 0 0 0,0 0 0 0 0,1 0 0 0 0,-1 0 0 0 0,0 0 0 0 0,0 0 0 0 0,0 0 0 0 0,0 0 0 0 0,0 0 0 0 0,1 0 0 0 0,-1 0 0 0 0,0 0 0 0 0,0 0 0 0 0,0 0 0 0 0,0 0 0 0 0,0 0 0 0 0,1 1 0 0 0,-1 8 0 0 0,-4 14 0 0 0,-74 222-114 0 0,63-206-541 0 0,6-16 569 0 0,1 0-1 0 0,1 1 1 0 0,-7 44-1 0 0,12-51-18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19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0 7140 0 0,'-1'3'7368'0'0,"-2"7"-3699"0"0,-4 33-2498 0 0,6-39-859 0 0,-6 30-312 0 0,-2-1 0 0 0,-21 54 0 0 0,23-68 0 0 0,3-6-169 0 0,0-2-677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0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24 3224 0 0,'26'-24'14825'0'0,"-24"24"-14730"0"0,0 0-1 0 0,0 0 1 0 0,1 0 0 0 0,-1 0 0 0 0,0 1-1 0 0,1-1 1 0 0,-1 1 0 0 0,0-1-1 0 0,0 1 1 0 0,0 0 0 0 0,0-1-1 0 0,0 1 1 0 0,1 0 0 0 0,-2 1 0 0 0,3 0-1 0 0,0 1-64 0 0,-1 0 0 0 0,0-1-1 0 0,0 1 1 0 0,-1 0 0 0 0,1 1-1 0 0,-1-1 1 0 0,4 7 0 0 0,1 3-66 0 0,-1 0 1 0 0,-1 1 0 0 0,6 23-1 0 0,-5-14 36 0 0,-1 0 0 0 0,-1 0 0 0 0,0 1 0 0 0,-2 0 0 0 0,-1 25 0 0 0,-1-46 0 0 0,-1 0 0 0 0,1 0 0 0 0,0 0 0 0 0,-1 0 0 0 0,0 0-1 0 0,0-1 1 0 0,0 1 0 0 0,0 0 0 0 0,0 0 0 0 0,0-1 0 0 0,-1 1 0 0 0,1 0 0 0 0,-1-1 0 0 0,0 1-1 0 0,0-1 1 0 0,0 0 0 0 0,-4 4 0 0 0,2-4 0 0 0,1 1 1 0 0,0-1-1 0 0,-1 0 1 0 0,0-1-1 0 0,0 1 1 0 0,1-1-1 0 0,-1 1 0 0 0,0-1 1 0 0,0 0-1 0 0,0-1 1 0 0,0 1-1 0 0,-5 0 0 0 0,3-1-2 0 0,1 0 0 0 0,-1 0 0 0 0,0-1 0 0 0,0 1 0 0 0,0-1 0 0 0,0 0 0 0 0,1-1-1 0 0,-1 0 1 0 0,1 0 0 0 0,-1 0 0 0 0,1 0 0 0 0,-1-1 0 0 0,1 0 0 0 0,0 0-1 0 0,0 0 1 0 0,1-1 0 0 0,-1 1 0 0 0,-5-7 0 0 0,7 6-279 0 0,0 0 0 0 0,0-1 0 0 0,1 1 0 0 0,-1-1 0 0 0,1 1 0 0 0,0-1 0 0 0,-2-8 0 0 0,0-4-3046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0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0 168 1612 0 0,'6'-14'5590'0'0,"-4"9"-5328"0"0,0 0 1 0 0,0 1 0 0 0,1-1 0 0 0,13-15 4699 0 0,21-13 396 0 0,-22 20-4533 0 0,34-19 1 0 0,-39 26-882 0 0,-1 1-1 0 0,1 0 1 0 0,1 1-1 0 0,-1 0 1 0 0,0 1 0 0 0,1 0-1 0 0,0 1 1 0 0,-1 0 0 0 0,19-1-1 0 0,-24 3 57 0 0,0 0 0 0 0,-1 1 0 0 0,1-1 0 0 0,0 1 0 0 0,-1 0 0 0 0,1 0 0 0 0,0 1 0 0 0,-1-1 0 0 0,0 1 0 0 0,1 0 0 0 0,6 4 0 0 0,-1 2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0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0 6680 0 0,'3'11'7501'0'0,"5"1"-3679"0"0,-1 0-2165 0 0,-1 0-1657 0 0,-1-1 1 0 0,-1 1-1 0 0,0 0 0 0 0,-1 1 0 0 0,0-1 0 0 0,0 1 1 0 0,-2-1-1 0 0,1 16 0 0 0,-2-22-2 0 0,0 1 1 0 0,-1-1-1 0 0,0 1 0 0 0,0-1 1 0 0,0 0-1 0 0,-1 1 0 0 0,0-1 0 0 0,0 0 1 0 0,-1 0-1 0 0,0 0 0 0 0,0-1 1 0 0,0 1-1 0 0,0-1 0 0 0,-1 1 1 0 0,0-1-1 0 0,0 0 0 0 0,-10 8 1 0 0,8-8-1 0 0,0 0 1 0 0,0-1-1 0 0,-1 0 1 0 0,1 0-1 0 0,-12 4 1 0 0,7-4-12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0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62 110 4836 0 0,'-17'0'14133'0'0,"12"5"-13771"0"0,0 2-345 0 0,1 1 0 0 0,0-1 0 0 0,1 1 0 0 0,-1 0 0 0 0,1 0 0 0 0,1 0 1 0 0,0 1-1 0 0,0-1 0 0 0,0 1 0 0 0,1-1 0 0 0,1 1 0 0 0,-1-1 0 0 0,1 1 0 0 0,1 0 0 0 0,-1-1 0 0 0,2 1 0 0 0,-1-1 0 0 0,1 1 0 0 0,0-1 0 0 0,6 14 0 0 0,-5-16-21 0 0,0 1 0 0 0,0-1 0 0 0,1 0 0 0 0,0 0 0 0 0,0 0 0 0 0,0 0 0 0 0,1-1 0 0 0,0 1 0 0 0,0-1 0 0 0,0 0 0 0 0,7 4 0 0 0,-7-6 5 0 0,1 0 0 0 0,-1 0 1 0 0,0 0-1 0 0,1-1 0 0 0,-1 0 1 0 0,1 0-1 0 0,-1 0 0 0 0,1-1 0 0 0,0 0 1 0 0,0 0-1 0 0,0-1 0 0 0,0 1 1 0 0,0-1-1 0 0,10-1 0 0 0,-8 0 0 0 0,0-1 1 0 0,0 1-1 0 0,0-1 0 0 0,0-1 0 0 0,0 0 0 0 0,-1 0 1 0 0,1 0-1 0 0,-1-1 0 0 0,1 0 0 0 0,-1 0 0 0 0,-1-1 0 0 0,1 0 1 0 0,7-8-1 0 0,-10 9-184 0 0,0 1-1 0 0,-1-1 1 0 0,0-1-1 0 0,0 1 1 0 0,0 0 0 0 0,-1-1-1 0 0,0 1 1 0 0,0-1 0 0 0,0 0-1 0 0,0 0 1 0 0,0 0 0 0 0,-1 0-1 0 0,0 0 1 0 0,0 0 0 0 0,-1 0-1 0 0,1 0 1 0 0,-1 0 0 0 0,0 0-1 0 0,0 0 1 0 0,-1 0 0 0 0,0-1-1 0 0,-2-8 1 0 0,-4-10-1929 0 0,-19-41 1 0 0,15 42 1728 0 0,-24-37 1 0 0,32 55 399 0 0,-1 1 0 0 0,1-1 0 0 0,-1 1 0 0 0,1 0 0 0 0,-1 0 0 0 0,0 1 0 0 0,-1-1 0 0 0,1 1 0 0 0,-1 0 0 0 0,1 0 0 0 0,-10-4 0 0 0,11 6-3 0 0,-1 0 0 0 0,1 0 0 0 0,0 0 0 0 0,-1 1 1 0 0,1-1-1 0 0,-1 1 0 0 0,1 0 0 0 0,-1 0 0 0 0,1 0 1 0 0,-1 0-1 0 0,1 1 0 0 0,-1-1 0 0 0,1 1 0 0 0,0 0 1 0 0,-1 0-1 0 0,1 1 0 0 0,0-1 0 0 0,0 0 0 0 0,-5 4 1 0 0,-2 2-64 0 0,0 1 0 0 0,0 0 1 0 0,1 1-1 0 0,1 0 1 0 0,-1 0-1 0 0,1 1 1 0 0,1 0-1 0 0,0 0 1 0 0,0 0-1 0 0,-5 14 1 0 0,0 1-470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1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7600 0 0,'-12'7'12060'0'0,"13"-2"-12060"0"0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1.5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4836 0 0,'2'-4'1242'0'0,"21"-24"10456"0"0,-21 36-9651 0 0,0 10-2562 0 0,-2-13 867 0 0,3 20-352 0 0,1 1 0 0 0,1-1 0 0 0,1 0 0 0 0,1-1 0 0 0,2 0 0 0 0,0 0 0 0 0,15 27 0 0 0,-2-14 0 0 0,21 40 0 0 0,-42-76 0 0 0,0 1 0 0 0,-1-1 0 0 0,1 1 0 0 0,-1 0 0 0 0,1-1 0 0 0,-1 1 0 0 0,0-1 0 0 0,0 1 0 0 0,0 0 0 0 0,0-1 0 0 0,0 1 0 0 0,0 0 0 0 0,0-1 0 0 0,0 1 0 0 0,-1 0 0 0 0,1-1 0 0 0,-1 1 0 0 0,1-1 0 0 0,-1 1 0 0 0,0 1 0 0 0,0-1 0 0 0,0 1 0 0 0,0-1 0 0 0,0 1 0 0 0,1-1 0 0 0,-1 0 0 0 0,1 1 0 0 0,-1 3 0 0 0,1-5 0 0 0,0 0 0 0 0,0 0 0 0 0,0 0 0 0 0,0 0 0 0 0,0 0 0 0 0,-1-1 0 0 0,1 1 0 0 0,0 0 0 0 0,-1 0 0 0 0,1 0 0 0 0,0 0 0 0 0,-1 0 0 0 0,1 0 0 0 0,-1 0 0 0 0,0-1 0 0 0,1 1 0 0 0,-1 0 0 0 0,1 0 0 0 0,-1-1 0 0 0,0 1 0 0 0,0-1 0 0 0,0 2 0 0 0,-1-1 0 0 0,0 0 0 0 0,-1 0 0 0 0,1-1 0 0 0,0 1 0 0 0,0 0 0 0 0,0-1 0 0 0,0 1 0 0 0,-1-1 0 0 0,-2 0 0 0 0,-1 1 0 0 0,1-1 0 0 0,0-1 0 0 0,-1 1 0 0 0,1-1 0 0 0,0 0 0 0 0,0 0 0 0 0,-9-4 0 0 0,11 3-13 0 0,0 1-1 0 0,0-1 1 0 0,0-1-1 0 0,0 1 1 0 0,0 0-1 0 0,1-1 0 0 0,-1 1 1 0 0,1-1-1 0 0,0 0 1 0 0,0 1-1 0 0,0-1 1 0 0,0 0-1 0 0,0 0 1 0 0,1-1-1 0 0,-1 1 1 0 0,1 0-1 0 0,0-1 1 0 0,0 1-1 0 0,-1-5 1 0 0,0-6-413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1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3988 0 0,'1'-2'610'0'0,"0"0"1"0"0,0 0 0 0 0,0 1 0 0 0,0-1-1 0 0,0 0 1 0 0,0 0 0 0 0,1 1 0 0 0,-1-1-1 0 0,0 1 1 0 0,1-1 0 0 0,-1 1-1 0 0,1 0 1 0 0,0 0 0 0 0,-1-1 0 0 0,5 0-1 0 0,-1-1 290 0 0,1 2-1 0 0,-1-1 0 0 0,1 1 0 0 0,7-2 0 0 0,-2 1 95 0 0,119-13-647 0 0,-18 3-667 0 0,-86 7 704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1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0 688 0 0,'15'6'9134'0'0,"-14"-5"-8737"0"0,15 15 3354 0 0,-8-7-2495 0 0,-1 0 0 0 0,0 0 1 0 0,6 11-1 0 0,-5-4-749 0 0,10 23 0 0 0,-8-12-624 0 0,-1 1 1 0 0,6 32 0 0 0,-9-14 20 0 0,-1-1 0 0 0,-1 65 0 0 0,-5-74-608 0 0,-2 0-1 0 0,-1 0 1 0 0,-2 0-1 0 0,-1-1 1 0 0,-2 0-1 0 0,-1-1 1 0 0,-2 0 0 0 0,-1 0-1 0 0,-2-2 1 0 0,-1 1-1 0 0,-23 33 1 0 0,19-36 661 0 0,-41 48-1 0 0,40-55-180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4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7140 0 0,'6'24'10421'0'0,"-1"-5"-8324"0"0,-3-4-2096 0 0,0-1 0 0 0,-1 1 0 0 0,-1 0 0 0 0,0 0 0 0 0,-1-1 0 0 0,0 1 0 0 0,-6 21-1 0 0,6-30-2 0 0,-1-1-1 0 0,0 1 0 0 0,0 0 0 0 0,-1-1 0 0 0,1 1 0 0 0,-1-1 1 0 0,0 0-1 0 0,-1 0 0 0 0,1 0 0 0 0,-1 0 0 0 0,0-1 0 0 0,0 1 0 0 0,-1-1 1 0 0,1 0-1 0 0,-1 0 0 0 0,0-1 0 0 0,0 1 0 0 0,0-1 0 0 0,-1 0 1 0 0,1-1-1 0 0,-6 3 0 0 0,8-4-59 0 0,0 0 1 0 0,1-1-1 0 0,-1 1 1 0 0,0-1-1 0 0,1 0 0 0 0,-4 1 1 0 0,-5-1-12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4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49 1612 0 0,'13'-28'16851'0'0,"-11"26"-16552"0"0,1 0 1 0 0,0 0-1 0 0,0 1 0 0 0,0-1 1 0 0,0 1-1 0 0,0-1 1 0 0,0 1-1 0 0,4-1 1 0 0,1 0-1016 0 0,0 1 1 0 0,0 0-1 0 0,12-1 1 0 0,5 3 2079 0 0,-20 0-1364 0 0,-1-1 0 0 0,1 1 0 0 0,-1 0 0 0 0,1 0 0 0 0,-1 1 0 0 0,0-1 0 0 0,1 1 0 0 0,-1 0 0 0 0,0 0 0 0 0,0 1 0 0 0,0-1 0 0 0,-1 1 0 0 0,1 0 0 0 0,-1 0 0 0 0,1 0 0 0 0,-1 0 0 0 0,3 5 0 0 0,-3-5 0 0 0,-1 0 0 0 0,0 1 0 0 0,0-1 0 0 0,-1 1 0 0 0,1 0 0 0 0,-1 0 0 0 0,0-1 0 0 0,0 1 0 0 0,0 0 0 0 0,0 0 0 0 0,-1 0 0 0 0,1 0 0 0 0,-1 0 0 0 0,0 0 0 0 0,0 0 0 0 0,-1 0 0 0 0,1 0 0 0 0,-1 0 0 0 0,-2 7 0 0 0,1-4 3 0 0,-1-1 1 0 0,0 0-1 0 0,0 1 0 0 0,-1-1 0 0 0,0 0 0 0 0,0-1 1 0 0,0 1-1 0 0,-1-1 0 0 0,-8 8 0 0 0,-7 5-359 0 0,-27 17-1 0 0,14-10-968 0 0,26-20 1219 0 0,-19 17-2461 0 0,24-20 2372 0 0,0-1 1 0 0,1 1-1 0 0,-1 0 0 0 0,1-1 0 0 0,0 1 1 0 0,-1 0-1 0 0,1 0 0 0 0,0 0 0 0 0,0 0 1 0 0,0 0-1 0 0,0 4 0 0 0,1-6 315 0 0,0 1 1 0 0,0-1-1 0 0,0 1 1 0 0,0-1-1 0 0,0 1 1 0 0,0-1-1 0 0,0 1 0 0 0,0-1 1 0 0,0 1-1 0 0,1-1 1 0 0,-1 1-1 0 0,0-1 1 0 0,0 1-1 0 0,1-1 1 0 0,-1 1-1 0 0,0-1 0 0 0,1 0 1 0 0,-1 1-1 0 0,0-1 1 0 0,1 1-1 0 0,-1-1 1 0 0,1 0-1 0 0,-1 0 0 0 0,1 1 1 0 0,-1-1-1 0 0,0 0 1 0 0,1 0-1 0 0,-1 1 1 0 0,1-1-1 0 0,-1 0 0 0 0,1 0 1 0 0,0 0-1 0 0,-1 0 1 0 0,1 0-1 0 0,0 0 1 0 0,23 3 1625 0 0,-19-3-1130 0 0,29 0-1144 0 0,46-5 1 0 0,-22 0-3927 0 0,-44 5-219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3684 0 0,'3'0'696'0'0,"-1"1"1"0"0,0 0 0 0 0,0 0-1 0 0,0-1 1 0 0,0 1-1 0 0,0 0 1 0 0,-1 1 0 0 0,1-1-1 0 0,0 0 1 0 0,4 5 2089 0 0,-2-2-2089 0 0,-1 0-120 0 0,-1 0 0 0 0,1 0 0 0 0,0 0 0 0 0,-1 0 0 0 0,0 0 0 0 0,0 0 0 0 0,0 1 0 0 0,1 7 0 0 0,-1-6-459 0 0,-1 0 0 0 0,0 1 0 0 0,0-1 0 0 0,-1 1 1 0 0,0-1-1 0 0,-1 8 0 0 0,1-8-150 0 0,-1-1-1 0 0,0 0 0 0 0,0 1 1 0 0,-1-1-1 0 0,1 0 1 0 0,-1 0-1 0 0,0 0 1 0 0,-1 0-1 0 0,1 0 1 0 0,-1 0-1 0 0,0-1 1 0 0,0 1-1 0 0,0-1 1 0 0,-1 0-1 0 0,1 0 1 0 0,-1 0-1 0 0,-5 3 1 0 0,8-6-9 0 0,1 0 1 0 0,-1-1 0 0 0,0 0 0 0 0,0 1-1 0 0,1-1 1 0 0,-1 1 0 0 0,0-1-1 0 0,0 0 1 0 0,0 1 0 0 0,0-1 0 0 0,0 0-1 0 0,-1 0 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5.1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6004 0 0,'15'12'11694'0'0,"-5"12"-11301"0"0,0 0-1 0 0,2 0 0 0 0,1-1 1 0 0,27 38-1 0 0,-31-49-392 0 0,38 57 0 0 0,-43-62 0 0 0,1 1 0 0 0,-2 0 0 0 0,1 0 0 0 0,-1 0 0 0 0,-1 1 0 0 0,1-1 0 0 0,1 12 0 0 0,-4-16 0 0 0,0 1 0 0 0,-1-1 0 0 0,1 0 0 0 0,-1 0 0 0 0,0 0 0 0 0,0 0 0 0 0,0 0 0 0 0,0 0 0 0 0,-1 0 0 0 0,1 0 0 0 0,-1 0 0 0 0,0 0 0 0 0,0-1 0 0 0,-1 1 0 0 0,1-1 0 0 0,-1 1 0 0 0,1-1 0 0 0,-1 0 0 0 0,-5 3 0 0 0,5-3 0 0 0,0 0 0 0 0,-1 0 0 0 0,1-1 0 0 0,-1 1 0 0 0,0-1 0 0 0,1 0 0 0 0,-1 0 0 0 0,0 0 0 0 0,0-1 0 0 0,-1 1 0 0 0,1-1 0 0 0,0 0 0 0 0,0 0 0 0 0,-1-1 0 0 0,1 1 0 0 0,0-1 0 0 0,-1 0 0 0 0,-5-1 0 0 0,9 1 0 0 0,-1 0-1 0 0,1 0 1 0 0,0-1 0 0 0,0 1-1 0 0,0-1 1 0 0,-1 1-1 0 0,1-1 1 0 0,0 0 0 0 0,0 1-1 0 0,0-1 1 0 0,0 0-1 0 0,0 0 1 0 0,0 0 0 0 0,0 0-1 0 0,0 1 1 0 0,0-1-1 0 0,-1-2 1 0 0,-7-21-143 0 0,8 21 77 0 0,-4-11-666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5.3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6840 0 0,'16'-1'4484'0'0,"25"-5"0"0"0,-17 2-1588 0 0,207-19-2247 0 0,-207 24-1142 0 0,-20-1 1293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5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4144 0 0,'6'-2'1303'0'0,"0"0"1"0"0,1 0-1 0 0,-1 0 1 0 0,1 1-1 0 0,-1 0 1 0 0,1 1-1 0 0,6 0 0 0 0,-4 0-459 0 0,1 1 0 0 0,-1 0-1 0 0,1 1 1 0 0,12 3 0 0 0,-9 0-720 0 0,0-1 0 0 0,-1 2 1 0 0,0 0-1 0 0,0 0 1 0 0,-1 1-1 0 0,22 17 0 0 0,-18-11-238 0 0,-1 1 0 0 0,-1 1 0 0 0,0 0 0 0 0,0 1 0 0 0,-2 0 0 0 0,0 1 0 0 0,-1 1 0 0 0,-1-1 0 0 0,0 1 0 0 0,-1 1 0 0 0,-1 0 0 0 0,7 31 0 0 0,-10-30-432 0 0,0-1 1 0 0,-2 0 0 0 0,0 1 0 0 0,-1 0 0 0 0,-1-1 0 0 0,-1 1 0 0 0,0 0 0 0 0,-2-1 0 0 0,0 0 0 0 0,-1 1 0 0 0,-1-1 0 0 0,-15 35 0 0 0,5-22 563 0 0,-2-2 0 0 0,-2 0 1 0 0,-33 42-1 0 0,-78 71-786 0 0,90-106-268 0 0,0-3-2397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2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29 3456 0 0,'8'-14'13951'0'0,"11"6"-10551"0"0,-8 6-4085 0 0,0 1-1 0 0,12-1 0 0 0,-18 2 1596 0 0,-2 0-912 0 0,3-1-4 0 0,1 0 0 0 0,-1 1 1 0 0,1 0-1 0 0,-1 1 0 0 0,1-1 1 0 0,-1 1-1 0 0,0 0 0 0 0,1 1 1 0 0,6 2-1 0 0,-12-4 4 0 0,-1 0 1 0 0,0 0-1 0 0,1 1 1 0 0,-1-1-1 0 0,1 0 1 0 0,-1 0-1 0 0,0 0 1 0 0,1 1-1 0 0,-1-1 1 0 0,0 0-1 0 0,1 1 1 0 0,-1-1-1 0 0,0 0 1 0 0,0 1-1 0 0,1-1 1 0 0,-1 0-1 0 0,0 1 1 0 0,0-1-1 0 0,0 0 1 0 0,1 1-1 0 0,-1-1 1 0 0,0 1-1 0 0,0-1 1 0 0,0 0-1 0 0,0 1 1 0 0,0-1-1 0 0,0 1 0 0 0,0-1 1 0 0,0 1-1 0 0,0-1 1 0 0,0 0-1 0 0,0 1 1 0 0,0 1-16 0 0,-1-1 1 0 0,1 0-1 0 0,-1 0 0 0 0,0 0 1 0 0,0 0-1 0 0,1 0 1 0 0,-1 0-1 0 0,0 0 0 0 0,0 0 1 0 0,-2 2-1 0 0,-2 1 39 0 0,0-1-1 0 0,0 1 1 0 0,-9 4-1 0 0,-52 18-3105 0 0,47-19 1747 0 0,1 0-1 0 0,0 1 1 0 0,0 0-1 0 0,-21 14 1 0 0,38-20 1118 0 0,-1-1 0 0 0,1 0 1 0 0,-1 0-1 0 0,1 1 0 0 0,-1-1 1 0 0,1 1-1 0 0,0-1 0 0 0,0 1 1 0 0,0 0-1 0 0,0-1 0 0 0,0 1 1 0 0,0 0-1 0 0,0 0 1 0 0,-1 3-1 0 0,2-4 285 0 0,0 0 1 0 0,0 0 0 0 0,0 0-1 0 0,0 0 1 0 0,0-1-1 0 0,1 1 1 0 0,-1 0 0 0 0,0 0-1 0 0,0 0 1 0 0,0 0-1 0 0,1-1 1 0 0,-1 1-1 0 0,1 0 1 0 0,-1 0 0 0 0,0-1-1 0 0,1 1 1 0 0,-1 0-1 0 0,1 0 1 0 0,0-1 0 0 0,-1 1-1 0 0,1-1 1 0 0,-1 1-1 0 0,1 0 1 0 0,0-1 0 0 0,0 1-1 0 0,-1-1 1 0 0,1 0-1 0 0,0 1 1 0 0,0-1-1 0 0,-1 0 1 0 0,1 1 0 0 0,0-1-1 0 0,0 0 1 0 0,0 0-1 0 0,0 0 1 0 0,0 1 0 0 0,11 1 240 0 0,-1-1 1 0 0,0 1 0 0 0,0-2 0 0 0,0 1-1 0 0,17-3 1 0 0,57-11 89 0 0,-66 10-585 0 0,17-4-261 0 0,-19 4 268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3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4 221 4144 0 0,'-1'-5'1581'0'0,"0"0"0"0"0,0 0 0 0 0,1 0 1 0 0,0 0-1 0 0,0 0 0 0 0,1-7 0 0 0,7-30 3303 0 0,0-1-5320 0 0,-8 37 408 0 0,1 0 1 0 0,-1 0-1 0 0,2 1 0 0 0,-1-1 0 0 0,1 0 0 0 0,2-6 1 0 0,-3 10-271 0 0,1 0 0 0 0,-1-1 0 0 0,1 1 1 0 0,0 0-1 0 0,-1 0 0 0 0,1 0 1 0 0,0 0-1 0 0,0 0 0 0 0,1 1 0 0 0,-1-1 1 0 0,0 1-1 0 0,1-1 0 0 0,-1 1 1 0 0,0 0-1 0 0,5-2 0 0 0,26-8-3955 0 0,-26 9 4029 0 0,-1 1-1 0 0,1 0 1 0 0,10-1 0 0 0,-15 2 271 0 0,1 0 1 0 0,-1 0-1 0 0,1 0 1 0 0,0 0-1 0 0,-1 1 1 0 0,1-1-1 0 0,-1 1 1 0 0,1 0 0 0 0,-1-1-1 0 0,1 1 1 0 0,-1 0-1 0 0,0 1 1 0 0,1-1-1 0 0,-1 0 1 0 0,0 1-1 0 0,0-1 1 0 0,0 1-1 0 0,0-1 1 0 0,0 1-1 0 0,0 0 1 0 0,-1 0-1 0 0,1 0 1 0 0,0 0 0 0 0,-1 0-1 0 0,2 4 1 0 0,0 0-37 0 0,-1 0 1 0 0,0 0 0 0 0,-1 0 0 0 0,1 0-1 0 0,-1 1 1 0 0,0-1 0 0 0,-1 0 0 0 0,0 0-1 0 0,0 1 1 0 0,0-1 0 0 0,-1 0 0 0 0,1 1 0 0 0,-2-1-1 0 0,1 0 1 0 0,-1 0 0 0 0,-4 11 0 0 0,-2 3 18 0 0,-1-1 0 0 0,-1 0 0 0 0,-21 29 0 0 0,23-35 41 0 0,-1-1 0 0 0,-1 0 1 0 0,0 0-1 0 0,0-1 1 0 0,-1 0-1 0 0,-1-1 1 0 0,-7 1 6669 0 0,24-14-6598 0 0,0 0-1 0 0,1 1 1 0 0,-1 0 0 0 0,1 0-1 0 0,-1 0 1 0 0,1 0-1 0 0,0 1 1 0 0,-1 0 0 0 0,10 0-1 0 0,7 0-199 0 0,24 1-1 0 0,34 7-134 0 0,-45-3-1722 0 0,56-1 0 0 0,-74-4 1192 0 0,-2 1-578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3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0 3456 0 0,'1'11'12507'0'0,"1"2"-8668"0"0,2 14-3981 0 0,-4-12 142 0 0,-1 0 0 0 0,-1 0 0 0 0,0 0 0 0 0,-1 0 0 0 0,-1-1 0 0 0,0 0 0 0 0,-1 1 0 0 0,0-1 0 0 0,-1-1 0 0 0,-1 1 0 0 0,0-1 0 0 0,-16 22 0 0 0,21-33-56 0 0,1 0-71 0 0,-1 0 0 0 0,1 0 0 0 0,-1 0 0 0 0,1 0 0 0 0,0 0 0 0 0,-1 1 0 0 0,0 4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3.6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50 3456 0 0,'2'-10'3083'0'0,"13"-30"9691"0"0,-14 40-12655 0 0,1 0 133 0 0,-1 5-274 0 0,4 12 20 0 0,9 21 2 0 0,1 0 0 0 0,27 43 0 0 0,-16-30 0 0 0,-24-47 0 0 0,0 1 0 0 0,0 0 0 0 0,0 0 0 0 0,0 0 0 0 0,-1 0 0 0 0,0 0 0 0 0,0 0 0 0 0,0 0 0 0 0,-1 0 0 0 0,1 7 0 0 0,-2-9 0 0 0,1-1 0 0 0,-1 1 0 0 0,1-1 0 0 0,-1 1 0 0 0,0-1 0 0 0,0 0 0 0 0,0 1 0 0 0,0-1 0 0 0,0 0 0 0 0,0 1 0 0 0,-1-1 0 0 0,1 0 0 0 0,-1 0 0 0 0,0 0 0 0 0,1-1 0 0 0,-1 1 0 0 0,0 0 0 0 0,0-1 0 0 0,0 1 0 0 0,0-1 0 0 0,-1 1 0 0 0,-3 1 0 0 0,1-1 12 0 0,0 1-1 0 0,-1-1 1 0 0,1-1 0 0 0,-1 1-1 0 0,1-1 1 0 0,-1 0 0 0 0,1 0-1 0 0,-1-1 1 0 0,0 1-1 0 0,1-1 1 0 0,-7-1 0 0 0,10 1-121 0 0,0 0 1 0 0,0-1 0 0 0,0 1 0 0 0,0-1 0 0 0,0 1 0 0 0,0-1 0 0 0,0 0 0 0 0,0 0 0 0 0,0 0 0 0 0,0 0-1 0 0,0 0 1 0 0,1 0 0 0 0,-1-1 0 0 0,0 1 0 0 0,1-1 0 0 0,-1 1 0 0 0,1-1 0 0 0,0 1 0 0 0,-1-1-1 0 0,1 0 1 0 0,0 1 0 0 0,0-1 0 0 0,0 0 0 0 0,0 0 0 0 0,0 0 0 0 0,1 0 0 0 0,-1 0 0 0 0,1 0-1 0 0,-1 0 1 0 0,1 0 0 0 0,0 0 0 0 0,-1-4 0 0 0,1-9-4483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3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3916 0 0,'11'0'11470'0'0,"-6"1"-11270"0"0,3 1 3417 0 0,4 2-3160 0 0,3-3-457 0 0,4 3 0 0 0,2-3 0 0 0,2 3 0 0 0,1-2 0 0 0,3 1 0 0 0,1 0 0 0 0,1 1-254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26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250 93 1152 0 0,'-1'-7'1652'0'0,"0"-1"1"0"0,-1 1-1 0 0,0 0 1 0 0,0 0-1 0 0,-1-1 1 0 0,0 1-1 0 0,0 1 1 0 0,0-1-1 0 0,-9-11 1 0 0,12 17-1580 0 0,-1 0 1 0 0,1 1-1 0 0,-1-1 1 0 0,0 0 0 0 0,1 1-1 0 0,-1-1 1 0 0,1 1-1 0 0,-1-1 1 0 0,0 1-1 0 0,1-1 1 0 0,-1 1 0 0 0,0-1-1 0 0,0 1 1 0 0,1-1-1 0 0,-1 1 1 0 0,0 0-1 0 0,0 0 1 0 0,0-1 0 0 0,0 1-1 0 0,1 0 1 0 0,-1 0-1 0 0,0 0 1 0 0,0 0-1 0 0,-1 0 1 0 0,0 0-47 0 0,1 1 0 0 0,-1 0 1 0 0,0-1-1 0 0,1 1 0 0 0,-1 0 0 0 0,1-1 0 0 0,-1 1 1 0 0,1 0-1 0 0,0 0 0 0 0,-1 0 0 0 0,-1 3 0 0 0,-3 2-88 0 0,0 1-1 0 0,1 0 0 0 0,-8 13 1 0 0,12-18 125 0 0,-18 30-106 0 0,2 2 0 0 0,2 0 1 0 0,-19 56-1 0 0,20-38 248 0 0,-16 100 1 0 0,14 58-1885 0 0,13-2-4764 0 0,5-169 5606 0 0,-2-30 1410 0 0,1 0-1 0 0,1-1 0 0 0,0 1 0 0 0,4 12 0 0 0,-4-17-318 0 0,-1-1-1 0 0,1 1 0 0 0,-1-1 0 0 0,1 1 0 0 0,0-1 0 0 0,1 0 0 0 0,-1 0 0 0 0,0 0 0 0 0,1 0 0 0 0,0 0 0 0 0,0-1 0 0 0,0 1 0 0 0,0-1 1 0 0,0 0-1 0 0,0 0 0 0 0,0 0 0 0 0,1 0 0 0 0,-1 0 0 0 0,1-1 0 0 0,-1 0 0 0 0,1 1 0 0 0,6 0 0 0 0,-5 1-331 0 0,-13-1-336 0 0,7-2 364 0 0,-4 1 588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15.60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34 216 5095 213913 43128,'0'-3'448'0'0,"0"-3"-352"0"0,-1-1-96 0 0,1-3-64 0 0,0-7 64 0 0,-1-7 64 0 0,0-6-64 0 0,-1 0 72 0 0,1 3 72 0 0,-1 5-72 0 0,-2 5-72 0 0,1 6 0 0 0,-1 4 0 0 0,0 3 0 0 0,1 3 0 0 0,0 3-976 0 0,1 4 760 0 0,0 4 664 0 0,1 5-104 0 0,1 2-264 0 0,2 2-8 0 0,0 4 8 0 0,1 6-8 0 0,0 6 0 0 0,0 3-72 0 0,0-1 96 0 0,0 4 64 0 0,-1 0-16 0 0,1-1-8 0 0,1 6 104 0 0,0 6-56 0 0,4 12-96 0 0,2 11 8 0 0,3 9 0 0 0,0-2-96 0 0,-2-7 0 0 0,0-7 0 0 0,-3-9-88 0 0,-2-1 24 0 0,0 4 64 0 0,-2 10 176 0 0,0 12 200 0 0,-1 8 320 0 0,1 6-80 0 0,0 3-112 0 0,0 2-136 0 0,2-7-296 0 0,-1-13-8 0 0,2-4 0 0 0,0-1 16 0 0,0 5 0 0 0,-1 3 16 0 0,-2 4 0 0 0,-2 3-16 0 0,-1 2 96 0 0,-2 3 32 0 0,0-8-104 0 0,1-10 40 0 0,0 0 160 0 0,1 2-24 0 0,0 4-24 0 0,2 5-64 0 0,1 9-120 0 0,0 7-8 0 0,0 6-64 0 0,-2 1 72 0 0,-2-5-72 0 0,-3-6 216 0 0,-3-4 112-505-3,0 1 88 505 3,0 0 104 0 0,2 1-48-490 512,1 5-88-37-515,3 1-112 22 1,1-6-176 11 3,1-8 24-10 0,1 0 48 504-1,0 4-88 0 0,0 4-80 0 0,-2-2 80-537 501,-1-5 16-550-501,-2-8-96 1087 0,-3-11 0-512 1,1-12 0 512-1,-1-14 0 0 0,-1-12 0-510-3,0-12-272-9 503,1-12-5824 519-500,0-8-3015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4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433 158 688 0 0,'12'-38'9112'0'0,"-2"1"-3439"0"0,4-39-1486 0 0,-15 69-4187 0 0,-3 10 0 0 0,-4 11 0 0 0,7-12 0 0 0,-42 78 0 0 0,17-32 0 0 0,-51 75 0 0 0,-6-23 0 0 0,69-86 0 0 0,0-1 0 0 0,-1 0 0 0 0,0-1 0 0 0,-29 17 0 0 0,40-27 0 0 0,0 1 0 0 0,0-2 0 0 0,0 1 0 0 0,0 0 0 0 0,0-1 0 0 0,0 0 0 0 0,0 0 0 0 0,0 0 0 0 0,-1 0 0 0 0,1-1 0 0 0,0 0 0 0 0,-1 0 0 0 0,-4 0 0 0 0,7-1 0 0 0,-1 1 0 0 0,1-1 0 0 0,-1 0 0 0 0,1 0 0 0 0,-1 0 0 0 0,1 0 0 0 0,0-1 0 0 0,-1 1 0 0 0,1 0 0 0 0,0-1 0 0 0,0 0 0 0 0,0 1 0 0 0,0-1 0 0 0,0 0 0 0 0,1 0 0 0 0,-1 0 0 0 0,0 0 0 0 0,1-1 0 0 0,0 1 0 0 0,-1 0 0 0 0,1-1 0 0 0,-1-2 0 0 0,-1-3 7 0 0,0-1 1 0 0,1 0-1 0 0,0 0 0 0 0,0 0 0 0 0,1 0 1 0 0,0 0-1 0 0,1 0 0 0 0,1-16 0 0 0,1 3-275 0 0,1 0-1 0 0,9-30 0 0 0,-11 46 366 0 0,1 0 1 0 0,0 0-1 0 0,1-1 0 0 0,-1 1 0 0 0,7-9 1 0 0,-9 14-94 0 0,1-1 1 0 0,0 1 0 0 0,0 0-1 0 0,0 0 1 0 0,0 0 0 0 0,0 0-1 0 0,0 0 1 0 0,0 0-1 0 0,0 1 1 0 0,0-1 0 0 0,0 0-1 0 0,0 0 1 0 0,0 1 0 0 0,1-1-1 0 0,-1 1 1 0 0,0-1-1 0 0,0 1 1 0 0,1-1 0 0 0,-1 1-1 0 0,0 0 1 0 0,1 0 0 0 0,-1-1-1 0 0,1 1 1 0 0,-1 0 0 0 0,0 0-1 0 0,1 0 1 0 0,-1 1-1 0 0,0-1 1 0 0,1 0 0 0 0,-1 1-1 0 0,0-1 1 0 0,1 0 0 0 0,1 2-1 0 0,16 8-124 0 0,0 1 1 0 0,28 23-1 0 0,9 4-1543 0 0,-16-12-1958 0 0,43 37-1 0 0,-6 3 3689 0 0,-75-64 56 0 0,1 0 1 0 0,-1 1-1 0 0,0-1 1 0 0,1-1-1 0 0,0 1 1 0 0,-1 0-1 0 0,1-1 1 0 0,0 1-1 0 0,0-1 1 0 0,0 0-1 0 0,0 0 1 0 0,0 0-1 0 0,0 0 1 0 0,4 0-1 0 0,1-2-2881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4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2532 0 0,'9'-8'5718'0'0,"-8"7"-5446"0"0,18-4 5207 0 0,-13 3-4039 0 0,51-13 2723 0 0,-41 11-4155 0 0,0 1 0 0 0,0 1 0 0 0,0 0 0 0 0,0 2 0 0 0,0-1 0 0 0,28 5 0 0 0,-40-3-4 0 0,0-1 0 0 0,0 1 0 0 0,0 1 0 0 0,-1-1 0 0 0,8 4 0 0 0,-11-5-20 0 0,1 0 1 0 0,-1 1-1 0 0,1-1 1 0 0,-1 0 0 0 0,1 1-1 0 0,0-1 1 0 0,-1 0-1 0 0,1 1 1 0 0,-1-1-1 0 0,0 1 1 0 0,1-1-1 0 0,-1 1 1 0 0,1-1 0 0 0,-1 1-1 0 0,0-1 1 0 0,1 1-1 0 0,-1-1 1 0 0,0 1-1 0 0,1-1 1 0 0,-1 1-1 0 0,0 0 1 0 0,0-1 0 0 0,0 1-1 0 0,0 0 1 0 0,1-1-1 0 0,-1 1 1 0 0,0-1-1 0 0,0 1 1 0 0,0 0-1 0 0,0-1 1 0 0,-1 1 0 0 0,1 0-1 0 0,0-1 1 0 0,0 1-1 0 0,0 0 1 0 0,0-1-1 0 0,-1 1 1 0 0,1-1-1 0 0,0 1 1 0 0,0-1 0 0 0,-1 1-1 0 0,1 0 1 0 0,-1 0-1 0 0,-7 7-2496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4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3224 0 0,'3'2'10112'0'0,"13"-3"-5694"0"0,20-4-2512 0 0,1-1-1906 0 0,0 2 0 0 0,56-1 0 0 0,-70 7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5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69 145 2764 0 0,'21'-15'15076'0'0,"-22"16"-14752"0"0,-6 18 1589 0 0,6-17-2330 0 0,-3 9 417 0 0,-4 7 0 0 0,1 0 0 0 0,-7 31 0 0 0,13-44 0 0 0,0 0 0 0 0,0 0 0 0 0,0 0 0 0 0,1 0 0 0 0,0 0 0 0 0,0 0 0 0 0,1 0 0 0 0,-1 0 0 0 0,1 0 0 0 0,0 0 0 0 0,0-1 0 0 0,1 1 0 0 0,-1 0 0 0 0,1-1 0 0 0,4 9 0 0 0,-4-11 0 0 0,0 0 0 0 0,0 1 0 0 0,0-1 0 0 0,0 0 0 0 0,0 0 0 0 0,0 0 0 0 0,0 0 0 0 0,1 0 0 0 0,-1-1 0 0 0,1 1 0 0 0,-1-1 0 0 0,1 0 0 0 0,0 1 0 0 0,3 0 0 0 0,-1-1 0 0 0,0 0 0 0 0,0 0 0 0 0,0 0 0 0 0,0-1 0 0 0,1 1 0 0 0,-1-1 0 0 0,8-1 0 0 0,-1-1 0 0 0,1-1 0 0 0,-1 0 0 0 0,1-1 0 0 0,-1 0 0 0 0,19-10 0 0 0,-22 10 2 0 0,-1-1-1 0 0,0 0 0 0 0,0 0 1 0 0,-1 0-1 0 0,1-1 0 0 0,-1-1 1 0 0,-1 1-1 0 0,10-12 1 0 0,-13 14-11 0 0,0-1 0 0 0,0 1-1 0 0,0-1 1 0 0,-1 0 0 0 0,1 0 0 0 0,-1 0 0 0 0,-1 0 0 0 0,1 0 0 0 0,-1-1 0 0 0,0 1 0 0 0,0 0 0 0 0,0-1 0 0 0,-1 1 0 0 0,0 0 0 0 0,0-1 0 0 0,-1-6 0 0 0,-1 1-542 0 0,0-1 0 0 0,-1 1 0 0 0,0 0 0 0 0,-1 0 0 0 0,0 0 0 0 0,-1 0 0 0 0,0 1 0 0 0,-1-1 0 0 0,0 1 0 0 0,0 1 0 0 0,-1-1 0 0 0,-1 1 0 0 0,1 0 0 0 0,-12-9 0 0 0,17 16 502 0 0,-1 0-1 0 0,0 0 0 0 0,1 1 0 0 0,-1-1 0 0 0,0 1 0 0 0,0-1 0 0 0,0 1 1 0 0,-1 0-1 0 0,1 0 0 0 0,0 0 0 0 0,0 1 0 0 0,-1-1 0 0 0,1 1 0 0 0,-5-1 1 0 0,3 2 34 0 0,-1-1 1 0 0,1 1 0 0 0,0 0 0 0 0,-1 0-1 0 0,1 1 1 0 0,0 0 0 0 0,0-1 0 0 0,-6 5-1 0 0,0-1 18 0 0,1 2-1 0 0,1-1 1 0 0,-1 1 0 0 0,1 1-1 0 0,0 0 1 0 0,1 0-1 0 0,-12 14 1 0 0,11-11-27 0 0,2 1 0 0 0,-1-1 0 0 0,1 1 0 0 0,1 0 0 0 0,0 1 1 0 0,-6 20-1 0 0,9-25-218 0 0,1 1 0 0 0,0 0 0 0 0,1 0 0 0 0,0 0 1 0 0,0 1-1 0 0,1-1 0 0 0,0 0 0 0 0,1 0 0 0 0,0 0 0 0 0,4 16 1 0 0,1-4-2599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5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3456 0 0,'11'17'9747'0'0,"-3"6"-4885"0"0,0 22-3267 0 0,-6-31-1595 0 0,0-1 0 0 0,-1 1 0 0 0,-1 0 0 0 0,0 0 0 0 0,-1-1 0 0 0,0 1 0 0 0,-1 0 0 0 0,-1-1 0 0 0,0 1 0 0 0,-9 22 0 0 0,6-18 0 0 0,7-16-122 0 0,4-4 26 0 0,3-2 12 0 0,0-4-359 0 0,2 1-1930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5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17 197 1612 0 0,'13'-137'16020'0'0,"-7"79"-13992"0"0,-4 56-2028 0 0,0 6 0 0 0,1 6 0 0 0,8 138-1114 0 0,-11-137 689 0 0,2 9-354 0 0,-2-1 0 0 0,0 0-1 0 0,-2 0 1 0 0,0 0 0 0 0,-1 0-1 0 0,0 0 1 0 0,-2 0 0 0 0,-10 27 0 0 0,-7 9 135 0 0,18-47 64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6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 97 460 0 0,'0'-15'10969'0'0,"2"1"-5269"0"0,-2 11-5470 0 0,1 0 0 0 0,0-1 0 0 0,0 1 0 0 0,0 0 0 0 0,1 0 1 0 0,-1 0-1 0 0,1 0 0 0 0,-1 0 0 0 0,1 0 0 0 0,4-5 0 0 0,12-9-230 0 0,-17 15 0 0 0,0 1 0 0 0,1 0 0 0 0,-1 0 0 0 0,1 0 0 0 0,-1 0 0 0 0,1 0 0 0 0,-1 1 0 0 0,1-1 0 0 0,0 0 0 0 0,-1 1 0 0 0,1-1 0 0 0,1 0 0 0 0,-1 1 0 0 0,-15 13 0 0 0,0-3-132 0 0,-68 61-352 0 0,43-29-2102 0 0,30-32 531 0 0,2-1 1 0 0,-10 18-1 0 0,16-27 2025 0 0,0 0 0 0 0,-1 1 0 0 0,1-1 0 0 0,0 0 0 0 0,0 1-1 0 0,-1-1 1 0 0,1 0 0 0 0,0 1 0 0 0,0-1 0 0 0,0 1 0 0 0,0-1 0 0 0,-1 0-1 0 0,1 1 1 0 0,0-1 0 0 0,0 1 0 0 0,0-1 0 0 0,0 0 0 0 0,0 1 0 0 0,0-1-1 0 0,0 1 1 0 0,0-1 0 0 0,0 0 0 0 0,0 1 0 0 0,0-1 0 0 0,1 1 0 0 0,-1-1-1 0 0,0 0 1 0 0,0 1 0 0 0,0-1 0 0 0,0 0 0 0 0,1 1 0 0 0,-1-1 0 0 0,0 0-1 0 0,1 1 1 0 0,0-1 126 0 0,0 1-1 0 0,0-1 0 0 0,-1 0 1 0 0,1 0-1 0 0,0 0 0 0 0,0 0 1 0 0,0 0-1 0 0,0 0 0 0 0,0-1 1 0 0,0 1-1 0 0,0 0 1 0 0,0 0-1 0 0,1-1 0 0 0,30-14 1394 0 0,-19 7-1523 0 0,-1 1 0 0 0,1 1 0 0 0,1 0 1 0 0,-1 1-1 0 0,17-4 0 0 0,-27 8 37 0 0,0 0 0 0 0,0 0 0 0 0,1 1 0 0 0,-1-1-1 0 0,0 1 1 0 0,0 0 0 0 0,1 0 0 0 0,-1 1 0 0 0,0-1 0 0 0,0 0 0 0 0,1 1 0 0 0,-1 0 0 0 0,0 0 0 0 0,0 0 0 0 0,0 0-1 0 0,0 0 1 0 0,0 1 0 0 0,0-1 0 0 0,0 1 0 0 0,0 0 0 0 0,-1 0 0 0 0,1 0 0 0 0,-1 0 0 0 0,1 1 0 0 0,-1-1 0 0 0,0 0-1 0 0,0 1 1 0 0,3 4 0 0 0,0 2-27 0 0,-1 0 0 0 0,1 0 0 0 0,-2 0 0 0 0,1 1 0 0 0,-1-1 0 0 0,-1 1 0 0 0,3 16 0 0 0,-4-18-85 0 0,-1 0-1 0 0,1 1 1 0 0,-1-1-1 0 0,-1 0 0 0 0,0 0 1 0 0,0 0-1 0 0,0 0 0 0 0,-1 0 1 0 0,-5 14-1 0 0,4-17 132 0 0,1-1 1 0 0,-1 1-1 0 0,0-1 0 0 0,0 0 0 0 0,-1 0 0 0 0,1 0 0 0 0,-1 0 1 0 0,0-1-1 0 0,0 1 0 0 0,0-1 0 0 0,0 0 0 0 0,-1-1 0 0 0,1 1 0 0 0,-1-1 1 0 0,0 1-1 0 0,0-1 0 0 0,-7 2 0 0 0,-8 1 76 0 0,0 0 0 0 0,-39 4 0 0 0,59-9-98 0 0,-13 1 10 0 0,0 0-1 0 0,-25-2 1 0 0,33 1-9 0 0,0-1 1 0 0,0 0-1 0 0,0 0 0 0 0,0 0 0 0 0,0 0 1 0 0,0-1-1 0 0,0 0 0 0 0,1 0 0 0 0,-1-1 0 0 0,-5-2 1 0 0,9 3-45 0 0,0 1 1 0 0,0 0-1 0 0,0-1 1 0 0,0 1-1 0 0,0-1 1 0 0,0 1 0 0 0,0-1-1 0 0,1 1 1 0 0,-1-1-1 0 0,0 0 1 0 0,1 1-1 0 0,0-1 1 0 0,-1 0-1 0 0,1 1 1 0 0,0-1 0 0 0,0 0-1 0 0,0 0 1 0 0,0 1-1 0 0,0-1 1 0 0,0 0-1 0 0,0 0 1 0 0,1 1 0 0 0,-1-1-1 0 0,0 0 1 0 0,1 1-1 0 0,0-1 1 0 0,-1 0-1 0 0,3-2 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6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3 190 2072 0 0,'-1'-7'1442'0'0,"0"4"-714"0"0,1-1 0 0 0,-1 0 0 0 0,1 1-1 0 0,0-1 1 0 0,1-7 0 0 0,0 9 323 0 0,-1-1-1 0 0,4-7 3153 0 0,0 5-3153 0 0,-1 0-313 0 0,1 0-1 0 0,-1 0 0 0 0,1 1 0 0 0,7-6 0 0 0,-3 3-453 0 0,0 1 0 0 0,1 0 0 0 0,16-8 0 0 0,3 2-477 0 0,37-13 0 0 0,-32 15 207 0 0,36-7 0 0 0,-53 14-78 0 0,0 1 0 0 0,0 1 0 0 0,-1 0 0 0 0,27 2-1 0 0,-26 2-1432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6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4144 0 0,'-15'6'13587'0'0,"11"0"-13187"0"0,3-1 44 0 0,1 2 4 0 0,1-1 189 0 0,4 3-741 0 0,2 1-112 0 0,3 0 536 0 0,2 2-320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0:06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6220 0 0,'-30'10'13440'0'0,"35"-5"-13440"0"0,2-5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17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105 192 1684 0 0,'-26'-42'3504'0'0,"14"23"-1465"0"0,4 4-2039 0 0,1 3 2925 0 0,-5-10 4392 0 0,7 12-7317 0 0,-4-6 48 0 0,-1-3 2095 0 0,2-1-2143 0 0,1 3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18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229 71 688 0 0,'-6'-20'9657'0'0,"-3"-2"-4828"0"0,-5-3-488 0 0,14 24-4338 0 0,0 1 1 0 0,0 0-1 0 0,0 0 1 0 0,0 0-1 0 0,0 0 1 0 0,0 0-1 0 0,0 0 1 0 0,-1-1-1 0 0,1 1 1 0 0,0 0-1 0 0,0 0 1 0 0,0 0-1 0 0,0 0 1 0 0,0 0-1 0 0,0 0 1 0 0,0 0-1 0 0,0 0 1 0 0,-1-1-1 0 0,1 1 1 0 0,0 0-1 0 0,0 0 1 0 0,0 0-1 0 0,0 0 1 0 0,0 0-1 0 0,-1 0 1 0 0,1 0-1 0 0,0 0 1 0 0,0 0-1 0 0,0 0 1 0 0,0 0-1 0 0,0 0 1 0 0,0 0-1 0 0,-1 0 1 0 0,1 0-1 0 0,0 0 1 0 0,0 0-1 0 0,0 0 1 0 0,0 0 0 0 0,-3 6 17 0 0,1 9-34 0 0,18 191-3388 0 0,0-17-2977 0 0,-10-20 1473 0 0,21 225 5123 0 0,-8-128-93 0 0,-23 410 0 0 0,-46 164 219 0 0,43-635-236 0 0,1-40-24 0 0,-14 790 527 0 0,18-713-510 0 0,-27 303 116 0 0,9-237-14 0 0,-43 670 195 0 0,32-536-386 0 0,4 257 110 0 0,22-545-114 0 0,14 788 93 0 0,-5-782-66 0 0,5 668 194 0 0,-4-102-109 0 0,16 198 223 0 0,-30 41 325 0 0,-18-582 7036 0 0,12-221-8412 0 0,10-109-795 0 0,3-38 2481 0 0,1 0 1 0 0,1 1-1 0 0,1-1 0 0 0,3 22 1 0 0,-4-37-996 0 0,0 0 1 0 0,0 0-1 0 0,0 1 0 0 0,0-1 1 0 0,0 0-1 0 0,0 0 1 0 0,0 0-1 0 0,1 1 0 0 0,-1-1 1 0 0,0 0-1 0 0,0 0 1 0 0,0 1-1 0 0,1-1 0 0 0,-1 0 1 0 0,0 0-1 0 0,0 0 1 0 0,0 0-1 0 0,1 0 0 0 0,-1 1 1 0 0,0-1-1 0 0,0 0 1 0 0,1 0-1 0 0,-1 0 0 0 0,0 0 1 0 0,0 0-1 0 0,1 0 1 0 0,-1 0-1 0 0,0 0 0 0 0,1 0 1 0 0,-1 0-1 0 0,0 0 1 0 0,0 0-1 0 0,1 0 0 0 0,-1 0 1 0 0,0 0-1 0 0,0 0 1 0 0,1 0-1 0 0,-1 0 0 0 0,0 0 1 0 0,0 0-1 0 0,1-1 1 0 0,-1 1-1 0 0,0 0 0 0 0,0 0 1 0 0,1 0-1 0 0,-1 0 1 0 0,0-1-1 0 0,0 1 0 0 0,0 0 1 0 0,0 0-1 0 0,1-1 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19.9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70 920 0 0,'-23'-40'20964'0'0,"21"40"-20705"0"0,2 0-405 0 0,-1 0 0 0 0,0 0 0 0 0,0 0 0 0 0,0 0 0 0 0,1 1 0 0 0,-1-1 0 0 0,0 0 0 0 0,0 1-1 0 0,1-1 1 0 0,-1 0 0 0 0,0 1 0 0 0,1-1 0 0 0,-1 1 0 0 0,0-1 0 0 0,1 1 0 0 0,-2 1 0 0 0,-9 10 146 0 0,1 0 0 0 0,0 1 0 0 0,-16 26 0 0 0,-19 48 0 0 0,23-42 0 0 0,-4 7-2129 0 0,1 0 0 0 0,-25 81 1 0 0,49-131 2178 0 0,0 0 249 0 0,1 0 0 0 0,-1 0 0 0 0,0 0 0 0 0,1 1 0 0 0,0-1 0 0 0,-1 0 0 0 0,1 1 0 0 0,0-1 0 0 0,0 0 0 0 0,0 1 0 0 0,1 2 0 0 0,1-6-24 0 0,0-1 0 0 0,0 1 0 0 0,0-1 0 0 0,0 1-1 0 0,0-1 1 0 0,-1 1 0 0 0,1-1 0 0 0,-1 0-1 0 0,3-3 1 0 0,12-19-377 0 0,-2-1-1 0 0,0 0 0 0 0,17-47 1 0 0,18-85-392 0 0,-32 99 940 0 0,-6 13-922 0 0,-9 34 632 0 0,0 0-1 0 0,1 0 1 0 0,1 0 0 0 0,-1 0-1 0 0,10-17 1 0 0,-13 28-156 0 0,0-1 0 0 0,0 1 0 0 0,0 0 0 0 0,1 0 0 0 0,-1-1 0 0 0,0 1 0 0 0,0 0 0 0 0,0 0 0 0 0,0-1 0 0 0,0 1 0 0 0,1 0 0 0 0,-1 0 0 0 0,0-1 0 0 0,0 1 0 0 0,0 0 0 0 0,1 0 0 0 0,-1 0 0 0 0,0-1 0 0 0,0 1 0 0 0,1 0 0 0 0,-1 0 0 0 0,0 0 0 0 0,0 0 0 0 0,1 0 0 0 0,-1 0 0 0 0,0 0 0 0 0,0-1 0 0 0,1 1 0 0 0,-1 0 0 0 0,0 0 0 0 0,1 0 0 0 0,-1 0 0 0 0,0 0 0 0 0,0 0 0 0 0,1 0 0 0 0,-1 0 0 0 0,0 1 0 0 0,1-1 0 0 0,-1 0 0 0 0,0 0 0 0 0,0 0 0 0 0,1 0 0 0 0,-1 0 0 0 0,0 0 0 0 0,0 1 0 0 0,1-1 0 0 0,-1 0 0 0 0,0 0 0 0 0,0 0 0 0 0,1 0 0 0 0,-1 1 0 0 0,0-1 0 0 0,0 0 0 0 0,0 0 0 0 0,0 1 0 0 0,1-1 0 0 0,-1 0 0 0 0,0 0 0 0 0,0 1 0 0 0,0-1 0 0 0,0 0 0 0 0,0 0 0 0 0,0 1 0 0 0,0-1 0 0 0,0 1 0 0 0,8 23 0 0 0,-7-20 0 0 0,25 75-634 0 0,-13-49-1910 0 0,27 50 0 0 0,-26-56 1068 0 0,2-1 1 0 0,25 30 0 0 0,-24-34 1748 0 0,25 20 0 0 0,-32-30-201 0 0,0-1 0 0 0,-1 1 0 0 0,0 1 0 0 0,-1 0 1 0 0,0 0-1 0 0,0 1 0 0 0,-1 0 0 0 0,-1 0 0 0 0,0 0 1 0 0,0 1-1 0 0,-1 0 0 0 0,-1 0 0 0 0,4 13 0 0 0,0 12-1413 0 0,-4-16-1945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22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147 792 920 0 0,'-35'1'8232'0'0,"-18"5"-3031"0"0,6-1-311 0 0,35-3-4552 0 0,12-2-337 0 0,0 0 1 0 0,0 0 0 0 0,0 0 0 0 0,0 0 0 0 0,0 0 0 0 0,0 0-1 0 0,0 0 1 0 0,0 0 0 0 0,0 0 0 0 0,0 0 0 0 0,0 0 0 0 0,0 0-1 0 0,0 1 1 0 0,0-1 0 0 0,0 0 0 0 0,0 0 0 0 0,0 0 0 0 0,0 0-1 0 0,0 0 1 0 0,0 0 0 0 0,0 0 0 0 0,0 0 0 0 0,0 0 0 0 0,0 0-1 0 0,0 0 1 0 0,0 0 0 0 0,0 0 0 0 0,0 0 0 0 0,0 1 0 0 0,0-1-1 0 0,0 0 1 0 0,0 0 0 0 0,0 0 0 0 0,0 0 0 0 0,0 0 0 0 0,1 0-1 0 0,-1 0 1 0 0,0 0 0 0 0,0 0 0 0 0,0 0 0 0 0,0 0-1 0 0,0 0 1 0 0,0 0 0 0 0,0 0 0 0 0,0 0 0 0 0,0 0 0 0 0,0 0-1 0 0,0 0 1 0 0,0 0 0 0 0,0 0 0 0 0,0 0 0 0 0,0 0 0 0 0,1 0-1 0 0,-1 0 1 0 0,0 0 0 0 0,0 0 0 0 0,0 0 0 0 0,0 0 0 0 0,0 0-1 0 0,0 0 1 0 0,0 0 0 0 0,0 0 0 0 0,22 5-65 0 0,-11-3 90 0 0,14 3-180 0 0,-1 0 0 0 0,1-3 1 0 0,39 1-1 0 0,-50-3-54 0 0,201 1-6016 0 0,-37-2-99 0 0,222-16 5028 0 0,-60-1 1532 0 0,41-1-166 0 0,-118 3-27 0 0,18 1 4 0 0,168-5 44 0 0,-205 14-42 0 0,241 0 66 0 0,-188 13-52 0 0,154 8-34 0 0,-77-15 61 0 0,-160-5-88 0 0,351-18-6 0 0,-357 11-33 0 0,131-11 25 0 0,20-1 53 0 0,-99 10 10 0 0,183-8 26 0 0,-136 9-79 0 0,76-1 0 0 0,201-3 0 0 0,286 2 0 0 0,-159-4 0 0 0,-377 8 0 0 0,1310-84 408 0 0,973-59 208 0 0,-464 105-100 0 0,-1417 42-394 0 0,643 4 72 0 0,-530-9-2 0 0,-665 7-192 0 0,189-2 0 0 0,-99 6 0 0 0,145 0 0 0 0,-225 2 0 0 0,276 7 0 0 0,-41 14 775 0 0,-429-22-782 0 0,20-1-108 0 0,-15-2 1165 0 0,-13-3-21 0 0,-5-1-1476 0 0,-1 1-1 0 0,0 1 1 0 0,0 0 0 0 0,-1 1 0 0 0,-18-4 0 0 0,-10-2-797 0 0,-177-55-681 0 0,153 42 510 0 0,-79-40-1 0 0,146 63 1510 0 0,-1 0 0 0 0,0-1-1 0 0,1 1 1 0 0,-1 0 0 0 0,0-1-1 0 0,1 1 1 0 0,-1 0 0 0 0,0-1-1 0 0,1 1 1 0 0,-1-1-1 0 0,1 1 1 0 0,-1-1 0 0 0,1 1-1 0 0,-1-1 1 0 0,1 0 0 0 0,-1 1-1 0 0,1-1 1 0 0,0 0-1 0 0,2-2 1537 0 0,-1 2-1410 0 0,-1 1-1 0 0,1 0 0 0 0,-1 0 1 0 0,1 0-1 0 0,-1 0 1 0 0,1 0-1 0 0,-1-1 1 0 0,1 1-1 0 0,-1 0 0 0 0,1 0 1 0 0,0 0-1 0 0,-1 1 1 0 0,1-1-1 0 0,-1 0 1 0 0,1 0-1 0 0,-1 0 0 0 0,1 0 1 0 0,-1 0-1 0 0,1 1 1 0 0,0-1-1 0 0,65 17 8327 0 0,30 15-7632 0 0,-80-27-816 0 0,122 31-106 0 0,-10-3-67 0 0,-88-17-2924 0 0,-1 2 1 0 0,-1 1-1 0 0,58 41 1 0 0,-68-43 2154 0 0,-26-15 1033 0 0,0-1 0 0 0,0 1 0 0 0,0-1 0 0 0,0 1 0 0 0,0 0 0 0 0,0 0 0 0 0,3 4 0 0 0,-5-6-102 0 0,0 0 0 0 0,1 1 0 0 0,-1-1-1 0 0,0 0 1 0 0,0 1 0 0 0,0-1-1 0 0,0 0 1 0 0,0 1 0 0 0,0-1-1 0 0,0 1 1 0 0,1-1 0 0 0,-1 0-1 0 0,0 1 1 0 0,0-1 0 0 0,-1 1-1 0 0,1-1 1 0 0,0 0 0 0 0,0 1 0 0 0,0-1-1 0 0,0 1 1 0 0,0-1 0 0 0,0 1-1 0 0,-1 0 129 0 0,0-1 0 0 0,1 1-1 0 0,-1 0 1 0 0,0-1 0 0 0,1 1-1 0 0,-1-1 1 0 0,0 1 0 0 0,0 0-1 0 0,0-1 1 0 0,1 0 0 0 0,-1 1-1 0 0,0-1 1 0 0,-2 1 0 0 0,-19 6 1787 0 0,-1-2 1 0 0,-33 4-1 0 0,-8 2-2597 0 0,-10 7-1581 0 0,0 3-1 0 0,-126 55 1 0 0,128-41-1791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25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119 164 228 0 0,'-1'-2'712'0'0,"-1"1"0"0"0,2-1 0 0 0,-1 0 0 0 0,0 0 0 0 0,0 0 1 0 0,0 0-1 0 0,1 1 0 0 0,-1-1 0 0 0,1 0 0 0 0,-6-22 9071 0 0,5 24-9625 0 0,1-1 0 0 0,0 1 0 0 0,0-1 0 0 0,-1 1 0 0 0,1-1 0 0 0,-1 1 0 0 0,1-1 0 0 0,-1 1 0 0 0,1-1 0 0 0,-1 1 0 0 0,1 0 0 0 0,-1-1 0 0 0,1 1 0 0 0,-1 0 0 0 0,0-1 0 0 0,0 1-158 0 0,0 0 0 0 0,0 0 0 0 0,0 0 0 0 0,1 0 0 0 0,-1 0 0 0 0,0 0 0 0 0,0 0 0 0 0,0 0 0 0 0,0 0 0 0 0,1 0 0 0 0,-1 1 0 0 0,0-1 0 0 0,0 0 0 0 0,1 1 0 0 0,-1-1 0 0 0,0 0 0 0 0,0 1 0 0 0,1-1 0 0 0,-1 1 0 0 0,0-1 0 0 0,1 1 0 0 0,-1 0 0 0 0,1-1 0 0 0,-1 1 0 0 0,1-1 0 0 0,-1 1 0 0 0,0 1 0 0 0,-12 20 0 0 0,13-20 0 0 0,-11 25-205 0 0,1 1 0 0 0,-9 45 0 0 0,15-55-26 0 0,-2 8-1163 0 0,1 1 0 0 0,1 0 0 0 0,0 47 1 0 0,5-56 536 0 0,0 0 1 0 0,1 0-1 0 0,0-1 1 0 0,2 1-1 0 0,0-1 1 0 0,11 29-1 0 0,-14-43 879 0 0,1 1-1 0 0,0-1 1 0 0,-1 0 0 0 0,1 1 0 0 0,0-1-1 0 0,0 0 1 0 0,1 0 0 0 0,-1 0-1 0 0,1-1 1 0 0,0 1 0 0 0,-1 0 0 0 0,1-1-1 0 0,0 0 1 0 0,0 0 0 0 0,1 0 0 0 0,-1 0-1 0 0,0 0 1 0 0,1-1 0 0 0,3 2-1 0 0,-3-2 29 0 0,0 0-1 0 0,0-1 1 0 0,0 0-1 0 0,0 1 1 0 0,0-1-1 0 0,1-1 1 0 0,-1 1-1 0 0,0-1 1 0 0,0 1-1 0 0,0-1 1 0 0,0 0-1 0 0,0-1 1 0 0,0 1-1 0 0,0-1 0 0 0,-1 1 1 0 0,1-1-1 0 0,3-3 1 0 0,5-2 487 0 0,-2-1 0 0 0,1 0 0 0 0,-1 0 0 0 0,17-19 0 0 0,-16 14-720 0 0,-1-1 0 0 0,-1 0-1 0 0,1-1 1 0 0,-2 1-1 0 0,12-31 1 0 0,-9 15 70 0 0,-2-1 1 0 0,-1 0 0 0 0,-1 0 0 0 0,-2-1-1 0 0,1-34 1 0 0,-5 51 128 0 0,-1 1-1 0 0,-1 0 1 0 0,0-1-1 0 0,-1 1 1 0 0,0 0 0 0 0,-1 0-1 0 0,-7-20 1 0 0,7 27-5 0 0,0-1 1 0 0,0 1 0 0 0,-1 0-1 0 0,0 0 1 0 0,0 0-1 0 0,-1 0 1 0 0,0 1-1 0 0,0-1 1 0 0,0 1-1 0 0,-1 1 1 0 0,0-1-1 0 0,0 1 1 0 0,0 0-1 0 0,-13-7 1 0 0,16 10-6 0 0,0 1 0 0 0,0 0 0 0 0,0-1 0 0 0,0 2 0 0 0,0-1 0 0 0,0 0-1 0 0,0 0 1 0 0,0 1 0 0 0,0 0 0 0 0,0 0 0 0 0,0 0 0 0 0,0 0 0 0 0,-1 0 0 0 0,1 1 0 0 0,-3 0 0 0 0,1 0 10 0 0,0 1-1 0 0,0 0 1 0 0,0 0-1 0 0,0 1 1 0 0,1-1 0 0 0,-1 1-1 0 0,1 0 1 0 0,-6 5-1 0 0,-1 2 13 0 0,1 0 0 0 0,0 1 0 0 0,0 1 0 0 0,1 0 0 0 0,-11 19 0 0 0,12-17-14 0 0,1 0-1 0 0,0 1 1 0 0,2-1-1 0 0,-6 19 0 0 0,8-23-123 0 0,1 1-1 0 0,0-1 0 0 0,1 1 0 0 0,0 0 0 0 0,0-1 1 0 0,1 1-1 0 0,2 12 0 0 0,1 1-3246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27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10 210 1380 0 0,'-2'-5'1654'0'0,"0"-1"0"0"0,0 1 1 0 0,1-1-1 0 0,0 1 0 0 0,0-1 0 0 0,1 0 1 0 0,-1 1-1 0 0,1-1 0 0 0,0 0 0 0 0,2-6 1 0 0,4-18-1572 0 0,-3 21-196 0 0,0 0 0 0 0,8-17 0 0 0,-8 21-593 0 0,0 0 0 0 0,0 1 0 0 0,0-1 0 0 0,1 1 0 0 0,0 0 0 0 0,-1 0 0 0 0,2 0 0 0 0,-1 1-1 0 0,0-1 1 0 0,6-2 0 0 0,-6 3 418 0 0,0 1-1 0 0,0-1 0 0 0,0 1 0 0 0,1 1 1 0 0,-1-1-1 0 0,1 0 0 0 0,-1 1 0 0 0,1 0 1 0 0,-1 0-1 0 0,1 0 0 0 0,0 1 0 0 0,6 0 1 0 0,-9 0 318 0 0,1 0 1 0 0,-1 0 0 0 0,0 1 0 0 0,0 0-1 0 0,1-1 1 0 0,-1 1 0 0 0,0 0 0 0 0,0 0-1 0 0,0 0 1 0 0,0 0 0 0 0,0 1 0 0 0,0-1-1 0 0,0 0 1 0 0,0 1 0 0 0,0-1 0 0 0,-1 1-1 0 0,1 0 1 0 0,-1 0 0 0 0,1-1 0 0 0,-1 1-1 0 0,0 0 1 0 0,1 0 0 0 0,-1 0 0 0 0,0 1-1 0 0,0-1 1 0 0,0 3 0 0 0,2 4 0 0 0,-1 0 0 0 0,-1-1 0 0 0,1 1 0 0 0,-1 0 0 0 0,-1 0 0 0 0,0 0 0 0 0,0 0 0 0 0,-1 0 0 0 0,0 0 0 0 0,-2 9 0 0 0,-5 15-10 0 0,-16 41 0 0 0,15-47-1 0 0,-2 3 11 0 0,-20 37 0 0 0,97-177 5060 0 0,68-115-10350 0 0,-131 220 5259 0 0,10-17 0 0 0,-12 21 0 0 0,0-1 0 0 0,0 1 0 0 0,0 0 0 0 0,0 0 0 0 0,0 0 0 0 0,0-1 0 0 0,0 1 0 0 0,0 0 0 0 0,0 0 0 0 0,1 1 0 0 0,-1-1 0 0 0,2-1 0 0 0,-2 2 47 0 0,-1 0 1 0 0,0 0 0 0 0,0 0 0 0 0,0 0 0 0 0,1 0 0 0 0,-1 0 0 0 0,0 0 0 0 0,0 0 0 0 0,0 0-1 0 0,1 0 1 0 0,-1 0 0 0 0,0 0 0 0 0,0 1 0 0 0,0-1 0 0 0,1 0 0 0 0,-1 0 0 0 0,0 0-1 0 0,0 0 1 0 0,0 0 0 0 0,0 0 0 0 0,1 1 0 0 0,-1-1 0 0 0,0 0 0 0 0,0 0 0 0 0,0 0 0 0 0,0 1-1 0 0,0-1 1 0 0,0 0 0 0 0,0 0 0 0 0,1 0 0 0 0,-1 1 0 0 0,0-1 0 0 0,0 0 0 0 0,0 0-1 0 0,0 0 1 0 0,0 1 0 0 0,0-1 0 0 0,0 0 0 0 0,0 0 0 0 0,0 0 0 0 0,0 1 0 0 0,0-1 0 0 0,0 0-1 0 0,0 0 1 0 0,0 0 0 0 0,-1 1 0 0 0,1-1 0 0 0,-3 14 2870 0 0,3-11-2797 0 0,-9 29-869 0 0,-18 42 0 0 0,13-41-1000 0 0,-8 38-1 0 0,19-60 1719 0 0,1 0 0 0 0,0-1 0 0 0,1 1 1 0 0,0 0-1 0 0,1 0 0 0 0,0 0 0 0 0,3 20 0 0 0,-2-27 26 0 0,0 1 1 0 0,0-1-1 0 0,0 0 1 0 0,1 0-1 0 0,-1 0 1 0 0,1 0-1 0 0,0 0 1 0 0,0-1 0 0 0,1 1-1 0 0,-1 0 1 0 0,1-1-1 0 0,-1 0 1 0 0,1 0-1 0 0,0 0 1 0 0,1 0-1 0 0,3 3 1 0 0,-4-4 70 0 0,-1-1 0 0 0,1 1 0 0 0,0-1 0 0 0,0 0 0 0 0,0 0 0 0 0,0 0 1 0 0,0 0-1 0 0,0 0 0 0 0,0-1 0 0 0,0 0 0 0 0,0 1 0 0 0,0-1 0 0 0,0 0 1 0 0,0-1-1 0 0,1 1 0 0 0,-1 0 0 0 0,0-1 0 0 0,0 0 0 0 0,0 0 0 0 0,0 0 1 0 0,0 0-1 0 0,5-3 0 0 0,-4 2-1422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27.3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5068 0 0,'13'-5'14846'0'0,"48"-18"-15100"0"0,27-14 163 0 0,-64 27-362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29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10 186 2304 0 0,'-10'-19'14873'0'0,"12"16"-14324"0"0,8-15 2667 0 0,-1 6-4498 0 0,8-10 1282 0 0,-1-1 0 0 0,-1 0 0 0 0,16-32 0 0 0,-26 45 0 0 0,-5 13 0 0 0,-8 20 0 0 0,8-21 0 0 0,-56 204-1327 0 0,44-153-1878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30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6 297 3916 0 0,'-5'-31'10546'0'0,"5"-2"-5997"0"0,1 18-4419 0 0,1 1-1 0 0,1-1 1 0 0,0 1 0 0 0,9-24 0 0 0,-8 27-130 0 0,1 1 0 0 0,0 0 0 0 0,1 0 0 0 0,0 0 0 0 0,13-16 0 0 0,-14 20 0 0 0,-1 1 0 0 0,1 0 0 0 0,0 1 0 0 0,1-1 0 0 0,-1 1 0 0 0,1 0 0 0 0,0 0 0 0 0,0 1 0 0 0,0 0 0 0 0,13-5 0 0 0,-17 7 1 0 0,-1 1-1 0 0,1-1 0 0 0,0 1 1 0 0,0 0-1 0 0,-1 0 0 0 0,1 0 1 0 0,0 0-1 0 0,0 0 1 0 0,-1 0-1 0 0,1 0 0 0 0,0 1 1 0 0,0-1-1 0 0,-1 0 0 0 0,1 1 1 0 0,0 0-1 0 0,-1-1 1 0 0,1 1-1 0 0,-1 0 0 0 0,1 0 1 0 0,-1 0-1 0 0,1 0 0 0 0,-1 0 1 0 0,0 0-1 0 0,1 0 0 0 0,-1 0 1 0 0,0 1-1 0 0,0-1 1 0 0,0 1-1 0 0,0-1 0 0 0,0 0 1 0 0,0 1-1 0 0,0 0 0 0 0,0-1 1 0 0,0 4-1 0 0,2 2-20 0 0,-1 0 0 0 0,0-1 0 0 0,-1 1 0 0 0,1 0-1 0 0,-1 0 1 0 0,-1 0 0 0 0,0 11 0 0 0,-4 31-2263 0 0,-3 0 0 0 0,-21 82 0 0 0,1-12-1447 0 0,19-37 8688 0 0,15-97-1966 0 0,11-28-509 0 0,-15 38-2447 0 0,24-75-218 0 0,23-106-1 0 0,-15 51-3905 0 0,-20 67 991 0 0,-24 107 9720 0 0,-3 2-4687 0 0,2-5-2369 0 0,-8 47 1 0 0,16-64 361 0 0,0-1-1 0 0,2 30 1 0 0,0-42-54 0 0,1 0 0 0 0,0 0 0 0 0,0 0 0 0 0,0 0 0 0 0,1 0 0 0 0,-1-1 0 0 0,1 1 0 0 0,1 0-1 0 0,-1-1 1 0 0,1 1 0 0 0,6 8 0 0 0,-8-13 187 0 0,0 0 0 0 0,0 0-1 0 0,0 1 1 0 0,1-1 0 0 0,-1 0-1 0 0,0 0 1 0 0,0 0 0 0 0,1-1-1 0 0,-1 1 1 0 0,1 0 0 0 0,-1 0-1 0 0,1-1 1 0 0,-1 1 0 0 0,1-1-1 0 0,-1 1 1 0 0,1-1 0 0 0,-1 0-1 0 0,3 1 1 0 0,-1-1-10 0 0,0-1 0 0 0,0 1-1 0 0,0 0 1 0 0,-1-1 0 0 0,1 1 0 0 0,0-1 0 0 0,0 0 0 0 0,0 0 0 0 0,3-2-1 0 0,3-3-51 0 0,0 1 0 0 0,0-1 0 0 0,-1-1 0 0 0,13-11 0 0 0,-6 4-506 0 0,-1 0-914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30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3 213 2764 0 0,'-3'-4'6951'0'0,"19"-9"-2571"0"0,-13 10-4340 0 0,65-53 2677 0 0,99-63 1 0 0,-138 102-2628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31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24 129 4320 0 0,'-23'4'13674'0'0,"23"-5"-13582"0"0,0 0-1 0 0,0-1 1 0 0,0 1-1 0 0,0 0 1 0 0,0-1-1 0 0,0 1 1 0 0,0-1-1 0 0,1 1 1 0 0,-1 0-1 0 0,0-1 1 0 0,1 1-1 0 0,-1 0 1 0 0,1-1-1 0 0,-1 1 1 0 0,1 0-1 0 0,1-2 0 0 0,1-2 16 0 0,0-1-106 0 0,0 0-1 0 0,1 0 1 0 0,-1 1-1 0 0,1 0 1 0 0,1-1-1 0 0,-1 1 1 0 0,8-6 0 0 0,-1 2-2 0 0,0 0 1 0 0,14-8 0 0 0,-21 14 2 0 0,0 1-1 0 0,0-1 0 0 0,1 1 1 0 0,-1 0-1 0 0,1 1 0 0 0,-1-1 1 0 0,1 1-1 0 0,7-2 1 0 0,-11 3-7 0 0,1 0 1 0 0,-1 0 0 0 0,0 0 0 0 0,0 0-1 0 0,1 1 1 0 0,-1-1 0 0 0,0 0-1 0 0,0 0 1 0 0,1 1 0 0 0,-1-1 0 0 0,0 1-1 0 0,0-1 1 0 0,0 1 0 0 0,1-1-1 0 0,-1 1 1 0 0,0 0 0 0 0,0 0 0 0 0,0-1-1 0 0,0 1 1 0 0,0 0 0 0 0,0 0 0 0 0,-1 0-1 0 0,1 0 1 0 0,0 0 0 0 0,0 0-1 0 0,-1 0 1 0 0,1 1 0 0 0,-1-1 0 0 0,1 0-1 0 0,-1 0 1 0 0,1 0 0 0 0,-1 1-1 0 0,0-1 1 0 0,1 0 0 0 0,-1 3 0 0 0,1 3-286 0 0,-1 1 1 0 0,1-1 0 0 0,-2 1-1 0 0,1-1 1 0 0,-1 1-1 0 0,0-1 1 0 0,0 0 0 0 0,-6 15-1 0 0,-1 2-1201 0 0,-16 29 1 0 0,-9 12-1676 0 0,23-47 3047 0 0,-1 0 0 0 0,0-1 0 0 0,-19 20 1 0 0,17-26 118 0 0,8-11 0 0 0,5-9 0 0 0,1 6 5 0 0,0 1 0 0 0,0 0 0 0 0,0 0 0 0 0,0 0 0 0 0,0-1 0 0 0,0 1 0 0 0,1 0 0 0 0,-1 0 0 0 0,1 1 0 0 0,-1-1 0 0 0,1 0 0 0 0,0 0 0 0 0,0 1 0 0 0,0-1 1 0 0,0 1-1 0 0,0 0 0 0 0,0-1 0 0 0,0 1 0 0 0,0 0 0 0 0,0 0 0 0 0,1 0 0 0 0,-1 1 0 0 0,3-2 0 0 0,8-1 36 0 0,-1 1-1 0 0,1 0 1 0 0,16 0 0 0 0,-13 1-29 0 0,48-1-2928 0 0,-42 2-380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38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11 171 2460 0 0,'-2'-44'10097'0'0,"-2"0"-5192"0"0,-1-38-2707 0 0,6 94-2297 0 0,0 1 0 0 0,1-1-1 0 0,5 16 1 0 0,2 21-1088 0 0,-3 6-2478 0 0,6 46-275 0 0,8 53 2509 0 0,-15-119-1789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39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4808 0 0,'4'-31'11960'0'0,"0"20"-9623"0"0,-4 11-2325 0 0,0 0-1 0 0,0 0 0 0 0,1 0 1 0 0,-1 0-1 0 0,0 0 0 0 0,0 0 1 0 0,0 0-1 0 0,0 0 1 0 0,0 0-1 0 0,1 0 0 0 0,-1 0 1 0 0,0 0-1 0 0,0 0 0 0 0,0 0 1 0 0,0 0-1 0 0,0 0 0 0 0,0 0 1 0 0,1 0-1 0 0,-1 0 0 0 0,0 0 1 0 0,0 0-1 0 0,0 0 0 0 0,0 0 1 0 0,0 0-1 0 0,0 0 0 0 0,1 0 1 0 0,-1 0-1 0 0,0 0 0 0 0,0 1 1 0 0,0-1-1 0 0,0 0 1 0 0,0 0-1 0 0,0 0 0 0 0,0 0 1 0 0,0 0-1 0 0,1 0 0 0 0,-1 0 1 0 0,0 1-1 0 0,0-1 0 0 0,0 0 1 0 0,0 0-1 0 0,0 0 0 0 0,0 0 1 0 0,0 0-1 0 0,0 0 0 0 0,0 1 1 0 0,0-1-1 0 0,0 0 0 0 0,0 0 1 0 0,0 0-1 0 0,0 0 1 0 0,0 1-1 0 0,2 6-58 0 0,5 48-188 0 0,1 70-1 0 0,-6-70-864 0 0,14 157-7595 0 0,-11-171 3889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39.9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3916 0 0,'0'-16'12263'0'0,"2"4"-8575"0"0,-2 12-3693 0 0,0 0-1 0 0,0 0 1 0 0,0 1-1 0 0,0-1 1 0 0,0 0 0 0 0,0 0-1 0 0,0 0 1 0 0,0 0-1 0 0,0 0 1 0 0,0 0 0 0 0,1 0-1 0 0,-1 0 1 0 0,0 0-1 0 0,0 0 1 0 0,0 0 0 0 0,0 0-1 0 0,0 0 1 0 0,0 0-1 0 0,0 0 1 0 0,0 0-1 0 0,0 0 1 0 0,0 0 0 0 0,0 0-1 0 0,0 0 1 0 0,0 0-1 0 0,1 0 1 0 0,-1 0 0 0 0,0 0-1 0 0,0 0 1 0 0,0 0-1 0 0,0 0 1 0 0,0 0-1 0 0,0 0 1 0 0,0 0 0 0 0,0 0-1 0 0,0 0 1 0 0,0 0-1 0 0,0 0 1 0 0,0 0 0 0 0,0 0-1 0 0,0 0 1 0 0,0-1-1 0 0,0 1 1 0 0,0 0 0 0 0,1 0-1 0 0,-1 0 1 0 0,0 0-1 0 0,0 0 1 0 0,0 0-1 0 0,0 0 1 0 0,0 0 0 0 0,0 0-1 0 0,0 0 1 0 0,0 0-1 0 0,0 0 1 0 0,0 0 0 0 0,0 0-1 0 0,0-1 1 0 0,0 1-1 0 0,0 0 1 0 0,0 0-1 0 0,0 0 1 0 0,0 0 0 0 0,0 0-1 0 0,3 15 151 0 0,6 61-271 0 0,-2 131 0 0 0,-13-85-2578 0 0,3-74-1544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0.8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17 428 2764 0 0,'-8'-11'15892'0'0,"4"-3"-15017"0"0,4 13-746 0 0,-2-11-127 0 0,1 0 0 0 0,0-1 0 0 0,0 1-1 0 0,3-18 1 0 0,9-50-1120 0 0,-4 35-115 0 0,25-138-6073 0 0,-26 169 7925 0 0,-3 13-976 0 0,0 9 172 0 0,40 313 436 0 0,-43-301-217 0 0,-1 0 1 0 0,-1 0-1 0 0,0 0 1 0 0,-2 0-1 0 0,-8 28 1 0 0,-5 25-3040 0 0,14-52-233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1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6 232 4144 0 0,'-4'-8'3468'0'0,"4"7"-2972"0"0,-1 0-1 0 0,1 0 1 0 0,0 0-1 0 0,0 0 1 0 0,0-1-1 0 0,0 1 1 0 0,0-2-1 0 0,2-21 4024 0 0,-1 14-2822 0 0,0-4-1358 0 0,0 1 0 0 0,1 0-1 0 0,0 0 1 0 0,1 0-1 0 0,7-18 1 0 0,-7 25-351 0 0,-1 0 1 0 0,1 0-1 0 0,0 0 0 0 0,1 1 1 0 0,-1-1-1 0 0,1 1 0 0 0,0 0 0 0 0,0 0 1 0 0,1 0-1 0 0,-1 1 0 0 0,1-1 1 0 0,0 1-1 0 0,7-4 0 0 0,-11 7 12 0 0,0 0 0 0 0,1 1-1 0 0,-1-1 1 0 0,0 1 0 0 0,0-1-1 0 0,1 1 1 0 0,-1-1 0 0 0,0 1-1 0 0,0 0 1 0 0,1-1 0 0 0,-1 1 0 0 0,1 0-1 0 0,-1 0 1 0 0,0 0 0 0 0,1 0-1 0 0,-1 0 1 0 0,0 0 0 0 0,1 1-1 0 0,-1-1 1 0 0,0 0 0 0 0,3 2-1 0 0,-2-1 3 0 0,0 0-1 0 0,-1 0 0 0 0,1 1 1 0 0,0-1-1 0 0,-1 1 0 0 0,1-1 0 0 0,-1 1 1 0 0,0 0-1 0 0,1-1 0 0 0,-1 1 1 0 0,0 0-1 0 0,1 3 0 0 0,2 3-19 0 0,-1 0 1 0 0,-1 0-1 0 0,0 1 0 0 0,0-1 0 0 0,0 1 1 0 0,0 8-1 0 0,-2 7-881 0 0,0 0 0 0 0,-1 0 0 0 0,-2 0 0 0 0,-6 28 0 0 0,0-13-1263 0 0,-25 66 1 0 0,31-99 2243 0 0,1 1 1 0 0,-1-1-1 0 0,0 0 1 0 0,-1 0-1 0 0,1 0 1 0 0,-1 0-1 0 0,-1-1 1 0 0,-5 8 0 0 0,9-13-97 0 0,1 1 0 0 0,0-1 0 0 0,-1 0 0 0 0,1 1 0 0 0,-1-1 0 0 0,1 0 0 0 0,-1 1 1 0 0,1-1-1 0 0,-1 0 0 0 0,0 1 0 0 0,1-1 0 0 0,-1 0 0 0 0,1 0 0 0 0,-1 0 0 0 0,1 0 1 0 0,-1 1-1 0 0,0-1 0 0 0,1 0 0 0 0,-1 0 0 0 0,1 0 0 0 0,-1 0 0 0 0,0 0 0 0 0,1-1 1 0 0,-1 1-1 0 0,1 0 0 0 0,-2 0 0 0 0,1-1 5 0 0,1 1-1 0 0,-1-1 1 0 0,0 0-1 0 0,0 1 1 0 0,1-1 0 0 0,-1 0-1 0 0,0 1 1 0 0,1-1-1 0 0,-1 0 1 0 0,1 0 0 0 0,-1 0-1 0 0,1 0 1 0 0,0 0-1 0 0,-1-1 1 0 0,0-1 253 0 0,0 0-1 0 0,0-1 1 0 0,0 1-1 0 0,1 0 1 0 0,0 0-1 0 0,-1-1 1 0 0,1 1-1 0 0,1-6 1 0 0,-1 6 69 0 0,1 0 0 0 0,0 1 0 0 0,0-1 1 0 0,0 0-1 0 0,0 1 0 0 0,0-1 0 0 0,0 1 0 0 0,1-1 0 0 0,-1 1 1 0 0,1 0-1 0 0,0 0 0 0 0,0-1 0 0 0,0 1 0 0 0,0 1 0 0 0,2-4 1 0 0,-2 4-246 0 0,0 0 0 0 0,0 1 1 0 0,0-1-1 0 0,0 0 0 0 0,0 0 0 0 0,0 1 1 0 0,0-1-1 0 0,0 1 0 0 0,0 0 1 0 0,0 0-1 0 0,0-1 0 0 0,1 2 1 0 0,-1-1-1 0 0,0 0 0 0 0,0 0 0 0 0,0 0 1 0 0,0 1-1 0 0,0-1 0 0 0,0 1 1 0 0,0 0-1 0 0,2 1 0 0 0,12 5-193 0 0,-1 2 1 0 0,-1 0-1 0 0,0 0 0 0 0,25 23 0 0 0,-25-20-775 0 0,0-1-1 0 0,1 0 1 0 0,29 15-1 0 0,-35-22-239 0 0,1 0-1 0 0,17 4 1 0 0,-18-6 964 0 0,-1 0 0 0 0,1-1 0 0 0,0-1 0 0 0,0 1 0 0 0,0-2 0 0 0,0 1 0 0 0,0-1 0 0 0,0 0 0 0 0,17-5 0 0 0,6-4-3477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2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1 116 3224 0 0,'2'-20'8779'0'0,"1"7"-6584"0"0,-2 8-1235 0 0,1 0 0 0 0,0 1 0 0 0,1-1 0 0 0,3-5 0 0 0,-3 5-921 0 0,0 1 0 0 0,0 0 0 0 0,0 0 0 0 0,1 0 0 0 0,0 1 0 0 0,0-1 0 0 0,0 1 0 0 0,0 0 0 0 0,0 0 0 0 0,1 1 0 0 0,-1-1 0 0 0,1 1-1 0 0,0 0 1 0 0,0 0 0 0 0,0 0 0 0 0,10-1 0 0 0,-13 3-39 0 0,1 0 0 0 0,-1 0 0 0 0,1 0 0 0 0,-1 0 0 0 0,1 1 0 0 0,-1-1 0 0 0,1 1 0 0 0,-1 0 0 0 0,1 0 0 0 0,-1-1 0 0 0,0 2 0 0 0,1-1 0 0 0,-1 0 0 0 0,0 0 0 0 0,0 1 0 0 0,0-1 0 0 0,0 1 0 0 0,0 0 0 0 0,0 0 0 0 0,-1-1 0 0 0,1 1 0 0 0,2 5 0 0 0,1-1 0 0 0,-1 1 0 0 0,1 0 0 0 0,-2 0 0 0 0,1 0 0 0 0,-1 0 0 0 0,3 10 0 0 0,-4-9 0 0 0,-1 1-1 0 0,1-1 0 0 0,-1 1 0 0 0,-1-1 1 0 0,0 1-1 0 0,0 0 0 0 0,0-1 1 0 0,-1 1-1 0 0,-1 0 0 0 0,-2 9 1 0 0,-1-2 1 0 0,0 0 1 0 0,-1 0-1 0 0,-1-1 1 0 0,-11 20-1 0 0,8-24-1 0 0,9-12 0 0 0,5-8 0 0 0,0 4-9 0 0,-1 0-1 0 0,1 0 1 0 0,0 1 0 0 0,1-1-1 0 0,-1 1 1 0 0,1 0 0 0 0,0 0-1 0 0,0 0 1 0 0,0 1-1 0 0,0 0 1 0 0,1 0 0 0 0,0 0-1 0 0,-1 0 1 0 0,11-2 0 0 0,-11 4 0 0 0,0 0 0 0 0,-1 0 0 0 0,1 1 0 0 0,0-1 0 0 0,0 1 0 0 0,-1 1 1 0 0,1-1-1 0 0,0 1 0 0 0,0-1 0 0 0,-1 1 0 0 0,1 0 0 0 0,0 1 0 0 0,-1-1 1 0 0,0 1-1 0 0,1 0 0 0 0,-1 0 0 0 0,0 1 0 0 0,0-1 0 0 0,7 6 1 0 0,-1 1-323 0 0,-1 0 1 0 0,-1 0 0 0 0,1 0 0 0 0,-1 1 0 0 0,-1 1 0 0 0,0-1-1 0 0,-1 1 1 0 0,7 13 0 0 0,-5-5-894 0 0,0 2 0 0 0,-1-1 0 0 0,8 42 0 0 0,-13-54 1207 0 0,-1 0-1 0 0,0 0 1 0 0,-1 0-1 0 0,0 0 1 0 0,-2 15-1 0 0,2-21 76 0 0,0 1 0 0 0,-1 0 1 0 0,0 0-1 0 0,0 0 0 0 0,0-1 0 0 0,0 1 0 0 0,0 0 0 0 0,0-1 0 0 0,-1 1 0 0 0,1-1 1 0 0,-1 1-1 0 0,0-1 0 0 0,0 0 0 0 0,0 0 0 0 0,0 0 0 0 0,0 0 0 0 0,0 0 0 0 0,0 0 1 0 0,-4 2-1 0 0,-1-1-233 0 0,0 0 0 0 0,0-1 0 0 0,0 1 0 0 0,0-2 0 0 0,0 1 0 0 0,-1-1 0 0 0,-10 1 0 0 0,9-1-1495 0 0,-6 1-1928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4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 1840 0 0,'-17'-1'15161'0'0,"29"1"-11677"0"0,31 1-4309 0 0,-25 1 825 0 0,1 0 0 0 0,1 0 0 0 0,0-2 0 0 0,36-2 0 0 0,-26-4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4.9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25 2992 0 0,'-9'-14'9384'0'0,"9"14"-9295"0"0,3-2 825 0 0,0 0 1 0 0,0 1 0 0 0,1 0-1 0 0,-1 0 1 0 0,0 0 0 0 0,6-1-1 0 0,-5 2-800 0 0,-1 0-1 0 0,0 0 0 0 0,1 0 0 0 0,-1 0 1 0 0,0 1-1 0 0,4 0 0 0 0,56 15-333 0 0,64 13 439 0 0,-42-18-3985 0 0,-54-9 836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5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60 244 4492 0 0,'-9'-3'8763'0'0,"-3"2"-4727"0"0,10 2-3951 0 0,1-1-1 0 0,0 0 1 0 0,0 0-1 0 0,-1 0 1 0 0,1 0 0 0 0,0 0-1 0 0,0 0 1 0 0,0 0-1 0 0,-1 0 1 0 0,1-1 0 0 0,0 1-1 0 0,0 0 1 0 0,0-1 0 0 0,-1 1-1 0 0,1-1 1 0 0,0 1-1 0 0,0-1 1 0 0,0 1 0 0 0,0-1-1 0 0,0 0 1 0 0,0 0 0 0 0,0 1-1 0 0,0-1 1 0 0,0 0-1 0 0,1 0 1 0 0,-1 0 0 0 0,-1-1-1 0 0,1-3-84 0 0,-1 0 0 0 0,1 1 0 0 0,0-1 0 0 0,0 0 0 0 0,1 0 0 0 0,-1 0 0 0 0,1 0 0 0 0,0 0 0 0 0,1 0 0 0 0,-1 1 0 0 0,1-1 0 0 0,0 0 0 0 0,0 0 0 0 0,1 0 0 0 0,-1 1 0 0 0,3-6 0 0 0,4-8 0 0 0,1 1 0 0 0,18-29 0 0 0,-24 41 0 0 0,1 0 0 0 0,0 0 0 0 0,0 0 0 0 0,0 0 0 0 0,1 1 0 0 0,0-1 0 0 0,0 1 0 0 0,0 1 0 0 0,0-1 0 0 0,11-5 0 0 0,-15 8 0 0 0,0 0 0 0 0,0 1 0 0 0,0-1 0 0 0,1 1 0 0 0,-1-1 0 0 0,0 1 0 0 0,1-1 0 0 0,-1 1 0 0 0,0 0 0 0 0,1 0 0 0 0,-1-1 0 0 0,2 1 0 0 0,-2 1 0 0 0,0-1 0 0 0,0 1 0 0 0,0-1 0 0 0,0 1 0 0 0,-1 0 0 0 0,1-1 0 0 0,0 1 0 0 0,0 0 0 0 0,-1 0 0 0 0,1-1 0 0 0,0 1 0 0 0,-1 0 0 0 0,1 0 0 0 0,-1 0 0 0 0,1 0 0 0 0,-1 0 0 0 0,1 0 0 0 0,-1 1 0 0 0,7 15-84 0 0,-1 0-1 0 0,-1 0 1 0 0,-1 1 0 0 0,4 29-1 0 0,-5-17-241 0 0,-2 0-1 0 0,-1 30 1 0 0,-2-39-430 0 0,0 0 0 0 0,-1-1 1 0 0,-1 1-1 0 0,0-1 0 0 0,-2 0 0 0 0,-1 0 0 0 0,0 0 1 0 0,-1-1-1 0 0,-20 32 0 0 0,26-47 774 0 0,0-1-1 0 0,0 0 1 0 0,0-1 0 0 0,-1 1-1 0 0,1 0 1 0 0,-1-1 0 0 0,0 1 0 0 0,0-1-1 0 0,0 0 1 0 0,0 0 0 0 0,-4 2-1 0 0,6-4-21 0 0,-1 1-1 0 0,1-1 1 0 0,-1 1-1 0 0,0-1 1 0 0,1 0 0 0 0,-1 1-1 0 0,1-1 1 0 0,-1 0-1 0 0,0 0 1 0 0,1 0-1 0 0,-1 0 1 0 0,1-1-1 0 0,-1 1 1 0 0,0 0-1 0 0,1-1 1 0 0,-1 1 0 0 0,1-1-1 0 0,-1 1 1 0 0,1-1-1 0 0,-1 0 1 0 0,1 1-1 0 0,0-1 1 0 0,-1 0-1 0 0,1 0 1 0 0,0 0-1 0 0,0 0 1 0 0,-2-2 0 0 0,2 2 23 0 0,0 0 1 0 0,0 0 0 0 0,1 0 0 0 0,-1 0-1 0 0,0 0 1 0 0,1 0 0 0 0,-1 0 0 0 0,0 0-1 0 0,1 0 1 0 0,-1 0 0 0 0,1-1-1 0 0,0 1 1 0 0,-1 0 0 0 0,1 0 0 0 0,0 0-1 0 0,0-1 1 0 0,0 1 0 0 0,0 0 0 0 0,0 0-1 0 0,0-1 1 0 0,0 1 0 0 0,0 0 0 0 0,0 0-1 0 0,1 0 1 0 0,-1-1 0 0 0,0 1 0 0 0,1 0-1 0 0,-1 0 1 0 0,1 0 0 0 0,-1 0 0 0 0,1 0-1 0 0,0 0 1 0 0,-1 0 0 0 0,1 0 0 0 0,0 0-1 0 0,1-2 1 0 0,1 1 241 0 0,-1 0 1 0 0,0 0-1 0 0,1 0 0 0 0,0 0 0 0 0,-1 0 0 0 0,1 0 1 0 0,0 1-1 0 0,0-1 0 0 0,0 1 0 0 0,0 0 1 0 0,0 0-1 0 0,0 0 0 0 0,4-1 0 0 0,11 2 560 0 0,0 0-1 0 0,1 1 0 0 0,-1 0 1 0 0,0 2-1 0 0,32 8 0 0 0,36 5-1461 0 0,-76-15 670 0 0,0-1 0 0 0,0 0 0 0 0,0 0 0 0 0,0-1 0 0 0,0 0 0 0 0,17-5 0 0 0,3-2-55 0 0,-18 6 52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8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12 102 1612 0 0,'-11'-4'16753'0'0,"40"-15"-16281"0"0,0 1 0 0 0,36-16 0 0 0,-53 28-492 0 0,0 2 0 0 0,1 0-1 0 0,-1 0 1 0 0,1 1 0 0 0,0 1 0 0 0,0 0 0 0 0,0 1 0 0 0,0 0 0 0 0,13 1 0 0 0,35 6 8 0 0,23 1 104 0 0,-52-7-92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8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1380 0 0,'29'-7'7571'0'0,"-21"4"-5850"0"0,0 1-1 0 0,0 1 0 0 0,1-1 0 0 0,-1 1 0 0 0,14 0 0 0 0,-2 3-1507 0 0,29 7 0 0 0,-32-6-226 0 0,1 0 1 0 0,29 1-1 0 0,41-8-35 0 0,-56 2 96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9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 1512 0 0,'-19'181'13906'0'0,"1"-1"-9664"0"0,18-173-4242 0 0,-9 150-82 0 0,9-140 70 0 0,1 1 1 0 0,1-1 0 0 0,1 0 0 0 0,0 0 0 0 0,1 0 0 0 0,12 31 0 0 0,-9-25 129 0 0,-5-11-76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9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 1612 0 0,'-5'31'1712'0'0,"3"-14"-1624"0"0,0-2 705 0 0,2-3 182 0 0,0-2-975 0 0,0 0 3918 0 0,2 4-3918 0 0,1 10 3417 0 0,4 13-3417 0 0,0 11 3377 0 0,3 3-3377 0 0,-1-5 3768 0 0,-1-4-3768 0 0,2-4 0 0 0,2-8 0 0 0,-2 1-889 0 0,1-2 925 0 0,-3 0-485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9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0 2992 0 0,'-3'18'1229'0'0,"-8"78"4151"0"0,10-79-2861 0 0,1 0 0 0 0,3 16 0 0 0,3 23-763 0 0,-1-5-1397 0 0,16 66-1 0 0,-21-116-356 0 0,6 17-4 0 0,-5-17 3 0 0,-1-1 0 0 0,0 1 0 0 0,1 0 0 0 0,-1-1 0 0 0,0 1 0 0 0,1-1-1 0 0,-1 1 1 0 0,1 0 0 0 0,-1-1 0 0 0,1 1 0 0 0,0-1 0 0 0,-1 1 0 0 0,1-1-1 0 0,-1 1 1 0 0,1-1 0 0 0,0 0 0 0 0,-1 1 0 0 0,1-1 0 0 0,0 0 0 0 0,1 1 0 0 0,5-2 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8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3456 0 0,'13'11'8757'0'0,"3"-2"-4310"0"0,6 5-1447 0 0,7 10-3051 0 0,28 21 28 0 0,-50-40 34 0 0,0-1-1 0 0,0 0 1 0 0,0 0 0 0 0,1-1-1 0 0,-1 0 1 0 0,14 3-1 0 0,-19-5-10 0 0,1 0 0 0 0,-1-1 0 0 0,1 0 0 0 0,-1 0 0 0 0,1 0 0 0 0,3 0 0 0 0,2-3 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9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0 2304 0 0,'-12'14'14425'0'0,"4"-2"-11494"0"0,4-9-2931 0 0,4 1 0 0 0,2-3 0 0 0,1-2 0 0 0,4-1 0 0 0,2-1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9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1380 0 0,'16'3'13302'0'0,"-12"0"-14508"0"0,-2-2 1844 0 0,0 1 0 0 0,0 0-1 0 0,0 0 1 0 0,-1 0 0 0 0,1 1-1 0 0,-1-1 1 0 0,0 0 0 0 0,2 5-1 0 0,5 23 315 0 0,-7-14-1205 0 0,0 28-1 0 0,-7 67 235 0 0,2-47-2175 0 0,7 127 1 0 0,2-154 1366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50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3 688 0 0,'-22'7'12055'0'0,"18"-5"-10959"0"0,0 1-79 0 0,0 0 1 0 0,1 0-1 0 0,-1 0 1 0 0,-5 7-1 0 0,4-3-895 0 0,0 0 1 0 0,0 0-1 0 0,1 1 0 0 0,0-1 1 0 0,-3 10-1 0 0,5-10-122 0 0,0 0 0 0 0,0 0 0 0 0,1 0 0 0 0,0 0 0 0 0,0 0 0 0 0,1 0 0 0 0,0 0 0 0 0,0 1 0 0 0,2 6 0 0 0,-2-10 0 0 0,1 1 0 0 0,0-1 0 0 0,0 0 0 0 0,0 0 0 0 0,0 0 0 0 0,1 0 0 0 0,0 0 0 0 0,0 0 0 0 0,0 0 0 0 0,0 0 0 0 0,0-1 0 0 0,1 1 0 0 0,0-1 0 0 0,-1 1 0 0 0,1-1 0 0 0,4 3 0 0 0,-6-5 0 0 0,0-1 0 0 0,0 1 0 0 0,0 0 0 0 0,1 0 0 0 0,-1-1 0 0 0,0 1 0 0 0,0-1 0 0 0,0 1 0 0 0,0-1 0 0 0,1 0 0 0 0,-1 1 0 0 0,0-1 0 0 0,0 0 0 0 0,1 0 0 0 0,-1 0 0 0 0,0 0 0 0 0,1 0 0 0 0,-1 0 0 0 0,0 0 0 0 0,0 0 0 0 0,1 0 0 0 0,1-1 0 0 0,-1 0 0 0 0,-1 0 0 0 0,1 0 0 0 0,-1 0 0 0 0,1-1 0 0 0,-1 1 0 0 0,1 0 0 0 0,-1-1 0 0 0,0 1 0 0 0,1-1 0 0 0,-1 1 0 0 0,0-1 0 0 0,0 0 0 0 0,1-2 0 0 0,1-3 0 0 0,0-1 0 0 0,0 1 0 0 0,-1-1 0 0 0,0 0 0 0 0,2-15 0 0 0,-3 10-4 0 0,0 1 0 0 0,-1-1 0 0 0,0 0 0 0 0,-4-22 1 0 0,3 31-196 0 0,0 0 0 0 0,1 1 0 0 0,-1-1 0 0 0,0 1 0 0 0,-1-1 0 0 0,1 1 0 0 0,-1-1 1 0 0,1 1-1 0 0,-1 0 0 0 0,0 0 0 0 0,0 0 0 0 0,-1 0 0 0 0,1 0 0 0 0,0 0 0 0 0,-1 0 1 0 0,0 1-1 0 0,0-1 0 0 0,0 1 0 0 0,0 0 0 0 0,0 0 0 0 0,-3-2 0 0 0,5 4 17 0 0,0 0 0 0 0,0-1 0 0 0,0 1 0 0 0,0 0-1 0 0,0 0 1 0 0,0 0 0 0 0,0-1 0 0 0,0 1 0 0 0,0 0 0 0 0,0 0-1 0 0,0 1 1 0 0,0-1 0 0 0,0 0 0 0 0,0 0 0 0 0,0 0-1 0 0,0 1 1 0 0,0-1 0 0 0,1 0 0 0 0,-1 1 0 0 0,-1 0 0 0 0,0 0-2 0 0,0 0 1 0 0,1 1-1 0 0,-1-1 1 0 0,1 1-1 0 0,-1-1 1 0 0,1 1-1 0 0,-1 0 1 0 0,1-1-1 0 0,-1 3 1 0 0,-2 5 99 0 0,0-1 1 0 0,0 1-1 0 0,-2 12 0 0 0,5-17 150 0 0,-3 10-58 0 0,0 1 0 0 0,2 0 1 0 0,0-1-1 0 0,0 28 1 0 0,2-32-8 0 0,0 0 1 0 0,1 0-1 0 0,1 0 1 0 0,0 0-1 0 0,0-1 1 0 0,1 1-1 0 0,0-1 1 0 0,5 11 0 0 0,-8-18-1 0 0,1-1 0 0 0,0 1 1 0 0,0 0-1 0 0,0-1 0 0 0,0 1 1 0 0,0-1-1 0 0,0 0 0 0 0,0 1 1 0 0,0-1-1 0 0,1 0 1 0 0,-1 0-1 0 0,0 1 0 0 0,1-1 1 0 0,-1 0-1 0 0,1 0 0 0 0,0-1 1 0 0,-1 1-1 0 0,3 1 0 0 0,-2-2 3 0 0,-1 0-1 0 0,1 0 0 0 0,-1 0 1 0 0,1 0-1 0 0,-1 0 0 0 0,1 0 0 0 0,-1 0 1 0 0,1-1-1 0 0,-1 1 0 0 0,1 0 0 0 0,-1-1 1 0 0,1 0-1 0 0,-1 1 0 0 0,0-1 0 0 0,1 0 1 0 0,-1 1-1 0 0,2-2 0 0 0,1-2 8 0 0,1 0-1 0 0,-1 0 1 0 0,0-1-1 0 0,0 1 1 0 0,0-1-1 0 0,-1 0 1 0 0,1 0-1 0 0,-1 0 0 0 0,4-9 1 0 0,-4 5 4 0 0,0 1-1 0 0,0-1 1 0 0,-1 0 0 0 0,0 0 0 0 0,-1 0-1 0 0,1 0 1 0 0,-1-15 0 0 0,-2 17-8 0 0,1 1 1 0 0,-1-1 0 0 0,0 1-1 0 0,0-1 1 0 0,-1 1-1 0 0,0-1 1 0 0,0 1 0 0 0,0 0-1 0 0,-1 0 1 0 0,0 0 0 0 0,-5-7-1 0 0,7 12 53 0 0,0-1 1 0 0,0 1-1 0 0,1 0 0 0 0,-1 0 0 0 0,0 0 0 0 0,0 0 1 0 0,-1 0-1 0 0,1 0 0 0 0,0 0 0 0 0,0 0 0 0 0,0 0 0 0 0,0 1 1 0 0,-1-1-1 0 0,1 0 0 0 0,0 1 0 0 0,-1-1 0 0 0,1 1 0 0 0,-1 0 1 0 0,1-1-1 0 0,-1 1 0 0 0,1 0 0 0 0,0 0 0 0 0,-1 0 1 0 0,1 0-1 0 0,-1 0 0 0 0,1 0 0 0 0,-1 0 0 0 0,1 0 0 0 0,-1 1 1 0 0,1-1-1 0 0,-3 1 0 0 0,2 1 267 0 0,0-1 0 0 0,-1 0 0 0 0,1 1 0 0 0,0-1-1 0 0,0 1 1 0 0,0-1 0 0 0,0 1 0 0 0,1 0 0 0 0,-1 0 0 0 0,0 0 0 0 0,1 0 0 0 0,-1 0 0 0 0,1 0 0 0 0,0 1-1 0 0,0-1 1 0 0,0 0 0 0 0,-1 4 0 0 0,-1 4 401 0 0,0 1-1 0 0,-1 12 0 0 0,3-11-868 0 0,0 0-1 0 0,1 0 0 0 0,0 0 0 0 0,1 0 1 0 0,0 0-1 0 0,1 0 0 0 0,4 14 0 0 0,-6-25 183 0 0,0 1-1 0 0,1-1 1 0 0,-1 1 0 0 0,1-1-1 0 0,-1 0 1 0 0,1 1 0 0 0,0-1-1 0 0,0 0 1 0 0,0 1 0 0 0,0-1-1 0 0,0 0 1 0 0,0 0 0 0 0,0 0-1 0 0,0 0 1 0 0,0 0 0 0 0,0 0-1 0 0,1 0 1 0 0,-1 0 0 0 0,2 1-1 0 0,-1-2-176 0 0,-1 1-1 0 0,1-1 1 0 0,-1 0-1 0 0,1 0 1 0 0,-1 0-1 0 0,1 0 1 0 0,-1 0-1 0 0,1-1 1 0 0,-1 1-1 0 0,1 0 1 0 0,-1-1-1 0 0,0 1 1 0 0,1-1-1 0 0,-1 1 1 0 0,1-1-1 0 0,-1 1 1 0 0,0-1-1 0 0,0 0 1 0 0,1 0-1 0 0,1-1 1 0 0,7-7-4019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51.6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76 364 688 0 0,'-22'-13'10726'0'0,"10"2"-8044"0"0,8 7-1621 0 0,0 0 1 0 0,0-1 0 0 0,0 1 0 0 0,-5-10 0 0 0,7 10-1050 0 0,-1-1 0 0 0,1 0 0 0 0,0 0 1 0 0,0 0-1 0 0,1 0 0 0 0,-1-1 0 0 0,1 1 0 0 0,1 0 0 0 0,-1-1 1 0 0,1 1-1 0 0,-1 0 0 0 0,2-1 0 0 0,-1 1 0 0 0,0 0 0 0 0,1-1 0 0 0,0 1 1 0 0,1 0-1 0 0,-1 0 0 0 0,1 0 0 0 0,3-7 0 0 0,-3 7-12 0 0,1 0 0 0 0,0 0 0 0 0,0 0 0 0 0,1 0 0 0 0,0 0 0 0 0,-1 1 0 0 0,1 0 0 0 0,1 0 0 0 0,-1 0 0 0 0,1 0 0 0 0,-1 1 0 0 0,1-1 0 0 0,0 1 0 0 0,0 1 0 0 0,8-4 0 0 0,-9 4 0 0 0,0 1 0 0 0,-1 0 0 0 0,1 0 0 0 0,0 0 0 0 0,0 1 0 0 0,0 0 0 0 0,0-1 0 0 0,0 1 0 0 0,0 0 0 0 0,0 1 0 0 0,-1-1 0 0 0,1 1 0 0 0,0 0 0 0 0,0 0 0 0 0,0 0 0 0 0,-1 0 0 0 0,1 1 0 0 0,0-1 0 0 0,-1 1 0 0 0,0 0 0 0 0,1 0 0 0 0,-1 0 0 0 0,5 5 0 0 0,-3-2-86 0 0,0-1 1 0 0,0 1-1 0 0,-1 1 0 0 0,0-1 0 0 0,0 1 0 0 0,0 0 1 0 0,-1 0-1 0 0,1 0 0 0 0,-2 0 0 0 0,4 8 0 0 0,-3-5-365 0 0,-1 1-1 0 0,0 1 0 0 0,0-1 1 0 0,-1 0-1 0 0,0 0 1 0 0,-1 11-1 0 0,-3 11-1000 0 0,-1 0-1 0 0,-2 0 1 0 0,-12 39 0 0 0,16-65 1382 0 0,-13 49 74 0 0,1-5 10 0 0,-14 90 0 0 0,28-134 149 0 0,2-5 275 0 0,6-10 956 0 0,7-17 1323 0 0,35-111-205 0 0,-11-4-4171 0 0,-28 98 172 0 0,21-102-2811 0 0,18-58 4890 0 0,-43 189-457 0 0,-5 14 580 0 0,-3 9 1170 0 0,-40 191-3054 0 0,9-53-73 0 0,27-123 1254 0 0,-1 9 91 0 0,1 0-1 0 0,-2 32 1 0 0,7-56-70 0 0,0 0 1 0 0,0-1-1 0 0,1 1 1 0 0,0-1-1 0 0,0 0 0 0 0,1 1 1 0 0,0-1-1 0 0,1 0 0 0 0,0 0 1 0 0,0 0-1 0 0,0 0 1 0 0,1-1-1 0 0,5 8 0 0 0,-7-12-32 0 0,-1-1 0 0 0,1 0 0 0 0,0 0 0 0 0,0-1 0 0 0,-1 1-1 0 0,2 0 1 0 0,-1-1 0 0 0,0 1 0 0 0,0-1 0 0 0,0 1 0 0 0,1-1 0 0 0,-1 0-1 0 0,0 0 1 0 0,1 0 0 0 0,-1-1 0 0 0,5 2 0 0 0,-3-2 31 0 0,0 1-1 0 0,0-1 1 0 0,0-1 0 0 0,0 1 0 0 0,0 0 0 0 0,0-1 0 0 0,0 0-1 0 0,-1 0 1 0 0,1 0 0 0 0,4-2 0 0 0,3-2 570 0 0,0-1 1 0 0,-1 0 0 0 0,1-1-1 0 0,-1 0 1 0 0,-1-1 0 0 0,10-8-1 0 0,-14 11-291 0 0,2-1 78 0 0,0 0 1 0 0,0-1-1 0 0,-1 0 1 0 0,0 0-1 0 0,0-1 1 0 0,-1 1-1 0 0,9-17 1 0 0,-12 17-2368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51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5 208 1612 0 0,'-5'-23'16514'0'0,"9"20"-15507"0"0,-1 1-1162 0 0,26-22 234 0 0,1 2 0 0 0,1 0 0 0 0,0 2 0 0 0,2 2 0 0 0,0 1 0 0 0,2 1 0 0 0,67-21 0 0 0,-90 35-340 0 0,-1 0-606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58.52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93 72 455 194359 47506,'0'0'0'0'0,"-2"0"0"0"0,0 0 0 0 0,0 0 224 0 0,0 1 240 0 0,-1 0 456 0 0,0 0 656 0 0,-3 2 24 0 0,0 2 0 0 0,-2 2 64 0 0,0 1 112 0 0,0 1-160 0 0,0 0-232 0 0,1 1-208 0 0,1-2-280 0 0,1 0-120 0 0,1-2-144 0 0,1-1 8 0 0,1-1 32 0 0,0-1-336 0 0,0-2-48 0 0,1 0 256 0 0,0 0-112 0 0,0-1-152 0 0,1 0-48 0 0,0 0-48 0 0,0 0-24 0 0,0 0-88 0 0,0-1 0 0 0,0 1 88 0 0,2-4 16 0 0,2-3 0 0 0,0-1 0 0 0,0 0 0 0 0,0 0 0 0 0,1-1-24 0 0,1 0-24 0 0,1-1-64 0 0,1-2 16 0 0,1 1 0 0 0,-2 1-80 0 0,1-1 0 0 0,-1 1 64 0 0,1-1-64 0 0,-2 1 0 0 0,0 1 0 0 0,-1 2 0 0 0,-1 2 0 0 0,-1 3 0 0 0,0 2 64 0 0,-2 2-64 0 0,0 1 0 0 0,0-1 0 0 0,-1 0 0 0 0,0 0 0 0 0,0-2 0 0 0,0 1 0 0 0,0-1 0 0 0,0 5-496 0 0,0 3 240 0 0,1 1-5536 0 0,0 0-1104 0 0,1-2-2007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02.856"/>
    </inkml:context>
    <inkml:brush xml:id="br0">
      <inkml:brushProperty name="width" value="0.05" units="cm"/>
      <inkml:brushProperty name="height" value="0.3" units="cm"/>
      <inkml:brushProperty name="color" value="#008C3A"/>
      <inkml:brushProperty name="inkEffects" value="pencil"/>
    </inkml:brush>
  </inkml:definitions>
  <inkml:trace contextRef="#ctx0" brushRef="#br0">23 56 6911 214546 53652,'-1'-1'608'0'0,"-2"-1"-480"0"0,-1-2-128 0 0,1 1 208 0 0,-1 0 248 0 0,1-2 24 0 0,-1-3 16 0 0,4-3-424 0 0,5 1-888 0 0,2 1-7727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15.095"/>
    </inkml:context>
    <inkml:brush xml:id="br0">
      <inkml:brushProperty name="width" value="0.1" units="cm"/>
      <inkml:brushProperty name="height" value="0.6" units="cm"/>
      <inkml:brushProperty name="color" value="#008C3A"/>
      <inkml:brushProperty name="inkEffects" value="pencil"/>
    </inkml:brush>
  </inkml:definitions>
  <inkml:trace contextRef="#ctx0" brushRef="#br0">91 1 6911 209951 43197,'-2'0'608'0'0,"0"1"-480"0"0,-1 0-128 0 0,0 0 0 0 0,-2 3-1888 0 0,-3 7 1080 0 0,-3 4 808 0 0,-1 2 0 0 0,0 5-144 0 0,0 7-576 0 0,3 0 720 0 0,2-2 0 0 0,3-7-4087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05.059"/>
    </inkml:context>
    <inkml:brush xml:id="br0">
      <inkml:brushProperty name="width" value="0.05" units="cm"/>
      <inkml:brushProperty name="height" value="0.3" units="cm"/>
      <inkml:brushProperty name="color" value="#008C3A"/>
      <inkml:brushProperty name="inkEffects" value="pencil"/>
    </inkml:brush>
  </inkml:definitions>
  <inkml:trace contextRef="#ctx0" brushRef="#br0">31 6046 1839 196250 48152,'0'0'160'0'0,"-1"1"-160"0"0,1 0 400 0 0,-2 0 496 0 0,0 3 360 0 0,-1 2 480 0 0,-1 3 80 0 0,0 3 88 0 0,0-1-208 0 0,1 0-992 0 0,1-3 0 0 0,0-3 520 0 0,1-2-240 0 0,0-4-112 0 0,0-2-504 0 0,1 0-8 0 0,0 0 0 0 0,-1 1-120 0 0,2-4 184 0 0,-1-3-56 0 0,1-1-80 0 0,0 1-48 0 0,1-1-56 0 0,-1-1-24 0 0,1 0-16 0 0,0-1 24 0 0,0-2 24 0 0,2-2 24 0 0,-1 0-88 0 0,1 2 0 0 0,0-2 128 0 0,2-1 0 0 0,1-1-56 0 0,1 0-136 0 0,0 1 0 0 0,0 1 64 0 0,1-2 0 0 0,-1-1 0 0 0,2-3 0 0 0,-1-3 16 0 0,1-1 16 0 0,1-1-16 0 0,2-2-16 0 0,-1 3-64 0 0,-2 2-64 0 0,1 1 80 0 0,1-1 0 0 0,0-1-8 0 0,2-2-72 0 0,1-4 72 0 0,2-3 8 0 0,1-2-80 0 0,-2 2 64 0 0,3-4 0 0 0,1-4 0 0 0,3-5-64 0 0,2-2 64 0 0,1-2 32 0 0,2 0 56 0 0,-2 0-80 0 0,0 2-224 0 0,-2-1 88 0 0,-1-1 64 0 0,0 0 0 0 0,-1-2 0 0 0,0 0 0 0 0,1-1 0 0 0,1-1 152 0 0,-1 4 16 0 0,-2 5 8 0 0,0 0-88 0 0,2-3-376 0 0,0 0 136 0 0,-1 5 152 0 0,0-3 0 0 0,1-3 0 0 0,0 2 0 0 0,-3 3 0 0 0,0-1 0 0 0,2-4 0 0 0,3-4 0 0 0,1-4 0 0 0,2-4 0 0 0,-2 3 0 0 0,-2 6 0 0 0,-1 0 64 0 0,1-1-64 0 0,2-5 72 0 0,1-5-72 0 0,-2 4 64 0 0,-2 5 8 0 0,0 0 72 0 0,-1 4-72 0 0,-2 6-72 0 0,1 1-96 0 0,1-2 96 0 0,3-5 112 0 0,3-5-32 0 0,1-4-152 0 0,1-2-32 0 0,1-1 104 0 0,-1 1 0 0 0,-1 0 0 0 0,0-1 0 0 0,0 0 64 0 0,0-1 128 535 2,0 2 48-535-2,-2 6-120 0 0,-3 7-120 0 0,-4 6 0 0 0,-2 5 64 536-2,0 0-64-536 2,2-4-256 503 2,-1 1 152-503-2,0 3 104 506-2,-3 5 0-506 2,-3 5 0 0 0,1-2 0 0 0,2-3 0 0 0,1-3 64 0 0,5-10 128 547-1,5-9-88-32 3,3-6-104-515-2,2-4 0 0 0,1-1 0 0 0,0-1 0 516-1,-2 2-232-516 1,-1 4 136 0 0,-1 2 96 0 0,-1 2 0 514 8,0 0 0-514-8,0-1 0 508-5,0-1 0-508 5,0 0 0 0 0,1-2 0 506 4,-1-2 0-506-4,0-1 64 0 0,0 1-64 0 0,-3 3 0 0 0,-1 3 0 0 0,-2 5 0 500-8,-1 3 0-500 8,0 0 0 0 0,2-2 0 517 6,0 0 144-18-8,0 0-80-499 2,1 0-64 0 0,1 3 64 0 0,-1 0-64 0 0,-1 1 0 0 0,-1 3 0 520 0,-1 2-88-520 0,-1 3 8 0 0,-3 3 0 521-2,-2 6 80-521 2,-3 5 0 531 3,-3 6 0-531-3,-2 5 0 0 0,-3 3 0 0 0,-1 3 0 0 0,-1 2 0 521 2,-1 1 0-521-2,-1 0 0 0 0,1-1 0 0 0,0 0 0 0 0,1 0 0 0 0,-1 0 0 0 0,1-1-64 0 0,-1 0-168 0 0,0-2-248 0 0,-1 1-5720 0 0,0-1-1192 0 0,0 3-2127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05.755"/>
    </inkml:context>
    <inkml:brush xml:id="br0">
      <inkml:brushProperty name="width" value="0.05" units="cm"/>
      <inkml:brushProperty name="height" value="0.3" units="cm"/>
      <inkml:brushProperty name="color" value="#008C3A"/>
      <inkml:brushProperty name="inkEffects" value="pencil"/>
    </inkml:brush>
  </inkml:definitions>
  <inkml:trace contextRef="#ctx0" brushRef="#br0">41 106 1927 212212 50756,'0'0'168'0'0,"-1"1"-168"0"0,1-2 528 0 0,-1 1 680 0 0,-1 0 472 0 0,-1 1 648 0 0,1 0-56 0 0,-1 0-104 0 0,-3 3-136 0 0,-1 2-184 0 0,0-1-928 0 0,2 0-168 0 0,2-1 680 0 0,3 0-304 0 0,2-1-440 0 0,1-1-160 0 0,-1-1-216 0 0,6-1-56 0 0,3-3-64 0 0,2-2 0 0 0,0 0-104 0 0,-2-1 0 0 0,0 0 64 0 0,1-1-56 0 0,-1-1-32 0 0,2-1 32 0 0,1 0 0 0 0,1-1-16 0 0,0 1 0 0 0,0 0-80 0 0,-2 2 64 0 0,-1 2-64 0 0,-2 1 0 0 0,0 0 64 0 0,0 0-64 0 0,-1 0 0 0 0,0 0 0 0 0,0-1 64 0 0,0 1-64 0 0,1-2 64 0 0,-1 2-64 0 0,0 1 64 0 0,-1 0 0 0 0,-1 3-64 0 0,-3 1 64 0 0,0 3-64 0 0,-2 2 64 0 0,-2 3 8 0 0,-2 4-72 0 0,-3 2 0 0 0,-2 4 64 0 0,-2 2-64 0 0,-2 3 64 0 0,-1 2-64 0 0,0-1 0 0 0,2-3 0 0 0,1 1 0 0 0,0-1 64 0 0,2-1-64 0 0,0 1 64 0 0,1 2-64 0 0,0 2 64 0 0,2 1 0 0 0,0 2 0 0 0,2-1 8 0 0,-1 0 24 0 0,1 0-16 0 0,-1-5-80 0 0,2-3 64 0 0,-2-2 0 0 0,1 0-64 0 0,-2 1 64 0 0,0 1-64 0 0,0-2 64 0 0,0-2-64 0 0,0-2 0 0 0,-1 0 0 0 0,1-1 72 0 0,0-1-72 0 0,1-4 0 0 0,1-2 0 0 0,0-3 0 0 0,2-3 0 0 0,1-6-448 0 0,2-3-128 0 0,-1 0-23407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06.422"/>
    </inkml:context>
    <inkml:brush xml:id="br0">
      <inkml:brushProperty name="width" value="0.05" units="cm"/>
      <inkml:brushProperty name="height" value="0.3" units="cm"/>
      <inkml:brushProperty name="color" value="#008C3A"/>
      <inkml:brushProperty name="inkEffects" value="pencil"/>
    </inkml:brush>
  </inkml:definitions>
  <inkml:trace contextRef="#ctx0" brushRef="#br0">35 383 455 209672 51177,'0'0'0'0'0,"-1"0"0"0"0,0 0 880 0 0,-1 1 1176 0 0,-1-1 400 0 0,-3 1 536 0 0,-2 0-144 0 0,1 1-232 0 0,2-2-328 0 0,3-1-464 0 0,5-4-360 0 0,5-3-496 0 0,4-6-240 0 0,6-6-320 0 0,3-4-72 0 0,4-4-88 0 0,2-3-48 0 0,1-2-56 0 0,-1 2-72 0 0,-4 5-72 0 0,-1 2 96 0 0,0 2 0 0 0,0 2 0 0 0,0 1 0 0 0,0 1-32 0 0,-1 2 0 0 0,-1 3-64 0 0,-4 2 0 0 0,-2 3 0 0 0,0 2 0 0 0,-2 1 0 0 0,-2 2 0 0 0,0 1 0 0 0,-1 3 64 0 0,-2 2-64 0 0,0 2 0 0 0,-2 2 64 0 0,-1 0-64 0 0,-2 1 0 0 0,-1-1 64 0 0,0 1 8 0 0,-1-2-72 0 0,0 0 72 0 0,0-1-72 0 0,-1-1 64 0 0,1 3-64 0 0,0 4 64 0 0,-1 5-64 0 0,-1 4 88 0 0,-1 3-8 0 0,0 1-80 0 0,0 0 88 0 0,-1 1 8 0 0,0 0-96 0 0,0 0 96 0 0,-1 1 0 0 0,0 3 0 0 0,1 1 0 0 0,-1 3 16 0 0,1 2 40 0 0,0 0 8 0 0,0-1 16 0 0,0-2-16 0 0,1-4-88 0 0,1-6 0 0 0,-1-1 0 0 0,-1-1 8 0 0,0 0 0 0 0,0-2-80 0 0,1-2 0 0 0,2-5 0 0 0,3-8-376 0 0,4-6 144 0 0,2-4-9880 0 0,0-1-4999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17.781"/>
    </inkml:context>
    <inkml:brush xml:id="br0">
      <inkml:brushProperty name="width" value="0.1" units="cm"/>
      <inkml:brushProperty name="height" value="0.6" units="cm"/>
      <inkml:brushProperty name="color" value="#008C3A"/>
      <inkml:brushProperty name="inkEffects" value="pencil"/>
    </inkml:brush>
  </inkml:definitions>
  <inkml:trace contextRef="#ctx0" brushRef="#br0">69 6144 1375 197945 49505,'-3'5'576'0'0,"-2"3"456"0"0,0 1-504 0 0,-1 1 336 0 0,1 2 64 0 0,-1 0 8 0 0,0 4 808 0 0,0 0-976 0 0,0-1-8 0 0,1-1 664 0 0,1-3-784 0 0,0-3 0 0 0,2-2 0 0 0,0-2-48 0 0,0-3 560 0 0,1 0-56 0 0,0-1-80 0 0,1-1-64 0 0,0 0-64 0 0,1 0-96 0 0,4-4-136 0 0,4-3-104 0 0,3-2-144 0 0,0-4-64 0 0,2-4-88 0 0,-2-2-128 0 0,-2 1-32 0 0,0-4 64 0 0,0-2 0 0 0,2-2 0 0 0,-1-3-16 0 0,2-1-16 0 0,0 0-64 0 0,1-3 32 0 0,1 0 0 0 0,1-3-16 0 0,0-1 0 0 0,0 0-80 0 0,-1 4 0 0 0,-3 3 64 0 0,0 4-64 0 0,0-3 64 0 0,1-2 0 0 0,1 0-64 0 0,2-6 64 0 0,2-6 0 0 0,3-3 0 0 0,1-2 152 0 0,3-2 112 0 0,2-1-160 0 0,-2 4-312 0 0,-2 6 24 0 0,0 0 8 0 0,-2 3 112 0 0,-1 3 0 0 0,0-2 0 0 0,-1 0 0 0 0,-1 5 64 0 0,-3 2-64 0 0,-2 4 0 0 0,0 2 64 0 0,-1-1-64 0 0,0 0 0 0 0,1 0 72 0 0,3-4-72 0 0,2-6 72 0 0,1 0 8 0 0,0 1-80 0 0,0-1 80 0 0,0-1-16 0 0,-2 3-64 0 0,2-2 64 0 0,0-5-64 0 0,2-3 64 0 0,1-2-64 0 0,-2 1 64 0 0,-2 5-64 0 0,-1 1 0 0 0,0 3 0 0 0,-2 3 0 0 0,2-2 64 0 0,-1 1-64 0 0,0 2 0 0 0,-1 1 0 0 0,0 2 0 0 0,1-2 64 0 0,2-5-64 0 0,3-5 0 0 0,0-1 0 0 0,1-3 0 0 0,1-2 64 0 0,-2 1-64 0 0,-1 4 0 0 0,-2 4 0 0 0,-1 4 0 0 0,-1 0 0 513-2,2-2 0-513 2,1-2 0 497 7,3-4 0-497-7,0 2 0 0 0,-1 1 0 0 0,-1 0 0 534-1,2-3 0-21 1,1-3 0-513 0,-1 0 0 0 0,-3 4 0 0 0,-1 3 0 0 0,-4 2 0 0 0,1-1 0 0 0,-1 0 0 502 0,-2 2 64-502 0,-1 4-64 0 0,-1 2 0 0 0,0-2 0 515-5,3-6 0-515 5,2-7 0 0 0,4-10 0 0 0,4-7 0 0 0,3-4 0 0 0,2-3 64 512 3,1-2-64-512-3,-3 8 0 0 0,-3 8 0 0 0,-1 4 0 0 0,1 0 0 0 0,-2 3 0 0 0,-2 5 64 514 0,-3 5 0-514 0,2-2 0 0 0,1-2-64 0 0,0-2 0 0 0,1-1 64 0 0,1 0-64 0 0,3-6 168 0 0,3-6 152 0 0,1-3-256 515-3,-1 2-208-515 3,-3 7-16 512 5,0 2 0-512-5,0 0 160 506-6,1 0 0-506 6,-3 4 0 0 0,-2 5 0 0 0,-2 1 0 504 2,1-5 0 1-2,0-4 0-505 0,2-4 0 0 0,1-4 0 0 0,3-3 0 514 4,0-2 0-6-10,1 0 0 9 5,0 2 0-517 1,0 0 0 0 0,0 2 0 516 6,-1 2 0-516-6,-2 5 0 0 0,-2 7 0 0 0,-2 2 0 0 0,1-1 0 0 0,2-1 0 0 0,0-3 0 0 0,3 0 0 0 0,1-2 0 508-4,0-1 0-508 4,1-1 0 531-3,-1 1 0-531 3,-1 2 0 0 0,-4 4 0 0 0,-4 5 0 0 0,-4 7 0 495 4,-4 7 0-495-4,-4 4 0 0 0,-3 5 0 0 0,-2 4 0 0 0,-2 2 0 0 0,-1 1 0 0 0,1-1 0 498 1,0 1 0-498-1,2 0 0 0 0,1 0 0 0 0,1 0 0 0 0,0-1 0 0 0,2-1 0 0 0,1-1 0 0 0,1-1 0 0 0,2-3 0 0 0,1 0 0 0 0,-2 0 0 0 0,1 0 0 0 0,-1 0 0 0 0,-1 1 0 0 0,-1 3 0 0 0,-2 1 0 0 0,-1 3 0 0 0,-1 0 0 0 0,-1 1 0 0 0,-1 2 0 0 0,0 1 0 0 0,-1 1-168 0 0,0 1-128 499-2,-1 1 16-499 2,-4 4 8 0 0,-2 3 136 0 0,-2 0 56 0 0,-3 4-48 0 0,-3 3 64 0 0,-2 3-8 0 0,0-1 72 0 0,2 0 0 0 0,-1-1 0 0 0,-1 2 0 0 0,1 1 0 0 0,0-1 0 0 0,1 0 0 0 0,1 0 0 0 0,-2 2 0 0 0,0 2 0 0 0,0-2 0 0 0,0 3 0 0 0,-3 1 0 0 0,-1 1 0 508 2,1-2 0-508-2,1-3 0 0 0,0-2 0 0 0,-1 0 0 0 0,-1-1 0 0 0,-1-2 0 0 0,2-1 0 0 0,3-2 0 0 0,5-3 0 0 0,3-4 0 0 0,5-3 0 0 0,3-1 0 0 0,2-2 0 0 0,3-1 0 0 0,1-1 0 0 0,0 1 0 0 0,5-5 0 0 0,6-5 0 0 0,2-4 0 0 0,2-1 0 0 0,1-1 0 511 0,-1-1 0-511 0,2 0 0 0 0,-1-1 0 0 0,-1 1 64 0 0,-1 1-64 0 0,0-1 64 0 0,1-2 16 0 0,3-2 0 0 0,0-1 0 0 0,1 0 0 0 0,-4 2-80 0 0,1 2 80 0 0,-1 0 0 0 0,-1 3-16 0 0,-2 3 0 0 0,-4 3-64 0 0,-2 3 0 0 0,-2 3 64 0 0,-1 3-64 0 0,-2 3 0 0 0,0 3 64 0 0,0 1-64 0 0,1 2 0 0 0,-1 1 0 0 0,2 0 0 0 0,0 1 0 0 0,-1 0 0 0 0,0-1 64 0 0,0 1-64 0 0,-1-1 0 0 0,-1 3 0 0 0,0 1 0 0 0,-1 2 0 0 0,-1 2 64 0 0,0 0-64 0 0,-2 2 0 0 0,0 3 0 0 0,0 1 64 0 0,-1 1-64 0 0,1 2 64 511-4,-1 4 0-511 4,0 2 0 0 0,0 2 0 0 0,-1 3 32 0 0,0 1 0 0 0,-1 2-16 0 0,-1 2 0 0 0,-2-1 0 0 0,1-4 0 0 0,-1-5-80 0 0,1-2 96 0 0,-1-1 0 0 0,0-3 0 0 0,2-3-96 0 0,0-2 96 0 0,0 0-16 0 0,0-2 0 0 0,2-1 0 0 0,1-4 0 0 0,1-3-80 0 0,1-4 72 0 0,2-4-72 0 0,0-2 0 0 0,2-3 0 0 0,1-2 64 0 0,2-1-128 0 0,0 0-592 0 0,-1 2-88 0 0,-1 2-23983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20.609"/>
    </inkml:context>
    <inkml:brush xml:id="br0">
      <inkml:brushProperty name="width" value="0.1" units="cm"/>
      <inkml:brushProperty name="height" value="0.6" units="cm"/>
      <inkml:brushProperty name="color" value="#008C3A"/>
      <inkml:brushProperty name="inkEffects" value="pencil"/>
    </inkml:brush>
  </inkml:definitions>
  <inkml:trace contextRef="#ctx0" brushRef="#br0">3481 563 1375 254024 49409,'1'-1'128'0'0,"1"0"-128"0"0,0-2 160 0 0,1 1 192 0 0,2-1 408 0 0,2-1 592 0 0,1-1-32 0 0,1 0-88 0 0,1 0 24 0 0,-2-1 40 0 0,-1 0-160 0 0,-2 1-232 0 0,-2-1-304 0 0,-2 1-512 0 0,-1 0-16 0 0,-1-1 256 0 0,-2-2 272 0 0,-2-2-224 0 0,-2 0-376 0 0,0 1 0 0 0,-1 0 0 0 0,-1 1 128 0 0,0 2-24 0 0,0 0-8 0 0,0 0 0 0 0,-3-1 624 0 0,-2 0-336 0 0,-3-3 72 0 0,-2-2-456 0 0,-3-2 0 0 0,-3-3 168 0 0,-2-1-96 0 0,0 0 24 0 0,0 1-96 0 0,1 0 96 0 0,-2 0-96 0 0,0 0 96 0 0,-1 1-96 0 0,-6 1 192 0 0,-7-1 0 0 0,-2 1-96 0 0,3 3-96 0 0,-1 1 96 0 0,0 0 0 0 0,4 1-32 0 0,6 1-64 0 0,1-1 64 0 0,0-3-64 0 0,2 0 0 0 0,1-1 0 0 0,-3-1 0 0 0,-5-1 0 0 0,-2 1 0 0 0,0 1 0 0 0,-5 3 0 0 0,-2 3 0 0 0,1 3 0 0 0,-5 3 0 0 0,-7 2-72 0 0,-8 3 72 0 0,-7 2 0 0 0,-2-1-72 0 0,-1-1-32 0 0,1-2 40 0 0,3-2-104 0 0,2 0 48 0 0,8 1 40 0 0,6 1 8 0 0,2 3 0 0 0,-3 3 72 0 0,-4 4 0 0 0,-3 3 0 0 0,-2 2 0 0 0,0 0 0 0 0,6-2 0 0 0,8-3 0 0 0,3-2 0 0 0,-1 0 0 0 0,-1 0 0 0 0,-2 2 0 0 0,-4 3 0 0 0,-2 3 0 0 0,-1 2 64 0 0,1 2 112 0 0,3 1 80 0 0,2 0-128 0 0,2 1-64 0 0,2 0-64 0 0,3 0 0 0 0,3 2 0 0 0,1 2 0 0 0,0 2 0 0 0,1 4 0 0 0,-1 2 72 0 0,-1 3-8 0 0,5-3-64 0 0,4-3 112 0 0,4-3 72 0 0,4-2-96 0 0,4-4-88 0 0,1-2 64 0 0,0 2 64 0 0,1 1 0 0 0,-2 2 0 0 0,0 3-32 0 0,0 0 80 0 0,2-1 64 0 0,1 1-48 0 0,0 3-64 0 0,1 2 8 0 0,2 0 8 0 0,2 2 0 0 0,5-1 0 0 0,3 1 16 0 0,6-1 16 0 0,4 2 8 0 0,4 1 8 0 0,3 0-8 0 0,3-1-8 0 0,3-2-24 0 0,3-3-24 0 0,6-3-64 0 0,2-7 32 0 0,1-4-96 0 0,4-4 96 0 0,6-2 0 0 0,6 0 0 0 0,6 2-32 0 0,5 1 0 0 0,2 2 16 0 0,1 2 0 0 0,0 0-8 0 0,-5-2-72 0 0,-9-3 0 0 0,-2-3 0 0 0,2-3 64 0 0,6-2 0 0 0,3-3 16 0 0,4-1-16 0 0,-1-1 32 0 0,-6-1-96 0 0,1 2 0 0 0,1 0 64 0 0,-3 2 8 0 0,-7 0 8 0 0,1 0 0 0 0,1 1-80 0 0,3-2 64 0 0,4-1 32 0 0,9-3 40 0 0,7-4 8 0 0,8-2-8 0 0,6-1-8 0 0,2 1-64 0 0,0 0 8 0 0,-3 2-72 0 0,-4 0 72 0 0,-5 0-8 0 0,-5 0-64 0 0,-6-1 104 0 0,-3-1 32 0 0,-2-1-72 0 0,1-1-64 0 0,0-1 0 0 0,2-1 0 0 0,1-1 0 0 0,1-2 0 0 0,-2 0 0 0 0,-1 0 0 0 0,-2-2 0 0 0,-1 1 0 0 0,-3 1 64 0 0,-3-1 8 0 0,-5 2-72 0 0,-7 2 0 0 0,-3 0 64 0 0,0-2-64 0 0,3-1 64 0 0,1-3-64 0 0,3-2 0 0 0,0-2 0 0 0,-1-2 0 0 0,-3-1 64 0 0,0-1-64 0 0,-1-2 0 0 0,-2 0 0 0 0,-2-1 64 0 0,-4 0-64 0 0,-2-1 0 0 0,-4 0 0 0 0,-4-1 0 0 0,-3-3 0 0 0,-3-1 0 0 0,-3-1 0 0 0,-3-1 0 0 0,-2 0 0 0 0,-2-1 0 0 0,-2 2 0 0 0,-2 0 0 0 0,-2 1 64 0 0,-3 2 0 511 0,-4 2 0-511 0,-2 4-64 0 0,-2 5 0 509-2,-2 2 64-509 2,-1 4-64 0 0,-1 2 0 0 0,0 1 0 520-3,-1 2 64-520 3,0-1-64 0 0,4 1 0 0 0,5-2 0 0 0,7-2-456 0 0,4 1 208 0 0,4 3-8976 0 0,1 2-4543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46.238"/>
    </inkml:context>
    <inkml:brush xml:id="br0">
      <inkml:brushProperty name="width" value="0.1" units="cm"/>
      <inkml:brushProperty name="height" value="0.6" units="cm"/>
      <inkml:brushProperty name="color" value="#008C3A"/>
      <inkml:brushProperty name="inkEffects" value="pencil"/>
    </inkml:brush>
  </inkml:definitions>
  <inkml:trace contextRef="#ctx0" brushRef="#br0">3989 764 455 261157 47529,'3'-10'816'0'0,"3"-7"280"0"0,1-3-536 0 0,0-1-56 0 0,-2 0-16 0 0,0 2 0 0 0,-1 2 0 0 0,-2-1 352 0 0,-1-1-24 11-500,-1 0-504-11 500,0 1-24 0 0,-2 2 0 0 0,0 2 0 0 0,0 0-64-9-501,0 2-8 9 501,0 2-8 0 0,-2-2 152 0 0,0-1-224 0 0,-2 1 0 0 0,-1-1 0 0 0,-1 0 8 4-500,-2 1 0-4 500,-2 0 0 0 0,-2 0 0-3-500,-3-1-24 3 500,-9-3 104-2-500,-13-4 8 2 500,-6-1-112 0 0,-2 0 0 0 0,2 1 0 0 0,1 2-24 0 0,-4-2 80 0 0,-4-1-24 0 0,-5-2-24 0 0,-5-2 8 0 0,-5 1 8 0 0,-7-1-8 0 0,-10 1-40 0 0,-10 1 128 0 0,-12 3 120 0 0,-2 3-168 0 0,5 4-88 0 0,-7 4 40 0 0,-9 1 0 0 0,6 3-128 0 0,12 1 96 0 0,7 0 32 0 0,5 2-32 0 0,4 0-32 0 0,4 0-64 0 0,2 2 0 0 0,0 1 0 0 0,-1 2 0 0 0,-1 2 0 0 0,7 1 0 0 0,7 1 0 0 0,0 1 0 0 0,-6 5 0 0 0,2 0 64 0 0,5 2-64 0 0,-2 2 0 0 0,4 0 0 0 0,6 1 0 0 0,1 3 120 0 0,-1 2 136 0 0,0 4 0 0 0,1 2 0 0 0,2 2-56 0 0,7-1-136 0 0,7-3 0 0 0,1 3 0 0 0,-6 5 8 0 0,-7 8-8 0 0,-10 6 16 0 0,-6 5 8 0 0,-5 2 8 0 0,1 0 16 0 0,3-2 40 0 0,6-4-8 0 0,8-1 0 0 0,9-2 32 0 0,10-1 48 0 0,11-2 16 0 0,10-3-112 0 0,8-5 0 0 0,7-3 0 0 0,6-3-16 0 0,5 5 112 0 0,6 7 32 0 0,4 6 48 0 0,5 4-16-498 0,2 2-16 498 0,3 0 16-500-3,3-1 16 500 3,4-4 24 0 0,6-4 40 0 0,8-5 24 0 0,11-4 40-492-3,9-6-56-24 4,8-3-64 516-1,4-3-80 0 0,0-1-104 0 0,0 1 0 0 0,-6-2-64 0 0,-10-1 0-497 2,-2-1 0 497-2,2 0-64 0 0,5 1 0 0 0,5 0 96 0 0,7-2 0 0 0,8-3-96 0 0,9-3 88 0 0,11-3-24 0 0,-2-4 32 0 0,-8-3-96 0 0,2-3 88 0 0,4-2-8 0 0,4-3 0 0 0,-7 0 0 0 0,-13-1-80 0 0,-3 0 72 0 0,0-2-8 0 0,1-1 0 0 0,3-2-64 0 0,4-1 72 0 0,3-1 0 0 0,-1-1-72 0 0,-2-2 72 0 0,-2 0-72 0 0,-1-3 0 0 0,0-2 64 0 0,-1-1-64 0 0,-2-1 0 0 0,-5 0 0 0 0,-5-2 0 0 0,-7-1 0 0 0,-4-2 0 0 0,-9 0 0 0 0,-11 3 0 0 0,-4-2 0 0 0,-7 2 0 0 0,-6 1 0 0 0,-2-2 64 0 0,1-4-64 0 0,-2-5 0 0 0,-1-3 0 0 0,-5 1 0 0 0,-6 4 0 0 0,-3 0 0 0 0,-2 1 0 0 0,-1-1 0 0 0,1-2 0 0 0,1-3 0 0 0,1 1 0 0 0,-1 3 0 0 0,-1 4 0 0 0,-1 4 0 0 0,-1 1 0 0 0,-1 0 0 0 0,-2 4 0 0 0,-2 1 0 0 0,-3 4 0 0 0,-4-1 0 0 0,-3-1 64 0 0,-7-1-64 0 0,-5-1 0 507-1,-5 1 0 20 1,-6 0 0 8-3,-4 1 0-5 7,0 3 0-530-4,3 2 0 498 0,-1 2 0-498 0,2 1 0 0 0,3 1 0 0 0,3 1 0 0 0,2 0 0 0 0,0 0 0 0 0,-1-2 0 0 0,-1 0 0 0 0,0-1 0 0 0,2 1 0 0 0,4 1 64 0 0,2 1-64 0 0,2 1 0 0 0,3 0 0 0 0,2 1 0 0 0,2 1 0 0 0,2 1 0 0 0,1 0 0 0 0,1 1 0 0 0,1 1 0 0 0,1-1 0 0 0,1 1 0 0 0,-1 0 0 0 0,1 1 0 508-2,1 0 0-508 2,-1 1 0 0 0,0 0 0 0 0,-1 0 0 0 0,-1 0 0 0 0,-1 0 0 0 0,1 0 0 0 0,-1 0 0 1-500,0 0 0-1 500,0 0 0 0 0,-1 0 0 0 0,1 0 0 0 0,0 0 0 0 0,0 0 0 0 0,0 0 0 0 0,0 0 0 0 0,0 0 0 0-520,0 0 0 0 520,0 0 0 0 0,0 0 0 0 0,0 0 0 0 0,0 0 0 0 0,0 0 0 0 0,0 0 0 0 0,0 0 0 0 0,2 6-168 0 0,1 3 0 0 0,1 0-22383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1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1612 0 0,'10'-13'10566'0'0,"-9"12"-10086"0"0,18-6 5480 0 0,-16 6-6518 0 0,7-2 910 0 0,1 0 0 0 0,0 1-1 0 0,-1 1 1 0 0,21-1 0 0 0,45 5-655 0 0,-65-2 385 0 0,75 11-157 0 0,-55-7 212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1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2764 0 0,'17'-19'11410'0'0,"-6"19"-11410"0"0,2 0 3860 0 0,4 2-3924 0 0,2 0 1754 0 0,0 3-1762 0 0,3-2 144 0 0,2 1-72 0 0,-1-1 0 0 0,3 2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2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 2072 0 0,'10'-3'3191'0'0,"0"1"-897"0"0,-3 2-2294 0 0,3 0 2494 0 0,9 0-2494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2.3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 1152 0 0,'72'-1'9079'0'0,"0"-2"-4727"0"0,141-19-5893 0 0,-191 19 1008 0 0,64-10-4526 0 0,90-3 1 0 0,-135 16 4414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2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2532 0 0,'114'-6'11787'0'0,"-9"0"-7736"0"0,100-9-3138 0 0,2 13-6302 0 0,-68 7-2525 0 0,-33-1 4736 0 0,-62-3 1216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2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2992 0 0,'12'-4'954'0'0,"-4"3"682"0"0,-2-1-1636 0 0,-1 2 0 0 0,13-2 5527 0 0,3 0-5431 0 0,6 1 2931 0 0,4 1-2791 0 0,-2 0 3888 0 0,-1 1-3852 0 0,-5 3 524 0 0,-8-1-796 0 0,-2 2 0 0 0,1-1 0 0 0,-2-1 0 0 0,2 2-180 0 0,-1-3 360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3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1 219 2532 0 0,'12'-6'16186'0'0,"1"-12"-15321"0"0,-11 17-788 0 0,3-9-105 0 0,1 1 0 0 0,-1-1 0 0 0,-1 0 0 0 0,0-1 1 0 0,0 1-1 0 0,-1-1 0 0 0,0 1 0 0 0,-1-1 0 0 0,0 0 0 0 0,-1 0 0 0 0,0 0 0 0 0,-1 0 0 0 0,-1-17 0 0 0,-2-1-392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4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27 637 1380 0 0,'-14'-84'9957'0'0,"5"2"-4009"0"0,6 45-5156 0 0,2 0 0 0 0,6-54-1 0 0,19-52-2864 0 0,0 3-5117 0 0,-22 118 6220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2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5296 0 0,'24'-8'3207'0'0,"-9"2"-2923"0"0,1 5-228 0 0,-6-3 919 0 0,-7 3-975 0 0,4-1 2619 0 0,7 0 1935 0 0,6-3-4742 0 0,11 0-4 0 0,11-5 573 0 0,8-2-2214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4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98 285 1612 0 0,'-5'-14'2417'0'0,"0"0"1"0"0,1-1-1 0 0,-4-23 1 0 0,-3-46 5240 0 0,11 74-7440 0 0,-3-10-92 0 0,2 0-1 0 0,1 0 1 0 0,3-28-1 0 0,-3 48-139 0 0,0 0 0 0 0,0 0 1 0 0,0 0-1 0 0,0 0 0 0 0,0 0 0 0 0,0 0 0 0 0,0 0 0 0 0,0 0 1 0 0,-1 0-1 0 0,1 0 0 0 0,0 0 0 0 0,0 0 0 0 0,0 0 0 0 0,0 0 0 0 0,0 0 1 0 0,0 0-1 0 0,0 0 0 0 0,0 0 0 0 0,0 0 0 0 0,0 0 0 0 0,0 0 0 0 0,0 0 1 0 0,0 0-1 0 0,0 0 0 0 0,0 0 0 0 0,0 0 0 0 0,0 0 0 0 0,-1 0 0 0 0,1 0 1 0 0,0 0-1 0 0,0 0 0 0 0,0 0 0 0 0,0 0 0 0 0,0 0 0 0 0,0 0 0 0 0,0-1 1 0 0,0 1-1 0 0,0 0 0 0 0,0 0 0 0 0,0 0 0 0 0,0 0 0 0 0,0 0 1 0 0,0 0-1 0 0,0 0 0 0 0,0 0 0 0 0,0 0 0 0 0,0 0 0 0 0,0 0 0 0 0,0 0 1 0 0,0 0-1 0 0,0 0 0 0 0,0 0 0 0 0,0 0 0 0 0,0-1 0 0 0,-6 9 389 0 0,-6 12-9 0 0,-6 8-343 0 0,14-22-24 0 0,0 0 0 0 0,0 0-1 0 0,1 1 1 0 0,0 0 0 0 0,-4 9 0 0 0,7-15 0 0 0,0-1 0 0 0,0 0 1 0 0,0 0-1 0 0,0 0 0 0 0,0 1 0 0 0,0-1 1 0 0,0 0-1 0 0,0 0 0 0 0,0 0 0 0 0,0 0 1 0 0,0 1-1 0 0,0-1 0 0 0,0 0 0 0 0,0 0 1 0 0,0 0-1 0 0,0 1 0 0 0,0-1 0 0 0,0 0 1 0 0,0 0-1 0 0,0 0 0 0 0,0 0 0 0 0,0 0 1 0 0,0 1-1 0 0,1-1 0 0 0,-1 0 0 0 0,0 0 1 0 0,0 0-1 0 0,0 0 0 0 0,0 0 0 0 0,0 1 1 0 0,1-1-1 0 0,-1 0 0 0 0,0 0 0 0 0,0 0 1 0 0,0 0-1 0 0,0 0 0 0 0,1 0 0 0 0,-1 0 1 0 0,0 0-1 0 0,0 0 0 0 0,0 0 0 0 0,0 0 1 0 0,1 0-1 0 0,-1 0 0 0 0,0 0 0 0 0,0 0 1 0 0,0 0-1 0 0,1 0 0 0 0,-1 0 0 0 0,0 0 1 0 0,0 0-1 0 0,0 0 0 0 0,0 0 0 0 0,1 0 1 0 0,-1 0-1 0 0,0 0 0 0 0,0 0 0 0 0,0 0 1 0 0,0-1-1 0 0,1 1 0 0 0,-1 0 0 0 0,0 0 2 0 0,5-3 50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4.5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26 228 0 0,'-26'-11'14144'0'0,"24"8"-13196"0"0,-1-9 2790 0 0,7 14-3250 0 0,7 5-376 0 0,-9-5-110 0 0,7 4-2 0 0,0-1 0 0 0,0 0 0 0 0,1 0 0 0 0,-1-1 0 0 0,1-1 0 0 0,0 1 0 0 0,0-1 0 0 0,0-1 0 0 0,1 0 0 0 0,-1-1 0 0 0,0 0 0 0 0,18 0 0 0 0,2-2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4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 1612 0 0,'24'10'14968'0'0,"-6"-16"-10038"0"0,-4 0-6780 0 0,-12 5 1850 0 0,30-12-13 0 0,-31 12 13 0 0,0 1-1 0 0,1-1 1 0 0,-1 1-1 0 0,1 0 1 0 0,-1-1-1 0 0,1 1 0 0 0,-1 0 1 0 0,1 0-1 0 0,-1 0 1 0 0,1 0-1 0 0,-1 0 1 0 0,0 1-1 0 0,1-1 1 0 0,-1 0-1 0 0,1 1 0 0 0,-1-1 1 0 0,0 1-1 0 0,1-1 1 0 0,1 2-1 0 0,1 2 25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55.2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94 1612 0 0,'-8'4'119'0'0,"5"-4"940"0"0,0 1 0 0 0,-14 9 6356 0 0,12-6-6356 0 0,3-1-211 0 0,0-1 0 0 0,0 0 0 0 0,1 1 0 0 0,-1-1 0 0 0,1 1 0 0 0,-1 0 0 0 0,-1 3 0 0 0,2-3-705 0 0,0 1 0 0 0,0-1-1 0 0,1 0 1 0 0,-1 0 0 0 0,1 0 0 0 0,-1 0 0 0 0,1 4 0 0 0,0-5-160 0 0,0 0-1 0 0,0-1 1 0 0,1 1 0 0 0,-1-1-1 0 0,0 1 1 0 0,1 0-1 0 0,-1-1 1 0 0,1 1 0 0 0,-1-1-1 0 0,1 1 1 0 0,0-1 0 0 0,-1 1-1 0 0,1-1 1 0 0,0 0 0 0 0,0 0-1 0 0,0 1 1 0 0,0-1 0 0 0,0 0-1 0 0,0 0 1 0 0,1 0 0 0 0,-1 0-1 0 0,0 0 1 0 0,1 0 0 0 0,-1 0-1 0 0,0 0 1 0 0,1-1 0 0 0,-1 1-1 0 0,1 0 1 0 0,-1-1 0 0 0,1 0-1 0 0,0 1 1 0 0,-1-1 0 0 0,4 1-1 0 0,0-1 19 0 0,0 0 0 0 0,0 1-1 0 0,-1-1 1 0 0,1-1 0 0 0,0 1-1 0 0,0-1 1 0 0,0 0 0 0 0,0 0-1 0 0,-1 0 1 0 0,1-1 0 0 0,0 0-1 0 0,7-4 1 0 0,-9 4-6 0 0,-1 1 1 0 0,0-1-1 0 0,1 0 0 0 0,-1 0 0 0 0,0 0 0 0 0,0 0 1 0 0,0-1-1 0 0,-1 1 0 0 0,1-1 0 0 0,0 1 1 0 0,-1-1-1 0 0,0 1 0 0 0,1-1 0 0 0,-1 0 0 0 0,0 0 1 0 0,0 0-1 0 0,-1 0 0 0 0,1 1 0 0 0,-1-1 1 0 0,1 0-1 0 0,-1 0 0 0 0,0-4 0 0 0,0-1-457 0 0,-1 1-1 0 0,0-1 1 0 0,0 1 0 0 0,0-1-1 0 0,-1 1 1 0 0,0 0-1 0 0,0 0 1 0 0,-5-10 0 0 0,5 13 63 0 0,-1 0 0 0 0,1 0 0 0 0,0 1 0 0 0,-1-1 0 0 0,0 0 0 0 0,0 1 0 0 0,0 0 1 0 0,0 0-1 0 0,0 0 0 0 0,-1 0 0 0 0,1 0 0 0 0,-1 1 0 0 0,0-1 0 0 0,0 1 0 0 0,-6-3 1 0 0,9 5 414 0 0,-1 0 1 0 0,1-1-1 0 0,-1 1 1 0 0,0 0-1 0 0,1 0 1 0 0,-1 0-1 0 0,1 0 1 0 0,-1 0-1 0 0,1 1 1 0 0,-1-1-1 0 0,1 0 1 0 0,-1 1-1 0 0,1-1 1 0 0,-1 1 0 0 0,1-1-1 0 0,0 1 1 0 0,-1 0-1 0 0,1-1 1 0 0,0 1-1 0 0,-1 0 1 0 0,1 0-1 0 0,0 0 1 0 0,0 0-1 0 0,0 0 1 0 0,0 0-1 0 0,0 1 1 0 0,0-1-1 0 0,-1 3 1 0 0,-3 2 29 0 0,1 1-1 0 0,0 0 1 0 0,1 0 0 0 0,-4 10 0 0 0,3-3-15 0 0,0 1 1 0 0,0 0 0 0 0,2 0 0 0 0,0 0 0 0 0,1 0 0 0 0,0 1 0 0 0,1-1-1 0 0,3 19 1 0 0,-3-31-29 0 0,0 0-1 0 0,1 1 1 0 0,-1-1-1 0 0,1 0 0 0 0,0 0 1 0 0,0 0-1 0 0,1 0 1 0 0,-1 0-1 0 0,0 0 1 0 0,4 5-1 0 0,-4-8 4 0 0,-1 1 1 0 0,1 0-1 0 0,0-1 1 0 0,-1 1-1 0 0,1-1 0 0 0,0 1 1 0 0,-1-1-1 0 0,1 1 0 0 0,0-1 1 0 0,0 1-1 0 0,0-1 0 0 0,0 0 1 0 0,-1 1-1 0 0,1-1 0 0 0,0 0 1 0 0,0 0-1 0 0,1 0 0 0 0,-1 0 30 0 0,1 0 0 0 0,-1 0 0 0 0,1 0 0 0 0,-1-1 0 0 0,1 1 0 0 0,-1 0 0 0 0,1-1 0 0 0,-1 0 0 0 0,0 1 0 0 0,1-1 0 0 0,-1 0 0 0 0,0 1 0 0 0,2-3 0 0 0,2-1-67 0 0,-1 0 0 0 0,0 0 0 0 0,0 0 0 0 0,0-1 0 0 0,0 0 0 0 0,-1 1 0 0 0,0-2-1 0 0,0 1 1 0 0,4-9 0 0 0,-4 5 83 0 0,1 0 0 0 0,-1 0 0 0 0,-1-1 0 0 0,1 0-1 0 0,0-10 1 0 0,-3 13-105 0 0,1-1 0 0 0,-2 1 0 0 0,1-1 0 0 0,-1 1 0 0 0,0-1 0 0 0,-3-9 0 0 0,3 14 42 0 0,1 0 1 0 0,-1 0-1 0 0,0 1 1 0 0,0-1-1 0 0,-1 0 0 0 0,1 0 1 0 0,-1 1-1 0 0,1-1 1 0 0,-1 1-1 0 0,0-1 1 0 0,0 1-1 0 0,0 0 1 0 0,0 0-1 0 0,0 0 1 0 0,0 0-1 0 0,-1 0 1 0 0,1 0-1 0 0,-5-2 1 0 0,4 4 23 0 0,1-1 0 0 0,-1 0 0 0 0,0 1 0 0 0,1 0 0 0 0,-1-1 0 0 0,0 1 0 0 0,1 0 0 0 0,-1 1 0 0 0,0-1 0 0 0,1 0 0 0 0,-1 1 0 0 0,0-1 0 0 0,1 1 0 0 0,-1 0 0 0 0,1 0 1 0 0,-1 0-1 0 0,1 0 0 0 0,-1 0 0 0 0,1 1 0 0 0,0-1 0 0 0,0 1 0 0 0,0-1 0 0 0,0 1 0 0 0,0 0 0 0 0,-2 2 0 0 0,-2 2 32 0 0,1-1 0 0 0,0 1 0 0 0,1 1-1 0 0,-1-1 1 0 0,1 1 0 0 0,0 0 0 0 0,-4 10 0 0 0,5-9 21 0 0,1-1 1 0 0,0 1-1 0 0,0 0 1 0 0,-1 12-1 0 0,3-18-237 0 0,0 1 0 0 0,0-1 0 0 0,-1 1 0 0 0,2-1 0 0 0,-1 1 0 0 0,0-1 0 0 0,0 0 0 0 0,1 1 0 0 0,0-1 0 0 0,-1 1 0 0 0,1-1 0 0 0,0 0 0 0 0,0 1 0 0 0,0-1-1 0 0,0 0 1 0 0,1 0 0 0 0,-1 0 0 0 0,3 3 0 0 0,6 2-3209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01.554"/>
    </inkml:context>
    <inkml:brush xml:id="br0">
      <inkml:brushProperty name="width" value="0.1" units="cm"/>
      <inkml:brushProperty name="height" value="0.6" units="cm"/>
      <inkml:brushProperty name="color" value="#AB008B"/>
      <inkml:brushProperty name="inkEffects" value="pencil"/>
    </inkml:brush>
  </inkml:definitions>
  <inkml:trace contextRef="#ctx0" brushRef="#br0">435 779 5063 251520 44874,'0'0'448'0'0,"1"-1"-352"0"0,1-1-96 0 0,-1 1 672 0 0,1-2 944 0 0,2-3 192 0 0,4-6 232 0 0,3-5-248 0 0,3-5-376 0 0,1-4-104 0 0,-1-2-160 0 0,-2-2-152 0 0,-5 1-224 0 0,-5 1-136 0 0,-6 0-184 0 0,-4 3-40 0 0,-5 3-40 0 0,-7 2-72 0 0,-8 2-96 0 0,-2 3-104 0 0,-1 5-104 0 0,-3 2 0 0 0,-4 5 0 0 0,-3 5 0 0 0,1 2 0 0 0,5 3 0 0 0,2 3 0 0 0,1 4 0 0 0,1 6 0 0 0,3 6 136 0 0,3 1-16 0 0,6 0-8 0 0,4 4 80 0 0,3 5-48 0 0,5 4-8 0 0,4 0-8 0 0,5 0-64 0 0,5-5 32 0 0,7-6 64 0 0,5-5-64 0 0,6-7 40 0 0,4-6 8 0 0,4-6 0 0 0,4-7 0 0 0,0-6 0 0 0,0-5 0 0 0,-1-5-8 0 0,-4-6-8 0 0,-2-6 0 0 0,-4-5 0 0 0,-3-5-64 0 0,-4 0-64 0 0,-3 2 0 0 0,-2-1 0 0 0,0-1 0 0 0,0-4 0 0 0,1-6 0 0 0,2-4 88 0 0,2-4-24 0 0,1 0 32 0 0,0 3-240 0 0,-1 7 80 0 0,-4 10 64 0 0,-1 6 0 0 0,-3 4 0 0 0,-3 4 0 0 0,-3 4 0 0 0,-3 5 0 0 0,-2 4 0 0 0,-4 4 0 0 0,-3 6 0 0 0,-2 7 0 0 0,-1 8 0 0 0,-3 8 0 0 0,0 7 0 0 0,-1 7 0 0 0,1 6 0 0 0,1 5 0 0 0,2 3 0 0 0,0 5 0 0 0,0 6 0 0 0,1 5 0 0 0,1 2 0 0 0,2-7 0 0 0,3-10 0 0 0,3-6 0 0 0,3-5 0 0 0,4-5 152 0 0,5-4 40 0 0,6-6 72 0 0,5-5 96 0 0,7-6 136 0 0,4-4-136 0 0,4-6-192 0 0,3-6-8 0 0,2-4 0 0 0,0-5-80 0 0,-2-3-16 0 0,-2-3 0 0 0,-4-2-64 0 0,-6 0 0 0 0,-7 1 0 0 0,-7 3 0 0 0,-5 3 0 0 0,-4 0 0 0 0,-5 2 0 0 0,-3 1-256 0 0,-5 3-392 0 0,-1 3-9856 0 0,-1 2-5167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03.624"/>
    </inkml:context>
    <inkml:brush xml:id="br0">
      <inkml:brushProperty name="width" value="0.1" units="cm"/>
      <inkml:brushProperty name="height" value="0.6" units="cm"/>
      <inkml:brushProperty name="color" value="#AB008B"/>
      <inkml:brushProperty name="inkEffects" value="pencil"/>
    </inkml:brush>
  </inkml:definitions>
  <inkml:trace contextRef="#ctx0" brushRef="#br0">146 3154 455 235429 43872,'-1'0'0'0'0,"-2"1"0"0"0,-1-1 320 0 0,-1 0 384 0 0,-3 1-352 0 0,-1-2 320 0 0,-4 0 832 0 0,-2-1 208 0 0,-1-2 272 0 0,1 0 128 0 0,2 1 152 0 0,2 0-160 0 0,1 1-240 0 0,2 2-248 0 0,1 0-352 0 0,3 2-264 0 0,2 0-680 0 0,1 0 0 0 0,1-1-8 0 0,0 1-96 0 0,1-2 168 0 0,4 3-48 0 0,4 1-80 0 0,2 0-56 0 0,1 0-136 0 0,0-2-64 0 0,0 1 96 0 0,2-3-24 0 0,2-1 56 0 0,4-3 0 0 0,2-4-64 0 0,4-3 16 0 0,2-4 0 0 0,4-1 0 0 0,-2-1 0 0 0,-1 1-80 0 0,0 0 72 0 0,3 0-72 0 0,3 0 64 0 0,5-2-64 0 0,3 0 0 0 0,3 1 0 0 0,4 0 64 0 0,3-2-64 0 0,4 0 0 0 0,3-3 64 0 0,3-1-64 0 0,2-1 0 0 0,1-2 64 0 0,1-1-64 0 0,2 0 64 0 0,1 1-64 0 0,0 1 64 0 0,-1 1 0 0 0,0 0 0 0 0,3 0 0 0 0,3-2 0 0 0,6-4 0 0 0,5-2 0 0 0,2-1-64 0 0,-1 2 64 0 0,-2 2-64 0 0,-3 3 64 0 0,-3 2-64 0 0,-1 0 64 0 0,0-1-64 0 0,1 0 64 0 0,1-2-64 0 0,-6 1 0 0 0,-10 4 0 0 0,0 0 0 0 0,1-2 0 0 0,2-1 64 0 0,6-2 0 0 0,-4 0-64 0 0,-7 4 0 0 0,-1 0 0 0 0,3-1 64 0 0,-5 2-64 0 0,-5 2 64 0 0,1 0-64 0 0,-4 2 72 0 0,-3 1-72 0 0,4 0 72 512 3,4-2-72-512-3,6-3 72 0 0,11-5-72 0 0,10-5 0 0 0,7-3 64 522 3,4-1-64-522-3,2 2 64 519-1,-9 3-64-519 1,-10 5 0 519-5,-3 0 72-519 5,3-2-72 0 0,4-3 72 517 2,4-3 32-517-2,3-2 32 0 0,3-2-72 497 2,-5 3-64-497-2,-11 5-80 0 0,-1 2 80 0 0,2 1 0 0 0,-5 2 0 0 0,-8 5 0 0 0,0-1 0 0 0,4-1 64 514-5,7-1-64-514 5,4-2 0 525 5,4-1 0-525-5,6-2-72 512-2,-4 1 72-512 2,-7 1 0 512 5,1 0 0-512-5,4-3 0 0 0,4 0 0 1037-5,4 0 0-1037 5,-6 4 0 0 0,-10 3 0 0 0,-3 1 0 0 0,1 0 64 0 0,3-1 24 517-2,2-2 8-517 2,1-1-96 0 0,2-1 0 506 2,-6 2 0-506-2,-9 2 0 0 0,-1-1 0 0 0,3 0 0 514 1,4 0 0-514-1,3 0 0 0 0,2 0 0 0 0,1 2 64 0 0,-3 2 32 523 0,0 0 32-523 0,-2 2-64 0 0,-4 2-64 0 0,-1 0 0 531 0,-1-1 0-531 0,4-1 88 510 2,4-2-24-1-4,6-4 32-509 2,6-1-96 526 0,2 0 0-526 0,1 0 0 507 2,-2 3 72-507-2,-2-1 56 0 0,-10 3-64 0 0,-10 1-64 0 0,-2 1 0 514 2,-7 0 0-514-2,-6 2 0 0 0,1 0 0 0 0,4-1 0 0 0,2-1 0 502-4,-2 2 0-502 4,-6 2 0 0 0,-2 1 0 0 0,2-1 0 0 0,2-2 0 0 0,2-2 0 520-2,3-1 0-520 2,1 0 0 511 513,-3-1 0-511-513,-3 2 0 0 0,-6 1 0 504-1,-6 2 0-504 1,-7 2 0 0 0,-8 3-88 0 0,-7 2 88 0 0,-5 1 0 519 510,-5 2 0-519-510,-4 0 0 0 0,-2 1 0 0 0,-1 0 64 510 4,-3 1-64-510-4,0 0 0 0 0,0 0 0 0 0,1 1-272 514-7,0 1-472-514 7,-4-2-1152 526 3,-2-1 1096-12-6,0 0-8320-514 3,1 1-4335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04.247"/>
    </inkml:context>
    <inkml:brush xml:id="br0">
      <inkml:brushProperty name="width" value="0.1" units="cm"/>
      <inkml:brushProperty name="height" value="0.6" units="cm"/>
      <inkml:brushProperty name="color" value="#AB008B"/>
      <inkml:brushProperty name="inkEffects" value="pencil"/>
    </inkml:brush>
  </inkml:definitions>
  <inkml:trace contextRef="#ctx0" brushRef="#br0">315 1 3223 256022 48387,'-3'1'288'0'0,"-4"0"-288"0"0,-3 2-152 0 0,-2 0-336 0 0,-4 1 128 0 0,-7 2 208 0 0,-7 1 832 0 0,-5 2 1192 0 0,-1 2 56 0 0,2 0 24 0 0,2 2-80 0 0,5 1-104 0 0,6-1-176 0 0,6-2-912 0 0,6-1-8 0 0,5-1 560 0 0,4-1-168 0 0,7-1-24 0 0,5-1-16 0 0,8-1-104 0 0,6-2-160 0 0,7-2-136 0 0,6-2-184 0 0,6-2-80 0 0,5-4-104 0 0,3-2-48 0 0,3-3-80 0 0,-4 0-64 0 0,-2 0 64 0 0,-5 2-64 0 0,-7 1 0 0 0,-5 2 0 0 0,-1 1 64 0 0,2 0 0 0 0,-1 1 0 0 0,1 1-64 0 0,-4 0-64 0 0,-4 1 0 0 0,-1 0 64 0 0,-1 1 64 0 0,0-1-64 0 0,0 0-64 0 0,-3 1-88 0 0,-2 1 88 0 0,-6 2 0 0 0,-4 3 0 0 0,-6 2 64 0 0,-4 4-64 0 0,-5 3 64 0 0,-3 4-64 0 0,-3 3 0 0 0,-2 2 64 0 0,-2 1 0 0 0,-1 1 0 0 0,-1 1-64 0 0,-3 2 0 0 0,-3 1 64 0 0,-3 3 16 0 0,-3 3 8 0 0,1-1-88 0 0,3-3 96 0 0,0 1 0 0 0,2-1 32 0 0,1-2 16 0 0,1 0 88 0 0,3-2-48 0 0,1 0-56 0 0,1-2 0 0 0,0-2 0 0 0,2-1 0 0 0,1-3 0 0 0,1-2-64 0 0,4-2-64 0 0,2-2-7072 0 0,4-2-1440 0 0,1-3-2471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14.41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3446 107 4791 244221 39518,'1'0'424'0'0,"1"-2"-336"0"0,0-1-264 0 0,6-3-184 0 0,4-6 1272 0 0,5-4 8 0 0,1-2-72 0 0,0 2 72 0 0,-4 2-440 0 0,-3 4 0 0 0,-4 4 456 0 0,-4 2-72 0 0,-2 4-144 0 0,-3 2-248 0 0,0 0-24 0 0,-5 4-64 0 0,-5 2 8 0 0,-2 2-40 0 0,-4 1 0 0 0,0 0-200 0 0,0-2 0 0 0,-2 1 104 0 0,-2-1-184 0 0,0 1 0 0 0,-6 2 168 0 0,-8 4 80 0 0,-10 5 0 0 0,-5 2-32 0 0,-4 0 88 0 0,-4 3 80 0 0,-8 3-32 0 0,-7 3-48 0 0,-6 5-48 0 0,-9 5-56 0 0,-6 3-56 0 0,-9 5-88 0 0,-4 1-64 0 0,6-2-64 0 0,11-5 72 0 0,2-1 24 0 0,-4 2 48 0 0,-8 3 80 0 0,-8 4 104 0 0,-3 0 24 0 0,-1 0 16 0 0,-3 2-32 0 0,8-2-192 0 0,11-5 0 0 0,2 0 80 0 0,-3 3-96 0 0,-3 3 24 0 0,-1 1 24 0 0,2 0 24 0 0,1-1 40 0 0,2-1-120 0 0,9-6-120 0 0,11-7 0 0 0,6-4 72 0 0,3-4 56 0 0,3-2-64 0 0,2-3-64 0 0,2-2 0 0 0,3-3 0 0 0,7-2 88 0 0,9-5-24 0 0,12-5 32 0 0,14-5-96 0 0,16-4-368 0 0,11-3-96 0 0,4-1-21423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56.9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165 11 1799 231174 34784,'-1'-1'160'0'0,"-1"-1"-160"0"0,-1 0 0 0 0,1 1 0 0 0,0 0 0 0 0,-1 0 104 0 0,0 0-8 0 0,-1 0-8 0 0,-3 1 0 0 0,-3 1-168 0 0,-1 3 80 0 0,-2 3-80 0 0,-1 3 16 0 0,0 3 64 0 0,1 1-64 0 0,0 0-8 0 0,0 2 72 0 0,0 4-72 0 0,2 4 72 0 0,3-1-72 0 0,4-3-1759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57.31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203 16 1447 230297 34985,'-2'-2'64'0'0,"-2"-1"16"0"0,-3-1-80 0 0,-2 0 0 0 0,-3 2 0 0 0,-5 3 0 0 0,-7 8 0 0 0,-3 6 0 0 0,3 4 0 0 0,3 1 0 0 0,4 3-64 0 0,2 9 64 0 0,2 8 0 0 0,5 4 288 0 0,5-2-40 0 0,7-5-40 0 0,5-9-96 0 0,7-9-112 0 0,4-11-72 0 0,7-10 72 0 0,3-8-64 0 0,3-7-8 0 0,-3-1 72 0 0,-1-5-80 0 0,-2 0 80 0 0,-6 0-64 0 0,-4 1 64 0 0,-6 0-80 0 0,-6-1 16 0 0,-6 1 64 0 0,-6 1-64 0 0,-5 2-8 0 0,-3 5 72 0 0,-4 5-80 0 0,-1 5 80 0 0,-3 8-64 0 0,-2 8 64 0 0,-1 3-80 0 0,3 1-1447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11.26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2 177 1375 237242 43769,'0'0'128'0'0,"0"-1"-128"0"0,-1 0 328 0 0,1 0 432 0 0,0 0-376 0 0,0-1 208 0 0,1-1 688 0 0,0 0-632 0 0,0 1-248 0 0,6-2 288 0 0,6-2-248 0 0,7-1-376 0 0,8-1 24 0 0,10-3-88 0 0,11-3-232 0 0,10-4-376 0 0,7-3 296 0 0,6-3 312 0 0,0-3 0 0 0,-14 5-6023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11.4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1 208 2759 237727 41055,'1'-2'272'0'0,"2"-1"-272"0"0,1-3 0 0 0,2 1 752 0 0,2-2 1016 0 0,5-4-88 0 0,8-4-184 0 0,9-3-392 0 0,6-3-552 0 0,7-2-288 0 0,6 0-264 0 0,7 1-312 0 0,-1 2 80 0 0,5 2-248 0 0,-8 4-9143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11.55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1 229 5063 243018 38704,'2'-4'496'0'0,"1"-3"-496"0"0,1-1 0 0 0,1 0 768 0 0,4-2 976 0 0,6-4-24 0 0,10-5-88 0 0,11-4-400 0 0,14-3-568 0 0,11-1-472 0 0,10 0-664 0 0,-2 3-3040 0 0,-6 6-648 0 0,-15 5-1207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11.76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0 538 3223 243855 42172,'4'-2'288'0'0,"4"-4"-288"0"0,4-2 128 0 0,1-2 56 0 0,5-4 752 0 0,8-7 1096 0 0,11-8-200-1-527,9-4-360-1-554,10-4-456 2 1081,8-1-616 0 0,8 1-216 0 0,7 1-184 0 0,7 1 0 0 0,-4 3 0 0 0,-8 5 0 0 0,-4 2-256 0 0,-1 2-192 0 0,1 1-160 0 0,2 1-248 0 0,2 0 144 0 0,4-1 224 0 0,-3 1-2872 0 0,-15 3-1607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12.91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143 4678 4879 239740 34923,'-1'0'0'0'0,"-2"0"0"0"0,-1 0 0 0 0,-1 0 312 0 0,-2 1 560 0 0,-5 0 160 0 0,-8 1 160 0 0,-3 0-64 0 0,-1-1-104 0 0,4 0-136 0 0,5-1-272 0 0,8-1-120 0 0,6-1-152 0 0,6-1 24 0 0,7-2 48 0 0,5 0 56 0 0,6-1 88 0 0,4-1-88 0 0,7-2-176 0 0,7-1 0 0 0,7-3 8 0 0,6-3-40 0 0,6-3-56 0 0,4-4 64 0 0,5-2 32 0 0,8-4 16 0 0,10-3 32 0 0,10-2-8 0 0,9-4-8 0 0,8-4-32 0 0,9-6-80 0 0,11-6-16 0 0,13-8-16 0 0,8-5 16 0 0,6-3 16 0 0,6-3-8 0 0,8-1-8 0 0,10-4-32 0 0,11 0-48 0 0,12-2 32 0 0,8 0 48 0 0,5-4-16 0 0,7-2-32 0 0,-19 6-80 0 0,-26 10 0 0 0,-3 0 80 0 0,17-6-80 0 0,18-9-80 0 0,18-7 64 0 0,12-7 0 0 0,4-4 104 0 0,-20 8-56 0 0,-25 11 0 0 0,0-1 96 0 0,15-2-16 0 0,20-5 0 0 0,21-7 0 0 0,12-2-96 0 0,2 1-96 0 0,2 1 0 0 0,4 0 0 0 0,2 1 0 0 0,-2 2 0 0 0,-3 1 0 0 0,-5 0 0 517 5,-10 2 0 60-5,-7 1 0 494-5,-1 2 64-568 4,2 1 24-503 1,4 2 32 0 0,0 3 48 0 0,-2 1-88 1120 7,-25 8-80-472-13,-33 11 0-49 5,-16 3-88-63 1,-6 0 88-29 2,1-1-64-507-2,3-3 128 511-1,1 0 24 63 1,-6 2-88 553 4,-14 4 0-615-6,-19 6 0 4-1,-27 10 0-516 3,-28 10 0 505 1,-18 5 0-505-1,-13 5 0 0 0,-8 3 0 525 532,-8 3 0 531-12,-9 5 0-554-518,-9 4-160-496 502,-9 6-144 522-501,-9 4-8928-3-3,-6 1-4567-525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0.32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56 3455 236512 34623,'0'0'304'0'0,"0"-1"-240"0"0,0 0 48 0 0,0 0 144 0 0,1-2-32 0 0,0 0-32 0 0,1 0-72 0 0,0 0-56 0 0,-1 1 72 0 0,0 1 8 0 0,-1 0-48 0 0,0 1-32 0 0,0 0 24 0 0,0 0 40 0 0,0 0 0 0 0,0 0 8 0 0,0 0 160 0 0,0 0-136 0 0,0 0 0 0 0,0 1 16 0 0,0-1-112 0 0,1-5 0 0 0,1-2 32 0 0,-1 0 0 0 0,-1 1 40 0 0,0 1-8 0 0,-1 2-40 0 0,0 1-88 0 0,1 1 64 0 0,-1 0-64 0 0,0 1 0 0 0,1 0 0 0 0,0 0 64 0 0,0 0-64 0 0,0 0 0 0 0,0 1 0 0 0,0-1 0 0 0,6 0-688 0 0,3 1 320 0 0,0 0-480 0 0,-1-1-152 0 0,-3 3 432 0 0,-2 2 568 0 0,-1 0-3831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2.12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73 94 2807 238057 33895,'0'0'248'0'0,"0"0"-248"0"0,0 0 0 0 0,0 0 0 0 0,-1 0 0 0 0,1 0 80 0 0,0 0 0 0 0,0 0-80 0 0,0 0-1304 0 0,0 0 912 0 0,-6 0 816 0 0,-2 1 0 0 0,-3-1-48 0 0,1 1 48 0 0,0-1 88 0 0,2 0 0 0 0,1 0 0 0 0,2-1 8 0 0,2 0 24 0 0,1 0-16 0 0,1 0-32 0 0,0 1-128 0 0,2 0-184 0 0,3 3-96 0 0,3 1-16 0 0,2 2-72 0 0,-1 0 72 0 0,0-2-72 0 0,-1 0 0 0 0,-1-1 0 0 0,1 0 0 0 0,3-3 88 0 0,1-1-8 0 0,3-3 80 0 0,1-3 112 0 0,-1-2-40 0 0,-1-2-72 0 0,-3 1-80 0 0,-3-1-80 0 0,-3 1 0 0 0,-1 0 64 0 0,-3-1 8 0 0,-2 1-72 0 0,-3 0 0 0 0,-1 3 0 0 0,-1 1 0 0 0,-1 1 0 0 0,0 3 64 0 0,-1 2-64 0 0,1 1 0 0 0,1 2 0 0 0,-1 4 0 0 0,0 3 0 0 0,0 4 0 0 0,0 2-64 0 0,1 3 144 0 0,1-1-80 0 0,2 0-104 0 0,0-1 32 0 0,3 0 224 0 0,0-3-88 0 0,4-2-64 0 0,3-3 0 0 0,3-3 0 0 0,5-3 0 0 0,0-1-8903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3.39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2 104 455 238810 32674,'0'0'0'0'0,"0"0"0"0"0,0-1 0 0 0,-1 0 0 0 0,1 0 376 0 0,0-1-192 0 0,0 0 352 0 0,1-1 256 0 0,-1 0-104 0 0,1 0-152 0 0,0 1-272 0 0,-1 0-136 0 0,2-3 72 0 0,1-2-104 0 0,-1 0-32 0 0,1 2 0 0 0,-1 1 32 0 0,0 1-96 0 0,-1 2 80 0 0,1 0 64 0 0,-2 1 88 0 0,1 1-48 0 0,-1-1 0 0 0,0 0 160 0 0,0 1-40 0 0,-1-1 24 0 0,1 0 40 0 0,0 0-48 0 0,0 0-64 0 0,0 0-24 0 0,0 0-40 0 0,0 0-96 0 0,0 0-24 0 0,0 0 96 0 0,0 0 56 0 0,0 0-112 0 0,0 0 24 0 0,0 0 152 0 0,0 0-16 0 0,0 0-32 0 0,0 0 8 0 0,0 0 24 0 0,0 0-40 0 0,0 0-72 0 0,0 0 16 0 0,0 0 32 0 0,0 0 16 0 0,0 0 16 0 0,0 0-8 0 0,0 0-120 0 0,0 0 0 0 0,0 0 0 0 0,0-5-40 0 0,1-1-8 0 0,0 0-64 0 0,1 1 0 0 0,1 0 0 0 0,1 2 0 0 0,-1 0 64 0 0,0 1 0 0 0,-1 1 0 0 0,-1 1 0 0 0,0-1-64 0 0,-1 1 0 0 0,0 1 0 0 0,0-1 0 0 0,0 0 0 0 0,0 0 0 0 0,0 0 0 0 0,3-3 0 0 0,3-1 0 0 0,2-1 0 0 0,-1 2 0 0 0,0 2-7040 0 0,-3 0 2105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5.29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59 95 919 228027 35838,'0'0'80'0'0,"-1"-2"80"0"0,1 1 24 0 0,-1 0 0 0 0,-1 0 248 0 0,0 0-176 0 0,0 0 8 0 0,0 0 152 0 0,0 1-168 0 0,1 0-56 0 0,-3 6-64 0 0,0 5-64 0 0,0 1-64 0 0,0 0 0 0 0,2 0 0 0 0,1-1 160 0 0,1-1-96 0 0,2-2-64 0 0,2-2 96 0 0,2-3 32 0 0,3-3 0 0 0,0-2-32 0 0,2-3-32 0 0,0-2 8 0 0,0-1 0 0 0,-2-1 24 0 0,0-3 96 0 0,-3-2 168 0 0,-1-2 16 0 0,-4-2 40 0 0,-4 0-16 0 0,-4 1-16 0 0,-4 1-32 0 0,-2 3-40 0 0,-2 5-96 0 0,-1 5-144 0 0,0 6-72 0 0,1 5 0 0 0,3 5 0 0 0,4 2 0 0 0,4 1 0 0 0,5 0 0 0 0,4-1 0 0 0,5-1 0 0 0,4-3 0 0 0,4-3 0 0 0,2-3 0 0 0,0-4-64 0 0,1-4 64 0 0,-1-5 0 0 0,-2-4 64 0 0,-5-2-64 0 0,-3 0 88 0 0,-5 1-88 0 0,-3 1 160 0 0,-4 0 120 0 0,-3 0 16 0 0,-4 0 24 0 0,-2 3-80 0 0,0 1-176 0 0,1 3 0 0 0,0 2 0 0 0,1 4-144 0 0,1 1 80 0 0,1 3 0 0 0,2 2 0 0 0,2 0 0 0 0,2 0 0 0 0,0 0 80 0 0,2 0-80 0 0,0-1 0 0 0,1-1-80 0 0,0 1 80 0 0,-1-1 0 0 0,1 0 80 0 0,-1 0-176 0 0,-1-2 96 0 0,0-1 0 0 0,0-1 0 0 0,-1-1 184 0 0,1 0-8 0 0,-4-4-24 0 0,-2-3-88 0 0,1 0 0 0 0,0 0 0 0 0,1 0 32 0 0,0 0 96 0 0,2 0-96 0 0,0 0-24 0 0,1 0-72 0 0,0 2 0 0 0,0 2 64 0 0,1 0 0 0 0,-1 2 0 0 0,0 0-64 0 0,0 1 0 0 0,1 0 0 0 0,-4 4 0 0 0,-1 2 72 0 0,0 2-8 0 0,-1 1-64 0 0,-1 1 0 0 0,0 0-72 0 0,0-1 72 0 0,2-2 0 0 0,2-2 0 0 0,2-1 64 0 0,1-2-64 0 0,2-1 0 0 0,1-1 0 0 0,0 0 0 0 0,0 1 0 0 0,-1-1 0 0 0,0 0 0 0 0,-1 0 0 0 0,-1 0 0 0 0,5-1 0 0 0,1 1 0 0 0,0-1 0 0 0,-2-1 0 0 0,0 2 0 0 0,-2 1-4240 0 0,-1 0-2063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6.41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22 1 2287 236052 35556,'-1'0'200'0'0,"-2"1"-200"0"0,0-1 0 0 0,-1 1 0 0 0,0 0 0 0 0,1-2 0 0 0,1 1 0 0 0,1-1-2487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6.55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1903 235380 37648,'0'0'-1903'0'0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6.72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27 0 1495 234768 36333,'-2'1'128'0'0,"0"0"-128"0"0,-2 0 0 0 0,1 0 0 0 0,0 0 0 0 0,0 0 0 0 0,-1 0 0 0 0,0-1 0 0 0,2-1 0 0 0,2 0 0 0 0,2-1-1623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48.46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94 5592 2303 234660 34221,'-1'0'200'0'0,"-2"0"-200"0"0,1 0 392 0 0,-2 1 480 0 0,0 0-432 0 0,-1 0 8 0 0,-2 2 448 0 0,-1 1-448 0 0,-1 0-128 0 0,-1 2 256 0 0,0 0-288 0 0,1 1-56 0 0,2 0 208 0 0,0 0 32 0 0,3 1 48 0 0,1-2 48 0 0,3-2 56 0 0,1-1 56 0 0,1-1 88 0 0,2-2-48 0 0,0-1-64 0 0,0 0-40 0 0,-1 1-72 0 0,4-2-80 0 0,3 0-104 0 0,0 0-184 0 0,-1 0-24 0 0,0 0 136 0 0,1-1 24 0 0,1 0 40 0 0,1-1 8 0 0,0-1 8 0 0,2-2 8 0 0,-2 1-184 0 0,-1 1 0 0 0,0-1 192 0 0,1-1 16 0 0,3-1-72 0 0,3-2-96 0 0,1 0-48 0 0,3 0-56 0 0,1 0-64 0 0,-1 1-64 0 0,-2 2 0 0 0,0 1 64 0 0,1-1 0 0 0,2 1 0 0 0,2-1 8 0 0,3-1-72 0 0,2-1 72 0 0,2 1 0 0 0,0-1-72 0 0,3-1 72 0 0,-2 1-72 0 0,-3 1 72 0 0,1 0 8 0 0,0 0-16 0 0,3-1 32 0 0,4-1-96 0 0,3-2 0 0 0,3-1 0 0 0,1-2 96 0 0,0-2-32 0 0,1 0 32 0 0,0-1-96 0 0,-1 1 0 0 0,1 1 64 0 0,1 0-64 0 0,0 2 64 0 0,-1 2-64 0 0,-6 2 0 0 0,2-1 72 0 0,2-2-8 0 0,4-3-64 0 0,4-2 64 0 0,2-3 0 0 0,1-2 0 0 0,-1-1 0 0 0,-2 0-64 0 0,-2 0 0 0 0,-1 1 0 0 0,-2 2 64 0 0,-2 0-64 0 0,-1 2 64 0 0,2 1-64 0 0,2 0 64 0 0,5-2-64 0 0,5-2 64 0 0,3-2-64 0 0,1-1 0 0 0,-2-1 0 0 0,-1 1 64 0 0,-3 1-64 0 0,-2 2 64 0 0,-4 2-64 0 0,-2 1 64 0 0,0 1-64 506 4,0 2 0-506-4,1 1 0 0 0,1-1 64 0 0,-3 3-64 514 4,-4 1 0-514-4,0 1 0 0 0,3-1 0 0 0,1-1 64 0 0,3-1-64 0 0,2-2 0 0 0,3-3 0 0 0,4-4 0 0 0,2-3 0 0 0,2-1 64 0 0,1-1-64 0 0,0 1 0 510-1,-1 1 0-510 1,0 0 64 0 0,0 0-64 0 0,-7 3 0 0 0,-8 2 72 0 0,1 1-72 0 0,4-2 0 0 0,10-3 0 0 0,9-1 0 0 0,8-1 0 508-5,-2-1 0-508 5,-6 3 0 0 0,1-3 0 0 0,4-2 0 0 0,4-3 0 0 0,3-2 0 515 4,1-1 0-515-4,1 0 0 0 0,-1 1 0 0 0,-1 2 0 503-3,0 1 0-503 3,-2 2 0 0 0,-3-1 88 0 0,0 0 40 518-2,0 0-64-518 2,-1-1-136 0 0,0 1-32 0 0,3-2 104 0 0,5-2 0 0 0,6-5 64 0 0,-6 2 16 0 0,-9 3-80 0 0,-3 1 0 506 1,3 0 0-506-1,2-2 0 0 0,-2 1 0 0 0,-7 3 0 0 0,2-1 0 0 0,3-1 96 0 0,5-2 32 0 0,-5 2-64 0 0,-7 4-64 512 0,-2 2 0-512 0,3 0 0 0 0,5 0 0 0 0,6 0 0 518-1,8-2 0-518 1,7-4 0 0 0,-2 0 0 0 0,-5 1 0 515 4,3 0 0-515-4,-5 1 0 0 0,-5 4 0 0 0,2-1 0 0 0,9-3 0 0 0,6-3 0 511 0,4-3 0-511 0,2-1 0 0 0,-8 3 0 508-4,-13 5 0-508 4,-2 1 0 0 0,-7 2 0 0 0,-6 4 0 0 0,-5 2 0 0 0,-7 2 64 0 0,-2 2 0 0 0,-4 1 0 505 2,8-4 0-505-2,10-2-64 0 0,4-2 0 519 3,-3 2 0-519-3,4-1 0 0 0,8-3 0 515-1,13-4 0-515 1,0-1 0 0 0,-6 4 0 0 0,2 0 0 0 0,6 0 0 0 0,-3 2 0 0 0,-8 3 0 0 0,1-1-88 0 0,6-1 152 0 0,6-3-64 0 0,5-2 0 511-4,4-2 0-511 4,4 0 0 508 1,3-2 0-508-1,5-2 0 0 0,-2-1 0 513 0,1-1 0-13 4,0-1 0-500-4,1 0 64 0 0,-2-1-64 0 0,-1 0 0 0 0,6-3 72 0 0,10-2 24 522-4,7 0-96-522 4,3-1 0 0 0,3 1 0 0 0,1 2 0 502-1,2 0 0-498 516,0 0 0-4-515,-1 1 0-4 544,-1 0 0 520 550,-2-1 0-517 327,-2 1 0-5-94,-6 0 104 3-231,-7 0 32 3-1096,-2-2-72 0 0,6-4-136 0 0,7-4-32 516 1,-7 2 168-3-4,-13 4 0-513 3,-2 0-64-3 505,-8 4 0 3-505,-9 4 0 544 1,5-1 0-30 1,11-2 216-514-2,11-2-128 512 0,7-1-88-512 0,3-1-88-1 506,-1 1 88 509-500,-15 4 0-508-6,-11 4 0 522-4,-13 4 64-522 4,-8-1-64 512 1,-8 1 0-512-1,-10 0 0 0 0,-15 3 64 0 0,-14 5-64 0 0,-15 4 0 0 0,-11 4 0 0 0,-10 4 0 518 0,-8 3 0-518 0,-5 1 0 0 0,-4 2 0 0 0,-3 1-6200 0 0,-3 2-1256 526-1,2 1-2167-526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50.12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5222 65 2055 243611 35889,'0'-1'184'0'0,"3"-1"-184"0"0,1-1 144 0 0,-1 0-8 0 0,1-1 0 0 0,3-2 520 0 0,2-3 504 0 0,0-2 8 0 0,0 0-16 0 0,-4 2-72 0 0,-5 4-120 0 0,-6 4-72 0 0,-4 4-120 0 0,-5 3-48 0 0,-1 0-400 0 0,0 1 0 0 0,-1 0 272 0 0,-1 0-80 0 0,-1 0 24 0 0,-4 2 24 0 0,1-1-40 0 0,-1 1-56 0 0,-2 1-104 0 0,-3 2-168 0 0,-5 2 0 0 0,-5 3 0 0 0,-3 2 0 0 0,-4 2 0 0 0,-4 3 40 0 0,-4 2 56 0 0,-3 3 48 0 0,-5 4 56 0 0,-4 2-32 0 0,-6 4-48 0 0,-6 2-56 0 0,-4 0-64 0 0,-3 1 8 0 0,0-3 8 0 0,7-5-104 0 0,11-5 8 0 0,2-1 112 0 0,-3 2 8 0 0,-3 3 8 0 0,-4 2-48 0 0,4 0-128 0 0,3-3 0 0 0,-4 3 0 0 0,-10 3 8 0 0,-9 6 0 0 0,-11 5 24 0 0,-8 3 0 0 0,-7 4 32 0 0,-3 1-32 0 0,-1 1 0 0 0,2-1 0 0 0,1 2 32 0 0,4 0-40 0 0,3 1-8 0 0,-2 1-16 0 0,-5 4-64 0 0,-6 3 0 0 0,-2 2 64 0 0,-1 0-64 0 0,2-3 64 0 0,4-3-64 0 0,4-5 64 0 0,7-3 0 0 0,6-2 24 0 0,14-6-88 0 0,12-5 112 0 0,10-4-32 0 0,5-3-8 0 0,-6 6 0 0 0,-12 6 0 0 0,-6 7-8 0 0,-4 2 0 0 0,1 0 32 0 0,3-3 48 0 0,5-5-72 0 0,5-6-72 0 0,9-8 0 0 0,9-8 0 0 0,11-9 0 0 0,10-7 0-501-3,12-7 0 501 3,10-4 0-513 2,12-2 0 513-2,9-3-9088 0 0,4 0-4551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51.83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4 1463 230496 35536,'2'0'128'0'0,"4"-1"-128"0"0,2-1 0 0 0,0 1-1591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3:53.58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1441 1839 246150 37897,'1'-1'160'0'0,"3"-1"-160"0"0,2-1 336 0 0,3-3 408 0 0,8-4 200 0 0,12-7 272 0 0,10-6-72 0 0,7-4-128 0 0,6-4-184 0 0,4-1-248 0 0,4-1-80 0 0,3 0-120 0 0,2 0 0 0 0,1 1 0 0 0,3 0-80 0 0,1 1-120 0 0,2 1 24 0 0,1 1 48 0 0,1 0 48 0 0,1 0 80 0 0,-8 1-192 0 0,-9 3 32 0 0,0-2 232 0 0,5-4-72 0 0,5-3-128 0 0,5-2-64 0 0,-5 3-192 0 0,-7 4 96 0 0,-1 1 24 0 0,3-2 48 0 0,4-2-24 0 0,4-4-48 0 0,2-1-32 0 0,1-2-64 0 0,0 0 96 0 0,-5 3-16 0 0,-7 4-8 0 0,-2 3 72 0 0,3 2 0 0 0,2 0-72 0 0,2 0 24 0 0,-1 0 0 0 0,0 0-32 0 0,1-2 0 0 0,1-2 0 0 0,1-1 64 0 0,-3 2 0 0 0,-8 4-64 0 0,-10 5-64 0 0,-5 2-152 0 0,-4 2 88 0 0,-3 2 64 0 0,-4 2 0 0 0,-4 2 0 0 0,-6 3 0 0 0,-6 2-64 0 0,-7 3 0 0 0,-8 3 64 0 0,-7 2 0 0 0,-7 4 0 0 0,-6 3-64 0 0,-5 4 64 0 0,-6 3-64 0 0,-6 3-8 0 0,-7 5-40 0 0,-6 2-80 0 0,-6 4-88 0 0,-8 4-112 0 0,-13 6 80 497-3,-14 6 128-497 3,-14 3 32 0 0,-10 3 24 0 0,-4 0 64 0 0,-3 1 64 0 0,-2 0 64 0 0,-4 1-64 0 0,-2-2 0 0 0,5-4 0 0 0,9-6-64 0 0,12-6 64 0 0,18-6 64 0 0,19-8-64 0 0,13-3 0 0 0,9-2 0 0 0,7-3 0 0 0,7 0 0 0 0,-2-1 0 0 0,-2 2-80 0 0,-4 2 80 0 0,-3 1 0 0 0,0-1 0 0 0,0 0 0 0 0,4-1 0 0 0,3-2 0 0 0,4-2 0 0 0,5-1-80 0 0,4-3-16 0 0,6-1 96 0 0,5-3 0 0 0,5-3 0 0 0,5-2 0 0 0,4-2 0 0 0,9-3 0 0 0,5-3 0 0 0,3 0 0 0 0,7-2 0 0 0,7-2 0 0 0,6-2 0 0 0,10-3 0 0 0,5-2-64 0 0,5-2 64 0 0,12-5 0 0 0,18-5 0 0 0,22-7 0 0 0,7 0 0 0 0,-2-1 0 0 0,-6 2 0 0 0,-9 1 0 0 0,4-5 0 0 0,10-7 0 0 0,-5-1 0 0 0,-10 3 0 0 0,-12 5 0 0 0,-14 5 0 0 0,-5 2 0 0 0,-10 3 0 0 0,-11 4 0 0 0,-5 1-184 0 0,-6 0-440 0 0,-8 3-448 0 0,-8 4-632 0 0,-10 6-4016 0 0,-6 5 1825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12.61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1351 233917 30944,'0'0'120'0'0,"0"1"-1591"0"0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21.05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10 2 2303 236284 38842,'-1'0'200'0'0,"0"-1"-200"0"0,-1 1-88 0 0,1 0-216 0 0,0 0 144 0 0,0 0 0 0 0,0 1 160 0 0,0-1 0 0 0,1 1 0 0 0,-1-1-1791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5:44:24.69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3083 22770,'8179'-3082'0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27.077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212 64 5983 209994 55184,'0'-1'536'0'0,"-2"-1"-432"0"0,0-2 280 0 0,-1 1 64 0 0,0-1 0 0 0,-2-2 1008 0 0,-4-2 784 0 0,-6-2-48 0 0,-3 0-128 0 0,-2 1-216 0 0,-1 4-312 0 0,1 3-320 0 0,2 4-432 0 0,2 4-192 0 0,1 3-264 0 0,2 4-104 0 0,2 2-224 0 0,3 1 64 0 0,1 1-64 0 0,3 2 64 0 0,2 0-64 0 0,3-3 0 0 0,3-1 72 0 0,4 0 16 0 0,5-3-8 0 0,5-2 0 0 0,6-2 0 0 0,5-3 0 0 0,4-1 0 0 0,3-2 0 0 0,3 0 0 0 0,1 0-8 0 0,2 0-8 0 0,0 1 0 0 0,1 0 0 0 0,2 0 0 0 0,0-1-64 0 0,-2-1 64 0 0,-4 0-64 0 0,-5-1 64 0 0,-7 1 0 0 0,-7 2 80 0 0,-8 2 16 0 0,-7 2-80 0 0,-4 1-80 0 0,-6 2 64 0 0,-4 4 0 0 0,-4 3 32 0 0,-4 4 0 0 0,-2 2-24 0 0,-2 1-72 0 0,-1 2 72 0 0,-2 1-8 0 0,-2 2-64 0 0,-2 1 64 0 0,-2 1-64 0 0,1 2 0 0 0,2-3 64 0 0,5-5-64 0 0,3-2 64 0 0,4-2-64 0 0,4-4 0 0 0,2-4 0 0 0,4-5 0 0 0,3-5 0 0 0,2-5 0 0 0,3-4 0 0 0,0-4-248 0 0,1-2-968 0 0,-1 2-22175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51.3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 6553 0 0,'5'-2'0'0'0,"-1"0"241"0"0,-3 1-241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54.8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366 86 6553 0 0,'-1'-3'22'0'0,"-1"0"-1"0"0,0 0 0 0 0,0 0 1 0 0,0 0-1 0 0,0 1 0 0 0,0-1 1 0 0,-1 1-1 0 0,1-1 0 0 0,-1 1 1 0 0,1 0-1 0 0,-5-3 0 0 0,-35-19-63 0 0,39 23 52 0 0,-2-2 26 0 0,0 0-1 0 0,0 1 0 0 0,-1 0 0 0 0,0 0 1 0 0,1 0-1 0 0,-1 1 0 0 0,0-1 1 0 0,0 2-1 0 0,1-1 0 0 0,-1 0 0 0 0,0 1 1 0 0,-12 1-1 0 0,13 1 81 0 0,0-1-1 0 0,0 0 1 0 0,0 1-1 0 0,0 0 1 0 0,0 0-1 0 0,0 1 1 0 0,1-1-1 0 0,-1 1 1 0 0,1 0-1 0 0,0 0 1 0 0,-1 1-1 0 0,1-1 1 0 0,1 1-1 0 0,-6 5 1 0 0,-1 3 150 0 0,0 1 0 0 0,1-1 0 0 0,0 1 0 0 0,1 1 0 0 0,1-1 0 0 0,-9 23 0 0 0,15-32-183 0 0,0 1 0 0 0,0 0 1 0 0,0 0-1 0 0,1 0 0 0 0,0 0 1 0 0,0 0-1 0 0,0-1 0 0 0,0 1 1 0 0,1 0-1 0 0,0 0 1 0 0,2 6-1 0 0,-2-7-18 0 0,0 0 0 0 0,1 0 0 0 0,-1 0 0 0 0,1-1 0 0 0,0 1 0 0 0,0-1 0 0 0,0 1 0 0 0,0-1 0 0 0,1 0 0 0 0,-1 0 0 0 0,1 0 0 0 0,0 0 0 0 0,0 0-1 0 0,4 2 1 0 0,-5-4-19 0 0,0 0-1 0 0,0 0 0 0 0,0 0 0 0 0,0 0 0 0 0,0-1 0 0 0,1 1 1 0 0,-1 0-1 0 0,0-1 0 0 0,1 0 0 0 0,-1 1 0 0 0,0-1 0 0 0,0 0 1 0 0,1 0-1 0 0,-1-1 0 0 0,0 1 0 0 0,1 0 0 0 0,-1-1 0 0 0,0 1 1 0 0,0-1-1 0 0,4-2 0 0 0,3-1 68 0 0,-1 0 0 0 0,0-1 1 0 0,14-11-1 0 0,-7 5-304 0 0,-3 2 87 0 0,-1-2-1 0 0,1 1 1 0 0,-2-2-1 0 0,0 1 1 0 0,0-1 0 0 0,-1-1-1 0 0,-1 0 1 0 0,0 0-1 0 0,7-15 1 0 0,-13 23 65 0 0,0 0-1 0 0,0 0 1 0 0,-1 0-1 0 0,1 0 1 0 0,-1 0 0 0 0,0 0-1 0 0,0 0 1 0 0,-1 0-1 0 0,0-1 1 0 0,0 1 0 0 0,-1-8-1 0 0,1 11 26 0 0,0 0 1 0 0,-1 0-1 0 0,0 0 0 0 0,1 0 0 0 0,-1 0 0 0 0,0 0 1 0 0,0 0-1 0 0,0 0 0 0 0,0 0 0 0 0,0 0 0 0 0,0 1 1 0 0,-1-1-1 0 0,1 0 0 0 0,-1 1 0 0 0,1-1 0 0 0,-1 1 1 0 0,0-1-1 0 0,1 1 0 0 0,-1 0 0 0 0,0 0 0 0 0,0 0 1 0 0,0 0-1 0 0,0 0 0 0 0,0 0 0 0 0,0 1 0 0 0,0-1 1 0 0,0 0-1 0 0,0 1 0 0 0,0 0 0 0 0,-3-1 0 0 0,-3 1 114 0 0,0 0-1 0 0,0 0 0 0 0,0 1 0 0 0,0 0 1 0 0,0 1-1 0 0,0-1 0 0 0,0 1 0 0 0,0 1 1 0 0,1 0-1 0 0,-10 4 0 0 0,-3 4 216 0 0,-1 0 0 0 0,-23 18 0 0 0,32-20-99 0 0,1 0-1 0 0,0 1 1 0 0,0 0-1 0 0,-14 18 0 0 0,21-24-154 0 0,1 1 0 0 0,0-1 0 0 0,0 1 0 0 0,0-1 0 0 0,1 1 0 0 0,0 0 0 0 0,0 0 0 0 0,0 0 0 0 0,0 0 0 0 0,1 1 0 0 0,0-1 0 0 0,0 0 0 0 0,0 0 0 0 0,1 1 0 0 0,0 8 0 0 0,0-12-37 0 0,0 0-1 0 0,1-1 1 0 0,-1 1 0 0 0,1 0 0 0 0,-1 0 0 0 0,1-1 0 0 0,-1 1 0 0 0,1-1 0 0 0,0 1 0 0 0,0 0 0 0 0,0-1 0 0 0,0 0 0 0 0,0 1 0 0 0,0-1 0 0 0,0 0-1 0 0,1 1 1 0 0,-1-1 0 0 0,3 2 0 0 0,-1-2 12 0 0,-1 1 0 0 0,1-1 0 0 0,0 0 0 0 0,1 1 0 0 0,-1-1-1 0 0,0-1 1 0 0,0 1 0 0 0,0 0 0 0 0,5-1 0 0 0,2 1 80 0 0,-1-1 0 0 0,0-1 0 0 0,1 0 0 0 0,-1 0 0 0 0,0-1 0 0 0,11-3 0 0 0,-9 1-142 0 0,0 0 0 0 0,0-1 1 0 0,0 0-1 0 0,0-1 0 0 0,-1 0 0 0 0,0-1 1 0 0,-1 0-1 0 0,1 0 0 0 0,14-16 1 0 0,-20 18-60 0 0,1-1 1 0 0,0 1 0 0 0,-1-1 0 0 0,0-1 0 0 0,0 1 0 0 0,-1 0 0 0 0,0-1 0 0 0,0 0 0 0 0,-1 0 0 0 0,1 0 0 0 0,-1 0-1 0 0,-1 0 1 0 0,1 0 0 0 0,-1 0 0 0 0,-1-1 0 0 0,0-14 0 0 0,0 20 57 0 0,0 0 0 0 0,0 0-1 0 0,0-1 1 0 0,-1 1 0 0 0,1 0 0 0 0,-1 0-1 0 0,0 0 1 0 0,1 0 0 0 0,-1 0 0 0 0,0 0 0 0 0,0 0-1 0 0,0 0 1 0 0,-1 0 0 0 0,1 0 0 0 0,0 0 0 0 0,-1 0-1 0 0,1 1 1 0 0,-1-1 0 0 0,-2-1 0 0 0,3 2 36 0 0,-1 1 1 0 0,1-1-1 0 0,-1 1 1 0 0,1-1-1 0 0,-1 1 1 0 0,1-1 0 0 0,-1 1-1 0 0,0 0 1 0 0,1 0-1 0 0,-1 0 1 0 0,1 0-1 0 0,-1 0 1 0 0,0 0 0 0 0,1 0-1 0 0,-1 1 1 0 0,1-1-1 0 0,-1 0 1 0 0,1 1-1 0 0,-1-1 1 0 0,0 1 0 0 0,1 0-1 0 0,0 0 1 0 0,-1-1-1 0 0,1 1 1 0 0,0 0-1 0 0,-2 2 1 0 0,-18 11 234 0 0,1 2-1 0 0,1 1 1 0 0,0 0-1 0 0,1 1 1 0 0,1 1 0 0 0,-26 37-1 0 0,28-26-60 0 0,14-29-170 0 0,1 0-1 0 0,-1 1 1 0 0,1-1-1 0 0,-1 0 1 0 0,1 0 0 0 0,0 1-1 0 0,-1-1 1 0 0,1 0-1 0 0,0 0 1 0 0,0 1-1 0 0,0-1 1 0 0,0 0-1 0 0,0 1 1 0 0,0-1 0 0 0,0 0-1 0 0,1 1 1 0 0,-1-1-1 0 0,0 0 1 0 0,1 0-1 0 0,-1 1 1 0 0,1-1-1 0 0,-1 0 1 0 0,2 1 0 0 0,-2-1-3 0 0,1-1 1 0 0,0 1-1 0 0,0-1 1 0 0,0 0-1 0 0,0 1 1 0 0,0-1-1 0 0,0 0 1 0 0,0 0-1 0 0,-1 1 1 0 0,1-1-1 0 0,0 0 1 0 0,0 0 0 0 0,0 0-1 0 0,0 0 1 0 0,0 0-1 0 0,0-1 1 0 0,0 1-1 0 0,0 0 1 0 0,0 0-1 0 0,0-1 1 0 0,0 1-1 0 0,-1 0 1 0 0,2-1-1 0 0,24-13 174 0 0,-19 11-205 0 0,9-6-207 0 0,0 0 0 0 0,-1-1-1 0 0,-1-1 1 0 0,25-23 0 0 0,-32 28 111 0 0,-1-1 1 0 0,0 0-1 0 0,0-1 0 0 0,-1 1 1 0 0,0-1-1 0 0,0 0 1 0 0,-1 0-1 0 0,0-1 0 0 0,0 1 1 0 0,-1-1-1 0 0,3-12 0 0 0,-5 19 99 0 0,-1 1 0 0 0,0-1 0 0 0,1 0 0 0 0,-1 0 0 0 0,0 0 0 0 0,0 0 0 0 0,0 0 0 0 0,0 1 0 0 0,-1-1 0 0 0,1 0 0 0 0,0 0 0 0 0,-1 0 0 0 0,1 0 0 0 0,-1 1 0 0 0,0-1-1 0 0,-1-3 1 0 0,1 4 12 0 0,0 1 0 0 0,0-1 0 0 0,0 0-1 0 0,0 0 1 0 0,0 1 0 0 0,0-1 0 0 0,0 0 0 0 0,0 1-1 0 0,0-1 1 0 0,0 1 0 0 0,0 0 0 0 0,0-1-1 0 0,0 1 1 0 0,0 0 0 0 0,-1-1 0 0 0,1 1-1 0 0,0 0 1 0 0,0 0 0 0 0,0 0 0 0 0,0 0-1 0 0,-1 0 1 0 0,1 0 0 0 0,0 1 0 0 0,0-1-1 0 0,0 0 1 0 0,-2 1 0 0 0,-6 3 89 0 0,0-1 0 0 0,0 1-1 0 0,1 1 1 0 0,-1-1 0 0 0,1 2 0 0 0,0-1 0 0 0,1 1-1 0 0,-1 0 1 0 0,1 0 0 0 0,0 1 0 0 0,1 0-1 0 0,0 0 1 0 0,0 1 0 0 0,0 0 0 0 0,1 0 0 0 0,-5 11-1 0 0,9-17-51 0 0,0 1-1 0 0,0 0 1 0 0,0 0-1 0 0,0 0 1 0 0,1 0-1 0 0,-1-1 0 0 0,1 1 1 0 0,0 0-1 0 0,0 0 1 0 0,0 0-1 0 0,0 0 1 0 0,1 0-1 0 0,-1 0 0 0 0,1 0 1 0 0,-1 0-1 0 0,1-1 1 0 0,2 7-1 0 0,1-3 21 0 0,0 1 0 0 0,0-1-1 0 0,0 0 1 0 0,1 0 0 0 0,-1 0 0 0 0,7 5-1 0 0,25 23 240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5.0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9386 6553 0 0,'-1'0'14'0'0,"0"0"0"0"0,0 0 0 0 0,1 1 0 0 0,-1-1 0 0 0,0 0 0 0 0,0 1 0 0 0,0-1-1 0 0,0 0 1 0 0,0 1 0 0 0,0 0 0 0 0,1-1 0 0 0,-1 1 0 0 0,0-1 0 0 0,0 1 0 0 0,1 0-1 0 0,-1-1 1 0 0,1 1 0 0 0,-2 1 0 0 0,2-1 3 0 0,-1 0-1 0 0,0 0 1 0 0,1-1 0 0 0,-1 1-1 0 0,0 0 1 0 0,0 0 0 0 0,0 0-1 0 0,0-1 1 0 0,0 1 0 0 0,0-1-1 0 0,0 1 1 0 0,0-1 0 0 0,0 1-1 0 0,0-1 1 0 0,0 1 0 0 0,0-1-1 0 0,0 0 1 0 0,-2 1 0 0 0,2-1-10 0 0,-1-3-23 0 0,2 2 21 0 0,0 1 0 0 0,0-1 0 0 0,0 1 0 0 0,0-1 1 0 0,0 0-1 0 0,0 1 0 0 0,0-1 0 0 0,1 1 0 0 0,-1-1 1 0 0,0 1-1 0 0,0-1 0 0 0,1 1 0 0 0,-1-1 0 0 0,0 1 0 0 0,0-1 1 0 0,1 1-1 0 0,-1 0 0 0 0,1-1 0 0 0,18-21 529 0 0,-7 10-369 0 0,17-24-1 0 0,-20 23-188 0 0,0 1 1 0 0,1 0-1 0 0,0 0 0 0 0,1 1 1 0 0,1 1-1 0 0,0 0 0 0 0,0 0 0 0 0,15-8 1 0 0,-11 6 39 0 0,0-1 0 0 0,-1-1 0 0 0,-1-1 1 0 0,18-21-1 0 0,-17 18-59 0 0,0 1 1 0 0,2 0-1 0 0,18-14 1 0 0,17-7-30 0 0,-27 22 16 0 0,-2-1-1 0 0,0-1 1 0 0,39-41 0 0 0,-27 21-43 0 0,0 2 0 0 0,3 1 1 0 0,82-59-1 0 0,-46 38-112 0 0,93-94 0 0 0,3-2 94 0 0,-51 63 117 0 0,-24 20 0 0 0,106-108 0 0 0,-72 58 0 0 0,16 2 0 0 0,-67 56 0 0 0,85-81 0 0 0,-33 27 0 0 0,-31 29 0 0 0,69-55 0 0 0,-55 56 0 0 0,114-88 0 0 0,-27 1 0 0 0,167-98 0 0 0,-288 213 0 0 0,133-125 0 0 0,-118 95 0 0 0,4 4 0 0 0,138-90 0 0 0,1 0 0 0 0,-12-16 0 0 0,-82 67 0 0 0,56-29 0 0 0,-79 62 0 0 0,307-228 0 0 0,-35 2 0 0 0,-355 285 0 0 0,259-201 0 0 0,-249 196 0 0 0,319-265 0 0 0,-48 36 0 0 0,39-32 0 0 0,-291 240 0 0 0,288-239 0 0 0,-174 136 0 0 0,-104 90 0 0 0,22-21 0 0 0,111-95 0 0 0,228-180 0 0 0,-253 209 0 0 0,51-33 0 0 0,-53 29 0 0 0,-13 11 0 0 0,-80 73 0 0 0,127-104 0 0 0,69-54 0 0 0,-145 117 0 0 0,36-22 0 0 0,-40 34 0 0 0,-65 50 0 0 0,-19 16 0 0 0,72-71 0 0 0,5-17 0 0 0,-44 43 0 0 0,72-64 0 0 0,-143 134 0 0 0,109-94 0 0 0,-122 107 13 0 0,18-13-46 0 0,-16 13 92 0 0,-3 3 96 0 0,-14 16 580 0 0,5-9-541 0 0,0-1 0 0 0,-1 1 0 0 0,0-1 1 0 0,0-1-1 0 0,0 0 0 0 0,-1 0 0 0 0,0-1 0 0 0,0-1 1 0 0,-1 0-1 0 0,0 0 0 0 0,0-1 0 0 0,0 0 1 0 0,0-1-1 0 0,0-1 0 0 0,-17 2 0 0 0,-6 0 361 0 0,26-2-363 0 0,0 0-1 0 0,0-1 1 0 0,-16-1 0 0 0,16 0-26 0 0,0 0 0 0 0,0 1 0 0 0,0 0 0 0 0,0 1 0 0 0,1-1 0 0 0,-1 2 0 0 0,0-1 0 0 0,-14 7 0 0 0,-5 5 601 0 0,-31 18-1 0 0,42-21-420 0 0,6-4-72 0 0,0 0 1 0 0,0 1-1 0 0,1 0 0 0 0,1 1 1 0 0,-14 14-1 0 0,18-16-145 0 0,-1 0 1 0 0,1-1-1 0 0,1 2 0 0 0,-1-1 0 0 0,1 0 0 0 0,1 1 0 0 0,-1 0 0 0 0,1 0 0 0 0,-3 11 1 0 0,6-19-124 0 0,0 1 0 0 0,0-1 0 0 0,0 0 1 0 0,0 0-1 0 0,0 1 0 0 0,-1-1 0 0 0,1 0 1 0 0,0 1-1 0 0,0-1 0 0 0,0 0 1 0 0,0 1-1 0 0,0-1 0 0 0,0 0 0 0 0,0 0 1 0 0,0 1-1 0 0,0-1 0 0 0,0 0 0 0 0,0 1 1 0 0,1-1-1 0 0,-1 0 0 0 0,0 0 0 0 0,0 1 1 0 0,0-1-1 0 0,0 0 0 0 0,0 1 0 0 0,0-1 1 0 0,1 0-1 0 0,-1 0 0 0 0,0 1 1 0 0,0-1-1 0 0,0 0 0 0 0,1 0 0 0 0,-1 0 1 0 0,0 1-1 0 0,0-1 0 0 0,1 0 0 0 0,-1 0 1 0 0,0 0-1 0 0,0 0 0 0 0,1 0 0 0 0,-1 0 1 0 0,0 1-1 0 0,1-1 0 0 0,-1 0 0 0 0,0 0 1 0 0,1 0-1 0 0,-1 0 0 0 0,0 0 1 0 0,0 0-1 0 0,1 0 0 0 0,-1 0 0 0 0,0 0 1 0 0,1 0-1 0 0,-1 0 0 0 0,0-1 0 0 0,0 1 1 0 0,1 0-1 0 0,-1 0 0 0 0,0 0 0 0 0,1 0 1 0 0,-1 0-1 0 0,0 0 0 0 0,0-1 0 0 0,1 1 1 0 0,20-12 394 0 0,-19 10-332 0 0,74-51-554 0 0,-46 30-181 0 0,50-28-1 0 0,-54 37 937 0 0,122-72-1203 0 0,-129 74 860 0 0,24-12-1 0 0,-42 24 78 0 0,0 0 0 0 0,-1 0 0 0 0,1 0 0 0 0,0 0 0 0 0,0 0 0 0 0,-1 0 0 0 0,1 0 0 0 0,0 0-1 0 0,0 0 1 0 0,0 0 0 0 0,-1 0 0 0 0,1 0 0 0 0,0 1 0 0 0,-1-1 0 0 0,1 0 0 0 0,0 1 0 0 0,0-1 0 0 0,-1 1 0 0 0,1-1 0 0 0,0 0 0 0 0,-1 1-1 0 0,1-1 1 0 0,-1 1 0 0 0,1 0 0 0 0,0 0 0 0 0,0 0 16 0 0,1 1 0 0 0,-1 0 0 0 0,0-1 0 0 0,1 1 0 0 0,-1 0 1 0 0,0-1-1 0 0,0 1 0 0 0,1 3 0 0 0,3 20 199 0 0,-1 0 0 0 0,-1 0 0 0 0,-1 1 0 0 0,-1-1 0 0 0,-1 0 0 0 0,-2 1-1 0 0,-7 40 1 0 0,-1-1 652 0 0,-3 118 0 0 0,13-171-760 0 0,0 0 1 0 0,-1-1-1 0 0,-3 14 0 0 0,3-21-80 0 0,0 0 0 0 0,0 0 0 0 0,0-1-1 0 0,-1 1 1 0 0,0 0 0 0 0,1-1 0 0 0,-1 1-1 0 0,0-1 1 0 0,-1 0 0 0 0,1 0-1 0 0,0 0 1 0 0,-1 0 0 0 0,-3 3 0 0 0,-6 6 111 0 0,9-9-108 0 0,1-1 0 0 0,-1 1 0 0 0,0 0 1 0 0,0-1-1 0 0,0 0 0 0 0,0 0 0 0 0,0 0 0 0 0,0 0 0 0 0,-6 3 0 0 0,9-6-27 0 0,0 1 0 0 0,0 0 0 0 0,0 0 0 0 0,0 0-1 0 0,0 0 1 0 0,0 0 0 0 0,0 0 0 0 0,0 0 0 0 0,0 0 0 0 0,0 0 0 0 0,0 0-1 0 0,0 0 1 0 0,-1 0 0 0 0,1 0 0 0 0,0 0 0 0 0,0 0 0 0 0,0 0 0 0 0,0 0-1 0 0,0 0 1 0 0,0 0 0 0 0,0 0 0 0 0,0 0 0 0 0,0 0 0 0 0,0 0 0 0 0,0 0 0 0 0,4-3 106 0 0,6 1-37 0 0,13 4 155 0 0,-9 5-173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6.3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113 316 6553 0 0,'-29'3'347'0'0,"-9"1"208"0"0,36-4-510 0 0,-1 0 0 0 0,1-1 0 0 0,0 1-1 0 0,-1 0 1 0 0,1-1 0 0 0,0 0 0 0 0,-1 1 0 0 0,1-1 0 0 0,0 0-1 0 0,0 0 1 0 0,-1 0 0 0 0,-1-2 0 0 0,2 2-30 0 0,1-1 0 0 0,0 1 0 0 0,0 0 0 0 0,0-1 0 0 0,0 1 0 0 0,0-1 0 0 0,0 0 0 0 0,0 1 0 0 0,0-1 0 0 0,1 0-1 0 0,-1 1 1 0 0,1-1 0 0 0,-1 0 0 0 0,1 0 0 0 0,0 0 0 0 0,-1 1 0 0 0,1-1 0 0 0,0 0 0 0 0,0 0 0 0 0,1 0 0 0 0,-1 1 0 0 0,0-1 0 0 0,0 0 0 0 0,1 0 0 0 0,0-2 0 0 0,2-6-46 0 0,1 0 0 0 0,0 1 0 0 0,5-11 1 0 0,-8 18 40 0 0,5-8-32 0 0,0 1 1 0 0,1-1-1 0 0,0 1 1 0 0,0 0-1 0 0,1 1 1 0 0,1 0-1 0 0,-1 0 1 0 0,1 1-1 0 0,0 0 1 0 0,1 1-1 0 0,-1 0 1 0 0,1 0-1 0 0,17-6 1 0 0,-24 11 45 0 0,1-1 1 0 0,-1 1 0 0 0,1 0 0 0 0,-1 1 0 0 0,1-1-1 0 0,0 1 1 0 0,-1-1 0 0 0,1 1 0 0 0,0 0 0 0 0,-1 1-1 0 0,1-1 1 0 0,-1 0 0 0 0,1 1 0 0 0,0 0 0 0 0,-1 0-1 0 0,1 0 1 0 0,-1 0 0 0 0,0 1 0 0 0,1-1 0 0 0,4 4-1 0 0,-3-1 73 0 0,-1 0-1 0 0,1 0 0 0 0,-1 0 0 0 0,0 1 0 0 0,0 0 1 0 0,-1-1-1 0 0,1 1 0 0 0,-1 0 0 0 0,0 1 0 0 0,-1-1 1 0 0,5 11-1 0 0,-1 3 220 0 0,-1-1 0 0 0,-1 1 1 0 0,-1 0-1 0 0,0 0 0 0 0,-1 0 0 0 0,-2 1 1 0 0,-1 22-1 0 0,-2-4 478 0 0,-2 0 1 0 0,-16 61-1 0 0,5-44 26 0 0,16-55-818 0 0,0 0 1 0 0,0 0 0 0 0,0 0 0 0 0,0 0-1 0 0,0 0 1 0 0,0 0 0 0 0,0-1-1 0 0,0 1 1 0 0,0 0 0 0 0,-1 0-1 0 0,1 0 1 0 0,0 0 0 0 0,0 0-1 0 0,0 0 1 0 0,0 0 0 0 0,0 0-1 0 0,0 0 1 0 0,0 0 0 0 0,0 0-1 0 0,0 0 1 0 0,0 0 0 0 0,0 0-1 0 0,0 0 1 0 0,0 0 0 0 0,0 0 0 0 0,0 0-1 0 0,0 0 1 0 0,0 0 0 0 0,0 0-1 0 0,0 0 1 0 0,0 0 0 0 0,0 0-1 0 0,0 0 1 0 0,0 0 0 0 0,0 0-1 0 0,0 0 1 0 0,-1 0 0 0 0,2-9 141 0 0,1-13 281 0 0,88-335-3338 0 0,-87 348 2850 0 0,6-22-269 0 0,1 0 1 0 0,2 0-1 0 0,27-52 1 0 0,-38 82 326 0 0,-1 1 1 0 0,0 0-1 0 0,0-1 1 0 0,0 1 0 0 0,0 0-1 0 0,0 0 1 0 0,1-1 0 0 0,-1 1-1 0 0,0 0 1 0 0,0 0 0 0 0,0-1-1 0 0,1 1 1 0 0,-1 0 0 0 0,0 0-1 0 0,0 0 1 0 0,1-1 0 0 0,-1 1-1 0 0,0 0 1 0 0,1 0 0 0 0,-1 0-1 0 0,0 0 1 0 0,1 0 0 0 0,-1 0-1 0 0,0-1 1 0 0,4 7-57 0 0,-3 12 164 0 0,-1-17-98 0 0,-3 53 1007 0 0,-10 65 0 0 0,5-65-119 0 0,0 66 1 0 0,7-116-849 0 0,2-1 0 0 0,-1 1 0 0 0,0 0 0 0 0,1 0 0 0 0,-1-1 1 0 0,1 1-1 0 0,0 0 0 0 0,0-1 0 0 0,1 1 0 0 0,-1-1 0 0 0,1 1 0 0 0,0-1 0 0 0,0 0 0 0 0,0 0 0 0 0,0 1 0 0 0,0-2 0 0 0,3 4 1 0 0,-2-4-9 0 0,0 0 0 0 0,0 0 0 0 0,-1 0 1 0 0,1 0-1 0 0,0-1 0 0 0,0 1 1 0 0,0-1-1 0 0,1 0 0 0 0,-1 0 1 0 0,0 0-1 0 0,0-1 0 0 0,1 1 1 0 0,-1-1-1 0 0,0 1 0 0 0,1-1 1 0 0,-1 0-1 0 0,0 0 0 0 0,1-1 0 0 0,3 0 1 0 0,5-1 102 0 0,-1-1 0 0 0,0 0 0 0 0,0 0 1 0 0,-1-1-1 0 0,1 0 0 0 0,-1-1 0 0 0,0 0 1 0 0,16-12-1 0 0,-15 9-326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6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33 160 6553 0 0,'-7'2'133'0'0,"5"-2"-98"0"0,-1 0 0 0 0,1 1 0 0 0,0 0-1 0 0,-1-1 1 0 0,1 1 0 0 0,0 0 0 0 0,-1 0-1 0 0,1 0 1 0 0,-2 2 0 0 0,28-5 535 0 0,33-18-389 0 0,-2-3 0 0 0,0-2 0 0 0,85-52 0 0 0,-102 53-237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6.7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3 6553 0 0,'0'-1'3'0'0,"0"1"1"0"0,-1 0-1 0 0,1 0 0 0 0,0 0 0 0 0,-1 0 0 0 0,1-1 0 0 0,0 1 0 0 0,-1 0 0 0 0,1 0 0 0 0,0 0 0 0 0,-1 0 0 0 0,1 0 0 0 0,0 0 0 0 0,-1 0 1 0 0,1 0-1 0 0,0 0 0 0 0,-1 0 0 0 0,1 0 0 0 0,0 0 0 0 0,-1 0 0 0 0,1 0 0 0 0,0 0 0 0 0,-1 0 0 0 0,1 0 0 0 0,0 0 0 0 0,-1 0 1 0 0,1 1-1 0 0,0-1 0 0 0,-1 0 0 0 0,-5 10 238 0 0,2 15 126 0 0,4-1 181 0 0,2 0 0 0 0,0 0 0 0 0,10 38 1 0 0,-1-2 259 0 0,-10-52-669 0 0,5 30 591 0 0,-1 0 0 0 0,-3 0 0 0 0,-1 42 0 0 0,-6-61-351 0 0,5-19-366 0 0,0 1 0 0 0,-1-1 0 0 0,1 1 0 0 0,0-1 0 0 0,0 1 0 0 0,-1-1-1 0 0,1 1 1 0 0,-1-1 0 0 0,1 1 0 0 0,0-1 0 0 0,-1 0 0 0 0,1 1 0 0 0,-1-1 0 0 0,1 0-1 0 0,-1 1 1 0 0,1-1 0 0 0,-1 0 0 0 0,1 0 0 0 0,-1 0 0 0 0,1 1 0 0 0,-1-1 0 0 0,1 0-1 0 0,-1 0 1 0 0,1 0 0 0 0,-1 0 0 0 0,1 0 0 0 0,-1 0 0 0 0,1 0 0 0 0,-1 0 0 0 0,0 0-1 0 0,1 0 1 0 0,-1 0 0 0 0,-6-3 187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6.8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15 106 6553 0 0,'-15'-2'241'0'0,"31"1"98"0"0,-1 0 0 0 0,0-1 1 0 0,0-1-1 0 0,0-1 1 0 0,26-9-1 0 0,73-36 171 0 0,-82 34-709 0 0,4-1 115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7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282 654 6553 0 0,'-1'-4'0'0'0,"0"1"0"0"0,0-1 0 0 0,1 1 0 0 0,-1-1 0 0 0,1 0 0 0 0,0 1 0 0 0,0-1 0 0 0,0 0 0 0 0,0 1 0 0 0,2-7 0 0 0,0-15 0 0 0,-2 22 3 0 0,-1 0-1 0 0,1 0 0 0 0,0 0 0 0 0,-1 1 0 0 0,0-1 0 0 0,1 0 0 0 0,-1 0 1 0 0,0 1-1 0 0,-1-1 0 0 0,1 1 0 0 0,0-1 0 0 0,-1 1 0 0 0,1 0 0 0 0,-1-1 1 0 0,0 1-1 0 0,0 0 0 0 0,0 0 0 0 0,0 0 0 0 0,0 0 0 0 0,0 0 0 0 0,0 1 1 0 0,-1-1-1 0 0,1 1 0 0 0,-1-1 0 0 0,-3 0 0 0 0,1 0 67 0 0,-1 0 0 0 0,1 1-1 0 0,-1 0 1 0 0,0 0 0 0 0,0 1 0 0 0,1-1 0 0 0,-1 1-1 0 0,0 1 1 0 0,0-1 0 0 0,1 1 0 0 0,-10 2-1 0 0,8-2 50 0 0,-1 2 0 0 0,1-1 0 0 0,0 1 0 0 0,0 0 0 0 0,0 1 0 0 0,0-1 0 0 0,1 1 0 0 0,-1 1 0 0 0,1-1 0 0 0,0 1 0 0 0,-6 6 0 0 0,5-3 82 0 0,0 0 0 0 0,0 1 0 0 0,1 0 0 0 0,0 0 0 0 0,1 0 0 0 0,0 0 0 0 0,-6 16 1 0 0,6-11 65 0 0,1 0 1 0 0,0 1 0 0 0,1-1 0 0 0,1 1 0 0 0,0 0 0 0 0,1 0 0 0 0,1 0 0 0 0,0 0 0 0 0,1-1 0 0 0,0 1 0 0 0,6 26 0 0 0,-5-35-155 0 0,0 0 1 0 0,0 0 0 0 0,1 1 0 0 0,-1-1-1 0 0,1-1 1 0 0,1 1 0 0 0,-1 0 0 0 0,1-1-1 0 0,0 1 1 0 0,8 7 0 0 0,-10-11-66 0 0,0 0 1 0 0,1 0-1 0 0,-1-1 0 0 0,1 1 1 0 0,0 0-1 0 0,-1-1 1 0 0,1 0-1 0 0,0 1 0 0 0,0-1 1 0 0,0 0-1 0 0,0-1 1 0 0,0 1-1 0 0,0 0 0 0 0,0-1 1 0 0,0 0-1 0 0,0 0 0 0 0,0 1 1 0 0,0-2-1 0 0,0 1 1 0 0,1 0-1 0 0,-1-1 0 0 0,0 1 1 0 0,0-1-1 0 0,4-2 1 0 0,0 0-20 0 0,0 0 1 0 0,-1-1 0 0 0,1 0 0 0 0,-1 0-1 0 0,0 0 1 0 0,-1-1 0 0 0,1 0 0 0 0,-1 0-1 0 0,0 0 1 0 0,0-1 0 0 0,0 0 0 0 0,-1 0-1 0 0,7-12 1 0 0,2-6-459 0 0,-2-1 0 0 0,12-35 1 0 0,-21 55 423 0 0,10-32-385 0 0,-2-1 1 0 0,-1 1-1 0 0,-2-1 0 0 0,3-46 1 0 0,-7 17-711 0 0,-9-104 1 0 0,-1 50 246 0 0,7 95 538 0 0,1 0-1 0 0,8-42 0 0 0,-9 66 303 0 0,5-17-184 0 0,-4 18 190 0 0,-1 0 0 0 0,0 0 1 0 0,1 0-1 0 0,-1 0 0 0 0,1 0 1 0 0,-1 0-1 0 0,1 0 1 0 0,-1 0-1 0 0,1 0 0 0 0,-1 1 1 0 0,1-1-1 0 0,0 0 0 0 0,0 0 1 0 0,-1 1-1 0 0,3-2 0 0 0,-3 2 9 0 0,1 0-1 0 0,-1 0 1 0 0,0 0 0 0 0,1 0-1 0 0,-1 0 1 0 0,1 0-1 0 0,-1 0 1 0 0,0 1-1 0 0,1-1 1 0 0,-1 0-1 0 0,0 0 1 0 0,1 0-1 0 0,-1 0 1 0 0,0 1 0 0 0,1-1-1 0 0,-1 0 1 0 0,0 0-1 0 0,1 1 1 0 0,-1-1-1 0 0,0 0 1 0 0,0 1-1 0 0,1-1 1 0 0,-1 0-1 0 0,0 1 1 0 0,0-1-1 0 0,0 0 1 0 0,1 1 0 0 0,-1-1-1 0 0,0 0 1 0 0,0 1-1 0 0,0-1 1 0 0,0 1-1 0 0,0 0 1 0 0,5 17 91 0 0,-4-14-46 0 0,11 58 1543 0 0,5 111 0 0 0,-10-85-230 0 0,-6-76-1205 0 0,19 166 2148 0 0,-13-137-1633 0 0,1-1 1 0 0,19 52 0 0 0,-20-74-206 0 0,11 19 0 0 0,7 17 156 0 0,-18-33-335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1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9 6553 0 0,'0'-1'0'0'0,"-5"-1"0"0"0,4 2 0 0 0,6-1 80 0 0,94 4 1427 0 0,-67-1-465 0 0,59-3 0 0 0,79-7 1331 0 0,-130 8-1772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2.3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239 124 6553 0 0,'-8'1'174'0'0,"1"1"0"0"0,-1-1 1 0 0,1-1-1 0 0,-13 0 0 0 0,3 1-3 0 0,-13-1 348 0 0,15 0-247 0 0,1 0 0 0 0,0 1 0 0 0,-1 1 0 0 0,1 0-1 0 0,0 1 1 0 0,-16 5 0 0 0,28-8-245 0 0,1 1 0 0 0,-1-1 1 0 0,1 1-1 0 0,-1 0 0 0 0,1 0 0 0 0,0 0 0 0 0,-1 0 0 0 0,1 0 1 0 0,0 0-1 0 0,0 0 0 0 0,0 0 0 0 0,0 0 0 0 0,0 0 0 0 0,0 1 1 0 0,0-1-1 0 0,0 0 0 0 0,0 1 0 0 0,0-1 0 0 0,1 1 0 0 0,-1-1 1 0 0,1 1-1 0 0,-1-1 0 0 0,0 3 0 0 0,1-2-5 0 0,0-1 0 0 0,0 0 1 0 0,1 1-1 0 0,-1-1 0 0 0,0 0 0 0 0,1 0 0 0 0,-1 1 1 0 0,1-1-1 0 0,-1 0 0 0 0,1 0 0 0 0,-1 0 0 0 0,1 1 0 0 0,0-1 1 0 0,0 0-1 0 0,-1 0 0 0 0,1 0 0 0 0,0 0 0 0 0,0-1 1 0 0,0 1-1 0 0,0 0 0 0 0,0 0 0 0 0,0 0 0 0 0,0-1 1 0 0,1 1-1 0 0,-1-1 0 0 0,0 1 0 0 0,0-1 0 0 0,0 1 0 0 0,3 0 1 0 0,10 3 281 0 0,1-1 1 0 0,0 0-1 0 0,-1-1 1 0 0,1 0-1 0 0,23-2 1 0 0,78-8 1606 0 0,-71 3-1158 0 0,265-27 2950 0 0,-105 3-4899 0 0,449-49-6719 0 0,-126 31 5395 0 0,-406 40 3738 0 0,29-4 790 0 0,-143 11-1863 0 0,-13 1 100 0 0,-11 2 88 0 0,5-2-333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3.9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58 6553 0 0,'-2'-4'0'0'0,"1"0"0"0"0,0 0 0 0 0,0 0 0 0 0,0 0 0 0 0,0 0 0 0 0,1-1 0 0 0,0 1 0 0 0,0 0 0 0 0,0 0 0 0 0,0-1 0 0 0,2-5 0 0 0,-2 10 2 0 0,0 0-1 0 0,0 0 1 0 0,0 0 0 0 0,0 0-1 0 0,0 0 1 0 0,0 0-1 0 0,0-1 1 0 0,0 1-1 0 0,0 0 1 0 0,0 0-1 0 0,0 0 1 0 0,0 0-1 0 0,0 0 1 0 0,0 0 0 0 0,1 0-1 0 0,-1 0 1 0 0,0 0-1 0 0,0 0 1 0 0,0-1-1 0 0,0 1 1 0 0,0 0-1 0 0,0 0 1 0 0,0 0-1 0 0,0 0 1 0 0,1 0-1 0 0,-1 0 1 0 0,0 0 0 0 0,0 0-1 0 0,0 0 1 0 0,0 0-1 0 0,0 0 1 0 0,0 0-1 0 0,1 0 1 0 0,-1 0-1 0 0,0 0 1 0 0,0 0-1 0 0,0 0 1 0 0,0 0 0 0 0,0 0-1 0 0,0 0 1 0 0,0 0-1 0 0,1 0 1 0 0,-1 0-1 0 0,0 1 1 0 0,0-1-1 0 0,0 0 1 0 0,0 0-1 0 0,0 0 1 0 0,0 0-1 0 0,7 8 182 0 0,3 11 170 0 0,-9-19-343 0 0,11 27 547 0 0,-1 0 0 0 0,-1 0 0 0 0,-1 1 0 0 0,-2 0 0 0 0,-1 1 0 0 0,-1 0 0 0 0,-1 0 0 0 0,0 38 0 0 0,-4-28-557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4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48 6553 0 0,'0'-8'0'0'0,"0"0"0"0"0,1 0 0 0 0,3-15 0 0 0,0 28 117 0 0,-3-3-92 0 0,0 0-1 0 0,0 0 0 0 0,-1 0 1 0 0,1 0-1 0 0,-1 0 0 0 0,0 1 1 0 0,1-1-1 0 0,-1 0 0 0 0,0 3 1 0 0,-1 11 329 0 0,0 1 1 0 0,-1 0 0 0 0,-5 21-1 0 0,-3-1 621 0 0,2 1 0 0 0,-6 70 1 0 0,14-103-897 0 0,0 1 1 0 0,0-1-1 0 0,1 1 1 0 0,-1-1 0 0 0,1 1-1 0 0,0-1 1 0 0,2 6-1 0 0,-3-10-54 0 0,1 0 0 0 0,-1 0 0 0 0,0 0 0 0 0,1 0 1 0 0,-1 0-1 0 0,1 0 0 0 0,-1 0 0 0 0,1-1 0 0 0,0 1 0 0 0,-1 0 0 0 0,1 0 0 0 0,0 0 0 0 0,-1-1 0 0 0,1 1 0 0 0,0 0 0 0 0,0-1 0 0 0,0 1 0 0 0,0 0 0 0 0,0-1 0 0 0,0 1 0 0 0,0-1 0 0 0,0 0 0 0 0,0 1 0 0 0,0-1 0 0 0,0 0 0 0 0,0 1 0 0 0,0-1 0 0 0,0 0 0 0 0,0 0 0 0 0,0 0 0 0 0,0 0 0 0 0,0 0 0 0 0,0 0 0 0 0,0 0 0 0 0,0-1 0 0 0,0 1 0 0 0,0 0 0 0 0,0-1 0 0 0,0 1 0 0 0,0 0 0 0 0,0-1 0 0 0,0 1 0 0 0,1-2 0 0 0,20-11 313 0 0,-18 11-218 0 0,0-1 0 0 0,0 1 1 0 0,1-1-1 0 0,-1 1 1 0 0,1 0-1 0 0,-1 1 1 0 0,7-3-1 0 0,103-16 1662 0 0,-77 11-1072 0 0,-28 7-544 0 0,0-1 0 0 0,1 1 0 0 0,-1 1 1 0 0,12-1-1 0 0,-12 2-48 0 0,-2 1 27 0 0,-1-1 0 0 0,1 0-1 0 0,-1-1 1 0 0,12-2-1 0 0,-17 3-133 0 0,0 0 0 0 0,0 0 0 0 0,0-1-1 0 0,-1 1 1 0 0,1 0 0 0 0,0-1 0 0 0,0 1 0 0 0,0-1-1 0 0,0 1 1 0 0,0-1 0 0 0,-1 1 0 0 0,1-1 0 0 0,0 0 0 0 0,-1 1-1 0 0,1-1 1 0 0,0 0 0 0 0,-1 1 0 0 0,1-1 0 0 0,-1 0-1 0 0,1 0 1 0 0,-1 0 0 0 0,1 0 0 0 0,-1 1 0 0 0,0-1 0 0 0,1 0-1 0 0,-1 0 1 0 0,0 0 0 0 0,0 0 0 0 0,0 0 0 0 0,1 0-1 0 0,-1 0 1 0 0,0 0 0 0 0,0 0 0 0 0,-1 0 0 0 0,1 0 0 0 0,0 0-1 0 0,0 0 1 0 0,-1-1 0 0 0,0-4-72 0 0,-1 1 0 0 0,0-1-1 0 0,-1 0 1 0 0,1 1 0 0 0,-5-7 0 0 0,6 10 39 0 0,0 1 0 0 0,0-1 0 0 0,0 1-1 0 0,0-1 1 0 0,-1 1 0 0 0,1-1 0 0 0,0 1 0 0 0,-1 0 0 0 0,1 0 0 0 0,-1 0 0 0 0,1-1 0 0 0,-1 1 0 0 0,0 1 0 0 0,1-1 0 0 0,-1 0 0 0 0,0 0 0 0 0,0 1 0 0 0,1-1 0 0 0,-1 1 0 0 0,-3-1 0 0 0,5 1 25 0 0,-1 0 0 0 0,0 1 0 0 0,1-1 1 0 0,-1 0-1 0 0,1 1 0 0 0,-1-1 0 0 0,1 0 0 0 0,-1 1 1 0 0,1-1-1 0 0,-1 1 0 0 0,1-1 0 0 0,-1 1 1 0 0,1-1-1 0 0,-1 1 0 0 0,1-1 0 0 0,0 1 0 0 0,-1-1 1 0 0,1 1-1 0 0,0-1 0 0 0,0 1 0 0 0,-1 0 1 0 0,1-1-1 0 0,0 1 0 0 0,0 0 0 0 0,0-1 0 0 0,0 1 1 0 0,0 0-1 0 0,0-1 0 0 0,0 1 0 0 0,0 1 0 0 0,0 24 170 0 0,0-22-170 0 0,4 29 308 0 0,9 43 0 0 0,-1-9 75 0 0,2 17 8 0 0,-11-68-307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6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4 6553 0 0,'-3'-1'241'0'0,"0"-1"-241"0"0,1 2 0 0 0,4 0 0 0 0,-1 2 240 0 0,6-2-240 0 0,3 3 0 0 0,9-1 240 0 0,5 1 721 0 0,5-1-961 0 0,6 1 2655 0 0,6 1-2655 0 0,7-3 0 0 0,3-2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6.2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1 135 6553 0 0,'13'-5'185'0'0,"0"0"-1"0"0,0 1 1 0 0,1 1-1 0 0,0 0 1 0 0,0 1-1 0 0,15-1 0 0 0,71-7 1592 0 0,340-36 3330 0 0,8 23-3990 0 0,55-1-3406 0 0,-418 17 3077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6.4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89 6553 0 0,'54'-11'9'0'0,"-11"2"28"0"0,0 2 0 0 0,60-3 1 0 0,11 2 837 0 0,-43 2 323 0 0,571-16 8071 0 0,-313 15-3284 0 0,-246 3-5411 0 0,-7 0-574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6.5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6553 0 0,'29'-14'0'0'0,"-8"2"0"0"0,-4 2 0 0 0,-4 3 481 0 0,-4 2-481 0 0,-6 4-6 0 0,1-1 6 0 0,2-3 234 0 0,6-2-234 0 0,4-1 523 0 0,-4 1-523 0 0,-2 0-24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17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88 6553 0 0,'0'-2'0'0'0,"1"1"0"0"0,-1 0 0 0 0,1-1 0 0 0,-1 1 0 0 0,1 0 0 0 0,0-1 0 0 0,0 1 0 0 0,0 0 0 0 0,-1 0 0 0 0,1 0 0 0 0,0-1 0 0 0,0 1 0 0 0,0 0 0 0 0,1 0 0 0 0,1-1 0 0 0,21-15 0 0 0,-21 15 0 0 0,8-5 241 0 0,1 0-1 0 0,1 1 0 0 0,-1 0 0 0 0,1 1 0 0 0,23-6 0 0 0,-31 9-153 0 0,-1 1 0 0 0,1 0 0 0 0,0 0-1 0 0,0 1 1 0 0,0 0 0 0 0,0-1 0 0 0,0 2 0 0 0,0-1-1 0 0,0 0 1 0 0,0 1 0 0 0,0 0 0 0 0,0 0-1 0 0,0 1 1 0 0,-1-1 0 0 0,1 1 0 0 0,0 0 0 0 0,-1 1-1 0 0,1-1 1 0 0,4 4 0 0 0,-8-5-42 0 0,1 1 0 0 0,0-1 0 0 0,-1 1 0 0 0,1 0 0 0 0,-1-1 1 0 0,1 1-1 0 0,-1 0 0 0 0,0 0 0 0 0,0 0 0 0 0,0 0 0 0 0,0 0 0 0 0,0 0 0 0 0,0 1 0 0 0,-1-1 1 0 0,1 0-1 0 0,0 4 0 0 0,-1-3 27 0 0,0 1-1 0 0,0 0 1 0 0,-1 0 0 0 0,1-1 0 0 0,-1 1 0 0 0,1-1 0 0 0,-1 1 0 0 0,-1 0 0 0 0,-1 4-1 0 0,-2 2 135 0 0,-1 0 0 0 0,0 0 0 0 0,0 0 0 0 0,-1-1 0 0 0,-11 12 0 0 0,14-17-115 0 0,0 0 0 0 0,-1 0 0 0 0,0-1 0 0 0,1 1 0 0 0,-1-1 0 0 0,-10 4 0 0 0,17-5-25 0 0,0-1 0 0 0,1 0 0 0 0,-1 1 0 0 0,1-1 1 0 0,-1 0-1 0 0,1-1 0 0 0,0 1 0 0 0,3 0 0 0 0,5 3 149 0 0,3 0 78 0 0,5 2 131 0 0,-1 0-1 0 0,0 2 1 0 0,30 16 0 0 0,-44-22-344 0 0,0 1 1 0 0,0-1 0 0 0,-1 1-1 0 0,1 0 1 0 0,-1 0 0 0 0,0 0 0 0 0,0 0-1 0 0,0 1 1 0 0,0-1 0 0 0,0 1 0 0 0,-1 0-1 0 0,0-1 1 0 0,0 1 0 0 0,0 0-1 0 0,0 1 1 0 0,0-1 0 0 0,-1 0 0 0 0,0 0-1 0 0,0 1 1 0 0,0-1 0 0 0,0 1-1 0 0,-1 4 1 0 0,0-6-18 0 0,0 1 0 0 0,0-1 0 0 0,-1 0 0 0 0,0 1 0 0 0,1-1 0 0 0,-1 0 0 0 0,0 0 0 0 0,-1 1 0 0 0,1-1-1 0 0,-1 0 1 0 0,1 0 0 0 0,-4 4 0 0 0,1-2 34 0 0,0-1 0 0 0,0 1 0 0 0,0-1 0 0 0,-1 0 0 0 0,1 0 0 0 0,-9 4 0 0 0,-4 2 290 0 0,0-2 0 0 0,0 0-1 0 0,-26 7 1 0 0,42-15-359 0 0,-4 2 85 0 0,0 0 0 0 0,0 0 0 0 0,0 0 0 0 0,-6 4 0 0 0,10-6-91 0 0,0 1 1 0 0,0 0-1 0 0,0-1 0 0 0,0 1 0 0 0,1 0 0 0 0,-1 0 0 0 0,0 0 0 0 0,0 0 1 0 0,0 0-1 0 0,1 0 0 0 0,-1 0 0 0 0,0 0 0 0 0,1 0 0 0 0,-1 0 0 0 0,1 0 0 0 0,0 0 1 0 0,-1 0-1 0 0,1 0 0 0 0,0 1 0 0 0,-1-1 0 0 0,1 0 0 0 0,0 0 0 0 0,0 0 1 0 0,0 1-1 0 0,0 0 0 0 0,3 11-22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52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430 358 455 0 0,'-10'-4'84'0'0,"1"0"-1"0"0,0-1 0 0 0,-11-6 1 0 0,16 8 58 0 0,1 1-1 0 0,-1-1 1 0 0,0 0 0 0 0,1 0 0 0 0,0 0 0 0 0,0-1 0 0 0,0 1 0 0 0,0-1 0 0 0,-3-6-1 0 0,5 9-123 0 0,1 0-1 0 0,-1 0 1 0 0,1 0-1 0 0,0 0 1 0 0,0 0-1 0 0,-1 0 1 0 0,1 0-1 0 0,0 0 1 0 0,0 0-1 0 0,0 0 1 0 0,0 0-1 0 0,0 0 1 0 0,0 0-1 0 0,1 0 1 0 0,-1 0-1 0 0,0 0 1 0 0,0 0-1 0 0,1 0 1 0 0,-1 0-1 0 0,1 0 1 0 0,-1 0-1 0 0,1 1 1 0 0,-1-1-1 0 0,1 0 1 0 0,-1 0-1 0 0,1 0 1 0 0,0 1-1 0 0,-1-1 1 0 0,1 0-1 0 0,0 0 1 0 0,0 1-1 0 0,0-1 1 0 0,0 1-1 0 0,1-2 1 0 0,4-1 41 0 0,1 0 0 0 0,-1-1 0 0 0,14-3-1 0 0,-14 5-8 0 0,194-51 686 0 0,-94 28-359 0 0,557-99 1460 0 0,-379 89-1369 0 0,-193 29-270 0 0,104 5 0 0 0,-182 1-197 0 0,37 4 1 0 0,-46-3-3 0 0,0 0-1 0 0,0 0 1 0 0,0 0-1 0 0,0 0 1 0 0,0 1-1 0 0,0-1 1 0 0,-1 1-1 0 0,1 0 1 0 0,4 3-1 0 0,-7-4 1 0 0,-1-1-1 0 0,1 0 0 0 0,-1 1 0 0 0,1-1 0 0 0,-1 1 0 0 0,1-1 0 0 0,-1 1 1 0 0,0-1-1 0 0,1 1 0 0 0,-1-1 0 0 0,0 1 0 0 0,1-1 0 0 0,-1 1 0 0 0,0-1 0 0 0,0 1 1 0 0,1 0-1 0 0,-1-1 0 0 0,0 1 0 0 0,0-1 0 0 0,0 1 0 0 0,0 0 0 0 0,0-1 1 0 0,0 1-1 0 0,0 0 0 0 0,0-1 0 0 0,0 1 0 0 0,0-1 0 0 0,0 1 0 0 0,-1 0 1 0 0,1 1 0 0 0,-1-1 0 0 0,0 1 0 0 0,0 0 0 0 0,0-1 0 0 0,0 0 0 0 0,-1 1 0 0 0,1-1 1 0 0,0 0-1 0 0,-1 0 0 0 0,-1 2 0 0 0,-5 3 3 0 0,-1-1 1 0 0,-17 8-1 0 0,25-13-4 0 0,-75 31-13 0 0,-93 24-1 0 0,115-39-66 0 0,-362 92-185 0 0,-4-23-18 0 0,323-66 270 0 0,-127 27-5 0 0,-150 28-24 0 0,340-69 41 0 0,8-2-20 0 0,-1 2 1 0 0,-37 11 0 0 0,52-10-92 0 0,10-4 58 0 0,9-2 32 0 0,105-16-264 0 0,-30 4 104 0 0,226-30 228 0 0,204-23 123 0 0,-445 59-70 0 0,238-22 470 0 0,0 17 86 0 0,-221 12-541 0 0,150 7 208 0 0,-224-7-320 0 0,-7-1 0 0 0,0 0 0 0 0,0 0 0 0 0,1 0 0 0 0,-1 1 0 0 0,0 0 0 0 0,0 0 0 0 0,0-1 0 0 0,1 2 0 0 0,-1-1 0 0 0,0 0 0 0 0,3 3 0 0 0,-5-4 0 0 0,-1 0 0 0 0,0 1 0 0 0,0-1 0 0 0,0 1 0 0 0,1-1 0 0 0,-1 0 0 0 0,0 1 0 0 0,0-1 0 0 0,0 0 0 0 0,0 1 0 0 0,0-1 0 0 0,0 1 0 0 0,0-1 0 0 0,0 0 0 0 0,0 1 0 0 0,0-1 0 0 0,0 1 0 0 0,0-1 0 0 0,0 0 0 0 0,0 1 0 0 0,0-1 0 0 0,0 1 0 0 0,0-1 0 0 0,0 0 0 0 0,-1 1 0 0 0,1-1 0 0 0,0 0 0 0 0,0 1 0 0 0,-1-1 0 0 0,1 0 0 0 0,0 1 0 0 0,0-1 0 0 0,-1 0 0 0 0,1 1 0 0 0,0-1 0 0 0,-1 0 0 0 0,1 0 0 0 0,0 1 0 0 0,-1-1 0 0 0,0 0 0 0 0,-14 10 0 0 0,-12 1 28 0 0,0-1 0 0 0,-1-1 0 0 0,-39 7 0 0 0,-87 7 84 0 0,2-14-71 0 0,46-4-18 0 0,-178 24 129 0 0,53-4-40 0 0,149-13-112 0 0,64-9 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53.5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1 309 455 0 0,'0'-4'110'0'0,"1"1"0"0"0,0-1 0 0 0,0 1 0 0 0,0 0 0 0 0,0-1 0 0 0,0 1 0 0 0,1 0 0 0 0,0 0 0 0 0,0-1 0 0 0,-1 2 0 0 0,2-1 0 0 0,-1 0 0 0 0,0 0 0 0 0,5-3 0 0 0,2-4 161 0 0,1 1 0 0 0,17-11 0 0 0,-5 6-5 0 0,1 1-1 0 0,0 1 0 0 0,1 1 1 0 0,0 1-1 0 0,41-11 1 0 0,130-20 387 0 0,-164 35-628 0 0,211-33 1050 0 0,301-10 0 0 0,-490 46-1020 0 0,-1 4 0 0 0,1 1 0 0 0,63 12 0 0 0,-115-14-55 0 0,27 8 0 0 0,-27-8 0 0 0,-1 0 0 0 0,0 1 0 0 0,1-1 0 0 0,-1 0 0 0 0,1 0 0 0 0,-1 0 0 0 0,1 0 0 0 0,-1 1 0 0 0,0-1 0 0 0,1 0 0 0 0,-1 1 0 0 0,0-1 0 0 0,1 0 0 0 0,-1 0 0 0 0,0 1 0 0 0,1-1 0 0 0,-1 1 0 0 0,0-1 0 0 0,0 0 0 0 0,1 1 0 0 0,-1-1 0 0 0,0 1 0 0 0,0-1 0 0 0,0 0 0 0 0,0 1 0 0 0,1-1 0 0 0,-1 1 0 0 0,0-1 0 0 0,0 1 0 0 0,0-1 0 0 0,0 1 0 0 0,0-1 0 0 0,0 1 0 0 0,0-1 0 0 0,0 0 0 0 0,0 1 0 0 0,0-1 0 0 0,-1 1 0 0 0,1-1 0 0 0,0 1 0 0 0,0-1 0 0 0,0 1 0 0 0,-1-1 0 0 0,1 0 0 0 0,0 1 0 0 0,0-1 0 0 0,-1 0 0 0 0,1 1 0 0 0,0-1 0 0 0,-1 0 0 0 0,1 1 0 0 0,0-1 0 0 0,-1 0 0 0 0,1 1 0 0 0,0-1 0 0 0,-1 0 0 0 0,0 0 0 0 0,-9 7 0 0 0,0-1 0 0 0,0-1 0 0 0,-1 0 0 0 0,0 0 0 0 0,0-1 0 0 0,-16 4 0 0 0,12-3 0 0 0,-394 102-122 0 0,231-65 58 0 0,-7 3-169 0 0,-302 85-161 0 0,475-126 392 0 0,3-2-15 0 0,-1 1 0 0 0,1 1 0 0 0,0 0 0 0 0,0 0 0 0 0,-8 6 0 0 0,16-10 15 0 0,1 0 0 0 0,-1 1 0 0 0,1-1-1 0 0,-1 0 1 0 0,1 1 0 0 0,-1-1 0 0 0,1 0 0 0 0,-1 1 0 0 0,1-1-1 0 0,-1 0 1 0 0,1 1 0 0 0,0-1 0 0 0,-1 1 0 0 0,1-1 0 0 0,0 1-1 0 0,-1-1 1 0 0,1 1 0 0 0,0-1 0 0 0,0 1 0 0 0,-1 0 0 0 0,1-1-1 0 0,0 1 1 0 0,0-1 0 0 0,0 1 0 0 0,0-1 0 0 0,0 1 0 0 0,0 0 0 0 0,0 0-1 0 0,0 0 3 0 0,1 0-1 0 0,0-1 1 0 0,-1 1-1 0 0,1 0 0 0 0,0-1 1 0 0,-1 1-1 0 0,1-1 1 0 0,0 1-1 0 0,0-1 1 0 0,-1 1-1 0 0,1-1 0 0 0,0 1 1 0 0,0-1-1 0 0,0 0 1 0 0,0 0-1 0 0,1 1 1 0 0,7 1 2 0 0,0-1-1 0 0,14 1 1 0 0,232-8-93 0 0,-116 0 54 0 0,502-24 230 0 0,-491 22-154 0 0,395-4 815 0 0,-519 12-820 0 0,-9-1-3 0 0,0 1 0 0 0,0 0-1 0 0,0 2 1 0 0,0 0 0 0 0,28 7-1 0 0,-39-4-30 0 0,-8-1 0 0 0,-14 2 0 0 0,-36 6 181 0 0,-96 10 0 0 0,116-19-119 0 0,-328 12 623 0 0,207-14-527 0 0,-280 10 143 0 0,413-11-609 0 0,-35 6-1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54.7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745 609 2175 0 0,'-109'8'-601'0'0,"109"-8"604"0"0,0 0 0 0 0,0 0 0 0 0,0 0 1 0 0,0 0-1 0 0,0 0 0 0 0,0 0 0 0 0,0 0 0 0 0,0 0 0 0 0,0 0 0 0 0,0 0 0 0 0,0 0 0 0 0,1 0 0 0 0,-1 0 1 0 0,0 0-1 0 0,0 0 0 0 0,0 0 0 0 0,0 0 0 0 0,0 0 0 0 0,0 0 0 0 0,0 0 0 0 0,0 0 0 0 0,0 0 0 0 0,0-1 1 0 0,0 1-1 0 0,0 0 0 0 0,0 0 0 0 0,0 0 0 0 0,0 0 0 0 0,0 0 0 0 0,0 0 0 0 0,0 0 0 0 0,0 0 0 0 0,0 0 0 0 0,0 0 1 0 0,0 0-1 0 0,0 0 0 0 0,0 0 0 0 0,0 0 0 0 0,0 0 0 0 0,0-1 0 0 0,0 1 0 0 0,0 0 0 0 0,0 0 0 0 0,0 0 1 0 0,0 0-1 0 0,0 0 0 0 0,0 0 0 0 0,-1 0 0 0 0,1 0 0 0 0,0 0 0 0 0,0 0 0 0 0,0 0 0 0 0,0 0 0 0 0,0 0 1 0 0,0 0-1 0 0,10-6 55 0 0,15-7-11 0 0,61-29 245 0 0,130-87 0 0 0,-81 44 254 0 0,26-12-144 0 0,128-75 518 0 0,-260 155-772 0 0,-11 6 36 0 0,1 0 0 0 0,0 1 1 0 0,31-11-1 0 0,-50 21-182 0 0,0 0 0 0 0,0 0 0 0 0,0 0 0 0 0,0 0 0 0 0,0 0-1 0 0,0 0 1 0 0,0 0 0 0 0,0 0 0 0 0,0 0 0 0 0,0 0 0 0 0,0 0 0 0 0,0 0 0 0 0,0 1 0 0 0,0-1 0 0 0,0 0-1 0 0,0 0 1 0 0,0 0 0 0 0,0 0 0 0 0,0 0 0 0 0,0 0 0 0 0,0 0 0 0 0,0 0 0 0 0,0 0 0 0 0,0 0-1 0 0,0 0 1 0 0,0 0 0 0 0,1 0 0 0 0,-1 0 0 0 0,0 0 0 0 0,0 0 0 0 0,0 0 0 0 0,0 0 0 0 0,0 1 0 0 0,0-1-1 0 0,0 0 1 0 0,0 0 0 0 0,0 0 0 0 0,0 0 0 0 0,0 0 0 0 0,0 0 0 0 0,0 0 0 0 0,0 0 0 0 0,0 0 0 0 0,0 0-1 0 0,0 0 1 0 0,0 0 0 0 0,1 0 0 0 0,-1 0 0 0 0,0 0 0 0 0,0 0 0 0 0,0 0 0 0 0,0 0 0 0 0,0 0-1 0 0,0 0 1 0 0,0 0 0 0 0,0 0 0 0 0,0 0 0 0 0,0 0 0 0 0,0 0 0 0 0,0 0 0 0 0,-6 7 20 0 0,-10 7-31 0 0,-31 17 9 0 0,-72 35 0 0 0,73-42 0 0 0,-264 128-115 0 0,121-62 62 0 0,61-28 47 0 0,-340 179-62 0 0,362-180 45 0 0,-108 65-8 0 0,205-121 31 0 0,5-2 0 0 0,0-1 0 0 0,0 1 0 0 0,0 0 0 0 0,0 0 0 0 0,1 0 0 0 0,-1 0 0 0 0,-4 6 0 0 0,7-9 0 0 0,1 1 0 0 0,0-1 0 0 0,0 0 0 0 0,0 0 0 0 0,0 0 0 0 0,0 1 0 0 0,0-1 0 0 0,0 0 0 0 0,0 0 0 0 0,0 0 0 0 0,0 1 0 0 0,0-1 0 0 0,0 0 0 0 0,0 0 0 0 0,0 0 0 0 0,0 1 0 0 0,0-1 0 0 0,0 0 0 0 0,0 0 0 0 0,0 0 0 0 0,0 1 0 0 0,0-1 0 0 0,0 0 0 0 0,1 0 0 0 0,-1 0 0 0 0,0 1 0 0 0,0-1 0 0 0,0 0 0 0 0,0 0 0 0 0,0 0 0 0 0,0 0 0 0 0,1 1 0 0 0,-1-1 0 0 0,0 0 0 0 0,0 0 0 0 0,0 0 0 0 0,1 0 0 0 0,-1 0 0 0 0,0 0 0 0 0,0 0 0 0 0,0 0 0 0 0,1 0 0 0 0,-1 1 0 0 0,0-1 0 0 0,0 0 0 0 0,0 0 0 0 0,1 0 0 0 0,-1 0 0 0 0,0 0 0 0 0,0 0 0 0 0,0 0 0 0 0,1 0 0 0 0,-1-1 0 0 0,0 1 0 0 0,1 0 0 0 0,12 0 0 0 0,6-5-13 0 0,0 0 0 0 0,-1-2 0 0 0,0 0-1 0 0,21-11 1 0 0,-2 1-17 0 0,345-137-64 0 0,-72 30 44 0 0,188-47 458 0 0,-454 159-373 0 0,29-9 139 0 0,127-20 1 0 0,-189 39-175 0 0,-1 2 0 0 0,1 0 0 0 0,0 0 0 0 0,-1 1 0 0 0,18 3 0 0 0,-27-4 0 0 0,-1 0 0 0 0,1 0 0 0 0,0 0 0 0 0,0 0 0 0 0,-1 1 0 0 0,1-1 0 0 0,0 0 0 0 0,0 0 0 0 0,-1 1 0 0 0,1-1 0 0 0,0 0 0 0 0,-1 1 0 0 0,1-1 0 0 0,-1 1 0 0 0,1-1 0 0 0,0 1 0 0 0,-1-1 0 0 0,1 1 0 0 0,-1-1 0 0 0,1 1 0 0 0,0 1 0 0 0,-1-2 0 0 0,0 1 0 0 0,0 0 0 0 0,0-1 0 0 0,0 1 0 0 0,0 0 0 0 0,-1-1 0 0 0,1 1 0 0 0,0-1 0 0 0,0 1 0 0 0,0 0 0 0 0,0-1 0 0 0,-1 1 0 0 0,1-1 0 0 0,0 1 0 0 0,-1-1 0 0 0,1 1 0 0 0,0-1 0 0 0,-1 1 0 0 0,1-1 0 0 0,-1 1 0 0 0,-4 3 0 0 0,0 0 0 0 0,1 0 0 0 0,-11 6 0 0 0,14-10 0 0 0,-335 171 594 0 0,270-140-548 0 0,47-23-40 0 0,-404 184 234 0 0,-10-24 600 0 0,380-150-260 0 0,52-16-463 0 0,4-1-84 0 0,5 1-33 0 0,4-2 0 0 0,1 0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05.903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420 132 4607 229419 54937,'0'-1'408'0'0,"1"0"-328"0"0,0-1 184 0 0,1-2 352 0 0,1-1-304 0 0,1-2 640 0 0,1-2 128 0 0,2-3 24 0 0,2-3 1104 0 0,2-2-16 0 0,1-2-272 0 0,0 3-400 0 0,-2 3-320 0 0,-2 4-448 0 0,-3 7-160 0 0,-4 8-200 0 0,-4 8-112 0 0,-6 10-216 0 0,-4 8 32 0 0,-3 4-96 0 0,-1 0 64 0 0,-2 3-64 0 0,-6 5 0 0 0,-6 2 0 0 0,-4 1 64 0 0,-4-1-64 0 0,-2-5 0 0 0,1-5 0 0 0,3-7 0 0 0,2-7 0 0 0,3-8 0 0 0,3-9 0 0 0,6-7 0 0 0,4-4 0 0 0,3-6 64 0 0,3-5-64 0 0,3-3 0 0 0,4 0 0 0 0,3-2 0 0 0,5-2 0 0 0,3 0 0 0 0,6 0 72 0 0,3 0-8 0 0,6 1 0 0 0,4 2 8 0 0,3 5-72 0 0,4 4 64 0 0,1 8 8 0 0,2 7 24 0 0,1 8 72 0 0,-2 4-16 0 0,-5 3-8 0 0,-2 2 128 0 0,-2 2-32 0 0,0 2-40 0 0,-1 2-56 0 0,-1-1-8 0 0,-3-2-72 0 0,-4-3 0 0 0,-1-3 64 0 0,-1-1 0 0 0,0-2-64 0 0,1-2 32 0 0,1-4 0 0 0,2-3-16 0 0,2-4 0 0 0,0-4-80 0 0,0-2-176 0 0,-1-3-344 0 0,-1 0-8664 0 0,-4 1-4527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06.58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375 694 10591 230572 55019,'0'-1'472'0'0,"2"-1"208"0"0,0 0-680 0 0,0-1 64 0 0,3-1 24 0 0,2-2 896 0 0,4-2 1288 0 0,3-3-400 0 0,0-2-640 0 0,-3-2-280 0 0,-5-2-344 0 0,-8-1-48 0 0,-8 0-48 0 0,-11-1-120 0 0,-9 2-176 0 0,-7 3-48 0 0,-7 4-104 0 0,-3 6 32 0 0,-1 8-96 0 0,1 8 0 0 0,5 9 0 0 0,4 8 72 0 0,6 7-8 0 0,9 2-64 0 0,6-4 96 0 0,8 0 32 0 0,7-1-64 0 0,9-3 16 0 0,7-4 0 0 0,9-6-80 0 0,8-8 96 0 0,6-11 56 0 0,3-7-80 0 0,-3-6-8 0 0,1-6 64 0 0,0-9 0 0 0,-3-2-64 0 0,-5-2 0 0 0,-5 0 0 0 0,-4 1 0 0 0,-1-5 64 0 0,0-7 0 0 0,0-9 0 0 0,1-9 0 0 0,-1-7 0 0 0,-2 2-64 0 0,-3 5-64 0 0,-2 3 0 0 0,-2 3 64 0 0,-3 3-64 0 0,-2 10 64 0 0,-3 10-64 0 0,-2 8 80 0 0,-4 8 0 0 0,-3 9-8 0 0,-1 7-72 0 0,-1 4 0 0 0,-2 8 0 0 0,-2 9-64 0 0,0 8 64 0 0,0 9 0 0 0,0 8 0 0 0,2 10 0 0 0,2 9 0 0 0,2 7 0 0 0,2 2 152 0 0,3-7-88 0 0,2-11 0 0 0,4-9 64 0 0,3-6 56 0 0,3-8 72 0 0,3-9-128 0 0,0-6 0 0 0,3-6 128 0 0,2-6 0 0 0,2-5 0 0 0,1-4-56 0 0,1-5-72 0 0,-2-3-64 0 0,-2-3-64 0 0,-3-2 0 0 0,-3-3-152 0 0,-3 2-6904 0 0,-4 1-1392 0 0,-3 4-2463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1.962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218 87 3223 242282 45360,'0'0'288'0'0,"0"-2"-288"0"0,0-1 336 0 0,-1-1 368 0 0,1-3 688 0 0,-1-4 1000 0 0,-2-2-144 0 0,0 1-1248 0 0,-1 2-8 0 0,-1 4 0 0 0,-1 2-200 0 0,-1 4 688 0 0,-3 5-240 0 0,-3 4-344 0 0,0 3-456 0 0,-1 0-168 0 0,-1 3 200 0 0,0 1-96 0 0,-2 5-128 0 0,0 4-8 0 0,0 4 0 0 0,2 5 104 0 0,3 4 144 0 0,3 6-32 0 0,3 2-56 0 0,6 0-112 0 0,6-3-224 0 0,7-8 96 0 0,7-8-96 0 0,6-11 128 0 0,6-12-16 0 0,2-11-16 0 0,-1-10-16 0 0,-1-9 0 0 0,-6-6 0 0 0,-5-7-8 0 0,-5-7-40 0 0,-7-4-32 0 0,-6-3 16 0 0,-7 0 0 0 0,-6 2-80 0 0,-2 8 64 0 0,-3 10-64 0 0,-3 9 0 0 0,-3 10 0 0 0,-6 11 0 0 0,-2 9 0 0 0,2 6 0 0 0,2 4 0 0 0,2 3 0 0 0,2 7-96 0 0,1 5-160 0 0,5 6-584 0 0,4-2 32 0 0,4-5-21199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2.163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11 0 9215 244554 46574,'0'0'816'0'0,"1"2"-656"0"0,1 0 464 0 0,-1 4 824 0 0,2 5 792 0 0,0 10 1104 0 0,-1 12-856 0 0,-1 10-1304 0 0,-3 8-392 0 0,-3 2-520 0 0,0 0-144 0 0,0-7-128 0 0,1-9 0 0 0,1-8-72 0 0,4-8-176 0 0,3-8-8720 0 0,1-6-4455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2.46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14 15 6447 247458 47573,'-1'-2'288'0'0,"0"0"56"0"0,-1-1-280 0 0,1-1-64 0 0,-2 2 1288 0 0,2 0 248 0 0,-1 2 40 0 0,0 5 1664 0 0,1 5 88 0 0,3 8-864 0 0,5 7-1224 0 0,5 5-392 0 0,8 4-496 0 0,6 1-32 0 0,5-2-32 0 0,2-1-48 0 0,-1-4-56 0 0,-3-2-8 0 0,-7-5 0 0 0,-10-2-24 0 0,-12-2-56 0 0,-10-2-32 0 0,-10-3 8 0 0,-8-4-72 0 0,-3-4 0 0 0,0-7 64 0 0,2-7-272 0 0,2-14-1400 0 0,7-6 760 0 0,5-2-8112 0 0,6 4-4263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2.587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43 455 248597 45988,'0'0'0'0'0,"0"0"0"0"0,0 0 1040 0 0,1-2 1408 0 0,3-1 344 0 0,6-2 440 0 0,8-2-520 0 0,10 0-760 0 0,10 1-688 0 0,8 0-952 0 0,1 2-6784 0 0,-6 1-3263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2.76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11 1 12895 249242 47572,'0'0'576'0'0,"-2"2"248"0"0,0 0-824 0 0,1 0 0 0 0,-1-1 1088 0 0,1 1 1512 0 0,-1 1-280 0 0,2 2-496 0 0,0 1-560 0 0,2 1-784 0 0,1 0-256 0 0,2-2-224 0 0,0-1-9616 0 0,0-1-4863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3.079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101 68 6911 250855 45712,'0'-1'608'0'0,"1"-4"-480"0"0,1-1 96 0 0,0-2 264 0 0,2-3 1352 0 0,0-4 1936 0 0,-2 1-608 0 0,-4 7-960 0 0,-6 11-608 0 0,-6 14-800 0 0,-3 14-184 0 0,-3 12-224 0 0,2 8-104 0 0,3 7-136 0 0,4 1-16 0 0,4 3-40 0 0,4-2 32 0 0,2-2 0 0 0,4-3-64 0 0,2-7-64 0 0,3-7 64 0 0,1-9 0 0 0,1-9 0 0 0,2-7 0 0 0,3-6-64-6 511,1-4-6392 6-511,-2-3-1288 0 0,-2-2-2255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4.627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223 130 5063 251828 44985,'0'-2'544'0'0,"0"0"224"0"0,0-2 1080 0 0,1-2-904 0 0,0-2 288 0 0,1-4 1360 0 0,3-3-296 0 0,2-1-432 0 0,5-1-336 0 0,1 2-976 0 0,1 2-8 0 0,1 4 304 0 0,3 2-328 0 0,0 4-264 0 0,-1 3-96 0 0,-1 5 96 0 0,-3 6-128 0 0,-6 8-64 0 0,-6 5-64 0 0,-6 1 88 0 0,-10 5-8 0 0,-11 4 16 0 0,-6 1-24 0 0,-3-3-8 0 0,-3 0 0 0 0,0-4-64 0 0,4-5 0 0 0,5-5 0 0 0,6-4 80 0 0,6-4 0 0 0,5-4 0 0 0,7-5 0 0 0,9-4 16 0 0,10-6 0 0 0,10-3-24 0 0,10-3-72 0 0,5 0 0 0 0,4 3 64 0 0,-2 6 16 0 0,-5 8 16 0 0,-7 8 40 0 0,-10 6-72 0 0,-9 7-64 0 0,-11 5 0 0 0,-9 4 176 0 0,-6 1-96 0 0,-5-2-80 0 0,-1-2 0 0 0,-2-5 64 0 0,0-5 64 0 0,1-5-64 0 0,2-5 0 0 0,1-3 0 0 0,2-3 0 0 0,0-3-64 0 0,-1-1 64 0 0,0-2 0 0 0,0-1-64 0 0,0 0 64 0 0,0-1-64 0 0,2 0-104 0 0,3 0-80 0 0,3 3-6256 0 0,4 1-1272 0 0,3 1-2239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4.942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6 30 5527 251527 49096,'2'-3'600'0'0,"2"-3"-600"0"0,0 0 1376 0 0,1 0 256 0 0,1 1 64 0 0,1 2 1680 0 0,1 3-32 0 0,1 5-768 0 0,-1 4-1824 0 0,-2 4-32 0 0,-3 6 248 0 0,-3 8-648 0 0,-2 2-176 0 0,-2 1-144 0 0,-1-2 80 0 0,1-2-80 0 0,-1 0 64 0 0,0 2 8 0 0,-1-3-72 0 0,1-4 0 0 0,0-3 0 0 0,1-4 0 0 0,-1-4 0 0 0,1-1 0 0 0,-1-3 0 0 0,1-1-9296 0 0,0-2-4655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5.25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0 444 4607 253212 47650,'2'-9'488'0'0,"1"-4"-24"0"0,1-2 80 0 0,0 1 8 0 0,3-4 1408 0 0,5-11 1208 0 0,6-14-280 0 0,1-6-1664 0 0,0 1-8 0 0,-1 1 752 0 0,-2 1-648 0 0,-2 7-288 0 0,-2 8-696 0 0,-4 9-16 0 0,-3 9 168 0 0,0 6-352 0 0,-2 7-8 0 0,-1 6 80 0 0,0 7-80 0 0,-1 7-64 0 0,0 9-64 0 0,-2 7 72 0 0,-2 2-72 0 0,-1-1 80 0 0,-2 1 32 0 0,-4 2 56 0 0,-2 3-88 0 0,-3 2-16 0 0,2 0 0 0 0,3-3-64 0 0,6-8-248 0 0,4-8-64 0 0,3-9-23007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15.452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2 17047 253768 46939,'1'-1'1512'0'0,"0"0"-1144"0"0,2 1-576 0 0,5 6-592 0 0,6 7 1624 0 0,9 12 1304 0 0,8 15-576 0 0,5 16-904 0 0,0 11-168 0 0,-6 9-184 0 0,-8 8-152 0 0,-12 8-144 0 0,-14 5 0 0 0,-18 6-136 0 0,-11-7-9416 0 0,1-18-4751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25.3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521 150 2303 0 0,'0'-3'325'0'0,"1"0"-1"0"0,-1 0 1 0 0,1 0-1 0 0,0 0 0 0 0,0 0 1 0 0,0 0-1 0 0,0 0 1 0 0,1 0-1 0 0,1-3 0 0 0,19-25 1990 0 0,-18 24-1665 0 0,6-7 738 0 0,0 1 1 0 0,1 1-1 0 0,1 0 1 0 0,17-15-1 0 0,-34 31 1658 0 0,-28 28-1918 0 0,-47 77-539 0 0,2-2-402 0 0,-31 5 87 0 0,85-92-189 0 0,0-1-1 0 0,-1-1 0 0 0,-29 16 0 0 0,41-26-17 0 0,-1-2 0 0 0,0 1 0 0 0,-1-2 0 0 0,-19 6-1 0 0,30-10-46 0 0,1 0-1 0 0,-1 0 1 0 0,0 0-1 0 0,0-1 1 0 0,0 0-1 0 0,0 0 1 0 0,0 0-1 0 0,0 0 1 0 0,0 0-1 0 0,0-1 1 0 0,0 1-1 0 0,0-1 1 0 0,0 0-1 0 0,0-1 1 0 0,0 1-1 0 0,1-1 1 0 0,-1 1-1 0 0,1-1 1 0 0,-1 0-1 0 0,1-1 1 0 0,-5-3-1 0 0,5 4-4 0 0,1-1 0 0 0,1 0 0 0 0,-1 1 0 0 0,0-1 1 0 0,1 0-1 0 0,-1 0 0 0 0,1 0 0 0 0,0 0 0 0 0,0 0 0 0 0,0 0 0 0 0,0 0 0 0 0,1-1 0 0 0,-1 1 0 0 0,1 0 0 0 0,0 0 0 0 0,0 0 1 0 0,0-1-1 0 0,0 1 0 0 0,0 0 0 0 0,1 0 0 0 0,0-1 0 0 0,-1 1 0 0 0,1 0 0 0 0,2-4 0 0 0,1-4 32 0 0,1 2 0 0 0,0-1-1 0 0,0 0 1 0 0,0 1 0 0 0,2 0-1 0 0,7-9 1 0 0,-11 14-32 0 0,0 0 0 0 0,0 1-1 0 0,1-1 1 0 0,-1 1 0 0 0,1 0-1 0 0,0 0 1 0 0,0 1 0 0 0,0-1 0 0 0,0 1-1 0 0,1-1 1 0 0,-1 1 0 0 0,0 1-1 0 0,1-1 1 0 0,0 1 0 0 0,-1-1 0 0 0,1 1-1 0 0,0 1 1 0 0,0-1 0 0 0,0 1-1 0 0,0 0 1 0 0,-1 0 0 0 0,1 0 0 0 0,0 0-1 0 0,0 1 1 0 0,0 0 0 0 0,-1 0-1 0 0,8 3 1 0 0,2 3 29 0 0,0 1-1 0 0,0 0 1 0 0,0 1 0 0 0,23 21-1 0 0,-10-5 76 0 0,25 30-1 0 0,-21-14 77 0 0,-25-31-178 0 0,2 0 0 0 0,-1 0 0 0 0,17 15 0 0 0,-21-22-12 0 0,0-1 0 0 0,1 1-1 0 0,-1-1 1 0 0,1 0 0 0 0,0 0 0 0 0,0 0 0 0 0,0 0 0 0 0,0-1 0 0 0,0 1 0 0 0,0-1 0 0 0,0 0 0 0 0,0-1-1 0 0,0 1 1 0 0,1-1 0 0 0,3 1 0 0 0,16-3-17 0 0,1-1 0 0 0,-1-1-1 0 0,0-1 1 0 0,44-16 0 0 0,-23 7-734 0 0,-20 7-128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25.9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560 622 1839 0 0,'0'-1'33'0'0,"0"1"1"0"0,-1 0-1 0 0,1-1 0 0 0,0 1 0 0 0,0 0 0 0 0,0 0 0 0 0,0-1 0 0 0,0 1 0 0 0,0-1 0 0 0,0 1 0 0 0,0 0 0 0 0,0-1 0 0 0,0 1 0 0 0,0 0 0 0 0,0-1 0 0 0,0 1 0 0 0,0 0 0 0 0,0-1 0 0 0,0 1 0 0 0,1 0 0 0 0,-1 0 0 0 0,0-1 0 0 0,0 1 0 0 0,0 0 0 0 0,0-1 0 0 0,1 1 0 0 0,-1 0 0 0 0,0 0 0 0 0,0-1 0 0 0,1 1 0 0 0,-1 0 0 0 0,0 0 0 0 0,0 0 0 0 0,1-1 0 0 0,-1 1 0 0 0,15-11 2577 0 0,-9 7-1649 0 0,-5 3-512 0 0,1-1-1 0 0,0 1 0 0 0,-1-1 1 0 0,0 1-1 0 0,1-1 1 0 0,-1 0-1 0 0,0 1 0 0 0,0-1 1 0 0,1 0-1 0 0,-1 0 0 0 0,-1 0 1 0 0,1 0-1 0 0,0 0 0 0 0,0-3 1 0 0,-1 4-286 0 0,0 0 0 0 0,0 0 0 0 0,0 0 0 0 0,0-1 1 0 0,0 1-1 0 0,-1 0 0 0 0,1 0 0 0 0,-1 0 0 0 0,1 0 1 0 0,0 0-1 0 0,-1 0 0 0 0,0 0 0 0 0,1 0 0 0 0,-1 0 0 0 0,0 0 1 0 0,1 0-1 0 0,-1 0 0 0 0,0 1 0 0 0,0-1 0 0 0,0 0 1 0 0,0 0-1 0 0,0 1 0 0 0,0-1 0 0 0,0 1 0 0 0,0-1 1 0 0,0 1-1 0 0,-1-1 0 0 0,-9-4 93 0 0,0 1-1 0 0,0 0 1 0 0,-1 1 0 0 0,1 0 0 0 0,0 1-1 0 0,-1 0 1 0 0,0 1 0 0 0,1 1-1 0 0,-22 1 1 0 0,15 0-231 0 0,-1 2 0 0 0,1 0 0 0 0,0 1 1 0 0,0 0-1 0 0,-25 11 0 0 0,17-3 20 0 0,0 1 1 0 0,1 1 0 0 0,0 1-1 0 0,1 1 1 0 0,1 1-1 0 0,1 2 1 0 0,1 0-1 0 0,0 1 1 0 0,1 1 0 0 0,-29 41-1 0 0,44-56 4 0 0,1 1 1 0 0,0 0-1 0 0,1 0 0 0 0,-1 0 0 0 0,1 1 0 0 0,1-1 1 0 0,-1 1-1 0 0,-1 8 0 0 0,4-14-40 0 0,0 0 1 0 0,0 0-1 0 0,-1 0 0 0 0,1 0 0 0 0,0 0 0 0 0,0-1 1 0 0,1 1-1 0 0,-1 0 0 0 0,0 0 0 0 0,1 0 1 0 0,-1 0-1 0 0,1-1 0 0 0,-1 1 0 0 0,1 0 0 0 0,0 0 1 0 0,0-1-1 0 0,0 1 0 0 0,0-1 0 0 0,0 1 1 0 0,0-1-1 0 0,0 1 0 0 0,0-1 0 0 0,1 0 1 0 0,-1 1-1 0 0,0-1 0 0 0,1 0 0 0 0,-1 0 0 0 0,1 0 1 0 0,0 0-1 0 0,-1 0 0 0 0,1 0 0 0 0,0-1 1 0 0,-1 1-1 0 0,1 0 0 0 0,0-1 0 0 0,0 0 0 0 0,0 1 1 0 0,-1-1-1 0 0,5 0 0 0 0,2 1 13 0 0,0-1 0 0 0,1 0 1 0 0,-1-1-1 0 0,0 0 0 0 0,1 0 0 0 0,-1-1 0 0 0,0 0 0 0 0,0 0 1 0 0,0-1-1 0 0,11-5 0 0 0,9-7 77 0 0,37-23 0 0 0,-59 34-81 0 0,27-17 47 0 0,0-2 0 0 0,-2-2 0 0 0,46-45 0 0 0,-61 53-57 0 0,0-1 1 0 0,-2-1-1 0 0,0-1 1 0 0,-1 0-1 0 0,0 0 1 0 0,-2-1 0 0 0,11-30-1 0 0,65-254 33 0 0,-49 157 115 0 0,-36 140-147 0 0,0 4 19 0 0,-1 1 0 0 0,0-1-1 0 0,0 1 1 0 0,-1-1 0 0 0,1 1 0 0 0,-1-1 0 0 0,0 0-1 0 0,0-5 1 0 0,0 9-25 0 0,0 0 0 0 0,0 0 0 0 0,0 0-1 0 0,0 0 1 0 0,0-1 0 0 0,0 1 0 0 0,0 0 0 0 0,0 0-1 0 0,0 0 1 0 0,0 0 0 0 0,0 0 0 0 0,0 0 0 0 0,0 0-1 0 0,0 0 1 0 0,0 0 0 0 0,0 0 0 0 0,0-1-1 0 0,-1 1 1 0 0,1 0 0 0 0,0 0 0 0 0,0 0 0 0 0,0 0-1 0 0,0 0 1 0 0,0 0 0 0 0,0 0 0 0 0,0 0 0 0 0,0 0-1 0 0,0 0 1 0 0,0 0 0 0 0,-1 0 0 0 0,1 0 0 0 0,0 0-1 0 0,0 0 1 0 0,0 0 0 0 0,0 0 0 0 0,0 0 0 0 0,0 0-1 0 0,0 0 1 0 0,0 0 0 0 0,-1 0 0 0 0,1 0 0 0 0,0 0-1 0 0,0 0 1 0 0,-5 4 38 0 0,-2 6 19 0 0,-7 14-36 0 0,2 0 1 0 0,1 1-1 0 0,1 1 1 0 0,-7 27-1 0 0,-21 109-34 0 0,16-21 78 0 0,21-124-42 0 0,0 0 1 0 0,1 0 0 0 0,1 0 0 0 0,0 0-1 0 0,1 0 1 0 0,6 22 0 0 0,-6-35-21 0 0,-1 0 0 0 0,0 0 1 0 0,1 1-1 0 0,0-1 0 0 0,0-1 1 0 0,0 1-1 0 0,1 0 0 0 0,-1-1 0 0 0,1 1 1 0 0,0-1-1 0 0,0 0 0 0 0,0 1 1 0 0,0-2-1 0 0,1 1 0 0 0,-1 0 1 0 0,1-1-1 0 0,-1 1 0 0 0,6 1 0 0 0,0 0 7 0 0,0-1-1 0 0,0 0 0 0 0,0-1 0 0 0,1 0 1 0 0,-1 0-1 0 0,1-1 0 0 0,11 0 0 0 0,-11-1-382 0 0,19 2-5872 0 0,-13 1-1218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27.5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10 278 4143 0 0,'-10'-7'563'0'0,"11"6"-173"0"0,0 1 0 0 0,0-1-1 0 0,0 0 1 0 0,-1 0 0 0 0,1 0 0 0 0,0 0 0 0 0,0 0-1 0 0,-1-1 1 0 0,1 1 0 0 0,-1 0 0 0 0,1-1 0 0 0,0 0 339 0 0,0 0-496 0 0,1 1 0 0 0,-1 0 1 0 0,0 0-1 0 0,1 0 0 0 0,-1 0 0 0 0,1 0 1 0 0,-1 0-1 0 0,1 0 0 0 0,-1 0 1 0 0,1 1-1 0 0,-1-1 0 0 0,1 1 0 0 0,0-1 1 0 0,0 1-1 0 0,-1-1 0 0 0,3 1 0 0 0,33-2 1086 0 0,-25 2-1035 0 0,4-1-175 0 0,238-11 785 0 0,0-18-243 0 0,-34-10 104 0 0,104-18 289 0 0,-135 25-658 0 0,145-22 133 0 0,-236 45-378 0 0,-82 10-123 0 0,1 0 0 0 0,0 0 0 0 0,29 6 1 0 0,-44-5-30 0 0,0-1 1 0 0,0 1 0 0 0,0-1-1 0 0,0 1 1 0 0,0 0 0 0 0,0-1 0 0 0,0 1-1 0 0,-1 0 1 0 0,3 2 0 0 0,-3-3 0 0 0,-1 0 1 0 0,0 0-1 0 0,0 0 0 0 0,0 1 1 0 0,0-1-1 0 0,0 0 1 0 0,1 0-1 0 0,-1 0 1 0 0,0 1-1 0 0,0-1 1 0 0,0 0-1 0 0,0 0 0 0 0,0 0 1 0 0,0 1-1 0 0,0-1 1 0 0,0 0-1 0 0,0 0 1 0 0,0 1-1 0 0,0-1 1 0 0,0 0-1 0 0,0 0 0 0 0,0 1 1 0 0,0-1-1 0 0,0 0 1 0 0,0 0-1 0 0,0 0 1 0 0,0 1-1 0 0,0-1 1 0 0,0 0-1 0 0,-1 1 1 0 0,-9 7-658 0 0,-7-1-249 0 0,0-1 1 0 0,0-1-1 0 0,0-1 0 0 0,-26 4 1 0 0,2 0-407 0 0,-118 28-1694 0 0,-231 45-2441 0 0,340-74 4975 0 0,14-2 597 0 0,1 2 0 0 0,-1 0 0 0 0,-51 20-1 0 0,65-16 398 0 0,21-10-457 0 0,-1-1 0 0 0,1 1 0 0 0,0 0 0 0 0,0 0 0 0 0,0 0 0 0 0,0 0 0 0 0,0 0 0 0 0,0 0 0 0 0,0 0 0 0 0,0 0 0 0 0,0 0 0 0 0,0 0 0 0 0,1 0 0 0 0,-1 0 0 0 0,0 3 0 0 0,1-4-32 0 0,0 1 0 0 0,0-1 0 0 0,0 1 0 0 0,0-1 0 0 0,0 1 0 0 0,1-1 0 0 0,-1 0 0 0 0,0 1 0 0 0,0-1 0 0 0,0 1 0 0 0,1-1 0 0 0,-1 1 0 0 0,0-1 0 0 0,1 0 0 0 0,-1 1 0 0 0,0-1 0 0 0,1 0 0 0 0,-1 1 0 0 0,1-1 0 0 0,-1 0 0 0 0,0 1 0 0 0,1-1 0 0 0,-1 0 0 0 0,1 0 0 0 0,-1 0 0 0 0,1 1 0 0 0,-1-1-1 0 0,1 0 1 0 0,-1 0 0 0 0,1 0 0 0 0,0 0 0 0 0,18 3 378 0 0,89-1-706 0 0,-63-4 66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1.2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1 242 6447 0 0,'0'-3'393'0'0,"7"-22"-628"0"0,-6 23 601 0 0,-1 1-1 0 0,1-1 1 0 0,-1 1-1 0 0,1 0 1 0 0,-1-1-1 0 0,1 1 1 0 0,0 0-1 0 0,0 0 1 0 0,0-1-1 0 0,0 1 1 0 0,0 0-1 0 0,0 0 0 0 0,2-2 1 0 0,-3 4-227 0 0,1-1 1 0 0,-1 0-1 0 0,0 0 1 0 0,1 0-1 0 0,-1 1 1 0 0,0-1-1 0 0,0 0 1 0 0,0 0-1 0 0,1 1 1 0 0,-1-1-1 0 0,0 0 1 0 0,0 0-1 0 0,0 1 1 0 0,0-1-1 0 0,0 0 1 0 0,1 1-1 0 0,-1-1 1 0 0,0 0-1 0 0,0 0 1 0 0,0 1-1 0 0,0-1 1 0 0,0 0-1 0 0,0 1 1 0 0,0-1-1 0 0,0 0 0 0 0,0 1 1 0 0,0-1-1 0 0,0 0 1 0 0,0 1-1 0 0,0-1 1 0 0,-1 1-1 0 0,1 12 1067 0 0,-7 35 989 0 0,3-22-1360 0 0,1-1 0 0 0,-1 39-1 0 0,5-56-755 0 0,-1-1-1 0 0,1 1 0 0 0,0 0 1 0 0,1-1-1 0 0,0 1 1 0 0,0-1-1 0 0,0 1 1 0 0,1-1-1 0 0,0 0 1 0 0,1 0-1 0 0,0 0 0 0 0,7 10 1 0 0,-8-13-72 0 0,0-1 1 0 0,-1-1-1 0 0,1 1 0 0 0,0 0 1 0 0,0-1-1 0 0,0 0 0 0 0,1 1 1 0 0,-1-1-1 0 0,0 0 1 0 0,1-1-1 0 0,0 1 0 0 0,-1-1 1 0 0,8 3-1 0 0,-5-3 1 0 0,0-1 0 0 0,0 1 1 0 0,0-1-1 0 0,0 0 0 0 0,-1 0 0 0 0,1 0 0 0 0,0-1 0 0 0,9-2 0 0 0,-3-1 18 0 0,-1 0 0 0 0,0 0-1 0 0,0-1 1 0 0,0 0-1 0 0,0-1 1 0 0,-1-1-1 0 0,0 1 1 0 0,15-14-1 0 0,-18 14-20 0 0,-1-1 0 0 0,1 1 0 0 0,-1-2 0 0 0,0 1-1 0 0,-1-1 1 0 0,0 1 0 0 0,0-2 0 0 0,0 1 0 0 0,-1 0-1 0 0,-1-1 1 0 0,1 0 0 0 0,-1 0 0 0 0,-1 0-1 0 0,0 0 1 0 0,0 0 0 0 0,0-1 0 0 0,-2 1 0 0 0,1 0-1 0 0,-1-1 1 0 0,0 1 0 0 0,-1-1 0 0 0,0 1-1 0 0,-1 0 1 0 0,1 0 0 0 0,-2 0 0 0 0,1 0 0 0 0,-2 0-1 0 0,-7-17 1 0 0,-3-1 43 0 0,-34-49-1 0 0,42 67-27 0 0,-1 0 0 0 0,0 1-1 0 0,0 0 1 0 0,-1 0 0 0 0,0 1-1 0 0,-1 0 1 0 0,0 1-1 0 0,-18-11 1 0 0,24 15-10 0 0,0 1 0 0 0,1 0 0 0 0,-1 0 0 0 0,0 0 0 0 0,0 0 0 0 0,0 0 0 0 0,0 1 0 0 0,0-1-1 0 0,0 1 1 0 0,0 0 0 0 0,0 0 0 0 0,0 0 0 0 0,0 0 0 0 0,0 1 0 0 0,0-1 0 0 0,0 1 0 0 0,-3 1 0 0 0,2-1 0 0 0,1 1-1 0 0,0 0 1 0 0,0 0 0 0 0,-1 0 0 0 0,1 0-1 0 0,0 0 1 0 0,1 1 0 0 0,-1 0 0 0 0,0-1-1 0 0,1 1 1 0 0,0 0 0 0 0,-3 4-1 0 0,-1 2-12 0 0,1 2 0 0 0,0-1-1 0 0,1 0 1 0 0,0 1 0 0 0,0 0-1 0 0,1 0 1 0 0,-3 22 0 0 0,5-20-435 0 0,0 0 0 0 0,1 0 0 0 0,0 1 0 0 0,1-1 0 0 0,4 18 0 0 0,1-1-7357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1.4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 14 10135 0 0,'-4'-4'-128'0'0,"-7"-5"2705"0"0,9 11-49 0 0,4 9 426 0 0,4 5 1084 0 0,4-3-4203 0 0,-5-7 480 0 0,-2-3-408 0 0,0 1 1 0 0,0-1 0 0 0,1 1-1 0 0,-1-1 1 0 0,1 0-1 0 0,0 0 1 0 0,-1-1-1 0 0,7 4 1 0 0,0-2-331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1.7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 60 5983 0 0,'-3'-15'242'0'0,"1"10"-161"0"0,1 1 1 0 0,-1-1-1 0 0,2 0 0 0 0,-2-7 0 0 0,2-2 1905 0 0,-2 21 2421 0 0,1 24 2364 0 0,4-10-6185 0 0,1 0 0 0 0,1-1 0 0 0,11 32-1 0 0,29 56-125 0 0,4-18-305 0 0,-3-5 227 0 0,-45-83-358 0 0,0 0 0 0 0,0 0-1 0 0,0 0 1 0 0,-1-1 0 0 0,1 1-1 0 0,-1 0 1 0 0,1 0 0 0 0,-1 0-1 0 0,0 0 1 0 0,1 0 0 0 0,-1 0-1 0 0,0 0 1 0 0,0 0 0 0 0,-1 0-1 0 0,1 0 1 0 0,-1 3 0 0 0,0-3-9 0 0,0-1-1 0 0,0 0 1 0 0,1 0 0 0 0,-1 1 0 0 0,-1-1 0 0 0,1 0 0 0 0,0 0-1 0 0,0 0 1 0 0,0 0 0 0 0,0 0 0 0 0,-1 0 0 0 0,1-1 0 0 0,0 1 0 0 0,-1 0-1 0 0,1-1 1 0 0,-1 1 0 0 0,1-1 0 0 0,-1 1 0 0 0,1-1 0 0 0,-1 0-1 0 0,1 0 1 0 0,-3 1 0 0 0,0-1 32 0 0,-1 0-1 0 0,0 1 1 0 0,1-1-1 0 0,-1-1 1 0 0,0 1-1 0 0,1-1 1 0 0,-1 0-1 0 0,0 0 1 0 0,1 0-1 0 0,-1-1 1 0 0,1 1-1 0 0,-1-1 1 0 0,1 0-1 0 0,-5-4 1 0 0,3 3-309 0 0,1-1 0 0 0,0 0 1 0 0,-9-9-1 0 0,9 7-1301 0 0,0 1-1 0 0,0-1 1 0 0,-4-8 0 0 0,-1-6-5859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1.8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0 109 5527 0 0,'2'-17'488'0'0,"0"8"-392"0"0,3 1-96 0 0,0 1 0 0 0,0 4 536 0 0,-2-1 80 0 0,4 1 24 0 0,3-2 0 0 0,6-4 1024 0 0,6-1 200 0 0,5-2 48 0 0,5 2 8 0 0,1 3-936 0 0,1 2-184 0 0,0 5-40 0 0,0 2-5584 0 0,0 1-1112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2.0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12895 0 0,'17'13'1497'0'0,"-1"0"-1"0"0,27 27 1 0 0,24 35 1708 0 0,-59-65-3244 0 0,8 10 211 0 0,0 0 1 0 0,-2 2-1 0 0,0 0 0 0 0,-2 0 0 0 0,0 1 1 0 0,-1 1-1 0 0,9 33 0 0 0,-11-27 1 0 0,-2 0 0 0 0,-1 1 0 0 0,-2 0 0 0 0,-1 1 0 0 0,-1 52 0 0 0,-3-51-188 0 0,-2 0 1 0 0,-1 0-1 0 0,-1 0 0 0 0,-2-1 1 0 0,-1 1-1 0 0,-1-2 0 0 0,-16 35 1 0 0,10-35-447 0 0,-31 49 1 0 0,-6-12-5200 0 0,3-15-1338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29.2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19 1663 0 0,'7'-3'152'0'0,"-4"1"-152"0"0,-1 0 0 0 0,-1 1 0 0 0,1 1 0 0 0,0-2 0 0 0,-1 0 0 0 0,3 1 0 0 0,-2-1 0 0 0,1 0 0 0 0,-1 0 0 0 0,1 2 0 0 0,-1 0 0 0 0,-1 0 0 0 0,1 0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0.04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4 455 919 0 0,'-4'11'3610'0'0,"4"-11"-3517"0"0,0 0 0 0 0,0 0 0 0 0,0 1 0 0 0,0-1 0 0 0,1 0 651 0 0,-1 0-651 0 0,0 0 0 0 0,0 0 0 0 0,0 0 0 0 0,0 0 0 0 0,0 1 0 0 0,1-1 0 0 0,-1 0 0 0 0,0 0 0 0 0,0 0 0 0 0,0 0 0 0 0,0 0 0 0 0,0 0 0 0 0,0 0 0 0 0,0 0 0 0 0,0 0 0 0 0,0 0 0 0 0,1 0 0 0 0,-1 0 0 0 0,0 0 0 0 0,0 0 0 0 0,0 0 0 0 0,0 0 0 0 0,0 0 0 0 0,0 0 0 0 0,0 0 0 0 0,0 0 0 0 0,1-1 0 0 0,-1 1 0 0 0,0 0 0 0 0,0 0 0 0 0,0 0 0 0 0,0 0 0 0 0,0 0 0 0 0,14-10 4322 0 0,-12 8-5315 0 0,8-6 1671 0 0,-1 0 0 0 0,0-1 0 0 0,-1 0 0 0 0,0-1 0 0 0,-1 0 0 0 0,0 0 0 0 0,8-15 0 0 0,32-80 1420 0 0,-38 83-1726 0 0,44-123 884 0 0,-25 63-1037 0 0,-21 71-266 0 0,-6 20 28 0 0,-4 21 25 0 0,-46 241-64 0 0,10-57 5 0 0,37-203-8 0 0,-3 19-10 0 0,5-28-22 0 0,0 0 0 0 0,0 0 0 0 0,0 0 0 0 0,0-1 0 0 0,0 1 0 0 0,0 0 0 0 0,1 0-1 0 0,-1 0 1 0 0,1-1 0 0 0,-1 1 0 0 0,1 0 0 0 0,0 0 0 0 0,0 1 0 0 0,0-2-56 0 0,0-1-1 0 0,0 1 1 0 0,1 0-1 0 0,-1-1 1 0 0,0 1-1 0 0,0-1 1 0 0,0 1 0 0 0,0-1-1 0 0,1 0 1 0 0,-1 1-1 0 0,0-1 1 0 0,0 0-1 0 0,0 0 1 0 0,1 0-1 0 0,-1 0 1 0 0,0 0-1 0 0,1 0 1 0 0,-1 0 0 0 0,0 0-1 0 0,2-1 1 0 0,-1 1-449 0 0,13-3-7213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0.2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133 0 7367 0 0,'-1'1'231'0'0,"0"0"1"0"0,-1 0-1 0 0,1 1 0 0 0,0-1 0 0 0,0 0 0 0 0,0 0 0 0 0,0 1 0 0 0,0-1 0 0 0,0 0 0 0 0,1 1 0 0 0,-1-1 0 0 0,0 3 0 0 0,-5 7 939 0 0,-15 23 844 0 0,1 0 0 0 0,-17 44 1 0 0,30-61-1237 0 0,0 1 0 0 0,2 0 0 0 0,0 0 1 0 0,1 0-1 0 0,1 1 0 0 0,-2 34 0 0 0,8-31-997 0 0,-3-21 196 0 0,0-1 0 0 0,0 1 0 0 0,0 0 0 0 0,0-1 0 0 0,1 1 0 0 0,-1-1 0 0 0,0 1 0 0 0,1 0 0 0 0,-1-1 0 0 0,0 1 0 0 0,1-1 0 0 0,-1 1 1 0 0,1-1-1 0 0,-1 1 0 0 0,1-1 0 0 0,-1 1 0 0 0,1-1 0 0 0,-1 1 0 0 0,1-1 0 0 0,-1 0 0 0 0,1 1 0 0 0,0-1 0 0 0,-1 0 0 0 0,1 0 0 0 0,-1 1 0 0 0,1-1 0 0 0,0 0 0 0 0,-1 0 0 0 0,1 0 0 0 0,0 0 0 0 0,6-1-1014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0.5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119 13 4143 0 0,'0'0'208'0'0,"-1"-1"-1"0"0,1 0 0 0 0,0 0 0 0 0,0 0 1 0 0,-1 1-1 0 0,1-1 0 0 0,0 0 0 0 0,-1 0 0 0 0,1 1 1 0 0,-1-1-1 0 0,1 0 0 0 0,-1 1 0 0 0,1-1 0 0 0,-1 0 1 0 0,1 1-1 0 0,-1-1 0 0 0,0 0 0 0 0,0 1-47 0 0,1 0 1 0 0,0 0-1 0 0,-1 0 0 0 0,1 0 0 0 0,0 0 0 0 0,-1 1 0 0 0,1-1 1 0 0,0 0-1 0 0,-1 0 0 0 0,1 0 0 0 0,0 0 0 0 0,0 0 0 0 0,-1 1 1 0 0,1-1-1 0 0,0 0 0 0 0,0 0 0 0 0,-1 0 0 0 0,1 1 0 0 0,0-1 1 0 0,0 0-1 0 0,0 0 0 0 0,-1 1 0 0 0,1-1 0 0 0,0 0 0 0 0,0 1 1 0 0,0-1-1 0 0,0 1 0 0 0,-8 25 3640 0 0,7-14-3261 0 0,0 0 0 0 0,1 0 1 0 0,1 0-1 0 0,0 0 0 0 0,0-1 0 0 0,1 1 0 0 0,0 0 1 0 0,5 12-1 0 0,3 3-103 0 0,1 0 0 0 0,15 28 0 0 0,-15-36-195 0 0,13 18 0 0 0,-14-24-133 0 0,-1 1-1 0 0,-1 0 1 0 0,9 18-1 0 0,-16-30-91 0 0,-1 0 0 0 0,1-1 0 0 0,0 1 0 0 0,-1 0 0 0 0,0 0 0 0 0,1 0 0 0 0,-1 0 0 0 0,0 0 0 0 0,0-1 0 0 0,0 1 0 0 0,0 0 0 0 0,0 0 0 0 0,-1 0 0 0 0,1 0 0 0 0,0 0 0 0 0,-1-1 0 0 0,1 1-1 0 0,-1 0 1 0 0,-1 2 0 0 0,1-2 5 0 0,-1 1-1 0 0,0-1 1 0 0,0 0-1 0 0,0 0 1 0 0,0 0-1 0 0,0 0 1 0 0,0 0-1 0 0,-1 0 1 0 0,1-1-1 0 0,-1 1 1 0 0,-3 1-1 0 0,-2 1 20 0 0,-1-1 1 0 0,1 0-1 0 0,-1 0 1 0 0,0-1-1 0 0,0-1 0 0 0,0 1 1 0 0,-10-1-1 0 0,10 0-24 0 0,1-1-1 0 0,0 0 1 0 0,0-1-1 0 0,-1 0 1 0 0,1 0-1 0 0,0-1 1 0 0,0 0-1 0 0,-8-4 1 0 0,13 5-17 0 0,1 0 0 0 0,-1 0 0 0 0,1-1 0 0 0,-1 1 0 0 0,1-1 0 0 0,-1 0 0 0 0,1 0 0 0 0,0 0 1 0 0,0 0-1 0 0,0 0 0 0 0,0 0 0 0 0,1 0 0 0 0,-1-1 0 0 0,0 1 0 0 0,1-1 0 0 0,0 1 0 0 0,0-1 0 0 0,-1 1 0 0 0,2-1 0 0 0,-1 0 0 0 0,0 0 0 0 0,0 0 1 0 0,1 1-1 0 0,0-1 0 0 0,-1 0 0 0 0,1-4 0 0 0,1-4-305 0 0,0 0 1 0 0,1 1-1 0 0,0 0 1 0 0,1-1-1 0 0,5-14 0 0 0,-6 21-146 0 0,9-31-7449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0.6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67 5527 0 0,'-1'-1'186'0'0,"1"1"-1"0"0,0 0 0 0 0,-1 0 1 0 0,1-1-1 0 0,0 1 0 0 0,0 0 1 0 0,-1-1-1 0 0,1 1 1 0 0,0 0-1 0 0,0-1 0 0 0,0 1 1 0 0,0 0-1 0 0,-1-1 0 0 0,1 1 1 0 0,0 0-1 0 0,0-1 0 0 0,0 1 1 0 0,0-1-1 0 0,0 1 0 0 0,0 0 1 0 0,0-1-1 0 0,0 1 0 0 0,0-1 1 0 0,0 1-1 0 0,0 0 0 0 0,0-1 1 0 0,0 1-1 0 0,0 0 0 0 0,0-1 1 0 0,1 1-1 0 0,-1-1 0 0 0,0 1 1 0 0,1-1 118 0 0,0 0 0 0 0,0 0 0 0 0,0 0 0 0 0,0 0 0 0 0,0 0 1 0 0,0 0-1 0 0,0 1 0 0 0,0-1 0 0 0,0 0 0 0 0,2 0 0 0 0,31-10 2719 0 0,-32 10-2630 0 0,38-9 1454 0 0,42-4 0 0 0,-34 9-1493 0 0,91 2-1 0 0,-100 6-704 0 0,-3 4-145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0.8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59 1 11055 0 0,'-1'1'144'0'0,"0"1"-1"0"0,0-1 1 0 0,0 0-1 0 0,0 1 0 0 0,0-1 1 0 0,1 1-1 0 0,-1-1 1 0 0,1 1-1 0 0,-1-1 0 0 0,1 1 1 0 0,-1 0-1 0 0,1-1 1 0 0,0 1-1 0 0,0-1 0 0 0,0 3 1 0 0,3 29 3398 0 0,-1-13-2111 0 0,-2-11-1345 0 0,0 149 2592 0 0,-1-137-2358 0 0,-2-1 0 0 0,0 1 0 0 0,-1-1 0 0 0,-1 0 0 0 0,-12 32 0 0 0,11-38-849 0 0,5-10-441 0 0,-1 1-1 0 0,0-1 0 0 0,0 1 0 0 0,0-1 1 0 0,-4 5-1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2.4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278 162 4607 0 0,'-6'-44'542'0'0,"5"29"404"0"0,-1 0 1 0 0,0 0 0 0 0,-1 1-1 0 0,-9-25 1 0 0,12 38-837 0 0,-1-1 1 0 0,1 1-1 0 0,0 0 0 0 0,-1 0 1 0 0,0 0-1 0 0,1 0 0 0 0,-1 0 1 0 0,0 0-1 0 0,1 0 0 0 0,-1 1 1 0 0,0-1-1 0 0,0 0 0 0 0,0 0 1 0 0,0 0-1 0 0,0 1 0 0 0,0-1 1 0 0,0 1-1 0 0,0-1 1 0 0,0 1-1 0 0,0-1 0 0 0,0 1 1 0 0,-2-1-1 0 0,2 1 13 0 0,-1 0 1 0 0,1 0-1 0 0,-1 0 1 0 0,0 0-1 0 0,1 1 1 0 0,-1-1-1 0 0,1 1 1 0 0,-1-1-1 0 0,1 1 1 0 0,-1-1-1 0 0,1 1 1 0 0,-1 0-1 0 0,1 0 1 0 0,-2 1-1 0 0,-5 4 179 0 0,1 0 0 0 0,0 1 0 0 0,1 0-1 0 0,-8 10 1 0 0,14-17-302 0 0,-16 21 203 0 0,2 1 0 0 0,0 0 0 0 0,2 1 0 0 0,0 1 1 0 0,2 0-1 0 0,-9 28 0 0 0,3 3 247 0 0,-15 98 0 0 0,11 17 784 0 0,18-140-780 0 0,2-1 1 0 0,1 0-1 0 0,9 54 0 0 0,-7-71-375 0 0,0 0 0 0 0,1 0 0 0 0,0 0 0 0 0,0-1 1 0 0,2 1-1 0 0,-1-1 0 0 0,1-1 0 0 0,1 1 0 0 0,0-1 0 0 0,0 0 1 0 0,1 0-1 0 0,1-1 0 0 0,-1 0 0 0 0,1-1 0 0 0,1 1 0 0 0,-1-2 1 0 0,2 0-1 0 0,17 10 0 0 0,63 26-1539 0 0,-63-29-6107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8.4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264 94 6911 0 0,'0'-1'139'0'0,"1"-7"634"0"0,-1 1 0 0 0,0-1-1 0 0,-1 0 1 0 0,0 0 0 0 0,0 1 0 0 0,-1-1-1 0 0,1 1 1 0 0,-6-12 0 0 0,7 18-676 0 0,-1 0 1 0 0,1 1-1 0 0,-1-1 1 0 0,1 1-1 0 0,-1-1 1 0 0,1 1 0 0 0,-1-1-1 0 0,1 1 1 0 0,-1-1-1 0 0,0 1 1 0 0,1-1-1 0 0,-1 1 1 0 0,0 0 0 0 0,1-1-1 0 0,-1 1 1 0 0,0 0-1 0 0,0 0 1 0 0,1-1-1 0 0,-1 1 1 0 0,0 0-1 0 0,0 0 1 0 0,1 0 0 0 0,-1 0-1 0 0,0 0 1 0 0,0 0-1 0 0,1 0 1 0 0,-1 0-1 0 0,0 0 1 0 0,0 1 0 0 0,1-1-1 0 0,-1 0 1 0 0,0 0-1 0 0,0 1 1 0 0,1-1-1 0 0,-1 0 1 0 0,0 1-1 0 0,1-1 1 0 0,-1 1 0 0 0,0 0-1 0 0,-5 3 209 0 0,0 0 0 0 0,1 1 0 0 0,-7 6 0 0 0,7-6-6 0 0,-13 12 224 0 0,-73 74 1171 0 0,80-78-1545 0 0,0 0 1 0 0,1 1 0 0 0,1 1-1 0 0,0-1 1 0 0,-10 23 0 0 0,17-31-111 0 0,0-1 0 0 0,0 1 0 0 0,0-1 0 0 0,1 1 1 0 0,0 0-1 0 0,0 0 0 0 0,0 0 0 0 0,1 0 0 0 0,0 9 0 0 0,0-12-16 0 0,1 0-1 0 0,-1-1 1 0 0,1 1-1 0 0,0-1 0 0 0,0 1 1 0 0,0-1-1 0 0,0 1 1 0 0,0-1-1 0 0,1 1 1 0 0,-1-1-1 0 0,1 0 0 0 0,-1 0 1 0 0,1 0-1 0 0,0 0 1 0 0,0 0-1 0 0,0 0 0 0 0,0-1 1 0 0,0 1-1 0 0,0 0 1 0 0,1-1-1 0 0,-1 0 0 0 0,5 2 1 0 0,2 1 41 0 0,0-1 1 0 0,0 0-1 0 0,0-1 1 0 0,0 0-1 0 0,0-1 0 0 0,1 0 1 0 0,-1 0-1 0 0,1-1 1 0 0,-1 0-1 0 0,1-1 1 0 0,14-2-1 0 0,-9-1 1 0 0,1 0 0 0 0,-1 0 0 0 0,1-1 0 0 0,-2-1 0 0 0,1-1 0 0 0,14-8-1 0 0,-22 10-50 0 0,0 1 0 0 0,0-1-1 0 0,-1 0 1 0 0,0 0 0 0 0,0 0-1 0 0,0-1 1 0 0,-1 0-1 0 0,0 0 1 0 0,0-1 0 0 0,0 1-1 0 0,-1-1 1 0 0,0 0-1 0 0,0-1 1 0 0,-1 1 0 0 0,0 0-1 0 0,0-1 1 0 0,-1 0-1 0 0,0 0 1 0 0,0 0 0 0 0,-1 0-1 0 0,0 0 1 0 0,0 0 0 0 0,-1-12-1 0 0,0 9 22 0 0,-1-1 1 0 0,0 0-1 0 0,-1 0 0 0 0,0 1 1 0 0,-1-1-1 0 0,0 1 0 0 0,-6-15 1 0 0,7 21-21 0 0,-1 1 1 0 0,1 0-1 0 0,-1 0 0 0 0,1 0 1 0 0,-1 0-1 0 0,0 0 1 0 0,0 1-1 0 0,-1-1 1 0 0,-4-3-1 0 0,6 5-16 0 0,-1 1 0 0 0,0-1 0 0 0,1 1 0 0 0,-1-1-1 0 0,0 1 1 0 0,0 0 0 0 0,0 0 0 0 0,0 0 0 0 0,0 0-1 0 0,0 1 1 0 0,0-1 0 0 0,0 1 0 0 0,-1 0 0 0 0,1 0-1 0 0,-4 0 1 0 0,-2 1 0 0 0,0 1 0 0 0,0 0 0 0 0,1 1 1 0 0,-1-1-1 0 0,0 2 0 0 0,1-1 0 0 0,0 1 0 0 0,0 0 0 0 0,0 1 0 0 0,-9 6 0 0 0,-1 4-5 0 0,0 0 1 0 0,-29 31-1 0 0,41-38-34 0 0,0-1 1 0 0,0 1-1 0 0,0 0 1 0 0,1 0-1 0 0,0 1 1 0 0,1-1 0 0 0,0 1-1 0 0,0 0 1 0 0,1 0-1 0 0,0 1 1 0 0,-2 17-1 0 0,4-22-99 0 0,0 0-1 0 0,1 0 1 0 0,0 0 0 0 0,0 0-1 0 0,1-1 1 0 0,-1 1 0 0 0,1 0-1 0 0,0 0 1 0 0,0 0 0 0 0,1-1-1 0 0,0 1 1 0 0,-1 0 0 0 0,1-1-1 0 0,1 1 1 0 0,-1-1 0 0 0,1 0-1 0 0,-1 0 1 0 0,1 0 0 0 0,1 0-1 0 0,-1-1 1 0 0,0 1 0 0 0,1-1-1 0 0,0 0 1 0 0,0 0 0 0 0,4 3-1 0 0,14 7-789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8.5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6447 0 0,'1'2'243'0'0,"0"0"0"0"0,0 1-1 0 0,0-1 1 0 0,-1 0 0 0 0,1 0-1 0 0,-1 1 1 0 0,1-1-1 0 0,-1 1 1 0 0,0-1 0 0 0,0 0-1 0 0,0 4 1 0 0,1 5 559 0 0,4 55 5430 0 0,-5-43-4854 0 0,2 1 0 0 0,1 0 1 0 0,9 35-1 0 0,-12-57-1406 0 0,1-1 1 0 0,0 1-1 0 0,-1-1 0 0 0,1 1 1 0 0,0-1-1 0 0,0 1 0 0 0,0-1 1 0 0,0 1-1 0 0,0-1 0 0 0,0 0 1 0 0,0 1-1 0 0,1-1 0 0 0,1 2 1 0 0,8 0-5582 0 0,-1-2-1222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8.8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60 2 6447 0 0,'-2'-2'1961'0'0,"1"6"-229"0"0,1 13 1099 0 0,1 26 669 0 0,4-6-1567 0 0,2 1 0 0 0,20 63 0 0 0,-14-53-1335 0 0,-11-44-577 0 0,-1 1 0 0 0,0 0-1 0 0,0 0 1 0 0,0 0 0 0 0,-1 0-1 0 0,0 0 1 0 0,0 0 0 0 0,0 0-1 0 0,-1 0 1 0 0,-1 7 0 0 0,2-10-12 0 0,-1 1-1 0 0,0 0 1 0 0,-1-1 0 0 0,1 1 0 0 0,-1-1-1 0 0,1 1 1 0 0,-1-1 0 0 0,1 0 0 0 0,-1 1-1 0 0,0-1 1 0 0,0 0 0 0 0,0 0 0 0 0,-1-1 0 0 0,1 1-1 0 0,0 0 1 0 0,-1-1 0 0 0,1 1 0 0 0,-1-1-1 0 0,-3 2 1 0 0,-25 8 350 0 0,28-10-525 0 0,1 0 1 0 0,-1-1-1 0 0,1 0 1 0 0,0 1 0 0 0,-1-1-1 0 0,1 0 1 0 0,-1 0-1 0 0,1 0 1 0 0,-1-1-1 0 0,1 1 1 0 0,-4-2 0 0 0,-3-2-7585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8.9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0 199 11055 0 0,'3'-5'984'0'0,"1"0"-792"0"0,1 1-192 0 0,0 3 0 0 0,0 1 928 0 0,4-4 152 0 0,4-4 24 0 0,9-4 8 0 0,9-5 416 0 0,5-4 80 0 0,3-1 24 0 0,-2 2 0 0 0,1 1-1152 0 0,-4 1-232 0 0,-2 1-48 0 0,-1 3-8 0 0,-4 2-192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15.1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13 6553 0 0,'-10'-6'241'0'0,"1"3"99"0"0,4 1-340 0 0,5 1 0 0 0,2 1 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4.9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175 184 2119 0 0,'6'-9'302'0'0,"-8"4"490"0"0,-15 1 1087 0 0,3 1-1428 0 0,13 3-352 0 0,1 0 0 0 0,-1-1 0 0 0,1 1 0 0 0,-1-1-1 0 0,1 0 1 0 0,-1 1 0 0 0,1-1 0 0 0,-1 1 0 0 0,1-1-1 0 0,0 0 1 0 0,-1 1 0 0 0,1-1 0 0 0,0 0 0 0 0,0 0-1 0 0,0 1 1 0 0,-1-1 0 0 0,1 0 0 0 0,0 1 0 0 0,0-1-1 0 0,0 0 1 0 0,0-1 0 0 0,2-21 1008 0 0,-1 10-469 0 0,-1 11-419 0 0,0-1 1 0 0,0 0-1 0 0,0 0 1 0 0,0 1-1 0 0,-1-1 1 0 0,1 0-1 0 0,-1 0 0 0 0,0 1 1 0 0,-2-5-1 0 0,3 6-138 0 0,-1 0 0 0 0,0 1 0 0 0,1-1 0 0 0,-1 0 0 0 0,1 1 0 0 0,-1-1 0 0 0,0 1 0 0 0,1-1 0 0 0,-1 1 0 0 0,0 0 0 0 0,1-1 0 0 0,-1 1 0 0 0,0 0 0 0 0,0-1 0 0 0,1 1 0 0 0,-1 0 0 0 0,0 0 0 0 0,0 0 0 0 0,0-1 0 0 0,1 1 0 0 0,-1 0 0 0 0,0 0 0 0 0,0 0 0 0 0,0 0 0 0 0,0 1 0 0 0,1-1 0 0 0,-1 0 0 0 0,0 0 0 0 0,0 0 0 0 0,1 1 0 0 0,-1-1 0 0 0,0 0 0 0 0,0 1 0 0 0,1-1 0 0 0,-1 1 0 0 0,-1 0 0 0 0,-2 1 62 0 0,0 1 1 0 0,-1 0 0 0 0,1 0 0 0 0,0 1 0 0 0,1-1 0 0 0,-1 1 0 0 0,1 0 0 0 0,-1 0-1 0 0,1 0 1 0 0,0 0 0 0 0,1 1 0 0 0,-1-1 0 0 0,1 1 0 0 0,0-1 0 0 0,0 1 0 0 0,0 0-1 0 0,0 0 1 0 0,1 0 0 0 0,-1 9 0 0 0,0-5-118 0 0,2 0-1 0 0,-1-1 1 0 0,1 1-1 0 0,0 0 1 0 0,1-1-1 0 0,0 1 1 0 0,0-1-1 0 0,1 1 1 0 0,0-1-1 0 0,1 1 1 0 0,3 8 0 0 0,-5-15 0 0 0,0 0 0 0 0,0 0 1 0 0,0 0-1 0 0,1 0 1 0 0,-1 0-1 0 0,0 0 1 0 0,1 0-1 0 0,-1-1 1 0 0,1 1-1 0 0,0 0 0 0 0,0-1 1 0 0,-1 1-1 0 0,1-1 1 0 0,0 0-1 0 0,0 0 1 0 0,0 0-1 0 0,0 0 1 0 0,1 0-1 0 0,2 1 0 0 0,-3-2 0 0 0,0 0 0 0 0,0 1 0 0 0,0-1-1 0 0,-1-1 1 0 0,1 1 0 0 0,0 0 0 0 0,0 0-1 0 0,0-1 1 0 0,0 1 0 0 0,0-1 0 0 0,0 1-1 0 0,-1-1 1 0 0,1 0 0 0 0,0 0 0 0 0,-1 0-1 0 0,1 0 1 0 0,0 0 0 0 0,-1 0 0 0 0,1 0-1 0 0,-1-1 1 0 0,0 1 0 0 0,1 0-1 0 0,1-3 1 0 0,6-9 145 0 0,-1 1 0 0 0,0-2 0 0 0,-1 1-1 0 0,0-1 1 0 0,-1 0 0 0 0,0 0 0 0 0,-1-1-1 0 0,-1 1 1 0 0,-1-1 0 0 0,3-22 0 0 0,-5 31-160 0 0,-1 0-1 0 0,0 0 1 0 0,-1 0 0 0 0,1 0 0 0 0,-1 0 0 0 0,0 1-1 0 0,-1-1 1 0 0,1 0 0 0 0,-1 1 0 0 0,0-1-1 0 0,-1 1 1 0 0,1 0 0 0 0,-1-1 0 0 0,-6-7 0 0 0,8 11-8 0 0,0 0 0 0 0,-1 1 0 0 0,0-1 1 0 0,1 0-1 0 0,-1 0 0 0 0,0 1 0 0 0,0-1 1 0 0,1 1-1 0 0,-1 0 0 0 0,0 0 1 0 0,-1 0-1 0 0,1-1 0 0 0,0 2 0 0 0,0-1 1 0 0,0 0-1 0 0,-1 0 0 0 0,1 1 0 0 0,0-1 1 0 0,-1 1-1 0 0,1 0 0 0 0,0 0 1 0 0,-1 0-1 0 0,1 0 0 0 0,0 0 0 0 0,-1 0 1 0 0,1 1-1 0 0,0-1 0 0 0,-1 1 0 0 0,1-1 1 0 0,0 1-1 0 0,0 0 0 0 0,0 0 1 0 0,0 0-1 0 0,-1 0 0 0 0,1 0 0 0 0,1 1 1 0 0,-1-1-1 0 0,-3 3 0 0 0,-3 3-3 0 0,1 0 0 0 0,0 0 0 0 0,0 1 0 0 0,0 0 0 0 0,1 1 0 0 0,0-1 0 0 0,1 1 0 0 0,0 0 0 0 0,0 0 0 0 0,1 1 0 0 0,0 0 0 0 0,-3 10 0 0 0,4-9 0 0 0,1 1 0 0 0,-1-1 0 0 0,2 0 0 0 0,-1 1 0 0 0,2-1 0 0 0,0 1 0 0 0,0-1 0 0 0,1 0 0 0 0,0 1 0 0 0,5 19 0 0 0,-5-27 2 0 0,0 0 1 0 0,1-1-1 0 0,-1 1 0 0 0,1-1 1 0 0,0 1-1 0 0,0-1 0 0 0,0 0 1 0 0,1 0-1 0 0,-1 0 0 0 0,4 4 1 0 0,-5-6-2 0 0,0 0 1 0 0,0 0 0 0 0,0-1 0 0 0,0 1 0 0 0,1 0 0 0 0,-1-1 0 0 0,0 1 0 0 0,0-1 0 0 0,0 1 0 0 0,1-1 0 0 0,-1 1 0 0 0,0-1 0 0 0,0 0-1 0 0,1 0 1 0 0,-1 0 0 0 0,0 0 0 0 0,1 0 0 0 0,-1 0 0 0 0,0 0 0 0 0,1 0 0 0 0,-1 0 0 0 0,0 0 0 0 0,0-1 0 0 0,1 1 0 0 0,-1-1-1 0 0,0 1 1 0 0,0-1 0 0 0,1 1 0 0 0,-1-1 0 0 0,0 0 0 0 0,0 1 0 0 0,0-1 0 0 0,1-1 0 0 0,4-3 54 0 0,-1 0 1 0 0,0-1-1 0 0,-1 1 0 0 0,1-1 1 0 0,-1 0-1 0 0,0 0 0 0 0,0 0 1 0 0,-1-1-1 0 0,0 1 0 0 0,0-1 1 0 0,2-8-1 0 0,0-1 59 0 0,-1 0 0 0 0,-1 0 0 0 0,2-30 0 0 0,-5 40-97 0 0,0 0 0 0 0,0 0 0 0 0,0 0 0 0 0,-3-10 0 0 0,3 14-18 0 0,-1 1 0 0 0,1-1 0 0 0,-1 0 0 0 0,1 0 1 0 0,-1 0-1 0 0,0 1 0 0 0,0-1 0 0 0,0 0 0 0 0,0 1 1 0 0,0-1-1 0 0,0 1 0 0 0,-1-1 0 0 0,1 1 0 0 0,0-1 1 0 0,-1 1-1 0 0,1 0 0 0 0,-4-2 0 0 0,4 2-2 0 0,0 1 1 0 0,0 0-1 0 0,0 0 0 0 0,-1 0 0 0 0,1 0 1 0 0,0 0-1 0 0,0 0 0 0 0,0 0 0 0 0,-1 0 1 0 0,1 1-1 0 0,0-1 0 0 0,0 0 0 0 0,0 1 1 0 0,-1-1-1 0 0,1 1 0 0 0,0-1 0 0 0,0 1 0 0 0,0-1 1 0 0,0 1-1 0 0,0 0 0 0 0,0 0 0 0 0,0-1 1 0 0,0 1-1 0 0,0 1 0 0 0,-21 23-42 0 0,10-10 38 0 0,2 1-1 0 0,0 1 1 0 0,0 0 0 0 0,-8 24-1 0 0,13-29 3 0 0,1 0 0 0 0,1 0 0 0 0,0 0 0 0 0,0 1 0 0 0,1-1 0 0 0,1 1 0 0 0,0 20 0 0 0,1-31 4 0 0,0 1 0 0 0,0-1 0 0 0,1 0 0 0 0,-1 0 0 0 0,1 0 0 0 0,-1 1 0 0 0,1-1 0 0 0,0 0 0 0 0,0 0 0 0 0,0 0 0 0 0,0 0 0 0 0,0 0 0 0 0,0 0 0 0 0,0-1 0 0 0,1 1 0 0 0,-1 0 0 0 0,1 0 0 0 0,-1-1 0 0 0,4 3 0 0 0,-4-3 0 0 0,1 0 0 0 0,0 0 0 0 0,0-1 0 0 0,0 1 0 0 0,0 0 0 0 0,0-1 0 0 0,0 1 0 0 0,0-1 0 0 0,0 0 0 0 0,0 0 0 0 0,0 0 0 0 0,0 0 0 0 0,0 0 0 0 0,0 0 0 0 0,0 0 0 0 0,0-1 0 0 0,0 1 0 0 0,0-1 0 0 0,0 1 0 0 0,0-1 0 0 0,2-1 0 0 0,3-1 4 0 0,-1-1-1 0 0,1 0 0 0 0,-1 0 1 0 0,0-1-1 0 0,0 0 0 0 0,0 0 1 0 0,-1 0-1 0 0,0 0 0 0 0,0-1 1 0 0,0 0-1 0 0,-1 0 1 0 0,0-1-1 0 0,0 1 0 0 0,0-1 1 0 0,-1 0-1 0 0,0 0 0 0 0,-1 0 1 0 0,3-10-1 0 0,-2 9 1 0 0,-1 0 0 0 0,-1-1-1 0 0,0 1 1 0 0,0 0 0 0 0,0-1 0 0 0,-1 1 0 0 0,0-1-1 0 0,-1 1 1 0 0,0-1 0 0 0,-1 1 0 0 0,1 0-1 0 0,-1 0 1 0 0,-1 0 0 0 0,0 0 0 0 0,0 0-1 0 0,-5-9 1 0 0,8 16-4 0 0,-1 0 0 0 0,1 0 0 0 0,-1 0 0 0 0,0 0 0 0 0,1 0 0 0 0,-1 0 0 0 0,0 0 0 0 0,0 0 0 0 0,0 1 0 0 0,0-1 0 0 0,1 0 0 0 0,-1 0 0 0 0,0 1 0 0 0,-1-1 0 0 0,1 0 0 0 0,0 1 0 0 0,0-1 0 0 0,0 1 0 0 0,0 0 0 0 0,-3-1 0 0 0,3 1 0 0 0,0 0 0 0 0,0 0 0 0 0,0 1 0 0 0,0-1 0 0 0,-1 0 0 0 0,1 1 0 0 0,0-1 0 0 0,0 1 0 0 0,0-1 0 0 0,0 1 0 0 0,0-1 0 0 0,0 1 0 0 0,0 0 0 0 0,0-1 0 0 0,0 1 0 0 0,1 0 0 0 0,-2 1 0 0 0,-3 4 0 0 0,1-1 0 0 0,1 1 0 0 0,-1 0 0 0 0,1 0 0 0 0,-5 12 0 0 0,3-5 18 0 0,1-1-1 0 0,-4 18 1 0 0,8-27-12 0 0,-1 1-1 0 0,0 0 1 0 0,1 0-1 0 0,0-1 0 0 0,0 1 1 0 0,0 0-1 0 0,0 0 1 0 0,1-1-1 0 0,-1 1 1 0 0,1 0-1 0 0,0-1 1 0 0,3 8-1 0 0,-4-10-1 0 0,1 0-1 0 0,-1-1 1 0 0,1 1 0 0 0,-1 0-1 0 0,1 0 1 0 0,-1 0-1 0 0,1-1 1 0 0,0 1 0 0 0,-1-1-1 0 0,1 1 1 0 0,0 0-1 0 0,0-1 1 0 0,0 1 0 0 0,-1-1-1 0 0,1 1 1 0 0,0-1-1 0 0,0 0 1 0 0,0 1 0 0 0,0-1-1 0 0,0 0 1 0 0,0 0-1 0 0,1 1 1 0 0,0-2 2 0 0,0 1 0 0 0,0 0 0 0 0,0 0 0 0 0,0-1 0 0 0,0 1 0 0 0,0-1 0 0 0,0 1 0 0 0,-1-1 0 0 0,1 0 1 0 0,2-1-1 0 0,4-3 11 0 0,-1 0 1 0 0,0 0-1 0 0,11-11 1 0 0,-18 16-18 0 0,10-9 19 0 0,-1-1 1 0 0,0 0-1 0 0,0 0 0 0 0,6-11 0 0 0,-13 18-15 0 0,0 1 0 0 0,-1-1 0 0 0,1 0 0 0 0,-1 1 0 0 0,0-1 0 0 0,0 0 0 0 0,0 0 0 0 0,0 0 0 0 0,0 0 0 0 0,0 0 0 0 0,-1 0 0 0 0,0 0 0 0 0,1 0 0 0 0,-1 0 0 0 0,0 0 0 0 0,-1 0 0 0 0,1 0 0 0 0,-1 0 0 0 0,1 0 0 0 0,-1 0 0 0 0,0 0 0 0 0,0 0 0 0 0,-2-4 0 0 0,2 5-4 0 0,0 1 0 0 0,0-1 0 0 0,0 1 0 0 0,-1-1 0 0 0,1 1 0 0 0,-1 0 0 0 0,1-1 0 0 0,-1 1 0 0 0,0 0 0 0 0,1 0 0 0 0,-1 0 0 0 0,0 0 0 0 0,0 1 0 0 0,1-1 0 0 0,-1 0 0 0 0,0 1 0 0 0,0-1 0 0 0,0 1 0 0 0,0 0 0 0 0,0-1 0 0 0,0 1 0 0 0,0 0 0 0 0,0 0 0 0 0,0 0 0 0 0,0 1 0 0 0,0-1 0 0 0,0 0 0 0 0,1 1 0 0 0,-1-1 0 0 0,-3 2 0 0 0,-2 1 0 0 0,0 0 0 0 0,0 0 0 0 0,0 0 0 0 0,1 1 0 0 0,-1-1 0 0 0,-9 10 0 0 0,11-9-73 0 0,0 0 0 0 0,1 0 0 0 0,0 1-1 0 0,0-1 1 0 0,0 1 0 0 0,0 0 0 0 0,1 0 0 0 0,-1 1-1 0 0,1-1 1 0 0,1 1 0 0 0,-1-1 0 0 0,1 1-1 0 0,0 0 1 0 0,0 0 0 0 0,1 0 0 0 0,0 0 0 0 0,0 0-1 0 0,0 1 1 0 0,1-1 0 0 0,0 6 0 0 0,5 17-7614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6.9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109 1674 1839 0 0,'-26'9'996'0'0,"17"-5"-444"0"0,0-1-1 0 0,-1 1 0 0 0,1-2 0 0 0,-1 1 0 0 0,-20 1 0 0 0,30-4-511 0 0,0 0-1 0 0,0 0 0 0 0,0 0 1 0 0,-1 0-1 0 0,1 0 1 0 0,0 0-1 0 0,0 0 1 0 0,0 0-1 0 0,-1 0 1 0 0,1 0-1 0 0,0 0 1 0 0,0 0-1 0 0,0 0 1 0 0,0 0-1 0 0,-1 0 1 0 0,1 0-1 0 0,0 0 1 0 0,0 0-1 0 0,0 0 1 0 0,-1-1-1 0 0,1 1 0 0 0,0 0 1 0 0,0 0-1 0 0,0 0 1 0 0,0 0-1 0 0,0 0 1 0 0,-1 0-1 0 0,1 0 1 0 0,0-1-1 0 0,0 1 1 0 0,0 0-1 0 0,0 0 1 0 0,0 0-1 0 0,0 0 1 0 0,0-1-1 0 0,-1 1 1 0 0,6-6 929 0 0,9-4 434 0 0,1 3-312 0 0,-2 1-116 0 0,0 1-1 0 0,26-8 1 0 0,10 2 8 0 0,3 0-6 0 0,63-23 0 0 0,197-95 1103 0 0,-192 78-1400 0 0,221-86 475 0 0,-141 59-952 0 0,-6-8 14 0 0,-106 44 19 0 0,134-44 1 0 0,93-23-26 0 0,-179 51-102 0 0,243-99-101 0 0,61 32 262 0 0,-32 12-15 0 0,-204 34-243 0 0,-57 21-13 0 0,270-122 545 0 0,-261 116-480 0 0,-154 63-64 0 0,0 1 0 0 0,1-1 0 0 0,-1 0 0 0 0,0 0 0 0 0,0 0 0 0 0,0-1 0 0 0,0 1 0 0 0,0 0 0 0 0,0-1 0 0 0,0 1 0 0 0,0-1 0 0 0,-1 0 0 0 0,1 0 0 0 0,-1 1 0 0 0,1-1 0 0 0,-1 0 0 0 0,0 0 0 0 0,2-3 0 0 0,2-10-1429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7.4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81 39 1119 0 0,'-4'-3'548'0'0,"-1"-1"0"0"0,1 0-1 0 0,-1 1 1 0 0,1 0 0 0 0,-7-3-1 0 0,9 5-173 0 0,1 0-1 0 0,-1 1 1 0 0,1-1-1 0 0,-1 0 1 0 0,1 1-1 0 0,-1-1 1 0 0,1 1-1 0 0,-1-1 1 0 0,1 1 0 0 0,-1 0-1 0 0,0 0 1 0 0,1 0-1 0 0,-1 0 1 0 0,0 0-1 0 0,1 0 1 0 0,-1 0-1 0 0,1 1 1 0 0,-1-1-1 0 0,0 0 1 0 0,1 1 0 0 0,-1-1-1 0 0,-1 2 1 0 0,2-1-228 0 0,0 0 0 0 0,0-1 0 0 0,1 1 0 0 0,-1 0 0 0 0,0 0 1 0 0,1-1-1 0 0,-1 1 0 0 0,0 0 0 0 0,1 0 0 0 0,0 0 0 0 0,-1 0 0 0 0,1 0 1 0 0,-1 0-1 0 0,1 0 0 0 0,0 0 0 0 0,0 0 0 0 0,-1 0 0 0 0,1 0 0 0 0,0 0 1 0 0,0 0-1 0 0,0 0 0 0 0,0 0 0 0 0,0 0 0 0 0,1 0 0 0 0,-1 0 1 0 0,0 0-1 0 0,0 0 0 0 0,1 0 0 0 0,-1 0 0 0 0,1 0 0 0 0,-1 0 0 0 0,0 0 1 0 0,2 1-1 0 0,0 1-37 0 0,-1-1-1 0 0,1 1 1 0 0,0-1 0 0 0,0 0 0 0 0,0 0-1 0 0,0 0 1 0 0,0 0 0 0 0,0 0 0 0 0,0 0 0 0 0,1-1-1 0 0,2 2 1 0 0,2 0 15 0 0,-1-1 0 0 0,1 0 0 0 0,0-1 0 0 0,0 1 0 0 0,0-1 0 0 0,0-1 0 0 0,0 1 0 0 0,0-1 0 0 0,9-1-1 0 0,5-2 320 0 0,36-8-1 0 0,39-16 297 0 0,12-2-159 0 0,-86 24-526 0 0,0 1 0 0 0,0 2 0 0 0,23-1 0 0 0,-41 3-47 0 0,-1 0 0 0 0,1 0 0 0 0,-1 1 0 0 0,1-1 0 0 0,-1 1 0 0 0,1 0 0 0 0,-1 0 0 0 0,1 0 0 0 0,-1 0 0 0 0,0 1 0 0 0,0-1-1 0 0,1 1 1 0 0,3 3 0 0 0,-6-4-3 0 0,1 0-1 0 0,-1 1 0 0 0,0-1 0 0 0,0 1 0 0 0,1-1 0 0 0,-1 1 0 0 0,0 0 0 0 0,-1-1 0 0 0,1 1 0 0 0,0 0 1 0 0,0 0-1 0 0,-1 0 0 0 0,1-1 0 0 0,-1 1 0 0 0,1 0 0 0 0,-1 0 0 0 0,0 0 0 0 0,0 0 0 0 0,0 0 0 0 0,0 0 1 0 0,0 0-1 0 0,0 0 0 0 0,-1 0 0 0 0,1 0 0 0 0,0 0 0 0 0,-2 1 0 0 0,-5 18 149 0 0,-16 36-1 0 0,14-38-61 0 0,1 0 0 0 0,-9 30 0 0 0,5 6 29 0 0,-11 43 7 0 0,18-84-76 0 0,0-1 1 0 0,0 0-1 0 0,-1 0 0 0 0,-1-1 1 0 0,-9 14-1 0 0,7-15 29 0 0,0 0 0 0 0,-1-1 0 0 0,-12 10 0 0 0,12-11-46 0 0,0 0 0 0 0,1 0 0 0 0,-10 13 0 0 0,19-21-100 0 0,-3 4-1263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8.02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398 53 3679 0 0,'4'-12'429'0'0,"7"-14"-608"0"0,-3 11 4283 0 0,-17 32 1524 0 0,-3 17-3071 0 0,1-5-1516 0 0,3-10-480 0 0,-3 11 513 0 0,-3-1 0 0 0,-27 47 0 0 0,35-67-980 0 0,0-1 0 0 0,0 0 0 0 0,-1 0 0 0 0,0-1 1 0 0,0 0-1 0 0,-1 0 0 0 0,0 0 0 0 0,0-1 0 0 0,-1-1 0 0 0,0 1 0 0 0,0-1 1 0 0,-16 6-1 0 0,-53 14 75 0 0,71-23-138 0 0,0-1 0 0 0,-1 0 1 0 0,1 0-1 0 0,-1 0 0 0 0,0-1 1 0 0,1 0-1 0 0,-1-1 0 0 0,-11-2 0 0 0,16 3-33 0 0,1-1 0 0 0,0 1 0 0 0,0-1 0 0 0,0 0 0 0 0,0 0-1 0 0,0 0 1 0 0,0 0 0 0 0,0 0 0 0 0,0 0 0 0 0,1 0 0 0 0,-1-1-1 0 0,0 1 1 0 0,1-1 0 0 0,-1 1 0 0 0,1-1 0 0 0,-1 0-1 0 0,1 0 1 0 0,0 0 0 0 0,0 1 0 0 0,0-1 0 0 0,0 0 0 0 0,0 0-1 0 0,0 0 1 0 0,0-1 0 0 0,1 1 0 0 0,-1 0 0 0 0,1 0-1 0 0,-1 0 1 0 0,1-4 0 0 0,0 2 2 0 0,0 1 0 0 0,1-1-1 0 0,-1 0 1 0 0,1 1 0 0 0,0-1 0 0 0,0 1 0 0 0,0-1-1 0 0,0 1 1 0 0,1 0 0 0 0,-1-1 0 0 0,1 1-1 0 0,0 0 1 0 0,0 0 0 0 0,0 0 0 0 0,0 0 0 0 0,1 0-1 0 0,3-3 1 0 0,3-1 15 0 0,1 0 0 0 0,-1 1-1 0 0,1 0 1 0 0,0 0 0 0 0,0 1-1 0 0,1 1 1 0 0,0 0 0 0 0,-1 0-1 0 0,1 1 1 0 0,1 0 0 0 0,-1 1-1 0 0,0 0 1 0 0,1 1 0 0 0,-1 0 0 0 0,0 1-1 0 0,13 1 1 0 0,-9 1 10 0 0,0 0 0 0 0,1 0 0 0 0,-1 2 1 0 0,0-1-1 0 0,-1 2 0 0 0,1 0 0 0 0,-1 1 0 0 0,0 1 1 0 0,0 0-1 0 0,-1 0 0 0 0,20 15 0 0 0,-26-15 22 0 0,-1 0 0 0 0,1 1 0 0 0,-1-1 0 0 0,0 1 0 0 0,-1 0 0 0 0,0 1 0 0 0,0-1-1 0 0,-1 1 1 0 0,5 14 0 0 0,-4-12-22 0 0,0 1-1 0 0,0-1 1 0 0,1 0-1 0 0,1-1 1 0 0,10 15-1 0 0,-14-23-23 0 0,-1 0-1 0 0,1 1 1 0 0,0-1 0 0 0,0 0-1 0 0,0 0 1 0 0,0-1 0 0 0,0 1-1 0 0,0-1 1 0 0,0 1 0 0 0,1-1-1 0 0,-1 0 1 0 0,1 0 0 0 0,-1 0-1 0 0,6 0 1 0 0,0 0-417 0 0,0-1-1 0 0,0 0 1 0 0,0-1 0 0 0,14-2-1 0 0,7-3-7391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38.5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313 638 5983 0 0,'-3'-6'684'0'0,"1"1"0"0"0,0-1-1 0 0,0 1 1 0 0,0-1 0 0 0,1 0 0 0 0,0 0-1 0 0,0 0 1 0 0,1 0 0 0 0,-1-6-1 0 0,1 6 210 0 0,0-1 0 0 0,-1 1 0 0 0,0-1 0 0 0,0 1 0 0 0,0-1 0 0 0,-1 1 1 0 0,-3-7-1 0 0,4 12-784 0 0,1-1 1 0 0,-1 1-1 0 0,0 0 1 0 0,0-1-1 0 0,0 1 1 0 0,0 0-1 0 0,0 0 1 0 0,0 0-1 0 0,0 0 1 0 0,0 0-1 0 0,0 0 1 0 0,0 0-1 0 0,-1 0 1 0 0,1 1 0 0 0,0-1-1 0 0,-1 0 1 0 0,1 1-1 0 0,0-1 1 0 0,-1 1-1 0 0,-1-1 1 0 0,0 1-35 0 0,0 0 1 0 0,1 0 0 0 0,-1 0-1 0 0,0 0 1 0 0,0 0-1 0 0,0 1 1 0 0,0-1 0 0 0,0 1-1 0 0,-4 1 1 0 0,-5 3-41 0 0,1 1 0 0 0,0-1 0 0 0,-18 14 0 0 0,28-18 0 0 0,-14 10-3 0 0,1 0-1 0 0,1 1 0 0 0,0 0 0 0 0,1 1 0 0 0,0 1 0 0 0,1 0 0 0 0,0 0 0 0 0,1 1 0 0 0,1 1 0 0 0,0-1 0 0 0,1 2 0 0 0,1-1 0 0 0,-9 30 0 0 0,15-40 4 0 0,-1 1-1 0 0,1-1 0 0 0,1 1 1 0 0,-1 0-1 0 0,1 0 0 0 0,0-1 1 0 0,1 1-1 0 0,1 8 0 0 0,-2-13-24 0 0,0 0-1 0 0,1-1 1 0 0,-1 1-1 0 0,1 0 1 0 0,0 0-1 0 0,0-1 1 0 0,0 1-1 0 0,0 0 1 0 0,0-1-1 0 0,0 1 1 0 0,0-1-1 0 0,0 1 1 0 0,0-1-1 0 0,1 0 1 0 0,-1 1-1 0 0,0-1 1 0 0,1 0-1 0 0,-1 0 1 0 0,1 0-1 0 0,0 0 1 0 0,-1 0-1 0 0,1-1 1 0 0,0 1-1 0 0,0 0 1 0 0,-1-1-1 0 0,1 1 1 0 0,0-1-1 0 0,0 0 1 0 0,0 1-1 0 0,0-1 1 0 0,-1 0-1 0 0,1 0 1 0 0,3-1-1 0 0,4 0 15 0 0,-1 0 1 0 0,1-1-1 0 0,-1 0 0 0 0,0-1 0 0 0,1 0 1 0 0,-1 0-1 0 0,0-1 0 0 0,-1 0 0 0 0,13-8 1 0 0,2-3-19 0 0,36-35 1 0 0,-43 35 1 0 0,-1 0 0 0 0,0-1 0 0 0,-1-1 0 0 0,-1 0 0 0 0,-1-1 0 0 0,0 0 0 0 0,14-37-1 0 0,-9 11-6 0 0,-2 0-1 0 0,12-67 0 0 0,0-25 25 0 0,19-90 25 0 0,-44 221-38 0 0,0 3-7 0 0,0 0 0 0 0,-1-1 1 0 0,1 1-1 0 0,-1-1 0 0 0,0 1 0 0 0,0-1 0 0 0,0 1 0 0 0,0-1 1 0 0,0-2-1 0 0,-1 5 0 0 0,0 1 0 0 0,0 0 0 0 0,0 0-1 0 0,1 0 1 0 0,-1 0 0 0 0,0 0 0 0 0,1 0 0 0 0,-1 0 0 0 0,1 0 0 0 0,-1 0 0 0 0,1 0 0 0 0,-1 1 0 0 0,-15 50 17 0 0,2 1 0 0 0,-12 89 0 0 0,22-103-11 0 0,2 0-1 0 0,1 0 0 0 0,2 0 0 0 0,9 58 0 0 0,1-49 2 0 0,17 50 1 0 0,-14-54-1268 0 0,13 70 1 0 0,-24-90-6822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4.0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97 69 3679 0 0,'-5'-7'393'0'0,"0"0"-1"0"0,0 1 0 0 0,-1 0 0 0 0,0 0 0 0 0,0 1 1 0 0,-1 0-1 0 0,1 0 0 0 0,-12-6 0 0 0,14 8 80 0 0,3 2-312 0 0,0 0 0 0 0,0 1 0 0 0,0-1 0 0 0,0 0 0 0 0,0 1 0 0 0,0-1 0 0 0,0 1 0 0 0,-1-1 0 0 0,1 1 0 0 0,0 0 0 0 0,0-1 0 0 0,0 1 0 0 0,-1 0 0 0 0,1 0 0 0 0,0 0 0 0 0,0 0 0 0 0,-2 0 0 0 0,2 0-63 0 0,1 1 0 0 0,-1-1 1 0 0,1 1-1 0 0,-1-1 0 0 0,1 1 0 0 0,-1-1 1 0 0,1 1-1 0 0,0 0 0 0 0,-1-1 1 0 0,1 1-1 0 0,0 0 0 0 0,-1-1 0 0 0,1 1 1 0 0,0 0-1 0 0,0-1 0 0 0,-1 1 1 0 0,1 0-1 0 0,0 0 0 0 0,0-1 0 0 0,0 1 1 0 0,0 0-1 0 0,0 0 0 0 0,0-1 1 0 0,0 1-1 0 0,1 0 0 0 0,-1-1 0 0 0,0 1 1 0 0,0 0-1 0 0,1 1 0 0 0,2 11 292 0 0,1 1-1 0 0,1-1 0 0 0,0 1 1 0 0,10 18-1 0 0,5 12-1455 0 0,-13-24-4080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4.2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42 0 3223 0 0,'-18'152'3446'0'0,"-5"87"6551"0"0,22-227-10000 0 0,1-1 0 0 0,1 1-1 0 0,0-1 1 0 0,0 0 0 0 0,1 1 0 0 0,0-1 0 0 0,1 0 0 0 0,0 0 0 0 0,1 0-1 0 0,0 0 1 0 0,1-1 0 0 0,0 0 0 0 0,10 15 0 0 0,-11-18-1220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4.4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0 919 0 0,'-2'10'651'0'0,"0"-1"0"0"0,1 0-1 0 0,0 0 1 0 0,1 1-1 0 0,0 11 1 0 0,1-5 167 0 0,7 122 10931 0 0,-9-113-12457 0 0,2-15-5239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5.5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47 445 4143 0 0,'-16'13'1283'0'0,"14"-12"-716"0"0,0 1 0 0 0,0 0 0 0 0,0-1 0 0 0,0 1 0 0 0,0-1 0 0 0,-1 0 0 0 0,1 1 0 0 0,0-1 0 0 0,-1 0 0 0 0,1 0 0 0 0,-4 0 0 0 0,6-2-139 0 0,0-1 0 0 0,0 1 1 0 0,1-1-1 0 0,-1 1 0 0 0,1-1 0 0 0,-1 1 0 0 0,1-1 1 0 0,0 1-1 0 0,-1-1 0 0 0,3-1 0 0 0,-3 3-147 0 0,16-32 1673 0 0,3-4-827 0 0,-2-2 1 0 0,15-43 0 0 0,11-94-240 0 0,-29 114-647 0 0,-5 28-177 0 0,-8 58-38 0 0,0-9 12 0 0,1 87 51 0 0,-1 45 14 0 0,-1-6 218 0 0,0-74-194 0 0,0-64-296 0 0,0 0-1 0 0,0 0 0 0 0,0 0 1 0 0,1 0-1 0 0,0 0 1 0 0,0 0-1 0 0,0 0 1 0 0,0 0-1 0 0,0 0 0 0 0,3 5 1 0 0,3 1-7926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5.7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 13 6447 0 0,'-3'-12'1325'0'0,"2"18"1532"0"0,1 9-947 0 0,0 364 8518 0 0,-1-363-12293 0 0,1-2-2570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6.0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 34 7831 0 0,'0'-6'172'0'0,"0"4"-104"0"0,-1-1 0 0 0,1 1-1 0 0,0-1 1 0 0,0 1-1 0 0,0 0 1 0 0,1-1 0 0 0,-1 1-1 0 0,0 0 1 0 0,2-5-1 0 0,-1 7 312 0 0,0 0 0 0 0,1 1 0 0 0,-1-1 0 0 0,0 0 0 0 0,0 0 0 0 0,0 1 0 0 0,0-1 0 0 0,0 0-1 0 0,0 1 1 0 0,0-1 0 0 0,0 1 0 0 0,0 0 0 0 0,0-1 0 0 0,0 1 0 0 0,0 0 0 0 0,-1-1 0 0 0,2 2-1 0 0,0-1 134 0 0,69 57 5432 0 0,-46-37-5153 0 0,-24-20-779 0 0,19 14 274 0 0,-1 2-1 0 0,0 0 1 0 0,30 37 0 0 0,-45-48-238 0 0,0 0 1 0 0,0 0-1 0 0,-1 0 0 0 0,0 0 0 0 0,0 1 0 0 0,0-1 0 0 0,-1 1 1 0 0,0-1-1 0 0,0 1 0 0 0,0 0 0 0 0,-1 0 0 0 0,0 0 0 0 0,-1 0 1 0 0,1 0-1 0 0,-1 0 0 0 0,-1 0 0 0 0,1 0 0 0 0,-1 0 0 0 0,-2 8 0 0 0,-1-3 40 0 0,0 0 1 0 0,-1 0-1 0 0,0 0 0 0 0,0-1 0 0 0,-2 0 0 0 0,1 0 0 0 0,-1 0 0 0 0,-10 10 0 0 0,14-16-69 0 0,-1-1 0 0 0,0 0 0 0 0,0 0 0 0 0,-1 0 0 0 0,1 0 0 0 0,-1-1 0 0 0,1 1-1 0 0,-1-1 1 0 0,0-1 0 0 0,-1 1 0 0 0,1-1 0 0 0,0 0 0 0 0,-1 0 0 0 0,1 0 0 0 0,-1-1 0 0 0,1 1 0 0 0,-1-2 0 0 0,0 1 0 0 0,0 0 0 0 0,-7-1 0 0 0,9-1-25 0 0,-1 0-1 0 0,1-1 1 0 0,-1 1 0 0 0,1-1-1 0 0,0 1 1 0 0,0-1 0 0 0,0-1-1 0 0,0 1 1 0 0,0 0-1 0 0,0-1 1 0 0,0 0 0 0 0,1 0-1 0 0,0 0 1 0 0,-1 0 0 0 0,1-1-1 0 0,0 1 1 0 0,1-1 0 0 0,-4-5-1 0 0,-4-6-854 0 0,2-1 1 0 0,0 0-1 0 0,-7-23 0 0 0,4 12-7303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6.2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1 365 6359 0 0,'0'-5'71'0'0,"0"1"-1"0"0,0-1 0 0 0,1 1 1 0 0,0-1-1 0 0,0 1 0 0 0,0 0 0 0 0,0-1 1 0 0,1 1-1 0 0,-1 0 0 0 0,1 0 1 0 0,0 0-1 0 0,1 0 0 0 0,3-6 0 0 0,7-5 1720 0 0,1 0 0 0 0,0 1-1 0 0,1 1 1 0 0,0 0-1 0 0,23-14 1 0 0,93-48 3819 0 0,-59 35-5179 0 0,-52 29-286 0 0,10-7-41 0 0,0 1 1 0 0,53-19-1 0 0,-82 35-202 0 0,1 0 0 0 0,-1 1 0 0 0,0-1 1 0 0,1 1-1 0 0,-1 0 0 0 0,0-1 0 0 0,1 1 1 0 0,-1 0-1 0 0,0 0 0 0 0,1 0 0 0 0,-1 0 0 0 0,1 0 1 0 0,-1 0-1 0 0,0 0 0 0 0,1 0 0 0 0,-1 1 0 0 0,0-1 1 0 0,1 0-1 0 0,-1 1 0 0 0,0-1 0 0 0,2 2 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7.3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215 38 8751 0 0,'8'-7'840'0'0,"5"-5"481"0"0,-14 8-839 0 0,-10 0-217 0 0,-6 2-260 0 0,1 0 0 0 0,-21 2 1 0 0,-14-2-102 0 0,-14-1-813 0 0,27 2-26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47.6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3095 6 3223 0 0,'-48'-4'-64'0'0,"-76"3"-1"0"0,-409 51 106 0 0,428-35-58 0 0,-2-6-1 0 0,0-4 1 0 0,1-4-1 0 0,-156-20 0 0 0,188 9-10 0 0,-1 4-1 0 0,0 3 0 0 0,1 3 0 0 0,-123 16 0 0 0,-133 50 110 0 0,158-29 261 0 0,-76-6 1066 0 0,174-24-1233 0 0,32-3-167 0 0,-171 20-86 0 0,203-22 17 0 0,-23 3-548 0 0,-50 2-1 0 0,81-7 578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58.7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72 2303 0 0,'3'0'7374'0'0,"1"-4"-7285"0"0,0 1-56 0 0,-3 2-19 0 0,1-1 0 0 0,-1 1 0 0 0,0 0-1 0 0,1 0 1 0 0,-1-1 0 0 0,0 1-1 0 0,0 0 1 0 0,0-1 0 0 0,0 1 0 0 0,0-1-1 0 0,0 1 1 0 0,-1-1 0 0 0,2-2-1 0 0,-1 2 338 0 0,0-1 0 0 0,1 0 0 0 0,0 1 0 0 0,-1-1 0 0 0,1 1 0 0 0,4-4 0 0 0,-1 0-460 0 0,-5 5 155 0 0,1-1 0 0 0,0 1 0 0 0,-1 0 0 0 0,1 1 0 0 0,0-1 0 0 0,0 0 0 0 0,0 0 0 0 0,-1 0 0 0 0,1 0 0 0 0,0 1 0 0 0,0-1 0 0 0,0 0 0 0 0,2 0 0 0 0,-2 0-144 0 0,2 0-340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58.9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7 258 2759 0 0,'0'0'34'0'0,"-1"-1"-1"0"0,1 1 1 0 0,0 0 0 0 0,-1 0-1 0 0,1-1 1 0 0,-1 1-1 0 0,1 0 1 0 0,0-1-1 0 0,-1 1 1 0 0,1 0-1 0 0,0-1 1 0 0,0 1-1 0 0,-1 0 1 0 0,1-1-1 0 0,0 1 1 0 0,0-1-1 0 0,0 1 1 0 0,-1 0-1 0 0,1-1 1 0 0,0 1-1 0 0,0-1 1 0 0,0 1-1 0 0,0-1 1 0 0,0 1-1 0 0,0-1 1 0 0,0 1-1 0 0,0 0 1 0 0,0-1-1 0 0,0 1 1 0 0,0-1-1 0 0,0 1 1 0 0,0-1 0 0 0,0 1-1 0 0,0-1 1 0 0,1 1-1 0 0,-1 0 1 0 0,0-1-1 0 0,0 1 1 0 0,0-1-1 0 0,1 1 1 0 0,-1 0-1 0 0,0-1 1 0 0,1 1-1 0 0,-1 0 1 0 0,1-1-1 0 0,3-6 395 0 0,15-24 1071 0 0,-3 7-748 0 0,-2-2 0 0 0,14-31 0 0 0,-2-13 693 0 0,-19 46-1538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59.1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1 450 4143 0 0,'0'-9'196'0'0,"-1"0"-1"0"0,1 0 0 0 0,1 0 0 0 0,0 0 0 0 0,0 0 0 0 0,1 0 1 0 0,3-13-1 0 0,14-28 712 0 0,36-71 0 0 0,-7 21-3100 0 0,-33 55 1332 0 0,-2-3 515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6:59.3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1132 3223 0 0,'1'-36'702'0'0,"2"0"0"0"0,13-65 0 0 0,30-66 1760 0 0,19 3-2349 0 0,-20 54-2795 0 0,-33 84 2061 0 0,19-34 1 0 0,10-21 618 0 0,-37 72-8 0 0,99-260-120 0 0,-79 196 130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00.5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1917 3335 0 0,'78'-229'360'0'0,"21"-68"-360"0"0,75-182-606 0 0,-142 401 524 0 0,-4-1 0 0 0,19-87 0 0 0,-39 136 564 0 0,-2 6-561 0 0,0 0-1 0 0,-1 0 0 0 0,-2 0 1 0 0,0 0-1 0 0,-1-39 0 0 0,-2 46-334 0 0,1 0 0 0 0,1 0-1 0 0,0 0 1 0 0,9-31-1 0 0,5-6 51 0 0,-9 33 1474 0 0,-1 0 0 0 0,4-27 0 0 0,-10 45-838 0 0,1 0 0 0 0,-1 1 0 0 0,0-1 1 0 0,-1 1-1 0 0,1-1 0 0 0,0 0 0 0 0,-1 1 0 0 0,-1-5 1 0 0,2 6-215 0 0,0 1 0 0 0,0 0 0 0 0,-1-1 0 0 0,1 1 1 0 0,0-1-1 0 0,0 1 0 0 0,-1 0 0 0 0,1-1 0 0 0,0 1 1 0 0,0 0-1 0 0,-1 0 0 0 0,1-1 0 0 0,0 1 0 0 0,-1 0 1 0 0,1-1-1 0 0,0 1 0 0 0,-1 0 0 0 0,1 0 0 0 0,0 0 1 0 0,-1 0-1 0 0,1-1 0 0 0,-1 1 0 0 0,0 0-13 0 0,0 0 0 0 0,1 0 0 0 0,-1 1 0 0 0,0-1 0 0 0,1 0 0 0 0,-1 0 0 0 0,0 1 0 0 0,1-1 0 0 0,-1 0 0 0 0,1 1 0 0 0,-1-1 0 0 0,0 1 0 0 0,1-1 0 0 0,-1 0 0 0 0,1 1 0 0 0,-1-1-1 0 0,1 1 1 0 0,-1 1 0 0 0,-9 11 379 0 0,0 1-1 0 0,2 1 0 0 0,0 0 0 0 0,-10 24 1 0 0,-1 2 843 0 0,9-8 3001 0 0,14-35-3726 0 0,4-5-241 0 0,3-11 317 0 0,-4 7-473 0 0,-1 1 0 0 0,5-13 1 0 0,-10 20-136 0 0,0 0 0 0 0,0 0 0 0 0,0 0 0 0 0,0-1 0 0 0,0 1 0 0 0,-1 0 0 0 0,1 0 1 0 0,-1-1-1 0 0,0 1 0 0 0,0 0 0 0 0,-1-1 0 0 0,0-4 0 0 0,1 7-6 0 0,0 0 0 0 0,-1 0 0 0 0,1 0 0 0 0,-1 0 0 0 0,1 0 0 0 0,-1 0 0 0 0,0 0 0 0 0,1 0 1 0 0,-1 0-1 0 0,0 0 0 0 0,0 0 0 0 0,1 0 0 0 0,-1 0 0 0 0,0 1 0 0 0,0-1 0 0 0,0 0 0 0 0,0 1 0 0 0,0-1 0 0 0,-1 0 0 0 0,-1 0 14 0 0,0 0 1 0 0,0 0 0 0 0,0 0-1 0 0,0 1 1 0 0,0-1-1 0 0,0 1 1 0 0,-4-1-1 0 0,-3 2 119 0 0,-1-1 0 0 0,1 1 0 0 0,-14 4-1 0 0,20-5-57 0 0,0 1 0 0 0,0 0 0 0 0,1 1-1 0 0,-1-1 1 0 0,0 1 0 0 0,1-1 0 0 0,-1 1 0 0 0,1 0-1 0 0,-1 0 1 0 0,1 1 0 0 0,-4 3 0 0 0,5-4-27 0 0,1 0 1 0 0,-1 0 0 0 0,1 0 0 0 0,-1 0 0 0 0,1 0-1 0 0,0 1 1 0 0,0-1 0 0 0,0 0 0 0 0,0 1-1 0 0,0-1 1 0 0,1 1 0 0 0,-1-1 0 0 0,1 1-1 0 0,-1-1 1 0 0,1 1 0 0 0,0-1 0 0 0,0 1-1 0 0,1 4 1 0 0,0 5 68 0 0,1 0 1 0 0,1-1-1 0 0,0 1 0 0 0,7 16 0 0 0,-7-21-70 0 0,0 1 0 0 0,1-1 1 0 0,0 0-1 0 0,0 0 0 0 0,1-1 0 0 0,-1 1 0 0 0,11 9 0 0 0,-13-14-33 0 0,1 0 1 0 0,-1 0-1 0 0,0 0 1 0 0,1 0-1 0 0,0-1 1 0 0,-1 1-1 0 0,1-1 1 0 0,0 0-1 0 0,0 0 1 0 0,0 0-1 0 0,0 0 1 0 0,0 0-1 0 0,0 0 0 0 0,0-1 1 0 0,0 0-1 0 0,0 0 1 0 0,0 0-1 0 0,0 0 1 0 0,0 0-1 0 0,0 0 1 0 0,0-1-1 0 0,0 1 1 0 0,0-1-1 0 0,0 0 1 0 0,0 0-1 0 0,0 0 1 0 0,-1 0-1 0 0,1-1 1 0 0,0 1-1 0 0,-1-1 0 0 0,1 0 1 0 0,-1 1-1 0 0,1-1 1 0 0,-1 0-1 0 0,0-1 1 0 0,0 1-1 0 0,0 0 1 0 0,0-1-1 0 0,0 1 1 0 0,2-5-1 0 0,1-2 17 0 0,0 0 0 0 0,0-1-1 0 0,-1 0 1 0 0,0 0 0 0 0,-1 0 0 0 0,0 0 0 0 0,-1 0-1 0 0,0-1 1 0 0,-1 1 0 0 0,0-1 0 0 0,0 1 0 0 0,-1-1-1 0 0,-1-11 1 0 0,-1 10-29 0 0,0 1-1 0 0,0-1 0 0 0,-1 1 1 0 0,0 0-1 0 0,-1 0 1 0 0,0 0-1 0 0,-1 0 0 0 0,0 0 1 0 0,-1 1-1 0 0,0 0 1 0 0,-12-14-1 0 0,17 23-4 0 0,0-1 0 0 0,0 1 0 0 0,0 0 0 0 0,0 0 0 0 0,0 0 0 0 0,0 0 1 0 0,0 0-1 0 0,0 0 0 0 0,-1 0 0 0 0,1 1 0 0 0,0-1 0 0 0,-1 0 0 0 0,1 1 0 0 0,0-1 0 0 0,-1 1 0 0 0,1-1 0 0 0,-1 1 0 0 0,-2-1 0 0 0,2 1 2 0 0,1 1-1 0 0,0-1 1 0 0,-1 0 0 0 0,1 1-1 0 0,0-1 1 0 0,0 1-1 0 0,-1-1 1 0 0,1 1-1 0 0,0 0 1 0 0,0-1 0 0 0,0 1-1 0 0,-1 0 1 0 0,1 0-1 0 0,0 0 1 0 0,0 0 0 0 0,-1 2-1 0 0,-2 2 6 0 0,1 0 0 0 0,-1 0 0 0 0,1 0 0 0 0,1 1 0 0 0,-1 0 0 0 0,1-1 0 0 0,-3 12 0 0 0,-1 11 6 0 0,1 0 1 0 0,2 0-1 0 0,1 0 0 0 0,1 0 0 0 0,2 1 0 0 0,0-1 1 0 0,2 0-1 0 0,8 33 0 0 0,-10-57-14 0 0,0 0 0 0 0,0 0 0 0 0,0 0 0 0 0,1-1 0 0 0,-1 1 0 0 0,1-1 0 0 0,0 1 0 0 0,0-1 0 0 0,3 4 0 0 0,-4-6 0 0 0,-1 0 0 0 0,1-1 0 0 0,0 1 0 0 0,-1 0 0 0 0,1-1 0 0 0,0 1 0 0 0,0-1 0 0 0,0 1 0 0 0,-1-1 0 0 0,1 0 0 0 0,0 1 0 0 0,0-1 0 0 0,0 0 0 0 0,0 1 0 0 0,0-1 0 0 0,0 0 0 0 0,1 0 0 0 0,-1 0 0 0 0,1 0 0 0 0,-1-1 0 0 0,0 1 0 0 0,1 0 0 0 0,-1-1 0 0 0,0 1 0 0 0,1-1 0 0 0,-1 1 0 0 0,0-1 0 0 0,0 0 0 0 0,1 0 0 0 0,-1 1 0 0 0,0-1 0 0 0,2-2 0 0 0,0-1 0 0 0,1 0 0 0 0,-1 0-1 0 0,0 0 1 0 0,0 0 0 0 0,0 0-1 0 0,-1-1 1 0 0,0 0 0 0 0,3-7 0 0 0,11-42 7 0 0,-13 42-1 0 0,2-7-1 0 0,-1 1 0 0 0,0-1 1 0 0,-2 0-1 0 0,0 0 0 0 0,-1 0 1 0 0,-1 0-1 0 0,-1 0 0 0 0,-1 0 1 0 0,-6-29-1 0 0,6 38-11 0 0,-8-26 27 0 0,10 35-19 0 0,-1 0 0 0 0,1 0 0 0 0,-1 0 0 0 0,1 0 0 0 0,-1 0 0 0 0,1 0 0 0 0,-1 0 0 0 0,1 0 0 0 0,-1 0 0 0 0,0 0 0 0 0,0 0 0 0 0,0 0 0 0 0,1 1 0 0 0,-1-1 0 0 0,0 0-1 0 0,0 1 1 0 0,0-1 0 0 0,0 0 0 0 0,0 1 0 0 0,0-1 0 0 0,0 1 0 0 0,0-1 0 0 0,0 1 0 0 0,-3-1 0 0 0,3 2-1 0 0,0-1-1 0 0,0 0 1 0 0,0 0 0 0 0,1 1-1 0 0,-1-1 1 0 0,0 0 0 0 0,0 1-1 0 0,0-1 1 0 0,0 1 0 0 0,0-1-1 0 0,1 1 1 0 0,-1 0 0 0 0,0-1-1 0 0,1 1 1 0 0,-1 0-1 0 0,0-1 1 0 0,1 1 0 0 0,-1 0-1 0 0,1 0 1 0 0,-1 0 0 0 0,1 0-1 0 0,-1-1 1 0 0,1 2 0 0 0,-9 24 55 0 0,8-24-53 0 0,-4 24 49 0 0,1 0 0 0 0,1 0 0 0 0,1 0 0 0 0,1 0 0 0 0,6 50 0 0 0,-5-70-36 0 0,0 0-1 0 0,1 0 1 0 0,0 0 0 0 0,0 0 0 0 0,0 0-1 0 0,1 0 1 0 0,0 0 0 0 0,0 0 0 0 0,0-1 0 0 0,1 1-1 0 0,4 6 1 0 0,-6-11-10 0 0,-1 0-1 0 0,1-1 0 0 0,0 1 1 0 0,-1-1-1 0 0,1 1 1 0 0,0-1-1 0 0,0 1 1 0 0,0-1-1 0 0,0 1 1 0 0,-1-1-1 0 0,1 0 0 0 0,0 1 1 0 0,0-1-1 0 0,0 0 1 0 0,0 0-1 0 0,0 0 1 0 0,0 0-1 0 0,0 0 0 0 0,0 0 1 0 0,0 0-1 0 0,0 0 1 0 0,0 0-1 0 0,0 0 1 0 0,0 0-1 0 0,0-1 1 0 0,-1 1-1 0 0,1 0 0 0 0,0-1 1 0 0,0 1-1 0 0,0-1 1 0 0,0 1-1 0 0,0-1 1 0 0,-1 1-1 0 0,1-1 0 0 0,0 1 1 0 0,0-1-1 0 0,-1 0 1 0 0,2-1-1 0 0,3-2 16 0 0,-1-1 0 0 0,0 0 0 0 0,0 0 0 0 0,4-8 0 0 0,-1 1 4 0 0,0 0-1 0 0,-1-1 1 0 0,0 1-1 0 0,-2-2 1 0 0,6-19-1 0 0,-8 26-20 0 0,-1 1 0 0 0,0-1-1 0 0,0 1 1 0 0,0 0 0 0 0,-1-1 0 0 0,0 1-1 0 0,-1-1 1 0 0,1 1 0 0 0,-1-1-1 0 0,0 1 1 0 0,-1-1 0 0 0,0 1 0 0 0,0 0-1 0 0,-3-6 1 0 0,5 10-4 0 0,-1 0 0 0 0,0 1 0 0 0,0-1 0 0 0,0 1 0 0 0,0-1 0 0 0,-1 1 0 0 0,1-1 0 0 0,0 1 0 0 0,0 0-1 0 0,-1 0 1 0 0,1-1 0 0 0,-1 1 0 0 0,1 0 0 0 0,-1 0 0 0 0,0 1 0 0 0,1-1 0 0 0,-1 0 0 0 0,0 0 0 0 0,0 1 0 0 0,1-1 0 0 0,-1 1 0 0 0,0 0 0 0 0,0-1-1 0 0,0 1 1 0 0,0 0 0 0 0,-2 0 0 0 0,1 1 4 0 0,1-1-1 0 0,-1 1 1 0 0,1 0-1 0 0,-1 0 1 0 0,1 0-1 0 0,-1 0 1 0 0,1 0-1 0 0,0 0 0 0 0,0 1 1 0 0,-1-1-1 0 0,1 1 1 0 0,0-1-1 0 0,0 1 1 0 0,1 0-1 0 0,-1 0 1 0 0,0 0-1 0 0,1 0 1 0 0,-3 3-1 0 0,-2 5 7 0 0,0 0-1 0 0,1 0 1 0 0,0 1-1 0 0,1-1 1 0 0,0 1-1 0 0,1 0 1 0 0,0 0-1 0 0,0 1 1 0 0,1-1-1 0 0,1 1 1 0 0,0-1-1 0 0,0 1 1 0 0,2 13-1 0 0,-1-24 1 0 0,0 0-1 0 0,1 1 0 0 0,-1-1 0 0 0,0 0 1 0 0,1 1-1 0 0,-1-1 0 0 0,1 0 0 0 0,-1 0 0 0 0,1 1 1 0 0,0-1-1 0 0,-1 0 0 0 0,1 0 0 0 0,0 0 0 0 0,0 0 1 0 0,0 0-1 0 0,0 0 0 0 0,0 0 0 0 0,0 0 0 0 0,0 0 1 0 0,0 0-1 0 0,0-1 0 0 0,2 2 0 0 0,0-1-216 0 0,1 0 0 0 0,-1 0 0 0 0,0 0 1 0 0,0-1-1 0 0,0 1 0 0 0,1-1 0 0 0,-1 0 0 0 0,6-1 0 0 0,7 1-8076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03.4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42 335 4607 0 0,'-4'-4'695'0'0,"0"0"0"0"0,0-1-1 0 0,0 0 1 0 0,1 0 0 0 0,0 0 0 0 0,0 0-1 0 0,0 0 1 0 0,1-1 0 0 0,-1 1-1 0 0,1-1 1 0 0,1 0 0 0 0,-1 0-1 0 0,1 1 1 0 0,-1-11 0 0 0,2 8-68 0 0,0 0 1 0 0,0 0 0 0 0,1 0 0 0 0,0 0-1 0 0,1 0 1 0 0,-1 0 0 0 0,2 0-1 0 0,-1 1 1 0 0,1-1 0 0 0,5-8-1 0 0,-1 1-406 0 0,2 1 0 0 0,0 0 0 0 0,0 0 0 0 0,22-22 0 0 0,-25 30-191 0 0,-1 0 0 0 0,1 1-1 0 0,0 0 1 0 0,1 0 0 0 0,-1 1-1 0 0,1-1 1 0 0,0 1 0 0 0,0 1-1 0 0,0-1 1 0 0,1 1 0 0 0,-1 1-1 0 0,10-3 1 0 0,-14 5-22 0 0,-1-1 0 0 0,1 1 0 0 0,0 0 0 0 0,-1 0 0 0 0,1 0 0 0 0,0 0 0 0 0,-1 0 0 0 0,1 1 0 0 0,0-1 0 0 0,-1 1 0 0 0,1 0 0 0 0,-1 0 0 0 0,1 0 0 0 0,-1 0 0 0 0,1 0 0 0 0,3 3 0 0 0,-4-2-2 0 0,1 1-1 0 0,0-1 1 0 0,0 1-1 0 0,-1 0 1 0 0,0 0-1 0 0,1 0 1 0 0,-1 0-1 0 0,0 0 1 0 0,-1 1-1 0 0,3 5 1 0 0,0 1 2 0 0,-1 1 1 0 0,0 0-1 0 0,-1-1 1 0 0,0 1-1 0 0,-1 0 0 0 0,0 0 1 0 0,-1 12-1 0 0,-1-4 0 0 0,-1 0-1 0 0,-1 0 1 0 0,-1 0-1 0 0,-10 30 0 0 0,-35 72 99 0 0,21-54-57 0 0,8-22-12 0 0,-28 47 1 0 0,45-86-14 0 0,1-3-11 0 0,1-1 0 0 0,0 1 0 0 0,-1-1 0 0 0,1 0 0 0 0,-1 1 0 0 0,0-1 0 0 0,-3 3 0 0 0,5-8 9 0 0,0 1 0 0 0,0 0 0 0 0,0 0 1 0 0,1 0-1 0 0,-1 0 0 0 0,0 0 0 0 0,1 0 1 0 0,0-3-1 0 0,15-35 32 0 0,28-51-1 0 0,-29 60-11 0 0,34-62-21 0 0,3 1 1 0 0,70-89-1 0 0,-91 143-21 0 0,-47 62 0 0 0,-8 7-7 0 0,0 2-1 0 0,-26 49 1 0 0,43-67 9 0 0,-1 1 1 0 0,2 0-1 0 0,0 0 1 0 0,1 1-1 0 0,1 0 1 0 0,0 0-1 0 0,2 0 1 0 0,-2 20-1 0 0,3-23 9 0 0,1 0-1 0 0,1 0 0 0 0,0 0 1 0 0,1 0-1 0 0,0-1 1 0 0,6 20-1 0 0,-6-28 37 0 0,0 0-1 0 0,0 0 1 0 0,1 0-1 0 0,-1 0 1 0 0,1-1-1 0 0,0 1 1 0 0,0-1 0 0 0,1 0-1 0 0,-1 0 1 0 0,1 0-1 0 0,0 0 1 0 0,0 0-1 0 0,0-1 1 0 0,0 0-1 0 0,1 0 1 0 0,0 0-1 0 0,-1 0 1 0 0,1-1 0 0 0,6 3-1 0 0,-3-3 8 0 0,1 0 0 0 0,0 0 1 0 0,-1 0-1 0 0,1-1 0 0 0,0-1 0 0 0,-1 0 0 0 0,1 0 0 0 0,0 0 1 0 0,0-1-1 0 0,-1 0 0 0 0,1-1 0 0 0,15-5 0 0 0,-15 4-55 0 0,0 0-1 0 0,-1-1 1 0 0,1 0-1 0 0,-1 0 1 0 0,0-1 0 0 0,0 0-1 0 0,-1-1 1 0 0,1 1-1 0 0,-1-1 1 0 0,-1-1-1 0 0,1 1 1 0 0,5-9-1 0 0,-11 14-31 0 0,0 0 0 0 0,-1 0 0 0 0,1 0 0 0 0,0 0 0 0 0,-1 0-1 0 0,1 0 1 0 0,-1 0 0 0 0,1 0 0 0 0,-1 0 0 0 0,0 0-1 0 0,0 0 1 0 0,1-1 0 0 0,-1 1 0 0 0,0 0 0 0 0,0 0 0 0 0,0 0-1 0 0,0-1 1 0 0,0 1 0 0 0,0 0 0 0 0,-1 0 0 0 0,1 0 0 0 0,0 0-1 0 0,0-1 1 0 0,-1 1 0 0 0,1 0 0 0 0,-1 0 0 0 0,1 0-1 0 0,-1 0 1 0 0,0 0 0 0 0,1 0 0 0 0,-1 0 0 0 0,0 0 0 0 0,0-1-1 0 0,-9-6-671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03.6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21 122 4607 0 0,'-20'1'448'0'0,"46"-3"3566"0"0,1-1 0 0 0,-1-1-1 0 0,34-11 1 0 0,116-48-2132 0 0,-130 44-1683 0 0,-37 16-585 0 0,-1 0 1 0 0,1 0-1 0 0,10-1 1 0 0,2 1-7329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03.92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 9 10591 0 0,'-7'-8'1026'0'0,"7"8"-939"0"0,-1 0 0 0 0,1 0 0 0 0,0 0 0 0 0,0 0 0 0 0,0-1 0 0 0,-1 1 0 0 0,1 0 0 0 0,0 0 0 0 0,0 0 0 0 0,0 0 0 0 0,-1 0 0 0 0,1 0 0 0 0,0 0 0 0 0,0 0-1 0 0,0 0 1 0 0,-1 0 0 0 0,1 0 0 0 0,0 1 0 0 0,0-1 0 0 0,0 0 0 0 0,0 0 0 0 0,-1 0 0 0 0,1 0 0 0 0,0 0 0 0 0,0 0 0 0 0,0 0 0 0 0,0 0 0 0 0,-1 0 0 0 0,1 1 0 0 0,-1 0 346 0 0,0 1 1 0 0,0 0-1 0 0,1-1 1 0 0,-1 1-1 0 0,0 0 1 0 0,1 0-1 0 0,-1 0 1 0 0,1-1-1 0 0,-1 4 1 0 0,-2 16 762 0 0,1 1 0 0 0,1-1 0 0 0,3 40 0 0 0,15 67-185 0 0,-10-86-624 0 0,24 114 61 0 0,-29-140-408 0 0,-2-16-51 0 0,0 0-1 0 0,0 1 1 0 0,0-1-1 0 0,0 0 1 0 0,-1 1 0 0 0,1-1-1 0 0,0 0 1 0 0,0 0-1 0 0,0 1 1 0 0,0-1-1 0 0,0 0 1 0 0,-1 0-1 0 0,1 1 1 0 0,0-1-1 0 0,0 0 1 0 0,-1 0 0 0 0,1 1-1 0 0,0-1 1 0 0,0 0-1 0 0,-1 0 1 0 0,1 0-1 0 0,0 0 1 0 0,0 0-1 0 0,-1 1 1 0 0,1-1-1 0 0,0 0 1 0 0,-1 0-1 0 0,1 0 1 0 0,0 0 0 0 0,-1 0-1 0 0,1 0 1 0 0,0 0-1 0 0,-1 0 1 0 0,1 0-1 0 0,0 0 1 0 0,0 0-1 0 0,-1 0 1 0 0,1 0-1 0 0,0 0 1 0 0,-1 0 0 0 0,1-1-1 0 0,0 1 1 0 0,-1 0-1 0 0,-7-2-516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04.0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87 7367 0 0,'0'0'34'0'0,"-1"0"0"0"0,1 0 0 0 0,0 0 0 0 0,-1-1 0 0 0,1 1 0 0 0,0 0 0 0 0,-1-1 0 0 0,1 1 0 0 0,0 0 0 0 0,-1-1 0 0 0,1 1 0 0 0,0 0 0 0 0,0-1 0 0 0,-1 1-1 0 0,1 0 1 0 0,0-1 0 0 0,0 1 0 0 0,0-1 0 0 0,-1 1 0 0 0,1 0 0 0 0,0-1 0 0 0,0 1 0 0 0,0-1 0 0 0,0 1 0 0 0,0-1 0 0 0,0 0 0 0 0,13 1 3976 0 0,-7 0-2702 0 0,21 3 1981 0 0,34 1 1857 0 0,-48-4-4702 0 0,-1-1-1 0 0,0 0 1 0 0,14-3 0 0 0,16-7 76 0 0,77-32 0 0 0,-97 34-485 0 0,4 0-1692 0 0,-2 4-6630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04.7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354 102 8751 0 0,'0'-8'973'0'0,"1"-1"-1"0"0,1 0 0 0 0,0 1 1 0 0,0 0-1 0 0,0-1 0 0 0,1 1 1 0 0,0 0-1 0 0,1 0 1 0 0,-1 1-1 0 0,9-12 0 0 0,-12 19-943 0 0,0 0 1 0 0,0 0-1 0 0,0 0 0 0 0,0 1 1 0 0,0-1-1 0 0,0 0 0 0 0,0 0 0 0 0,0 1 1 0 0,0-1-1 0 0,0 0 0 0 0,0 0 1 0 0,0 0-1 0 0,0 1 0 0 0,0-1 0 0 0,0 0 1 0 0,0 0-1 0 0,1 0 0 0 0,-1 1 1 0 0,0-1-1 0 0,0 0 0 0 0,0 0 0 0 0,0 0 1 0 0,0 0-1 0 0,1 1 0 0 0,-1-1 0 0 0,0 0 1 0 0,0 0-1 0 0,0 0 0 0 0,1 0 1 0 0,-1 0-1 0 0,0 0 0 0 0,0 0 0 0 0,0 0 1 0 0,1 1-1 0 0,-1-1 0 0 0,0 0 1 0 0,0 0-1 0 0,0 0 0 0 0,1 0 0 0 0,-1 0 1 0 0,0 0-1 0 0,0 0 0 0 0,1 0 1 0 0,-1 0-1 0 0,0 0 0 0 0,0 0 0 0 0,0-1 1 0 0,1 1-1 0 0,-1 0 0 0 0,0 0 1 0 0,0 0-1 0 0,0 0 0 0 0,1 0 0 0 0,-1 0 1 0 0,0 0-1 0 0,0-1 0 0 0,0 1 0 0 0,0 0 1 0 0,1 0-1 0 0,-1 0 0 0 0,0 0 1 0 0,0-1-1 0 0,0 1 0 0 0,0 0 0 0 0,0 0 1 0 0,0 0-1 0 0,1 0 0 0 0,-1-1 1 0 0,0 1-1 0 0,1 18 861 0 0,-3-1-639 0 0,-1 0-1 0 0,-1 0 0 0 0,-9 26 1 0 0,-25 47 99 0 0,27-65-259 0 0,-8 20 48 0 0,-3-1 0 0 0,-1 0 0 0 0,-2-2 1 0 0,-42 53-1 0 0,63-91-105 0 0,0 1 1 0 0,0 0-1 0 0,-1-1 0 0 0,0 0 1 0 0,0 0-1 0 0,0 0 0 0 0,0-1 1 0 0,-1 0-1 0 0,1 0 1 0 0,-1 0-1 0 0,0-1 0 0 0,-9 3 1 0 0,12-4-17 0 0,0 0 0 0 0,0-1 0 0 0,0 0 0 0 0,0 0 1 0 0,0 0-1 0 0,0 0 0 0 0,0 0 0 0 0,0-1 0 0 0,1 1 0 0 0,-1-1 1 0 0,0 0-1 0 0,0 1 0 0 0,0-1 0 0 0,1-1 0 0 0,-1 1 0 0 0,0 0 1 0 0,1-1-1 0 0,-1 1 0 0 0,1-1 0 0 0,0 0 0 0 0,-1 0 0 0 0,1 0 1 0 0,0 0-1 0 0,0 0 0 0 0,0 0 0 0 0,1-1 0 0 0,-1 1 0 0 0,0-1 1 0 0,-1-2-1 0 0,0-2-9 0 0,0 0 0 0 0,0 0 1 0 0,1 0-1 0 0,-1 0 0 0 0,2-1 1 0 0,-1 1-1 0 0,1-1 0 0 0,-1-8 1 0 0,2-62 59 0 0,0 73-69 0 0,1-6 0 0 0,0-1 0 0 0,1 1 0 0 0,0-1 0 0 0,6-17 0 0 0,-7 25 0 0 0,0 0 0 0 0,1 0 0 0 0,0 1 0 0 0,-1-1 0 0 0,1 0 0 0 0,1 1 0 0 0,-1-1 0 0 0,0 1 0 0 0,1 0 0 0 0,0 0 0 0 0,-1 0 0 0 0,1 0 0 0 0,1 0 0 0 0,-1 0 0 0 0,7-4 0 0 0,-7 7 0 0 0,0-1 0 0 0,0 0 0 0 0,-1 1 0 0 0,1-1 0 0 0,0 1 0 0 0,0 0 0 0 0,0 0 0 0 0,0 0 0 0 0,0 0 0 0 0,0 1 0 0 0,0-1 0 0 0,0 1 0 0 0,-1-1 0 0 0,1 1 0 0 0,0 0 0 0 0,0 0 0 0 0,-1 1 0 0 0,5 2 0 0 0,0-1 0 0 0,-1 2 0 0 0,1-1 0 0 0,-1 0 0 0 0,0 1 0 0 0,-1 0 0 0 0,7 7 0 0 0,-3 0 0 0 0,41 43 0 0 0,-42-48 0 0 0,0 0 0 0 0,1 0 0 0 0,0-1 0 0 0,18 10 0 0 0,-11-8-471 0 0,0-1 0 0 0,0-1 0 0 0,0 0 0 0 0,25 5 0 0 0,-24-8-7910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05.2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63 889 5527 0 0,'29'-44'3563'0'0,"-2"-1"0"0"0,-2-1-1 0 0,25-65 1 0 0,-47 102-3161 0 0,0 0 0 0 0,0-1 0 0 0,-1 1 0 0 0,0 0 0 0 0,-1-1 0 0 0,0 1 0 0 0,0-17 0 0 0,-1 23-361 0 0,-1-1 0 0 0,1 1 0 0 0,-1-1 0 0 0,0 1 0 0 0,0 0 0 0 0,0-1 0 0 0,0 1 0 0 0,0 0 0 0 0,-1 0 0 0 0,0 0 0 0 0,1 0 0 0 0,-1 0 1 0 0,0 0-1 0 0,0 0 0 0 0,-1 1 0 0 0,1-1 0 0 0,-1 1 0 0 0,1-1 0 0 0,-1 1 0 0 0,0 0 0 0 0,1 0 0 0 0,-1 0 0 0 0,0 1 0 0 0,-5-3 0 0 0,5 3-32 0 0,0-1 0 0 0,0 1-1 0 0,0 0 1 0 0,0 0-1 0 0,-1 1 1 0 0,1-1-1 0 0,0 1 1 0 0,0-1-1 0 0,0 1 1 0 0,-1 0 0 0 0,1 0-1 0 0,0 1 1 0 0,0-1-1 0 0,0 1 1 0 0,0-1-1 0 0,-1 1 1 0 0,1 0-1 0 0,-4 2 1 0 0,3-1-8 0 0,0 1-1 0 0,0 0 1 0 0,0 0 0 0 0,1 0-1 0 0,-1 0 1 0 0,1 0 0 0 0,0 1-1 0 0,0-1 1 0 0,0 1 0 0 0,0 0-1 0 0,-4 8 1 0 0,0 3-1 0 0,0 0 0 0 0,2 0 0 0 0,0 0 0 0 0,0 1 0 0 0,-2 17 0 0 0,-6 80 0 0 0,11-44-2 0 0,3-59 6 0 0,-1 0 0 0 0,2-1-1 0 0,-1 1 1 0 0,1-1 0 0 0,4 10-1 0 0,-6-18 7 0 0,0 0 0 0 0,0 0 1 0 0,0-1-1 0 0,0 1 0 0 0,1 0 0 0 0,-1-1 0 0 0,0 1 0 0 0,1-1 0 0 0,-1 1 0 0 0,0 0 1 0 0,1-1-1 0 0,-1 1 0 0 0,1-1 0 0 0,-1 1 0 0 0,1-1 0 0 0,-1 1 0 0 0,1-1 1 0 0,0 1-1 0 0,-1-1 0 0 0,1 0 0 0 0,-1 1 0 0 0,1-1 0 0 0,0 0 0 0 0,-1 1 0 0 0,1-1 1 0 0,0 0-1 0 0,-1 0 0 0 0,2 0 0 0 0,0 0 6 0 0,-1 0-1 0 0,1-1 1 0 0,-1 1-1 0 0,0-1 1 0 0,0 1-1 0 0,1-1 1 0 0,-1 0-1 0 0,0 1 1 0 0,0-1-1 0 0,1 0 1 0 0,-1 0-1 0 0,0 0 1 0 0,1-1-1 0 0,4-5 45 0 0,0 0 0 0 0,0 0 0 0 0,6-11 0 0 0,3-11 6 0 0,0 0-1 0 0,-2 0 1 0 0,17-54 0 0 0,12-98-15 0 0,-13-87 99 0 0,-14 86 74 0 0,-6 133-118 0 0,-28 111 153 0 0,-28 216 27 0 0,43-228-291 0 0,1 1-1 0 0,3 0 1 0 0,9 79-1 0 0,13-8 1 0 0,-8-47-343 0 0,-6-27-43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16.3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259 61 6553 0 0,'-8'0'185'0'0,"0"0"0"0"0,0 0 0 0 0,0-1 0 0 0,-12-2 0 0 0,18 2-146 0 0,0 0 0 0 0,-1 0 0 0 0,1 0-1 0 0,0 0 1 0 0,0 0 0 0 0,0 0 0 0 0,0-1-1 0 0,0 1 1 0 0,0-1 0 0 0,0 0 0 0 0,0 1-1 0 0,0-1 1 0 0,1 0 0 0 0,-1 0 0 0 0,1 0-1 0 0,-1 0 1 0 0,-1-5 0 0 0,2 7-32 0 0,1-1 1 0 0,0 0-1 0 0,0 0 0 0 0,-1 1 0 0 0,1-1 1 0 0,-1 0-1 0 0,1 1 0 0 0,-1-1 1 0 0,1 0-1 0 0,-1 1 0 0 0,1-1 0 0 0,-1 0 1 0 0,0 1-1 0 0,1-1 0 0 0,-1 1 1 0 0,0-1-1 0 0,0 1 0 0 0,1 0 0 0 0,-1-1 1 0 0,0 1-1 0 0,0 0 0 0 0,1-1 0 0 0,-1 1 1 0 0,-1 0-1 0 0,1 0 12 0 0,0 0-1 0 0,0 1 0 0 0,0-1 1 0 0,0 0-1 0 0,0 1 1 0 0,0-1-1 0 0,0 0 1 0 0,0 1-1 0 0,0 0 1 0 0,0-1-1 0 0,0 1 1 0 0,0-1-1 0 0,1 1 1 0 0,-1 0-1 0 0,0 0 1 0 0,0 0-1 0 0,-4 5 191 0 0,0 1-1 0 0,1-1 1 0 0,-7 14-1 0 0,1 2 236 0 0,0 0-1 0 0,-8 33 1 0 0,14-42-232 0 0,1-1 0 0 0,1 1 0 0 0,0 0 0 0 0,1-1 0 0 0,0 1 0 0 0,2 17 0 0 0,-1-26-160 0 0,1-1-1 0 0,-1 0 1 0 0,1 0-1 0 0,0 0 1 0 0,0 0-1 0 0,0 0 1 0 0,0 0-1 0 0,0 0 1 0 0,0 0-1 0 0,1 0 1 0 0,0-1-1 0 0,-1 1 1 0 0,1-1-1 0 0,0 1 1 0 0,4 3-1 0 0,-4-4-14 0 0,0-1 0 0 0,0 0 0 0 0,0 0-1 0 0,0 0 1 0 0,0 0 0 0 0,1 0 0 0 0,-1 0 0 0 0,0 0 0 0 0,0-1-1 0 0,1 1 1 0 0,-1-1 0 0 0,0 0 0 0 0,1 0 0 0 0,-1 0 0 0 0,1 0-1 0 0,-1 0 1 0 0,0 0 0 0 0,1 0 0 0 0,-1-1 0 0 0,0 1 0 0 0,4-2-1 0 0,3-2-40 0 0,-1 1 1 0 0,0-1-1 0 0,0 0 0 0 0,-1-1 0 0 0,1 0 0 0 0,-1 0 0 0 0,0-1 0 0 0,0 0 0 0 0,-1 0 0 0 0,0 0 0 0 0,0-1 0 0 0,0 0 1 0 0,-1 0-1 0 0,0 0 0 0 0,5-11 0 0 0,-5 8-82 0 0,0 0 0 0 0,0 0 0 0 0,-1-1 1 0 0,-1 0-1 0 0,0 1 0 0 0,0-1 0 0 0,-1-1 0 0 0,0 1 1 0 0,-1 0-1 0 0,0 0 0 0 0,-2-19 0 0 0,0 26 52 0 0,1 0-1 0 0,-1-1 0 0 0,0 1 1 0 0,0 0-1 0 0,-1 0 1 0 0,1 0-1 0 0,-1 0 0 0 0,0 0 1 0 0,0 1-1 0 0,0-1 1 0 0,-1 1-1 0 0,-3-5 0 0 0,5 6 46 0 0,-1 1 0 0 0,1-1 0 0 0,-1 1 0 0 0,0-1 0 0 0,1 1 0 0 0,-1 0-1 0 0,0 0 1 0 0,0 0 0 0 0,0 0 0 0 0,0 0 0 0 0,0 0 0 0 0,0 1-1 0 0,0-1 1 0 0,0 1 0 0 0,-1-1 0 0 0,1 1 0 0 0,0 0 0 0 0,0 0-1 0 0,0 0 1 0 0,0 0 0 0 0,-1 0 0 0 0,1 0 0 0 0,0 1 0 0 0,0-1 0 0 0,-3 1-1 0 0,-2 2 87 0 0,0 0 1 0 0,1 1-1 0 0,-1-1 0 0 0,1 1 0 0 0,0 0 0 0 0,0 1 0 0 0,0 0 0 0 0,0 0 0 0 0,1 0 0 0 0,0 0 0 0 0,-8 12 1 0 0,3-4 129 0 0,2 0 0 0 0,-1 1 0 0 0,2 0 0 0 0,-9 22 0 0 0,11-22-32 0 0,0 1 0 0 0,1-1 0 0 0,-3 21 0 0 0,7-30-133 0 0,-1 1 1 0 0,0 0-1 0 0,1-1 1 0 0,0 1-1 0 0,1-1 1 0 0,-1 1-1 0 0,1 0 1 0 0,0-1-1 0 0,1 1 1 0 0,-1-1-1 0 0,5 11 0 0 0,-5-15-48 0 0,-1 0-1 0 0,1 0 0 0 0,0 1 0 0 0,-1-1 0 0 0,1 0 0 0 0,0 0 0 0 0,0 0 0 0 0,0 0 1 0 0,0 0-1 0 0,0 0 0 0 0,0 0 0 0 0,1-1 0 0 0,-1 1 0 0 0,0 0 0 0 0,0 0 0 0 0,0-1 1 0 0,1 1-1 0 0,-1-1 0 0 0,0 1 0 0 0,1-1 0 0 0,1 0 0 0 0,-1 1 21 0 0,1-2 0 0 0,-1 1 1 0 0,0 0-1 0 0,0 0 0 0 0,0-1 0 0 0,1 1 0 0 0,-1-1 0 0 0,0 0 0 0 0,0 0 1 0 0,0 0-1 0 0,0 0 0 0 0,2-1 0 0 0,2-2-20 0 0,0 0 0 0 0,0-1 0 0 0,0 0 0 0 0,-1 0 0 0 0,1 0 0 0 0,-2-1 0 0 0,6-6 0 0 0,-3 1-149 0 0,0-1 0 0 0,-1 1-1 0 0,0-1 1 0 0,-1 0-1 0 0,-1-1 1 0 0,0 1 0 0 0,0-1-1 0 0,1-15 1 0 0,-4 22 77 0 0,0 0 1 0 0,0 0-1 0 0,-1 0 0 0 0,0-1 0 0 0,0 1 1 0 0,0 0-1 0 0,-1 0 0 0 0,0 0 1 0 0,-1 0-1 0 0,1 0 0 0 0,-1 0 0 0 0,0 0 1 0 0,0 0-1 0 0,-1 0 0 0 0,0 1 1 0 0,0-1-1 0 0,0 1 0 0 0,-1 0 0 0 0,-5-7 1 0 0,7 10 36 0 0,0 0 0 0 0,0 1 0 0 0,0-1 0 0 0,0 1 1 0 0,0-1-1 0 0,0 1 0 0 0,0-1 0 0 0,0 1 0 0 0,0 0 0 0 0,-1 0 1 0 0,1 0-1 0 0,-1 0 0 0 0,1 1 0 0 0,-1-1 0 0 0,1 1 0 0 0,-1-1 1 0 0,1 1-1 0 0,-5 0 0 0 0,4 1 45 0 0,-1-1-1 0 0,1 1 1 0 0,0 0-1 0 0,0 0 1 0 0,0 0 0 0 0,0 1-1 0 0,0-1 1 0 0,0 1 0 0 0,0 0-1 0 0,0 0 1 0 0,1 0 0 0 0,-5 4-1 0 0,0 1 86 0 0,0 0-1 0 0,1 1 0 0 0,0 0 0 0 0,1 0 1 0 0,-1 0-1 0 0,1 1 0 0 0,1 0 1 0 0,-6 15-1 0 0,7-14-6 0 0,0 1 1 0 0,1-1-1 0 0,0 0 1 0 0,0 17-1 0 0,2-24-60 0 0,0 1 0 0 0,0 0 1 0 0,0 0-1 0 0,0-1 0 0 0,1 1 0 0 0,-1 0 0 0 0,1-1 0 0 0,0 1 0 0 0,0 0 0 0 0,1-1 0 0 0,-1 1 0 0 0,1-1 0 0 0,-1 0 1 0 0,1 0-1 0 0,0 1 0 0 0,3 2 0 0 0,-4-5-34 0 0,0 0 0 0 0,0-1 1 0 0,0 1-1 0 0,0 0 0 0 0,0 0 0 0 0,0-1 1 0 0,0 1-1 0 0,0 0 0 0 0,1-1 0 0 0,-1 1 1 0 0,0-1-1 0 0,0 0 0 0 0,1 1 0 0 0,-1-1 1 0 0,0 0-1 0 0,1 0 0 0 0,-1 0 0 0 0,0 0 0 0 0,2 0 1 0 0,0 0 22 0 0,-1-1-1 0 0,1 0 1 0 0,-1 1 0 0 0,1-1 0 0 0,-1 0-1 0 0,1 0 1 0 0,-1 0 0 0 0,0-1 0 0 0,3-1 0 0 0,2-2-33 0 0,0-1 1 0 0,0 0 0 0 0,0-1 0 0 0,8-10 0 0 0,-10 9-119 0 0,1 0 0 0 0,-1-1 1 0 0,0 1-1 0 0,-1-1 0 0 0,0 0 1 0 0,0-1-1 0 0,-1 1 1 0 0,0-1-1 0 0,2-14 0 0 0,-4 19 74 0 0,-1 0 0 0 0,0 0-1 0 0,0 0 1 0 0,0 0 0 0 0,0 0-1 0 0,-1 0 1 0 0,0-1-1 0 0,0 2 1 0 0,-1-7 0 0 0,0 8 10 0 0,1 1 1 0 0,0-1 0 0 0,-1 0-1 0 0,1 0 1 0 0,-1 1 0 0 0,0-1 0 0 0,0 1-1 0 0,0-1 1 0 0,0 1 0 0 0,0 0-1 0 0,-1 0 1 0 0,1 0 0 0 0,0 0-1 0 0,-1 0 1 0 0,-5-2 0 0 0,6 3 57 0 0,0 0 0 0 0,-1 0 1 0 0,1 0-1 0 0,0 0 0 0 0,-1 1 1 0 0,1-1-1 0 0,-1 1 0 0 0,1-1 1 0 0,-1 1-1 0 0,1 0 1 0 0,-1 0-1 0 0,1 0 0 0 0,-1 0 1 0 0,1 1-1 0 0,-1-1 0 0 0,-2 2 1 0 0,2-1 16 0 0,-1 0 0 0 0,1 1 0 0 0,-1 0 1 0 0,1 0-1 0 0,0 0 0 0 0,0 0 0 0 0,0 0 1 0 0,0 1-1 0 0,-4 4 0 0 0,-1 2 81 0 0,1 1 0 0 0,0-1 0 0 0,1 1 0 0 0,0 1 0 0 0,-7 18 0 0 0,9-20-32 0 0,1-1-1 0 0,0 1 1 0 0,1-1-1 0 0,0 1 0 0 0,1 0 1 0 0,0 0-1 0 0,0 0 1 0 0,0 0-1 0 0,1 0 0 0 0,1 0 1 0 0,0 0-1 0 0,3 16 1 0 0,3-4 15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18.4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132 7692 6553 0 0,'-5'0'106'0'0,"0"1"0"0"0,-1 0-1 0 0,1 0 1 0 0,0 0-1 0 0,0 1 1 0 0,0-1 0 0 0,0 1-1 0 0,0 0 1 0 0,1 1 0 0 0,-1-1-1 0 0,1 1 1 0 0,-1 0-1 0 0,1 0 1 0 0,-4 4 0 0 0,2-1 49 0 0,0-1 1 0 0,1 1 0 0 0,-1 0 0 0 0,2 0 0 0 0,-1 1-1 0 0,1-1 1 0 0,0 1 0 0 0,0 0 0 0 0,-5 14-1 0 0,7-18-65 0 0,7-20 181 0 0,7-8-168 0 0,1 0-1 0 0,23-35 1 0 0,15-25-440 0 0,-31 49 100 0 0,26-34-1 0 0,-25 39 1 0 0,25-48 0 0 0,-42 72 200 0 0,1-1 1 0 0,0 1-1 0 0,1 0 1 0 0,8-10-1 0 0,12-14-72 0 0,15-34-217 0 0,-10 16 44 0 0,38-46-1 0 0,-40 65 121 0 0,-19 21 70 0 0,15-20 0 0 0,143-164-759 0 0,-4 6 706 0 0,74-114 145 0 0,-51 92 0 0 0,38-45 0 0 0,-71 65 0 0 0,111-127 0 0 0,120-126 0 0 0,-270 308 0 0 0,65-65 0 0 0,-62 71 0 0 0,-24 25 0 0 0,78-88 0 0 0,295-337 0 0 0,-437 496 0 0 0,324-358 0 0 0,-269 291 0 0 0,63-76 0 0 0,29-33 0 0 0,-34 44 0 0 0,132-160 0 0 0,-42 69 0 0 0,-46 55 0 0 0,21-37 0 0 0,61-47 0 0 0,-113 128 0 0 0,-24 21 0 0 0,-28 31 0 0 0,130-117 0 0 0,19-16 0 0 0,-93 78 0 0 0,-54 55 0 0 0,-74 74 0 0 0,-18 18 0 0 0,0-2 0 0 0,0 0 0 0 0,16-23 0 0 0,-30 37 0 0 0,1-1-1 0 0,-1 1 1 0 0,0-1-1 0 0,1 1 0 0 0,-1-1 1 0 0,0 1-1 0 0,1-1 1 0 0,-1 1-1 0 0,0-1 0 0 0,1 1 1 0 0,-1-1-1 0 0,0 1 1 0 0,0-1-1 0 0,0 1 0 0 0,0-1 1 0 0,0 1-1 0 0,0-1 1 0 0,1 0-1 0 0,-1 1 0 0 0,0-1 1 0 0,-1 1-1 0 0,1-1 1 0 0,0 1-1 0 0,0-1 0 0 0,0 0 1 0 0,0 1-1 0 0,-1-2 1 0 0,1 2 12 0 0,-1-1 1 0 0,0 1 0 0 0,0-1 0 0 0,0 1-1 0 0,0-1 1 0 0,0 1 0 0 0,0 0 0 0 0,0-1 0 0 0,0 1-1 0 0,0 0 1 0 0,-1 0 0 0 0,0 0 18 0 0,1-1 0 0 0,0 1 1 0 0,0 0-1 0 0,0 0 0 0 0,-1-1 1 0 0,1 1-1 0 0,0-1 0 0 0,0 1 0 0 0,0-1 1 0 0,-2-1-1 0 0,-5-16 309 0 0,-7 8-102 0 0,7 8-250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18.9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270 81 6553 0 0,'-19'7'491'0'0,"-1"0"-1"0"0,2 2 1 0 0,-1 0-1 0 0,-30 21 0 0 0,30-19-299 0 0,4-1 194 0 0,0 0 0 0 0,-24 22-1 0 0,32-26-206 0 0,0 1 1 0 0,1 0-1 0 0,0 1 0 0 0,0-1 0 0 0,1 1 0 0 0,-9 16 0 0 0,14-22-140 0 0,-1 0 0 0 0,0 0 0 0 0,0 0 0 0 0,1 0 0 0 0,-1 0 0 0 0,1 0 0 0 0,-1 0 0 0 0,1 0 0 0 0,0 0 0 0 0,0 0-1 0 0,0 0 1 0 0,0 0 0 0 0,0 1 0 0 0,0-1 0 0 0,1 0 0 0 0,-1 0 0 0 0,2 3 0 0 0,-1-3-16 0 0,-1-1 0 0 0,1 0 0 0 0,0 0 0 0 0,0 0 0 0 0,0-1 0 0 0,0 1 0 0 0,0 0 0 0 0,0 0 0 0 0,0 0 0 0 0,0-1 0 0 0,0 1 0 0 0,0 0 0 0 0,0-1 0 0 0,0 1 1 0 0,0-1-1 0 0,1 1 0 0 0,-1-1 0 0 0,0 0 0 0 0,0 0 0 0 0,1 1 0 0 0,-1-1 0 0 0,0 0 0 0 0,1 0 0 0 0,-1 0 0 0 0,0 0 0 0 0,0 0 0 0 0,1-1 0 0 0,-1 1 0 0 0,2-1 0 0 0,15-4 274 0 0,-1 0-1 0 0,1-1 1 0 0,-1-2-1 0 0,28-15 1 0 0,-18 9-604 0 0,43-22-518 0 0,-1-4-1 0 0,103-79 1 0 0,-151 102 586 0 0,1 2 0 0 0,34-19 0 0 0,-56 33 250 0 0,1 1 0 0 0,-1 0 0 0 0,1-1 0 0 0,-1 1 1 0 0,1 0-1 0 0,-1 0 0 0 0,1-1 0 0 0,-1 1 0 0 0,1 0 0 0 0,-1 0 0 0 0,1 0 0 0 0,-1 0 0 0 0,1 0 0 0 0,-1 0 0 0 0,1 0 0 0 0,-1 0 0 0 0,1 0 0 0 0,-1 0 0 0 0,1 0 0 0 0,0 0 0 0 0,-1 0 0 0 0,1 0 0 0 0,-1 0 0 0 0,1 1 0 0 0,0-1 0 0 0,-1 1-1 0 0,1-1 0 0 0,-1 1 0 0 0,0-1 0 0 0,0 1-1 0 0,0 0 1 0 0,1-1 0 0 0,-1 1 0 0 0,0-1 0 0 0,0 1 0 0 0,0 0 0 0 0,0-1-1 0 0,0 1 1 0 0,0 0 0 0 0,0-1 0 0 0,0 1 0 0 0,0 0 0 0 0,0-1 0 0 0,-1 2-1 0 0,-1 5 120 0 0,0 1 0 0 0,-6 12 0 0 0,5-14 66 0 0,-3 10 57 0 0,2 1 1 0 0,-1 0 0 0 0,2 0 0 0 0,-2 21-1 0 0,1 71 1060 0 0,4-72-772 0 0,-1-1 0 0 0,-8 45 0 0 0,-1-35 583 0 0,-31 86-1 0 0,40-129-1085 0 0,1-1 0 0 0,-1 1 0 0 0,1 0-1 0 0,-1-1 1 0 0,1 1 0 0 0,0 0 0 0 0,0 0 0 0 0,0 0 0 0 0,0-1 0 0 0,1 5 0 0 0,1 1 116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23.1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 6553 0 0,'2'-2'0'0'0,"-1"2"0"0"0,1 0 0 0 0,0 0 0 0 0,1-1 0 0 0,-1 1 0 0 0,0 0 241 0 0,-1-2-241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32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155 117 1612 0 0,'-16'-33'6227'0'0,"-3"-4"3686"0"0,6 12-8225 0 0,12 23-1664 0 0,0 0 0 0 0,0 0 0 0 0,0 0 0 0 0,0 0 0 0 0,-1 1 0 0 0,1-1 0 0 0,-1 0 0 0 0,0 0 0 0 0,-1-1 0 0 0,2 3-25 0 0,0 0 0 0 0,1-1 1 0 0,-1 1-1 0 0,1 0 1 0 0,-1 0-1 0 0,0 0 1 0 0,1 0-1 0 0,-1 0 1 0 0,0 0-1 0 0,1 0 1 0 0,-1 0-1 0 0,0 0 1 0 0,1 0-1 0 0,-1 0 1 0 0,0 0-1 0 0,1 0 1 0 0,-1 1-1 0 0,1-1 1 0 0,-1 0-1 0 0,0 0 1 0 0,1 1-1 0 0,-1-1 1 0 0,1 0-1 0 0,-1 1 0 0 0,1-1 1 0 0,-1 1-1 0 0,1-1 1 0 0,-1 0-1 0 0,1 1 1 0 0,-1-1-1 0 0,1 1 1 0 0,0-1-1 0 0,-1 1 1 0 0,1 0-1 0 0,0-1 1 0 0,-1 2-1 0 0,-8 13-391 0 0,1 1-1 0 0,1 1 0 0 0,0-1 1 0 0,-6 24-1 0 0,10-30-181 0 0,2-7 567 0 0,-6 20-2337 0 0,-5 25 0 0 0,11-43 1947 0 0,0 1 1 0 0,0-1-1 0 0,1 1 0 0 0,0-1 0 0 0,0 1 1 0 0,0 0-1 0 0,0-1 0 0 0,1 1 0 0 0,0-1 0 0 0,3 9 1 0 0,-4-12 452 0 0,1-1 0 0 0,-1 0 0 0 0,1 0 0 0 0,-1 0 1 0 0,1 1-1 0 0,0-1 0 0 0,-1 0 0 0 0,1 0 1 0 0,0 0-1 0 0,0 0 0 0 0,0 0 0 0 0,0 0 0 0 0,0 0 1 0 0,0-1-1 0 0,0 1 0 0 0,0 0 0 0 0,0 0 0 0 0,0-1 1 0 0,1 1-1 0 0,-1-1 0 0 0,2 2 0 0 0,-1-2-57 0 0,0 0 0 0 0,-1 0-1 0 0,1 0 1 0 0,0-1 0 0 0,-1 1 0 0 0,1 0-1 0 0,-1-1 1 0 0,1 1 0 0 0,0-1 0 0 0,-1 1-1 0 0,1-1 1 0 0,-1 0 0 0 0,0 1 0 0 0,1-1-1 0 0,1-1 1 0 0,4-4 79 0 0,-1 0 0 0 0,1 0 0 0 0,-1 0-1 0 0,0-1 1 0 0,6-7 0 0 0,-7 6 268 0 0,-1 1-1 0 0,1 0 1 0 0,-1-1 0 0 0,-1 0-1 0 0,1 0 1 0 0,-1 0 0 0 0,-1 0-1 0 0,1-1 1 0 0,1-12 0 0 0,-4 17-275 0 0,1 1 0 0 0,-1-1 0 0 0,0 1 0 0 0,0-1 0 0 0,0 1 0 0 0,0-1 0 0 0,-1 1 0 0 0,1-1 0 0 0,-1 1 0 0 0,0 0 0 0 0,0-1 0 0 0,0 1 1 0 0,0 0-1 0 0,-1 0 0 0 0,1 0 0 0 0,-1-1 0 0 0,0 2 0 0 0,0-1 0 0 0,0 0 0 0 0,0 0 0 0 0,-1 1 0 0 0,1-1 0 0 0,-1 1 0 0 0,0-1 0 0 0,1 1 1 0 0,-5-2-1 0 0,6 4-150 0 0,1-1 1 0 0,-1 1 0 0 0,0-1 0 0 0,0 1 0 0 0,0 0 0 0 0,0-1 0 0 0,0 1 0 0 0,0 0-1 0 0,0 0 1 0 0,0 0 0 0 0,0 0 0 0 0,0 0 0 0 0,0 0 0 0 0,0 0 0 0 0,0 0-1 0 0,0 0 1 0 0,0 0 0 0 0,0 1 0 0 0,0-1 0 0 0,-2 1 0 0 0,1 0 266 0 0,0 1 0 0 0,0-1 0 0 0,0 0 0 0 0,0 1 0 0 0,0-1 1 0 0,1 1-1 0 0,-1 0 0 0 0,-2 2 0 0 0,-1 3 159 0 0,1 0 1 0 0,0-1-1 0 0,0 1 1 0 0,-3 11-1 0 0,3-10-978 0 0,2 1 0 0 0,-1-1 0 0 0,1 1 0 0 0,1 0 1 0 0,-1 12-1 0 0,1-18 500 0 0,1 0 1 0 0,0 0 0 0 0,0 0 0 0 0,1 0 0 0 0,-1 1-1 0 0,0-1 1 0 0,1 0 0 0 0,0 0 0 0 0,0 0 0 0 0,0 0-1 0 0,0 0 1 0 0,0 0 0 0 0,1 0 0 0 0,-1-1 0 0 0,1 1 0 0 0,0 0-1 0 0,0-1 1 0 0,3 4 0 0 0,-3-4 151 0 0,0-1 1 0 0,0 0-1 0 0,-1 0 1 0 0,1 0-1 0 0,0-1 0 0 0,0 1 1 0 0,0 0-1 0 0,0-1 1 0 0,0 1-1 0 0,0-1 1 0 0,0 0-1 0 0,0 1 0 0 0,0-1 1 0 0,1 0-1 0 0,-1 0 1 0 0,0-1-1 0 0,0 1 0 0 0,0 0 1 0 0,0-1-1 0 0,0 1 1 0 0,0-1-1 0 0,0 0 1 0 0,0 1-1 0 0,0-1 0 0 0,-1 0 1 0 0,1 0-1 0 0,0 0 1 0 0,2-2-1 0 0,2-1-20 0 0,0-1 0 0 0,-1 1 1 0 0,1-1-1 0 0,-1 0 0 0 0,0 0 0 0 0,8-12 1 0 0,-9 12-4 0 0,-1 0 0 0 0,0-1 1 0 0,0 1-1 0 0,0-1 1 0 0,-1 0-1 0 0,0 0 0 0 0,0 0 1 0 0,-1 0-1 0 0,1 0 1 0 0,-1 0-1 0 0,-1 0 0 0 0,1-1 1 0 0,-1 1-1 0 0,0 0 1 0 0,0 0-1 0 0,-1-1 0 0 0,0 1 1 0 0,0 0-1 0 0,0 0 1 0 0,-1 0-1 0 0,0 0 0 0 0,0 0 1 0 0,-1 0-1 0 0,1 1 1 0 0,-5-6-1 0 0,7 9 6 0 0,-1 1 0 0 0,0 0 0 0 0,0 0 0 0 0,1 0 0 0 0,-1-1 0 0 0,0 1 0 0 0,0 0 0 0 0,0 0 0 0 0,0 0 0 0 0,-1 0 0 0 0,1 0 0 0 0,0 1 0 0 0,0-1 1 0 0,-1 0-1 0 0,1 0 0 0 0,0 1 0 0 0,-1-1 0 0 0,1 1 0 0 0,0-1 0 0 0,-3 1 0 0 0,2 0-5 0 0,1 0 1 0 0,0 0 0 0 0,-1 1 0 0 0,1-1-1 0 0,-1 0 1 0 0,1 1 0 0 0,0-1-1 0 0,-1 1 1 0 0,1 0 0 0 0,0-1 0 0 0,-1 1-1 0 0,1 0 1 0 0,0 0 0 0 0,0 0-1 0 0,0 0 1 0 0,-2 2 0 0 0,-2 3 123 0 0,1 0-1 0 0,0 0 1 0 0,0 0 0 0 0,0 1 0 0 0,1-1 0 0 0,-5 13 0 0 0,5-12-188 0 0,1 0 0 0 0,0 1 0 0 0,0-1 0 0 0,1 0 0 0 0,-1 1 1 0 0,1 11-1 0 0,1-16 53 0 0,0-1 1 0 0,1 0-1 0 0,-1 1 0 0 0,1-1 1 0 0,-1 0-1 0 0,1 1 0 0 0,0-1 1 0 0,0 0-1 0 0,0 0 0 0 0,0 1 1 0 0,0-1-1 0 0,0 0 0 0 0,0 0 1 0 0,1 0-1 0 0,-1-1 0 0 0,1 1 1 0 0,0 0-1 0 0,-1 0 0 0 0,1-1 1 0 0,0 1-1 0 0,0-1 1 0 0,0 0-1 0 0,0 1 0 0 0,4 1 1 0 0,13 4-749 0 0,4-1-3040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33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53 133 2072 0 0,'6'-14'11582'0'0,"-1"-1"-5847"0"0,-2 2-5667 0 0,-1 1-1 0 0,0-1 1 0 0,0-25 0 0 0,-2 36-68 0 0,0 1 0 0 0,0-1 0 0 0,0 0 0 0 0,0 1 0 0 0,0-1 0 0 0,-1 1 0 0 0,1-1 0 0 0,-1 1 0 0 0,1-1 0 0 0,-1 1 0 0 0,0-1 0 0 0,0 1 0 0 0,1 0 0 0 0,-3-2 0 0 0,3 2 0 0 0,0 1 0 0 0,0 0 0 0 0,-1 0 0 0 0,1-1 0 0 0,0 1 0 0 0,-1 0 0 0 0,1 0 0 0 0,0 0 0 0 0,-1-1 0 0 0,1 1 0 0 0,0 0 0 0 0,-1 0 0 0 0,1 0 0 0 0,0 0 0 0 0,-1 0 0 0 0,1 0 0 0 0,0 0 0 0 0,-1 0 0 0 0,1 0 0 0 0,-1 0 0 0 0,1 0 0 0 0,0 0 0 0 0,-1 0 0 0 0,0 0 0 0 0,0 1 0 0 0,0-1 0 0 0,1 1 0 0 0,-1-1 0 0 0,0 1 0 0 0,0-1 0 0 0,1 1 0 0 0,-1 0 0 0 0,1-1 0 0 0,-1 1 0 0 0,0 0 0 0 0,1-1 0 0 0,-1 1 0 0 0,0 1 0 0 0,-5 9-243 0 0,-1 1-1 0 0,2 0 1 0 0,-1 1-1 0 0,-4 20 1 0 0,6-18-2761 0 0,-3 27 1 0 0,7-39 2495 0 0,0 1 1 0 0,0 0-1 0 0,0-1 1 0 0,1 1-1 0 0,0-1 1 0 0,0 1-1 0 0,0-1 1 0 0,0 0-1 0 0,2 5 0 0 0,-3-8 586 0 0,1 1 0 0 0,-1 0-1 0 0,0 0 1 0 0,0-1 0 0 0,1 1-1 0 0,-1 0 1 0 0,0-1 0 0 0,1 1-1 0 0,-1-1 1 0 0,1 1 0 0 0,-1 0-1 0 0,1-1 1 0 0,-1 1 0 0 0,1-1-1 0 0,-1 1 1 0 0,1-1-1 0 0,0 0 1 0 0,-1 1 0 0 0,1-1-1 0 0,-1 0 1 0 0,1 1 0 0 0,0-1-1 0 0,0 0 1 0 0,-1 0 0 0 0,1 1-1 0 0,0-1 1 0 0,-1 0 0 0 0,1 0-1 0 0,0 0 1 0 0,0 0 0 0 0,-1 0-1 0 0,1 0 1 0 0,0 0 0 0 0,-1 0-1 0 0,1 0 1 0 0,0-1-1 0 0,0 1 1 0 0,-1 0 0 0 0,1 0-1 0 0,0-1 1 0 0,-1 1 0 0 0,1 0-1 0 0,0-1 1 0 0,-1 1 0 0 0,1 0-1 0 0,-1-1 1 0 0,1 1 0 0 0,-1-1-1 0 0,1 1 1 0 0,0-2 0 0 0,5-4-432 0 0,0-1 1 0 0,-1 1 0 0 0,0-1 0 0 0,0 0 0 0 0,0 0-1 0 0,4-12 1 0 0,-7 15 380 0 0,0 0 0 0 0,-1 0 0 0 0,0-1-1 0 0,1 1 1 0 0,-2 0 0 0 0,1-1 0 0 0,0 1 0 0 0,-1-1 0 0 0,0 1-1 0 0,0-1 1 0 0,0 1 0 0 0,-1-1 0 0 0,-1-8 0 0 0,2 13-23 0 0,0 0 0 0 0,0-1 0 0 0,0 1 0 0 0,0 0 0 0 0,0-1 0 0 0,0 1 0 0 0,-1-1 0 0 0,1 1 0 0 0,0 0 0 0 0,0-1 0 0 0,0 1 0 0 0,0 0 0 0 0,-1-1 0 0 0,1 1 0 0 0,0 0 0 0 0,0-1 0 0 0,-1 1 0 0 0,1 0 0 0 0,0 0 0 0 0,0-1 0 0 0,-1 1 0 0 0,1 0 0 0 0,0 0 0 0 0,-1-1 0 0 0,1 1 0 0 0,0 0 0 0 0,-1 0 0 0 0,1 0 0 0 0,-1 0 0 0 0,1 0 0 0 0,0 0 0 0 0,-1-1 0 0 0,0 1 0 0 0,1 1 3 0 0,-1-1-1 0 0,0 0 1 0 0,0 1 0 0 0,0-1-1 0 0,0 1 1 0 0,1-1-1 0 0,-1 1 1 0 0,0 0-1 0 0,0-1 1 0 0,1 1-1 0 0,-1 0 1 0 0,0-1-1 0 0,0 2 1 0 0,-17 28 98 0 0,17-29-97 0 0,-4 9 2 0 0,1 0 0 0 0,1 0 0 0 0,0 1 0 0 0,0-1 0 0 0,1 1 0 0 0,0 0 0 0 0,1 0 0 0 0,0-1 0 0 0,1 1 0 0 0,0 0 0 0 0,0 0 0 0 0,2 0 0 0 0,1 12 0 0 0,-2-22-6 0 0,-1 0 0 0 0,0 0 0 0 0,0 0 0 0 0,1 0 1 0 0,-1 1-1 0 0,1-1 0 0 0,-1 0 0 0 0,1 0 0 0 0,-1 0 0 0 0,1 0 0 0 0,-1 0 0 0 0,1 0 1 0 0,0-1-1 0 0,0 1 0 0 0,-1 0 0 0 0,1 0 0 0 0,0 0 0 0 0,0-1 0 0 0,0 1 0 0 0,0 0 1 0 0,0-1-1 0 0,0 1 0 0 0,0-1 0 0 0,0 1 0 0 0,0-1 0 0 0,0 0 0 0 0,0 1 0 0 0,0-1 1 0 0,1 0-1 0 0,-1 0 0 0 0,0 0 0 0 0,0 0 0 0 0,0 0 0 0 0,0 0 0 0 0,0 0 0 0 0,1 0 1 0 0,-1 0-1 0 0,0 0 0 0 0,0-1 0 0 0,0 1 0 0 0,0 0 0 0 0,2-1 0 0 0,1-1 23 0 0,1 0-1 0 0,-1-1 0 0 0,1 1 1 0 0,-1-1-1 0 0,0 0 1 0 0,0 0-1 0 0,0 0 0 0 0,5-5 1 0 0,0-2-2 0 0,-1-1 0 0 0,0 1 1 0 0,-1-1-1 0 0,0-1 0 0 0,11-23 1 0 0,-15 26-14 0 0,0 0 0 0 0,0 0 1 0 0,0 0-1 0 0,-1 0 1 0 0,-1-1-1 0 0,1 1 0 0 0,-1-1 1 0 0,-1 0-1 0 0,-1-9 1 0 0,1 18 32 0 0,1 0 1 0 0,-1 0-1 0 0,0 0 1 0 0,-1 1 0 0 0,1-1-1 0 0,0 0 1 0 0,0 0-1 0 0,0 0 1 0 0,0 0 0 0 0,-1 1-1 0 0,1-1 1 0 0,0 0-1 0 0,-1 0 1 0 0,1 0 0 0 0,-1 1-1 0 0,1-1 1 0 0,-1 0-1 0 0,1 1 1 0 0,-1-1 0 0 0,0 0-1 0 0,0 1 43 0 0,1 0 1 0 0,-1 0-1 0 0,1 0 0 0 0,-1 0 0 0 0,1 0 1 0 0,-1 0-1 0 0,1 0 0 0 0,-1 0 0 0 0,1 0 1 0 0,-1 0-1 0 0,1 1 0 0 0,-1-1 0 0 0,1 0 0 0 0,0 0 1 0 0,-1 1-1 0 0,1-1 0 0 0,-1 0 0 0 0,1 1 1 0 0,0-1-1 0 0,-1 0 0 0 0,1 1 0 0 0,0-1 1 0 0,-1 0-1 0 0,1 1 0 0 0,-4 4 605 0 0,1-1 0 0 0,0 1 0 0 0,1-1 0 0 0,-1 1-1 0 0,-1 6 1 0 0,-4 11-45 0 0,2 1 0 0 0,-6 35 0 0 0,13-48-691 0 0,5-9 151 0 0,9-9-913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36.3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1 6220 0 0,'-19'5'1441'0'0,"4"0"57"0"0,3 3 797 0 0,11-4-2263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37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190 157 2532 0 0,'-17'13'12009'0'0,"16"-12"-11913"0"0,1-1 1 0 0,-1 0-1 0 0,1 0 1 0 0,-1-1-1 0 0,1 1 0 0 0,-1 0 1 0 0,1 0-1 0 0,0 0 0 0 0,-1 0 1 0 0,1 0-1 0 0,-1 0 0 0 0,1-1 1 0 0,-1 1-1 0 0,1 0 0 0 0,0 0 1 0 0,-1-1-1 0 0,1 1 0 0 0,-1-1 1 0 0,-1-1 172 0 0,0 0 1 0 0,0-1-1 0 0,1 0 1 0 0,-1 1-1 0 0,1-1 0 0 0,-1 0 1 0 0,1 0-1 0 0,0 0 1 0 0,0 1-1 0 0,0-1 1 0 0,1 0-1 0 0,-1-4 0 0 0,0 3-295 0 0,0 0-1 0 0,0 0 0 0 0,0 1 0 0 0,0-1 1 0 0,-1 0-1 0 0,0 1 0 0 0,-2-6 0 0 0,3 8 27 0 0,0-1 0 0 0,0 1 0 0 0,-1 0 0 0 0,1 0 0 0 0,0 0 0 0 0,0 0 0 0 0,-1 0 0 0 0,1 0 0 0 0,0 0 0 0 0,-1 0 0 0 0,1 0 0 0 0,-1 0 0 0 0,0 1 0 0 0,1-1 0 0 0,-3 0 0 0 0,3 1 0 0 0,0 0 0 0 0,0 0 0 0 0,-1 0 0 0 0,1 0 0 0 0,0 0 0 0 0,0 1 0 0 0,0-1 0 0 0,-1 0 0 0 0,1 0 0 0 0,0 1 0 0 0,0-1 0 0 0,0 1 0 0 0,0-1 0 0 0,0 1 0 0 0,0 0 0 0 0,0-1 0 0 0,0 1 0 0 0,0 0 0 0 0,0 0 0 0 0,-1 1 0 0 0,-8 9 0 0 0,1 1 0 0 0,0 0 0 0 0,2 1 0 0 0,-1-1 0 0 0,1 2 0 0 0,1-1 0 0 0,0 1 0 0 0,1 0 0 0 0,1 0 0 0 0,-5 22 0 0 0,7-24 0 0 0,1 0 0 0 0,-1 0 0 0 0,2 1 0 0 0,0-1 0 0 0,2 17 0 0 0,-2-23 0 0 0,1-1 0 0 0,0 1 0 0 0,1-1 0 0 0,0 1 0 0 0,-1-1 0 0 0,2 0 0 0 0,-1 0 0 0 0,0 0 0 0 0,1 0 0 0 0,0 0 0 0 0,0-1 0 0 0,1 1 0 0 0,6 7 0 0 0,-8-11 0 0 0,0 1 0 0 0,0 0 0 0 0,0-1 0 0 0,1 1 0 0 0,-1-1 0 0 0,0 0 0 0 0,1 0 0 0 0,-1 0 0 0 0,1 0 0 0 0,-1 0 0 0 0,1 0 0 0 0,-1-1 0 0 0,1 1 0 0 0,-1-1 0 0 0,1 0 0 0 0,0 0 0 0 0,-1 0 0 0 0,1 0 0 0 0,0 0 0 0 0,-1 0 0 0 0,1-1 0 0 0,-1 1 0 0 0,5-2 0 0 0,2-2 0 0 0,1 0 0 0 0,0-1 0 0 0,-1 0 0 0 0,13-10 0 0 0,-9 7 0 0 0,-12 7 0 0 0,1-1 0 0 0,0 0 0 0 0,0 1 0 0 0,-1-1 0 0 0,0 0 0 0 0,1 0 0 0 0,-1 0 0 0 0,0 0 0 0 0,0 0 0 0 0,0 0 0 0 0,0 0 0 0 0,0 0 0 0 0,1-3 0 0 0,6-32 0 0 0,-8 34 0 0 0,3-16-158 0 0,-1 0-1 0 0,-2-1 0 0 0,-1-29 0 0 0,-2 24-1152 0 0,0 1 0 0 0,-2 0-1 0 0,0 0 1 0 0,-15-37-1 0 0,19 59 1220 0 0,0-1 0 0 0,0 1 0 0 0,0 0 0 0 0,0-1 0 0 0,0 1 0 0 0,-1 0 0 0 0,0 0 0 0 0,1 0 0 0 0,-4-4 0 0 0,5 6 79 0 0,-1 0 0 0 0,1 0 0 0 0,0 0 0 0 0,-1-1 0 0 0,1 1 0 0 0,0 0 0 0 0,-1 0 0 0 0,1 0 0 0 0,0 0 1 0 0,-1 0-1 0 0,1 0 0 0 0,0 0 0 0 0,-1 0 0 0 0,1 0 0 0 0,0 0 0 0 0,-1 0 0 0 0,1 0 0 0 0,-1 0 0 0 0,1 0 0 0 0,0 0 0 0 0,-1 0 0 0 0,1 0 0 0 0,0 0 0 0 0,-1 0 1 0 0,1 0-1 0 0,-1 1 0 0 0,0 0 1 0 0,0 0 0 0 0,0 0 1 0 0,0 0-1 0 0,0 0 1 0 0,1 0-1 0 0,-1 0 1 0 0,0 0-1 0 0,1 0 0 0 0,-1 0 1 0 0,0 0-1 0 0,0 3 1 0 0,-6 17 43 0 0,2 1 1 0 0,0 0-1 0 0,1 1 0 0 0,-1 29 1 0 0,1-11-2 0 0,4-39-29 0 0,-4 47 37 0 0,4-46-38 0 0,0 1-1 0 0,0-1 1 0 0,1 0-1 0 0,-1 1 0 0 0,1-1 1 0 0,-1 0-1 0 0,1 0 1 0 0,0 0-1 0 0,1 1 0 0 0,-1-1 1 0 0,0 0-1 0 0,3 3 1 0 0,-4-6-1 0 0,1 1 1 0 0,-1-1 0 0 0,1 0 0 0 0,-1 1 0 0 0,1-1 0 0 0,-1 0 0 0 0,1 0 0 0 0,-1 1-1 0 0,1-1 1 0 0,-1 0 0 0 0,1 0 0 0 0,-1 0 0 0 0,1 0 0 0 0,-1 0 0 0 0,1 0 0 0 0,-1 0-1 0 0,1 0 1 0 0,-1 0 0 0 0,1 0 0 0 0,0 0 0 0 0,-1 0 0 0 0,1 0 0 0 0,-1 0 0 0 0,1 0 0 0 0,-1-1-1 0 0,1 1 1 0 0,-1 0 0 0 0,1 0 0 0 0,-1-1 0 0 0,1 1 0 0 0,-1 0 0 0 0,0 0 0 0 0,1-1-1 0 0,-1 1 1 0 0,1-1 0 0 0,-1 1 0 0 0,0 0 0 0 0,1-2 0 0 0,14-15-3 0 0,-6 3 14 0 0,-1 0 0 0 0,-1-1 0 0 0,0 0 1 0 0,-1 0-1 0 0,0 0 0 0 0,-2-1 1 0 0,0 0-1 0 0,0 0 0 0 0,-2 0 1 0 0,0-1-1 0 0,0 1 0 0 0,-2-19 1 0 0,0 29 152 0 0,-1 1 1 0 0,1 0 0 0 0,-1 0 0 0 0,-1 0-1 0 0,1 0 1 0 0,-1 0 0 0 0,1 0-1 0 0,-2 0 1 0 0,1 0 0 0 0,-5-7 0 0 0,6 10-89 0 0,0 1 0 0 0,-1-1 1 0 0,1 0-1 0 0,0 1 0 0 0,-1 0 1 0 0,1-1-1 0 0,-1 1 0 0 0,0 0 1 0 0,1 0-1 0 0,-1 0 0 0 0,0 0 0 0 0,0 0 1 0 0,0 0-1 0 0,1 0 0 0 0,-1 1 1 0 0,0-1-1 0 0,0 1 0 0 0,0-1 1 0 0,0 1-1 0 0,0 0 0 0 0,0 0 1 0 0,0 0-1 0 0,0 0 0 0 0,0 0 1 0 0,0 0-1 0 0,0 1 0 0 0,0-1 0 0 0,0 1 1 0 0,0-1-1 0 0,-2 2 0 0 0,-1 0-162 0 0,0 0 0 0 0,0 1 0 0 0,1 0 0 0 0,-1 0 0 0 0,1 0-1 0 0,0 0 1 0 0,0 1 0 0 0,0 0 0 0 0,1-1 0 0 0,-1 1 0 0 0,1 1 0 0 0,0-1-1 0 0,0 0 1 0 0,0 1 0 0 0,1 0 0 0 0,-1-1 0 0 0,1 1 0 0 0,1 0-1 0 0,-3 8 1 0 0,2-5-77 0 0,0-1-1 0 0,1 0 0 0 0,0 0 1 0 0,0 0-1 0 0,0 1 1 0 0,1-1-1 0 0,0 1 0 0 0,1-1 1 0 0,0 0-1 0 0,0 0 0 0 0,0 1 1 0 0,1-1-1 0 0,4 10 1 0 0,-6-15 193 0 0,1-1 1 0 0,-1 0 0 0 0,1 0-1 0 0,0 0 1 0 0,-1 0 0 0 0,1 0-1 0 0,0 0 1 0 0,0 0 0 0 0,0 0 0 0 0,-1-1-1 0 0,1 1 1 0 0,0 0 0 0 0,0 0-1 0 0,0-1 1 0 0,0 1 0 0 0,0 0-1 0 0,1-1 1 0 0,-1 1 0 0 0,0-1 0 0 0,0 0-1 0 0,0 1 1 0 0,0-1 0 0 0,0 0-1 0 0,1 1 1 0 0,-1-1 0 0 0,0 0-1 0 0,0 0 1 0 0,1 0 0 0 0,-1 0 0 0 0,0-1-1 0 0,0 1 1 0 0,0 0 0 0 0,1 0-1 0 0,-1-1 1 0 0,0 1 0 0 0,0 0-1 0 0,0-1 1 0 0,0 1 0 0 0,0-1 0 0 0,0 0-1 0 0,0 1 1 0 0,0-1 0 0 0,0 0-1 0 0,1-1 1 0 0,11-7-2892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8:08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1 0 2036 0 0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30.6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190 186 688 0 0,'1'-4'1271'0'0,"0"0"0"0"0,0 0 0 0 0,-1 0 1 0 0,0 0-1 0 0,0 1 0 0 0,0-1 0 0 0,0 0 0 0 0,-1-4 1 0 0,0 5-725 0 0,0-1 1 0 0,0 1 0 0 0,0 0 0 0 0,0 0 0 0 0,0 0 0 0 0,-1 1-1 0 0,1-1 1 0 0,-1 0 0 0 0,-2-3 0 0 0,2 4-455 0 0,0 0 1 0 0,-1 0-1 0 0,1-1 0 0 0,-1 1 1 0 0,1 1-1 0 0,-1-1 0 0 0,1 0 1 0 0,-1 1-1 0 0,0-1 0 0 0,0 1 1 0 0,0 0-1 0 0,0 0 0 0 0,0 0 1 0 0,0 0-1 0 0,0 0 0 0 0,0 1 1 0 0,0 0-1 0 0,-1-1 0 0 0,1 1 1 0 0,0 0-1 0 0,-6 1 0 0 0,3 0-93 0 0,1 1 0 0 0,0-1 0 0 0,0 1 0 0 0,0 0 0 0 0,0 0 0 0 0,0 0 0 0 0,0 1 0 0 0,0 0 0 0 0,1 0 0 0 0,-1 0 0 0 0,1 0 0 0 0,0 1 0 0 0,0-1 0 0 0,0 1 0 0 0,-4 5 0 0 0,5-5 0 0 0,1-1 0 0 0,-1 1 0 0 0,1-1 0 0 0,0 1 0 0 0,0 0 0 0 0,0-1 0 0 0,0 1 0 0 0,1 0 0 0 0,0 0 0 0 0,0 1 0 0 0,0-1 0 0 0,0 0 0 0 0,0 0 0 0 0,1 0 0 0 0,0 1 0 0 0,0-1 0 0 0,0 0 0 0 0,0 0 0 0 0,2 8 0 0 0,-1-11 0 0 0,-1-1 0 0 0,0 1 0 0 0,0 0 0 0 0,1 0 0 0 0,-1-1 0 0 0,0 1 0 0 0,1 0 0 0 0,-1-1 0 0 0,1 1 0 0 0,-1 0 0 0 0,1-1 0 0 0,-1 1 0 0 0,1-1 0 0 0,-1 1 0 0 0,1 0 0 0 0,0-1 0 0 0,-1 0 0 0 0,1 1 0 0 0,0-1 0 0 0,0 1 0 0 0,1-1 0 0 0,-1 1 0 0 0,1-1 0 0 0,0 0 0 0 0,-1 1 0 0 0,1-1 0 0 0,0 0 0 0 0,-1 0 0 0 0,1-1 0 0 0,0 1 0 0 0,-1 0 0 0 0,3-1 0 0 0,4-2 0 0 0,0 0 0 0 0,0 0 0 0 0,11-6 0 0 0,-13 6 0 0 0,9-5-15 0 0,0 0 0 0 0,-1-1 0 0 0,0-1 0 0 0,0 0 0 0 0,-1-1-1 0 0,-1 0 1 0 0,0-1 0 0 0,15-18 0 0 0,-26 28-61 0 0,0 1 1 0 0,0-1-1 0 0,0 0 0 0 0,0 0 1 0 0,0 0-1 0 0,-1 1 0 0 0,1-1 1 0 0,0 0-1 0 0,-1 0 0 0 0,0 0 1 0 0,1 0-1 0 0,-1 0 0 0 0,0 0 1 0 0,0-4-1 0 0,0 5 98 0 0,0 1 0 0 0,0-1 0 0 0,-1 1 0 0 0,1-1 0 0 0,0 1 1 0 0,0-1-1 0 0,0 0 0 0 0,-1 1 0 0 0,1-1 0 0 0,0 1 0 0 0,-1-1 0 0 0,1 1 0 0 0,0-1 0 0 0,-1 1 1 0 0,1 0-1 0 0,-1-1 0 0 0,1 1 0 0 0,-1-1 0 0 0,1 1 0 0 0,-1-1 0 0 0,0 1 9 0 0,0 0 0 0 0,-1-1 0 0 0,1 1 0 0 0,0 0 0 0 0,0 0 0 0 0,0 0 0 0 0,0 0 0 0 0,0 0 0 0 0,0 0 0 0 0,0 0 0 0 0,0 0 0 0 0,-1 0 0 0 0,1 0 0 0 0,0 1 0 0 0,-1 0-1 0 0,-3 1-94 0 0,0 0-1 0 0,-1 0 0 0 0,1 1 0 0 0,0 0 0 0 0,1 0 0 0 0,-1 0 0 0 0,-5 5 0 0 0,-29 30-2698 0 0,24-23 1678 0 0,0 0-493 0 0,6-7 305 0 0,0 1 1 0 0,1-1-1 0 0,0 2 0 0 0,1-1 0 0 0,-9 15 1 0 0,15-24 1264 0 0,1 1 1 0 0,0-1 0 0 0,0 0-1 0 0,-1 1 1 0 0,1-1 0 0 0,0 0-1 0 0,0 1 1 0 0,0-1 0 0 0,-1 0-1 0 0,1 1 1 0 0,0-1 0 0 0,0 1-1 0 0,0-1 1 0 0,0 0 0 0 0,0 1-1 0 0,0-1 1 0 0,0 1 0 0 0,0-1-1 0 0,0 1 1 0 0,0-1 0 0 0,0 0-1 0 0,0 1 1 0 0,0-1 0 0 0,0 1-1 0 0,0-1 1 0 0,0 0 0 0 0,1 1-1 0 0,-1 0 1 0 0,1-1 3 0 0,-1 0 0 0 0,1 0 0 0 0,0 0 1 0 0,-1 0-1 0 0,1 0 0 0 0,-1 0 0 0 0,1 0 0 0 0,0 0 0 0 0,-1 0 1 0 0,1 0-1 0 0,-1 0 0 0 0,1 0 0 0 0,0 0 0 0 0,-1-1 0 0 0,1 1 1 0 0,0-1-1 0 0,26-13 163 0 0,-26 13-130 0 0,8-6 1236 0 0,1 0 0 0 0,-2-1 0 0 0,1-1 0 0 0,-1 1 0 0 0,0-1-1 0 0,-1-1 1 0 0,0 1 0 0 0,0-1 0 0 0,-1 0 0 0 0,9-22 0 0 0,-13 29-1258 0 0,-1-1 0 0 0,0 1 0 0 0,0-1 0 0 0,0 1 0 0 0,-1-1 0 0 0,1 0 1 0 0,-1 1-1 0 0,0-1 0 0 0,0 0 0 0 0,0 1 0 0 0,-1-1 0 0 0,1 1 0 0 0,-1-1 0 0 0,0 0 1 0 0,0 1-1 0 0,0-1 0 0 0,0 1 0 0 0,-3-4 0 0 0,3 5-36 0 0,0 0 1 0 0,-1 0-1 0 0,1-1 0 0 0,-1 1 0 0 0,0 1 1 0 0,0-1-1 0 0,0 0 0 0 0,0 0 0 0 0,0 1 1 0 0,0-1-1 0 0,0 1 0 0 0,0-1 1 0 0,-1 1-1 0 0,1 0 0 0 0,-1 0 0 0 0,1 0 1 0 0,-1 0-1 0 0,1 1 0 0 0,-1-1 1 0 0,1 1-1 0 0,-1-1 0 0 0,0 1 0 0 0,1 0 1 0 0,-1 0-1 0 0,-4 1 0 0 0,2-1-1 0 0,1 2 0 0 0,-1-1 0 0 0,1 0 0 0 0,-1 1 0 0 0,1 0 0 0 0,-1 0-1 0 0,1 0 1 0 0,0 1 0 0 0,0-1 0 0 0,0 1 0 0 0,0 0 0 0 0,-3 4 0 0 0,1-2-652 0 0,1 0 0 0 0,1 0 0 0 0,-1 1 0 0 0,1-1-1 0 0,0 1 1 0 0,0 0 0 0 0,-5 10 0 0 0,9-14 521 0 0,-1-1 0 0 0,0 0 0 0 0,1 0 0 0 0,0 0 0 0 0,-1 1 0 0 0,1-1 0 0 0,0 0 0 0 0,-1 0 0 0 0,1 1 1 0 0,0-1-1 0 0,0 0 0 0 0,0 1 0 0 0,0-1 0 0 0,0 0 0 0 0,0 1 0 0 0,1-1 0 0 0,-1 0 0 0 0,0 1 0 0 0,1-1 0 0 0,-1 0 0 0 0,2 2 0 0 0,-1-2 34 0 0,0 0-1 0 0,0 0 1 0 0,0 0 0 0 0,0-1 0 0 0,0 1-1 0 0,0 0 1 0 0,0-1 0 0 0,1 1 0 0 0,-1-1 0 0 0,0 0-1 0 0,0 1 1 0 0,0-1 0 0 0,1 0 0 0 0,-1 0-1 0 0,0 1 1 0 0,1-1 0 0 0,-1 0 0 0 0,0 0 0 0 0,1-1-1 0 0,-1 1 1 0 0,0 0 0 0 0,2-1 0 0 0,5 0 744 0 0,-1-1 1 0 0,0 0 0 0 0,1 0-1 0 0,-1 0 1 0 0,9-5 0 0 0,-14 6-410 0 0,0-1 0 0 0,0 1 1 0 0,0 0-1 0 0,1 0 1 0 0,-1-1-1 0 0,-1 1 1 0 0,1-1-1 0 0,0 0 1 0 0,0 0-1 0 0,-1 1 1 0 0,1-1-1 0 0,-1 0 0 0 0,1 0 1 0 0,-1-1-1 0 0,0 1 1 0 0,0 0-1 0 0,0 0 1 0 0,0-1-1 0 0,0 1 1 0 0,0-3-1 0 0,0 4-36 0 0,-1 0 0 0 0,0 0 0 0 0,0-1 0 0 0,0 1 0 0 0,0 0 0 0 0,0 0 0 0 0,-1 0 0 0 0,1 0 0 0 0,0-1 0 0 0,0 1 0 0 0,-1 0 0 0 0,1 0 0 0 0,-1 0 0 0 0,1 0 0 0 0,-1 0 0 0 0,1 0 0 0 0,-1 0 0 0 0,1 0 0 0 0,-1 0 0 0 0,0 0 1 0 0,0 0-1 0 0,-1-1 0 0 0,0 1-116 0 0,0 0 1 0 0,0 0 0 0 0,0 0 0 0 0,0 0 0 0 0,0 0 0 0 0,0 0 0 0 0,0 1-1 0 0,0-1 1 0 0,0 1 0 0 0,-1-1 0 0 0,-2 1 0 0 0,1-1-409 0 0,0 1-1 0 0,1 0 1 0 0,-1 0 0 0 0,0 1-1 0 0,0-1 1 0 0,0 1 0 0 0,0 0 0 0 0,0 0-1 0 0,1 0 1 0 0,-1 0 0 0 0,0 1-1 0 0,1 0 1 0 0,-5 2 0 0 0,-1 5-364 0 0,0 4 544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31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150 142 960 0 0,'13'-30'14349'0'0,"-12"20"-12555"0"0,0-10 1628 0 0,-3 2-4287 0 0,2 17 865 0 0,0-1 0 0 0,0 1 0 0 0,-1 0 0 0 0,1 0 0 0 0,-1 0 0 0 0,1 0 0 0 0,-1 0 0 0 0,1 0 0 0 0,-1 0 0 0 0,1 0 0 0 0,-1 0 0 0 0,0 0 0 0 0,0 0 0 0 0,1 0 0 0 0,-1 1 0 0 0,0-1 0 0 0,0 0 0 0 0,0 0 0 0 0,0 1 0 0 0,0-1 0 0 0,0 0 0 0 0,0 1 0 0 0,0-1 0 0 0,0 1 0 0 0,0 0 0 0 0,0-1 0 0 0,0 1 0 0 0,-1 0 0 0 0,1 0 0 0 0,0 0 0 0 0,0-1 0 0 0,-2 1 0 0 0,0 1 0 0 0,0-1 0 0 0,1 0 0 0 0,-1 1 0 0 0,0-1 0 0 0,0 1 0 0 0,0 0 0 0 0,1 0 0 0 0,-1 0 0 0 0,0 0 0 0 0,1 1 0 0 0,-1-1 0 0 0,-2 3 0 0 0,-4 3-872 0 0,0 2 0 0 0,0-1 0 0 0,1 1 0 0 0,-12 16 0 0 0,13-15-948 0 0,1-1-1 0 0,-1 2 1 0 0,2-1-1 0 0,-8 20 1 0 0,12-27 1586 0 0,0-1 0 0 0,1 0 0 0 0,-1 1 0 0 0,1-1 0 0 0,0 1 0 0 0,0-1 0 0 0,-1 1 0 0 0,2-1 0 0 0,-1 1 0 0 0,0-1 1 0 0,0 1-1 0 0,1-1 0 0 0,1 5 0 0 0,-2-6 262 0 0,0-1 0 0 0,1 1 0 0 0,-1 0 0 0 0,1-1 1 0 0,-1 1-1 0 0,1 0 0 0 0,-1-1 0 0 0,1 1 0 0 0,-1 0 0 0 0,1-1 1 0 0,0 1-1 0 0,-1-1 0 0 0,1 1 0 0 0,0-1 0 0 0,-1 0 0 0 0,1 1 1 0 0,0-1-1 0 0,0 1 0 0 0,1-1-39 0 0,-1 0 1 0 0,1 0 0 0 0,-1 0-1 0 0,0 0 1 0 0,1 0-1 0 0,-1 0 1 0 0,0 0 0 0 0,1 0-1 0 0,-1 0 1 0 0,0-1-1 0 0,1 1 1 0 0,-1-1 0 0 0,0 1-1 0 0,2-2 1 0 0,18-9 115 0 0,-1-1 1 0 0,-1-1-1 0 0,32-27 1 0 0,-44 34-65 0 0,0 0 0 0 0,-1-1 0 0 0,0 0 0 0 0,0 0 0 0 0,0-1 0 0 0,6-11 1 0 0,-10 15-19 0 0,0 0-1 0 0,0 0 1 0 0,0-1 0 0 0,0 1 0 0 0,-1-1 0 0 0,1 1 0 0 0,-1-1 0 0 0,0 0 0 0 0,-1 1 0 0 0,1-1-1 0 0,-1 0 1 0 0,0 0 0 0 0,0 1 0 0 0,-1-7 0 0 0,0 10-11 0 0,1 0 0 0 0,0 1 0 0 0,0-1-1 0 0,0 0 1 0 0,-1 0 0 0 0,1 0 0 0 0,0 1 0 0 0,-1-1 0 0 0,1 0 0 0 0,-1 0-1 0 0,1 1 1 0 0,-1-1 0 0 0,1 0 0 0 0,-1 1 0 0 0,1-1 0 0 0,-1 0 0 0 0,0 1-1 0 0,1-1 1 0 0,-1 1 0 0 0,0-1 0 0 0,1 1 0 0 0,-1-1 0 0 0,0 1 0 0 0,0 0-1 0 0,-1-1 1 0 0,1 1 28 0 0,-1 0 0 0 0,0 0-1 0 0,1 0 1 0 0,-1 0-1 0 0,0 0 1 0 0,1 0 0 0 0,-1 0-1 0 0,0 1 1 0 0,1-1-1 0 0,-1 1 1 0 0,-3 1 0 0 0,-2 2-36 0 0,-1 0 0 0 0,1 0 0 0 0,-13 10 0 0 0,8-4 199 0 0,-18 19-1 0 0,27-26-59 0 0,1 0 0 0 0,-1 0 0 0 0,1 0 0 0 0,-1 0 0 0 0,1 1 0 0 0,0 0 0 0 0,1-1 0 0 0,-1 1 0 0 0,0 0 0 0 0,1 0 0 0 0,-2 6 0 0 0,3-9-35 0 0,0-1-1 0 0,0 1 1 0 0,0-1 0 0 0,0 1-1 0 0,0-1 1 0 0,0 1 0 0 0,1-1 0 0 0,-1 1-1 0 0,0-1 1 0 0,0 1 0 0 0,0-1-1 0 0,0 1 1 0 0,1-1 0 0 0,-1 0 0 0 0,0 1-1 0 0,0-1 1 0 0,1 1 0 0 0,-1-1-1 0 0,0 1 1 0 0,1-1 0 0 0,-1 0 0 0 0,0 1-1 0 0,1-1 1 0 0,-1 0 0 0 0,1 0-1 0 0,-1 1 1 0 0,1-1 0 0 0,-1 0 0 0 0,1 0-1 0 0,-1 1 1 0 0,0-1 0 0 0,1 0-1 0 0,-1 0 1 0 0,1 0 0 0 0,-1 0 0 0 0,1 0-1 0 0,-1 0 1 0 0,1 0 0 0 0,0 0-1 0 0,27-1 5916 0 0,-13 0-4694 0 0,-13 1-1208 0 0,0 0-132 0 0,0 0-1 0 0,0 0 1 0 0,0 0-1 0 0,0 1 1 0 0,0-1-1 0 0,0 1 1 0 0,0-1-1 0 0,0 1 1 0 0,0 0-1 0 0,0 0 1 0 0,1 1-1 0 0,4 4-136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6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1 541 1468 0 0,'6'-19'10238'0'0,"-4"18"-9699"0"0,19-20 5484 0 0,-15 16-6275 0 0,27-23 643 0 0,1 3 1 0 0,1 0-1 0 0,40-19 1 0 0,-3 0-455 0 0,87-50-8978 0 0,-88 58 8183 0 0,11-5 6818 0 0,20-8-1672 0 0,-73 36-4411 0 0,48-13 0 0 0,79-8-81 0 0,-39 10-1267 0 0,-70 12 1314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11.5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 9 6553 0 0,'-10'-4'0'0'0,"1"1"0"0"0,4 1 0 0 0,2 4 0 0 0,-1-1 0 0 0,-1 1 340 0 0,-3 2-340 0 0,-4 1 241 0 0,0 3 296 0 0,-3 1-537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12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8 192 6553 0 0,'-4'-5'0'0'0,"3"1"0"0"0,0 1 0 0 0,1 0 0 0 0,-1 0 0 0 0,1 0 0 0 0,0-1 0 0 0,-1 1 0 0 0,2 0 0 0 0,-1-1 0 0 0,0 1 0 0 0,1 0 0 0 0,-1 0 0 0 0,1 0 0 0 0,0-1 0 0 0,0 1 0 0 0,0 0 0 0 0,3-4 0 0 0,-2 2 0 0 0,1-1 0 0 0,0 1 0 0 0,0 0 0 0 0,1 0 0 0 0,-1 0 0 0 0,1 0 0 0 0,6-5 0 0 0,-9 9 1 0 0,-1 1 0 0 0,1-1 0 0 0,-1 1-1 0 0,1-1 1 0 0,-1 1 0 0 0,1-1 0 0 0,0 1-1 0 0,-1 0 1 0 0,1-1 0 0 0,-1 1-1 0 0,1 0 1 0 0,0 0 0 0 0,-1-1 0 0 0,1 1-1 0 0,0 0 1 0 0,-1 0 0 0 0,1 0 0 0 0,0 0-1 0 0,-1 0 1 0 0,1 0 0 0 0,0 0 0 0 0,1 0-1 0 0,-2 0 12 0 0,1 1 0 0 0,-1-1 0 0 0,1 1 0 0 0,-1-1 0 0 0,1 1 0 0 0,-1-1 0 0 0,1 1 1 0 0,-1-1-1 0 0,1 1 0 0 0,-1-1 0 0 0,1 1 0 0 0,-1 0 0 0 0,0-1 0 0 0,1 1 0 0 0,-1 0 0 0 0,0-1 0 0 0,0 1 0 0 0,0 1 0 0 0,2 5 159 0 0,-1 0 1 0 0,0 0-1 0 0,-1 12 1 0 0,0-9 18 0 0,1 11 158 0 0,-1-7-54 0 0,1 0 0 0 0,3 18 0 0 0,-3-28-223 0 0,0-1-1 0 0,0 1 0 0 0,1 0 1 0 0,-1 0-1 0 0,1-1 0 0 0,0 1 1 0 0,0-1-1 0 0,0 1 0 0 0,0-1 1 0 0,0 0-1 0 0,1 0 0 0 0,4 5 1 0 0,-5-6-22 0 0,5 4 132 0 0,0 0 0 0 0,0-1 1 0 0,0 0-1 0 0,0 0 0 0 0,14 7 0 0 0,-18-11-141 0 0,-1 0 0 0 0,0-1 0 0 0,0 1-1 0 0,1-1 1 0 0,-1 1 0 0 0,0-1 0 0 0,1 0 0 0 0,-1 0-1 0 0,0 0 1 0 0,1 0 0 0 0,-1 0 0 0 0,1-1 0 0 0,-1 1 0 0 0,0-1-1 0 0,0 1 1 0 0,1-1 0 0 0,-1 0 0 0 0,0 0 0 0 0,0 0-1 0 0,0 0 1 0 0,0 0 0 0 0,0 0 0 0 0,0-1 0 0 0,0 1-1 0 0,0-1 1 0 0,0 1 0 0 0,1-3 0 0 0,1-1-52 0 0,1 0 0 0 0,-1 0 1 0 0,0 0-1 0 0,0-1 0 0 0,-1 0 0 0 0,0 1 1 0 0,0-1-1 0 0,0-1 0 0 0,0 1 0 0 0,-1 0 1 0 0,0-1-1 0 0,-1 1 0 0 0,0-1 0 0 0,1 1 0 0 0,-2-1 1 0 0,1 0-1 0 0,-1 1 0 0 0,0-1 0 0 0,-1 0 1 0 0,1 1-1 0 0,-1-1 0 0 0,-1 1 0 0 0,1-1 1 0 0,-1 1-1 0 0,0-1 0 0 0,-1 1 0 0 0,1 0 1 0 0,-1 0-1 0 0,-1 0 0 0 0,1 0 0 0 0,-1 1 1 0 0,-8-10-1 0 0,3 5-91 0 0,1 1 1 0 0,-2 1-1 0 0,-17-13 1 0 0,24 18 117 0 0,-1 1 0 0 0,0 0 0 0 0,1 0 0 0 0,-1 0 1 0 0,0 0-1 0 0,0 0 0 0 0,0 1 0 0 0,-1 0 0 0 0,1 0 0 0 0,0 0 0 0 0,0 0 0 0 0,-1 1 0 0 0,1 0 1 0 0,-7 0-1 0 0,9 0 14 0 0,0 1 0 0 0,0-1 0 0 0,0 1 1 0 0,0-1-1 0 0,0 1 0 0 0,1 0 0 0 0,-1 0 1 0 0,0 0-1 0 0,0 0 0 0 0,0 0 0 0 0,1 0 1 0 0,-1 1-1 0 0,1-1 0 0 0,-1 1 1 0 0,-2 2-1 0 0,2-1 30 0 0,0 1 0 0 0,-1 0 0 0 0,1 0 0 0 0,0 0 0 0 0,1 0 0 0 0,-1 0 0 0 0,-1 5 0 0 0,0 6 182 0 0,1 0-1 0 0,0 0 0 0 0,0 19 0 0 0,2-32-201 0 0,0 11 99 0 0,0-1 1 0 0,1 1 0 0 0,0-1-1 0 0,1 1 1 0 0,1-1 0 0 0,0 0 0 0 0,6 18-1 0 0,-6-24-62 0 0,-1-1-1 0 0,1 0 1 0 0,0 0-1 0 0,0 0 1 0 0,0-1-1 0 0,1 1 1 0 0,-1-1-1 0 0,6 5 1 0 0,-6-6-26 0 0,0-1 0 0 0,0 0 1 0 0,0 0-1 0 0,1 0 0 0 0,-1 0 0 0 0,0 0 0 0 0,1-1 1 0 0,0 0-1 0 0,-1 1 0 0 0,1-1 0 0 0,0 0 0 0 0,-1-1 1 0 0,6 1-1 0 0,-6-1-4 0 0,0 0 0 0 0,0 0 0 0 0,0 0 1 0 0,0 0-1 0 0,0-1 0 0 0,-1 0 0 0 0,1 1 1 0 0,0-1-1 0 0,0 0 0 0 0,-1 0 1 0 0,1-1-1 0 0,0 1 0 0 0,3-3 0 0 0,-1 0-22 0 0,0 0 0 0 0,-1 1 0 0 0,0-2 1 0 0,0 1-1 0 0,0 0 0 0 0,4-8 0 0 0,1-3-201 0 0,-1 0-1 0 0,0 0 1 0 0,9-28 0 0 0,-13 30 29 0 0,0-1 0 0 0,0 0 1 0 0,-1-1-1 0 0,-1 1 0 0 0,0-1 0 0 0,-2 1 0 0 0,1-1 0 0 0,-1 1 1 0 0,-5-27-1 0 0,5 39 128 0 0,0 0 0 0 0,-1 0 0 0 0,1 0-1 0 0,-1 0 1 0 0,0 0 0 0 0,0 0 0 0 0,0 0 0 0 0,1 1 0 0 0,-2-1 0 0 0,1 0 0 0 0,0 1-1 0 0,0-1 1 0 0,0 0 0 0 0,-1 1 0 0 0,-1-2 0 0 0,2 3 27 0 0,0-1 1 0 0,1 1-1 0 0,-1-1 1 0 0,0 1-1 0 0,0 0 0 0 0,0 0 1 0 0,0-1-1 0 0,0 1 1 0 0,0 0-1 0 0,0 0 1 0 0,0 0-1 0 0,0 0 0 0 0,0 0 1 0 0,1 0-1 0 0,-1 0 1 0 0,0 1-1 0 0,0-1 1 0 0,0 0-1 0 0,0 0 0 0 0,0 1 1 0 0,0-1-1 0 0,0 1 1 0 0,1-1-1 0 0,-1 1 1 0 0,0-1-1 0 0,0 1 0 0 0,1-1 1 0 0,-1 1-1 0 0,0-1 1 0 0,0 1-1 0 0,1 0 1 0 0,-1 0-1 0 0,0 1 0 0 0,-8 8 155 0 0,1 1-1 0 0,0 0 0 0 0,1 1 0 0 0,0 0 0 0 0,-10 24 1 0 0,5-4 334 0 0,-9 39 0 0 0,20-69-488 0 0,-7 37 250 0 0,8-36-230 0 0,-1 0 0 0 0,1 0 0 0 0,0 0 0 0 0,0-1-1 0 0,0 1 1 0 0,0 0 0 0 0,1 0 0 0 0,-1-1 0 0 0,1 1 0 0 0,0 0 0 0 0,2 4-1 0 0,-3-6-22 0 0,0 0 0 0 0,0-1 0 0 0,1 1 0 0 0,-1-1-1 0 0,1 1 1 0 0,-1-1 0 0 0,0 1 0 0 0,1-1 0 0 0,-1 0 0 0 0,1 1-1 0 0,-1-1 1 0 0,1 1 0 0 0,-1-1 0 0 0,1 0 0 0 0,-1 0-1 0 0,1 1 1 0 0,-1-1 0 0 0,1 0 0 0 0,0 0 0 0 0,-1 1 0 0 0,1-1-1 0 0,-1 0 1 0 0,1 0 0 0 0,0 0 0 0 0,-1 0 0 0 0,2 0-1 0 0,0-1 20 0 0,-1 1-1 0 0,1 0 0 0 0,-1-1 0 0 0,1 0 0 0 0,-1 1 0 0 0,1-1 0 0 0,-1 0 0 0 0,1 0 0 0 0,-1 0 0 0 0,2-1 0 0 0,3-4 73 0 0,0 1 1 0 0,0-2-1 0 0,5-6 0 0 0,-10 12-95 0 0,6-8-141 0 0,0-1 0 0 0,0 0-1 0 0,-1-1 1 0 0,-1 1-1 0 0,8-23 1 0 0,-11 28 87 0 0,0 0-1 0 0,-1 0 1 0 0,1-1 0 0 0,-1 1 0 0 0,-1-1 0 0 0,1 1-1 0 0,-1-1 1 0 0,0 1 0 0 0,0-1 0 0 0,-1 1-1 0 0,1-1 1 0 0,-1 1 0 0 0,-1-1 0 0 0,-2-10 0 0 0,3 15 45 0 0,1 0 0 0 0,0 0-1 0 0,-1 0 1 0 0,1 0 0 0 0,0 1 0 0 0,-1-1 0 0 0,1 0 0 0 0,-1 0 0 0 0,0 0 0 0 0,1 0 0 0 0,-1 0 0 0 0,0 0 0 0 0,1 1 0 0 0,-1-1 0 0 0,0 0 0 0 0,0 1 0 0 0,0-1-1 0 0,0 1 1 0 0,0-1 0 0 0,0 1 0 0 0,1-1 0 0 0,-1 1 0 0 0,0-1 0 0 0,0 1 0 0 0,0 0 0 0 0,-1 0 0 0 0,1-1 0 0 0,0 1 0 0 0,0 0 0 0 0,0 0 0 0 0,0 0 0 0 0,0 0 0 0 0,0 0-1 0 0,0 0 1 0 0,0 1 0 0 0,0-1 0 0 0,0 0 0 0 0,0 0 0 0 0,0 1 0 0 0,0-1 0 0 0,0 1 0 0 0,0-1 0 0 0,0 1 0 0 0,0-1 0 0 0,0 1 0 0 0,-1 1 0 0 0,-2 1 45 0 0,0 1 1 0 0,0-1-1 0 0,1 1 1 0 0,-1 0-1 0 0,1 0 1 0 0,0 1 0 0 0,0-1-1 0 0,-3 7 1 0 0,0 1 106 0 0,1 0 0 0 0,0 0-1 0 0,-3 14 1 0 0,6-21-102 0 0,1 1-1 0 0,0-1 0 0 0,1 1 1 0 0,-1-1-1 0 0,1 1 1 0 0,0-1-1 0 0,0 1 0 0 0,1-1 1 0 0,0 1-1 0 0,1 5 0 0 0,-1-9-13 0 0,0 0 0 0 0,-1 0 0 0 0,1 0-1 0 0,0-1 1 0 0,1 1 0 0 0,-1 0 0 0 0,0 0-1 0 0,0-1 1 0 0,1 1 0 0 0,-1-1 0 0 0,1 1-1 0 0,-1-1 1 0 0,1 1 0 0 0,0-1 0 0 0,3 2-1 0 0,6 3 18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1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52 227 1152 0 0,'0'-21'5990'0'0,"-1"-31"5906"0"0,-5 20-11274 0 0,6 32-622 0 0,0 0 0 0 0,0 0 0 0 0,0 0 0 0 0,0 0 0 0 0,0 0 0 0 0,0 0 0 0 0,0 0 0 0 0,0 0 0 0 0,0 0 0 0 0,0 0 0 0 0,0 0 0 0 0,0 0 0 0 0,0-1 0 0 0,0 1 0 0 0,0 0 0 0 0,-1 0 0 0 0,1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1 0 0 0,-1-1 0 0 0,1 0 0 0 0,0 0 0 0 0,0 0 0 0 0,0 0 0 0 0,0 0 0 0 0,0 0 0 0 0,0 0 0 0 0,0 0 0 0 0,0 0 0 0 0,0 0 0 0 0,-4 7 0 0 0,-2 6 0 0 0,5-11-12 0 0,-8 20-221 0 0,-7 29 1 0 0,14-45-193 0 0,1-1 0 0 0,0 1 1 0 0,0-1-1 0 0,1 0 0 0 0,0 1 1 0 0,-1-1-1 0 0,2 1 0 0 0,-1-1 0 0 0,1 1 1 0 0,0-1-1 0 0,2 10 0 0 0,-3-15 272 0 0,1 1 0 0 0,-1 0-1 0 0,0-1 1 0 0,1 1 0 0 0,-1 0 0 0 0,0-1-1 0 0,1 1 1 0 0,-1 0 0 0 0,1-1 0 0 0,-1 1-1 0 0,1-1 1 0 0,-1 1 0 0 0,1-1-1 0 0,0 1 1 0 0,-1-1 0 0 0,1 1 0 0 0,-1-1-1 0 0,1 0 1 0 0,0 1 0 0 0,0-1 0 0 0,-1 0-1 0 0,1 1 1 0 0,0-1 0 0 0,1 0-1 0 0,-1 0 34 0 0,1 0 0 0 0,-1 0-1 0 0,1 0 1 0 0,-1-1-1 0 0,1 1 1 0 0,-1 0 0 0 0,1-1-1 0 0,-1 1 1 0 0,1-1-1 0 0,-1 0 1 0 0,3-1 0 0 0,1-1 142 0 0,0 0 0 0 0,-1-1 1 0 0,1 0-1 0 0,-1 0 0 0 0,6-7 1 0 0,2-4 98 0 0,0-1 1 0 0,-2-1 0 0 0,18-35 0 0 0,-23 42-64 0 0,-1-1 1 0 0,-1 1-1 0 0,1-1 0 0 0,-2 0 0 0 0,1 0 1 0 0,-2 0-1 0 0,1 0 0 0 0,-1-18 1 0 0,-1 27-42 0 0,0 0 0 0 0,0 0-1 0 0,0-1 1 0 0,-1 1 0 0 0,1 0 0 0 0,-1 0 0 0 0,1 0 0 0 0,-1 0 0 0 0,0 0 0 0 0,1 0 0 0 0,-1 0 0 0 0,0 0 0 0 0,0 0 0 0 0,-1 0 0 0 0,1 0 0 0 0,0 0 0 0 0,-1 1 0 0 0,1-1 0 0 0,-1 1 0 0 0,1-1 0 0 0,-1 1 0 0 0,0-1 0 0 0,1 1 0 0 0,-1 0 0 0 0,0 0 0 0 0,0 0 0 0 0,0 0-1 0 0,0 0 1 0 0,0 0 0 0 0,0 0 0 0 0,0 1 0 0 0,0-1 0 0 0,-1 1 0 0 0,1 0 0 0 0,0 0 0 0 0,0-1 0 0 0,0 1 0 0 0,-1 1 0 0 0,1-1 0 0 0,0 0 0 0 0,0 0 0 0 0,0 1 0 0 0,0-1 0 0 0,0 1 0 0 0,0 0 0 0 0,0 0 0 0 0,0-1 0 0 0,0 1 0 0 0,-4 3 0 0 0,0 0 20 0 0,0 0 1 0 0,1 0-1 0 0,-1 0 1 0 0,1 1 0 0 0,0 0-1 0 0,0 0 1 0 0,1 0 0 0 0,-1 1-1 0 0,1 0 1 0 0,1 0-1 0 0,-1 0 1 0 0,1 0 0 0 0,0 0-1 0 0,-4 11 1 0 0,5-11-57 0 0,1-1 0 0 0,-1 0 0 0 0,1 1 0 0 0,0-1 0 0 0,1 1 0 0 0,-1 0 0 0 0,1-1 0 0 0,0 1 0 0 0,1-1 0 0 0,-1 1 0 0 0,1 0 0 0 0,0-1 0 0 0,1 0 0 0 0,-1 1 0 0 0,1-1 0 0 0,0 0 0 0 0,0 1 1 0 0,6 8-1 0 0,-7-12 25 0 0,0 0 1 0 0,1-1-1 0 0,-1 1 0 0 0,1 0 1 0 0,-1 0-1 0 0,1-1 1 0 0,0 1-1 0 0,-1-1 1 0 0,1 1-1 0 0,0-1 1 0 0,0 0-1 0 0,0 0 1 0 0,0 1-1 0 0,0-2 1 0 0,0 1-1 0 0,1 0 1 0 0,-1 0-1 0 0,0-1 1 0 0,0 1-1 0 0,1-1 1 0 0,-1 1-1 0 0,0-1 1 0 0,0 0-1 0 0,1 0 0 0 0,-1 0 1 0 0,0 0-1 0 0,1-1 1 0 0,-1 1-1 0 0,0-1 1 0 0,0 1-1 0 0,1-1 1 0 0,-1 0-1 0 0,0 0 1 0 0,0 0-1 0 0,2-1 1 0 0,1-1 272 0 0,0 0 0 0 0,0 0 1 0 0,-1-1-1 0 0,1 1 0 0 0,-1-1 1 0 0,0 0-1 0 0,0-1 1 0 0,0 1-1 0 0,-1-1 0 0 0,1 1 1 0 0,-1-1-1 0 0,0 0 0 0 0,2-6 1 0 0,-2 4 201 0 0,-1-1 1 0 0,0 0 0 0 0,0 0-1 0 0,-1 0 1 0 0,0 0 0 0 0,-1 0-1 0 0,1 0 1 0 0,-2-10 0 0 0,1 13-527 0 0,-1 0 0 0 0,1 1 0 0 0,-1-1 0 0 0,0 0 1 0 0,0 1-1 0 0,-1-1 0 0 0,1 1 0 0 0,-1 0 1 0 0,0-1-1 0 0,0 1 0 0 0,-1 0 0 0 0,1 0 1 0 0,-1 0-1 0 0,0 1 0 0 0,-5-6 0 0 0,8 9 76 0 0,-1-1 0 0 0,1 1 0 0 0,-1-1 0 0 0,0 1 0 0 0,1-1 0 0 0,-1 1 0 0 0,0 0-1 0 0,1-1 1 0 0,-1 1 0 0 0,0 0 0 0 0,1-1 0 0 0,-1 1 0 0 0,0 0 0 0 0,0 0 0 0 0,1 0 0 0 0,-1 0 0 0 0,0 0 0 0 0,0 0-1 0 0,0 0 1 0 0,1 0 0 0 0,-1 0 0 0 0,0 0 0 0 0,0 0 0 0 0,1 1 0 0 0,-2-1 0 0 0,0 1-11 0 0,0 0 0 0 0,1 1 1 0 0,-1-1-1 0 0,0 0 0 0 0,1 0 1 0 0,-1 1-1 0 0,1-1 1 0 0,0 1-1 0 0,-3 3 0 0 0,-1 3-183 0 0,0 1-1 0 0,0 0 1 0 0,-3 9 0 0 0,8-16 128 0 0,-6 12-819 0 0,0 0 0 0 0,2 1 1 0 0,0 0-1 0 0,0 1 0 0 0,1-1 1 0 0,-1 20-1 0 0,4-33 821 0 0,0 0 0 0 0,0 1 0 0 0,1-1-1 0 0,-1 0 1 0 0,0 0 0 0 0,1 0 0 0 0,-1 0 0 0 0,1 0 0 0 0,0 0 0 0 0,-1 0-1 0 0,1 0 1 0 0,0 0 0 0 0,0-1 0 0 0,0 1 0 0 0,1 0 0 0 0,-1 0 0 0 0,0-1-1 0 0,1 1 1 0 0,-1-1 0 0 0,1 1 0 0 0,-1-1 0 0 0,1 0 0 0 0,0 0 0 0 0,-1 1-1 0 0,1-1 1 0 0,0 0 0 0 0,0 0 0 0 0,0-1 0 0 0,0 1 0 0 0,0 0 0 0 0,0-1-1 0 0,0 1 1 0 0,0-1 0 0 0,0 0 0 0 0,0 1 0 0 0,0-1 0 0 0,3 0 0 0 0,14 0-17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3.4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28 720 1612 0 0,'-21'-10'14525'0'0,"20"9"-14163"0"0,0-1-1 0 0,1 0 1 0 0,-1 0-1 0 0,0 0 0 0 0,1 1 1 0 0,-1-1-1 0 0,1 0 1 0 0,-1 0-1 0 0,1 0 1 0 0,0-3-1 0 0,0-2-436 0 0,0 0-1 0 0,1 0 1 0 0,0 0-1 0 0,0 0 1 0 0,2-7-1 0 0,7-13 76 0 0,0 0 0 0 0,2 1 0 0 0,1 0 0 0 0,31-47 0 0 0,-12 28 0 0 0,61-65 0 0 0,-46 62-1760 0 0,2 2 0 0 0,2 2 0 0 0,59-38 0 0 0,-90 69 1524 0 0,1 0 0 0 0,-1 2 0 0 0,2 0 0 0 0,30-11 0 0 0,-42 19 190 0 0,0 0 1 0 0,0 1 0 0 0,1 0 0 0 0,-1 0-1 0 0,0 1 1 0 0,1 1 0 0 0,-1 0 0 0 0,1 0 0 0 0,-1 1-1 0 0,0 0 1 0 0,1 1 0 0 0,14 4 0 0 0,71 34 3609 0 0,-72-28-2253 0 0,0-2 0 0 0,1 0 0 0 0,27 6 0 0 0,-49-15-1311 0 0,-1-1 0 0 0,0 1 0 0 0,1 0 0 0 0,-1 0 0 0 0,0 0 0 0 0,0 0 0 0 0,1 0 0 0 0,-1 1 0 0 0,0-1 0 0 0,0 1 0 0 0,0-1 0 0 0,-1 1 0 0 0,1 0 0 0 0,0-1 0 0 0,-1 1 0 0 0,1 0 0 0 0,1 3 0 0 0,6 4-1793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3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53 108 688 0 0,'19'-33'11764'0'0,"9"-9"-4574"0"0,-12 26-5448 0 0,2 2-3466 0 0,-18 13 1724 0 0,0 1 0 0 0,1 0 0 0 0,-1 0 0 0 0,0 0 0 0 0,0 0 0 0 0,1-1 0 0 0,-1 1 0 0 0,0 0 0 0 0,0 0 0 0 0,1 0 0 0 0,-1 0 0 0 0,0 0 0 0 0,1 0 0 0 0,-1 0 0 0 0,0 0 0 0 0,1 0 0 0 0,-1 0 0 0 0,0 0 0 0 0,1 0 0 0 0,-1 0 0 0 0,0 0 0 0 0,0 0 0 0 0,1 0 0 0 0,-1 0 0 0 0,0 0 0 0 0,1 0 0 0 0,-1 0 0 0 0,0 0 0 0 0,0 1 0 0 0,1-1 0 0 0,-1 0 0 0 0,1 0 0 0 0,3 11 0 0 0,-2 18 0 0 0,-2-26 0 0 0,0 13-182 0 0,5 27 0 0 0,-1-22-1752 0 0,1-1 0 0 0,1 1 0 0 0,1-1 1 0 0,13 27-1 0 0,-16-40 2013 0 0,-1 0 0 0 0,0 1 0 0 0,-1-1 0 0 0,1 0 0 0 0,-1 1 0 0 0,-1 0 0 0 0,2 12 0 0 0,-4-16-47 0 0,1 0-1 0 0,0 0 0 0 0,-1 0 1 0 0,1 0-1 0 0,-1 0 0 0 0,0 0 0 0 0,-1 0 1 0 0,1 0-1 0 0,-1 0 0 0 0,1 0 0 0 0,-1-1 1 0 0,0 1-1 0 0,-1-1 0 0 0,1 0 0 0 0,-1 1 1 0 0,-3 3-1 0 0,-5 3 25 0 0,-1-1 1 0 0,0 1-1 0 0,-1-2 1 0 0,0 0-1 0 0,0 0 1 0 0,0-2-1 0 0,-22 9 0 0 0,-25 13 122 0 0,52-22-175 0 0,9-1 118 0 0,15 3-901 0 0,1-1-2855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5.8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1917 460 0 0,'-16'-19'18266'0'0,"11"9"-16312"0"0,4 7-2039 0 0,0 0 0 0 0,0-1 0 0 0,0 1 0 0 0,0 0 0 0 0,1-1 0 0 0,-1 1 0 0 0,1-1 0 0 0,0 1 0 0 0,0-1 0 0 0,0 1 0 0 0,1-6 0 0 0,2-2-3 0 0,0 0-1 0 0,0 1 0 0 0,1 0 0 0 0,9-17 1 0 0,-6 14-923 0 0,-1 0 1 0 0,5-16 0 0 0,5-31-6434 0 0,-1 4 4503 0 0,12-26 2998 0 0,-19 60 113 0 0,1 0 0 0 0,2 1 0 0 0,0 0 0 0 0,16-22 0 0 0,3 4 66 0 0,1 2 0 0 0,2 0-1 0 0,50-40 1 0 0,99-98 56 0 0,-98 90-145 0 0,113-86 0 0 0,-133 125-46 0 0,3 4 0 0 0,104-51 0 0 0,208-95-35 0 0,-187 116-36 0 0,-62 27 23 0 0,201-82 178 0 0,-271 103-96 0 0,81-19 0 0 0,-100 34-81 0 0,1 1 0 0 0,-1 2 0 0 0,45 0 0 0 0,-4 5-133 0 0,109-5 549 0 0,-136 2-207 0 0,78-16-1 0 0,-80 6-574 0 0,7-1 7253 0 0,-65 18-6446 0 0,-8 4 1269 0 0,11-6-1815 0 0,1-1-1 0 0,-1 1 1 0 0,1-1-1 0 0,-1 0 1 0 0,0 1-1 0 0,1-1 1 0 0,-1 0-1 0 0,0 0 1 0 0,-1-1 0 0 0,-1 1-305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6.1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1612 0 0,'7'-23'17191'0'0,"-2"23"-16490"0"0,17-1-623 0 0,39 2 0 0 0,9 3-78 0 0,31 3 0 0 0,-91-5 0 0 0,0 0 0 0 0,0 0 0 0 0,0 1 0 0 0,-1 0 0 0 0,0 1 0 0 0,1 0 0 0 0,15 10 0 0 0,-23-13 0 0 0,0 0 0 0 0,0 1 0 0 0,0 0 0 0 0,0-1 1 0 0,0 1-1 0 0,0 0 0 0 0,0 0 0 0 0,0 0 0 0 0,-1 0 0 0 0,1 0 0 0 0,-1 1 0 0 0,0-1 0 0 0,0 0 0 0 0,1 1 0 0 0,-1-1 0 0 0,-1 1 0 0 0,1-1 0 0 0,0 1 0 0 0,-1-1 1 0 0,1 1-1 0 0,-1 0 0 0 0,0-1 0 0 0,0 1 0 0 0,0 0 0 0 0,0-1 0 0 0,0 1 0 0 0,-1 0 0 0 0,1-1 0 0 0,-1 1 0 0 0,1-1 0 0 0,-1 1 0 0 0,0-1 0 0 0,-2 3 0 0 0,-1 5-3 0 0,-1-1-1 0 0,-1 0 1 0 0,0 0-1 0 0,0-1 1 0 0,-1 1-1 0 0,0-1 1 0 0,-8 7-1 0 0,-91 72-1779 0 0,4-4-922 0 0,88-70 1887 0 0,2 0 1 0 0,-1 1 0 0 0,2 0-1 0 0,0 1 1 0 0,-10 17 0 0 0,19-29 767 0 0,1-1-17 0 0,0-1 1 0 0,0 1 0 0 0,0-1-1 0 0,0 1 1 0 0,1 0 0 0 0,-1 0-1 0 0,1-1 1 0 0,-1 1 0 0 0,0 2-1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7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3475 3456 0 0,'-32'3'5738'0'0,"-10"0"184"0"0,39-3-5582 0 0,0 0 0 0 0,0 0 0 0 0,1-1 0 0 0,-1 1 0 0 0,0-1 0 0 0,1 1-1 0 0,-1-1 1 0 0,0 0 0 0 0,1 0 0 0 0,0-1 0 0 0,-1 1 0 0 0,-3-2 0 0 0,6 2-336 0 0,-1 0 0 0 0,0 0 1 0 0,1 0-1 0 0,-1 1 0 0 0,0-1 1 0 0,1 0-1 0 0,-1 0 0 0 0,1 0 0 0 0,-1 0 1 0 0,1 0-1 0 0,0 0 0 0 0,-1 0 1 0 0,1 0-1 0 0,0 0 0 0 0,0 0 1 0 0,0 0-1 0 0,0 0 0 0 0,0-1 1 0 0,0 1-1 0 0,0 0 0 0 0,0 0 0 0 0,0 0 1 0 0,0 0-1 0 0,0 0 0 0 0,1 0 1 0 0,-1 0-1 0 0,0 0 0 0 0,1 0 1 0 0,-1 0-1 0 0,1 0 0 0 0,0-1 1 0 0,3-5-11 0 0,0 1 0 0 0,1-1 0 0 0,6-7 0 0 0,-6 8 17 0 0,236-267-253 0 0,25 25-4078 0 0,-63 59-1294 0 0,165-137 5414 0 0,-274 253 255 0 0,212-172 43 0 0,86-58-59 0 0,-373 291-39 0 0,384-259 54 0 0,9 12 6 0 0,-407 256-59 0 0,372-206 60 0 0,266-105-29 0 0,-266 144-32 0 0,-182 86 0 0 0,178-62 24 0 0,-208 85-16 0 0,-24 11-8 0 0,3 7 0 0 0,1 5 0 0 0,281-34 0 0 0,-71 65 0 0 0,-264 8 0 0 0,283-2 37 0 0,-278 5-5 0 0,0 4 0 0 0,173 36 0 0 0,-245-38 57 0 0,0 1-1 0 0,0 1 1 0 0,0 1 0 0 0,37 20-1 0 0,-48-20-28 0 0,1-1 0 0 0,-1 2 0 0 0,-1 0 0 0 0,1 0 1 0 0,-2 1-1 0 0,0 1 0 0 0,0 0 0 0 0,13 19 0 0 0,8 18-488 0 0,11 16 3169 0 0,-31-49 339 0 0,26 27-1 0 0,-35-40-3014 0 0,0 0-1 0 0,1-1 0 0 0,-1 1 1 0 0,1-1-1 0 0,7 4 0 0 0,-10-6-65 0 0,1 1-1 0 0,-1 0 0 0 0,1-1 1 0 0,-1 1-1 0 0,1-1 0 0 0,0 1 1 0 0,-1-1-1 0 0,1 0 1 0 0,-1 0-1 0 0,1 0 0 0 0,0 0 1 0 0,-1 0-1 0 0,1 0 0 0 0,0 0 1 0 0,-1 0-1 0 0,1-1 0 0 0,-1 1 1 0 0,3-1-1 0 0,-3 0 1 0 0,-1 1 0 0 0,1 0 0 0 0,-1 0 0 0 0,0-1 0 0 0,1 1 0 0 0,-1 0 0 0 0,0-1 0 0 0,1 1 0 0 0,-1 0 0 0 0,0-1 0 0 0,1 1 0 0 0,-1-1 0 0 0,0 1 0 0 0,0-1 0 0 0,0 1 0 0 0,1 0 0 0 0,-1-1 0 0 0,0 1 0 0 0,0-1 0 0 0,0 1 0 0 0,0-1 0 0 0,0 1 0 0 0,0-1 0 0 0,0 1 0 0 0,0-1 0 0 0,0 1 0 0 0,0-1 0 0 0,0 1 0 0 0,0-1 0 0 0,0 1 0 0 0,0-1 0 0 0,0 1 0 0 0,-1-1 0 0 0,1 0 0 0 0,-1 0-34 0 0,1 0 0 0 0,-1 0 0 0 0,0 0 0 0 0,1 0 1 0 0,-1 0-1 0 0,0 0 0 0 0,0 0 0 0 0,0 0 0 0 0,0 0 1 0 0,0 0-1 0 0,-1-1 0 0 0,-5-1-776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7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27 1152 0 0,'15'-27'15897'0'0,"-13"29"-15242"0"0,14 9 381 0 0,24 23-1 0 0,4 2-1150 0 0,63 34 115 0 0,-19-13 0 0 0,-84-54 0 0 0,0-1 0 0 0,-1 1 0 0 0,0 0 0 0 0,1 0 0 0 0,-1 0 0 0 0,0 1 0 0 0,-1-1 0 0 0,1 1 0 0 0,0-1 0 0 0,-1 1 0 0 0,0 0 0 0 0,2 5 0 0 0,-3-6 0 0 0,0 0 0 0 0,0-1 0 0 0,-1 1 0 0 0,0 0 0 0 0,0-1 0 0 0,1 1 0 0 0,-1 0 0 0 0,-1 0 0 0 0,1-1 0 0 0,0 1 0 0 0,-1 0 0 0 0,1-1 0 0 0,-1 1 0 0 0,0 0 0 0 0,0-1 0 0 0,0 1 0 0 0,0-1 0 0 0,0 1 0 0 0,-1-1 0 0 0,1 0 0 0 0,-3 3 0 0 0,-3 4-114 0 0,-1-1 0 0 0,0 1 0 0 0,0-1 1 0 0,-1-1-1 0 0,0 0 0 0 0,-15 10 0 0 0,-65 30-2496 0 0,61-34 1414 0 0,-28 13 38 0 0,38-19 757 0 0,0 1 0 0 0,0 1-1 0 0,1 0 1 0 0,0 1 0 0 0,-16 14 0 0 0,28-19 374 0 0,0 0 0 0 0,0 0 0 0 0,1 1 0 0 0,0 0 0 0 0,-5 8 0 0 0,-2 4-159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9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244 5009 776 0 0,'-24'12'11758'0'0,"0"0"-6419"0"0,-48 27-3552 0 0,68-37-1787 0 0,0 0 0 0 0,0-1 0 0 0,0 1 0 0 0,0-1 0 0 0,0 0 0 0 0,-1 0 0 0 0,1 0 0 0 0,0 0 0 0 0,-1-1 0 0 0,1 0 0 0 0,0 0 0 0 0,-1 0 0 0 0,1-1 0 0 0,0 1 0 0 0,-1-1 0 0 0,-3-1 0 0 0,5 1 0 0 0,0 0 0 0 0,1 0 0 0 0,-1 0 0 0 0,1 0 0 0 0,-1-1 0 0 0,1 1 0 0 0,-1-1 0 0 0,1 1 0 0 0,0-1 0 0 0,0 0 0 0 0,0 0 0 0 0,0 0 0 0 0,0 0 0 0 0,0 0 0 0 0,1-1 0 0 0,-1 1 0 0 0,1 0 0 0 0,-1-1 0 0 0,1 1 0 0 0,0-1 0 0 0,0 0 0 0 0,0 1 0 0 0,0-1 0 0 0,1 0 0 0 0,-1 1 0 0 0,1-4 0 0 0,-1-7-124 0 0,1 1 0 0 0,1 0 1 0 0,0-1-1 0 0,1 1 0 0 0,0 0 0 0 0,1 0 0 0 0,0 0 0 0 0,7-15 0 0 0,6-12-3741 0 0,23-39 0 0 0,19-18 1131 0 0,39-44 3360 0 0,-80 117-814 0 0,43-58 316 0 0,4 3 0 0 0,111-106 1 0 0,16 1 17 0 0,329-292 72 0 0,-360 342-173 0 0,131-105 30 0 0,13 14-39 0 0,270-129-36 0 0,-433 278 0 0 0,544-284 0 0 0,-7 35 23 0 0,-337 164-14 0 0,169-68-9 0 0,-103 68 0 0 0,6 15 0 0 0,-340 120 0 0 0,464-145 0 0 0,5 17 0 0 0,-507 144 0 0 0,567-141 0 0 0,-420 106 0 0 0,373-77 26 0 0,-351 79-20 0 0,704-107 20 0 0,10 48 14 0 0,-740 83-35 0 0,63-3 44 0 0,89-11 36 0 0,307-31 241 0 0,-474 49-189 0 0,-3 4 81 0 0,166 13 0 0 0,-208-1-41 0 0,58 4-37 0 0,-101-3 557 0 0,48 7 2037 0 0,-130-7-904 0 0,-18 3-582 0 0,8-2-1899 0 0,11-3-306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49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69 1152 0 0,'-1'-2'577'0'0,"1"1"0"0"0,-1-1 0 0 0,1 0 0 0 0,-1 1 0 0 0,1-1 0 0 0,-1 0 0 0 0,1 1 0 0 0,0-1 0 0 0,0 0 1 0 0,0 1-1 0 0,0-1 0 0 0,0 0 0 0 0,0 1 0 0 0,1-1 0 0 0,-1 0 0 0 0,0 1 0 0 0,1-1 0 0 0,0 1 0 0 0,-1-1 0 0 0,1 0 0 0 0,0 1 0 0 0,-1-1 1 0 0,1 1-1 0 0,2-2 0 0 0,-2 1-351 0 0,0 0 1 0 0,1 0 0 0 0,-1 0 0 0 0,1 0-1 0 0,0 0 1 0 0,0 1 0 0 0,-1-1 0 0 0,1 1-1 0 0,0-1 1 0 0,0 1 0 0 0,0 0 0 0 0,0 0-1 0 0,1 0 1 0 0,-1 0 0 0 0,0 0 0 0 0,0 0-1 0 0,5 0 1 0 0,4 1-227 0 0,0 0 0 0 0,-1 1 0 0 0,1 0 0 0 0,0 1 0 0 0,-1 0 0 0 0,1 0 0 0 0,-1 1 0 0 0,16 8 0 0 0,9 5 0 0 0,35 23 0 0 0,-23-13 0 0 0,-5-5 0 0 0,1-3 0 0 0,1-1 0 0 0,83 19 0 0 0,-108-31 0 0 0,91 26 0 0 0,-94-25 0 0 0,-1 0 0 0 0,0 1 0 0 0,0 1 0 0 0,26 18 0 0 0,-31-19 0 0 0,-5-4 0 0 0,0 1 0 0 0,0 0 0 0 0,0 0 0 0 0,-1 0 0 0 0,0 1 0 0 0,5 4 0 0 0,-8-7 0 0 0,-1-1 0 0 0,1 0 0 0 0,0 1 0 0 0,-1-1 0 0 0,1 0 0 0 0,-1 1 0 0 0,1-1 0 0 0,-1 1 0 0 0,0-1 0 0 0,1 1 0 0 0,-1-1 0 0 0,0 1 0 0 0,0-1 0 0 0,0 1 0 0 0,0-1 0 0 0,-1 1 0 0 0,1-1 0 0 0,0 1 0 0 0,0-1 0 0 0,-1 1 0 0 0,1-1 0 0 0,-1 1 0 0 0,0-1 0 0 0,1 0 0 0 0,-1 1 0 0 0,0-1 0 0 0,0 0 0 0 0,1 0 0 0 0,-1 0 0 0 0,-2 2 0 0 0,-7 8 2 0 0,0-1 0 0 0,0-1 0 0 0,-1 1-1 0 0,-16 9 1 0 0,-52 29-98 0 0,66-41 42 0 0,-202 103-5020 0 0,-3 3 1865 0 0,208-107 3114 0 0,0 0 0 0 0,0 1 1 0 0,0 0-1 0 0,1 1 1 0 0,0-1-1 0 0,1 2 0 0 0,0 0 1 0 0,-13 17-1 0 0,7-3-3621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51.0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6866 2072 0 0,'-19'-15'17102'0'0,"19"12"-16255"0"0,-1-3 1058 0 0,2-1-4171 0 0,0 0 2266 0 0,1 1 0 0 0,0 0 0 0 0,0 0 0 0 0,1 0 0 0 0,0 1 0 0 0,0-1 0 0 0,5-6 0 0 0,30-37 0 0 0,-28 37 0 0 0,86-93-277 0 0,-14 15-1346 0 0,11-12-3977 0 0,175-149 0 0 0,-24 38 5757 0 0,148-118 30 0 0,-321 276-156 0 0,569-428 167 0 0,27 38-81 0 0,-371 263-87 0 0,124-74 6 0 0,-328 204-36 0 0,357-198 0 0 0,-77 48 12 0 0,136-70 8 0 0,458-222 12 0 0,-312 182-32 0 0,22 21 0 0 0,-663 285 0 0 0,707-272 32 0 0,-42 52-32 0 0,-369 127 0 0 0,938-277 0 0 0,-1030 318 0 0 0,395-100 0 0 0,-260 73 1 0 0,562-123 104 0 0,299-21-113 0 0,-710 149 41 0 0,-317 52-28 0 0,429-64 27 0 0,521-49 368 0 0,-641 94-63 0 0,48-6-14 0 0,811-63 25 0 0,-999 103-324 0 0,4-1 942 0 0,-338 13 25 0 0,-8 0 129 0 0,0 0 1 0 0,0 0-1 0 0,0-1 0 0 0,15-4 0 0 0,-28 5-1027 0 0,1 1 0 0 0,-1 0 0 0 0,0 0 0 0 0,1 0 0 0 0,-1 0-1 0 0,1 0 1 0 0,-1 0 0 0 0,1 0 0 0 0,-1-1 0 0 0,0 1 0 0 0,1 0 0 0 0,-1 0 0 0 0,1-1-1 0 0,-1 1 1 0 0,0 0 0 0 0,1-1 0 0 0,-1 1 0 0 0,0 0 0 0 0,0-1 0 0 0,1 1-1 0 0,-1 0 1 0 0,0-1 0 0 0,1 0 0 0 0,-8-3 536 0 0,-17 0-497 0 0,-2 7-1340 0 0,14-1 131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51.3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1 137 228 0 0,'34'-19'2320'0'0,"17"-10"6208"0"0,-7 4-1683 0 0,-15 10-5106 0 0,-25 13-1738 0 0,62-30-8 0 0,-58 29 8 0 0,0 0 0 0 0,0 1 0 0 0,0 0 0 0 0,0 0 0 0 0,1 1-1 0 0,11-1 1 0 0,-17 2-1 0 0,10 0 0 0 0,0 0 0 0 0,0 1 0 0 0,-1 0 0 0 0,23 6 0 0 0,16 11 255 0 0,-30-8-593 0 0,-1 1-1 0 0,0 1 0 0 0,0 0 0 0 0,-1 2 1 0 0,-1 0-1 0 0,0 1 0 0 0,21 24 0 0 0,-37-37 414 0 0,2 2-178 0 0,0 1 1 0 0,0-1 0 0 0,0 1-1 0 0,-1 0 1 0 0,3 5-1 0 0,-5-9 0 0 0,-1 1-1 0 0,1-1 1 0 0,-1 0-1 0 0,1 1 0 0 0,-1-1 1 0 0,0 0-1 0 0,1 1 1 0 0,-1-1-1 0 0,0 0 0 0 0,0 1 1 0 0,0-1-1 0 0,0 1 0 0 0,0-1 1 0 0,0 0-1 0 0,-1 1 1 0 0,1-1-1 0 0,0 0 0 0 0,-1 1 1 0 0,1-1-1 0 0,-1 0 1 0 0,1 1-1 0 0,-1-1 0 0 0,0 0 1 0 0,0 0-1 0 0,1 0 0 0 0,-1 0 1 0 0,-1 2-1 0 0,-3 1-297 0 0,1 0 0 0 0,-1 0-1 0 0,0 0 1 0 0,0-1 0 0 0,0 1-1 0 0,-1-1 1 0 0,-6 3-1 0 0,-43 14-28 0 0,31-12 523 0 0,-109 33 67 0 0,88-25-160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54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1532 141 228 0 0,'22'-19'3817'0'0,"8"-7"6113"0"0,-28 23-9362 0 0,0 1 1 0 0,0 0 0 0 0,0-1-1 0 0,0 0 1 0 0,-1 1-1 0 0,1-1 1 0 0,-1 0-1 0 0,0 0 1 0 0,2-4-1 0 0,-3 6-568 0 0,0 0 0 0 0,0 0 0 0 0,0 0 0 0 0,0 0 0 0 0,-1 0 0 0 0,1 0 0 0 0,0 0 0 0 0,0 0 0 0 0,-1 0 0 0 0,1 1 0 0 0,-1-1 0 0 0,1 0 0 0 0,-1 0 0 0 0,1 0 0 0 0,-1 1 0 0 0,1-1 0 0 0,-1 0 0 0 0,0 0 0 0 0,1 1 0 0 0,-1-1 0 0 0,-1 0 0 0 0,-20-15 0 0 0,16 12 0 0 0,1 0-138 0 0,-1 1-1 0 0,-1 0 1 0 0,1 0 0 0 0,0 1-1 0 0,-1 0 1 0 0,1 0 0 0 0,-1 0-1 0 0,1 1 1 0 0,-9-1 0 0 0,-8 0-1338 0 0,-31 2 0 0 0,27 2-142 0 0,1 1 1 0 0,-35 8 0 0 0,-51 22 522 0 0,-101 59 1826 0 0,189-81-979 0 0,-47 24 264 0 0,2 3 0 0 0,1 3 1 0 0,2 3-1 0 0,2 3 0 0 0,2 2 0 0 0,3 3 0 0 0,2 3 1 0 0,2 2-1 0 0,-55 74 0 0 0,83-91 277 0 0,-37 71 0 0 0,44-73-135 0 0,-1-1 0 0 0,-41 55 0 0 0,59-89 132 0 0,-23 27-115 0 0,23-28-108 0 0,1 0 0 0 0,-1 0 0 0 0,0 0 0 0 0,1 0 0 0 0,-1 0 0 0 0,0 0 0 0 0,0-1 0 0 0,0 1 0 0 0,-5 0 0 0 0,8-1-87 0 0,-1-1-1 0 0,1 0 0 0 0,0 0 0 0 0,-1 0 0 0 0,1 0 1 0 0,-1 0-1 0 0,1 0 0 0 0,-1 0 0 0 0,1 0 0 0 0,-1 0 1 0 0,1 0-1 0 0,-1 0 0 0 0,1 0 0 0 0,-1 0 0 0 0,1 0 1 0 0,-1 0-1 0 0,1-1 0 0 0,-1 1 0 0 0,1 0 0 0 0,0 0 1 0 0,-1 0-1 0 0,1-1 0 0 0,-1 1 0 0 0,1 0 0 0 0,0-1 1 0 0,-1 1-1 0 0,1 0 0 0 0,0-1 0 0 0,-1 1 1 0 0,0-1-19 0 0,1-1 0 0 0,0 1 0 0 0,-1 0 1 0 0,1 0-1 0 0,0 0 0 0 0,-1 0 1 0 0,1-1-1 0 0,0 1 0 0 0,0 0 0 0 0,0 0 1 0 0,0-2-1 0 0,1-2 154 0 0,0 0 0 0 0,0 0 1 0 0,0 0-1 0 0,3-8 0 0 0,2 2-1007 0 0,-1 1 1 0 0,15-19-1 0 0,-14 20-554 0 0,4-5-1197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54.8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297 193 688 0 0,'1'-36'3502'0'0,"-2"21"-699"0"0,-1 1 1 0 0,0 0-1 0 0,-1 0 0 0 0,-5-15 0 0 0,4 17-2318 0 0,0 0 0 0 0,-7-12-1 0 0,10 23-484 0 0,1-1 0 0 0,-1 1 0 0 0,0 0 0 0 0,0-1 0 0 0,1 1 0 0 0,-1 0 0 0 0,0-1 0 0 0,0 1 0 0 0,0 0 0 0 0,-1 0 0 0 0,1 0 0 0 0,0 0 0 0 0,0 0 0 0 0,0 0 0 0 0,-1 0 0 0 0,1 1 0 0 0,0-1 0 0 0,-1 0 0 0 0,1 1 0 0 0,-2-1 0 0 0,1 1 0 0 0,0 0 0 0 0,1 0 0 0 0,-1 1 0 0 0,0-1 0 0 0,1 1 0 0 0,-1-1 0 0 0,1 1 0 0 0,-1-1 0 0 0,1 1 0 0 0,-1 0 0 0 0,1 0 0 0 0,-1 0 0 0 0,1 0 0 0 0,0 0 0 0 0,-1 0 0 0 0,1 0 0 0 0,0 0 0 0 0,-1 2 0 0 0,-9 8-217 0 0,1 1-1 0 0,1 1 1 0 0,0 0 0 0 0,1 0-1 0 0,-8 16 1 0 0,-29 74-4383 0 0,31-69 2478 0 0,-3 10 1793 0 0,-23 87 0 0 0,29-88 461 0 0,5-20 368 0 0,-7 43 1 0 0,13-64-502 0 0,0-1 0 0 0,0 0 1 0 0,0 0-1 0 0,0 1 1 0 0,0-1-1 0 0,0 0 1 0 0,0 0-1 0 0,0 0 0 0 0,0 1 1 0 0,2 1-1 0 0,-2-3 10 0 0,0 1 0 0 0,0-1 0 0 0,0 0 0 0 0,0 0 0 0 0,1 1 0 0 0,-1-1 1 0 0,0 0-1 0 0,0 0 0 0 0,1 0 0 0 0,-1 1 0 0 0,0-1 0 0 0,0 0 0 0 0,1 0 0 0 0,-1 0 0 0 0,0 0 0 0 0,0 0 0 0 0,1 1 0 0 0,-1-1 0 0 0,0 0 0 0 0,1 0 0 0 0,-1 0 0 0 0,0 0 0 0 0,1 0 0 0 0,-1 0 0 0 0,0 0 0 0 0,1 0 0 0 0,-1 0 0 0 0,3-1 207 0 0,0 0-1 0 0,-1 0 1 0 0,1 0 0 0 0,0 0-1 0 0,-1-1 1 0 0,1 1 0 0 0,3-4-1 0 0,61-40 4178 0 0,34-20-7673 0 0,-72 48-1087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55.5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4060 595 460 0 0,'14'-28'2733'0'0,"-1"11"4598"0"0,0 2-3637 0 0,13-15 685 0 0,-20 23-4023 0 0,1-2 0 0 0,-2 1 0 0 0,9-15 1 0 0,-12 18-376 0 0,-1 1 0 0 0,1-1 0 0 0,0 1 0 0 0,-1-1 0 0 0,0 0 0 0 0,0 1 0 0 0,0-1 0 0 0,-1 0-1 0 0,0 0 1 0 0,0 0 0 0 0,0 0 0 0 0,0 1 0 0 0,-1-1 0 0 0,0 0 0 0 0,0 0 0 0 0,0 1 0 0 0,0-1 0 0 0,-3-5 0 0 0,-3-5-81 0 0,-1 0 0 0 0,-1 0 0 0 0,0 1 0 0 0,0 1 0 0 0,-2-1 0 0 0,-18-19 0 0 0,3 9-996 0 0,-1 0 0 0 0,-33-22 0 0 0,34 28 544 0 0,-2 0 0 0 0,0 1 0 0 0,-1 2 0 0 0,-1 1 0 0 0,0 2 0 0 0,-1 1 0 0 0,0 1 0 0 0,-1 1 0 0 0,-39-5 0 0 0,16 8 549 0 0,0 2 0 0 0,-1 3 1 0 0,1 2-1 0 0,0 2 0 0 0,0 3 1 0 0,0 2-1 0 0,1 2 0 0 0,0 3 1 0 0,-65 25-1 0 0,-42 28-16 0 0,-184 104 1 0 0,13 35 3 0 0,16 21-8 0 0,248-173 14 0 0,2 3 0 0 0,-83 91 1 0 0,-116 172 8 0 0,18 17 0 0 0,170-225-2 0 0,-109 149 21 0 0,-17-14 22 0 0,88-124-38 0 0,-169 195 167 0 0,174-164-276 0 0,62-72 1480 0 0,9 4 4467 0 0,38-85-5592 0 0,1 1-121 0 0,-1 0 0 0 0,1 0 0 0 0,-1 0 0 0 0,1 0 0 0 0,0-1 0 0 0,-1 1 0 0 0,1 0 0 0 0,0 0 0 0 0,0 0 0 0 0,0 0 0 0 0,0 0-1 0 0,0 0 1 0 0,0 0 0 0 0,0-1 0 0 0,0 3 0 0 0,12-25-160 0 0,35-78-658 0 0,-38 78-54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7:55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441 1 1380 0 0,'-18'2'9007'0'0,"15"-1"-8477"0"0,-19 12 4275 0 0,14-8-3535 0 0,-11 8-901 0 0,1 1 0 0 0,0 1 0 0 0,1 0-1 0 0,1 1 1 0 0,0 1 0 0 0,1 1 0 0 0,-20 31 0 0 0,3 3-791 0 0,-42 92 0 0 0,-28 102-8395 0 0,94-225 9960 0 0,-8 40 0 0 0,14-51 63 0 0,1 0 0 0 0,0 0 0 0 0,1 16 0 0 0,0-24-1100 0 0,0 0 1 0 0,1 0 0 0 0,-1 0-1 0 0,0 0 1 0 0,1 0 0 0 0,-1 0-1 0 0,1 0 1 0 0,0 0 0 0 0,-1 0-1 0 0,1 0 1 0 0,0 0 0 0 0,0-1-1 0 0,0 1 1 0 0,1 0 0 0 0,-1-1-1 0 0,0 1 1 0 0,1-1 0 0 0,-1 1-1 0 0,2 0 1 0 0,0 0-81 0 0,-1-1 0 0 0,0 0-1 0 0,1 0 1 0 0,-1 0 0 0 0,1 0-1 0 0,-1 0 1 0 0,1-1 0 0 0,-1 1-1 0 0,1-1 1 0 0,-1 0 0 0 0,1 0-1 0 0,5 0 1 0 0,3-1-59 0 0,-1-1 0 0 0,1 0 0 0 0,0-1 0 0 0,-1 0-1 0 0,18-8 1 0 0,9-6-342 0 0,0-2 0 0 0,-2-1 0 0 0,-1-2 0 0 0,0-1 0 0 0,57-53 0 0 0,-85 70 492 0 0,-4 4-408 0 0,0-1 0 0 0,1 1 1 0 0,-1-1-1 0 0,0 1 0 0 0,1 0 0 0 0,0 0 1 0 0,-1 0-1 0 0,1 1 0 0 0,0-1 0 0 0,0 1 1 0 0,0-1-1 0 0,0 1 0 0 0,4-1 0 0 0,-6 2 326 0 0,-1 0-1 0 0,1 0 0 0 0,-1 0 0 0 0,0 0 1 0 0,1 0-1 0 0,-1 1 0 0 0,0-1 1 0 0,1 0-1 0 0,-1 0 0 0 0,0 0 0 0 0,1 0 1 0 0,-1 1-1 0 0,0-1 0 0 0,1 0 1 0 0,-1 0-1 0 0,0 1 0 0 0,0-1 0 0 0,1 0 1 0 0,-1 0-1 0 0,0 1 0 0 0,0-1 0 0 0,0 0 1 0 0,1 1-1 0 0,-1-1 0 0 0,0 0 1 0 0,0 1-1 0 0,0-1 0 0 0,0 0 0 0 0,0 1 1 0 0,0-1-1 0 0,0 0 0 0 0,1 1 1 0 0,-1-1-1 0 0,0 1 0 0 0,0-1 0 0 0,0 0 1 0 0,-1 1-1 0 0,1-1 0 0 0,0 1 0 0 0,-3 18 749 0 0,2-14-359 0 0,-5 18 1123 0 0,-3 7-1276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6.6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1 440 1612 0 0,'32'-30'8609'0'0,"2"2"-4427"0"0,73-48-4219 0 0,-56 40 603 0 0,-17 13-344 0 0,1 2 1 0 0,48-22 0 0 0,-38 24-2455 0 0,0 2 0 0 0,0 3 1 0 0,71-14-1 0 0,40-3-2825 0 0,77-22 4401 0 0,-162 33 656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6.9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1 415 1612 0 0,'0'-1'264'0'0,"0"-1"1"0"0,0 1-1 0 0,0-1 1 0 0,-1 0-1 0 0,2 1 1 0 0,-1-1-1 0 0,0 0 1 0 0,0 1-1 0 0,0-1 0 0 0,1 1 1 0 0,-1-1-1 0 0,1 1 1 0 0,-1-1-1 0 0,1 1 1 0 0,0-1-1 0 0,0 1 1 0 0,-1-1-1 0 0,1 1 1 0 0,0 0-1 0 0,2-2 1 0 0,2-3 406 0 0,0 1 1 0 0,0 0 0 0 0,9-5-1 0 0,-2 0 1018 0 0,17-14 1898 0 0,43-25 0 0 0,37-10-3708 0 0,-46 32-3157 0 0,112-32 1 0 0,138-19-6191 0 0,-99 44 7490 0 0,-139 25 2038 0 0,0 2 11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7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21 305 1612 0 0,'-6'-8'1336'0'0,"4"7"-1174"0"0,0-1 1 0 0,0 0 0 0 0,1 0 0 0 0,-1 0 0 0 0,1 0-1 0 0,-1 0 1 0 0,1-1 0 0 0,0 1 0 0 0,0 0 0 0 0,11-17 6756 0 0,-9 18-6399 0 0,0 0 0 0 0,3 0 0 0 0,3-3 1924 0 0,48-25-1001 0 0,2 2 0 0 0,92-31 0 0 0,-72 30-2411 0 0,142-53-1605 0 0,-138 53 2366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7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0 315 1612 0 0,'2'-4'528'0'0,"-1"0"1"0"0,1 0 0 0 0,0 1-1 0 0,0-1 1 0 0,0 0-1 0 0,0 0 1 0 0,1 1 0 0 0,-1-1-1 0 0,6-4 1 0 0,15-10 3969 0 0,-3 6-4424 0 0,79-41 1250 0 0,-52 32-3004 0 0,0 2 1 0 0,1 2-1 0 0,63-13 1 0 0,7 6-1138 0 0,156-39 1057 0 0,-226 48 1817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7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0 115 1024 0 0,'26'-9'686'0'0,"-1"2"-88"0"0,-6 4 194 0 0,-5 0 1142 0 0,-3 1-1934 0 0,6-1 2850 0 0,14-6-2818 0 0,18-3 2959 0 0,21-7-2927 0 0,10-3 3860 0 0,7-3-3880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7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1 171 936 0 0,'54'-17'3055'0'0,"-18"6"-761"0"0,-16 6-2294 0 0,-10 4 2925 0 0,1-1-2925 0 0,11-3 5018 0 0,24-9-5018 0 0,25-5 0 0 0,18-6-265 0 0,-1-1-1914 0 0,-8 1 2179 0 0,-15 4 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7.8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1044 0 0,'68'-17'2607'0'0,"-25"5"-1677"0"0,-21 7 3344 0 0,-14 3-4274 0 0,-1 0 0 0 0,14-6 2895 0 0,25-9-2895 0 0,27-10-229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8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1 188 1612 0 0,'22'-14'830'0'0,"0"4"754"0"0,-3 3-1584 0 0,-6 4 1934 0 0,-1 1-2174 0 0,5-3 2778 0 0,19-5-2866 0 0,24-9 2927 0 0,23-5-2651 0 0,16 0 3912 0 0,3 4-3860 0 0,-7 3 1549 0 0,-7 2 677 0 0,-6-2-678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8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 1104 0 0,'27'-5'889'0'0,"-4"0"-241"0"0,-10 1-54 0 0,-4 3 1700 0 0,-1-1-2294 0 0,6-2 2494 0 0,15-4-2494 0 0,15-6 1571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8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1 165 688 0 0,'3'-10'750'0'0,"2"1"834"0"0,0 4-1584 0 0,0 2 1934 0 0,0 1-1934 0 0,2 0 2850 0 0,3-3-2850 0 0,11-5 2931 0 0,9-2-2931 0 0,16-3 3908 0 0,17-2-3872 0 0,10 2-893 0 0,4 3 857 0 0,5 0-1347 0 0,4 2 1347 0 0,-1 1-2250 0 0,-5 1 2314 0 0,-8-1-953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18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0 206 688 0 0,'14'-20'750'0'0,"0"4"-152"0"0,-3 6 194 0 0,0 5 183 0 0,-5 3-927 0 0,5-1 2218 0 0,6-6-797 0 0,10-6 146 0 0,10-4-1720 0 0,9 1-49 0 0,17-3-300 0 0,7 2-1352 0 0,8 4 1650 0 0,4 3-3975 0 0,-6 2 3907 0 0,6-2-4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37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104 741 816 0 0,'-35'-5'13346'0'0,"25"3"-13245"0"0,6 0 357 0 0,0 1 0 0 0,1-1 0 0 0,-1 0-1 0 0,0 0 1 0 0,0-1 0 0 0,1 1 0 0 0,-1-1 0 0 0,1 1-1 0 0,0-1 1 0 0,0 0 0 0 0,-4-5 0 0 0,5 5-464 0 0,1 1 0 0 0,-1-1 1 0 0,1 0-1 0 0,0 0 0 0 0,0 0 1 0 0,0 0-1 0 0,0 0 0 0 0,0 0 1 0 0,1 0-1 0 0,-1 0 0 0 0,1 0 1 0 0,0 0-1 0 0,0 0 0 0 0,0 0 1 0 0,0 0-1 0 0,1-5 0 0 0,3-10-173 0 0,1 1-1 0 0,0-1 1 0 0,1 2 0 0 0,1-1-1 0 0,0 1 1 0 0,13-20-1 0 0,65-87-4539 0 0,-26 56-618 0 0,-39 47 5284 0 0,0 2 1 0 0,2 0-1 0 0,0 2 1 0 0,1 0-1 0 0,38-19 1 0 0,149-66 132 0 0,-150 76-66 0 0,100-27 1 0 0,-140 47-18 0 0,1 1 0 0 0,0 0 1 0 0,0 2-1 0 0,0 1 1 0 0,36 2-1 0 0,-48-1 58 0 0,0 1 1 0 0,1 1 0 0 0,-1 0-1 0 0,0 0 1 0 0,0 0-1 0 0,0 1 1 0 0,-1 1 0 0 0,1 0-1 0 0,-1 0 1 0 0,0 0-1 0 0,0 1 1 0 0,0 0 0 0 0,0 1-1 0 0,-1 0 1 0 0,9 8-1 0 0,-13-9-77 0 0,1 0 1 0 0,-1 0-1 0 0,0 0 0 0 0,0 0 0 0 0,-1 0 1 0 0,1 1-1 0 0,-1-1 0 0 0,-1 1 0 0 0,1 0 1 0 0,-1 0-1 0 0,0-1 0 0 0,0 1 0 0 0,0 0 1 0 0,-1 0-1 0 0,0 0 0 0 0,-1 7 0 0 0,-1 8-74 0 0,-1 0 1 0 0,-1-1-1 0 0,-8 26 0 0 0,-57 135 228 0 0,7-23-208 0 0,53-130 265 0 0,2 0 0 0 0,-6 45 0 0 0,11-48 1744 0 0,0 40-1 0 0,3-50-811 0 0,-1-3-100 0 0,1 1 0 0 0,0-1 0 0 0,0 1 0 0 0,7 20 0 0 0,-7-30-993 0 0,0 0 1 0 0,0 0-1 0 0,0 0 1 0 0,1-1-1 0 0,-1 1 1 0 0,1 0-1 0 0,0 0 1 0 0,0-1-1 0 0,0 1 1 0 0,0-1-1 0 0,0 0 1 0 0,0 0 0 0 0,1 0-1 0 0,-1 0 1 0 0,1 0-1 0 0,0 0 1 0 0,-1-1-1 0 0,1 1 1 0 0,0-1-1 0 0,0 0 1 0 0,0 1-1 0 0,0-1 1 0 0,5 0-1 0 0,6 2-148 0 0,0-2 0 0 0,0 0 0 0 0,0-1-1 0 0,0 0 1 0 0,19-3 0 0 0,70-17-2143 0 0,-79 15 1863 0 0,7-2-869 0 0,196-33-6718 0 0,-171 36 4755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37.6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105 153 460 0 0,'-10'-6'2225'0'0,"7"4"-1877"0"0,0 1 1 0 0,0-1-1 0 0,0 1 1 0 0,0-1-1 0 0,-24-6 11196 0 0,18 2-8496 0 0,9 6-3050 0 0,0 0 0 0 0,0 0 0 0 0,0 0 1 0 0,-1 0-1 0 0,1 0 0 0 0,0 0 0 0 0,0 0 0 0 0,0 0 1 0 0,0 0-1 0 0,0 0 0 0 0,0-1 0 0 0,0 1 0 0 0,0 0 0 0 0,0 0 1 0 0,0 0-1 0 0,-1 0 0 0 0,1 0 0 0 0,0 0 0 0 0,0 0 1 0 0,0 0-1 0 0,0 0 0 0 0,0 0 0 0 0,0-1 0 0 0,0 1 0 0 0,0 0 1 0 0,0 0-1 0 0,0 0 0 0 0,0 0 0 0 0,0 0 0 0 0,0 0 1 0 0,0 0-1 0 0,0 0 0 0 0,0-1 0 0 0,0 1 0 0 0,0 0 0 0 0,0 0 1 0 0,0 0-1 0 0,0 0 0 0 0,0 0 0 0 0,0 0 0 0 0,0 0 0 0 0,0 0 1 0 0,0 0-1 0 0,0-1 0 0 0,1 1 0 0 0,-1 0 0 0 0,0 0 1 0 0,0 0-1 0 0,0 0 0 0 0,12 3 734 0 0,-12-3-732 0 0,0 0 0 0 0,0 0 0 0 0,1 0 0 0 0,-1 0 0 0 0,0 0 0 0 0,0 0 0 0 0,0 0 0 0 0,0 0 0 0 0,1 0 0 0 0,-1 0 0 0 0,0 0 0 0 0,0 0 0 0 0,0 0 0 0 0,0 0 0 0 0,1 0 0 0 0,-1 0 0 0 0,0 0 0 0 0,0 0 0 0 0,0 0 0 0 0,0 0 0 0 0,0 0 0 0 0,1 0 0 0 0,-1-1 0 0 0,0 1 0 0 0,0 0 0 0 0,0 0 0 0 0,0 0 0 0 0,0 0 0 0 0,1 0 0 0 0,-1 0 0 0 0,0-1 0 0 0,0 1 0 0 0,0 0 0 0 0,0 0 0 0 0,0 0 0 0 0,0 0 0 0 0,0 0 0 0 0,0-1 0 0 0,0 1 0 0 0,0 0 0 0 0,9-19 0 0 0,-9 18 0 0 0,0 1 0 0 0,0-1 0 0 0,0 0 0 0 0,0 1 0 0 0,0-1 0 0 0,0 0 0 0 0,0 0 0 0 0,0 1 0 0 0,-1-1 0 0 0,1 0 0 0 0,0 1 0 0 0,0-1 0 0 0,-1 0 0 0 0,1 1 0 0 0,0-1 0 0 0,-1 0 0 0 0,1 1 0 0 0,-1-1 0 0 0,1 1 0 0 0,-1-1 0 0 0,1 1 0 0 0,-1-1 0 0 0,1 1 0 0 0,-1-1 0 0 0,0 1 0 0 0,1 0 0 0 0,-1-1 0 0 0,1 1 0 0 0,-2-1 0 0 0,1 1 0 0 0,0-1 0 0 0,1 1 0 0 0,-1 0 0 0 0,0-1 0 0 0,0 1 0 0 0,0 0 0 0 0,1 0 0 0 0,-1-1 0 0 0,0 1 0 0 0,0 0 0 0 0,0 0 0 0 0,0 0 0 0 0,0 0 0 0 0,1 0 0 0 0,-1 0 0 0 0,0 0 0 0 0,0 0 0 0 0,0 1 0 0 0,0-1 0 0 0,1 0 0 0 0,-1 0 0 0 0,-1 1 0 0 0,-2 4 0 0 0,0 0 0 0 0,1 0 0 0 0,-1 0 0 0 0,1 0 0 0 0,0 0 0 0 0,0 1 0 0 0,1 0 0 0 0,0-1 0 0 0,-3 11 0 0 0,4-12 0 0 0,0-1 0 0 0,0 1 0 0 0,0 0 0 0 0,1 0 0 0 0,0 0 0 0 0,0 0 0 0 0,0-1 0 0 0,0 1 0 0 0,0 0 0 0 0,1 0 0 0 0,0 0 0 0 0,0-1 0 0 0,0 1 0 0 0,0 0 0 0 0,0-1 0 0 0,4 7 0 0 0,-5-9 0 0 0,1 0 0 0 0,0 0 0 0 0,0 0 0 0 0,0 0 0 0 0,0 0 0 0 0,1 0 0 0 0,-1 0 0 0 0,0 0 0 0 0,0 0 0 0 0,0 0 0 0 0,1-1 0 0 0,-1 1 0 0 0,0-1 0 0 0,1 1 0 0 0,-1-1 0 0 0,1 1 0 0 0,-1-1 0 0 0,2 1 0 0 0,1-1 0 0 0,-1 0 0 0 0,1 0 0 0 0,-1 0 0 0 0,1-1 0 0 0,-1 1 0 0 0,1-1 0 0 0,4-1 0 0 0,3-2 0 0 0,0 0 0 0 0,0-1 0 0 0,15-10 0 0 0,-18 10 0 0 0,9-5 0 0 0,0-2 0 0 0,17-13 0 0 0,-30 21 0 0 0,0 1 0 0 0,0-1 0 0 0,-1 0 0 0 0,1 0 0 0 0,-1 0 0 0 0,0 0 0 0 0,0 0 0 0 0,-1-1 0 0 0,1 1 0 0 0,-1-1 0 0 0,0 0 0 0 0,0 0 0 0 0,1-7 0 0 0,-2 10-2 0 0,-1 0 0 0 0,0 0 0 0 0,1-1 0 0 0,-1 1-1 0 0,0 0 1 0 0,-1-1 0 0 0,1 1 0 0 0,0 0 0 0 0,0 0 0 0 0,-1-1-1 0 0,0 1 1 0 0,1 0 0 0 0,-1 0 0 0 0,0 0 0 0 0,0 0 0 0 0,0 0 0 0 0,0 0-1 0 0,-2-2 1 0 0,1 1 11 0 0,-1 1 1 0 0,0-1-1 0 0,1 1 0 0 0,-1-1 1 0 0,0 1-1 0 0,0 0 0 0 0,0 1 0 0 0,0-1 1 0 0,-1 0-1 0 0,-4-1 0 0 0,-2 0-134 0 0,-1 0 0 0 0,1 1 0 0 0,0 0 0 0 0,-1 1 0 0 0,1 0 0 0 0,-20 1 0 0 0,16 1-320 0 0,-24 6 1 0 0,33-6 61 0 0,0 0 1 0 0,1 0 0 0 0,-1 1 0 0 0,1-1 0 0 0,-1 1 0 0 0,1 1 0 0 0,0-1 0 0 0,-8 6 0 0 0,12-8 268 0 0,0 0 0 0 0,-1 1 0 0 0,1-1 0 0 0,-1 0 0 0 0,1 1 0 0 0,0-1 0 0 0,-1 1 0 0 0,1-1 0 0 0,0 1 0 0 0,-1-1 0 0 0,1 1 0 0 0,0-1 0 0 0,0 1 0 0 0,-1-1 0 0 0,1 1 0 0 0,0-1 0 0 0,0 1 0 0 0,0-1 0 0 0,0 1 0 0 0,0 0 0 0 0,0-1 0 0 0,0 1 0 0 0,0-1 0 0 0,0 1 0 0 0,0 0 0 0 0,1 0 10 0 0,-1 1-1 0 0,1-1 1 0 0,-1-1-1 0 0,1 1 1 0 0,0 0-1 0 0,-1 0 1 0 0,1 0-1 0 0,0 0 1 0 0,0 0-1 0 0,-1-1 0 0 0,1 1 1 0 0,1 1-1 0 0,3 1 214 0 0,0-1-1 0 0,0 1 0 0 0,10 4 1 0 0,4-1-356 0 0,1 0 0 0 0,25 3 0 0 0,2-2-97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45.8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70 260 2303 0 0,'-69'-64'11268'0'0,"70"62"-11104"0"0,1 0 11 0 0,-1 1 0 0 0,0-1 1 0 0,0 1-1 0 0,1-1 0 0 0,-1 1 0 0 0,1 0 1 0 0,-1-1-1 0 0,1 1 0 0 0,0 0 1 0 0,-1 0-1 0 0,1 0 0 0 0,0 0 1 0 0,0 1-1 0 0,0-1 0 0 0,-1 0 0 0 0,1 1 1 0 0,0-1-1 0 0,0 1 0 0 0,0 0 1 0 0,0-1-1 0 0,3 1 0 0 0,55 2 465 0 0,-41-2-456 0 0,56 1 687 0 0,-53 0-556 0 0,37-4 0 0 0,-36 1-197 0 0,35 2-1 0 0,31 7 54 0 0,1-4 0 0 0,125-11-1 0 0,-140 0-55 0 0,262-21 314 0 0,-40 6-84 0 0,50 0-23 0 0,-26 12-188 0 0,-32-1-15 0 0,-211 12-113 0 0,265-11 52 0 0,-250-1 1 0 0,96-26-1 0 0,-176 33-12 0 0,-11 4-26 0 0,-8 1-11 0 0,-7 3-130 0 0,0 1-1 0 0,-21 8 1 0 0,11-2-291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46.7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69 165 1375 0 0,'-69'-64'17316'0'0,"70"64"-17255"0"0,-1 0-31 0 0,0 0 1 0 0,0 0-1 0 0,0 0 1 0 0,1 0 0 0 0,-1 0-1 0 0,12 5 220 0 0,0-1-1 0 0,1 0 1 0 0,0 0 0 0 0,24 2-1 0 0,2-2 250 0 0,77-4 0 0 0,39-15-126 0 0,-25 2-128 0 0,4 3 2 0 0,215-17 170 0 0,34-16 7 0 0,-329 34-256 0 0,-37 6-107 0 0,0 0 1 0 0,26-1-1 0 0,-42 4-62 0 0,-1 0 1 0 0,1 0-1 0 0,-1 0 1 0 0,1 0-1 0 0,-1 0 0 0 0,1 0 1 0 0,-1 0-1 0 0,1 0 0 0 0,-1 0 1 0 0,0 0-1 0 0,1 0 0 0 0,-1 0 1 0 0,1 0-1 0 0,-1 1 0 0 0,1-1 1 0 0,-1 0-1 0 0,1 0 0 0 0,-1 0 1 0 0,0 1-1 0 0,1-1 0 0 0,-1 0 1 0 0,0 0-1 0 0,1 1 0 0 0,-1-1 1 0 0,0 0-1 0 0,1 1 0 0 0,-1-1 1 0 0,0 1-1 0 0,1-1 0 0 0,-1 0 1 0 0,0 1-1 0 0,0-1 0 0 0,0 1 1 0 0,1-1-1 0 0,-1 1 0 0 0,0-1 1 0 0,0 0-1 0 0,0 1 0 0 0,0-1 1 0 0,0 1-1 0 0,0-1 0 0 0,0 1 1 0 0,0-1-1 0 0,0 1 0 0 0,0-1 1 0 0,0 1-1 0 0,0-1 0 0 0,0 1 1 0 0,0-1-1 0 0,-1 0 0 0 0,1 1 1 0 0,0-1-1 0 0,0 1 0 0 0,0-1 1 0 0,-1 0-1 0 0,1 1 1 0 0,0-1-1 0 0,-1 1 0 0 0,1-1 1 0 0,-1 1-1 0 0,-1 2-88 0 0,0 1 1 0 0,0-1 0 0 0,-1 0-1 0 0,0 0 1 0 0,-4 5-1 0 0,-11 4-460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9:47.8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171 176 1375 0 0,'-75'5'3243'0'0,"66"-4"-2182"0"0,-1 1 0 0 0,0 0 1 0 0,1 0-1 0 0,-1 1 0 0 0,1 0 0 0 0,-1 0 0 0 0,1 1 0 0 0,-10 7 1 0 0,46-15 2406 0 0,256-38 108 0 0,135-2-2585 0 0,-383 42-943 0 0,257-28 226 0 0,65-5-12 0 0,-292 31-176 0 0,0-2 0 0 0,0-4-1 0 0,76-21 1 0 0,-131 27-64 0 0,-16 5 16 0 0,-19 4-22 0 0,20-3-14 0 0,-5 1-56 0 0,0 1 1 0 0,-10 6-1 0 0,1 1-131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31.8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68 281 1231 0 0,'1'-6'13'0'0,"1"0"0"0"0,0 0 0 0 0,-1 0 0 0 0,0-1 0 0 0,-1 1 0 0 0,1 0 0 0 0,-1-1 0 0 0,-1-6 0 0 0,1 11-18 0 0,-1 0 1 0 0,1 1-1 0 0,0-1 1 0 0,-1 0-1 0 0,1 0 0 0 0,-1 0 1 0 0,0 0-1 0 0,1 0 1 0 0,-1 1-1 0 0,0-1 1 0 0,0 0-1 0 0,0 1 1 0 0,0-1-1 0 0,-1 1 1 0 0,1-1-1 0 0,0 1 1 0 0,-1-1-1 0 0,1 1 0 0 0,-1 0 1 0 0,1 0-1 0 0,-1 0 1 0 0,1 0-1 0 0,-1 0 1 0 0,0 0-1 0 0,0 0 1 0 0,1 0-1 0 0,-1 1 1 0 0,0-1-1 0 0,-3 0 0 0 0,4 1 29 0 0,0 0-1 0 0,-1 0 0 0 0,1 0 0 0 0,0 0 0 0 0,-1 0 0 0 0,1 1 0 0 0,0-1 0 0 0,-1 0 0 0 0,1 1 0 0 0,0-1 0 0 0,-1 0 0 0 0,1 1 1 0 0,0 0-1 0 0,0-1 0 0 0,0 1 0 0 0,0 0 0 0 0,-1 0 0 0 0,1 0 0 0 0,0-1 0 0 0,0 1 0 0 0,0 0 0 0 0,1 0 0 0 0,-1 0 0 0 0,0 1 0 0 0,0-1 1 0 0,1 0-1 0 0,-1 0 0 0 0,0 0 0 0 0,1 1 0 0 0,-1 1 0 0 0,0-2 17 0 0,0 1-1 0 0,1-1 1 0 0,-1 1 0 0 0,1 0-1 0 0,0 0 1 0 0,0-1 0 0 0,-1 1-1 0 0,1 0 1 0 0,0 0 0 0 0,0-1 0 0 0,1 1-1 0 0,-1 0 1 0 0,0-1 0 0 0,0 1-1 0 0,1 0 1 0 0,-1 0 0 0 0,1-1-1 0 0,0 1 1 0 0,-1-1 0 0 0,1 1-1 0 0,0-1 1 0 0,0 1 0 0 0,2 2-1 0 0,4 2 10 0 0,1 0 0 0 0,-1-1 0 0 0,1 1-1 0 0,0-2 1 0 0,1 1 0 0 0,-1-1-1 0 0,1 0 1 0 0,0-1 0 0 0,0 0-1 0 0,0 0 1 0 0,13 1 0 0 0,15 2 119 0 0,57 0 0 0 0,-83-5-131 0 0,40-2 393 0 0,82-11 0 0 0,-111 9-345 0 0,71-7 290 0 0,131 0-1 0 0,180 0 118 0 0,406-52 671 0 0,-469 34-971 0 0,1-1 181 0 0,445-12-13 0 0,-540 22-360 0 0,-4 0 0 0 0,2 16 0 0 0,78-1 0 0 0,-97-2 0 0 0,184-15 270 0 0,-24 0-476 0 0,-250 17 206 0 0,41 1 0 0 0,-167 3 2 0 0,1 1-1 0 0,19 4 1 0 0,-27-5-11 0 0,0 1 1 0 0,-1 0 0 0 0,1 0 0 0 0,0 0-1 0 0,-1 0 1 0 0,1 0 0 0 0,0 1 0 0 0,-1-1-1 0 0,0 1 1 0 0,1-1 0 0 0,-1 1-1 0 0,0 0 1 0 0,0 0 0 0 0,0 0 0 0 0,3 4-1 0 0,1 6-55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33.6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285 235 3223 0 0,'-3'-2'-176'0'0,"-1"1"0"0"0,1-1 0 0 0,-1 1 0 0 0,0 0 0 0 0,1 0 0 0 0,-1 1 0 0 0,0-1 0 0 0,0 0 0 0 0,1 1 0 0 0,-7 0 0 0 0,-39 5 600 0 0,36-1-202 0 0,13-3-213 0 0,-1-1 0 0 0,1 0 0 0 0,0 0 0 0 0,0 0 0 0 0,0 0 0 0 0,0 0 0 0 0,0 0 0 0 0,0 0 0 0 0,-1 0 0 0 0,1 1 0 0 0,0-1 0 0 0,0 0 0 0 0,0 0 0 0 0,0 0 0 0 0,0 0 0 0 0,0 0 0 0 0,0 1 0 0 0,0-1 0 0 0,0 0 0 0 0,0 0 0 0 0,0 0 0 0 0,0 0 0 0 0,0 1 0 0 0,0-1 0 0 0,0 0 0 0 0,0 0 0 0 0,0 0 0 0 0,0 0 0 0 0,0 1 0 0 0,0-1 0 0 0,0 0 0 0 0,0 0 0 0 0,0 0 0 0 0,0 0 0 0 0,0 0 0 0 0,0 1 0 0 0,0-1 0 0 0,0 0 0 0 0,2 1 24 0 0,-1 0-1 0 0,0 0 1 0 0,1 0 0 0 0,-1-1 0 0 0,0 1 0 0 0,1 0 0 0 0,-1-1-1 0 0,1 1 1 0 0,-1-1 0 0 0,1 1 0 0 0,-1-1 0 0 0,1 0 0 0 0,2 1-1 0 0,54 4 404 0 0,62-2 0 0 0,61-10 161 0 0,-72 2-274 0 0,527-27 1097 0 0,-374 17-920 0 0,921-54 732 0 0,-566 37-768 0 0,-400 23-304 0 0,240-7 48 0 0,45-2-31 0 0,-122 4-44 0 0,-117 1 22 0 0,119-2 396 0 0,-73 9-166 0 0,72 1-154 0 0,-259 4-231 0 0,115 6 0 0 0,-208 1 0 0 0,-29-6 0 0 0,1 1 0 0 0,-1-1 0 0 0,1 0 0 0 0,-1 0 0 0 0,1 0 0 0 0,-1 0 0 0 0,1 1 0 0 0,-1-1 0 0 0,0 0 0 0 0,1 1 0 0 0,-1-1 0 0 0,1 0 0 0 0,-1 1 0 0 0,0-1 0 0 0,1 0 0 0 0,-1 1 0 0 0,0-1 0 0 0,1 1 0 0 0,-1-1 0 0 0,0 1 0 0 0,0-1 0 0 0,0 1 0 0 0,-1-1 0 0 0,1 1 0 0 0,0-1 0 0 0,0 1 0 0 0,-1-1 0 0 0,1 0 0 0 0,0 1 0 0 0,-1-1 0 0 0,1 1 0 0 0,-1-1 0 0 0,1 0 0 0 0,0 1 0 0 0,-1-1 0 0 0,1 0 0 0 0,-1 0 0 0 0,1 1 0 0 0,-1-1 0 0 0,1 0 0 0 0,-1 0 0 0 0,1 0 0 0 0,0 0 0 0 0,-1 0 0 0 0,0 1 0 0 0,-17 4-61 0 0,-1 0-1 0 0,-33 4 0 0 0,24-5 78 0 0,-304 25 618 0 0,164-20-299 0 0,-384 25-79 0 0,-687 77-256 0 0,772-67 0 0 0,-274 29 246 0 0,-4 7-236 0 0,368-39-10 0 0,-73 6 0 0 0,-484 44 51 0 0,714-59-63 0 0,12 0 13 0 0,137-30-1 0 0,52-2 0 0 0,144-10 194 0 0,-93 6-172 0 0,105-11-33 0 0,159-16-51 0 0,545-36 67 0 0,-428 33 29 0 0,214-10 35 0 0,218-18 152 0 0,-378 24-221 0 0,-311 30 0 0 0,342-12 0 0 0,-78 8 0 0 0,-58 1 0 0 0,-60 0-56 0 0,98-1 88 0 0,-22 12-96 0 0,-344-1-64 0 0,-50-3 128 0 0,-300-4 0 0 0,163 5 0 0 0,-725-2-3 0 0,291 11 20 0 0,573-6-16 0 0,-1210 31 199 0 0,1086-27-199 0 0,-333 16-1 0 0,210-7 0 0 0,-405 24 0 0 0,381-10 0 0 0,40-4 0 0 0,-65 6 0 0 0,140-13 0 0 0,159-15 0 0 0,2 0 0 0 0,0-1 0 0 0,1 1 0 0 0,-1 1 0 0 0,0 0 0 0 0,0 0 0 0 0,1 1 0 0 0,-12 4 0 0 0,19-6-131 0 0,0-1-1 0 0,-11 21-2898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36.8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868 272 1423 0 0,'0'-4'12'0'0,"0"0"0"0"0,0 0-1 0 0,1 1 1 0 0,0-1 0 0 0,-1 0-1 0 0,1 1 1 0 0,1-1 0 0 0,-1 1-1 0 0,0-1 1 0 0,4-4-1 0 0,-5 8-17 0 0,0-1-1 0 0,1 0 0 0 0,-1 0 0 0 0,1 0 0 0 0,-1 0 0 0 0,0 0 0 0 0,0 0 0 0 0,0 1 0 0 0,1-1 0 0 0,-1 0 0 0 0,0 0 1 0 0,0 0-1 0 0,0 0 0 0 0,0 0 0 0 0,-1 0 0 0 0,1 0 0 0 0,0 0 0 0 0,0 0 0 0 0,-1 0 0 0 0,1 1 0 0 0,-1-2 1 0 0,0 0 28 0 0,0 1 0 0 0,0 0 0 0 0,0-1 0 0 0,0 1 0 0 0,0 0 0 0 0,0 0 0 0 0,-1 0 1 0 0,1 0-1 0 0,-1 0 0 0 0,1 0 0 0 0,-2-1 0 0 0,-6-1-65 0 0,0-1 0 0 0,0 1 0 0 0,-15-2 1 0 0,14 2-567 0 0,-148-31 1408 0 0,133 31-635 0 0,0 0 0 0 0,0 2 0 0 0,-1 0 0 0 0,-33 5-1 0 0,51-3-107 0 0,0 1-1 0 0,0 0 1 0 0,0 1-1 0 0,0 0 1 0 0,1 0-1 0 0,-11 6 0 0 0,1 1 71 0 0,-23 18 0 0 0,28-18-64 0 0,0 1-1 0 0,1 0 0 0 0,0 0 0 0 0,1 2 0 0 0,-17 24 0 0 0,-34 74 33 0 0,5-9 85 0 0,50-91-154 0 0,1-1 0 0 0,0 1 0 0 0,0 1 0 0 0,1-1 0 0 0,1 0 0 0 0,0 1 0 0 0,0 0 0 0 0,1 0-1 0 0,0 0 1 0 0,1 0 0 0 0,1 0 0 0 0,0 0 0 0 0,1 0 0 0 0,0 0 0 0 0,0 0 0 0 0,1-1 0 0 0,7 21-1 0 0,-7-28-21 0 0,-1 0-1 0 0,1-1 1 0 0,0 1-1 0 0,1-1 1 0 0,-1 1-1 0 0,1-1 1 0 0,-1 0-1 0 0,1 0 1 0 0,0 0-1 0 0,0 0 1 0 0,6 3-1 0 0,-3-2 9 0 0,1 0 0 0 0,-1-1 0 0 0,1 0 0 0 0,0 0 0 0 0,14 3 0 0 0,0-2 13 0 0,0 0 0 0 0,0-2 0 0 0,33-1 0 0 0,-29-2 69 0 0,0-1 1 0 0,43-9-1 0 0,49-19 389 0 0,-100 24-409 0 0,0-1 1 0 0,0 0 0 0 0,0-1 0 0 0,-1-1-1 0 0,0-1 1 0 0,-1 0 0 0 0,0-1-1 0 0,0-1 1 0 0,-1 0 0 0 0,16-19 0 0 0,-14 13-38 0 0,-1 0 1 0 0,-1-1 0 0 0,-1-1 0 0 0,0-1 0 0 0,-2 1-1 0 0,0-2 1 0 0,12-35 0 0 0,-20 49-4 0 0,-1 0 0 0 0,0 0 1 0 0,0-1-1 0 0,-1 1 0 0 0,0 0 0 0 0,0-17 0 0 0,-2 20-27 0 0,1 0-1 0 0,-1 1 1 0 0,0-1-1 0 0,0 0 1 0 0,-1 1-1 0 0,1-1 1 0 0,-1 0-1 0 0,0 1 1 0 0,-1 0-1 0 0,1 0 1 0 0,-1-1-1 0 0,1 1 1 0 0,-5-4-1 0 0,-43-45-5 0 0,-2 4 0 0 0,-88-67 0 0 0,128 107 0 0 0,0 0 0 0 0,-1 1 0 0 0,0 0 0 0 0,0 1 0 0 0,-1 1 0 0 0,0 0 0 0 0,0 0 0 0 0,-1 2 0 0 0,0 0 0 0 0,1 0 0 0 0,-1 2 0 0 0,0-1 0 0 0,0 2 0 0 0,-1 0 0 0 0,1 1 0 0 0,0 1 0 0 0,-22 3 0 0 0,12 0-18 0 0,1 1-1 0 0,-1 0 0 0 0,2 2 1 0 0,-1 2-1 0 0,1 0 0 0 0,0 1 1 0 0,1 1-1 0 0,-23 15 0 0 0,39-22 19 0 0,-1 0 0 0 0,1 1 0 0 0,0 0 0 0 0,0 0 0 0 0,1 1 0 0 0,-1-1 0 0 0,1 1 0 0 0,1 0 0 0 0,-1 1 0 0 0,1-1 0 0 0,0 1 0 0 0,0 0 0 0 0,1 0 0 0 0,-3 9 0 0 0,-2 8 0 0 0,2 1 0 0 0,1 0 0 0 0,1 0 0 0 0,0 0 0 0 0,2 0 0 0 0,2 0 0 0 0,0 1 0 0 0,1-1 0 0 0,2 0 0 0 0,5 26 0 0 0,-6-41-8 0 0,1 1-1 0 0,0-1 0 0 0,1 0 1 0 0,0 0-1 0 0,1 0 0 0 0,0 0 1 0 0,8 12-1 0 0,-9-16 10 0 0,0-1-1 0 0,0 0 0 0 0,0-1 1 0 0,1 1-1 0 0,0-1 0 0 0,0 1 1 0 0,0-2-1 0 0,0 1 1 0 0,0 0-1 0 0,1-1 0 0 0,0 0 1 0 0,-1 0-1 0 0,12 3 0 0 0,-6-4 0 0 0,0 0 0 0 0,0-1-1 0 0,0 0 1 0 0,0 0-1 0 0,0-2 1 0 0,1 1-1 0 0,-1-1 1 0 0,0-1 0 0 0,0 0-1 0 0,17-5 1 0 0,8-6 54 0 0,59-27 0 0 0,-58 20-40 0 0,0-1-1 0 0,-1-2 0 0 0,-1-2 1 0 0,-1-1-1 0 0,59-60 0 0 0,-80 73-1 0 0,-1-1-1 0 0,0 0 1 0 0,-1-1-1 0 0,15-27 1 0 0,-21 33 4 0 0,0-1 0 0 0,-1 0 0 0 0,0 0 1 0 0,-1-1-1 0 0,0 1 0 0 0,0-1 1 0 0,-1 0-1 0 0,-1 1 0 0 0,1-15 0 0 0,-2 15-13 0 0,0 0 0 0 0,-1 0-1 0 0,0 0 1 0 0,-1 0-1 0 0,0 1 1 0 0,-1-1-1 0 0,1 1 1 0 0,-7-13-1 0 0,7 17 2 0 0,-1 1-1 0 0,1-1 1 0 0,-1 1-1 0 0,-1 0 0 0 0,1 0 1 0 0,0 0-1 0 0,-1 0 1 0 0,0 0-1 0 0,0 1 0 0 0,0-1 1 0 0,-1 1-1 0 0,1 0 0 0 0,0 1 1 0 0,-1-1-1 0 0,0 1 1 0 0,0 0-1 0 0,-7-2 0 0 0,-2 0-3 0 0,0 1 0 0 0,0 1 0 0 0,0 1-1 0 0,-1 0 1 0 0,1 0 0 0 0,-1 2 0 0 0,1 0-1 0 0,0 0 1 0 0,-1 2 0 0 0,-22 5 0 0 0,7 1 3 0 0,0 2 0 0 0,1 1 1 0 0,-50 27-1 0 0,75-37 5 0 0,-91 55 168 0 0,77-44-212 0 0,1 0 0 0 0,0 0 0 0 0,-18 20 0 0 0,11-6 37 0 0,0 0 0 0 0,-27 43 0 0 0,43-56 24 0 0,0 0 1 0 0,0 1-1 0 0,1 0 0 0 0,1 1 1 0 0,1-1-1 0 0,0 1 0 0 0,-5 27 0 0 0,10-39-25 0 0,-1 0 0 0 0,1 0 0 0 0,-1 1 0 0 0,1-1 0 0 0,1 0 0 0 0,-1 1 0 0 0,0-1 0 0 0,1 0 0 0 0,0 0 0 0 0,0 0 0 0 0,0 0 0 0 0,1 0 0 0 0,0 0 0 0 0,-1 0 0 0 0,1 0 0 0 0,0 0 0 0 0,1-1 0 0 0,-1 1 0 0 0,1-1 0 0 0,-1 1 0 0 0,1-1 0 0 0,0 0 0 0 0,0 0 0 0 0,1 0 0 0 0,-1-1 0 0 0,1 1 0 0 0,-1-1 0 0 0,1 0 0 0 0,0 0 0 0 0,0 0 0 0 0,0 0 0 0 0,0-1 0 0 0,6 2 0 0 0,3 0 5 0 0,-1 0 0 0 0,1-1 0 0 0,0-1 0 0 0,0 0-1 0 0,0 0 1 0 0,26-4 0 0 0,-5-1 42 0 0,47-14 0 0 0,-51 10-43 0 0,0-1 0 0 0,-1-2 0 0 0,-1-1-1 0 0,0-1 1 0 0,47-30 0 0 0,-60 33 15 0 0,-1-1 1 0 0,0 0-1 0 0,-1-1 1 0 0,0 0-1 0 0,0-1 1 0 0,-1-1-1 0 0,-1 0 1 0 0,-1 0-1 0 0,0-1 0 0 0,-1-1 1 0 0,11-22-1 0 0,-18 34 5 0 0,-1-1 0 0 0,1 1-1 0 0,-1 0 1 0 0,0-1 0 0 0,0 1-1 0 0,-1-1 1 0 0,1 1 0 0 0,-1-1-1 0 0,0 1 1 0 0,0-1 0 0 0,-1 1-1 0 0,1-1 1 0 0,-1 1 0 0 0,0-1-1 0 0,-2-6 1 0 0,2 8-8 0 0,-1 1-1 0 0,1-1 1 0 0,-1 0-1 0 0,1 1 1 0 0,-1-1 0 0 0,0 1-1 0 0,0 0 1 0 0,0 0-1 0 0,0 0 1 0 0,-1 0-1 0 0,1 0 1 0 0,0 0 0 0 0,-1 0-1 0 0,1 1 1 0 0,-1-1-1 0 0,0 1 1 0 0,0 0-1 0 0,1-1 1 0 0,-1 1 0 0 0,0 1-1 0 0,0-1 1 0 0,0 0-1 0 0,0 1 1 0 0,-3-1-1 0 0,-4 1-9 0 0,0 0 0 0 0,0 1 0 0 0,0 0-1 0 0,0 1 1 0 0,1 0 0 0 0,-1 0-1 0 0,1 1 1 0 0,-1 0 0 0 0,1 0 0 0 0,0 1-1 0 0,0 1 1 0 0,0 0 0 0 0,-14 10-1 0 0,-4 5 11 0 0,1 2 0 0 0,-40 41 0 0 0,50-46-17 0 0,0 0 1 0 0,-23 37-1 0 0,34-47 2 0 0,1 0 0 0 0,0 0 0 0 0,1 1 0 0 0,-1-1 0 0 0,1 1 0 0 0,1 0 0 0 0,0 0 1 0 0,0 0-1 0 0,0 0 0 0 0,1 0 0 0 0,0 14 0 0 0,1-19 2 0 0,0-1-1 0 0,0 0 1 0 0,1 1-1 0 0,-1-1 0 0 0,1 1 1 0 0,-1-1-1 0 0,1 0 1 0 0,0 1-1 0 0,0-1 1 0 0,0 0-1 0 0,0 0 1 0 0,0 1-1 0 0,1-1 1 0 0,-1 0-1 0 0,1 0 1 0 0,-1 0-1 0 0,1-1 1 0 0,3 4-1 0 0,-2-3 5 0 0,0 0 0 0 0,0-1 0 0 0,0 1 0 0 0,0-1 0 0 0,0 0 0 0 0,1 0 0 0 0,-1 0 0 0 0,1 0 0 0 0,-1 0 0 0 0,0-1 0 0 0,7 1 0 0 0,3-1 12 0 0,1-1 0 0 0,-1-1 0 0 0,0 0 0 0 0,0-1 0 0 0,23-7 0 0 0,-25 6-8 0 0,0-1 0 0 0,-1 1-1 0 0,0-2 1 0 0,1 0 0 0 0,-2 0-1 0 0,1-1 1 0 0,-1 0 0 0 0,0 0-1 0 0,0-1 1 0 0,-1 0 0 0 0,0-1-1 0 0,-1 0 1 0 0,0 0 0 0 0,0 0-1 0 0,-1-1 1 0 0,0 0 0 0 0,-1-1-1 0 0,0 1 1 0 0,0-1 0 0 0,-2 0-1 0 0,1 0 1 0 0,-1 0 0 0 0,2-16-1 0 0,-4 24-9 0 0,-1-1 0 0 0,0 1-1 0 0,1 0 1 0 0,-1-1 0 0 0,-1 1-1 0 0,1-1 1 0 0,0 1 0 0 0,-1 0-1 0 0,0-1 1 0 0,-1-4 0 0 0,2 7-4 0 0,-1 0 1 0 0,1 0-1 0 0,-1 1 1 0 0,0-1-1 0 0,1 0 1 0 0,-1 0-1 0 0,0 0 1 0 0,1 1 0 0 0,-1-1-1 0 0,0 0 1 0 0,0 1-1 0 0,0-1 1 0 0,0 1-1 0 0,0-1 1 0 0,0 1-1 0 0,0-1 1 0 0,0 1-1 0 0,0-1 1 0 0,0 1-1 0 0,0 0 1 0 0,0 0-1 0 0,0 0 1 0 0,0-1-1 0 0,0 1 1 0 0,0 0 0 0 0,0 0-1 0 0,0 0 1 0 0,0 1-1 0 0,0-1 1 0 0,0 0-1 0 0,0 0 1 0 0,0 0-1 0 0,0 1 1 0 0,0-1-1 0 0,0 1 1 0 0,-1 0-1 0 0,-13 5-27 0 0,1 0-1 0 0,0 2 1 0 0,0-1-1 0 0,-19 16 1 0 0,9-4 116 0 0,-30 30 0 0 0,51-46-79 0 0,-1 1 0 0 0,1-1 0 0 0,0 1 0 0 0,1 0-1 0 0,-1 0 1 0 0,1 0 0 0 0,-1 0 0 0 0,1 1 0 0 0,-2 5 0 0 0,3-8-8 0 0,1 1 1 0 0,0-1 0 0 0,-1 0 0 0 0,1 0 0 0 0,0 1-1 0 0,0-1 1 0 0,0 0 0 0 0,0 1 0 0 0,0-1 0 0 0,1 0-1 0 0,-1 0 1 0 0,1 1 0 0 0,-1-1 0 0 0,1 0 0 0 0,0 0 0 0 0,0 0-1 0 0,0 0 1 0 0,0 0 0 0 0,0 0 0 0 0,1 0 0 0 0,1 3-1 0 0,4 1 1 0 0,0 0 0 0 0,0 0 0 0 0,0 0 0 0 0,1-1 0 0 0,0 0 0 0 0,0 0 0 0 0,9 3 0 0 0,-13-6 0 0 0,33 16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40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219 225 3223 0 0,'-96'-24'-474'0'0,"55"16"2634"0"0,51 9-1929 0 0,-1-1 1 0 0,1 0 0 0 0,0 0-1 0 0,0 0 1 0 0,0-1 0 0 0,-1-1-1 0 0,12-3 1 0 0,81-24 519 0 0,-47 12-33 0 0,90-26 517 0 0,175-45 562 0 0,-313 86-1732 0 0,-1 0-11 0 0,0 1-1 0 0,-1 0 1 0 0,1 0-1 0 0,0 0 1 0 0,0 1-1 0 0,-1-1 1 0 0,1 1-1 0 0,0 1 1 0 0,0-1-1 0 0,8 3 1 0 0,-14-3-53 0 0,0 0 1 0 0,1 0-1 0 0,-1 0 1 0 0,0 0-1 0 0,1 0 1 0 0,-1 0-1 0 0,0 0 1 0 0,0 1-1 0 0,1-1 1 0 0,-1 0-1 0 0,0 0 1 0 0,0 0-1 0 0,0 1 1 0 0,1-1-1 0 0,-1 0 1 0 0,0 0-1 0 0,0 0 1 0 0,0 1-1 0 0,0-1 1 0 0,1 0-1 0 0,-1 0 1 0 0,0 1-1 0 0,0-1 1 0 0,0 0-1 0 0,0 0 1 0 0,0 1-1 0 0,0-1 1 0 0,0 0-1 0 0,0 1 1 0 0,0-1-1 0 0,0 0 1 0 0,0 0-1 0 0,0 1 1 0 0,-6 9 24 0 0,-13 7-21 0 0,-42 19 70 0 0,-112 49 0 0 0,-74 11 171 0 0,90-37-178 0 0,103-38-61 0 0,25-12 12 0 0,1 2 1 0 0,1 1-1 0 0,-38 22 0 0 0,60-29 150 0 0,13-6-123 0 0,18-7-82 0 0,-19 6 53 0 0,279-88-89 0 0,-249 80 83 0 0,-1 2 0 0 0,1 2-1 0 0,0 1 1 0 0,1 2 0 0 0,51 2-1 0 0,-41 6-10 0 0,-44-4 0 0 0,0 0 0 0 0,0 0 0 0 0,0 0 0 0 0,0 0 0 0 0,0 1 0 0 0,-1-1 0 0 0,1 1 0 0 0,0 0 0 0 0,4 4 0 0 0,-7-6 0 0 0,-1 1 0 0 0,0-1 0 0 0,1 1 0 0 0,-1-1 0 0 0,1 1 0 0 0,-1 0 0 0 0,0-1 0 0 0,0 1 0 0 0,1-1 0 0 0,-1 1 0 0 0,0 0 0 0 0,0-1 0 0 0,0 1 0 0 0,0 0 0 0 0,0-1 0 0 0,0 1 0 0 0,0 0 0 0 0,0-1 0 0 0,0 1 0 0 0,0 0 0 0 0,0-1 0 0 0,0 1 0 0 0,0 0 0 0 0,0-1 0 0 0,-1 1 0 0 0,1 0 0 0 0,0-1 0 0 0,0 1 0 0 0,-1-1 0 0 0,1 1 0 0 0,0-1 0 0 0,-1 1 0 0 0,1 0 0 0 0,-1-1 0 0 0,1 0 0 0 0,-1 1 0 0 0,1-1 0 0 0,-2 1 0 0 0,-20 18 0 0 0,22-19 0 0 0,-50 30 68 0 0,-1-2 0 0 0,-83 32 0 0 0,60-28 35 0 0,-193 88 494 0 0,247-111-514 0 0,-43 18-38 0 0,392-126 131 0 0,-307 93-190 0 0,-8 2 14 0 0,0 1 0 0 0,1 0-1 0 0,-1 0 1 0 0,19 0-1 0 0,-33 3 1 0 0,0 0 0 0 0,0 0 0 0 0,0 0 0 0 0,0 0-1 0 0,0 0 1 0 0,0 0 0 0 0,0 0 0 0 0,0 0 0 0 0,0 1 0 0 0,0-1-1 0 0,0 0 1 0 0,0 0 0 0 0,0 0 0 0 0,0 0 0 0 0,0 0-1 0 0,0 0 1 0 0,0 0 0 0 0,0 0 0 0 0,0 0 0 0 0,0 0 0 0 0,0 0-1 0 0,0 0 1 0 0,0 0 0 0 0,0 0 0 0 0,0 0 0 0 0,0 0-1 0 0,0 0 1 0 0,0 0 0 0 0,0 0 0 0 0,0 0 0 0 0,0 0 0 0 0,0 0-1 0 0,0 0 1 0 0,0 0 0 0 0,0 1 0 0 0,0-1 0 0 0,0 0 0 0 0,0 0-1 0 0,0 0 1 0 0,0 0 0 0 0,0 0 0 0 0,0 0 0 0 0,0 0-1 0 0,0 0 1 0 0,0 0 0 0 0,0 0 0 0 0,0 0 0 0 0,0 0 0 0 0,0 0-1 0 0,0 0 1 0 0,0 0 0 0 0,0 0 0 0 0,0 0 0 0 0,0 0-1 0 0,0 0 1 0 0,0 0 0 0 0,1 0 0 0 0,-1 0 0 0 0,0 0 0 0 0,0 0-1 0 0,0 0 1 0 0,0 0 0 0 0,-6 4-25 0 0,-9 4-11 0 0,-59 12 98 0 0,-112 37 113 0 0,154-46-459 0 0,0 3 0 0 0,2 0-1 0 0,-50 32 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42.5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1285 55 1423 0 0,'1'-1'17'0'0,"0"0"-1"0"0,0 0 0 0 0,0 0 1 0 0,0 0-1 0 0,0 0 0 0 0,0 0 0 0 0,0 0 1 0 0,0 0-1 0 0,0-1 0 0 0,0 1 0 0 0,-1 0 1 0 0,1-1-1 0 0,0 1 0 0 0,-1 0 0 0 0,1-3 1 0 0,-1 3 16 0 0,0 0 0 0 0,0 0 0 0 0,0 0 0 0 0,0 0 0 0 0,0 0 0 0 0,0 0 0 0 0,0 0 0 0 0,-1 0 0 0 0,1 1 0 0 0,0-1 0 0 0,-1 0 0 0 0,1 0 1 0 0,0 0-1 0 0,-1 0 0 0 0,1 0 0 0 0,-1 1 0 0 0,0-1 0 0 0,1 0 0 0 0,-1 1 0 0 0,1-1 0 0 0,-1 0 0 0 0,0 1 0 0 0,0-1 0 0 0,1 1 0 0 0,-2-2 0 0 0,-2 1 51 0 0,1-1 0 0 0,-1 0 0 0 0,0 1 0 0 0,1 0 0 0 0,-1 0 1 0 0,0 0-1 0 0,0 0 0 0 0,0 0 0 0 0,0 1 0 0 0,0 0 0 0 0,0 0 0 0 0,0 0 0 0 0,0 0 0 0 0,-5 1 0 0 0,-9 3 178 0 0,-33 9 0 0 0,28-6-144 0 0,-243 73 387 0 0,98-34 164 0 0,-145 44 733 0 0,208-56-1201 0 0,-122 48 343 0 0,218-79-544 0 0,-18 9-2 0 0,26-11 3 0 0,-1 0 0 0 0,1 0 0 0 0,0 0 0 0 0,-1-1 0 0 0,1 1 0 0 0,0 0 0 0 0,0 0-1 0 0,0 1 1 0 0,0-1 0 0 0,-1 0 0 0 0,2 0 0 0 0,-1 1 0 0 0,-1 1 0 0 0,2-3 1 0 0,0 0 0 0 0,0 1 0 0 0,0-1 0 0 0,0 0 0 0 0,0 0-1 0 0,1 1 1 0 0,-1-1 0 0 0,0 0 0 0 0,0 0 0 0 0,0 1 0 0 0,0-1 0 0 0,1 0 0 0 0,-1 0 0 0 0,0 1 0 0 0,0-1 0 0 0,1 0-1 0 0,-1 0 1 0 0,0 0 0 0 0,0 0 0 0 0,1 0 0 0 0,-1 1 0 0 0,0-1 0 0 0,1 0 0 0 0,-1 0 0 0 0,0 0 0 0 0,0 0 0 0 0,1 0-1 0 0,-1 0 1 0 0,0 0 0 0 0,1 0 0 0 0,-1 0 0 0 0,13 2 39 0 0,-12-2-16 0 0,10 0 23 0 0,-1 0 0 0 0,0 0 0 0 0,1-1 0 0 0,17-3 0 0 0,42-15 149 0 0,-32 9-52 0 0,377-116 685 0 0,-133 38-604 0 0,-250 77-202 0 0,-7 2 21 0 0,0 1 1 0 0,32-5-1 0 0,-57 13-45 0 0,0 0 0 0 0,0 0 0 0 0,0 0 0 0 0,0 0 0 0 0,0 0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0 0 0 0,0 0 0 0 0,0 1 0 0 0,0-1 0 0 0,0 0 0 0 0,0 0 0 0 0,0 0 0 0 0,0 0 0 0 0,1 0 0 0 0,-1 0 0 0 0,0 0 0 0 0,0 0 0 0 0,0 0 0 0 0,0 0 0 0 0,0 0 0 0 0,0 1 0 0 0,0-1 0 0 0,0 0 0 0 0,0 0 0 0 0,0 0 0 0 0,0 0 0 0 0,0 0 0 0 0,-5 7 0 0 0,-12 13 0 0 0,9-11 0 0 0,-1 1-1 0 0,-1-1 0 0 0,0 0 0 0 0,0 0 0 0 0,-24 14 0 0 0,-50 24 66 0 0,-107 34 140 0 0,10-4 38 0 0,-160 97 252 0 0,515-244-340 0 0,-75 34-118 0 0,-26 6 17 0 0,101-38-55 0 0,-159 63-10 0 0,153-47 86 0 0,-132 43 14 0 0,1 2 0 0 0,63-6 0 0 0,-95 13-84 0 0,-1 0 0 0 0,1 0 0 0 0,-1 0 0 0 0,0 1 0 0 0,1 0 0 0 0,5 2 0 0 0,-9-3-5 0 0,0 0 0 0 0,0 0 1 0 0,-1 0-1 0 0,1 1 1 0 0,0-1-1 0 0,-1 0 0 0 0,1 1 1 0 0,-1-1-1 0 0,1 0 1 0 0,0 1-1 0 0,-1-1 0 0 0,1 1 1 0 0,-1-1-1 0 0,1 1 1 0 0,-1-1-1 0 0,1 1 0 0 0,-1 0 1 0 0,0-1-1 0 0,1 1 1 0 0,-1-1-1 0 0,0 1 0 0 0,1 0 1 0 0,-1-1-1 0 0,0 1 1 0 0,0 0-1 0 0,0 0 0 0 0,1-1 1 0 0,-1 1-1 0 0,0 0 1 0 0,0-1-1 0 0,0 1 0 0 0,0 0 1 0 0,0 0-1 0 0,0-1 1 0 0,0 1-1 0 0,-1 0 0 0 0,1-1 1 0 0,0 1-1 0 0,0 0 1 0 0,-1 0-1 0 0,1-1 0 0 0,0 1 1 0 0,-1-1-1 0 0,1 1 1 0 0,0 0-1 0 0,-2 0 0 0 0,-2 5 2 0 0,0 0 0 0 0,0-1-1 0 0,-1 0 1 0 0,0 0 0 0 0,0 0-1 0 0,0 0 1 0 0,-12 6 0 0 0,-47 25 26 0 0,39-23-16 0 0,-98 59 66 0 0,-59 30 110 0 0,-216 79 836 0 0,373-169-967 0 0,-16 7 14 0 0,175-70 131 0 0,-32 10-212 0 0,-67 28-27 0 0,47-18 24 0 0,88-20-1 0 0,-153 47 19 0 0,-9 2 2 0 0,0 0 0 0 0,1 0 0 0 0,0 0 0 0 0,-1 1 0 0 0,1 1 0 0 0,13 0 0 0 0,-21 0-7 0 0,-1 0 0 0 0,0 0 0 0 0,0 0 0 0 0,1 0 0 0 0,-1 0 1 0 0,0 0-1 0 0,0 0 0 0 0,1 0 0 0 0,-1 0 0 0 0,0 0 0 0 0,0 0 1 0 0,0 0-1 0 0,1 0 0 0 0,-1 0 0 0 0,0 0 0 0 0,0 0 0 0 0,1 1 1 0 0,-1-1-1 0 0,0 0 0 0 0,0 0 0 0 0,0 0 0 0 0,1 0 0 0 0,-1 0 1 0 0,0 1-1 0 0,0-1 0 0 0,0 0 0 0 0,0 0 0 0 0,1 0 0 0 0,-1 1 1 0 0,0-1-1 0 0,0 0 0 0 0,0 0 0 0 0,0 1 0 0 0,0-1 0 0 0,0 0 1 0 0,0 0-1 0 0,0 1 0 0 0,0-1 0 0 0,-7 9-29 0 0,-14 6-90 0 0,20-15 113 0 0,-14 7 23 0 0,-2 0 1 0 0,1 0 0 0 0,-1-2 0 0 0,0 0 0 0 0,-20 3-1 0 0,-19 5 86 0 0,51-11-99 0 0,-40 9 46 0 0,2 3 1 0 0,0 2-1 0 0,-64 32 0 0 0,71-26-50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49.3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221 235 455 0 0,'-19'-17'1904'0'0,"-39"-26"-1"0"0,47 35-1448 0 0,7 6-314 0 0,1 0 0 0 0,-1 1 0 0 0,1-1 1 0 0,-1 1-1 0 0,0 0 0 0 0,0 0 0 0 0,-6-1 1 0 0,9 1-127 0 0,-1 1 0 0 0,1 0 0 0 0,0-1 0 0 0,0 1 0 0 0,-1 0 0 0 0,1 0 0 0 0,0 0 0 0 0,-1 0 0 0 0,1 1 0 0 0,0-1 0 0 0,0 0 0 0 0,-1 0 0 0 0,1 1 0 0 0,-10 8 1581 0 0,14-11-1571 0 0,1-1 64 0 0,0 0 1 0 0,0 0 0 0 0,0 1-1 0 0,1 0 1 0 0,8-4-1 0 0,40-13 1007 0 0,-36 11-624 0 0,27-7-1 0 0,-15 8-292 0 0,1-1 40 0 0,61-8 0 0 0,81-12-141 0 0,-93 12-65 0 0,71-9 222 0 0,-144 25-184 0 0,-8 5-28 0 0,-9 3 41 0 0,-85 25 328 0 0,-19 7-80 0 0,73-21-264 0 0,1 1 0 0 0,1 2 0 0 0,-49 36 0 0 0,-31 20-48 0 0,27-18 0 0 0,84-55-4 0 0,0 0-1 0 0,0 0 0 0 0,-1-1 0 0 0,-10 4 0 0 0,62-29 5 0 0,-1 0 0 0 0,68-28 0 0 0,114-45 0 0 0,-219 93-3 0 0,0 0-18 0 0,-1-1 0 0 0,1 1 0 0 0,-1 1 1 0 0,1-1-1 0 0,5 0 0 0 0,-9 1 20 0 0,0 0 0 0 0,0 0 0 0 0,1 0 0 0 0,-1 0 0 0 0,0 0 0 0 0,0 0 0 0 0,0 0 0 0 0,0 0 0 0 0,0 0 0 0 0,0 0 0 0 0,0 0 0 0 0,1 0 0 0 0,-1 0 0 0 0,0 0 0 0 0,0 0 0 0 0,0 1 0 0 0,0-1 0 0 0,0 0 0 0 0,0 0 0 0 0,0 0 0 0 0,0 0 0 0 0,0 0 0 0 0,1 0 0 0 0,-1 0 0 0 0,0 0 0 0 0,0 1 0 0 0,0-1 0 0 0,0 0 0 0 0,0 0 0 0 0,0 0 0 0 0,0 0 1 0 0,0 0-1 0 0,0 0 0 0 0,0 1 0 0 0,0-1 0 0 0,0 0 0 0 0,0 0 0 0 0,0 0 0 0 0,0 0 0 0 0,0 0 0 0 0,0 0 0 0 0,0 0 0 0 0,0 1 0 0 0,0-1 0 0 0,0 0 0 0 0,0 0 0 0 0,0 0 0 0 0,0 0 0 0 0,-1 0 0 0 0,1 0 0 0 0,0 0 0 0 0,0 1 0 0 0,0-1 0 0 0,0 0 0 0 0,0 0 0 0 0,0 0 0 0 0,0 0 0 0 0,0 0 0 0 0,0 0 0 0 0,-1 0 0 0 0,1 0 0 0 0,0 0 0 0 0,0 0 0 0 0,0 0 0 0 0,0 0 0 0 0,0 0 0 0 0,0 0 0 0 0,0 0 0 0 0,-1 1 0 0 0,-6 5 6 0 0,-14 8-5 0 0,0-1 0 0 0,-1-1 0 0 0,0-2 0 0 0,-25 10 0 0 0,-32 15 0 0 0,-5 9 0 0 0,-109 75 0 0 0,177-105 0 0 0,12-6 0 0 0,4-8 0 0 0,1 0 0 0 0,-1 0 0 0 0,0 0 0 0 0,0 1 0 0 0,0-1 0 0 0,1 0 0 0 0,-1 0 0 0 0,0 0 0 0 0,0 0 0 0 0,0 0 0 0 0,1 1 0 0 0,-1-1 0 0 0,0 0 0 0 0,0 0 0 0 0,1 0 0 0 0,-1 0 0 0 0,0 0 0 0 0,0 0 0 0 0,1 0 0 0 0,-1 0 0 0 0,0 0 0 0 0,0 0 0 0 0,1 0 0 0 0,-1 0 0 0 0,0 0 0 0 0,0 0 0 0 0,1 0 0 0 0,-1 0 0 0 0,0 0 0 0 0,0 0 0 0 0,1 0 0 0 0,-1-1 0 0 0,164-34 42 0 0,-90 16 40 0 0,-2 1-55 0 0,-30 7-5 0 0,2 1 0 0 0,66-7-1 0 0,-106 17-21 0 0,-1 0 0 0 0,0 0 0 0 0,0 0 0 0 0,1 0 0 0 0,-1 0 0 0 0,0 0 0 0 0,5 2 0 0 0,-8-2 0 0 0,0 0-1 0 0,0 0 1 0 0,0 0-1 0 0,0 0 1 0 0,0 0 0 0 0,1 0-1 0 0,-1 0 1 0 0,0 0-1 0 0,0 0 1 0 0,0 0-1 0 0,0 1 1 0 0,0-1-1 0 0,0 0 1 0 0,0 0-1 0 0,0 0 1 0 0,0 0-1 0 0,0 0 1 0 0,0 0 0 0 0,0 0-1 0 0,0 0 1 0 0,0 0-1 0 0,0 1 1 0 0,0-1-1 0 0,0 0 1 0 0,0 0-1 0 0,0 0 1 0 0,0 0-1 0 0,0 0 1 0 0,0 0-1 0 0,0 0 1 0 0,0 0-1 0 0,0 0 1 0 0,0 1 0 0 0,0-1-1 0 0,0 0 1 0 0,0 0-1 0 0,0 0 1 0 0,0 0-1 0 0,0 0 1 0 0,0 0-1 0 0,0 0 1 0 0,0 0-1 0 0,0 0 1 0 0,0 0-1 0 0,0 1 1 0 0,-1-1 0 0 0,1 0-1 0 0,0 0 1 0 0,0 0-1 0 0,0 0 1 0 0,0 0-1 0 0,0 0 1 0 0,-8 7-56 0 0,-12 4-45 0 0,-141 57 38 0 0,102-44 59 0 0,-10 3 4 0 0,-82 36 214 0 0,144-59-267 0 0,0 0 1 0 0,0 0 0 0 0,1 0 0 0 0,-9 9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43.3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320 350 455 0 0,'-13'-3'316'0'0,"0"0"-1"0"0,0-1 0 0 0,-16-7 0 0 0,17 6 322 0 0,-1 1 0 0 0,1 0 0 0 0,-18-3-1 0 0,14 2 121 0 0,14 4-580 0 0,0 0-1 0 0,-1 0 1 0 0,1 1-1 0 0,-1-1 0 0 0,0 1 1 0 0,-3-1-1 0 0,6 1-161 0 0,0 0 1 0 0,-1 0-1 0 0,1 0 0 0 0,0 0 0 0 0,0 0 0 0 0,0 0 0 0 0,0 0 0 0 0,0 0 0 0 0,-1 0 0 0 0,1 0 0 0 0,0 0 0 0 0,0 0 0 0 0,0 0 0 0 0,0 0 1 0 0,0 0-1 0 0,0 0 0 0 0,-1-1 0 0 0,1 1 0 0 0,0 0 0 0 0,0 0 0 0 0,0 0 45 0 0,0 0-45 0 0,-1 0 0 0 0,1 0 0 0 0,0-1 1 0 0,0 1-1 0 0,0 0 0 0 0,0 0 0 0 0,0 0 0 0 0,0 0 0 0 0,0 0 0 0 0,0-1 0 0 0,0 1 0 0 0,0 0 0 0 0,0 0 0 0 0,0 0 0 0 0,0 0 0 0 0,0 0 1 0 0,0 0-1 0 0,0-1 0 0 0,3-7 470 0 0,8-6 86 0 0,-5 9-395 0 0,0 0-1 0 0,0 0 0 0 0,1 1 0 0 0,-1-1 0 0 0,1 1 0 0 0,14-5 1 0 0,47-14 346 0 0,-30 12-383 0 0,28-7 169 0 0,1 2 0 0 0,92-8 0 0 0,39-8-176 0 0,-91 10-64 0 0,0 5-1 0 0,118-4 1 0 0,-186 20-59 0 0,277-25 99 0 0,-140 6-51 0 0,-131 16-50 0 0,-33 4-7 0 0,-1 0 0 0 0,21 2 0 0 0,7 1 0 0 0,-31-1 3 0 0,-8 4-10 0 0,-1-5 11 0 0,1-1 0 0 0,-1 1 0 0 0,0 0 0 0 0,1 0 1 0 0,-1-1-1 0 0,0 1 0 0 0,0 0 0 0 0,0-1 0 0 0,0 1 0 0 0,0-1 0 0 0,0 1 0 0 0,1-1 1 0 0,-3 1-1 0 0,-79 13 87 0 0,17-4-12 0 0,-190 47 337 0 0,-27 5-48 0 0,-97 19-23 0 0,206-43-260 0 0,-191 54 53 0 0,260-60-75 0 0,-68 15-54 0 0,131-45-9 0 0,216-45 808 0 0,-19 5-704 0 0,53-10 56 0 0,-117 29-95 0 0,81-13 116 0 0,400-29 21 0 0,-422 52-142 0 0,303-14-56 0 0,-101 1-4 0 0,-287 20-64 0 0,-100 17 64 0 0,-16 0-53 0 0,-55 9-1 0 0,19-5 9 0 0,-405 89 21 0 0,124-30 8 0 0,251-52 0 0 0,-212 54-64 0 0,37-12 88 0 0,-1 1 0 0 0,241-50 26 0 0,-12 2 12 0 0,65-24-46 0 0,7-2 0 0 0,148-31 0 0 0,219-26 144 0 0,-165 29-105 0 0,-112 14-11 0 0,149-14 128 0 0,-72 10-75 0 0,198-17-68 0 0,-195 24 4 0 0,-118 8-5 0 0,46-3-14 0 0,-64 9 2 0 0,-18 1 0 0 0,47 3 0 0 0,-4-1 0 0 0,-51-1 0 0 0,0 0 0 0 0,0 1 0 0 0,21 3 0 0 0,-32-3 0 0 0,1 0 0 0 0,-1-1 0 0 0,1 0 0 0 0,7-1 0 0 0,5 1 0 0 0,-11 1 0 0 0,-10 2 0 0 0,-12 3 0 0 0,-140 17-77 0 0,35-5 26 0 0,-142 12 51 0 0,-17 3 0 0 0,222-21-33 0 0,5 3-134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45.8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38 455 0 0,'-4'-37'2040'0'0,"4"45"-1632"0"0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49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187 336 1375 0 0,'2'-4'254'0'0,"0"0"0"0"0,0 0 0 0 0,1 0 0 0 0,0 0 0 0 0,-1 0 0 0 0,1 1 0 0 0,1-1 0 0 0,-1 1 0 0 0,0 0 0 0 0,7-4 0 0 0,-3 3 17 0 0,0 0 0 0 0,0 1-1 0 0,0 0 1 0 0,1 1 0 0 0,9-3 0 0 0,56-15-76 0 0,158-38 1379 0 0,-153 42-1032 0 0,80-6 0 0 0,51 0-390 0 0,103-19 290 0 0,-159 19-332 0 0,17-4 83 0 0,179-17 114 0 0,-345 43-309 0 0,35 0 34 0 0,-35 0-27 0 0,-1 0 0 0 0,1 0 1 0 0,-1 1-1 0 0,1 0 0 0 0,-1-1 0 0 0,1 2 0 0 0,-1-1 0 0 0,4 2 0 0 0,-6-3-1 0 0,-1 0-1 0 0,0 0 1 0 0,1 0-1 0 0,-1 1 0 0 0,0-1 1 0 0,0 0-1 0 0,1 0 1 0 0,-1 0-1 0 0,0 1 0 0 0,0-1 1 0 0,1 0-1 0 0,-1 1 1 0 0,0-1-1 0 0,0 0 1 0 0,0 0-1 0 0,0 1 0 0 0,1-1 1 0 0,-1 0-1 0 0,0 1 1 0 0,0-1-1 0 0,0 0 0 0 0,0 1 1 0 0,0-1-1 0 0,0 0 1 0 0,0 1-1 0 0,0-1 0 0 0,0 0 1 0 0,0 0-1 0 0,0 1 1 0 0,0 0-1 0 0,-7 8 89 0 0,-15 5-23 0 0,1-4-3 0 0,0-1 1 0 0,-36 11-1 0 0,-50 6 232 0 0,67-17-214 0 0,-452 92 551 0 0,378-78-598 0 0,-487 101-37 0 0,583-120 0 0 0,-368 73 0 0 0,366-74 16 0 0,-12 1 96 0 0,1 1 0 0 0,-1 2 0 0 0,-48 17 0 0 0,79-24-108 0 0,1 0-1 0 0,-1 1 1 0 0,0-1-1 0 0,0 0 1 0 0,1 1-1 0 0,-1-1 1 0 0,0 1-1 0 0,0-1 1 0 0,1 0 0 0 0,-1 1-1 0 0,1 0 1 0 0,-1-1-1 0 0,0 1 1 0 0,1-1-1 0 0,-1 1 1 0 0,0 0-1 0 0,1 0-2 0 0,0-1-1 0 0,0 0 0 0 0,0 1 0 0 0,0-1 1 0 0,1 0-1 0 0,-1 0 0 0 0,0 1 1 0 0,0-1-1 0 0,0 0 0 0 0,0 1 1 0 0,0-1-1 0 0,0 0 0 0 0,0 0 1 0 0,1 1-1 0 0,-1-1 0 0 0,0 0 1 0 0,0 0-1 0 0,0 0 0 0 0,0 1 1 0 0,1-1-1 0 0,-1 0 0 0 0,0 0 1 0 0,0 0-1 0 0,1 0 0 0 0,-1 1 0 0 0,0-1 1 0 0,0 0-1 0 0,1 0 0 0 0,-1 0 1 0 0,4 2-2 0 0,-1-1 0 0 0,1 0 0 0 0,-1 0 0 0 0,1-1 0 0 0,6 2 0 0 0,48 0 45 0 0,-1-2-1 0 0,69-10 0 0 0,115-26 325 0 0,-191 28-266 0 0,861-147 834 0 0,-416 109-760 0 0,-439 44-192 0 0,-77 14 80 0 0,-21 3-49 0 0,-1-3 0 0 0,-81 13-1 0 0,87-19 38 0 0,-1103 213 775 0 0,696-110-741 0 0,333-80-79 0 0,106-28-7 0 0,2 0 0 0 0,0 0 0 0 0,0-1 0 0 0,0 1 0 0 0,0 0 0 0 0,1 0 0 0 0,-1 1 0 0 0,0-1 0 0 0,-4 4 0 0 0,7-5 0 0 0,0 0 0 0 0,0 0 0 0 0,0 0 0 0 0,-1 0 0 0 0,1 1 0 0 0,0-1 0 0 0,0 0 0 0 0,0 0 0 0 0,0 0 0 0 0,0 0 0 0 0,0 1 0 0 0,0-1 0 0 0,0 0 0 0 0,0 0 0 0 0,1 0 0 0 0,-1 0 0 0 0,0 0 0 0 0,0 1 0 0 0,0-1 0 0 0,0 0 0 0 0,0 0 0 0 0,0 0 0 0 0,0 0 0 0 0,0 0 0 0 0,0 1 0 0 0,0-1 0 0 0,0 0 0 0 0,1 0 0 0 0,-1 0 0 0 0,0 0 0 0 0,0 0 0 0 0,0 0 0 0 0,0 0 0 0 0,0 0 0 0 0,0 1 0 0 0,1-1 0 0 0,-1 0 0 0 0,0 0 0 0 0,0 0 0 0 0,0 0 0 0 0,0 0 0 0 0,0 0 0 0 0,1 0 0 0 0,-1 0 0 0 0,0 0 0 0 0,0 0 0 0 0,0 0 0 0 0,0 0 0 0 0,1 0 0 0 0,-1 0 0 0 0,0 0 0 0 0,0 0 0 0 0,11 1 0 0 0,9-1 1 0 0,-1-1-1 0 0,0-1 0 0 0,0-1 1 0 0,31-9-1 0 0,-18 4 14 0 0,99-21 114 0 0,284-60 152 0 0,-213 49-253 0 0,311-54-14 0 0,-64 50-13 0 0,-444 44 0 0 0,10-1-5 0 0,24 2 0 0 0,-34 1-13 0 0,-8 1 1 0 0,-11 2-2 0 0,-200 34-585 0 0,-101 24-2901 0 0,213-36-1234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54.5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422 273 3223 0 0,'3'-10'14'0'0,"2"0"0"0"0,0 1 0 0 0,0-1 0 0 0,0 1-1 0 0,1 1 1 0 0,11-13 0 0 0,0 2 352 0 0,31-26-1 0 0,-25 26 0 0 0,0 1 0 0 0,46-26 0 0 0,-52 35-202 0 0,1 1 0 0 0,0 0 1 0 0,0 1-1 0 0,0 1 1 0 0,25-5-1 0 0,-42 11-156 0 0,0 0 0 0 0,0 0 0 0 0,0-1 0 0 0,0 1 0 0 0,0 0 1 0 0,0 0-1 0 0,0 0 0 0 0,0 0 0 0 0,0 0 0 0 0,0 0 0 0 0,0 0 0 0 0,0 0 0 0 0,0 0 0 0 0,0 1 0 0 0,2-1 0 0 0,-3 1-4 0 0,-1-1-1 0 0,1 1 0 0 0,0-1 1 0 0,0 0-1 0 0,0 1 1 0 0,0-1-1 0 0,0 1 0 0 0,0-1 1 0 0,0 0-1 0 0,0 1 0 0 0,-1-1 1 0 0,1 0-1 0 0,0 1 1 0 0,0-1-1 0 0,-1 0 0 0 0,1 0 1 0 0,0 1-1 0 0,0-1 0 0 0,-1 0 1 0 0,1 1-1 0 0,0-1 0 0 0,-1 0 1 0 0,1 0-1 0 0,0 0 1 0 0,-1 1-1 0 0,-30 18 136 0 0,-604 264 1414 0 0,617-276-1513 0 0,2 0 5 0 0,0-1-1 0 0,1 2 0 0 0,-1 0 1 0 0,-22 16-1 0 0,38-24-40 0 0,-1 1 0 0 0,1-1-1 0 0,0 0 1 0 0,-1 0-1 0 0,1 0 1 0 0,0 1 0 0 0,-1-1-1 0 0,1 0 1 0 0,0 0 0 0 0,-1 1-1 0 0,1-1 1 0 0,0 0-1 0 0,0 1 1 0 0,-1-1 0 0 0,1 0-1 0 0,0 1 1 0 0,0-1-1 0 0,0 0 1 0 0,-1 1 0 0 0,1-1-1 0 0,0 1 1 0 0,0-1-1 0 0,0 0 1 0 0,0 1 0 0 0,0-1-1 0 0,0 1 1 0 0,9 1 17 0 0,19-7 9 0 0,-26 5-15 0 0,48-13 150 0 0,62-23 0 0 0,43-28 392 0 0,-134 55-487 0 0,93-43 144 0 0,113-43-89 0 0,-219 93-120 0 0,2-2 33 0 0,1 1 1 0 0,-1 0 0 0 0,1 0 0 0 0,19-1-1 0 0,-30 5-38 0 0,0-1 0 0 0,0 0 0 0 0,-1 0-1 0 0,1 0 1 0 0,0 0 0 0 0,0 0 0 0 0,0 0-1 0 0,0 0 1 0 0,0 0 0 0 0,0 0 0 0 0,0 0-1 0 0,0 0 1 0 0,0 0 0 0 0,0 0 0 0 0,0 0-1 0 0,0 0 1 0 0,0 0 0 0 0,0 0 0 0 0,0 0-1 0 0,0 0 1 0 0,0 0 0 0 0,0 0 0 0 0,0 0-1 0 0,0 0 1 0 0,0 0 0 0 0,0 0 0 0 0,0 0-1 0 0,0 0 1 0 0,0 1 0 0 0,0-1 0 0 0,0 0-1 0 0,0 0 1 0 0,0 0 0 0 0,0 0 0 0 0,0 0-1 0 0,0 0 1 0 0,0 0 0 0 0,0 0 0 0 0,0 0-1 0 0,0 0 1 0 0,0 0 0 0 0,0 0 0 0 0,0 0-1 0 0,0 0 1 0 0,0 0 0 0 0,1 0 0 0 0,-1 0-1 0 0,0 0 1 0 0,0 0 0 0 0,0 0 0 0 0,0 0 0 0 0,0 0-1 0 0,0 0 1 0 0,0 0 0 0 0,0 0 0 0 0,0 0-1 0 0,0 0 1 0 0,0 0 0 0 0,0 0 0 0 0,0 0-1 0 0,0 0 1 0 0,0 0 0 0 0,0 0 0 0 0,0 0-1 0 0,-5 4-17 0 0,-8 4 23 0 0,-145 61 207 0 0,86-40-90 0 0,-253 102 1115 0 0,321-129-1224 0 0,0 0 0 0 0,0 0-1 0 0,0 0 1 0 0,0 0-1 0 0,1 1 1 0 0,-1-1 0 0 0,1 1-1 0 0,-1 0 1 0 0,1 0-1 0 0,-3 4 1 0 0,4-5-12 0 0,1 0 0 0 0,0 0 0 0 0,0 1 0 0 0,0-1 0 0 0,0 0 0 0 0,0 0 0 0 0,1 1 0 0 0,-1-1 0 0 0,1 0 0 0 0,-1 1 0 0 0,1-1 0 0 0,0 1 0 0 0,0-1 0 0 0,0 0 0 0 0,0 1 0 0 0,1-1 0 0 0,-1 0 0 0 0,1 1 0 0 0,-1-1 0 0 0,2 4 0 0 0,5 12 0 0 0,1 4 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57.9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0 351 1839 0 0,'4'-1'116'0'0,"0"-1"-1"0"0,1 1 0 0 0,-1 0 0 0 0,0 0 0 0 0,1 0 0 0 0,5 0 0 0 0,11-1 319 0 0,104-22 542 0 0,200-42 782 0 0,-4-24-282 0 0,100-36 128 0 0,-380 115-2823 0 0,84-10 0 0 0,-90 19-1549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58.3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61 417 2719 0 0,'-11'-3'88'0'0,"7"3"-66"0"0,0-1 1 0 0,0 0-1 0 0,0 0 1 0 0,0 0-1 0 0,1-1 0 0 0,-1 1 1 0 0,0-1-1 0 0,-5-3 1 0 0,8 4 37 0 0,0 0 0 0 0,1 0 1 0 0,-1 1-1 0 0,0-1 0 0 0,1 0 1 0 0,-1 0-1 0 0,0 0 0 0 0,1 0 1 0 0,-1 0-1 0 0,1 0 0 0 0,-1 0 1 0 0,1 0-1 0 0,0 0 0 0 0,-1 0 1 0 0,1 0-1 0 0,0 0 0 0 0,0 0 0 0 0,0 0 1 0 0,0-1-1 0 0,0 1 0 0 0,0 0 1 0 0,0 0-1 0 0,0 0 0 0 0,0 0 1 0 0,1 0-1 0 0,-1 0 0 0 0,0 0 1 0 0,1 0-1 0 0,-1 0 0 0 0,1 0 1 0 0,-1 0-1 0 0,1 0 0 0 0,-1 0 1 0 0,1 0-1 0 0,0 0 0 0 0,-1 0 0 0 0,1 0 1 0 0,0 1-1 0 0,1-2 0 0 0,4-4 297 0 0,1 2 0 0 0,-1-1-1 0 0,1 1 1 0 0,11-6 0 0 0,-10 6-168 0 0,33-18 1155 0 0,71-26-1 0 0,47-5-333 0 0,14-5-438 0 0,-77 23-405 0 0,2 3-1 0 0,111-20 0 0 0,-66 32-589 0 0,-82 15-2579 0 0,-10 3-760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59.4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11 377 1887 0 0,'0'0'1'0'0,"-1"0"0"0"0,1 0-1 0 0,-1 0 1 0 0,1-1 0 0 0,-1 1 0 0 0,1 0-1 0 0,-1 0 1 0 0,1 0 0 0 0,-1-1-1 0 0,1 1 1 0 0,-1 0 0 0 0,1 0-1 0 0,0-1 1 0 0,-1 1 0 0 0,1 0-1 0 0,-1-1 1 0 0,1 1 0 0 0,0-1-1 0 0,-1 1 1 0 0,1 0 0 0 0,0-1-1 0 0,0 1 1 0 0,-1-1 0 0 0,1 1-1 0 0,0-1 1 0 0,0 1 0 0 0,-1-2-1 0 0,1 1 8 0 0,0 0 0 0 0,0 0-1 0 0,0 0 1 0 0,1 0 0 0 0,-1 0-1 0 0,0 0 1 0 0,0 0 0 0 0,1 0-1 0 0,-1 1 1 0 0,0-1 0 0 0,1 0-1 0 0,-1 0 1 0 0,1 0-1 0 0,-1 0 1 0 0,1-1 0 0 0,4-2 93 0 0,-1 0 0 0 0,1 0 1 0 0,-1 1-1 0 0,1-1 0 0 0,0 1 1 0 0,0 0-1 0 0,1 1 0 0 0,-1-1 0 0 0,0 1 1 0 0,9-3-1 0 0,-3 1 27 0 0,416-159 5082 0 0,-252 96-2912 0 0,-124 51-1724 0 0,77-16 0 0 0,124 5-1059 0 0,-184 23-3582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2:03.1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161 335 3223 0 0,'0'0'5'0'0,"-2"0"-64"0"0,0 0-1 0 0,-1-1 1 0 0,1 1 0 0 0,0-1-1 0 0,0 1 1 0 0,0-1-1 0 0,1 0 1 0 0,-1 0 0 0 0,0 0-1 0 0,0 0 1 0 0,0 0 0 0 0,1 0-1 0 0,-1 0 1 0 0,0 0-1 0 0,-2-4 1 0 0,1 2 244 0 0,0 0 0 0 0,0 0-1 0 0,0 0 1 0 0,1-1 0 0 0,-1 1 0 0 0,1-1 0 0 0,-4-7-1 0 0,6 10-73 0 0,-1-1 0 0 0,1 0-1 0 0,0 1 1 0 0,-1-1 0 0 0,1 0-1 0 0,0 1 1 0 0,0-1 0 0 0,0 0-1 0 0,0 1 1 0 0,1-1 0 0 0,-1 0 0 0 0,0 1-1 0 0,1-1 1 0 0,-1 0 0 0 0,1 1-1 0 0,-1-1 1 0 0,1 1 0 0 0,0-1-1 0 0,0 1 1 0 0,-1-1 0 0 0,1 1-1 0 0,0-1 1 0 0,3-1 0 0 0,2-3-54 0 0,0 0 1 0 0,0 1 0 0 0,1 0 0 0 0,-1 0-1 0 0,2 1 1 0 0,-1-1 0 0 0,0 1 0 0 0,1 1-1 0 0,-1 0 1 0 0,1 0 0 0 0,13-3 0 0 0,7 0-62 0 0,-1 1 1 0 0,32-2-1 0 0,24 2 16 0 0,42-4 184 0 0,21-12 172 0 0,174-15 418 0 0,-35 19-355 0 0,-95-2-365 0 0,178-13 340 0 0,-78 8-351 0 0,-250 19-71 0 0,1 2 0 0 0,0 2 0 0 0,41 5 0 0 0,-58 2 16 0 0,-24-6 0 0 0,1 0 0 0 0,-1 0 0 0 0,0 0 0 0 0,1 0 0 0 0,-1 0 0 0 0,0 0 0 0 0,1 0 0 0 0,-1 0 0 0 0,0 1 0 0 0,1-1 0 0 0,-1 0 0 0 0,0 0 0 0 0,1 0 0 0 0,-1 0 0 0 0,0 1 0 0 0,1-1 0 0 0,-1 0 0 0 0,0 0 0 0 0,0 1 0 0 0,1-1 0 0 0,-1 0 0 0 0,0 1 0 0 0,0-1 0 0 0,0 0 0 0 0,0 1 0 0 0,1-1 0 0 0,-1 0 0 0 0,0 1 0 0 0,0-1 0 0 0,0 0 0 0 0,0 1 0 0 0,0-1 0 0 0,0 0 0 0 0,0 1 0 0 0,0-1 0 0 0,0 0 0 0 0,0 1 0 0 0,0-1 0 0 0,0 1 0 0 0,0-1 0 0 0,0 0 0 0 0,0 1 0 0 0,0-1 0 0 0,-1 0 0 0 0,1 1 0 0 0,0-1 0 0 0,0 0 0 0 0,0 0 0 0 0,0 1 0 0 0,-1-1 0 0 0,1 0 0 0 0,0 1 0 0 0,0-1 0 0 0,-1 0 0 0 0,1 0 0 0 0,0 1 0 0 0,0-1 0 0 0,-1 0 0 0 0,1 0 0 0 0,0 0 0 0 0,-1 1 0 0 0,-10 5 14 0 0,0 0 0 0 0,0-1 0 0 0,-1 0 0 0 0,1-1-1 0 0,-1 0 1 0 0,0 0 0 0 0,-22 2 0 0 0,7 0 82 0 0,-102 24 244 0 0,-149 33 113 0 0,-516 82-420 0 0,734-135-52 0 0,-1 1 14 0 0,-350 48 84 0 0,383-57-79 0 0,-130 13 0 0 0,117-9 0 0 0,-72 20 0 0 0,50-6 0 0 0,115-27-16 0 0,233-57 16 0 0,443-6 272 0 0,-429 52-272 0 0,59-3 0 0 0,83-20 196 0 0,-347 33-288 0 0,-321 43 421 0 0,103-14-154 0 0,-696 84 238 0 0,772-99-410 0 0,-158 21-3 0 0,-85 8 0 0 0,-194 28 101 0 0,386-48-84 0 0,94-14-23 0 0,-22 3 56 0 0,18 2-20 0 0,9-6-29 0 0,0 0-1 0 0,0 1 0 0 0,-1-1 0 0 0,1 0 1 0 0,0 1-1 0 0,0-1 0 0 0,0 0 0 0 0,0 1 1 0 0,0-1-1 0 0,0 0 0 0 0,0 1 0 0 0,0-1 1 0 0,0 0-1 0 0,1 0 0 0 0,-1 1 1 0 0,0-1-1 0 0,0 0 0 0 0,0 1 0 0 0,0-1 1 0 0,0 0-1 0 0,0 1 0 0 0,1-1 0 0 0,-1 0 1 0 0,0 0-1 0 0,0 1 0 0 0,0-1 0 0 0,1 0 1 0 0,-1 0-1 0 0,0 0 0 0 0,1 1 0 0 0,7 6-792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2:15.74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98 137 1375 0 0,'-6'-4'11224'0'0,"120"-45"-10301"0"0,-56 16-642 0 0,-34 18 153 0 0,30-13 0 0 0,-40 21-300 0 0,-20 10-131 0 0,-25 12 33 0 0,-47 32-1 0 0,1 3 311 0 0,47-31-80 0 0,1 0 0 0 0,1 2 1 0 0,-29 28-1 0 0,53-46-162 0 0,-9 12 139 0 0,13-15-237 0 0,0 0 1 0 0,-1 1-1 0 0,1-1 1 0 0,0 1-1 0 0,0-1 1 0 0,0 1-1 0 0,-1-1 1 0 0,1 1-1 0 0,0-1 1 0 0,0 1-1 0 0,0-1 1 0 0,0 1-1 0 0,0-1 1 0 0,0 1-1 0 0,0-1 1 0 0,0 1-1 0 0,0-1 1 0 0,0 1-1 0 0,0-1 1 0 0,0 1-1 0 0,0-1 1 0 0,0 1-1 0 0,1-1 1 0 0,-1 1-1 0 0,0-1 1 0 0,0 1-1 0 0,0-1 1 0 0,1 1-1 0 0,-1-1 1 0 0,0 0-1 0 0,1 1 1 0 0,2-1 4 0 0,-1 0-1 0 0,1 0 1 0 0,-1 0 0 0 0,1-1 0 0 0,-1 1 0 0 0,1-1 0 0 0,-1 0 0 0 0,1 0 0 0 0,-1 0 0 0 0,3-1 0 0 0,-4 1-17 0 0,50-22-68 0 0,-20 8 83 0 0,0 1-1 0 0,2 1 0 0 0,-1 2 1 0 0,47-10-1 0 0,-52 19 24 0 0,-15 5-10 0 0,-12-3-21 0 0,0 0-1 0 0,0 1 0 0 0,0-1 0 0 0,1 0 1 0 0,-1 1-1 0 0,0-1 0 0 0,0 0 0 0 0,0 0 1 0 0,0 1-1 0 0,0-1 0 0 0,0 0 1 0 0,0 1-1 0 0,0-1 0 0 0,0 0 0 0 0,0 1 1 0 0,-1-1-1 0 0,1 0 0 0 0,0 1 1 0 0,0-1-1 0 0,0 0 0 0 0,0 0 0 0 0,0 1 1 0 0,0-1-1 0 0,-1 0 0 0 0,1 0 0 0 0,0 1 1 0 0,0-1-1 0 0,0 0 0 0 0,-1 0 1 0 0,1 1-1 0 0,0-1 0 0 0,0 0 0 0 0,-1 0 1 0 0,1 0-1 0 0,-1 1 0 0 0,-32 31 12 0 0,8-8 14 0 0,-37 45 0 0 0,37-38-26 0 0,-34 34 0 0 0,12-24 226 0 0,46-40-212 0 0,15-6-134 0 0,126-57 552 0 0,-115 51-368 0 0,1 1 0 0 0,0 1 0 0 0,29-6 0 0 0,-54 15-63 0 0,-1 0 1 0 0,0 0-1 0 0,0 0 0 0 0,0 0 0 0 0,0 0 0 0 0,1 0 1 0 0,-1 0-1 0 0,0 0 0 0 0,0 0 0 0 0,0 0 0 0 0,1 0 0 0 0,-1 0 1 0 0,0 0-1 0 0,0 0 0 0 0,0 0 0 0 0,0 0 0 0 0,1 0 0 0 0,-1 0 1 0 0,0 0-1 0 0,0 0 0 0 0,0 0 0 0 0,1 0 0 0 0,-1 0 1 0 0,0 0-1 0 0,0 0 0 0 0,0 0 0 0 0,0 1 0 0 0,0-1 0 0 0,1 0 1 0 0,-1 0-1 0 0,0 0 0 0 0,0 0 0 0 0,0 1 0 0 0,-2 5 13 0 0,1-3-6 0 0,0-1 0 0 0,-1-1 0 0 0,1 1 0 0 0,-1 0 0 0 0,1 0 0 0 0,-1 0 0 0 0,-3 1 0 0 0,-55 36 22 0 0,26-18 117 0 0,2 0 1 0 0,-57 50 0 0 0,87-66 173 0 0,9-7-154 0 0,14-8 34 0 0,84-58-65 0 0,-80 50-136 0 0,-23 17 0 0 0,-3 2 0 0 0,-13 9 0 0 0,13-10 0 0 0,-9 6 9 0 0,1 1 0 0 0,0 0 1 0 0,1 0-1 0 0,-1 1 0 0 0,1 0 0 0 0,-13 17 0 0 0,13-12-9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2:17.75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157 147 919 0 0,'-2'0'125'0'0,"1"-1"1"0"0,0 1-1 0 0,0 0 0 0 0,-1-1 0 0 0,1 1 0 0 0,0 0 0 0 0,0-1 0 0 0,0 0 0 0 0,0 1 0 0 0,-2-2 0 0 0,-6-2 787 0 0,2 3 69 0 0,-1 0 0 0 0,1 1 0 0 0,-1-1 0 0 0,-10 2 0 0 0,-6 1 1906 0 0,64-23-439 0 0,150-69 839 0 0,-178 85-3072 0 0,-5 1-54 0 0,0 1 0 0 0,0 0 0 0 0,1 0 0 0 0,-1 1-1 0 0,1 0 1 0 0,14-2 0 0 0,-24 8-130 0 0,-1-1-1 0 0,0 0 1 0 0,0 0-1 0 0,0 0 0 0 0,-5 2 1 0 0,-226 157 22 0 0,144-105 10 0 0,76-48-62 0 0,7-7-1 0 0,5-2 0 0 0,6-1 0 0 0,16-8 0 0 0,188-77 0 0 0,-179 73 119 0 0,1 2 0 0 0,0 1-1 0 0,1 1 1 0 0,0 1 0 0 0,40-3-1 0 0,-64 10-58 0 0,-1 1-1 0 0,0 0 0 0 0,10 2 1 0 0,-16-2-54 0 0,1 0 1 0 0,0 0-1 0 0,0 0 0 0 0,-1 0 1 0 0,1 1-1 0 0,0-1 1 0 0,0 0-1 0 0,-1 1 1 0 0,1-1-1 0 0,0 0 1 0 0,-1 1-1 0 0,1-1 1 0 0,0 1-1 0 0,-1-1 1 0 0,1 1-1 0 0,0 0 1 0 0,-1 0-4 0 0,0-1 0 0 0,0 1 0 0 0,0-1-1 0 0,1 1 1 0 0,-1 0 0 0 0,0-1 0 0 0,0 1 0 0 0,0-1 0 0 0,0 1 0 0 0,-1-1 0 0 0,1 1 0 0 0,0-1 0 0 0,0 1 0 0 0,0 0 0 0 0,0-1 0 0 0,-1 1 0 0 0,1-1 0 0 0,0 1 0 0 0,0-1 0 0 0,-1 1 0 0 0,1-1 0 0 0,0 0 0 0 0,-1 1 0 0 0,1-1 0 0 0,0 1 0 0 0,-2 0 0 0 0,-10 11 16 0 0,-1-1 1 0 0,0 0-1 0 0,-1-1 0 0 0,-1 0 0 0 0,-17 8 0 0 0,10-4-10 0 0,-223 149 223 0 0,240-160-232 0 0,1 1 0 0 0,0-1 0 0 0,0 1 0 0 0,0-1 0 0 0,0 1 0 0 0,1 0 0 0 0,-7 9 0 0 0,16-13 0 0 0,14-7 0 0 0,8-6 0 0 0,22-12 0 0 0,79-25 0 0 0,-93 38-11 0 0,-21 6 2 0 0,0 1 0 0 0,1 1 1 0 0,-1 0-1 0 0,1 1 0 0 0,21-1 0 0 0,-37 4 13 0 0,0 0 0 0 0,1 0 1 0 0,-1 0-1 0 0,0 0 0 0 0,1 0 0 0 0,-1 0 0 0 0,1 0 0 0 0,-1 0 0 0 0,0 0 1 0 0,1 0-1 0 0,-1 0 0 0 0,1 0 0 0 0,-1 0 0 0 0,0 0 0 0 0,1 1 0 0 0,-1-1 0 0 0,0 0 1 0 0,1 0-1 0 0,-1 0 0 0 0,0 0 0 0 0,1 1 0 0 0,-1-1 0 0 0,0 0 0 0 0,0 1 1 0 0,1-1-1 0 0,-1 0 0 0 0,0 0 0 0 0,0 1 0 0 0,1-1 0 0 0,-1 0 0 0 0,0 1 0 0 0,0 0 9 0 0,0 0-1 0 0,0-1 0 0 0,0 1 0 0 0,0 0 0 0 0,0 0 0 0 0,-1-1 0 0 0,1 1 0 0 0,0 0 1 0 0,-1-1-1 0 0,1 1 0 0 0,0 0 0 0 0,-1-1 0 0 0,1 1 0 0 0,-2 1 0 0 0,-19 19 226 0 0,-14 7-135 0 0,-16 13 821 0 0,-78 50 1 0 0,113-82-909 0 0,3-2-199 0 0,0 1 1 0 0,0 0 0 0 0,-21 19 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17.02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790 174 3679 0 0,'1'-22'894'0'0,"-1"-18"1899"0"0,-1 36-2620 0 0,0 1 0 0 0,-1-1 0 0 0,1 1 1 0 0,-1 0-1 0 0,0-1 0 0 0,1 1 0 0 0,-1 0 0 0 0,-1 0 0 0 0,1 0 0 0 0,0 1 0 0 0,-1-1 0 0 0,1 1 1 0 0,-1-1-1 0 0,0 1 0 0 0,-4-3 0 0 0,-2-1-31 0 0,0 0 0 0 0,-1 0-1 0 0,-17-7 1 0 0,11 7-58 0 0,0 0 0 0 0,0 2-1 0 0,0-1 1 0 0,-1 2 0 0 0,1 0-1 0 0,-1 1 1 0 0,0 1-1 0 0,0 1 1 0 0,0 0 0 0 0,1 1-1 0 0,-1 0 1 0 0,0 2 0 0 0,1 0-1 0 0,-19 6 1 0 0,-1 3-27 0 0,1 1 1 0 0,0 2-1 0 0,1 1 0 0 0,1 2 1 0 0,1 2-1 0 0,-49 37 0 0 0,66-45-41 0 0,0 1 0 0 0,1 0 0 0 0,0 2-1 0 0,1-1 1 0 0,1 2 0 0 0,0-1 0 0 0,-10 20-1 0 0,17-27 15 0 0,1 0 0 0 0,0 0 0 0 0,1 0 0 0 0,0 1 0 0 0,0-1 0 0 0,1 1 0 0 0,0 0-1 0 0,1 0 1 0 0,0 0 0 0 0,0 0 0 0 0,1 0 0 0 0,0 0 0 0 0,0 0 0 0 0,1-1 0 0 0,0 1 0 0 0,1 0-1 0 0,5 16 1 0 0,-4-16 7 0 0,0 0 0 0 0,1 0-1 0 0,0-1 1 0 0,1 1-1 0 0,7 10 1 0 0,-9-15-25 0 0,1-1 1 0 0,-1 1-1 0 0,1-1 0 0 0,-1 0 1 0 0,1 0-1 0 0,0 0 0 0 0,0 0 1 0 0,0-1-1 0 0,0 0 0 0 0,1 0 1 0 0,-1 0-1 0 0,9 2 0 0 0,-1-1 94 0 0,0-1 0 0 0,0 0-1 0 0,0-1 1 0 0,1 0 0 0 0,-1-1 0 0 0,1-1-1 0 0,-1 0 1 0 0,0 0 0 0 0,17-5-1 0 0,6-3 142 0 0,65-27 0 0 0,-96 34-243 0 0,148-69 50 0 0,-137 63-55 0 0,0-2 1 0 0,0 0-1 0 0,-1 0 1 0 0,0-2-1 0 0,-1 0 0 0 0,0 0 1 0 0,15-20-1 0 0,-25 27 1 0 0,0 0 0 0 0,0 0 0 0 0,-1 0 0 0 0,1 0 0 0 0,-1-1 0 0 0,0 1 0 0 0,-1-1 0 0 0,0 1 0 0 0,1-1 0 0 0,-2 0 0 0 0,1 1 0 0 0,-1-1 0 0 0,0 0 0 0 0,0 0 0 0 0,0 1 0 0 0,-1-1 0 0 0,0 0 0 0 0,0 1 0 0 0,-1-1 0 0 0,1 1 0 0 0,-1-1 0 0 0,0 1 0 0 0,-1 0 0 0 0,1-1 0 0 0,-1 1 0 0 0,0 1 0 0 0,0-1 0 0 0,-1 0 0 0 0,1 1 0 0 0,-1-1 0 0 0,0 1 0 0 0,0 0 0 0 0,-1 1 0 0 0,1-1 0 0 0,-10-5 0 0 0,10 7 17 0 0,0 0-1 0 0,-1 0 1 0 0,1 1 0 0 0,-1-1-1 0 0,0 1 1 0 0,0 0-1 0 0,1 0 1 0 0,-1 1-1 0 0,0-1 1 0 0,0 1-1 0 0,0 0 1 0 0,0 0 0 0 0,1 1-1 0 0,-1 0 1 0 0,0-1-1 0 0,0 2 1 0 0,1-1-1 0 0,-6 2 1 0 0,-9 5 91 0 0,0 0-1 0 0,-34 22 1 0 0,43-25-126 0 0,2 1 25 0 0,-53 32 63 0 0,54-33-62 0 0,0 0 0 0 0,1 1 0 0 0,-1 0 0 0 0,1 0-1 0 0,-10 14 1 0 0,15-18-125 0 0,0 0 0 0 0,0 0-1 0 0,0 0 1 0 0,0 0 0 0 0,0 0-1 0 0,1 0 1 0 0,-1 0 0 0 0,0 2-1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18.21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566 105 1375 0 0,'-4'-5'655'0'0,"1"0"0"0"0,-1 0-1 0 0,1-1 1 0 0,-4-8-1 0 0,-2-4 381 0 0,7 14-838 0 0,-1 1-1 0 0,1-1 1 0 0,-1 1-1 0 0,1-1 1 0 0,-1 1-1 0 0,0 0 1 0 0,0 0-1 0 0,0 0 1 0 0,-1 1-1 0 0,1-1 1 0 0,-1 1-1 0 0,1 0 1 0 0,-1 0-1 0 0,0 0 1 0 0,0 0-1 0 0,-4-1 1 0 0,3 2-96 0 0,0 0 0 0 0,0 1 0 0 0,0-1 0 0 0,1 1 0 0 0,-1 0 0 0 0,0 0-1 0 0,0 1 1 0 0,0-1 0 0 0,1 1 0 0 0,-1 0 0 0 0,0 1 0 0 0,1-1 0 0 0,-1 1 0 0 0,-4 2 0 0 0,-10 5-13 0 0,0 2 1 0 0,1 0-1 0 0,-22 18 0 0 0,-47 46-4 0 0,52-44-33 0 0,28-25-44 0 0,-22 18 269 0 0,2 1 0 0 0,1 1 0 0 0,-40 52 0 0 0,62-72-196 0 0,0 1 1 0 0,1 0 0 0 0,0-1-1 0 0,0 1 1 0 0,0 0 0 0 0,1 0-1 0 0,0 0 1 0 0,1 1 0 0 0,-1-1-1 0 0,1 0 1 0 0,1 1 0 0 0,-1-1-1 0 0,1 1 1 0 0,1-1 0 0 0,-1 0-1 0 0,3 10 1 0 0,-2-13-49 0 0,0 1 0 0 0,0-1-1 0 0,1 0 1 0 0,0 0 0 0 0,-1 1 0 0 0,1-1-1 0 0,1 0 1 0 0,-1-1 0 0 0,1 1 0 0 0,-1 0 0 0 0,1-1-1 0 0,0 1 1 0 0,0-1 0 0 0,1 0 0 0 0,-1 0 0 0 0,1 0-1 0 0,-1-1 1 0 0,1 1 0 0 0,0-1 0 0 0,0 0-1 0 0,0 0 1 0 0,0 0 0 0 0,0 0 0 0 0,1-1 0 0 0,-1 0-1 0 0,0 0 1 0 0,9 1 0 0 0,-2-1 43 0 0,0-1-1 0 0,0 0 1 0 0,0-1 0 0 0,0-1 0 0 0,0 0 0 0 0,0 0-1 0 0,0-1 1 0 0,0 0 0 0 0,-1-1 0 0 0,14-6-1 0 0,-7 1 20 0 0,0 0 0 0 0,-1-1 0 0 0,0 0 0 0 0,0-1-1 0 0,17-18 1 0 0,-4 1 67 0 0,39-49-1 0 0,-56 61-134 0 0,-1 0 1 0 0,0-1-1 0 0,-1 0 1 0 0,-1 0 0 0 0,9-24-1 0 0,-17 38-22 0 0,0 0 0 0 0,0-1 0 0 0,0 1 0 0 0,-1-1 0 0 0,1 1 0 0 0,-1-1 0 0 0,1 1 0 0 0,-1 0 0 0 0,0-1 0 0 0,-1 1 0 0 0,1-1 0 0 0,-1 1 0 0 0,1-1 0 0 0,-1 1 0 0 0,0 0 0 0 0,0-1 0 0 0,-2-2 0 0 0,1 2 4 0 0,-1 0-1 0 0,1 1 1 0 0,-1-1 0 0 0,0 1 0 0 0,0 0 0 0 0,0 0 0 0 0,0 0-1 0 0,0 0 1 0 0,-1 1 0 0 0,1-1 0 0 0,-1 1 0 0 0,0 0 0 0 0,-5-3 0 0 0,4 3 32 0 0,0 0 0 0 0,1 0 0 0 0,-1 0 0 0 0,0 1 0 0 0,0 0 0 0 0,-1 0 0 0 0,1 0 1 0 0,0 0-1 0 0,0 1 0 0 0,0 0 0 0 0,-1 0 0 0 0,1 0 0 0 0,0 1 0 0 0,0 0 0 0 0,0 0 0 0 0,0 0 1 0 0,0 0-1 0 0,0 1 0 0 0,0 0 0 0 0,0 0 0 0 0,0 0 0 0 0,-5 4 0 0 0,-15 11 88 0 0,-1 1 0 0 0,2 1 1 0 0,1 0-1 0 0,-30 34 0 0 0,48-48-115 0 0,-7 6-6 0 0,1 2 1 0 0,0-1 0 0 0,1 2-1 0 0,1-1 1 0 0,0 1 0 0 0,1 1-1 0 0,-12 26 1 0 0,10-11-99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3.3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179 92 2759 0 0,'0'-9'1149'0'0,"0"-1"0"0"0,-1 1 0 0 0,0-1 0 0 0,-1 1 0 0 0,1 0 0 0 0,-2-1 0 0 0,-3-9 0 0 0,6 19-1064 0 0,0 0 0 0 0,0-1 0 0 0,-1 1-1 0 0,1 0 1 0 0,0-1 0 0 0,0 1-1 0 0,0 0 1 0 0,-1-1 0 0 0,1 1 0 0 0,0 0-1 0 0,0 0 1 0 0,-1-1 0 0 0,1 1 0 0 0,0 0-1 0 0,0 0 1 0 0,-1-1 0 0 0,1 1 0 0 0,0 0-1 0 0,-1 0 1 0 0,1 0 0 0 0,0-1 0 0 0,-1 1-1 0 0,1 0 1 0 0,-1 0 0 0 0,1 0 0 0 0,0 0-1 0 0,-1 0 1 0 0,1 0 0 0 0,0 0 0 0 0,-1 0-1 0 0,1 0 1 0 0,-1 0 0 0 0,1 0-1 0 0,0 0 1 0 0,-1 0 0 0 0,1 0 0 0 0,0 0-1 0 0,-1 1 1 0 0,1-1 0 0 0,0 0 0 0 0,-1 0-1 0 0,1 0 1 0 0,0 0 0 0 0,-1 1 0 0 0,1-1-1 0 0,0 0 1 0 0,-1 0 0 0 0,1 1 0 0 0,0-1-1 0 0,0 0 1 0 0,-1 1 0 0 0,1-1 0 0 0,-16 19 1199 0 0,14-16-1197 0 0,-15 21 177 0 0,1 2 0 0 0,1 0 0 0 0,1 0 0 0 0,2 1 0 0 0,0 1 1 0 0,2 0-1 0 0,1 1 0 0 0,2 0 0 0 0,0 0 0 0 0,2 1 0 0 0,-1 30 0 0 0,6-51-172 0 0,0-1 0 0 0,0 1 0 0 0,1-1 0 0 0,1 1 0 0 0,0-1 0 0 0,0 0 0 0 0,0 0 0 0 0,1 0 0 0 0,0 0 0 0 0,0 0 0 0 0,1 0 0 0 0,7 10 0 0 0,-8-14-98 0 0,-1-1 0 0 0,1 1 1 0 0,0-1-1 0 0,1 1 0 0 0,-1-1 0 0 0,0 0 1 0 0,1 0-1 0 0,0-1 0 0 0,-1 1 0 0 0,1-1 1 0 0,0 0-1 0 0,0 0 0 0 0,1 0 0 0 0,-1 0 1 0 0,0-1-1 0 0,0 1 0 0 0,1-1 0 0 0,-1 0 1 0 0,1-1-1 0 0,-1 1 0 0 0,1-1 0 0 0,0 0 1 0 0,-1 0-1 0 0,7-1 0 0 0,-4 0-517 0 0,0-1-1 0 0,0 0 0 0 0,8-3 1 0 0,5-3-6675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3.8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105 86 2303 0 0,'-1'-22'533'0'0,"-3"-12"2521"0"0,4 32-2690 0 0,0-1-1 0 0,-1 1 1 0 0,0 0 0 0 0,1 0 0 0 0,-1 0 0 0 0,0 0-1 0 0,0 0 1 0 0,0 0 0 0 0,0 0 0 0 0,0 0 0 0 0,-3-2-1 0 0,4 3-282 0 0,0 1-1 0 0,0 0 0 0 0,-1 0 0 0 0,1 0 0 0 0,0 0 0 0 0,0-1 1 0 0,-1 1-1 0 0,1 0 0 0 0,0 0 0 0 0,-1 0 0 0 0,1 0 0 0 0,0 0 1 0 0,0 0-1 0 0,-1 0 0 0 0,1 0 0 0 0,0 0 0 0 0,-1 0 1 0 0,1 0-1 0 0,0 0 0 0 0,-1 0 0 0 0,1 0 0 0 0,0 0 0 0 0,0 0 1 0 0,-1 0-1 0 0,1 1 0 0 0,0-1 0 0 0,0 0 0 0 0,-1 0 0 0 0,1 0 1 0 0,0 0-1 0 0,0 1 0 0 0,-1-1 0 0 0,1 0 0 0 0,0 0 1 0 0,0 0-1 0 0,0 1 0 0 0,-1-1 0 0 0,1 0 0 0 0,0 0 0 0 0,0 1 1 0 0,0-1-1 0 0,0 0 0 0 0,0 0 0 0 0,-1 1 0 0 0,1-1 0 0 0,0 0 1 0 0,0 1-1 0 0,0-1 0 0 0,0 1 0 0 0,-6 16 1762 0 0,6-16-1653 0 0,-8 36 1635 0 0,3 1 0 0 0,-3 64 0 0 0,0 4-1132 0 0,5-85-565 0 0,-1 0 1 0 0,0-1 0 0 0,-8 22 0 0 0,4-25-112 0 0,8-16-16 0 0,0-1 0 0 0,0 1 0 0 0,-1 0 0 0 0,1-1 0 0 0,-1 1-1 0 0,1 0 1 0 0,-1 0 0 0 0,1-1 0 0 0,-1 1 0 0 0,1-1 0 0 0,-1 1-1 0 0,1-1 1 0 0,-1 1 0 0 0,0-1 0 0 0,1 1 0 0 0,-1-1 0 0 0,0 1-1 0 0,-1-1 1 0 0,2-1 5 0 0,0 0 0 0 0,0 0 1 0 0,0 0-1 0 0,0 0 0 0 0,0 0 0 0 0,0 0 0 0 0,1 0 0 0 0,-1 0 0 0 0,0 0 0 0 0,0 0 0 0 0,1 0 1 0 0,-1 0-1 0 0,1-1 0 0 0,-1 2-5 0 0,12-26 26 0 0,0 2-1 0 0,1-1 1 0 0,2 1 0 0 0,25-31-1 0 0,-25 35-26 0 0,38-47-12 0 0,-47 62 12 0 0,-1-1 0 0 0,1 1 0 0 0,1-1-1 0 0,-1 1 1 0 0,1 1 0 0 0,-1 0 0 0 0,1 0 0 0 0,9-4 0 0 0,-15 8 1 0 0,-1-1 0 0 0,1 1 0 0 0,-1 0 0 0 0,1 0 0 0 0,-1 0 0 0 0,0-1 0 0 0,1 1 0 0 0,-1 0 0 0 0,1 0 0 0 0,-1 0 0 0 0,1 0 0 0 0,-1 0 0 0 0,1 0 0 0 0,-1 0 0 0 0,1 0 0 0 0,-1 0 0 0 0,1 0 0 0 0,-1 0 0 0 0,1 0 0 0 0,-1 0 0 0 0,0 1 0 0 0,1-1 0 0 0,-1 0 0 0 0,1 0 0 0 0,-1 0 0 0 0,1 1 0 0 0,0 0 0 0 0,-1-1 0 0 0,0 1 0 0 0,1 0 0 0 0,-1-1 0 0 0,0 1 0 0 0,0 0 0 0 0,0-1 0 0 0,0 1 0 0 0,1 0 0 0 0,-1 0 0 0 0,0-1 0 0 0,0 1 0 0 0,0 0 0 0 0,0 0 0 0 0,-1-1 0 0 0,1 2 0 0 0,-10 28 0 0 0,-3-5-2 0 0,-2 1 1 0 0,-21 28-1 0 0,20-31 11 0 0,0 2 0 0 0,-16 35-1 0 0,30-58 7 0 0,1 0 0 0 0,0 0 0 0 0,1 1 0 0 0,-1-1 0 0 0,0 0 0 0 0,1 1 0 0 0,-1-1 0 0 0,1 0-1 0 0,0 1 1 0 0,0-1 0 0 0,0 0 0 0 0,0 1 0 0 0,0-1 0 0 0,0 1 0 0 0,1-1 0 0 0,-1 0 0 0 0,1 1 0 0 0,0-1-1 0 0,-1 0 1 0 0,1 0 0 0 0,0 1 0 0 0,0-1 0 0 0,3 3 0 0 0,-2-3-5 0 0,0 0 1 0 0,0 0 0 0 0,0 0-1 0 0,1 0 1 0 0,-1-1-1 0 0,1 1 1 0 0,-1-1 0 0 0,1 1-1 0 0,-1-1 1 0 0,1 0-1 0 0,0 0 1 0 0,0 0 0 0 0,0 0-1 0 0,0-1 1 0 0,-1 1-1 0 0,1-1 1 0 0,0 0 0 0 0,5 0-1 0 0,4 0-83 0 0,-1-1 1 0 0,0-1-1 0 0,0 0 0 0 0,0 0 1 0 0,18-7-1 0 0,5-6-6403 0 0,-15 6-752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4.0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 18 1375 0 0,'2'-6'-1124'0'0,"5"-6"9432"0"0,-6 22-2318 0 0,-1-3-4460 0 0,0 54 1790 0 0,-12 92-1 0 0,1-103-3039 0 0,10-45-327 0 0,-1 1 0 0 0,0-1 0 0 0,0 0 0 0 0,-1 0 0 0 0,0 0 0 0 0,-5 9-1 0 0,8-14-50 0 0,-1 1 0 0 0,1-1-1 0 0,0 0 1 0 0,0 0 0 0 0,-1 1-1 0 0,1-1 1 0 0,0 0-1 0 0,0 0 1 0 0,-1 0 0 0 0,1 1-1 0 0,0-1 1 0 0,0 0 0 0 0,-1 0-1 0 0,1 0 1 0 0,0 0-1 0 0,-1 0 1 0 0,1 1 0 0 0,0-1-1 0 0,-1 0 1 0 0,1 0 0 0 0,0 0-1 0 0,-1 0 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4.2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1 118 1839 0 0,'48'-21'11824'0'0,"30"-11"-5802"0"0,41-12-3840 0 0,-60 27-4158 0 0,-43 13-5180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4.4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 58 6447 0 0,'-1'-5'263'0'0,"0"0"-1"0"0,0 0 0 0 0,0 0 0 0 0,1-7 0 0 0,-3-13 5007 0 0,3 25-5214 0 0,0 0 1 0 0,0 0-1 0 0,0 0 0 0 0,0 0 0 0 0,0 0 0 0 0,0 0 1 0 0,0 0-1 0 0,0 0 0 0 0,0 0 0 0 0,0 0 0 0 0,0 0 1 0 0,0 1-1 0 0,0-1 0 0 0,0 0 0 0 0,0 0 0 0 0,0 0 0 0 0,0 0 1 0 0,-1 0-1 0 0,1 0 0 0 0,0 0 0 0 0,0 0 0 0 0,0 0 1 0 0,0 0-1 0 0,0 0 0 0 0,0 0 0 0 0,0 0 0 0 0,0 0 1 0 0,0 0-1 0 0,0 0 0 0 0,0 0 0 0 0,-1 0 0 0 0,1 0 0 0 0,0 0 1 0 0,0 0-1 0 0,0 0 0 0 0,0 0 0 0 0,0 0 0 0 0,0 0 1 0 0,0 0-1 0 0,0 0 0 0 0,0 0 0 0 0,0 0 0 0 0,0 0 1 0 0,-1 0-1 0 0,1 0 0 0 0,0 0 0 0 0,0 0 0 0 0,0 0 0 0 0,0 0 1 0 0,0 0-1 0 0,0 0 0 0 0,0 0 0 0 0,0 0 0 0 0,0 0 1 0 0,0 0-1 0 0,0 0 0 0 0,0-1 0 0 0,0 1 0 0 0,0 0 1 0 0,0 0-1 0 0,0 0 0 0 0,-1 0 0 0 0,1 0 0 0 0,0 0 0 0 0,0 0 1 0 0,-3 7 1545 0 0,-3 23 258 0 0,-5 62 1 0 0,8-69-1660 0 0,1 28 188 0 0,7 84 0 0 0,-5-131-387 0 0,-1 20-1527 0 0,1-15-6108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4.6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 4607 0 0,'0'0'60'0'0,"0"0"-1"0"0,0-1 0 0 0,0 1 1 0 0,0 0-1 0 0,0-1 0 0 0,0 1 1 0 0,0-1-1 0 0,0 1 0 0 0,0 0 0 0 0,1-1 1 0 0,-1 1-1 0 0,0 0 0 0 0,0-1 1 0 0,0 1-1 0 0,1 0 0 0 0,-1-1 1 0 0,0 1-1 0 0,0 0 0 0 0,1 0 0 0 0,-1-1 1 0 0,0 1-1 0 0,1 0 0 0 0,-1 0 1 0 0,0-1-1 0 0,1 1 0 0 0,-1 0 1 0 0,0 0-1 0 0,1 0 0 0 0,-1 0 0 0 0,0 0 1 0 0,1-1-1 0 0,-1 1 0 0 0,0 0 1 0 0,1 0-1 0 0,-1 0 0 0 0,1 0 1 0 0,-1 0-1 0 0,0 0 0 0 0,1 0 0 0 0,-1 0 1 0 0,0 0-1 0 0,1 1 0 0 0,-1-1 1 0 0,1 0-1 0 0,-1 0 0 0 0,0 0 1 0 0,1 0-1 0 0,-1 0 0 0 0,0 1 1 0 0,1-1-1 0 0,-1 0 0 0 0,0 0 0 0 0,1 1 1 0 0,-1-1-1 0 0,0 0 0 0 0,0 0 1 0 0,1 1-1 0 0,-1-1 0 0 0,0 0 1 0 0,0 1-1 0 0,0-1 0 0 0,1 0 0 0 0,-1 1 1 0 0,0 0-1 0 0,15 25 4732 0 0,-14-25-4775 0 0,4 11 737 0 0,0 1 1 0 0,-1-1-1 0 0,0 1 1 0 0,-1 0 0 0 0,0 0-1 0 0,-1 0 1 0 0,-1 0-1 0 0,0 0 1 0 0,-1 0 0 0 0,-1 14-1 0 0,-1-7-570 0 0,-1 0 0 0 0,-1-1 0 0 0,-1 1 0 0 0,0-1 0 0 0,-2-1 0 0 0,-9 20 0 0 0,-2 3-231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6.8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237 129 3679 0 0,'2'-28'418'0'0,"-1"16"703"0"0,0 1 0 0 0,-1-19 0 0 0,0 28-884 0 0,-1-1 0 0 0,1 1 0 0 0,0-1 0 0 0,-1 1 0 0 0,0 0 0 0 0,0-1 0 0 0,1 1 0 0 0,-1 0 0 0 0,0-1 0 0 0,-1 1 0 0 0,1 0 0 0 0,0 0 0 0 0,-1 0 0 0 0,1 0 0 0 0,-1 0 0 0 0,0 0 0 0 0,-2-1 0 0 0,3 2-59 0 0,-1 0 1 0 0,0 0-1 0 0,0 0 0 0 0,0 0 1 0 0,0 1-1 0 0,0-1 0 0 0,0 1 0 0 0,-1 0 1 0 0,1-1-1 0 0,0 1 0 0 0,0 0 1 0 0,0 0-1 0 0,0 0 0 0 0,0 1 1 0 0,0-1-1 0 0,0 0 0 0 0,0 1 1 0 0,0-1-1 0 0,0 1 0 0 0,-2 1 0 0 0,-3 1 170 0 0,0 0-1 0 0,0 0 1 0 0,0 1-1 0 0,-7 5 0 0 0,4-1-73 0 0,1 0 1 0 0,0 1-1 0 0,0 0 0 0 0,1 0 0 0 0,1 1 0 0 0,-1 0 0 0 0,2 0 1 0 0,-1 1-1 0 0,1 0 0 0 0,1 0 0 0 0,0 1 0 0 0,-5 18 0 0 0,1 3 15 0 0,1 0 0 0 0,2 1 0 0 0,-3 46 0 0 0,7-57-102 0 0,2 1-1 0 0,2 27 1 0 0,-1-40-127 0 0,1-1 0 0 0,0 1 0 0 0,0-1 0 0 0,1 0 0 0 0,0 0 0 0 0,1 0 0 0 0,6 11 0 0 0,-8-17-72 0 0,0-1 0 0 0,-1-1-1 0 0,2 1 1 0 0,-1 0 0 0 0,0 0 0 0 0,0-1 0 0 0,1 1-1 0 0,-1-1 1 0 0,1 0 0 0 0,0 0 0 0 0,0 0-1 0 0,0 0 1 0 0,0 0 0 0 0,0-1 0 0 0,0 1 0 0 0,0-1-1 0 0,1 0 1 0 0,-1 0 0 0 0,0 0 0 0 0,1 0-1 0 0,-1-1 1 0 0,1 1 0 0 0,4-1 0 0 0,-1 0-61 0 0,-1-1 1 0 0,1 0-1 0 0,0 0 1 0 0,-1-1-1 0 0,1 1 1 0 0,0-1-1 0 0,-1-1 1 0 0,0 1-1 0 0,0-1 1 0 0,12-8-1 0 0,20-15-3260 0 0,-20 11-3515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7.5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56 297 1839 0 0,'12'-113'1637'0'0,"-9"64"2769"0"0,-6-73-1 0 0,2 109 294 0 0,0 19-3568 0 0,-2 89 655 0 0,-26 165 1 0 0,26-244-1656 0 0,0 0 0 0 0,-2-1 1 0 0,-10 26-1 0 0,15-40-126 0 0,0-1 0 0 0,0 1 0 0 0,0-1 0 0 0,0 1 0 0 0,0-1 0 0 0,-1 1 1 0 0,1-1-1 0 0,0 0 0 0 0,0 1 0 0 0,-1-1 0 0 0,1 0 0 0 0,0 1 0 0 0,-1-1 0 0 0,1 0 0 0 0,0 1 0 0 0,-1-1 0 0 0,1 0 0 0 0,-1 1 0 0 0,1-1 0 0 0,-1 0 0 0 0,0 0 0 0 0,1 0-4 0 0,0 0 0 0 0,0-1 0 0 0,0 1 0 0 0,0 0 0 0 0,0 0 0 0 0,0-1 0 0 0,0 1-1 0 0,0 0 1 0 0,-1-1 0 0 0,1 1 0 0 0,0 0 0 0 0,0-1 0 0 0,1 1 0 0 0,-1 0 0 0 0,0-1 0 0 0,0 1-1 0 0,0 0 1 0 0,0-1 0 0 0,0 1 0 0 0,0 0 0 0 0,0-1 0 0 0,0 1 0 0 0,1 0 0 0 0,-1 0-1 0 0,0-1 1 0 0,0 1 0 0 0,0 0 0 0 0,1 0 0 0 0,-1-1 0 0 0,0 1 0 0 0,43-73 81 0 0,2 1-1 0 0,83-99 1 0 0,-123 166-88 0 0,16-18 44 0 0,-20 22-33 0 0,0 0 1 0 0,0 0-1 0 0,0 0 0 0 0,0 0 0 0 0,0 0 0 0 0,0 0 1 0 0,1 1-1 0 0,-1-1 0 0 0,0 1 0 0 0,0-1 0 0 0,1 1 0 0 0,-1-1 1 0 0,0 1-1 0 0,0-1 0 0 0,1 1 0 0 0,-1 0 0 0 0,2 0 0 0 0,-2 0-4 0 0,-1 0-1 0 0,0 0 1 0 0,1 1-1 0 0,-1-1 0 0 0,0 0 1 0 0,1 0-1 0 0,-1 1 0 0 0,0-1 1 0 0,0 0-1 0 0,1 1 0 0 0,-1-1 1 0 0,0 0-1 0 0,0 1 0 0 0,0-1 1 0 0,0 0-1 0 0,1 1 0 0 0,-1-1 1 0 0,0 0-1 0 0,0 1 1 0 0,0-1-1 0 0,0 0 0 0 0,0 1 1 0 0,0-1-1 0 0,0 1 0 0 0,0-1 1 0 0,0 0-1 0 0,0 1 0 0 0,0-1 1 0 0,0 0-1 0 0,0 1 0 0 0,0-1 1 0 0,-1 1-1 0 0,-3 14-1 0 0,-13 23 1 0 0,-1 0 0 0 0,-30 43 0 0 0,8-12 0 0 0,19-34 0 0 0,12-20 0 0 0,0-1 0 0 0,1 1 0 0 0,1 0 0 0 0,-9 27 0 0 0,17-40 0 0 0,4-4 0 0 0,2-4 0 0 0,7-9 0 0 0,19-29 0 0 0,-27 34 0 0 0,1 0 0 0 0,1 0 0 0 0,-1 1 0 0 0,1 0 0 0 0,1 0 0 0 0,0 1 0 0 0,0 0 0 0 0,12-7 0 0 0,-20 14 0 0 0,-1 1 0 0 0,1-1 0 0 0,-1 1 0 0 0,1 0 0 0 0,0 0 0 0 0,-1-1 0 0 0,1 1 0 0 0,0 0 0 0 0,-1 0 0 0 0,1 0 0 0 0,-1 0 0 0 0,1 0 0 0 0,0 0 0 0 0,-1 0 0 0 0,1 0 0 0 0,0 0 0 0 0,-1 0 0 0 0,1 0 0 0 0,0 0 0 0 0,-1 0 0 0 0,1 0 0 0 0,0 1 0 0 0,-1-1 0 0 0,1 0 0 0 0,-1 0 0 0 0,1 1 0 0 0,0-1 0 0 0,-1 1 0 0 0,1-1 0 0 0,-1 0 0 0 0,1 1 0 0 0,-1-1 0 0 0,1 1 0 0 0,-1-1 0 0 0,0 1 0 0 0,1-1 0 0 0,-1 1 0 0 0,0 0 0 0 0,1-1 0 0 0,-1 1 0 0 0,0-1 0 0 0,1 2 0 0 0,1 3 0 0 0,-1 0 0 0 0,1 1 0 0 0,-1-1 0 0 0,1 8 0 0 0,0-1 0 0 0,2 1 1 0 0,-1-1 0 0 0,1 1 0 0 0,1-1 0 0 0,10 19-1 0 0,-13-28 10 0 0,0 0 0 0 0,0 0 0 0 0,0 0-1 0 0,1 0 1 0 0,-1 0 0 0 0,1 0 0 0 0,0-1-1 0 0,0 1 1 0 0,4 2 0 0 0,-5-4 7 0 0,0 0 0 0 0,0 0-1 0 0,0-1 1 0 0,0 1 0 0 0,0 0 0 0 0,1-1 0 0 0,-1 1 0 0 0,0-1 0 0 0,0 1 0 0 0,1-1 0 0 0,-1 0 0 0 0,0 0 0 0 0,1 0 0 0 0,-1-1 0 0 0,0 1 0 0 0,4-1-1 0 0,-2-1 39 0 0,0 1-1 0 0,0-1 1 0 0,0 0-1 0 0,0 0 0 0 0,0-1 1 0 0,0 1-1 0 0,0-1 0 0 0,-1 0 1 0 0,1 1-1 0 0,-1-2 0 0 0,0 1 1 0 0,0 0-1 0 0,0-1 1 0 0,-1 1-1 0 0,1-1 0 0 0,2-5 1 0 0,1-3 14 0 0,0-1 0 0 0,0 0-1 0 0,6-26 1 0 0,-11 35-57 0 0,0 0-1 0 0,-1 0 0 0 0,0 0 0 0 0,1 0 0 0 0,-2 0 0 0 0,1 1 0 0 0,0-1 0 0 0,-1 0 0 0 0,-1-4 0 0 0,1-2-180 0 0,0 9 18 0 0,1 0 0 0 0,0 1 0 0 0,0-1 0 0 0,0 0 1 0 0,1 0-1 0 0,-1 0 0 0 0,0 0 0 0 0,0 1 0 0 0,0-1 0 0 0,0 0 1 0 0,1 0-1 0 0,-1 0 0 0 0,0 1 0 0 0,1-1 0 0 0,0-1 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27.7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 0 10135 0 0,'0'0'40'0'0,"0"0"-1"0"0,0 1 0 0 0,0-1 1 0 0,0 0-1 0 0,0 0 1 0 0,0 0-1 0 0,0 0 0 0 0,0 0 1 0 0,0 0-1 0 0,0 0 1 0 0,-1 0-1 0 0,1 0 0 0 0,0 0 1 0 0,0 1-1 0 0,0-1 0 0 0,0 0 1 0 0,0 0-1 0 0,0 0 1 0 0,0 0-1 0 0,0 0 0 0 0,0 0 1 0 0,0 0-1 0 0,0 0 0 0 0,0 0 1 0 0,0 0-1 0 0,0 0 1 0 0,0 0-1 0 0,0 0 0 0 0,-1 0 1 0 0,1 0-1 0 0,0 0 0 0 0,0 1 1 0 0,0-1-1 0 0,0 0 1 0 0,0 0-1 0 0,0 0 0 0 0,0 0 1 0 0,0 0-1 0 0,0 0 0 0 0,0 0 1 0 0,-1 0-1 0 0,1 0 1 0 0,0 0-1 0 0,0 0 0 0 0,0 0 1 0 0,0 0-1 0 0,0 0 0 0 0,0-1 1 0 0,0 1-1 0 0,0 0 1 0 0,0 0-1 0 0,0 0 0 0 0,0 0 1 0 0,-1 0-1 0 0,1 0 0 0 0,0 0 1 0 0,0 0-1 0 0,4 15 1833 0 0,8 22 482 0 0,41 86 1519 0 0,8 19-2153 0 0,-48-106-1656 0 0,-2 1 1 0 0,8 38-1 0 0,-16-58-810 0 0,1 23 0 0 0,-5 23-6714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32.2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48 384 9215 0 0,'-2'-10'488'0'0,"1"0"-1"0"0,-1 1 1 0 0,2-1-1 0 0,0-16 0 0 0,0 14 10 0 0,0 0 99 0 0,0 0 1 0 0,1 0-1 0 0,1 0 1 0 0,0 1-1 0 0,4-13 1 0 0,-4 18-374 0 0,1-1 1 0 0,-1 0-1 0 0,1 1 1 0 0,1 0-1 0 0,-1 0 1 0 0,1 0 0 0 0,0 0-1 0 0,1 1 1 0 0,9-10-1 0 0,10-6 211 0 0,1 2 0 0 0,1 0-1 0 0,1 2 1 0 0,1 1 0 0 0,0 1-1 0 0,43-16 1 0 0,-61 28-342 0 0,0-1-1 0 0,14-2 1 0 0,-21 5-77 0 0,-1 1 0 0 0,1 0 0 0 0,-1-1 0 0 0,1 1 0 0 0,-1 0-1 0 0,1 0 1 0 0,-1 0 0 0 0,1 0 0 0 0,-1 1 0 0 0,1-1 0 0 0,-1 1 0 0 0,1-1 0 0 0,-1 1 0 0 0,0 0 0 0 0,5 2-1 0 0,-6-2-11 0 0,0 1-1 0 0,0-1 0 0 0,0 0 0 0 0,0 0 0 0 0,0 1 0 0 0,-1-1 0 0 0,1 0 0 0 0,0 1 0 0 0,-1-1 0 0 0,1 1 0 0 0,-1-1 1 0 0,1 1-1 0 0,-1 0 0 0 0,0-1 0 0 0,0 1 0 0 0,0-1 0 0 0,0 1 0 0 0,0-1 0 0 0,0 1 0 0 0,0-1 0 0 0,0 1 0 0 0,-1 0 0 0 0,1-1 1 0 0,0 1-1 0 0,-1-1 0 0 0,0 1 0 0 0,0 1 0 0 0,-2 4 5 0 0,0 0 0 0 0,-1 0 1 0 0,1 0-1 0 0,-6 7 0 0 0,-8 8-8 0 0,0 0 0 0 0,-29 26 0 0 0,-45 33 15 0 0,-21 6 21 0 0,6-5-17 0 0,105-81-18 0 0,0-1 0 0 0,1 1 0 0 0,-1-1 0 0 0,0 1 0 0 0,1-1 0 0 0,-1 1 0 0 0,0-1-1 0 0,1 1 1 0 0,-1 0 0 0 0,1-1 0 0 0,-1 1 0 0 0,1 0 0 0 0,0 0 0 0 0,-1-1 0 0 0,1 2 0 0 0,9-4-1 0 0,19-11 14 0 0,210-119 304 0 0,45-23 219 0 0,-272 149-503 0 0,36-15 85 0 0,-44 20-100 0 0,0 0 1 0 0,0 0-1 0 0,0 0 0 0 0,0 0 1 0 0,0 1-1 0 0,0-1 1 0 0,0 1-1 0 0,0 0 0 0 0,0 0 1 0 0,0 0-1 0 0,0 0 0 0 0,0 1 1 0 0,4 0-1 0 0,-6 0-13 0 0,-1-1-1 0 0,1 0 1 0 0,-1 1 0 0 0,1-1-1 0 0,-1 0 1 0 0,1 1-1 0 0,-1-1 1 0 0,1 1 0 0 0,-1-1-1 0 0,0 1 1 0 0,1-1-1 0 0,-1 1 1 0 0,0-1 0 0 0,1 1-1 0 0,-1-1 1 0 0,0 1 0 0 0,0 0-1 0 0,0-1 1 0 0,1 1-1 0 0,-1-1 1 0 0,0 1 0 0 0,0 0-1 0 0,0-1 1 0 0,0 1-1 0 0,0-1 1 0 0,0 1 0 0 0,0 0-1 0 0,0-1 1 0 0,0 1-1 0 0,0-1 1 0 0,-1 1 0 0 0,1 0-1 0 0,0-1 1 0 0,0 1 0 0 0,-1-1-1 0 0,1 1 1 0 0,0-1-1 0 0,-1 2 1 0 0,-14 23 83 0 0,13-22-71 0 0,-12 17 47 0 0,-2 0 0 0 0,-28 28 0 0 0,-43 31 161 0 0,39-37-122 0 0,-18 17 14 0 0,-103 101 100 0 0,168-159-246 0 0,-26 34 255 0 0,25-33-336 0 0,1 0 0 0 0,0 0 1 0 0,0 1-1 0 0,0-1 0 0 0,0 0 1 0 0,0 1-1 0 0,0-1 1 0 0,0 0-1 0 0,1 1 0 0 0,0-1 1 0 0,-1 1-1 0 0,1-1 0 0 0,0 1 1 0 0,0-1-1 0 0,0 3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49.78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510 205 1607 0 0,'0'-1'11'0'0,"-1"0"-1"0"0,1 0 0 0 0,-1 0 0 0 0,1 0 0 0 0,0 0 0 0 0,0-1 0 0 0,-1 1 0 0 0,1 0 0 0 0,0 0 0 0 0,0 0 0 0 0,0 0 1 0 0,0-1-1 0 0,0 1 0 0 0,0 0 0 0 0,1-2 0 0 0,4-23 24 0 0,-4 20 9 0 0,2-5 131 0 0,3-21 378 0 0,-6 30-417 0 0,1 0-1 0 0,-1 0 0 0 0,0 0 0 0 0,0 0 0 0 0,0 0 1 0 0,0 0-1 0 0,-1 0 0 0 0,1 0 0 0 0,0 1 1 0 0,-1-1-1 0 0,0 0 0 0 0,1 0 0 0 0,-2-2 0 0 0,1 4-79 0 0,1-1-1 0 0,-1 0 0 0 0,0 1 1 0 0,0-1-1 0 0,0 0 0 0 0,0 1 1 0 0,1-1-1 0 0,-1 1 0 0 0,0 0 0 0 0,0-1 1 0 0,0 1-1 0 0,0 0 0 0 0,0-1 1 0 0,0 1-1 0 0,0 0 0 0 0,0 0 1 0 0,0 0-1 0 0,0 0 0 0 0,0 0 0 0 0,0 0 1 0 0,-2 0 152 0 0,-2 2-124 0 0,-12 3 51 0 0,0 1-1 0 0,0 1 1 0 0,-20 12 0 0 0,-48 34 403 0 0,54-33-284 0 0,-1 0 0 0 0,-55 23 0 0 0,-1-8 1722 0 0,100-39-1749 0 0,16-6-93 0 0,116-74 632 0 0,-76 43 182 0 0,114-52 0 0 0,-160 85-745 0 0,0-2 109 0 0,0 1 0 0 0,1 2-1 0 0,41-10 1 0 0,-63 17-310 0 0,-1 0 1 0 0,0 0-1 0 0,1 0 0 0 0,-1 0 0 0 0,0 0 0 0 0,0-1 0 0 0,1 1 0 0 0,-1 0 0 0 0,0 0 0 0 0,1 0 1 0 0,-1 0-1 0 0,0 0 0 0 0,1 0 0 0 0,-1 0 0 0 0,0 0 0 0 0,1 0 0 0 0,-1 0 0 0 0,0 0 1 0 0,0 1-1 0 0,1-1 0 0 0,-1 0 0 0 0,0 0 0 0 0,1 0 0 0 0,-1 0 0 0 0,0 0 0 0 0,0 1 0 0 0,1-1 1 0 0,-1 0-1 0 0,0 0 0 0 0,0 0 0 0 0,1 1 0 0 0,-1-1 0 0 0,0 0 0 0 0,-6 9 41 0 0,-17 7 6 0 0,-101 45-21 0 0,-12 6 68 0 0,36-15 209 0 0,33-18-50 0 0,-107 72 0 0 0,144-80-241 0 0,28-25-13 0 0,1 2 0 0 0,-1-1-1 0 0,0 0 1 0 0,1 0 0 0 0,-1 0 0 0 0,1 1-1 0 0,0-1 1 0 0,-1 1 0 0 0,1-1 0 0 0,1 1 0 0 0,-1-1-1 0 0,-1 4 1 0 0,2-5 0 0 0,0 0 0 0 0,1 0 1 0 0,-1-1-1 0 0,0 1 0 0 0,0 0 0 0 0,0 0 0 0 0,1-1 0 0 0,-1 1 0 0 0,0 0 0 0 0,1 0 0 0 0,-1-1 0 0 0,0 1 0 0 0,1 0 1 0 0,-1-1-1 0 0,1 1 0 0 0,-1 0 0 0 0,1-1 0 0 0,-1 1 0 0 0,1-1 0 0 0,0 1 0 0 0,-1-1 0 0 0,1 1 0 0 0,0-1 1 0 0,-1 0-1 0 0,1 1 0 0 0,0-1 0 0 0,0 0 0 0 0,-1 1 0 0 0,1-1 0 0 0,0 0 0 0 0,1 0 0 0 0,26 5-15 0 0,-6-5 1 0 0,0-1 0 0 0,0 0 0 0 0,0-2 0 0 0,39-9 0 0 0,84-34 84 0 0,-85 20 32 0 0,56-32-1 0 0,-70 33 33 0 0,1 2 0 0 0,80-27-1 0 0,-124 49-133 0 0,0 0 0 0 0,1 0 0 0 0,-1 0 0 0 0,1 0 0 0 0,0 0 0 0 0,0 0 0 0 0,-1 1 0 0 0,1 0 0 0 0,0 0 0 0 0,7 1 0 0 0,-10-1 0 0 0,-1 0 0 0 0,0 0 0 0 0,0 0 0 0 0,1 0 0 0 0,-1 1 0 0 0,0-1 0 0 0,0 0 0 0 0,0 0 0 0 0,1 1-1 0 0,-1-1 1 0 0,0 0 0 0 0,0 0 0 0 0,0 1 0 0 0,0-1 0 0 0,1 0 0 0 0,-1 0 0 0 0,0 1 0 0 0,0-1 0 0 0,0 0 0 0 0,0 1 0 0 0,0-1 0 0 0,0 0-1 0 0,0 0 1 0 0,0 1 0 0 0,0-1 0 0 0,0 0 0 0 0,0 1 0 0 0,0-1 0 0 0,0 0 0 0 0,0 0 0 0 0,0 1 0 0 0,0-1 0 0 0,0 0 0 0 0,-1 1-1 0 0,1-1 1 0 0,0 0 0 0 0,0 0 0 0 0,0 1 0 0 0,0-1 0 0 0,-1 0 0 0 0,1 0 0 0 0,0 1 0 0 0,0-1 0 0 0,0 0 0 0 0,-1 0 0 0 0,1 1 0 0 0,-13 12-57 0 0,11-12 37 0 0,-37 32 16 0 0,-77 48 0 0 0,91-65 12 0 0,-318 183 19 0 0,173-102-38 0 0,143-77 123 0 0,17-6-35 0 0,9-13-75 0 0,1-1-1 0 0,0 1 0 0 0,0-1 0 0 0,0 0 1 0 0,0 1-1 0 0,0-1 0 0 0,0 1 1 0 0,0-1-1 0 0,0 1 0 0 0,0-1 1 0 0,0 1-1 0 0,0-1 0 0 0,0 1 0 0 0,0-1 1 0 0,0 1-1 0 0,0-1 0 0 0,0 1 1 0 0,0-1-1 0 0,0 1 0 0 0,1-1 0 0 0,-1 0 1 0 0,0 1-1 0 0,0-1 0 0 0,1 1 1 0 0,-1-1-1 0 0,1 1 0 0 0,0 0 0 0 0,1 0 1 0 0,-1 0-1 0 0,0-1 0 0 0,1 1 0 0 0,-1-1 1 0 0,1 1-1 0 0,-1-1 0 0 0,1 1 0 0 0,-1-1 1 0 0,1 0-1 0 0,0 0 0 0 0,-1 0 0 0 0,1 0 1 0 0,1 0-1 0 0,23-3 34 0 0,8-6-3 0 0,0-1 1 0 0,57-27 0 0 0,58-39 15 0 0,-91 43-31 0 0,110-55 94 0 0,-147 79-111 0 0,0 0 0 0 0,1 2 0 0 0,0 0 0 0 0,0 2 0 0 0,25-4 0 0 0,-45 9-6 0 0,0 0 0 0 0,0 0 0 0 0,0 0-1 0 0,0 0 1 0 0,0 0 0 0 0,0 0 0 0 0,0 1-1 0 0,3 0 1 0 0,-5-1 6 0 0,0 0-1 0 0,0 0 1 0 0,0 0 0 0 0,1 0-1 0 0,-1 0 1 0 0,0 0 0 0 0,0 0-1 0 0,0 0 1 0 0,0 1 0 0 0,0-1 0 0 0,0 0-1 0 0,0 0 1 0 0,0 0 0 0 0,1 0-1 0 0,-1 0 1 0 0,0 0 0 0 0,0 0-1 0 0,0 0 1 0 0,0 1 0 0 0,0-1-1 0 0,0 0 1 0 0,0 0 0 0 0,0 0-1 0 0,0 0 1 0 0,0 0 0 0 0,0 1-1 0 0,0-1 1 0 0,0 0 0 0 0,0 0-1 0 0,0 0 1 0 0,0 0 0 0 0,0 0-1 0 0,0 0 1 0 0,0 1 0 0 0,0-1-1 0 0,0 0 1 0 0,0 0 0 0 0,0 0-1 0 0,0 0 1 0 0,-9 8 5 0 0,-11 3 22 0 0,-39 15-1 0 0,36-16 6 0 0,-29 15-1 0 0,45-21-157 0 0,0 0 0 0 0,1 1-1 0 0,0 0 1 0 0,0 0 0 0 0,0 0 0 0 0,1 0 0 0 0,-1 1-1 0 0,-5 10 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52.28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620 123 919 0 0,'1'-4'220'0'0,"0"-1"0"0"0,0 1 0 0 0,1-1-1 0 0,0 1 1 0 0,0 0 0 0 0,0 0-1 0 0,5-7 1 0 0,3-6 398 0 0,-8 14-453 0 0,0-1-1 0 0,0 0 0 0 0,-1 0 1 0 0,1 0-1 0 0,-1 0 0 0 0,0 0 1 0 0,-1 0-1 0 0,2-7 0 0 0,-2 10-108 0 0,0 0 0 0 0,0 0 0 0 0,-1 0 0 0 0,1 0 0 0 0,0 1 0 0 0,0-1 0 0 0,-1 0 1 0 0,1 0-1 0 0,0 0 0 0 0,-1 0 0 0 0,1 0 0 0 0,-1 1 0 0 0,1-1 0 0 0,-1 0 0 0 0,1 0 0 0 0,-1 1 0 0 0,0-2 0 0 0,-1 1 9 0 0,1 0-1 0 0,0 1 1 0 0,0-1-1 0 0,-1 0 1 0 0,1 1-1 0 0,-1-1 1 0 0,1 1-1 0 0,0-1 1 0 0,-1 1 0 0 0,1 0-1 0 0,-1 0 1 0 0,1 0-1 0 0,-1-1 1 0 0,-1 2-1 0 0,-7-1 164 0 0,0 1 1 0 0,0 0-1 0 0,0 1 0 0 0,-19 6 0 0 0,-40 18 360 0 0,38-13-381 0 0,-92 33 265 0 0,-106 45 308 0 0,216-85-695 0 0,1-1 1 0 0,0 2-1 0 0,0-1 0 0 0,0 2 0 0 0,1 0 0 0 0,-19 17 0 0 0,29-25-79 0 0,1 1-1 0 0,-1-1 1 0 0,0 1 0 0 0,1-1-1 0 0,-1 1 1 0 0,1 0-1 0 0,0-1 1 0 0,-1 1-1 0 0,1 0 1 0 0,-1-1-1 0 0,1 1 1 0 0,0 0-1 0 0,0 0 1 0 0,-1-1-1 0 0,1 1 1 0 0,0 0 0 0 0,0 0-1 0 0,0-1 1 0 0,0 1-1 0 0,0 0 1 0 0,0 0-1 0 0,0-1 1 0 0,0 1-1 0 0,0 0 1 0 0,0 0-1 0 0,0 0 1 0 0,1 0 0 0 0,0 0-6 0 0,-1 0 1 0 0,1 0 0 0 0,0 0 0 0 0,0 0 0 0 0,0 0-1 0 0,0 0 1 0 0,0-1 0 0 0,0 1 0 0 0,0 0 0 0 0,1 0-1 0 0,-1-1 1 0 0,0 1 0 0 0,0-1 0 0 0,2 1 0 0 0,4 1 67 0 0,0 0 1 0 0,1-1 0 0 0,-1 0 0 0 0,12 0 0 0 0,18-3 199 0 0,0-1 0 0 0,56-14 0 0 0,-17 3-48 0 0,14-3-175 0 0,46-6 38 0 0,-135 23-83 0 0,1-1 0 0 0,-1 1 0 0 0,1 0 0 0 0,-1 0 0 0 0,0 0 0 0 0,1 1 0 0 0,-1-1 0 0 0,1 0 0 0 0,-1 0 0 0 0,0 1 0 0 0,1-1 0 0 0,-1 1 0 0 0,0-1 0 0 0,3 2 0 0 0,-4-2 0 0 0,0 0 0 0 0,1 1 0 0 0,-1-1 0 0 0,0 0 0 0 0,0 0 0 0 0,0 1 0 0 0,0-1 0 0 0,1 0 0 0 0,-1 0 0 0 0,0 1 0 0 0,0-1 0 0 0,0 0 0 0 0,0 1 0 0 0,0-1 0 0 0,0 0 0 0 0,0 1 0 0 0,0-1 0 0 0,0 0 0 0 0,0 0 0 0 0,0 1 0 0 0,0-1 0 0 0,0 0 0 0 0,0 1 0 0 0,0 0 0 0 0,-8 10 0 0 0,-12 8 3 0 0,0-2 0 0 0,-2 0 0 0 0,-41 25 0 0 0,-77 29 28 0 0,37-19 4 0 0,95-48 28 0 0,0 0 0 0 0,0 1 0 0 0,0 0 1 0 0,1 0-1 0 0,0 1 0 0 0,-12 12 0 0 0,19-18-57 0 0,-1 1 0 0 0,1-1 0 0 0,0 0 0 0 0,0 0 0 0 0,0 0 0 0 0,0 0 0 0 0,-1 1 0 0 0,1-1 0 0 0,0 0 0 0 0,0 0 0 0 0,0 0 0 0 0,0 1-1 0 0,0-1 1 0 0,0 0 0 0 0,0 0 0 0 0,0 0 0 0 0,0 1 0 0 0,0-1 0 0 0,-1 0 0 0 0,1 0 0 0 0,0 1 0 0 0,0-1 0 0 0,0 0 0 0 0,1 0 0 0 0,-1 1 0 0 0,0-1 0 0 0,0 0 0 0 0,0 0-1 0 0,0 0 1 0 0,0 1 0 0 0,0-1 0 0 0,0 0 0 0 0,8 3 98 0 0,14-2-18 0 0,-21-1-76 0 0,29-3 62 0 0,0 0-1 0 0,32-9 0 0 0,58-21 275 0 0,-30 7-215 0 0,-74 22-117 0 0,-1 0 6 0 0,1 0 1 0 0,-1 1 0 0 0,1 0-1 0 0,0 1 1 0 0,23 1-1 0 0,-38 1-20 0 0,0 0 0 0 0,-1 0 0 0 0,1 0 0 0 0,0 0 0 0 0,0 0 0 0 0,0 0 0 0 0,-1 0 0 0 0,1 0 0 0 0,0 1 0 0 0,0-1 0 0 0,-1 0 0 0 0,1 1 0 0 0,0-1 0 0 0,0 1 0 0 0,-1-1 0 0 0,1 0 0 0 0,-1 1 0 0 0,2 0 0 0 0,-2 0 0 0 0,0-1 0 0 0,0 1 0 0 0,1-1 0 0 0,-1 0 0 0 0,0 1 0 0 0,0-1 0 0 0,0 1 0 0 0,0-1 0 0 0,0 1 0 0 0,0-1 0 0 0,0 1 0 0 0,0-1 0 0 0,0 0 0 0 0,0 1 0 0 0,-1-1 0 0 0,1 1 0 0 0,0-1 0 0 0,0 1 0 0 0,0-1 0 0 0,0 0 0 0 0,-1 1 0 0 0,1-1 0 0 0,-1 1 0 0 0,-1 2 0 0 0,0 0 0 0 0,0-1 0 0 0,-1 1 0 0 0,0-1 0 0 0,1 1 0 0 0,-6 2 0 0 0,-13 8 8 0 0,-1 0-1 0 0,0-2 1 0 0,-41 14-1 0 0,-75 16 37 0 0,84-27-38 0 0,9-2-6 0 0,-77 25 0 0 0,110-32 0 0 0,1 0 0 0 0,0 0 0 0 0,0 1 0 0 0,1 1 0 0 0,-1 0 0 0 0,1 0 0 0 0,-17 17 0 0 0,16-10-934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3:53.44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177 296 455 0 0,'0'-18'613'0'0,"0"7"-209"0"0,0 0 0 0 0,0 0 0 0 0,4-16 1 0 0,-4 24-286 0 0,1 0-1 0 0,0 0 1 0 0,0 0 0 0 0,0 0-1 0 0,1 0 1 0 0,-1 0 0 0 0,1 0 0 0 0,-1 1-1 0 0,1-1 1 0 0,0 1 0 0 0,0-1 0 0 0,0 1-1 0 0,0 0 1 0 0,1-1 0 0 0,-1 1 0 0 0,4-2-1 0 0,0 0 160 0 0,4-3 10 0 0,0 1 0 0 0,0 0 0 0 0,1 0 0 0 0,11-4 0 0 0,114-33 945 0 0,214-39 0 0 0,-348 82-1227 0 0,7-2 66 0 0,1 0 1 0 0,-1 1-1 0 0,1 0 0 0 0,-1 0 1 0 0,1 1-1 0 0,13 2 0 0 0,-23-2-72 0 0,0 0 0 0 0,0 0 0 0 0,1 0 0 0 0,-1 0 0 0 0,0 0 0 0 0,1 0 0 0 0,-1 0 0 0 0,0 0 0 0 0,1 0 0 0 0,-1 0 0 0 0,0 0 0 0 0,0 0 0 0 0,1 1 0 0 0,-1-1 0 0 0,0 0 0 0 0,0 0 0 0 0,1 0 0 0 0,-1 0 0 0 0,0 1 0 0 0,0-1 0 0 0,1 0 0 0 0,-1 0 0 0 0,0 1 0 0 0,0-1 0 0 0,0 0 0 0 0,0 0 0 0 0,1 1 0 0 0,-1-1 0 0 0,0 0 0 0 0,0 1 0 0 0,0-1 0 0 0,0 0 0 0 0,0 0 0 0 0,0 1 0 0 0,0-1 0 0 0,0 0 0 0 0,0 1 0 0 0,0-1 0 0 0,-8 12 0 0 0,-19 6 0 0 0,-12 2 113 0 0,-2-3 0 0 0,-78 24 0 0 0,48-18 68 0 0,-358 111 531 0 0,396-124-680 0 0,-55 24 0 0 0,87-33-32 0 0,4-1 0 0 0,9 0 0 0 0,13-3 0 0 0,257-61 66 0 0,-39 6 380 0 0,-213 53-394 0 0,-1 1-1 0 0,1 2 0 0 0,0 1 0 0 0,39 3 0 0 0,-65-2-50 0 0,-1 0 0 0 0,0 1 0 0 0,0 0 0 0 0,0 0 0 0 0,1 0 0 0 0,-1 0 0 0 0,0 0 0 0 0,0 0 0 0 0,3 3 0 0 0,-5-4-2 0 0,-1 1-1 0 0,1-1 1 0 0,-1 1 0 0 0,1-1-1 0 0,-1 1 1 0 0,1-1-1 0 0,-1 1 1 0 0,1-1 0 0 0,-1 1-1 0 0,0 0 1 0 0,1-1-1 0 0,-1 1 1 0 0,0 0 0 0 0,1-1-1 0 0,-1 1 1 0 0,0 0-1 0 0,0-1 1 0 0,0 2 0 0 0,0-1-8 0 0,0 0 1 0 0,0 1-1 0 0,0-1 1 0 0,0 0-1 0 0,-1 0 1 0 0,1 0-1 0 0,-1 0 1 0 0,1 0 0 0 0,0 0-1 0 0,-1 0 1 0 0,0 0-1 0 0,1 0 1 0 0,-1 0-1 0 0,0-1 1 0 0,-1 3-1 0 0,-4 3 19 0 0,0 0 1 0 0,-1-1-1 0 0,0 0 0 0 0,0 0 0 0 0,-15 8 0 0 0,-43 16 106 0 0,48-22-141 0 0,-79 28 175 0 0,-1-4-1 0 0,-131 24 0 0 0,224-55-139 0 0,-39 12 596 0 0,61-12-414 0 0,440-78 88 0 0,-387 64-213 0 0,17-3 26 0 0,-81 18-84 0 0,-12 2 11 0 0,-16 6 15 0 0,19-8-35 0 0,-283 89 247 0 0,138-48 37 0 0,116-31-271 0 0,3 0-13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00.6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90 107 6553 0 0,'-15'1'315'0'0,"1"-2"-1"0"0,-1 0 1 0 0,-26-6 0 0 0,37 5-159 0 0,16-2 135 0 0,108-21 1320 0 0,51-12 1043 0 0,-133 26-1716 0 0,50-8 0 0 0,-83 18-764 0 0,-5 3 4 0 0,-10 6 182 0 0,-19 6 336 0 0,-24 8 143 0 0,-79 37 1292 0 0,42-17-597 0 0,-14 7 234 0 0,94-42-1503 0 0,10-7-257 0 0,0 0-1 0 0,0 0 1 0 0,0 0-1 0 0,0 0 0 0 0,0 0 1 0 0,0 0-1 0 0,0 1 1 0 0,0-1-1 0 0,0 0 0 0 0,0 0 1 0 0,0 0-1 0 0,0 0 1 0 0,0 0-1 0 0,0 0 0 0 0,1 0 1 0 0,-1 0-1 0 0,0 0 1 0 0,0 0-1 0 0,0 0 0 0 0,0 0 1 0 0,0 0-1 0 0,0 0 1 0 0,0 0-1 0 0,0 0 0 0 0,0 0 1 0 0,0 0-1 0 0,0 0 1 0 0,0 0-1 0 0,0 0 0 0 0,0 0 1 0 0,0 0-1 0 0,0 0 1 0 0,0 0-1 0 0,9-6 294 0 0,-5 4-235 0 0,0 0 1 0 0,0 0-1 0 0,1 0 1 0 0,-1 1 0 0 0,9-3-1 0 0,-2 1 138 0 0,156-34 836 0 0,-104 25-1006 0 0,-1 2-34 0 0,1 3 0 0 0,94 2 0 0 0,-92 5 0 0 0,-111 15 0 0 0,-161 62 0 0 0,166-60 0 0 0,9-4 0 0 0,-67 20 0 0 0,84-28 0 0 0,12-4 0 0 0,0 0 0 0 0,0 0 0 0 0,0 0 0 0 0,0 0 0 0 0,-1 0 0 0 0,1-1 0 0 0,0 1 0 0 0,0-1 0 0 0,-1 0 0 0 0,-5-1 0 0 0,9 1 0 0 0,0 0 0 0 0,0 0 0 0 0,0 0 0 0 0,1 0 0 0 0,-1 0 0 0 0,0 0 0 0 0,0 0 0 0 0,0 0 0 0 0,0 0 0 0 0,0 0 0 0 0,0 0 0 0 0,0 0 0 0 0,0 0 0 0 0,1 0 0 0 0,-1 0 0 0 0,0 0 0 0 0,0 0 0 0 0,0 0 0 0 0,0 0 0 0 0,0 0 0 0 0,0 0 0 0 0,0 0 0 0 0,0 0 0 0 0,0-1 0 0 0,1 1 0 0 0,-1 0 0 0 0,0 0 0 0 0,0 0 0 0 0,0 0 0 0 0,0 0 0 0 0,0 0 0 0 0,0 0 0 0 0,0 0 0 0 0,0 0 0 0 0,0-1 0 0 0,0 1 0 0 0,0 0 0 0 0,0 0 0 0 0,0 0 0 0 0,0 0 0 0 0,0 0 0 0 0,0 0 0 0 0,0 0 0 0 0,0-1 0 0 0,0 1 0 0 0,0 0 0 0 0,0 0 0 0 0,0 0 0 0 0,0 0 0 0 0,0 0 0 0 0,0 0 0 0 0,0 0 0 0 0,0-1 0 0 0,0 1 0 0 0,0 0 0 0 0,0 0 0 0 0,-1 0 0 0 0,1 0 0 0 0,0 0 0 0 0,0 0 0 0 0,0 0 0 0 0,0 0 0 0 0,0 0 0 0 0,0 0 0 0 0,0 0 0 0 0,10-4 0 0 0,-10 4 0 0 0,10-3 0 0 0,3 3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02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76 164 6553 0 0,'-36'2'521'0'0,"-3"-4"-80"0"0,48 0-128 0 0,0 0 0 0 0,0-1 1 0 0,15-7-1 0 0,12-3 404 0 0,89-31-38 0 0,-62 21-982 0 0,1 2-1 0 0,70-12 0 0 0,-117 30 370 0 0,2-1 324 0 0,21-1 0 0 0,-35 5-333 0 0,0-1 0 0 0,0 1 0 0 0,0 1 0 0 0,0-1 0 0 0,0 1 0 0 0,-1 0 0 0 0,1 0-1 0 0,0 0 1 0 0,7 4 0 0 0,-11-5-55 0 0,-1 0 1 0 0,0 0-1 0 0,0 0 0 0 0,0 0 0 0 0,1 0 0 0 0,-1 0 0 0 0,0 0 1 0 0,0 1-1 0 0,0-1 0 0 0,1 0 0 0 0,-1 0 0 0 0,0 0 1 0 0,0 0-1 0 0,0 1 0 0 0,0-1 0 0 0,1 0 0 0 0,-1 0 0 0 0,0 0 1 0 0,0 1-1 0 0,0-1 0 0 0,0 0 0 0 0,0 0 0 0 0,0 1 1 0 0,0-1-1 0 0,0 0 0 0 0,0 0 0 0 0,0 0 0 0 0,0 1 0 0 0,1-1 1 0 0,-2 0-1 0 0,1 0 0 0 0,0 1 0 0 0,0-1 0 0 0,0 0 1 0 0,0 0-1 0 0,0 1 0 0 0,0-1 0 0 0,-8 9 197 0 0,-15 5 252 0 0,22-14-443 0 0,-82 37 1826 0 0,-106 31 1 0 0,108-40-833 0 0,63-22-848 0 0,-101 38 1554 0 0,95-33-1248 0 0,144-41 1443 0 0,-48 10-1503 0 0,1 3 1 0 0,0 4-1 0 0,1 2 0 0 0,123 0 0 0 0,-186 11-370 0 0,0-1 7 0 0,0 1 0 0 0,0 1 1 0 0,0 0-1 0 0,22 5 1 0 0,-33-6-37 0 0,0 0-1 0 0,0 0 1 0 0,1 0 0 0 0,-1 0 0 0 0,0 0 0 0 0,0 0-1 0 0,1 0 1 0 0,-1 0 0 0 0,0 0 0 0 0,1 0 0 0 0,-1 0-1 0 0,0 1 1 0 0,0-1 0 0 0,1 0 0 0 0,-1 0 0 0 0,0 0-1 0 0,0 1 1 0 0,0-1 0 0 0,1 0 0 0 0,-1 0 0 0 0,0 0-1 0 0,0 1 1 0 0,0-1 0 0 0,0 0 0 0 0,0 0 0 0 0,1 1-1 0 0,-1-1 1 0 0,0 0 0 0 0,0 0 0 0 0,0 1 0 0 0,0-1-1 0 0,0 0 1 0 0,0 1 0 0 0,-7 6 41 0 0,-15 3 58 0 0,-73 18 164 0 0,41-13-141 0 0,-194 46 535 0 0,132-35-315 0 0,109-25-322 0 0,1 1-1 0 0,-1 0 0 0 0,0 0 0 0 0,0 1 0 0 0,1-1 0 0 0,-1 1 0 0 0,1 1 0 0 0,0-1 0 0 0,-8 7 0 0 0,14-10-20 0 0,0 0 0 0 0,0 0 0 0 0,0 0 1 0 0,1 0-1 0 0,-1 0 0 0 0,0 0 0 0 0,0 0 1 0 0,0 0-1 0 0,0 0 0 0 0,0 0 0 0 0,0 0 0 0 0,0 0 1 0 0,1 0-1 0 0,-1 0 0 0 0,0 0 0 0 0,0 0 1 0 0,0 0-1 0 0,0 0 0 0 0,0 0 0 0 0,0 0 1 0 0,0 0-1 0 0,0 0 0 0 0,0 1 0 0 0,1-1 0 0 0,-1 0 1 0 0,0 0-1 0 0,0 0 0 0 0,0 0 0 0 0,0 0 1 0 0,0 0-1 0 0,0 0 0 0 0,0 0 0 0 0,0 0 0 0 0,0 1 1 0 0,0-1-1 0 0,0 0 0 0 0,0 0 0 0 0,0 0 1 0 0,0 0-1 0 0,0 0 0 0 0,0 0 0 0 0,0 0 0 0 0,0 0 1 0 0,0 1-1 0 0,0-1 0 0 0,0 0 0 0 0,0 0 1 0 0,0 0-1 0 0,0 0 0 0 0,0 0 0 0 0,0 0 1 0 0,0 0-1 0 0,0 0 0 0 0,0 1 0 0 0,0-1 0 0 0,0 0 1 0 0,0 0-1 0 0,0 0 0 0 0,17-3 71 0 0,-13 2-43 0 0,15-4-56 0 0,30-12-1 0 0,2 0-265 0 0,8 1-648 0 0,6-3 971 0 0,0 2 1 0 0,91-9 0 0 0,-152 26-27 0 0,0-1 1 0 0,1 1 0 0 0,-1-1 0 0 0,0 1 0 0 0,0 1 0 0 0,7 0 0 0 0,-11-1-3 0 0,0 0-1 0 0,0 0 0 0 0,0 0 1 0 0,0 0-1 0 0,0 0 0 0 0,0 0 0 0 0,0 1 1 0 0,0-1-1 0 0,0 0 0 0 0,0 0 1 0 0,0 0-1 0 0,0 0 0 0 0,0 0 0 0 0,0 0 1 0 0,1 0-1 0 0,-1 0 0 0 0,0 1 1 0 0,0-1-1 0 0,0 0 0 0 0,0 0 0 0 0,0 0 1 0 0,0 0-1 0 0,-1 0 0 0 0,1 0 1 0 0,0 0-1 0 0,0 0 0 0 0,0 1 1 0 0,0-1-1 0 0,0 0 0 0 0,0 0 0 0 0,0 0 1 0 0,0 0-1 0 0,0 0 0 0 0,0 0 1 0 0,0 0-1 0 0,0 0 0 0 0,0 0 0 0 0,0 0 1 0 0,0 1-1 0 0,0-1 0 0 0,-1 0 1 0 0,1 0-1 0 0,0 0 0 0 0,0 0 0 0 0,0 0 1 0 0,0 0-1 0 0,0 0 0 0 0,0 0 1 0 0,0 0-1 0 0,0 0 0 0 0,0 0 1 0 0,-1 0-1 0 0,1 0 0 0 0,0 0 0 0 0,0 0 1 0 0,0 0-1 0 0,0 0 0 0 0,0 0 1 0 0,0 0-1 0 0,0 0 0 0 0,0 0 0 0 0,-1 0 1 0 0,1 0-1 0 0,0 0 0 0 0,-9 3 25 0 0,2-2-21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09.6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6553 0 0,'0'0'0'0'0,"1"0"0"0"0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3.4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55 569 6553 0 0,'-1'0'11'0'0,"0"0"-1"0"0,1 0 1 0 0,-1 0 0 0 0,0 0-1 0 0,0 0 1 0 0,0-1-1 0 0,1 1 1 0 0,-1 0-1 0 0,0 0 1 0 0,0 0-1 0 0,0-1 1 0 0,1 1-1 0 0,-1 0 1 0 0,0-1-1 0 0,1 1 1 0 0,-1-1 0 0 0,0 1-1 0 0,0-2 1 0 0,-1 1-9 0 0,1 0 1 0 0,-1 0 0 0 0,1 0 0 0 0,-1-1 0 0 0,1 1-1 0 0,0 0 1 0 0,-1-1 0 0 0,1 1 0 0 0,0-1 0 0 0,0 0-1 0 0,-1-2 1 0 0,-1-1-2 0 0,0 1-2 0 0,1-1-1 0 0,0 0 1 0 0,-1 0 0 0 0,2 0 0 0 0,-1-1 0 0 0,0 1 0 0 0,1 0-1 0 0,0-1 1 0 0,0 1 0 0 0,1-1 0 0 0,0-10 0 0 0,-1-3-4 0 0,1 12 3 0 0,0 0 1 0 0,0 0-1 0 0,1 0 0 0 0,0 0 0 0 0,0 0 1 0 0,1 0-1 0 0,-1 1 0 0 0,4-8 0 0 0,25-51-11 0 0,-20 47 9 0 0,-6 9 1 0 0,2 1 1 0 0,-1 0-1 0 0,1 1 1 0 0,0-1-1 0 0,1 1 1 0 0,0 1-1 0 0,0-1 1 0 0,0 1-1 0 0,1 0 1 0 0,12-7 0 0 0,10-4-10 0 0,49-20 1 0 0,-78 37 11 0 0,41-19 272 0 0,1 3 1 0 0,51-13 0 0 0,-80 25-40 0 0,0 2 0 0 0,0 0 1 0 0,0 0-1 0 0,0 1 1 0 0,1 1-1 0 0,-1 0 0 0 0,0 2 1 0 0,1-1-1 0 0,-1 1 1 0 0,0 1-1 0 0,15 6 0 0 0,56 22 1180 0 0,81 26 1131 0 0,-119-44-1357 0 0,2-2 1 0 0,89 8 0 0 0,-117-18-933 0 0,1-1 0 0 0,0-1 0 0 0,-1-1 1 0 0,1 0-1 0 0,-1-2 0 0 0,1-1 0 0 0,-1 0 0 0 0,39-17 1 0 0,-45 15-540 0 0,0 0 1 0 0,0-1 0 0 0,24-19-1 0 0,-32 22 170 0 0,-1-1-1 0 0,0 0 0 0 0,1 0 0 0 0,-2-1 0 0 0,1 1 1 0 0,-1-1-1 0 0,0-1 0 0 0,-1 1 0 0 0,5-10 1 0 0,-8 16 107 0 0,7-22-196 0 0,-8 23 200 0 0,1 0-1 0 0,-1-1 0 0 0,0 1 1 0 0,0-1-1 0 0,0 1 0 0 0,0 0 1 0 0,0-1-1 0 0,1 1 0 0 0,-1-1 1 0 0,0 1-1 0 0,0-1 0 0 0,0 1 1 0 0,0 0-1 0 0,0-1 0 0 0,0 1 1 0 0,0-1-1 0 0,0 1 0 0 0,-1 0 1 0 0,1-1-1 0 0,0 1 0 0 0,0-1 0 0 0,0 1 1 0 0,0 0-1 0 0,0-1 0 0 0,-1 1 1 0 0,1-1-1 0 0,0 1 0 0 0,0 0 1 0 0,-1-1-1 0 0,1 1 0 0 0,0 0 1 0 0,-1-1-1 0 0,1 1 0 0 0,0 0 1 0 0,-1 0-1 0 0,1-1 0 0 0,0 1 1 0 0,-1 0-1 0 0,1 0 0 0 0,0 0 1 0 0,-1 0-1 0 0,1-1 0 0 0,-1 1 1 0 0,0 0-1 0 0,0 0-21 0 0,-1 0-80 0 0,-4 9 80 0 0,5-7 48 0 0,0 0-12 0 0,0-1 0 0 0,0 0 0 0 0,0 1-1 0 0,0-1 1 0 0,0 1 0 0 0,1-1 0 0 0,-1 1-1 0 0,1-1 1 0 0,-1 1 0 0 0,1 0-1 0 0,0-1 1 0 0,-1 1 0 0 0,1-1 0 0 0,0 1-1 0 0,0 0 1 0 0,0-1 0 0 0,0 1-1 0 0,0 0 1 0 0,1-1 0 0 0,-1 1 0 0 0,1 2-1 0 0,1-2 12 0 0,-1 0-1 0 0,1 0 1 0 0,0 0-1 0 0,-1 0 0 0 0,1 0 1 0 0,0 0-1 0 0,1-1 1 0 0,-1 1-1 0 0,0-1 0 0 0,0 1 1 0 0,1-1-1 0 0,-1 0 1 0 0,0 0-1 0 0,1 0 1 0 0,-1 0-1 0 0,1-1 0 0 0,-1 1 1 0 0,1 0-1 0 0,0-1 1 0 0,-1 0-1 0 0,1 0 0 0 0,3 0 1 0 0,8 0 107 0 0,1 0 0 0 0,24-5 0 0 0,-34 5-86 0 0,29-4 322 0 0,51 3-1 0 0,-50 1 34 0 0,49-5 0 0 0,144-33 984 0 0,27-2 160 0 0,-211 35-1140 0 0,0 2 1 0 0,55 4 0 0 0,87 17 23 0 0,-122-12-426 0 0,46 8 0 0 0,-94-11 0 0 0,-1 1 0 0 0,0 0 0 0 0,0 1 0 0 0,-1 1 0 0 0,15 7 0 0 0,-25-11 0 0 0,0 1 0 0 0,0-1 0 0 0,0 1 0 0 0,0 0 0 0 0,-1 0 0 0 0,0 0 0 0 0,1 0 0 0 0,-1 0 0 0 0,0 1 0 0 0,-1 0 0 0 0,1 0 0 0 0,0 0 0 0 0,2 7 0 0 0,-3-8 0 0 0,-1 0 0 0 0,-1 0 0 0 0,1 0 0 0 0,0 1 0 0 0,-1-1 0 0 0,1 0 0 0 0,-1 0 0 0 0,0 1 0 0 0,0-1 0 0 0,0 0 0 0 0,-1 0 0 0 0,1 1 0 0 0,-1-1 0 0 0,0 0 0 0 0,0 0 0 0 0,0 0 0 0 0,0 0 0 0 0,0 0 0 0 0,-4 5 0 0 0,-38 71 0 0 0,37-69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4.4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17 130 6553 0 0,'-1'-1'10'0'0,"-1"-1"0"0"0,0 0-1 0 0,1 0 1 0 0,0 0 0 0 0,-1 0-1 0 0,1 0 1 0 0,0 0 0 0 0,0 0-1 0 0,0-1 1 0 0,0 1 0 0 0,0 0-1 0 0,1 0 1 0 0,-1-1 0 0 0,1 1 0 0 0,0-1-1 0 0,-1 1 1 0 0,1 0 0 0 0,0-1-1 0 0,0 1 1 0 0,0-1 0 0 0,1 1-1 0 0,-1 0 1 0 0,1-1 0 0 0,-1 1-1 0 0,2-3 1 0 0,0 1-13 0 0,-1 1 1 0 0,1-1-1 0 0,0 0 1 0 0,0 1-1 0 0,1-1 1 0 0,-1 1-1 0 0,1 0 0 0 0,0 0 1 0 0,0 0-1 0 0,0 0 1 0 0,0 0-1 0 0,0 1 1 0 0,6-4-1 0 0,-3 2 74 0 0,-1 2 0 0 0,1-1 0 0 0,0 0 0 0 0,0 1 0 0 0,0 0 0 0 0,0 1 0 0 0,1 0 0 0 0,-1-1-1 0 0,9 1 1 0 0,-12 1-22 0 0,0 0 1 0 0,0 0-1 0 0,0 0 0 0 0,0 1 0 0 0,0-1 0 0 0,0 1 0 0 0,0 0 0 0 0,-1-1 0 0 0,1 1 0 0 0,0 1 0 0 0,0-1 0 0 0,-1 0 0 0 0,1 1 0 0 0,-1-1 0 0 0,1 1 0 0 0,-1 0 0 0 0,0 0 1 0 0,0 0-1 0 0,0 0 0 0 0,0 0 0 0 0,0 0 0 0 0,3 4 0 0 0,-1 3 130 0 0,1 0 0 0 0,-2 1 0 0 0,1-1 0 0 0,-1 1 0 0 0,0 0 0 0 0,-1 0 0 0 0,0 0 0 0 0,-1 0 0 0 0,0 0 0 0 0,-1 0 0 0 0,0 0 0 0 0,0 0 0 0 0,-3 18 0 0 0,-3 6 575 0 0,-2-1 0 0 0,-19 56 0 0 0,19-69-261 0 0,0 0 0 0 0,-2 0 1 0 0,-22 35-1 0 0,-47 48 1490 0 0,74-99-1928 0 0,10-13 215 0 0,11-16-54 0 0,74-92-1821 0 0,71-83-640 0 0,-71 112 986 0 0,-28 29 559 0 0,-59 54 496 0 0,-13 11 261 0 0,-14 10 257 0 0,16-10-234 0 0,-72 55 1078 0 0,68-51-936 0 0,1 1 0 0 0,1 0 0 0 0,0 0 0 0 0,-14 22 0 0 0,16-21-64 0 0,1 1 0 0 0,1 0 0 0 0,0 0 0 0 0,1 0 0 0 0,1 1 0 0 0,0-1 0 0 0,0 1 0 0 0,2 0 0 0 0,-2 18 0 0 0,3-25-74 0 0,1 0-1 0 0,1 0 0 0 0,-1 1 1 0 0,1-1-1 0 0,0-1 1 0 0,1 1-1 0 0,0 0 0 0 0,0 0 1 0 0,3 7-1 0 0,-3-10-21 0 0,1 1 1 0 0,0-1-1 0 0,-1 0 1 0 0,1 1-1 0 0,1-1 1 0 0,-1-1-1 0 0,1 1 0 0 0,-1 0 1 0 0,1-1-1 0 0,0 0 1 0 0,0 0-1 0 0,1 0 0 0 0,7 4 1 0 0,-5-4 36 0 0,1 0 0 0 0,0-1 0 0 0,-1 0 0 0 0,1 0 0 0 0,0 0 0 0 0,0-1 1 0 0,0 0-1 0 0,14-1 0 0 0,-10 0 47 0 0,0-1 0 0 0,0-1 1 0 0,-1 0-1 0 0,1 0 0 0 0,14-6 0 0 0,-6 0 184 0 0,-20 8-323 0 0,1-1 0 0 0,0 1 0 0 0,0-1 0 0 0,0 1 0 0 0,0-1 1 0 0,-1 0-1 0 0,1 1 0 0 0,0-1 0 0 0,-1 0 0 0 0,1 1 0 0 0,0-1 0 0 0,-1 0 0 0 0,1 0 0 0 0,-1 0 1 0 0,1 0-1 0 0,-1 1 0 0 0,1-1 0 0 0,-1-2 0 0 0,1-4-158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4.5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7 127 6553 0 0,'0'0'1'0'0,"0"0"0"0"0,-1 0 0 0 0,1 0 0 0 0,0 0 0 0 0,-1 0 0 0 0,1-1 1 0 0,0 1-1 0 0,-1 0 0 0 0,1 0 0 0 0,0 0 0 0 0,-1 0 0 0 0,1 0 0 0 0,0-1 0 0 0,0 1 0 0 0,-1 0 0 0 0,1 0 0 0 0,0 0 0 0 0,0-1 0 0 0,0 1 0 0 0,-1 0 0 0 0,1 0 0 0 0,0-1 0 0 0,0 1 0 0 0,0 0 0 0 0,0-1 0 0 0,-1 1 0 0 0,7-5 110 0 0,18-2 31 0 0,-20 6-188 0 0,312-71 1016 0 0,-212 50 815 0 0,-44 12-1038 0 0,-34 6-628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4.8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84 49 6553 0 0,'25'-40'286'0'0,"-20"31"-339"0"0,-28 42 830 0 0,6-1 116 0 0,1 1 0 0 0,-20 63-1 0 0,30-77-540 0 0,1 1 0 0 0,1 0-1 0 0,1 0 1 0 0,1 0-1 0 0,0 1 1 0 0,3 32-1 0 0,-1-47-223 0 0,1 1 0 0 0,0-1 0 0 0,1 0 0 0 0,-1 0 0 0 0,1 1 0 0 0,5 9 0 0 0,-6-14-88 0 0,0 0 1 0 0,0 1-1 0 0,1-1 1 0 0,0 0-1 0 0,-1 0 1 0 0,1 0-1 0 0,0 0 1 0 0,0 0-1 0 0,0 0 1 0 0,0-1 0 0 0,0 1-1 0 0,0-1 1 0 0,1 1-1 0 0,-1-1 1 0 0,1 0-1 0 0,-1 0 1 0 0,1 0-1 0 0,2 1 1 0 0,3 0 109 0 0,1 0 1 0 0,-1-1-1 0 0,1-1 0 0 0,-1 1 0 0 0,15-2 1 0 0,-3 0 86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5.3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93 60 6553 0 0,'2'-12'0'0'0,"3"-15"0"0"0,-4 25 0 0 0,-1 1 0 0 0,0-1 0 0 0,1 1 0 0 0,-1 0 0 0 0,1-1 0 0 0,0 1 0 0 0,-1-1 0 0 0,1 1 0 0 0,0 0 0 0 0,0 0 0 0 0,0-1 0 0 0,2-1 0 0 0,-3 3 0 0 0,0 0 0 0 0,0 0-1 0 0,0 0 1 0 0,0 0 0 0 0,0 0 0 0 0,0 0-1 0 0,0 0 1 0 0,0 0 0 0 0,0 0-1 0 0,1 0 1 0 0,-1 0 0 0 0,0 0-1 0 0,0 0 1 0 0,0 0 0 0 0,0 0 0 0 0,0 0-1 0 0,0 0 1 0 0,0 0 0 0 0,0 0-1 0 0,0 0 1 0 0,1 0 0 0 0,-1 0-1 0 0,0 0 1 0 0,0 0 0 0 0,0 0 0 0 0,0 0-1 0 0,0 0 1 0 0,0 0 0 0 0,0 0-1 0 0,0 0 1 0 0,0 0 0 0 0,0 0-1 0 0,1 0 1 0 0,-1 0 0 0 0,0 0-1 0 0,0 0 1 0 0,0 0 0 0 0,0 1 0 0 0,0-1-1 0 0,0 0 1 0 0,0 0 0 0 0,0 0-1 0 0,0 0 1 0 0,0 0 0 0 0,0 0-1 0 0,0 0 1 0 0,0 0 0 0 0,0 0 0 0 0,0 1-1 0 0,1 7 50 0 0,-2 9 298 0 0,1-17-327 0 0,-6 37 833 0 0,-1-1 0 0 0,-19 57 1 0 0,-38 64 1855 0 0,53-130-2380 0 0,33-39 211 0 0,6-13-421 0 0,47-54-1 0 0,-56 56-385 0 0,1 1 0 0 0,1 2 0 0 0,1 0 0 0 0,33-23 0 0 0,-54 42 259 0 0,13-7-65 0 0,-13 7 71 0 0,-1 1 1 0 0,1 0-1 0 0,-1 0 0 0 0,1-1 0 0 0,-1 1 1 0 0,1 0-1 0 0,-1 0 0 0 0,1-1 0 0 0,0 1 0 0 0,-1 0 1 0 0,1 0-1 0 0,-1 0 0 0 0,1 0 0 0 0,0 0 1 0 0,-1 0-1 0 0,1 0 0 0 0,-1 0 0 0 0,1 0 1 0 0,0 0-1 0 0,-1 1 0 0 0,2-1 0 0 0,-2 1 8 0 0,0-1 0 0 0,0 0-1 0 0,0 1 1 0 0,0-1 0 0 0,0 1-1 0 0,0-1 1 0 0,0 1 0 0 0,0-1-1 0 0,0 0 1 0 0,0 1 0 0 0,0-1-1 0 0,0 1 1 0 0,0-1 0 0 0,-1 1 0 0 0,1-1-1 0 0,0 0 1 0 0,0 1 0 0 0,0-1-1 0 0,-1 0 1 0 0,1 1 0 0 0,0-1-1 0 0,0 1 1 0 0,-1-1 0 0 0,1 0-1 0 0,-1 1 1 0 0,-10 12 236 0 0,8-11-193 0 0,-15 18 188 0 0,-40 46 723 0 0,52-58-844 0 0,1-1 0 0 0,0 1-1 0 0,0 0 1 0 0,1 1 0 0 0,0-1-1 0 0,1 1 1 0 0,-3 9 0 0 0,5-15-89 0 0,0 0 1 0 0,1 1 0 0 0,-1-1-1 0 0,1 0 1 0 0,0 0 0 0 0,0 0 0 0 0,0 1-1 0 0,0-1 1 0 0,1 0 0 0 0,-1 0 0 0 0,3 6-1 0 0,-3-7 2 0 0,1-1 0 0 0,0 1 1 0 0,0-1-1 0 0,0 1 0 0 0,0-1 0 0 0,0 1 0 0 0,0-1 0 0 0,0 0 0 0 0,0 1 0 0 0,1-1 0 0 0,-1 0 0 0 0,1 0 0 0 0,-1 0 0 0 0,0 0 0 0 0,1 0 1 0 0,0 0-1 0 0,-1 0 0 0 0,1-1 0 0 0,-1 1 0 0 0,1 0 0 0 0,0-1 0 0 0,2 1 0 0 0,18 1 254 0 0,0-1 0 0 0,0 0 0 0 0,0-2 0 0 0,30-4 0 0 0,-40 4-174 0 0,33-6 355 0 0,-31 5-323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5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111 15 6553 0 0,'0'-1'3'0'0,"-1"-11"-11"0"0,-1 10 18 0 0,-3 7 42 0 0,-8 15 435 0 0,2 1 0 0 0,0 1 1 0 0,1-1-1 0 0,-7 25 0 0 0,6-8 519 0 0,-12 63 0 0 0,22-93-836 0 0,-4 33 417 0 0,5-38-537 0 0,0-1 1 0 0,0 1 0 0 0,0-1 0 0 0,0 1 0 0 0,0-1 0 0 0,1 1-1 0 0,-1-1 1 0 0,1 0 0 0 0,-1 1 0 0 0,1-1 0 0 0,0 0 0 0 0,0 1-1 0 0,2 2 1 0 0,1-2-11 0 0,1-1-40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5.9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7 268 6553 0 0,'-2'-2'11'0'0,"-3"-5"-30"0"0,5 7 26 0 0,1 0 0 0 0,-1 0 0 0 0,0-1 0 0 0,0 1 1 0 0,0 0-1 0 0,0 0 0 0 0,1-1 0 0 0,-1 1 0 0 0,0 0 1 0 0,0 0-1 0 0,1 0 0 0 0,-1 0 0 0 0,0-1 0 0 0,0 1 1 0 0,1 0-1 0 0,-1 0 0 0 0,0 0 0 0 0,0 0 1 0 0,1 0-1 0 0,-1 0 0 0 0,0 0 0 0 0,0 0 0 0 0,1 0 1 0 0,-1 0-1 0 0,0 0 0 0 0,1 0 0 0 0,-1 0 0 0 0,1 0 1 0 0,129-7 2156 0 0,-22 2-525 0 0,-107 5-1616 0 0,84-11 1114 0 0,-73 8-905 0 0,0 0 0 0 0,0 0 0 0 0,0-1 1 0 0,21-11-1 0 0,-16 6-356 0 0,-1 0 1 0 0,0-1-1 0 0,-1-1 0 0 0,0 0 0 0 0,0-2 1 0 0,-1 1-1 0 0,-1-2 0 0 0,17-20 1 0 0,-28 32 118 0 0,7-12-68 0 0,2 0 0 0 0,-1 2-1 0 0,2-1 1 0 0,13-11-1 0 0,-25 24 77 0 0,1 0 0 0 0,-1-1 0 0 0,0 1 1 0 0,1 0-1 0 0,-1 0 0 0 0,0 0 0 0 0,0 0 0 0 0,1-1 0 0 0,-1 1 0 0 0,0 0 0 0 0,1 0 0 0 0,-1 0 0 0 0,0 0 0 0 0,1 0 0 0 0,-1 0 0 0 0,0 0 0 0 0,1 0 1 0 0,-1 0-1 0 0,0 0 0 0 0,1 0 0 0 0,-1 0 0 0 0,0 0 0 0 0,1 0 0 0 0,-1 0 0 0 0,0 0 0 0 0,1 0 0 0 0,-1 1 0 0 0,0-1 0 0 0,0 0 0 0 0,1 0 0 0 0,-1 0 1 0 0,0 0-1 0 0,1 1 0 0 0,-1-1 0 0 0,0 0 0 0 0,0 0 0 0 0,0 1 0 0 0,1-1 0 0 0,-1 0 0 0 0,0 0 0 0 0,0 1 0 0 0,0-1 0 0 0,1 0 0 0 0,-1 1 0 0 0,0-1 1 0 0,0 0-1 0 0,0 1 0 0 0,0-1 0 0 0,0 0 0 0 0,0 1 0 0 0,0-1 0 0 0,0 0 0 0 0,0 1 0 0 0,0-1 0 0 0,3 21 317 0 0,-3-21-305 0 0,0 48 840 0 0,-3 0 0 0 0,-16 92 0 0 0,10-85-305 0 0,5-34-97 0 0,-11 30 1 0 0,9-30-246 0 0,4-14-178 0 0,2 0-30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16.1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 4 6553 0 0,'0'-1'11'0'0,"1"1"0"0"0,-1 0 0 0 0,1-1 0 0 0,-1 1 0 0 0,1 0 0 0 0,0 0-1 0 0,-1-1 1 0 0,1 1 0 0 0,0 0 0 0 0,-1 0 0 0 0,1 0 0 0 0,0 0 0 0 0,-1 0 0 0 0,1 0-1 0 0,0 0 1 0 0,-1 0 0 0 0,1 0 0 0 0,0 0 0 0 0,-1 0 0 0 0,1 1 0 0 0,0-1 0 0 0,-1 0-1 0 0,1 0 1 0 0,-1 1 0 0 0,1-1 0 0 0,0 0 0 0 0,0 1 0 0 0,19 14 515 0 0,-17-13-428 0 0,5 6 84 0 0,0-1 0 0 0,-1 1-1 0 0,0 1 1 0 0,0-1 0 0 0,-1 1 0 0 0,0 0 0 0 0,0 1 0 0 0,-1-1 0 0 0,-1 1 0 0 0,5 13 0 0 0,-5-13 9 0 0,-1 0 1 0 0,-1-1 0 0 0,0 1-1 0 0,0 1 1 0 0,-1-1 0 0 0,0 0-1 0 0,-1 0 1 0 0,0 0 0 0 0,0 1-1 0 0,-1-1 1 0 0,-3 12-1 0 0,-1-2-22 0 0,-17 77 1308 0 0,20-82-1233 0 0,-1-1 0 0 0,-1 0 0 0 0,0 0 0 0 0,-1-1 0 0 0,-1 1 1 0 0,0-1-1 0 0,-9 14 0 0 0,0-3 338 0 0,-2-2 0 0 0,-34 38 0 0 0,15-23 97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33.4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1 6553 0 0,'-2'3'0'0'0,"0"-1"241"0"0,2 0-241 0 0,0-1 0 0 0,0 1 0 0 0,2 1 0 0 0,-2 3 240 0 0,0 0-240 0 0,2 1 240 0 0,-1 2-240 0 0,3-1 340 0 0,-1 1-340 0 0,-1-4 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34.0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46 6553 0 0,'6'-2'95'0'0,"0"1"0"0"0,0-1 0 0 0,0 0 0 0 0,-1 0-1 0 0,1 0 1 0 0,-1-1 0 0 0,0 0 0 0 0,6-4-1 0 0,-8 5-70 0 0,7-5 248 0 0,-8 6-209 0 0,0-1 0 0 0,0 1 0 0 0,0 0 0 0 0,0-1 0 0 0,0 1 0 0 0,1 0 0 0 0,-1 0 0 0 0,0 0 0 0 0,0 1 0 0 0,5-2-1 0 0,-7 3-14 0 0,0 0-1 0 0,-1 1 0 0 0,1-1 1 0 0,0 0-1 0 0,-1 0 0 0 0,1 0 1 0 0,0 0-1 0 0,-1 0 0 0 0,1 0 1 0 0,-2 1-1 0 0,-1 2-7 0 0,0-1 160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35.3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160 7 6553 0 0,'2'-2'0'0'0,"-2"2"14"0"0,0-1-1 0 0,1 1 0 0 0,-1 0 0 0 0,0-1 1 0 0,1 1-1 0 0,-1 0 0 0 0,1-1 0 0 0,-1 1 1 0 0,0 0-1 0 0,1-1 0 0 0,-1 1 0 0 0,1 0 1 0 0,-1 0-1 0 0,1 0 0 0 0,-1 0 0 0 0,1-1 1 0 0,-1 1-1 0 0,1 0 0 0 0,-1 0 0 0 0,2 0 1 0 0,-2 0-2 0 0,0 0 0 0 0,0 1 1 0 0,1-1-1 0 0,-1 0 0 0 0,0 0 1 0 0,1 0-1 0 0,-1 1 0 0 0,0-1 0 0 0,0 0 1 0 0,0 0-1 0 0,1 1 0 0 0,-1-1 1 0 0,0 0-1 0 0,0 1 0 0 0,0-1 1 0 0,0 0-1 0 0,1 1 0 0 0,-1-1 1 0 0,0 0-1 0 0,0 0 0 0 0,0 1 0 0 0,0 0 1 0 0,0 19 225 0 0,0-19-277 0 0,-5 60 873 0 0,1 11 391 0 0,2 11 279 0 0,-3 0 0 0 0,-4 0 0 0 0,-3 0 0 0 0,-28 94 0 0 0,33-149-921 0 0,-2 0 1 0 0,-1 0 0 0 0,-16 29-1 0 0,25-55-540 0 0,0 0 0 0 0,-1-1 0 0 0,1 1-1 0 0,-1-1 1 0 0,1 0 0 0 0,-1 1 0 0 0,0-1 0 0 0,1 0-1 0 0,-1 0 1 0 0,0 0 0 0 0,-3 1 0 0 0,4-2-32 0 0,0 1 1 0 0,1-1 0 0 0,-1 0 0 0 0,0 1-1 0 0,1-1 1 0 0,-1 0 0 0 0,0 0 0 0 0,0 1-1 0 0,1-1 1 0 0,-1 0 0 0 0,0 0 0 0 0,0 0-1 0 0,0 0 1 0 0,1 0 0 0 0,-1 0-1 0 0,0 0 1 0 0,0-1 0 0 0,1 1 0 0 0,-1 0-1 0 0,0 0 1 0 0,0-1 0 0 0,1 1 0 0 0,-1 0-1 0 0,0-1 1 0 0,1 1 0 0 0,-1 0-1 0 0,0-1 1 0 0,1 1 0 0 0,-1-1 0 0 0,0 1-1 0 0,1-1 1 0 0,-1 0 0 0 0,0-2 17 0 0,1 1 1 0 0,0 0-1 0 0,0 0 1 0 0,1 0-1 0 0,-1 0 0 0 0,0-1 1 0 0,1 1-1 0 0,-1 0 1 0 0,1 0-1 0 0,0 0 1 0 0,-1 0-1 0 0,1 0 1 0 0,0 0-1 0 0,0 0 1 0 0,2-2-1 0 0,-1 0-148 0 0,5-9-70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35.8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323 165 6553 0 0,'0'-7'0'0'0,"0"-1"0"0"0,-1 1 0 0 0,0 0 0 0 0,0 0 0 0 0,0-1 0 0 0,-1 1 0 0 0,0 0 0 0 0,-6-13 0 0 0,8 20 3 0 0,0 0-1 0 0,0-1 0 0 0,0 1 0 0 0,-1 0 0 0 0,1-1 0 0 0,0 1 0 0 0,-1 0 0 0 0,1-1 0 0 0,0 1 1 0 0,0 0-1 0 0,-1 0 0 0 0,1 0 0 0 0,0-1 0 0 0,-1 1 0 0 0,1 0 0 0 0,-1 0 0 0 0,1 0 1 0 0,0 0-1 0 0,-1 0 0 0 0,1-1 0 0 0,0 1 0 0 0,-1 0 0 0 0,1 0 0 0 0,-1 0 0 0 0,1 0 0 0 0,0 0 1 0 0,-1 0-1 0 0,1 0 0 0 0,-1 1 0 0 0,1-1 0 0 0,0 0 0 0 0,-1 0 0 0 0,1 0 0 0 0,0 0 1 0 0,-1 0-1 0 0,1 1 0 0 0,0-1 0 0 0,-1 0 0 0 0,1 0 0 0 0,0 0 0 0 0,-1 1 0 0 0,1-1 0 0 0,0 0 1 0 0,-1 1-1 0 0,1-1 0 0 0,0 0 0 0 0,-1 1 0 0 0,-15 18 449 0 0,12-14-216 0 0,-29 31 819 0 0,-41 35 0 0 0,-29 30 1152 0 0,89-85-1946 0 0,8-10-124 0 0,1-1 0 0 0,0 1 1 0 0,0 0-1 0 0,1 0 0 0 0,0 0 1 0 0,0 1-1 0 0,0-1 0 0 0,-5 14 1 0 0,9-20-137 0 0,0 0 1 0 0,0 0 0 0 0,0 0-1 0 0,0 0 1 0 0,0 1-1 0 0,0-1 1 0 0,0 0 0 0 0,0 0-1 0 0,0 0 1 0 0,0 0-1 0 0,0 0 1 0 0,0 0 0 0 0,0 0-1 0 0,0 0 1 0 0,0 0 0 0 0,0 0-1 0 0,0 1 1 0 0,0-1-1 0 0,0 0 1 0 0,0 0 0 0 0,0 0-1 0 0,0 0 1 0 0,0 0 0 0 0,0 0-1 0 0,0 0 1 0 0,0 0-1 0 0,0 0 1 0 0,0 0 0 0 0,0 1-1 0 0,0-1 1 0 0,0 0 0 0 0,0 0-1 0 0,1 0 1 0 0,-1 0-1 0 0,0 0 1 0 0,0 0 0 0 0,0 0-1 0 0,0 0 1 0 0,0 0 0 0 0,0 0-1 0 0,0 0 1 0 0,0 0-1 0 0,0 0 1 0 0,0 0 0 0 0,0 0-1 0 0,0 0 1 0 0,1 0 0 0 0,-1 0-1 0 0,5-2 76 0 0,5-6 115 0 0,33-34-472 0 0,-2-2 1 0 0,54-76 0 0 0,-59 67-169 0 0,14-19-126 0 0,-43 64 502 0 0,-1 1-1 0 0,2-1 1 0 0,-1 1 0 0 0,1 1-1 0 0,0 0 1 0 0,12-8-1 0 0,-19 13 71 0 0,1 0-1 0 0,-1 0 1 0 0,1 0-1 0 0,0 0 1 0 0,0 0-1 0 0,0 1 0 0 0,-1-1 1 0 0,1 0-1 0 0,0 1 1 0 0,0 0-1 0 0,0-1 0 0 0,0 1 1 0 0,0 0-1 0 0,0 0 1 0 0,0 0-1 0 0,0 0 1 0 0,0 1-1 0 0,0-1 0 0 0,0 0 1 0 0,0 1-1 0 0,1 0 1 0 0,-1 0 33 0 0,0 1 0 0 0,0-1 0 0 0,0 1 0 0 0,0-1 0 0 0,-1 1 0 0 0,1 0 0 0 0,0-1 0 0 0,-1 1 1 0 0,0 0-1 0 0,1 0 0 0 0,-1 0 0 0 0,0 0 0 0 0,0 0 0 0 0,1 5 0 0 0,2 4 163 0 0,-1 0 1 0 0,-1 1-1 0 0,0-1 1 0 0,-1 1-1 0 0,0 19 1 0 0,-1 19 782 0 0,11 80 1 0 0,-8-107-825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25.2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514 148 3223 0 0,'38'-46'-636'0'0,"-33"38"632"0"0,2 1-1 0 0,-1 0 0 0 0,1 0 0 0 0,0 0 0 0 0,0 1 0 0 0,1 0 0 0 0,10-7 0 0 0,-6 6 47 0 0,0 0 1 0 0,1 1-1 0 0,0 0 0 0 0,19-5 0 0 0,-30 10-42 0 0,0 1 0 0 0,0-1 0 0 0,1 1 0 0 0,-1-1 0 0 0,0 1 0 0 0,0 0 0 0 0,0 0 0 0 0,1 0 0 0 0,1 0 0 0 0,-19 8-98 0 0,-83 24 149 0 0,-51 20 172 0 0,17-1-206 0 0,-141 61-18 0 0,264-107 0 0 0,0 0-1 0 0,-10 7 1 0 0,18-11 3 0 0,0 0 0 0 0,0 0 0 0 0,-1-1 1 0 0,1 1-1 0 0,0 0 0 0 0,0 0 0 0 0,0 0 0 0 0,0 0 0 0 0,0 0 1 0 0,0 1-1 0 0,0-1 0 0 0,1 0 0 0 0,-1 0 0 0 0,0 1 1 0 0,1-1-1 0 0,-1 0 0 0 0,1 1 0 0 0,-1-1 0 0 0,1 0 0 0 0,0 1 1 0 0,-1-1-1 0 0,1 1 0 0 0,0-1 0 0 0,0 1 0 0 0,0 1 0 0 0,1-2-5 0 0,0 1-1 0 0,0-1 1 0 0,-1 0-1 0 0,1 0 0 0 0,1 0 1 0 0,-1 0-1 0 0,0 0 0 0 0,0-1 1 0 0,0 1-1 0 0,0 0 1 0 0,0 0-1 0 0,1-1 0 0 0,-1 1 1 0 0,0-1-1 0 0,1 1 0 0 0,-1-1 1 0 0,0 0-1 0 0,1 1 1 0 0,-1-1-1 0 0,1 0 0 0 0,-1 0 1 0 0,0 0-1 0 0,3 0 1 0 0,36-2-74 0 0,-38 2 76 0 0,47-8 6 0 0,0-2-1 0 0,82-27 1 0 0,-30-1 66 0 0,-51 18-47 0 0,53-14 1 0 0,-94 32-21 0 0,-1 1 1 0 0,16-2-1 0 0,-22 3-4 0 0,-1-1 0 0 0,1 1 0 0 0,0 0 0 0 0,-1 0 0 0 0,1 1-1 0 0,-1-1 1 0 0,1 0 0 0 0,0 0 0 0 0,-1 1 0 0 0,1-1 0 0 0,-1 1 0 0 0,1-1 0 0 0,-1 1-1 0 0,1 0 1 0 0,-1 0 0 0 0,1 0 0 0 0,-1-1 0 0 0,0 1 0 0 0,0 0 0 0 0,1 1 0 0 0,0 1-1 0 0,-1-2 1 0 0,-1 0 0 0 0,1 0 0 0 0,-1 0 0 0 0,0 0 0 0 0,0 0 0 0 0,0 0 0 0 0,1 0 0 0 0,-1 0 0 0 0,0 0 0 0 0,0 0 0 0 0,-1 0 0 0 0,1 0 0 0 0,0 0 0 0 0,0 0 0 0 0,0 1 0 0 0,-1-1 0 0 0,1 0 0 0 0,-1 0 0 0 0,1 0 0 0 0,0 0 0 0 0,-1-1 0 0 0,0 1 0 0 0,1 0 0 0 0,-2 2 0 0 0,-20 20 0 0 0,21-22 0 0 0,-28 25 0 0 0,-1-1 0 0 0,-60 36 0 0 0,-73 30 0 0 0,54-33 0 0 0,96-51 0 0 0,9-6 0 0 0,0 1 0 0 0,0 0 0 0 0,0 1 0 0 0,0-1 0 0 0,1 1 0 0 0,-1-1 0 0 0,1 1 0 0 0,-1 0 0 0 0,-3 5 0 0 0,7-8 0 0 0,0 0 0 0 0,0 0 0 0 0,0 1 0 0 0,-1-1 0 0 0,1 0 0 0 0,0 0 0 0 0,0 0 0 0 0,0 0 0 0 0,0 1 0 0 0,0-1 0 0 0,0 0 0 0 0,0 0 0 0 0,0 0 0 0 0,0 0 0 0 0,0 1 0 0 0,0-1 0 0 0,0 0 0 0 0,0 0 0 0 0,0 0 0 0 0,0 0 0 0 0,0 1 0 0 0,0-1 0 0 0,0 0 0 0 0,0 0 0 0 0,0 0 0 0 0,0 1 0 0 0,0-1 0 0 0,0 0 0 0 0,0 0 0 0 0,1 0 0 0 0,-1 0 0 0 0,0 0 0 0 0,0 1 0 0 0,0-1 0 0 0,0 0 0 0 0,0 0 0 0 0,0 0 0 0 0,1 0 0 0 0,8 2 0 0 0,10-3 0 0 0,-18 1 0 0 0,246-37 0 0 0,-219 33 0 0 0,0 1 0 0 0,31 1 0 0 0,-51 2 0 0 0,0 1 0 0 0,0-1 0 0 0,0 1 0 0 0,0 1 0 0 0,0 0 0 0 0,-1 0 0 0 0,1 0 0 0 0,0 1 0 0 0,-1 0 0 0 0,0 1 0 0 0,0 0 0 0 0,8 5 0 0 0,-13-8-1 0 0,0 1-1 0 0,0-1 1 0 0,0 1-1 0 0,-1 0 1 0 0,1 0-1 0 0,0 0 1 0 0,-1 0-1 0 0,0 0 1 0 0,1 0-1 0 0,-1 0 0 0 0,0 0 1 0 0,0 0-1 0 0,0 0 1 0 0,0 1-1 0 0,0-1 1 0 0,-1 1-1 0 0,1-1 1 0 0,-1 0-1 0 0,0 1 1 0 0,1-1-1 0 0,-1 1 0 0 0,0-1 1 0 0,-1 1-1 0 0,1 3 1 0 0,-1-3 0 0 0,0 1-1 0 0,0-1 1 0 0,-1 0 0 0 0,1 0-1 0 0,-1 0 1 0 0,1 0 0 0 0,-1 0 0 0 0,0 0-1 0 0,0 0 1 0 0,0-1 0 0 0,-1 1 0 0 0,1-1-1 0 0,-1 1 1 0 0,1-1 0 0 0,-1 0 0 0 0,0 0-1 0 0,-3 2 1 0 0,-23 11 197 0 0,0-2-1 0 0,-36 12 0 0 0,-24 9 464 0 0,79-29-649 0 0,-5 1 15 0 0,0 2 0 0 0,-25 16 1 0 0,36-22-24 0 0,1 1 1 0 0,-1 0 0 0 0,1 0-1 0 0,0 1 1 0 0,-1-1 0 0 0,1 1-1 0 0,1-1 1 0 0,-1 1 0 0 0,1 0-1 0 0,-1 0 1 0 0,1 0 0 0 0,0 0-1 0 0,0 1 1 0 0,1-1 0 0 0,-2 5-1 0 0,1 8-2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26.7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117 195 1799 0 0,'10'-3'38'0'0,"0"-1"-1"0"0,-1 1 1 0 0,1-2-1 0 0,-1 1 1 0 0,13-9-1 0 0,11-6-38 0 0,28-7-61 0 0,120-33-1 0 0,-44 17 36 0 0,-126 38 27 0 0,2 1 0 0 0,-1 0 0 0 0,0 1 0 0 0,1 0 0 0 0,17 0 0 0 0,-62 17 0 0 0,-144 53 37 0 0,31-11-10 0 0,-159 48-27 0 0,300-104 4 0 0,2-1-1 0 0,0 1 1 0 0,0-1-1 0 0,0 1 1 0 0,1-1 0 0 0,-1 1-1 0 0,0 0 1 0 0,1 0-1 0 0,-1 0 1 0 0,1 0-1 0 0,-1 0 1 0 0,1 0 0 0 0,-1 0-1 0 0,1 0 1 0 0,-1 0-1 0 0,1 1 1 0 0,-2 2-1 0 0,4-4-3 0 0,-1 1 0 0 0,0-1 0 0 0,1 0 0 0 0,-1 1 0 0 0,1-1 0 0 0,-1 0 0 0 0,1 1 0 0 0,-1-1 0 0 0,1 0 0 0 0,-1 1 0 0 0,1-1 0 0 0,0 0 0 0 0,-1 0 0 0 0,1 0 0 0 0,-1 1 0 0 0,1-1 0 0 0,0 0 0 0 0,-1 0 0 0 0,1 0 0 0 0,-1 0 0 0 0,1 0 0 0 0,0 0 0 0 0,-1 0 0 0 0,1-1 0 0 0,19 1 0 0 0,33-6 0 0 0,0-3 0 0 0,69-20 0 0 0,-13 2 0 0 0,-83 21 0 0 0,54-9 0 0 0,-73 14 0 0 0,0 1 0 0 0,0 0 0 0 0,1 0 0 0 0,-1 0 0 0 0,0 1 0 0 0,0 0 0 0 0,0 0 0 0 0,13 5 0 0 0,-19-6 0 0 0,-1 0 0 0 0,1 0 0 0 0,0 0 0 0 0,-1 1 0 0 0,1-1 0 0 0,-1 0 0 0 0,1 1 0 0 0,0-1 0 0 0,-1 1 0 0 0,1-1 0 0 0,-1 1 0 0 0,1-1 0 0 0,-1 1 0 0 0,1-1 0 0 0,-1 1 0 0 0,1-1 0 0 0,-1 1 0 0 0,0-1 0 0 0,1 1 0 0 0,-1 0 0 0 0,0-1 0 0 0,0 1 0 0 0,1 0 0 0 0,-1-1 0 0 0,0 1 0 0 0,0 0 0 0 0,0 1 0 0 0,0-1 0 0 0,0 1 0 0 0,-1-1 0 0 0,1 1 0 0 0,-1-1 0 0 0,1 1 0 0 0,-1-1 0 0 0,1 0 0 0 0,-1 1 0 0 0,0-1 0 0 0,0 0 0 0 0,0 1 0 0 0,-1 0 0 0 0,-2 3 0 0 0,-1 0 0 0 0,0 0 0 0 0,0 0 0 0 0,-11 6 0 0 0,-35 19-40 0 0,-2-3 0 0 0,-1-3 0 0 0,-1-1 0 0 0,-100 25 0 0 0,145-45 40 0 0,-2-1 0 0 0,20-2 0 0 0,120-22 0 0 0,4 0 0 0 0,-94 17 16 0 0,-4 1-21 0 0,0 1 1 0 0,40 2 0 0 0,-72 1 5 0 0,0 0 0 0 0,0 0 0 0 0,0 1 0 0 0,0-1 0 0 0,0 0 0 0 0,0 1 0 0 0,0 0 0 0 0,0-1 0 0 0,-1 1 0 0 0,1 0 0 0 0,0 0 0 0 0,0 0 0 0 0,-1 0 0 0 0,3 2 0 0 0,-4-3-1 0 0,1 1-1 0 0,-1-1 1 0 0,0 0 0 0 0,0 1 0 0 0,1-1 0 0 0,-1 0 0 0 0,0 1 0 0 0,0-1 0 0 0,0 1 0 0 0,0-1 0 0 0,1 0 0 0 0,-1 1 0 0 0,0-1 0 0 0,0 1-1 0 0,0-1 1 0 0,0 1 0 0 0,0-1 0 0 0,0 0 0 0 0,0 1 0 0 0,0-1 0 0 0,0 1 0 0 0,-1-1 0 0 0,1 1 0 0 0,0 0 0 0 0,-1 0 0 0 0,1 0 0 0 0,-1 0 0 0 0,0 0 0 0 0,0 1 0 0 0,0-1 0 0 0,0 0 0 0 0,0 0 0 0 0,0-1 0 0 0,0 1 0 0 0,0 0 0 0 0,-2 1 0 0 0,-8 3 0 0 0,1 0 0 0 0,-1-1 0 0 0,1 0 0 0 0,-1 0 0 0 0,-14 1 0 0 0,-3 2 0 0 0,-61 15-1 0 0,57-16-11 0 0,1 2-1 0 0,0 1 1 0 0,0 2-1 0 0,-37 17 0 0 0,61-24 13 0 0,1-1 0 0 0,0 1 0 0 0,0 1 0 0 0,0-1 0 0 0,1 1 0 0 0,-1 0 0 0 0,1 0 0 0 0,0 0 0 0 0,1 1 0 0 0,-1 0 0 0 0,1 0 0 0 0,-4 8 0 0 0,-1 7 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28.6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772 72 2047 0 0,'194'-65'120'0'0,"-189"63"-120"0"0,-5 0-1 0 0,-10 0 0 0 0,-17 3 14 0 0,-173 31 209 0 0,3 17-301 0 0,8-3-151 0 0,100-28 127 0 0,-82 21-54 0 0,157-34 121 0 0,1 0 0 0 0,-1 1 0 0 0,1 1-1 0 0,-14 9 1 0 0,26-16 33 0 0,1 0 0 0 0,0 0 0 0 0,-1 0 0 0 0,1 0 0 0 0,0 0 0 0 0,-1 0 0 0 0,1 1 0 0 0,0-1 1 0 0,0 0-1 0 0,-1 0 0 0 0,1 0 0 0 0,0 1 0 0 0,0-1 0 0 0,-1 0 0 0 0,1 0 0 0 0,0 1 0 0 0,0-1 0 0 0,0 0 0 0 0,-1 0 0 0 0,1 1 0 0 0,0-1 0 0 0,0 0 0 0 0,0 1 0 0 0,0-1 0 0 0,0 0 0 0 0,0 1 0 0 0,0-1 0 0 0,-1 0 0 0 0,1 1 0 0 0,0-1 0 0 0,0 0 0 0 0,0 1 1 0 0,1 0-1 0 0,-1-1-3 0 0,0 0 1 0 0,1 0 0 0 0,-1 1 0 0 0,1-1 0 0 0,-1 0-1 0 0,1 0 1 0 0,-1 0 0 0 0,0 0 0 0 0,1 1 0 0 0,-1-1 0 0 0,1 0-1 0 0,-1 0 1 0 0,1 0 0 0 0,-1 0 0 0 0,1 0 0 0 0,-1 0-1 0 0,1 0 1 0 0,-1 0 0 0 0,1 0 0 0 0,-1-1 0 0 0,1 1-1 0 0,67-10-136 0 0,6-2 84 0 0,-27 1 46 0 0,60-14 207 0 0,153-56 0 0 0,-54 7-81 0 0,-201 72-114 0 0,9-3 0 0 0,0 0 0 0 0,22-4 0 0 0,-32 9 16 0 0,-9 5 20 0 0,-9 3 48 0 0,-98 46 57 0 0,-46 22-154 0 0,47-23 13 0 0,27-12 0 0 0,84-40 0 0 0,-1-1 0 0 0,0 0 0 0 0,1 0 0 0 0,-1 0 0 0 0,0 1 0 0 0,1-1 0 0 0,-1 0 0 0 0,0 1 0 0 0,1-1 0 0 0,-1 1 0 0 0,1-1 0 0 0,-1 0 0 0 0,1 1 0 0 0,-1 0 0 0 0,1-1 0 0 0,-1 1 0 0 0,1-1 0 0 0,-1 1 0 0 0,1-1 0 0 0,-1 2 0 0 0,1-1 0 0 0,1-1 0 0 0,-1 0 0 0 0,1 1 0 0 0,-1-1 0 0 0,0 0 0 0 0,1 1 0 0 0,-1-1 0 0 0,1 0 1 0 0,-1 0-1 0 0,1 1 0 0 0,-1-1 0 0 0,1 0 0 0 0,-1 0 0 0 0,1 0 0 0 0,-1 0 0 0 0,1 0 1 0 0,0 0-1 0 0,-1 0 0 0 0,2 0 0 0 0,33 0-18 0 0,106-9-44 0 0,-32 0 59 0 0,173 8 0 0 0,-274 2-22 0 0,0 0 0 0 0,0 0 0 0 0,-1 1 0 0 0,11 3-1 0 0,-17-4 26 0 0,1-1-1 0 0,-1 1 1 0 0,0-1-1 0 0,0 1 0 0 0,0-1 1 0 0,0 1-1 0 0,0 0 0 0 0,0 0 1 0 0,0 0-1 0 0,0-1 1 0 0,0 1-1 0 0,0 0 0 0 0,0 0 1 0 0,0 0-1 0 0,0 2 1 0 0,-1-2 0 0 0,1 0 0 0 0,-1 0 0 0 0,0 0 0 0 0,0 0 0 0 0,0 0 1 0 0,0-1-1 0 0,0 1 0 0 0,0 0 0 0 0,0 0 0 0 0,-1 0 0 0 0,1 0 0 0 0,0 0 1 0 0,0 0-1 0 0,-1 0 0 0 0,1 0 0 0 0,0-1 0 0 0,-1 1 0 0 0,1 0 1 0 0,-1 0-1 0 0,1 0 0 0 0,-1-1 0 0 0,0 1 0 0 0,1 0 0 0 0,-2 0 0 0 0,-2 3 0 0 0,1-1 0 0 0,-1 0 0 0 0,0 0 0 0 0,0 0 0 0 0,0-1 0 0 0,0 1 0 0 0,-9 3 0 0 0,-35 10 3 0 0,26-9 6 0 0,-43 11 162 0 0,-86 13 0 0 0,78-17-63 0 0,-144 25-178 0 0,189-32 68 0 0,20-5 5 0 0,1 0-1 0 0,-1-1 1 0 0,1 1 0 0 0,-9-1-1 0 0,26-2 17 0 0,-1 0 0 0 0,15-4 0 0 0,17-3-23 0 0,35 0 25 0 0,-23 2-42 0 0,0 2 0 0 0,72 3 0 0 0,-111 2 30 0 0,-9-2-9 0 0,0 1 0 0 0,0 0 0 0 0,0 1 1 0 0,0-1-1 0 0,0 1 0 0 0,0 0 0 0 0,0 1 0 0 0,0-1 0 0 0,-1 1 0 0 0,6 2 0 0 0,-9-4-1 0 0,-1 0 0 0 0,1 0-1 0 0,-1 1 1 0 0,0-1-1 0 0,1 0 1 0 0,-1 1-1 0 0,1-1 1 0 0,-1 0-1 0 0,0 0 1 0 0,1 1-1 0 0,-1-1 1 0 0,0 1 0 0 0,1-1-1 0 0,-1 0 1 0 0,0 1-1 0 0,1-1 1 0 0,-1 1-1 0 0,0-1 1 0 0,0 1-1 0 0,0-1 1 0 0,1 1-1 0 0,-1-1 1 0 0,0 1 0 0 0,0-1-1 0 0,0 0 1 0 0,0 1-1 0 0,0-1 1 0 0,0 1-1 0 0,0-1 1 0 0,0 1-1 0 0,0-1 1 0 0,0 1-1 0 0,0-1 1 0 0,0 1 0 0 0,-1-1-1 0 0,1 1 1 0 0,0-1-1 0 0,0 1 1 0 0,0-1-1 0 0,-1 1 1 0 0,1-1-1 0 0,0 1 1 0 0,0-1-1 0 0,-1 0 1 0 0,1 1 0 0 0,0-1-1 0 0,-1 0 1 0 0,1 1-1 0 0,-1-1 1 0 0,1 0-1 0 0,0 1 1 0 0,-1-1-1 0 0,1 0 1 0 0,-1 0-1 0 0,1 1 1 0 0,-1-1 0 0 0,1 0-1 0 0,-1 0 1 0 0,0 0-1 0 0,-6 3 13 0 0,1-1-1 0 0,-1-1 1 0 0,-9 2-1 0 0,10-1 73 0 0,-27 4-63 0 0,-49 17 1 0 0,69-18-22 0 0,1 0 0 0 0,0 1 0 0 0,1 0 0 0 0,0 1 0 0 0,0 0 0 0 0,0 0 0 0 0,-11 12 0 0 0,-2 3-70 0 0,-1 0-1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32.6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45 535 1455 0 0,'-6'-1'2'0'0,"4"1"-1"0"0,0-1 1 0 0,0 1-1 0 0,1 0 1 0 0,-1-1 0 0 0,0 0-1 0 0,0 1 1 0 0,0-1 0 0 0,1 0-1 0 0,-3-1 1 0 0,2 0 47 0 0,0 0-1 0 0,1 1 1 0 0,-1-1 0 0 0,1 0 0 0 0,-1 0 0 0 0,1 0-1 0 0,0 0 1 0 0,0 0 0 0 0,0 0 0 0 0,0 0 0 0 0,0-1-1 0 0,0 1 1 0 0,1 0 0 0 0,-1-1 0 0 0,1 1 0 0 0,0 0 0 0 0,0-1-1 0 0,0-3 1 0 0,0 3 41 0 0,1-1 0 0 0,0 1 0 0 0,0 0 0 0 0,0 0-1 0 0,0-1 1 0 0,0 1 0 0 0,1 0 0 0 0,-1 0 0 0 0,1 0 0 0 0,0 0 0 0 0,4-4 0 0 0,0 0 17 0 0,1 0 1 0 0,1 0 0 0 0,-1 1 0 0 0,1-1 0 0 0,0 2 0 0 0,1-1 0 0 0,-1 1 0 0 0,11-4 0 0 0,19-5-95 0 0,55-14 0 0 0,-80 25-7 0 0,3-1 17 0 0,-1 2-1 0 0,1-1 1 0 0,0 2-1 0 0,22 1 1 0 0,66 8 122 0 0,-63-4-126 0 0,6-1 28 0 0,91-6-1 0 0,47-19 140 0 0,35-1-33 0 0,187-22 296 0 0,-250 23-375 0 0,78-4 107 0 0,25-4 11 0 0,-43 0-192 0 0,354-39 0 0 0,-408 52 18 0 0,172-8 15 0 0,38 5-5 0 0,-325 16 17 0 0,-33 3-1 0 0,78-3 46 0 0,-82 4-90 0 0,1 1-1 0 0,-1 1 1 0 0,15 3-1 0 0,-25-5 1 0 0,0 0 0 0 0,-1 0 0 0 0,1 1-1 0 0,0-1 1 0 0,0 0 0 0 0,0 0 0 0 0,0 1-1 0 0,0-1 1 0 0,0 1 0 0 0,-1-1 0 0 0,1 0-1 0 0,0 1 1 0 0,0 0 0 0 0,-1-1 0 0 0,1 1-1 0 0,0-1 1 0 0,-1 1 0 0 0,1 0 0 0 0,-1-1-1 0 0,1 1 1 0 0,0 0 0 0 0,-1 0-1 0 0,0-1 1 0 0,1 1 0 0 0,-1 0 0 0 0,1 0-1 0 0,-1 0 1 0 0,0 0 0 0 0,0 0 0 0 0,0 0-1 0 0,1-1 1 0 0,-1 1 0 0 0,0 0 0 0 0,0 0-1 0 0,0 0 1 0 0,0 0 0 0 0,0 0 0 0 0,-1 0-1 0 0,1 0 1 0 0,0 0 0 0 0,0-1 0 0 0,-1 3-1 0 0,0-1 10 0 0,0 0 0 0 0,0 0-1 0 0,-1 0 1 0 0,1 0 0 0 0,-1 0-1 0 0,1 0 1 0 0,-1-1 0 0 0,1 1 0 0 0,-1 0-1 0 0,0-1 1 0 0,0 1 0 0 0,0-1-1 0 0,0 0 1 0 0,0 0 0 0 0,-4 2-1 0 0,-71 21 446 0 0,-132 23 0 0 0,166-39-354 0 0,-473 72 571 0 0,210-41-534 0 0,-18 1-33 0 0,4-9-6 0 0,-120 9 60 0 0,156-5-158 0 0,3 17 0 0 0,138-24 0 0 0,-350 71 0 0 0,481-97 0 0 0,6-2 0 0 0,1 1 0 0 0,-1 0 0 0 0,0 0 0 0 0,1 1 0 0 0,0-1 0 0 0,-1 1 0 0 0,1 0 0 0 0,0 1 0 0 0,0-1 0 0 0,-8 6 0 0 0,13-8 0 0 0,0 0 0 0 0,0 0 0 0 0,0 1 0 0 0,0-1 0 0 0,0 0 0 0 0,-1 0 0 0 0,1 0 0 0 0,0 0 0 0 0,0 0 0 0 0,0 1 0 0 0,0-1 0 0 0,0 0 0 0 0,0 0 0 0 0,0 0 0 0 0,-1 0 0 0 0,1 1 0 0 0,0-1 0 0 0,0 0 0 0 0,0 0 0 0 0,0 0 0 0 0,0 0 0 0 0,0 1 0 0 0,0-1 0 0 0,0 0 0 0 0,0 0 0 0 0,0 0 0 0 0,0 1 0 0 0,0-1 0 0 0,0 0 0 0 0,0 0 0 0 0,0 0 0 0 0,0 1 0 0 0,0-1 0 0 0,1 0 0 0 0,6 3 0 0 0,15-1 0 0 0,-18-2 0 0 0,45 1-43 0 0,68-7-1 0 0,50-15-75 0 0,-118 14 109 0 0,1239-127-54 0 0,-595 89 64 0 0,37-2 0 0 0,-329 43 0 0 0,-349 4 0 0 0,-26-1 0 0 0,0 2 0 0 0,35 4 0 0 0,-60-5 0 0 0,0 0 0 0 0,-1 0 0 0 0,1 1 0 0 0,0-1 0 0 0,0 0 0 0 0,-1 0 0 0 0,1 0 0 0 0,0 1 0 0 0,-1-1 0 0 0,1 0 0 0 0,0 0 0 0 0,-1 1 0 0 0,1-1 0 0 0,0 1 0 0 0,-1-1 0 0 0,1 1 0 0 0,-1-1 0 0 0,1 1 0 0 0,0 0 0 0 0,-1-1 0 0 0,0 1 0 0 0,0-1 0 0 0,0 1 0 0 0,0-1 0 0 0,0 0 0 0 0,0 1 0 0 0,0-1 0 0 0,-1 0 0 0 0,1 1 0 0 0,0-1 0 0 0,0 0 0 0 0,0 1 0 0 0,-1-1 0 0 0,1 0 0 0 0,0 1 0 0 0,0-1 0 0 0,-1 0 0 0 0,1 1 0 0 0,0-1 0 0 0,0 0 0 0 0,-1 0 0 0 0,1 0 0 0 0,0 1 0 0 0,-2-1 0 0 0,-2 3 0 0 0,-1-1 0 0 0,1 0 0 0 0,-1 0 0 0 0,-5 2 0 0 0,-49 10 123 0 0,-78 9-1 0 0,80-14-87 0 0,-1181 135 221 0 0,493-74-192 0 0,428-30 60 0 0,56-6-56 0 0,-369 45-68 0 0,191-7 0 0 0,181-1 0 0 0,246-65 0 0 0,12-6 0 0 0,0 0 0 0 0,0 0 0 0 0,0 1 0 0 0,1-1 0 0 0,-1 0 0 0 0,0 0 0 0 0,0 0 0 0 0,0 0 0 0 0,0 0 0 0 0,0 1 0 0 0,0-1 0 0 0,0 0 0 0 0,1 0 0 0 0,-1 0 0 0 0,0 0 0 0 0,0 0 0 0 0,0 0 0 0 0,0 0 0 0 0,1 0 0 0 0,-1 1 0 0 0,0-1 0 0 0,0 0 0 0 0,0 0 0 0 0,0 0 0 0 0,1 0 0 0 0,-1 0 0 0 0,0 0 0 0 0,0 0 0 0 0,0 0 0 0 0,0 0 0 0 0,1 0 0 0 0,-1 0 0 0 0,0 0 0 0 0,26-1 0 0 0,240-36-73 0 0,136-24-87 0 0,-53-1 45 0 0,-244 44 87 0 0,188-20-9 0 0,-58 10 10 0 0,312-31 27 0 0,-337 41 0 0 0,217-8 68 0 0,-164 13-8 0 0,-31 1 24 0 0,234-20-122 0 0,-458 31 48 0 0,-1 0-3 0 0,-1 1 0 0 0,1-1 0 0 0,0-1 1 0 0,0 1-1 0 0,0-1 0 0 0,-1 0 0 0 0,1-1 0 0 0,10-5 0 0 0,-17 8-3 0 0,1 0-1 0 0,-1-1 0 0 0,0 1 1 0 0,0 0-1 0 0,1 0 0 0 0,-1-1 1 0 0,0 1-1 0 0,1 0 1 0 0,-1 0-1 0 0,0-1 0 0 0,0 1 1 0 0,0 0-1 0 0,1 0 0 0 0,-1-1 1 0 0,0 1-1 0 0,0 0 0 0 0,0-1 1 0 0,0 1-1 0 0,0 0 0 0 0,1-1 1 0 0,-1 1-1 0 0,0-1 0 0 0,0 1 1 0 0,0 0-1 0 0,0-1 0 0 0,0 1 1 0 0,0 0-1 0 0,0-1 0 0 0,0 1 1 0 0,-1 0-1 0 0,1-1 1 0 0,0 1-1 0 0,0 0 0 0 0,0-1 1 0 0,-1 0 15 0 0,0 0 0 0 0,0-1 0 0 0,1 1 1 0 0,-1 0-1 0 0,0 0 0 0 0,0 1 1 0 0,-1-1-1 0 0,1 0 0 0 0,-2-1 0 0 0,-27-12-578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34.63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870 308 1471 0 0,'7'-7'48'0'0,"1"1"-1"0"0,-1-1 0 0 0,-1-1 0 0 0,1 1 1 0 0,8-15-1 0 0,-9 14-35 0 0,-3 3-5 0 0,1 0-1 0 0,-1 0 0 0 0,0-1 0 0 0,0 1 1 0 0,-1-1-1 0 0,1 0 0 0 0,1-8 0 0 0,-3 12-6 0 0,-1 0 0 0 0,0-1 0 0 0,1 1 0 0 0,-1 0 0 0 0,0 0 0 0 0,0 0 0 0 0,-1-1 0 0 0,1 1 0 0 0,0 0 0 0 0,-1 0 0 0 0,1 0 0 0 0,-1 0 0 0 0,0 0 0 0 0,1 0 0 0 0,-1 0 0 0 0,0 0 0 0 0,0 0 0 0 0,-1 0 0 0 0,1 0 0 0 0,0 0 0 0 0,-1 1 0 0 0,1-1 0 0 0,-4-3 0 0 0,-13-8-118 0 0,-1-1 0 0 0,-41-19 0 0 0,2 0 174 0 0,47 25 118 0 0,-2 1 0 0 0,1 1 0 0 0,0 0-1 0 0,-17-5 1 0 0,21 9-119 0 0,1 0 0 0 0,-1 1 0 0 0,1 0-1 0 0,-1 0 1 0 0,0 0 0 0 0,1 1 0 0 0,-1 1 0 0 0,0-1 0 0 0,-9 3 0 0 0,-15 4 25 0 0,1 1 0 0 0,0 2 0 0 0,-39 19 0 0 0,23-6 49 0 0,-58 37 0 0 0,50-21 5 0 0,-94 86 0 0 0,136-113-141 0 0,0 0-1 0 0,1 1 1 0 0,0 0 0 0 0,-13 21-1 0 0,22-30 2 0 0,0 1 0 0 0,1 0 0 0 0,0-1 0 0 0,0 1-1 0 0,0 0 1 0 0,0 0 0 0 0,1 0 0 0 0,0 0 0 0 0,0 0 0 0 0,0 1 0 0 0,1-1-1 0 0,0 0 1 0 0,0 0 0 0 0,0 1 0 0 0,0-1 0 0 0,1 0 0 0 0,0 0 0 0 0,0 0 0 0 0,3 8-1 0 0,2 0 11 0 0,0 0 0 0 0,1 0 1 0 0,0 0-1 0 0,1-1 0 0 0,1 0 0 0 0,13 15 0 0 0,-6-10 136 0 0,1 0 0 0 0,1-1 0 0 0,21 16 1 0 0,-29-25-44 0 0,0-1 1 0 0,0 1-1 0 0,1-2 1 0 0,-1 0 0 0 0,1 0-1 0 0,0-1 1 0 0,0 0-1 0 0,1-1 1 0 0,-1 0-1 0 0,1-1 1 0 0,0 0 0 0 0,0-1-1 0 0,-1 0 1 0 0,1-1-1 0 0,0 0 1 0 0,13-2-1 0 0,-5-1-32 0 0,0-1 0 0 0,-1-1 0 0 0,1-1 0 0 0,-1 0 0 0 0,-1-1 0 0 0,1-1 0 0 0,-1-1 0 0 0,-1-1 0 0 0,0 0 0 0 0,0-1 0 0 0,-1-1 0 0 0,0-1 0 0 0,17-17 0 0 0,-20 17-53 0 0,-2-1 0 0 0,0-1-1 0 0,0 1 1 0 0,-1-2 0 0 0,-1 1 0 0 0,-1-1 0 0 0,0-1 0 0 0,-1 1 0 0 0,-1-1 0 0 0,0 0 0 0 0,-1-1 0 0 0,-1 0 0 0 0,-1 1 0 0 0,-1-1 0 0 0,0 0-1 0 0,-1-21 1 0 0,-1 34-7 0 0,-1-1-1 0 0,1 1 0 0 0,-1-1 0 0 0,0 1 1 0 0,-1 0-1 0 0,1-1 0 0 0,-1 1 1 0 0,0 0-1 0 0,0 0 0 0 0,-1 0 0 0 0,1 0 1 0 0,-1 0-1 0 0,-1 1 0 0 0,-2-5 0 0 0,2 5 0 0 0,0 1 0 0 0,1 0 0 0 0,-1-1 0 0 0,0 2 0 0 0,-1-1 0 0 0,1 0 0 0 0,0 1 0 0 0,-1 0 0 0 0,1 0 0 0 0,-1 0 0 0 0,0 0 0 0 0,0 1 0 0 0,1 0 0 0 0,-1 0 0 0 0,-9-1 0 0 0,-9 2-4 0 0,0 0 0 0 0,0 2 0 0 0,1 0 0 0 0,-1 1 0 0 0,0 2 0 0 0,1 0 0 0 0,0 2 0 0 0,0 0 0 0 0,1 1 0 0 0,0 1 0 0 0,0 1 0 0 0,1 1 0 0 0,1 1 0 0 0,-26 19 0 0 0,37-25-15 0 0,1 1 0 0 0,0-1-1 0 0,0 1 1 0 0,0 0-1 0 0,0 1 1 0 0,-9 15-1 0 0,14-19 11 0 0,0-1-1 0 0,0 1 0 0 0,1 0 1 0 0,0 0-1 0 0,-1 0 0 0 0,1 0 1 0 0,1 0-1 0 0,-1 0 0 0 0,1 0 1 0 0,-1 0-1 0 0,1 0 0 0 0,0 1 0 0 0,1-1 1 0 0,-1 0-1 0 0,1 0 0 0 0,0 0 1 0 0,0 0-1 0 0,2 7 0 0 0,2 0 5 0 0,-1-1-1 0 0,1 0 0 0 0,1 0 0 0 0,0 0 0 0 0,1 0 0 0 0,-1-1 1 0 0,2 0-1 0 0,-1-1 0 0 0,1 1 0 0 0,16 11 0 0 0,-18-15 1 0 0,-1-1 0 0 0,2 0 0 0 0,-1-1 0 0 0,0 1 0 0 0,1-1 0 0 0,-1-1 0 0 0,1 1 0 0 0,0-1 0 0 0,0 0 0 0 0,0-1 0 0 0,0 1 0 0 0,0-1 0 0 0,0-1 0 0 0,1 1 0 0 0,-1-1 0 0 0,0-1-1 0 0,0 1 1 0 0,8-3 0 0 0,19-5-5 0 0,38-13 0 0 0,-56 14 4 0 0,0 1 0 0 0,0-2-1 0 0,0 0 1 0 0,18-13-1 0 0,-27 16 4 0 0,0-1-1 0 0,-1 1 1 0 0,0-1-1 0 0,0-1 1 0 0,0 1-1 0 0,-1-1 1 0 0,1 0-1 0 0,-2 0 1 0 0,1 0-1 0 0,-1-1 1 0 0,0 0-1 0 0,-1 0 1 0 0,0 0 0 0 0,0 0-1 0 0,0 0 1 0 0,-1 0-1 0 0,-1-1 1 0 0,1 1-1 0 0,-1-1 1 0 0,-1-11-1 0 0,0 17 7 0 0,0 0 0 0 0,0 0 0 0 0,-1 0 1 0 0,0 0-1 0 0,0 0 0 0 0,1 0 0 0 0,-2 1 0 0 0,1-1 0 0 0,0 0 0 0 0,0 0 0 0 0,-1 1 0 0 0,0-1 1 0 0,1 1-1 0 0,-1-1 0 0 0,-3-2 0 0 0,1 2 2 0 0,0 0 1 0 0,0 0-1 0 0,0 0 0 0 0,0 0 1 0 0,-1 1-1 0 0,1-1 0 0 0,-1 1 0 0 0,-6-2 1 0 0,-5 0-1 0 0,0 0 1 0 0,0 1-1 0 0,0 1 1 0 0,-26 0-1 0 0,16 1 32 0 0,0 2 0 0 0,0 1-1 0 0,0 1 1 0 0,-33 9-1 0 0,41-7-29 0 0,-1 0 0 0 0,1 2 0 0 0,1 0 0 0 0,-1 1 0 0 0,1 1 0 0 0,-23 16 0 0 0,34-21-24 0 0,1 0-1 0 0,0 0 0 0 0,0 0 0 0 0,0 1 0 0 0,0 0 0 0 0,1 0 1 0 0,0 0-1 0 0,0 0 0 0 0,0 1 0 0 0,-5 10 0 0 0,2-2-10 0 0,0 0 0 0 0,1 1 0 0 0,1 0 0 0 0,1 0 0 0 0,0 0 0 0 0,0 1 0 0 0,-1 29 0 0 0,5-44 62 0 0,1-1 0 0 0,0 0 0 0 0,0 1 0 0 0,0-1 0 0 0,0 1 0 0 0,0-1 0 0 0,0 0 0 0 0,-1 0 0 0 0,1 1 0 0 0,0-1 0 0 0,0 0 0 0 0,0 0 0 0 0,0 0 0 0 0,0 0 0 0 0,1 0 0 0 0,3 0 101 0 0,7 5 2 0 0,-9-4-77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37.16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64 375 1719 0 0,'-1'-2'41'0'0,"-1"0"0"0"0,1 0 0 0 0,0 0-1 0 0,0 0 1 0 0,0 0 0 0 0,0 0 0 0 0,0 0-1 0 0,0 0 1 0 0,0 0 0 0 0,1-1 0 0 0,-1 1-1 0 0,1 0 1 0 0,-1-1 0 0 0,1 1 0 0 0,0-3-1 0 0,0 4-13 0 0,0 0-1 0 0,0 0 0 0 0,0 0 0 0 0,0 0 0 0 0,0 0 1 0 0,0 0-1 0 0,1 0 0 0 0,-1 1 0 0 0,0-1 1 0 0,1 0-1 0 0,-1 0 0 0 0,0 0 0 0 0,1 0 0 0 0,-1 0 1 0 0,1 0-1 0 0,0 1 0 0 0,-1-1 0 0 0,1 0 0 0 0,-1 0 1 0 0,1 1-1 0 0,0-1 0 0 0,0 0 0 0 0,-1 1 0 0 0,1-1 1 0 0,0 1-1 0 0,0-1 0 0 0,0 1 0 0 0,0-1 1 0 0,0 1-1 0 0,0 0 0 0 0,0-1 0 0 0,-1 1 0 0 0,1 0 1 0 0,0 0-1 0 0,0 0 0 0 0,0 0 0 0 0,2 0 0 0 0,264-23 1628 0 0,-145 8-1236 0 0,140-15 347 0 0,159-15 142 0 0,41-8-395 0 0,248-13-228 0 0,-469 58-164 0 0,390-28 255 0 0,-190 7 126 0 0,-272 23-358 0 0,324 3 226 0 0,-480 4-369 0 0,241 11 0 0 0,-80-10 0 0 0,-88 4 0 0 0,-85-6 0 0 0,0 0 0 0 0,0 0 0 0 0,0 0 0 0 0,0 1 0 0 0,0-1 0 0 0,1 0 0 0 0,-1 0 0 0 0,0 1 0 0 0,0-1 0 0 0,0 1 0 0 0,0-1 0 0 0,0 1 0 0 0,0-1 0 0 0,0 1 0 0 0,0 0 0 0 0,0-1 0 0 0,0 1 0 0 0,-1 0 0 0 0,1 0-1 0 0,0-1 1 0 0,0 2 0 0 0,0-1 0 0 0,-1-1 1 0 0,0 0-1 0 0,0 1 0 0 0,0-1 0 0 0,0 0 0 0 0,0 1 0 0 0,0-1 0 0 0,0 1 0 0 0,0-1 0 0 0,0 0 0 0 0,0 1 0 0 0,0-1 0 0 0,0 0 0 0 0,0 1 0 0 0,0-1 0 0 0,0 1 1 0 0,-1-1-1 0 0,1 0 0 0 0,0 1 0 0 0,0-1 0 0 0,0 0 0 0 0,0 1 0 0 0,-1-1 0 0 0,0 1 1 0 0,0 0 0 0 0,0 0 0 0 0,0 0 0 0 0,0 0 0 0 0,0 0 0 0 0,0-1 0 0 0,0 1 0 0 0,-1 0 0 0 0,-1 0 0 0 0,-35 13 140 0 0,-69 17-1 0 0,-44-1-25 0 0,93-20-10 0 0,-645 94 407 0 0,555-86-486 0 0,-450 50 196 0 0,427-48-222 0 0,-58 5 0 0 0,-171 15-5 0 0,181-17 84 0 0,-872 94 87 0 0,961-99-166 0 0,0 5 0 0 0,-183 57 0 0 0,283-71-14 0 0,-59 20-69 0 0,-121 23-1 0 0,208-52 82 0 0,-9 2 77 0 0,11-1-28 0 0,6-1-26 0 0,162-8-237 0 0,117-29 216 0 0,-63 6 0 0 0,116-10-77 0 0,101-12-38 0 0,23 0 62 0 0,112-11-78 0 0,2 21 74 0 0,-383 34 109 0 0,302-8 97 0 0,-283 13-149 0 0,398 8 0 0 0,-585-3 22 0 0,34 3 104 0 0,-53-4-113 0 0,0 1-1 0 0,0 0 0 0 0,-1 1 0 0 0,1 0 0 0 0,0 0 0 0 0,-1 0 1 0 0,6 3-1 0 0,-11-5-12 0 0,1 0 0 0 0,-1 0 0 0 0,0 1 1 0 0,0-1-1 0 0,0 0 0 0 0,0 0 0 0 0,0 0 1 0 0,1 1-1 0 0,-1-1 0 0 0,0 0 0 0 0,0 0 0 0 0,0 1 1 0 0,0-1-1 0 0,0 0 0 0 0,0 0 0 0 0,0 1 1 0 0,0-1-1 0 0,0 0 0 0 0,0 0 0 0 0,0 1 1 0 0,0-1-1 0 0,0 0 0 0 0,0 0 0 0 0,0 1 0 0 0,0-1 1 0 0,0 0-1 0 0,0 0 0 0 0,0 0 0 0 0,-1 1 1 0 0,1-1-1 0 0,0 0 0 0 0,0 0 0 0 0,0 0 1 0 0,0 1-1 0 0,0-1 0 0 0,-1 0 0 0 0,1 0 0 0 0,0 0 1 0 0,0 1-1 0 0,0-1 0 0 0,-1 0 0 0 0,1 0 1 0 0,0 0-1 0 0,0 0 0 0 0,0 0 0 0 0,-1 0 1 0 0,1 0-1 0 0,0 1 0 0 0,-1-1 0 0 0,-11 7-1 0 0,12-7 1 0 0,-24 10 0 0 0,-1-1 0 0 0,-1-1 0 0 0,-48 9 0 0 0,24-7 0 0 0,-305 54 186 0 0,-4-24-116 0 0,-351-2-70 0 0,677-37 0 0 0,-18 1-10 0 0,-562 32 266 0 0,-191 61-246 0 0,30 24-226 0 0,667-102 324 0 0,-212 6 0 0 0,296-21-156 0 0,18-1 27 0 0,0 0 0 0 0,0-1 0 0 0,0 0 0 0 0,1 1 0 0 0,-1-2 0 0 0,0 1 0 0 0,-7-2 0 0 0,10 0 21 0 0,8 1 0 0 0,10 1 0 0 0,-9 1-60 0 0,6 2-165 0 0,0-1 0 0 0,14 6 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37.68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7 23 1863 0 0,'7'-3'160'0'0,"-4"1"-160"0"0,-3 0 128 0 0,-3 4 0 0 0,0-2-8 0 0,1 0 8 0 0,0-3-128 0 0,0 1 0 0 0,2-2 0 0 0,-1-1 0 0 0,-3 2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42.64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122 461 2303 0 0,'-21'-3'112'0'0,"13"3"-185"0"0,0 0-1 0 0,0-1 1 0 0,0 0-1 0 0,0-1 1 0 0,1 0 0 0 0,-1 0-1 0 0,1-1 1 0 0,-1 0-1 0 0,-10-6 1 0 0,17 9 92 0 0,0-1-1 0 0,0 1 1 0 0,0-1 0 0 0,1 1 0 0 0,-1-1-1 0 0,0 0 1 0 0,1 1 0 0 0,-1-1 0 0 0,0 0-1 0 0,1 1 1 0 0,-1-1 0 0 0,1 0 0 0 0,-1 0 0 0 0,1 0-1 0 0,-1 1 1 0 0,1-1 0 0 0,0 0 0 0 0,0 0-1 0 0,-1 0 1 0 0,1 0 0 0 0,0 0 0 0 0,0 0-1 0 0,0 0 1 0 0,0 1 0 0 0,0-1 0 0 0,0 0 0 0 0,0 0-1 0 0,0 0 1 0 0,0 0 0 0 0,0 0 0 0 0,1 0-1 0 0,-1 0 1 0 0,0 0 0 0 0,0 1 0 0 0,1-1-1 0 0,-1 0 1 0 0,1 0 0 0 0,-1 0 0 0 0,1 0 0 0 0,-1 1-1 0 0,1-1 1 0 0,0 0 0 0 0,-1 1 0 0 0,1-1-1 0 0,0 0 1 0 0,-1 1 0 0 0,1-1 0 0 0,1 0-1 0 0,4-3 62 0 0,1-1 0 0 0,-1 1 0 0 0,1 0 0 0 0,10-4-1 0 0,234-84 1047 0 0,-159 62-737 0 0,201-52 581 0 0,5 20-375 0 0,-188 41-403 0 0,134-14 0 0 0,3 17 92 0 0,-49 5-176 0 0,102-2-17 0 0,-231 13-70 0 0,-40 1 51 0 0,43 5 0 0 0,-64-2-72 0 0,-14 1 0 0 0,-18 1 0 0 0,20-3 0 0 0,-170 25 142 0 0,-45 7 134 0 0,-62 9 29 0 0,38-7-208 0 0,-335 103 336 0 0,471-109-406 0 0,-26 7 13 0 0,-216 90 0 0 0,326-118 18 0 0,17-6-61 0 0,0 0-1 0 0,1 0 0 0 0,-1 0 0 0 0,0 1 0 0 0,1 0 0 0 0,0 0 1 0 0,-1 0-1 0 0,1 1 0 0 0,1-1 0 0 0,-6 6 0 0 0,10-9 4 0 0,0 0 0 0 0,0 1 0 0 0,0-1 0 0 0,0 0 0 0 0,-1 1 0 0 0,1-1 0 0 0,0 0 0 0 0,0 1 0 0 0,0-1 0 0 0,0 0 0 0 0,0 1 0 0 0,0-1 0 0 0,0 1 0 0 0,0-1 0 0 0,0 0 0 0 0,0 1 0 0 0,1-1 0 0 0,-1 0 0 0 0,0 1 0 0 0,0-1 0 0 0,0 0 0 0 0,0 1 0 0 0,0-1 0 0 0,1 0 0 0 0,-1 1 0 0 0,0-1 0 0 0,0 0 0 0 0,0 0 0 0 0,1 1 0 0 0,-1-1 0 0 0,0 0 0 0 0,1 0 0 0 0,-1 1 0 0 0,0-1 0 0 0,0 0 0 0 0,1 0 0 0 0,-1 0 0 0 0,0 0 0 0 0,1 1 0 0 0,-1-1 0 0 0,1 0 0 0 0,-1 0 0 0 0,0 0 0 0 0,1 0 0 0 0,0 0 0 0 0,17 5 0 0 0,4-4 0 0 0,0 0 0 0 0,0-2 0 0 0,28-3 0 0 0,-21 1 0 0 0,390-52-56 0 0,-2-27-136 0 0,-28 6 175 0 0,-95 21 18 0 0,-270 50-1 0 0,207-35-23 0 0,-191 35 14 0 0,1 2 0 0 0,-1 2 0 0 0,71 7-1 0 0,-109-5 5 0 0,1-1 0 0 0,0 1 0 0 0,-1-1-1 0 0,1 1 1 0 0,-1 0 0 0 0,1 0 0 0 0,-1 0 0 0 0,1 1-1 0 0,-1-1 1 0 0,5 4 0 0 0,-7-5 4 0 0,0 0 0 0 0,1 0 0 0 0,-1 1 0 0 0,0-1 0 0 0,1 0 0 0 0,-1 1 0 0 0,0-1 0 0 0,0 1 1 0 0,0-1-1 0 0,1 0 0 0 0,-1 1 0 0 0,0-1 0 0 0,0 1 0 0 0,0-1 0 0 0,0 0 0 0 0,0 1 0 0 0,1-1 0 0 0,-1 1 0 0 0,0-1 0 0 0,0 1 0 0 0,0-1 0 0 0,0 1 0 0 0,-1-1 0 0 0,1 0 0 0 0,0 1 1 0 0,0 0-1 0 0,-1 0 4 0 0,1 0 1 0 0,-1 0-1 0 0,0 0 1 0 0,0 0-1 0 0,1 0 0 0 0,-1 0 1 0 0,0-1-1 0 0,0 1 1 0 0,0 0-1 0 0,0 0 1 0 0,0-1-1 0 0,-1 1 1 0 0,1-1-1 0 0,-1 2 1 0 0,-29 9 12 0 0,-1 0-1 0 0,1-2 1 0 0,-61 10 0 0 0,33-8 35 0 0,-168 29 54 0 0,82-16-55 0 0,-180 28 43 0 0,-181 36 59 0 0,303-41-152 0 0,-205 42 0 0 0,392-85 0 0 0,12-3 0 0 0,0 0 0 0 0,0 0 0 0 0,0 0 0 0 0,0-1 0 0 0,0 1 0 0 0,0-1 0 0 0,0 0 0 0 0,-5-1 0 0 0,7-1 0 0 0,6 0 0 0 0,6-2 0 0 0,-9 4 0 0 0,76-24 0 0 0,139-22 0 0 0,-79 20 0 0 0,395-92-88 0 0,-115 22-50 0 0,-10-33 132 0 0,-397 125 6 0 0,24-10 0 0 0,-32 13 0 0 0,1 0 0 0 0,-1-1 0 0 0,0 1 0 0 0,1-1 0 0 0,-1 0 0 0 0,0 0 0 0 0,0 1 0 0 0,0-1 0 0 0,-1 0 0 0 0,3-3 0 0 0,-3 4 2 0 0,-1 0-1 0 0,1 0 1 0 0,-1-1-1 0 0,0 1 1 0 0,1 0-1 0 0,-1 0 1 0 0,0-1-1 0 0,1 1 1 0 0,-1 0-1 0 0,0 0 0 0 0,0-1 1 0 0,0 1-1 0 0,0 0 1 0 0,-1 0-1 0 0,1-1 1 0 0,0 1-1 0 0,0 0 1 0 0,-1 0-1 0 0,1-1 1 0 0,-1 1-1 0 0,1 0 0 0 0,-1 0 1 0 0,1 0-1 0 0,-1 0 1 0 0,0 0-1 0 0,1 0 1 0 0,-1 0-1 0 0,0 0 1 0 0,0 0-1 0 0,0 0 1 0 0,0 0-1 0 0,0 0 1 0 0,0 1-1 0 0,0-1 0 0 0,-1-1 1 0 0,-4-1 26 0 0,1 0 0 0 0,0 0 0 0 0,-1 0 0 0 0,1 1 1 0 0,-12-4-1 0 0,-7 0-28 0 0,0 2 1 0 0,-1 0 0 0 0,0 2-1 0 0,-30 0 1 0 0,-100 11 128 0 0,152-9-123 0 0,-163 15-18 0 0,-275 62 0 0 0,355-56 8 0 0,-283 80 160 0 0,358-97-156 0 0,5-3 0 0 0,0 1 0 0 0,1 0 0 0 0,-1 1 0 0 0,0-1 0 0 0,1 1 0 0 0,-7 4 0 0 0,12-7 0 0 0,0 0 0 0 0,0 0 0 0 0,0 0 0 0 0,0 0 0 0 0,-1 1 0 0 0,1-1 0 0 0,0 0 0 0 0,0 0 0 0 0,0 0 0 0 0,0 0 0 0 0,0 0 0 0 0,0 0 0 0 0,0 0 0 0 0,0 0 0 0 0,0 0 0 0 0,0 0 0 0 0,0 0 0 0 0,0 0 0 0 0,0 0 0 0 0,-1 0 0 0 0,1 0 0 0 0,0 1 0 0 0,0-1 0 0 0,0 0 0 0 0,0 0 0 0 0,0 0 0 0 0,0 0 0 0 0,0 0 0 0 0,0 0 0 0 0,0 0 0 0 0,0 0 0 0 0,0 0 0 0 0,0 1 0 0 0,0-1 0 0 0,0 0 0 0 0,0 0 0 0 0,0 0 0 0 0,0 0 0 0 0,0 0 0 0 0,0 0 0 0 0,0 0 0 0 0,0 0 0 0 0,0 0 0 0 0,0 1 0 0 0,1-1 0 0 0,-1 0 0 0 0,0 0 0 0 0,0 0 0 0 0,6 1 0 0 0,10-2 0 0 0,191-48 0 0 0,-139 30 0 0 0,138-20 0 0 0,-200 38-65 0 0,0 1-1 0 0,0-1 0 0 0,0 1 0 0 0,0 1 0 0 0,0-1 1 0 0,0 1-1 0 0,-1 0 0 0 0,10 2 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46.87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433 296 1671 0 0,'-36'-6'131'0'0,"0"-2"-1"0"0,0-1 0 0 0,-39-16 1 0 0,73 24-90 0 0,-19-8 307 0 0,20 9-267 0 0,0-1 0 0 0,0 1 0 0 0,0-1 1 0 0,-1 1-1 0 0,1-1 0 0 0,0 0 1 0 0,0 0-1 0 0,0 0 0 0 0,0 0 0 0 0,0 1 1 0 0,1-1-1 0 0,-1 0 0 0 0,-1-2 0 0 0,2 3-31 0 0,0-1-1 0 0,0 1 0 0 0,0-1 0 0 0,0 1 0 0 0,1-1 0 0 0,-1 1 0 0 0,0-1 0 0 0,0 1 0 0 0,0 0 0 0 0,1-1 0 0 0,-1 1 0 0 0,0-1 0 0 0,0 1 1 0 0,1 0-1 0 0,-1-1 0 0 0,0 1 0 0 0,1-1 0 0 0,-1 1 0 0 0,0 0 0 0 0,1 0 0 0 0,-1-1 0 0 0,1 1 0 0 0,-1 0 0 0 0,0 0 0 0 0,1-1 0 0 0,0 1 1 0 0,16-8 418 0 0,-11 5-295 0 0,12-4 87 0 0,0 0 1 0 0,0 1-1 0 0,1 1 0 0 0,0 0 0 0 0,25-2 0 0 0,46-3 412 0 0,132 2 0 0 0,-50 4-256 0 0,358-46 401 0 0,-147 10-252 0 0,2 25-259 0 0,306 26-178 0 0,-442-11-32 0 0,258-35 0 0 0,-388 24 54 0 0,2 6-1 0 0,232 19 0 0 0,-339-12-149 0 0,0 0 0 0 0,19 6 0 0 0,-30-7 0 0 0,1 0 0 0 0,-1 0 0 0 0,1 0 0 0 0,-1 1 0 0 0,1 0 0 0 0,-1 0 0 0 0,0 0 0 0 0,0 0 0 0 0,0 0 0 0 0,0 0 0 0 0,0 1 0 0 0,0 0 0 0 0,-1-1 0 0 0,3 4 0 0 0,-4-5 2 0 0,-1-1-1 0 0,0 0 0 0 0,0 1 1 0 0,0-1-1 0 0,0 0 1 0 0,1 1-1 0 0,-1-1 0 0 0,0 1 1 0 0,0-1-1 0 0,0 0 0 0 0,0 1 1 0 0,0-1-1 0 0,0 1 1 0 0,0-1-1 0 0,0 0 0 0 0,0 1 1 0 0,0-1-1 0 0,0 1 1 0 0,0-1-1 0 0,0 0 0 0 0,0 1 1 0 0,0-1-1 0 0,-1 0 0 0 0,1 1 1 0 0,0-1-1 0 0,0 0 1 0 0,0 1-1 0 0,-1-1 0 0 0,-10 8 87 0 0,-17-2 40 0 0,-114 7-106 0 0,41-5 20 0 0,-481 35 150 0 0,472-40-177 0 0,-530 7 226 0 0,298-4-241 0 0,171-2 0 0 0,-241 25-35 0 0,3 23-19 0 0,386-49 53 0 0,-145 25 6 0 0,-270 80 0 0 0,319-69 16 0 0,-126 33 38 0 0,165-55-62 0 0,-59 11-10 0 0,102-23 9 0 0,-65 2 0 0 0,101-7 4 0 0,1 1 0 0 0,-1-1-1 0 0,1 0 1 0 0,-1 0-1 0 0,1 0 1 0 0,-1 0 0 0 0,1 0-1 0 0,-1 0 1 0 0,1 0-1 0 0,-1 0 1 0 0,1 0 0 0 0,0-1-1 0 0,-1 1 1 0 0,1 0-1 0 0,-1 0 1 0 0,1 0 0 0 0,-1 0-1 0 0,1-1 1 0 0,0 1-1 0 0,-1 0 1 0 0,1 0 0 0 0,-1-1-1 0 0,1 1 1 0 0,-1-1-1 0 0,1 1 0 0 0,0-1 0 0 0,1 1 0 0 0,-1-1 0 0 0,0 1 0 0 0,0-1-1 0 0,0 1 1 0 0,1-1 0 0 0,-1 1 0 0 0,0 0 0 0 0,1-1 0 0 0,-1 1-1 0 0,0 0 1 0 0,1-1 0 0 0,-1 1 0 0 0,0 0 0 0 0,1-1 0 0 0,-1 1-1 0 0,1-1 1 0 0,23-12-31 0 0,-3 5 13 0 0,1 1 0 0 0,39-7 0 0 0,47-1-42 0 0,-83 12 63 0 0,222-14 141 0 0,-96 8-287 0 0,384-19-33 0 0,-171 10 87 0 0,225 0 90 0 0,-489 16 0 0 0,263 8 0 0 0,-76 0 0 0 0,-110-5 0 0 0,318-7 0 0 0,-325 3 0 0 0,36-3 0 0 0,-199 6 0 0 0,26-3 0 0 0,-31 3 0 0 0,-1-1 0 0 0,1 1 0 0 0,0-1 0 0 0,0 1 0 0 0,0-1 0 0 0,0 0 0 0 0,-1 1 0 0 0,1-1 0 0 0,0 0 0 0 0,-1 0 0 0 0,1 0 0 0 0,-1 0 0 0 0,3-2 0 0 0,-4 2 0 0 0,0 1 0 0 0,0-1 0 0 0,1 1 0 0 0,-1 0 0 0 0,0-1 0 0 0,0 1 0 0 0,0-1 0 0 0,0 1 0 0 0,0-1 0 0 0,0 1 0 0 0,0 0 0 0 0,0-1 0 0 0,0 1 0 0 0,0-1 0 0 0,0 1 0 0 0,0-1 0 0 0,0 1 0 0 0,0-1 0 0 0,-1 1 0 0 0,1 0 0 0 0,0-1 0 0 0,0 1 0 0 0,0-1 0 0 0,-1 1 0 0 0,1 0 0 0 0,0-1 0 0 0,0 1 0 0 0,-1 0 0 0 0,1-1 0 0 0,0 1 0 0 0,-1 0 0 0 0,1-1 0 0 0,0 1 0 0 0,-1 0 0 0 0,1 0 0 0 0,0-1 0 0 0,-1 1 0 0 0,1 0 0 0 0,-1 0 0 0 0,1 0 0 0 0,-1-1 0 0 0,-19-6 0 0 0,3 3-33 0 0,-1 2 0 0 0,1 0 0 0 0,0 1-1 0 0,-1 1 1 0 0,-19 1 0 0 0,-88 18-313 0 0,119-18 331 0 0,-71 13-273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5:54.50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28 441 1767 0 0,'-8'-9'-20'0'0,"7"7"28"0"0,0 1-1 0 0,1-1 1 0 0,-1 1 0 0 0,-1 0 0 0 0,1 0-1 0 0,0-1 1 0 0,0 1 0 0 0,0 0-1 0 0,-1 0 1 0 0,1 0 0 0 0,-3-1-1 0 0,4 2 11 0 0,-1 1-1 0 0,1-1 1 0 0,0 1-1 0 0,-1-1 1 0 0,1 0-1 0 0,0 1 1 0 0,0-1-1 0 0,-1 1 1 0 0,1-1-1 0 0,0 1 1 0 0,0 0-1 0 0,0-1 1 0 0,0 1-1 0 0,0-1 1 0 0,0 1-1 0 0,0-1 1 0 0,0 1-1 0 0,0-1 0 0 0,0 1 1 0 0,0-1-1 0 0,0 1 1 0 0,0-1-1 0 0,0 1 1 0 0,0-1-1 0 0,0 1 1 0 0,1 0-1 0 0,-1-1 1 0 0,0 0-1 0 0,0 1 1 0 0,1-1-1 0 0,-1 1 1 0 0,0-1-1 0 0,1 1 1 0 0,-1-1-1 0 0,0 0 1 0 0,1 1-1 0 0,0 0 0 0 0,0-1 37 0 0,0 0-1 0 0,1 0 0 0 0,-1 0 1 0 0,0 0-1 0 0,1 0 0 0 0,-1 0 1 0 0,0 0-1 0 0,1 0 0 0 0,-1-1 1 0 0,0 1-1 0 0,0 0 0 0 0,1-1 1 0 0,-1 1-1 0 0,0-1 0 0 0,0 1 1 0 0,2-2-1 0 0,0 0 64 0 0,35-19 1318 0 0,-32 17-1208 0 0,-1 1 1 0 0,1 0 0 0 0,0 0-1 0 0,0 0 1 0 0,10-3-1 0 0,61-14 771 0 0,89-26-665 0 0,188-36 454 0 0,-255 63-569 0 0,313-34 255 0 0,-345 46-450 0 0,208-26-23 0 0,60-7 0 0 0,-189 28 0 0 0,313-13 0 0 0,56 8 0 0 0,-389 10 0 0 0,26 2 0 0 0,100-8 0 0 0,-139 7 0 0 0,-133 15 11 0 0,-79 14 542 0 0,-110 12 0 0 0,100-18-327 0 0,-534 56-14 0 0,489-59-48 0 0,-359 40 37 0 0,285-24-66 0 0,-43 5-142 0 0,-326 62 7 0 0,376-38-56 0 0,-13 4 112 0 0,183-51-56 0 0,-90 34 0 0 0,138-45 1 0 0,1 1 0 0 0,-1-1 0 0 0,1 0-1 0 0,0 1 1 0 0,0 0 0 0 0,0 0-1 0 0,0 0 1 0 0,0-1 0 0 0,-3 5 0 0 0,4-5-2 0 0,1-1 1 0 0,0 1-1 0 0,0-1 0 0 0,-1 1 1 0 0,1-1-1 0 0,0 0 1 0 0,0 1-1 0 0,-1-1 0 0 0,1 1 1 0 0,0-1-1 0 0,0 1 1 0 0,0-1-1 0 0,0 1 1 0 0,0-1-1 0 0,0 1 0 0 0,0-1 1 0 0,0 1-1 0 0,0 0 1 0 0,0-1-1 0 0,0 1 0 0 0,0-1 1 0 0,1 1-1 0 0,-1 0-3 0 0,1-1 0 0 0,-1 1 0 0 0,1 0 0 0 0,-1-1 0 0 0,1 0 0 0 0,0 1 0 0 0,-1-1 0 0 0,1 1-1 0 0,0-1 1 0 0,0 0 0 0 0,-1 1 0 0 0,1-1 0 0 0,0 0 0 0 0,0 0 0 0 0,0 1 0 0 0,-1-1 0 0 0,1 0 0 0 0,0 0-1 0 0,1 0 1 0 0,163 2-78 0 0,-60-2 84 0 0,266-21-2 0 0,-283 13 0 0 0,221-3 7 0 0,-79 5-80 0 0,-86-3 9 0 0,192-6-14 0 0,73-12 77 0 0,-107 3 122 0 0,157 2-121 0 0,-334 19-13 0 0,62-4-32 0 0,-163 5 55 0 0,-13 2-13 0 0,1-1 0 0 0,-1 0 0 0 0,19-5 0 0 0,-49 4 7 0 0,-229-22 12 0 0,-13-1 15 0 0,206 22-25 0 0,0 4 0 0 0,-94 11-1 0 0,123-7-5 0 0,-1 1 0 0 0,1 1 0 0 0,-43 19 0 0 0,31-9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20.6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4545 300 1612 0 0,'-19'-16'17123'0'0,"15"14"-15258"0"0,-31-25-3883 0 0,3 3 2420 0 0,-2 3 1 0 0,-37-19 0 0 0,45 28-425 0 0,0 1 1 0 0,-1 1-1 0 0,0 2 1 0 0,0 0-1 0 0,-34-4 0 0 0,-299-32-3921 0 0,66 19-3631 0 0,97 21 6751 0 0,-17-4 1167 0 0,-85 1 48 0 0,-96-9-82 0 0,290 11-247 0 0,-203 17 0 0 0,157 2 18 0 0,-255 30 142 0 0,152-10-97 0 0,-34 6 85 0 0,218-27-157 0 0,-111 37 1 0 0,132-32 53 0 0,1 2 1 0 0,-90 52 0 0 0,88-41-49 0 0,2 2 0 0 0,-54 50 0 0 0,80-63-40 0 0,1 0 0 0 0,1 2 0 0 0,1 0 0 0 0,1 1 0 0 0,1 1 0 0 0,-20 38 0 0 0,29-45 131 0 0,1 1 0 0 0,0-1 1 0 0,2 1-1 0 0,0 1 1 0 0,1-1-1 0 0,0 1 0 0 0,2 0 1 0 0,0-1-1 0 0,1 21 1 0 0,2-15 322 0 0,1 0 0 0 0,2 0 0 0 0,0 0-1 0 0,1-1 1 0 0,1 1 0 0 0,16 36 0 0 0,-10-33-112 0 0,1-1 0 0 0,1 0-1 0 0,2-1 1 0 0,0 0-1 0 0,2-2 1 0 0,0 0 0 0 0,2-1-1 0 0,0 0 1 0 0,1-2 0 0 0,2-1-1 0 0,0 0 1 0 0,32 18-1 0 0,-15-14-1289 0 0,1-3-1 0 0,2-2 0 0 0,0-1 0 0 0,50 12 0 0 0,185 31-4522 0 0,-171-39 5908 0 0,83 19-504 0 0,252 42-96 0 0,-316-73 131 0 0,0-5 0 0 0,146-14 0 0 0,-17-14 12 0 0,-103 8 0 0 0,430-47 48 0 0,-6-38 9 0 0,-492 82-39 0 0,160-39 32 0 0,-4-18 3 0 0,-99 17-28 0 0,-111 45-6 0 0,-2-1 1 0 0,46-33-1 0 0,-57 34 26 0 0,-1 0 0 0 0,0-1 1 0 0,-1-1-1 0 0,-1 0 0 0 0,0-1 0 0 0,-2 0 1 0 0,0-1-1 0 0,-1-1 0 0 0,0 0 0 0 0,8-22 1 0 0,-10 16 569 0 0,0-1 1 0 0,-1 0-1 0 0,-2 0 1 0 0,-1-1-1 0 0,-1 1 1 0 0,-1-1-1 0 0,-1-46 1 0 0,-3 54-48 0 0,0 0 1 0 0,-2 1-1 0 0,0-1 0 0 0,-1 1 1 0 0,0 0-1 0 0,-2 0 1 0 0,-14-31-1 0 0,16 40-578 0 0,-1 0 0 0 0,0 0-1 0 0,-1 1 1 0 0,0 0 0 0 0,0 0 0 0 0,-1 1 0 0 0,0-1-1 0 0,0 2 1 0 0,0-1 0 0 0,-1 1 0 0 0,0 0-1 0 0,-1 0 1 0 0,1 1 0 0 0,-1 0 0 0 0,0 1-1 0 0,-12-5 1 0 0,10 6-68 0 0,0 0 0 0 0,1 0 0 0 0,-1 1-1 0 0,-1 1 1 0 0,1 0 0 0 0,0 1 0 0 0,0-1 0 0 0,0 2-1 0 0,0 0 1 0 0,-21 4 0 0 0,-16 10-3903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39.7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30 407 3679 0 0,'-1'0'116'0'0,"0"1"0"0"0,-1-1-1 0 0,1 1 1 0 0,0-1 0 0 0,-1 1 0 0 0,1-1-1 0 0,0 1 1 0 0,0 0 0 0 0,0 0-1 0 0,-1-1 1 0 0,1 1 0 0 0,0 0-1 0 0,0 0 1 0 0,0 0 0 0 0,0 0-1 0 0,1 0 1 0 0,-1 1 0 0 0,0-1-1 0 0,0 0 1 0 0,1 0 0 0 0,-1 1-1 0 0,0-1 1 0 0,1 0 0 0 0,-1 2 0 0 0,0-1 91 0 0,0 0 0 0 0,1 0 0 0 0,-1 0 0 0 0,1 0 1 0 0,-1 0-1 0 0,1 1 0 0 0,0-1 0 0 0,-1 0 1 0 0,1 0-1 0 0,0 0 0 0 0,1 1 0 0 0,-1-1 1 0 0,0 0-1 0 0,1 0 0 0 0,0 3 0 0 0,0-3-34 0 0,0 0-1 0 0,0 0 0 0 0,1 0 0 0 0,-1 0 0 0 0,1 0 0 0 0,-1 0 1 0 0,1-1-1 0 0,-1 1 0 0 0,1-1 0 0 0,0 1 0 0 0,0-1 0 0 0,0 0 1 0 0,0 0-1 0 0,0 0 0 0 0,3 2 0 0 0,-1-2 35 0 0,0 0 0 0 0,0 0 1 0 0,0 0-1 0 0,0-1 0 0 0,-1 0 0 0 0,1 1 0 0 0,0-1 0 0 0,7-1 1 0 0,-3-1 50 0 0,0 1 0 0 0,0-1 0 0 0,0 0 1 0 0,0-1-1 0 0,-1 0 0 0 0,1 0 1 0 0,-1-1-1 0 0,8-5 0 0 0,-4 1-153 0 0,0 0 0 0 0,-1-1 0 0 0,-1 0 0 0 0,1-1 0 0 0,-2 0 0 0 0,1 0 0 0 0,-1-1 0 0 0,-1 0 0 0 0,0 0 0 0 0,-1-1 0 0 0,0 0 0 0 0,0 0-1 0 0,-1 0 1 0 0,-1-1 0 0 0,0 0 0 0 0,2-18 0 0 0,-4 20-28 0 0,0 0-1 0 0,-1 0 1 0 0,-1 0 0 0 0,0 0-1 0 0,0 0 1 0 0,-1 0-1 0 0,-1 0 1 0 0,0 1-1 0 0,0-1 1 0 0,-1 0-1 0 0,0 1 1 0 0,-1-1 0 0 0,0 1-1 0 0,-1 0 1 0 0,0 0-1 0 0,0 1 1 0 0,-1-1-1 0 0,-1 1 1 0 0,1 0 0 0 0,-9-8-1 0 0,10 13-73 0 0,0-1 1 0 0,0 1-1 0 0,0 0 0 0 0,0 0 0 0 0,-1 1 0 0 0,1-1 1 0 0,-1 1-1 0 0,0 1 0 0 0,-11-5 0 0 0,15 7-2 0 0,-1-1 0 0 0,0 1 1 0 0,1-1-1 0 0,-1 1 0 0 0,1 0 0 0 0,-1 0 0 0 0,1 0 0 0 0,-1 0 0 0 0,1 0 1 0 0,-1 1-1 0 0,1-1 0 0 0,-1 1 0 0 0,1 0 0 0 0,-1 0 0 0 0,1 0 0 0 0,-1 0 1 0 0,1 0-1 0 0,0 0 0 0 0,0 1 0 0 0,0-1 0 0 0,0 1 0 0 0,0-1 0 0 0,0 1 1 0 0,0 0-1 0 0,0 0 0 0 0,1 0 0 0 0,-4 3 0 0 0,1 2-4 0 0,1-1-1 0 0,-1 1 1 0 0,1 0 0 0 0,0 0-1 0 0,1 0 1 0 0,-1 1 0 0 0,2-1-1 0 0,-1 0 1 0 0,1 1 0 0 0,0-1-1 0 0,0 1 1 0 0,1-1-1 0 0,0 1 1 0 0,0 0 0 0 0,1-1-1 0 0,2 12 1 0 0,4 9-20 0 0,1 1 0 0 0,21 50 0 0 0,-22-61 21 0 0,145 401 196 0 0,-136-366 259 0 0,11 65 1 0 0,0 56 13 0 0,-19-113-491 0 0,-3-27 67 0 0,-8-39-6194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39.9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3 195 7831 0 0,'-1'-1'236'0'0,"1"0"-1"0"0,0 0 1 0 0,0 0-1 0 0,-1 0 1 0 0,1 0-1 0 0,0 0 1 0 0,0 0-1 0 0,0 0 1 0 0,0 0-1 0 0,0-1 0 0 0,0 1 1 0 0,0 0-1 0 0,1 0 1 0 0,-1 0-1 0 0,0 0 1 0 0,1-1-1 0 0,0 0 291 0 0,1 1 1 0 0,-1 0-1 0 0,0-1 0 0 0,1 1 0 0 0,-1 0 1 0 0,1 0-1 0 0,-1 0 0 0 0,3-1 1 0 0,-2 1-547 0 0,65-35 4984 0 0,39-10-3452 0 0,-38 18-1204 0 0,-45 17-281 0 0,1 1 1 0 0,0 1-1 0 0,1 1 0 0 0,34-6 0 0 0,-51 13-1534 0 0,0 3-3439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3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16 627 5063 0 0,'-9'-2'1162'0'0,"3"-1"2199"0"0,6 3-3257 0 0,0 0-1 0 0,0 0 1 0 0,0 0-1 0 0,0 0 1 0 0,0 0-1 0 0,0 0 1 0 0,-1-1-1 0 0,1 1 1 0 0,0 0-1 0 0,0 0 1 0 0,0 0-1 0 0,0 0 1 0 0,0 0-1 0 0,0-1 1 0 0,0 1-1 0 0,0 0 1 0 0,0 0-1 0 0,0 0 1 0 0,0 0 0 0 0,0-1-1 0 0,0 1 1 0 0,0 0-1 0 0,0 0 1 0 0,1 0-1 0 0,-1 0 1 0 0,0 0-1 0 0,1-1 829 0 0,-1 0-829 0 0,0 1 1 0 0,0 0-1 0 0,0 0 1 0 0,0 0 0 0 0,0 0-1 0 0,0 0 1 0 0,1 0-1 0 0,-1 0 1 0 0,0 0-1 0 0,0 0 1 0 0,0 0-1 0 0,0 0 1 0 0,0 0-1 0 0,1 0 1 0 0,-1 0-1 0 0,0 0 1 0 0,0 0-1 0 0,0 0 1 0 0,0 0-1 0 0,1 0 1 0 0,-1 0-1 0 0,0 0 1 0 0,34-9 1239 0 0,-19 6-946 0 0,0-1-1 0 0,0-1 1 0 0,-1 0-1 0 0,1-1 1 0 0,-1 0-1 0 0,14-9 1 0 0,-18 7-275 0 0,0 0 1 0 0,-1-1-1 0 0,0 0 1 0 0,0 0-1 0 0,-1-1 1 0 0,0 0-1 0 0,0-1 1 0 0,-1 1-1 0 0,-1-2 1 0 0,0 1-1 0 0,0 0 1 0 0,-1-1-1 0 0,-1 0 1 0 0,0 0-1 0 0,-1-1 1 0 0,4-23-1 0 0,-5 18-79 0 0,0 1 0 0 0,-2 0 0 0 0,0-1 0 0 0,0 1 1 0 0,-2 0-1 0 0,0-1 0 0 0,-1 1 0 0 0,-1 0 0 0 0,-1 1 0 0 0,0-1 0 0 0,-1 1 0 0 0,-9-17 0 0 0,10 22-43 0 0,-26-45 0 0 0,27 50 0 0 0,-1-1 0 0 0,1 1 0 0 0,-1 0 0 0 0,-1 0 0 0 0,-10-9 0 0 0,15 14 0 0 0,0 0 0 0 0,0 0 0 0 0,-1 0 1 0 0,1 0-1 0 0,-1 1 0 0 0,1-1 0 0 0,-1 0 0 0 0,1 1 0 0 0,-1-1 0 0 0,1 1 0 0 0,-1-1 0 0 0,1 1 1 0 0,-1 0-1 0 0,0 0 0 0 0,1 0 0 0 0,-1 0 0 0 0,1 0 0 0 0,-1 0 0 0 0,-2 1 0 0 0,2-1 0 0 0,-1 1-1 0 0,1 0 1 0 0,0 0 0 0 0,-1 1-1 0 0,1-1 1 0 0,0 0-1 0 0,0 1 1 0 0,0-1-1 0 0,0 1 1 0 0,0 0-1 0 0,-2 2 1 0 0,-3 5-12 0 0,0 0 0 0 0,0 1-1 0 0,1 0 1 0 0,-6 13 0 0 0,4-5 2 0 0,1 1-1 0 0,0-1 1 0 0,1 1 0 0 0,1 0-1 0 0,-3 23 1 0 0,4-12 9 0 0,2-1 0 0 0,2 54 0 0 0,8-1-15 0 0,29 121 0 0 0,-28-158-15 0 0,24 117 41 0 0,53 234 825 0 0,-85-395-834 0 0,25 109 155 0 0,-23-91-123 0 0,0-1 1 0 0,-1 1 0 0 0,-2 37-1 0 0,0-50-46 0 0,0-5 8 0 0,0 1-1 0 0,0-1 1 0 0,0 1 0 0 0,0-1-1 0 0,0 1 1 0 0,0-1 0 0 0,0 1-1 0 0,0-1 1 0 0,-1 1 0 0 0,1-1-1 0 0,-1 1 1 0 0,1-1-1 0 0,-2 3 1 0 0,1-5-13 0 0,1 0-1 0 0,-1 0 0 0 0,0 0 1 0 0,1 1-1 0 0,-1-1 0 0 0,1 0 1 0 0,-1 0-1 0 0,1 0 0 0 0,0 0 1 0 0,-1 0-1 0 0,1 0 1 0 0,0 0-1 0 0,0 0 0 0 0,0 0 1 0 0,-1-2-1 0 0,1 1-52 0 0,-3-10-1614 0 0,-1-3-5949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3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10 242 3679 0 0,'-1'0'222'0'0,"1"-1"0"0"0,-1 0 0 0 0,0 0 0 0 0,0 1 0 0 0,1-1 0 0 0,-1 0 0 0 0,0 0-1 0 0,1 0 1 0 0,-1 0 0 0 0,1 0 0 0 0,-1 1 0 0 0,1-1 0 0 0,0 0 0 0 0,-1 0-1 0 0,1-1 1 0 0,0 1 0 0 0,0 0 0 0 0,-1 0 0 0 0,1 0 0 0 0,0 0 0 0 0,0 0-1 0 0,0 0 1 0 0,1-1 0 0 0,-1 0 75 0 0,1 1-1 0 0,-1 0 1 0 0,1 0 0 0 0,0 0-1 0 0,0 0 1 0 0,0 0-1 0 0,-1 0 1 0 0,1 0 0 0 0,0 0-1 0 0,0 0 1 0 0,0 0-1 0 0,1 0 1 0 0,-1 1 0 0 0,0-1-1 0 0,2-1 1 0 0,6-1 995 0 0,0-1 0 0 0,0 1 0 0 0,20-3 1 0 0,-25 5-1249 0 0,72-17 2046 0 0,92-35 0 0 0,67-41-1738 0 0,-225 89-356 0 0,29-9-41 0 0,-39 14-255 0 0,0 0 257 0 0,0 0 0 0 0,0 0 0 0 0,0 1 1 0 0,0-1-1 0 0,0 0 0 0 0,0 0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2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3223 0 0,'0'0'288'0'0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4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84 5063 0 0,'-7'-33'2392'0'0,"6"28"-1786"0"0,-1 0-1 0 0,0 0 0 0 0,0 0 0 0 0,0 0 1 0 0,-1 0-1 0 0,-4-6 0 0 0,7 10-502 0 0,-1 1 0 0 0,1-1 0 0 0,-1 0 0 0 0,0 0 0 0 0,1 1 0 0 0,-1-1 0 0 0,0 1 0 0 0,0-1 0 0 0,0 0 0 0 0,0 1-1 0 0,1 0 1 0 0,-1-1 0 0 0,0 1 0 0 0,0-1 0 0 0,0 1 0 0 0,0 0 0 0 0,0 0 0 0 0,0-1 0 0 0,0 1 0 0 0,0 0 0 0 0,0 0 0 0 0,0 0 0 0 0,0 0 0 0 0,0 0-1 0 0,0 0 1 0 0,0 1 0 0 0,0-1 0 0 0,0 0 0 0 0,0 0 0 0 0,0 1 0 0 0,0-1 0 0 0,1 1 0 0 0,-1-1 0 0 0,0 1 0 0 0,0-1 0 0 0,0 1 0 0 0,0-1 0 0 0,1 1-1 0 0,-1 0 1 0 0,0-1 0 0 0,-1 2 0 0 0,-3 4 80 0 0,0 0 0 0 0,0 0 0 0 0,0 1 0 0 0,0-1 1 0 0,1 1-1 0 0,0 0 0 0 0,1 0 0 0 0,-1 1 0 0 0,-2 9 0 0 0,-2 12 206 0 0,-6 32 1 0 0,13-57-350 0 0,-8 45 354 0 0,2 1 0 0 0,2 0 0 0 0,2 0 0 0 0,3 0 0 0 0,2 0 0 0 0,8 53 0 0 0,-6-83-252 0 0,1 0-1 0 0,0 0 0 0 0,1 0 1 0 0,2-1-1 0 0,13 28 0 0 0,-13-33-53 0 0,0 0 0 0 0,1-1 0 0 0,1 0 0 0 0,0 0 0 0 0,1-1 0 0 0,0 0 0 0 0,19 15 0 0 0,-25-23-200 0 0,0 0 0 0 0,1-1 0 0 0,-1 0 1 0 0,1 0-1 0 0,9 4 0 0 0,-13-6 20 0 0,1 0 0 0 0,0 0 1 0 0,0-1-1 0 0,-1 1 0 0 0,1-1 1 0 0,0 0-1 0 0,0 0 0 0 0,0 0 0 0 0,-1 0 1 0 0,1 0-1 0 0,0-1 0 0 0,0 1 1 0 0,-1-1-1 0 0,1 1 0 0 0,2-2 1 0 0,6-3-1587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5.2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8 273 1375 0 0,'-6'-46'152'0'0,"5"37"767"0"0,1-1 0 0 0,0 1 0 0 0,2-12 0 0 0,-2 17-482 0 0,1 0 0 0 0,0 0 0 0 0,0 1 1 0 0,0-1-1 0 0,0 0 0 0 0,0 1 0 0 0,1-1 1 0 0,-1 1-1 0 0,1-1 0 0 0,0 1 0 0 0,0 0 1 0 0,1 0-1 0 0,-1 0 0 0 0,0 0 0 0 0,1 0 1 0 0,0 0-1 0 0,0 1 0 0 0,0-1 0 0 0,0 1 1 0 0,0 0-1 0 0,0 0 0 0 0,8-3 0 0 0,-6 2-100 0 0,0 2-1 0 0,0-1 0 0 0,1 1 0 0 0,-1-1 1 0 0,1 1-1 0 0,-1 1 0 0 0,1-1 1 0 0,0 1-1 0 0,-1 0 0 0 0,1 1 0 0 0,-1-1 1 0 0,11 3-1 0 0,-9-1-116 0 0,0 1 1 0 0,0-1-1 0 0,0 1 0 0 0,0 1 1 0 0,-1-1-1 0 0,1 1 1 0 0,-1 0-1 0 0,11 9 0 0 0,-8-4-121 0 0,0 0 0 0 0,-1 1 0 0 0,0 0 0 0 0,0 0 0 0 0,-1 1 0 0 0,0 0 0 0 0,-1 0 0 0 0,0 0 0 0 0,-1 1 0 0 0,8 24 0 0 0,-11-27-85 0 0,0 1 0 0 0,0-1 0 0 0,-1 1-1 0 0,-1-1 1 0 0,0 1 0 0 0,0 0 0 0 0,-1-1 0 0 0,0 1 0 0 0,0-1-1 0 0,-1 1 1 0 0,-3 9 0 0 0,-1-2 9 0 0,-1 0 0 0 0,-1 0 0 0 0,-1 0-1 0 0,-17 25 1 0 0,21-36-23 0 0,5-10 0 0 0,6-10 0 0 0,37-76 0 0 0,45-137 0 0 0,-53 136 0 0 0,-29 77 0 0 0,1 1 0 0 0,0 1 0 0 0,1-1 0 0 0,14-17 0 0 0,-21 29 0 0 0,-1 1 0 0 0,0 0 0 0 0,0-1 0 0 0,1 1 0 0 0,-1 0 0 0 0,0-1 0 0 0,0 1 0 0 0,1 0 0 0 0,-1-1 0 0 0,0 1 0 0 0,1 0 0 0 0,-1-1 0 0 0,1 1 0 0 0,-1 0 0 0 0,0 0 0 0 0,1 0 0 0 0,-1-1 0 0 0,1 1 0 0 0,-1 0 0 0 0,0 0 0 0 0,1 0 0 0 0,-1 0 0 0 0,1 0 0 0 0,-1 0 0 0 0,1 0 0 0 0,-1 0 0 0 0,1 0 0 0 0,-1 0 0 0 0,1 0 0 0 0,-1 1 0 0 0,1-1 0 0 0,-1 1 0 0 0,0-1 0 0 0,1 1 0 0 0,-1-1 0 0 0,0 1 0 0 0,0-1 0 0 0,0 1 0 0 0,1 0 0 0 0,-1-1 0 0 0,0 1 0 0 0,0-1 0 0 0,0 1 0 0 0,0 0 0 0 0,0-1 0 0 0,0 2 0 0 0,-2 29 0 0 0,1-29 0 0 0,-7 39 0 0 0,-14 44 0 0 0,2-8 0 0 0,16-61 3 0 0,-15 80 80 0 0,17-82-65 0 0,0 0 0 0 0,2 0 0 0 0,0 0 0 0 0,3 27 0 0 0,-3-39-8 0 0,1 1 1 0 0,-1 0-1 0 0,1-1 0 0 0,0 1 0 0 0,0 0 1 0 0,0-1-1 0 0,0 1 0 0 0,0-1 1 0 0,1 1-1 0 0,-1-1 0 0 0,1 0 0 0 0,0 1 1 0 0,-1-1-1 0 0,1 0 0 0 0,0 0 0 0 0,0 0 1 0 0,0 0-1 0 0,1-1 0 0 0,-1 1 0 0 0,0-1 1 0 0,1 1-1 0 0,-1-1 0 0 0,1 0 1 0 0,2 2-1 0 0,0-2-9 0 0,-1 0 0 0 0,1-1 0 0 0,-1 1 0 0 0,1-1 0 0 0,-1 1 0 0 0,1-2 0 0 0,0 1 0 0 0,-1 0 0 0 0,1-1 0 0 0,-1 0 0 0 0,0 0 0 0 0,1 0 0 0 0,-1 0 0 0 0,5-3 0 0 0,-8 4-3 0 0,2-1-292 0 0,0-1 0 0 0,0 1 0 0 0,0-1 1 0 0,0 1-1 0 0,0-1 0 0 0,0 0 0 0 0,-1 0 0 0 0,1 0 0 0 0,0 0 0 0 0,3-5 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5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5527 0 0,'19'-7'7788'0'0,"19"-2"-4522"0"0,75-16 311 0 0,31-5-3312 0 0,-111 26-665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5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4 202 7831 0 0,'-3'0'10000'0'0,"4"-5"-9230"0"0,47-175 2948 0 0,-48 179-3672 0 0,0-1 0 0 0,1 1 0 0 0,-1-1 0 0 0,1 1-1 0 0,-1-1 1 0 0,1 1 0 0 0,0 0 0 0 0,0-1 0 0 0,1-1 0 0 0,2 4 331 0 0,0 9-181 0 0,12 54 4 0 0,14 113 0 0 0,-27-134-942 0 0,-2-27-1191 0 0,1 1 0 0 0,6 30 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5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2303 0 0,'9'-7'392'0'0,"-6"5"-409"0"0,-1 1 0 0 0,1-1 0 0 0,0 0 1 0 0,0 1-1 0 0,5-3 0 0 0,-7 4 432 0 0,1 0 0 0 0,-1-1 0 0 0,0 1 0 0 0,1 0 0 0 0,-1 0 0 0 0,0 0 0 0 0,1 0 0 0 0,-1 0 0 0 0,1 0 0 0 0,1 1 0 0 0,3 1 323 0 0,0-1 0 0 0,-1 1-1 0 0,1 1 1 0 0,0-1-1 0 0,-1 1 1 0 0,0 0 0 0 0,0 0-1 0 0,0 1 1 0 0,0 0-1 0 0,0-1 1 0 0,-1 2 0 0 0,1-1-1 0 0,-1 0 1 0 0,0 1 0 0 0,4 6-1 0 0,-5-7-544 0 0,-1 1 1 0 0,0-1-1 0 0,0 1 0 0 0,0-1 0 0 0,0 1 1 0 0,-1 0-1 0 0,1 0 0 0 0,-1 0 0 0 0,-1 0 0 0 0,1 0 1 0 0,-1 0-1 0 0,1 0 0 0 0,-2 0 0 0 0,1 0 1 0 0,0 0-1 0 0,-1 0 0 0 0,0 0 0 0 0,-3 9 0 0 0,0-2-121 0 0,-1 0-1 0 0,-1 0 0 0 0,-11 20 0 0 0,13-27-80 0 0,1 0 1 0 0,0-1-1 0 0,-1 1 1 0 0,0-1-1 0 0,0 0 1 0 0,-1 0-1 0 0,1 0 1 0 0,-1 0-1 0 0,0-1 1 0 0,-8 5-1 0 0,6-6-1588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6.5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0 240 6911 0 0,'1'-8'261'0'0,"0"0"0"0"0,1 1 0 0 0,0-1 0 0 0,0 0-1 0 0,6-11 1 0 0,-4 10 513 0 0,1 0 1 0 0,0 1-1 0 0,0 0 0 0 0,0 0 1 0 0,1 0-1 0 0,1 1 0 0 0,-1-1 0 0 0,1 2 1 0 0,1-1-1 0 0,-1 1 0 0 0,1 0 1 0 0,15-9-1 0 0,-19 13-598 0 0,-1 1 0 0 0,0-1 0 0 0,1 1 1 0 0,-1-1-1 0 0,1 1 0 0 0,0 0 0 0 0,-1 1 0 0 0,1-1 1 0 0,0 0-1 0 0,-1 1 0 0 0,1 0 0 0 0,0 0 0 0 0,0 0 1 0 0,-1 1-1 0 0,1-1 0 0 0,0 1 0 0 0,-1 0 0 0 0,1 0 1 0 0,6 3-1 0 0,-5-2-125 0 0,0 1 1 0 0,-1 0-1 0 0,1 0 0 0 0,-1 1 1 0 0,0-1-1 0 0,0 1 1 0 0,-1 0-1 0 0,1 0 1 0 0,-1 0-1 0 0,1 1 1 0 0,-1-1-1 0 0,-1 1 0 0 0,4 6 1 0 0,0 2-43 0 0,-1 1 1 0 0,0 0-1 0 0,-1 0 0 0 0,0 0 1 0 0,-2 1-1 0 0,1-1 1 0 0,-2 1-1 0 0,0-1 0 0 0,0 1 1 0 0,-2 0-1 0 0,0-1 1 0 0,0 1-1 0 0,-2-1 0 0 0,1 1 1 0 0,-2-1-1 0 0,0 0 1 0 0,-1 0-1 0 0,0 0 0 0 0,-1-1 1 0 0,-8 13-1 0 0,9-17-9 0 0,1-2 0 0 0,0 0 0 0 0,0 0 0 0 0,1 0 0 0 0,-4 9 0 0 0,7-16 0 0 0,0 0 0 0 0,0 0 0 0 0,0 0 0 0 0,0 0 0 0 0,0 1 0 0 0,0-1 0 0 0,0 0 0 0 0,0 0 0 0 0,0 0 0 0 0,0 0 0 0 0,0 0 0 0 0,0 1 0 0 0,0-1 0 0 0,0 0 0 0 0,0 0 0 0 0,1 0 0 0 0,-1 0 0 0 0,0 0 0 0 0,0 0 0 0 0,0 1 0 0 0,0-1 0 0 0,0 0 0 0 0,0 0 0 0 0,0 0 0 0 0,0 0 0 0 0,0 0 0 0 0,0 0 0 0 0,1 0 0 0 0,-1 0 0 0 0,0 1 0 0 0,0-1 0 0 0,0 0 0 0 0,0 0 0 0 0,0 0 0 0 0,0 0 0 0 0,1 0 0 0 0,-1 0 0 0 0,0 0 0 0 0,0 0 0 0 0,0 0 0 0 0,0 0 0 0 0,0 0 0 0 0,1 0 0 0 0,-1 0 0 0 0,0 0 0 0 0,0 0 0 0 0,0 0 0 0 0,0 0 0 0 0,0 0 0 0 0,1 0 0 0 0,-1 0 0 0 0,0 0 0 0 0,0 0 0 0 0,0 0 0 0 0,0 0 0 0 0,0-1 0 0 0,0 1 0 0 0,1 0 0 0 0,-1 0 0 0 0,0 0 0 0 0,0 0 0 0 0,0 0 0 0 0,0 0 0 0 0,0 0 0 0 0,0 0 0 0 0,0-1 0 0 0,0 1 0 0 0,10-6 0 0 0,4-7 3 0 0,-1-2-1 0 0,0 1 1 0 0,0-2-1 0 0,-2 0 1 0 0,0 0 0 0 0,-1-1-1 0 0,13-28 1 0 0,0-12 14 0 0,17-65 0 0 0,-3 8-8 0 0,-32 103-9 0 0,-2 0 0 0 0,3-12 0 0 0,-10 27 0 0 0,-1 1 0 0 0,1 0 0 0 0,1 0 0 0 0,-4 6 0 0 0,-6 14 0 0 0,1 0 0 0 0,2 1 0 0 0,0 0 0 0 0,-8 43 0 0 0,10-27 0 0 0,1 1 0 0 0,0 52 0 0 0,6-84 60 0 0,1-1-1 0 0,1 1 0 0 0,-1-1 1 0 0,2 1-1 0 0,0-1 1 0 0,4 16-1 0 0,-5-24-46 0 0,-1 0-1 0 0,1 1 1 0 0,0-1 0 0 0,0 0-1 0 0,1 0 1 0 0,-1 1-1 0 0,0-1 1 0 0,1 0 0 0 0,-1 0-1 0 0,1 0 1 0 0,0-1-1 0 0,0 1 1 0 0,-1 0 0 0 0,1-1-1 0 0,0 1 1 0 0,0-1-1 0 0,1 1 1 0 0,-1-1 0 0 0,0 0-1 0 0,0 0 1 0 0,1 0-1 0 0,-1 0 1 0 0,0-1 0 0 0,1 1-1 0 0,-1-1 1 0 0,1 1-1 0 0,-1-1 1 0 0,1 0 0 0 0,-1 0-1 0 0,1 0 1 0 0,-1 0 0 0 0,4-1-1 0 0,4 0-155 0 0,-1-1 0 0 0,0 0 0 0 0,0-1-1 0 0,0 0 1 0 0,0 0 0 0 0,0-1 0 0 0,12-6 0 0 0,-19 8-1854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6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73 2303 0 0,'-2'-2'-260'0'0,"0"2"421"0"0,1-1 0 0 0,0-1 0 0 0,-1 1 0 0 0,1 0 0 0 0,0 0 0 0 0,0 0 0 0 0,0-1-1 0 0,-2-1 1 0 0,3 2-19 0 0,0 1 0 0 0,0-1 0 0 0,0 1 0 0 0,0-1 0 0 0,0 1 0 0 0,0-1 0 0 0,0 1 0 0 0,1-1 0 0 0,-1 1-1 0 0,0-1 1 0 0,0 1 0 0 0,0 0 0 0 0,0-1 0 0 0,1 1 0 0 0,-1-1 0 0 0,0 1 0 0 0,0-1 0 0 0,1 1 0 0 0,-1 0 0 0 0,0-1-1 0 0,1 1 1 0 0,-1 0 0 0 0,0-1 0 0 0,1 1 0 0 0,-1 0 0 0 0,0-1 0 0 0,1 1 0 0 0,-1 0 0 0 0,1 0 0 0 0,-1-1 0 0 0,1 1-1 0 0,-1 0 1 0 0,1 0 0 0 0,-1 0 0 0 0,0 0 0 0 0,2 0 0 0 0,16-8 2805 0 0,1 1-1 0 0,23-6 1 0 0,-17 8-1009 0 0,33-4 0 0 0,-21 6-1960 0 0,1 2 0 0 0,57 6-1 0 0,-71-1-5139 0 0,-2 1-1804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7.1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96 3679 0 0,'-1'-1'410'0'0,"0"0"-1"0"0,0-1 0 0 0,0 1 0 0 0,1 0 0 0 0,-1-1 0 0 0,1 1 0 0 0,-1 0 0 0 0,1-1 1 0 0,-1 1-1 0 0,1-1 0 0 0,0 1 0 0 0,0-1 0 0 0,0 1 0 0 0,0-1 0 0 0,0 1 0 0 0,0-1 1 0 0,0 1-1 0 0,0 0 0 0 0,0-1 0 0 0,1 1 0 0 0,-1-1 0 0 0,1 1 0 0 0,-1-1 0 0 0,1 1 1 0 0,-1 0-1 0 0,1-1 0 0 0,0 1 0 0 0,0 0 0 0 0,1-2 0 0 0,1-2 208 0 0,0 1 0 0 0,0 0 0 0 0,1 0 0 0 0,0 0 0 0 0,0 0-1 0 0,8-6 1 0 0,-9 7-404 0 0,1 1 1 0 0,0 0-1 0 0,0 0 0 0 0,0 0 1 0 0,0 1-1 0 0,0-1 0 0 0,0 1 1 0 0,0 0-1 0 0,7-1 0 0 0,-9 2-191 0 0,-1 0 0 0 0,1 0 1 0 0,0 0-1 0 0,-1 0 0 0 0,1 1 0 0 0,0-1 0 0 0,0 0 0 0 0,-1 1 0 0 0,1-1 1 0 0,-1 1-1 0 0,1-1 0 0 0,0 1 0 0 0,-1 0 0 0 0,1 0 0 0 0,-1 0 0 0 0,0 0 0 0 0,1 0 1 0 0,-1 0-1 0 0,0 0 0 0 0,1 0 0 0 0,-1 1 0 0 0,0-1 0 0 0,0 0 0 0 0,0 1 1 0 0,0-1-1 0 0,1 4 0 0 0,1 2-17 0 0,0 1 0 0 0,0 0 0 0 0,-1 0 0 0 0,0 0 0 0 0,-1 0 0 0 0,0 0 0 0 0,0 1 0 0 0,-1-1 0 0 0,0 0 0 0 0,0 1 0 0 0,-1-1 0 0 0,0 0 0 0 0,-3 14 0 0 0,-1-5 5 0 0,0-1-1 0 0,-1 0 0 0 0,0-1 0 0 0,-1 1 0 0 0,-16 24 0 0 0,20-36-9 0 0,0 1 0 0 0,-1-1 0 0 0,1 0 0 0 0,-1 0 0 0 0,-6 5 0 0 0,9-8 0 0 0,0 0 0 0 0,0 0 0 0 0,-1-1 0 0 0,1 1 0 0 0,0 0 0 0 0,0 0 0 0 0,-1-1 0 0 0,1 1 0 0 0,-1 0 0 0 0,1-1 0 0 0,0 0 0 0 0,-1 1 0 0 0,1-1 0 0 0,-1 0 0 0 0,1 0 0 0 0,-1 1 0 0 0,1-1 0 0 0,-1 0 0 0 0,1-1 0 0 0,-1 1 0 0 0,1 0 0 0 0,-1 0 0 0 0,-2-1 0 0 0,3 0 0 0 0,1 0 0 0 0,-1 1 0 0 0,0-1 0 0 0,1 1 0 0 0,-1-1 0 0 0,1 0 0 0 0,-1 0 0 0 0,1 1 0 0 0,-1-1 0 0 0,1 0 0 0 0,-1 0 0 0 0,1 1 0 0 0,0-1 0 0 0,0 0 0 0 0,-1 0 0 0 0,1 0 0 0 0,0 0 0 0 0,0 0 0 0 0,0 1 0 0 0,0-1 0 0 0,0 0 0 0 0,0 0 0 0 0,0 0 0 0 0,0 0 0 0 0,0 0 0 0 0,0 0 0 0 0,1 1 0 0 0,-1-1 0 0 0,0 0 0 0 0,1 0 0 0 0,0-1 0 0 0,0-2 0 0 0,1-1 0 0 0,0 0 0 0 0,1 1 0 0 0,3-6 0 0 0,-3 5 0 0 0,0 1 0 0 0,1-1 0 0 0,0 1 0 0 0,0 0 0 0 0,0 0 0 0 0,0 1 0 0 0,1-1 0 0 0,-1 1 0 0 0,1 0 0 0 0,0 0 0 0 0,0 0 0 0 0,0 1 0 0 0,0 0 0 0 0,1 0 0 0 0,-1 0 0 0 0,9-2 0 0 0,-7 4 0 0 0,-1-1 0 0 0,0 1 0 0 0,0 0 0 0 0,0 0 0 0 0,1 1 0 0 0,-1 0 0 0 0,0 0 0 0 0,0 0 0 0 0,0 1 0 0 0,0 0 0 0 0,0 0 0 0 0,-1 0 0 0 0,1 1 0 0 0,-1 0 0 0 0,6 4 0 0 0,31 23 2 0 0,-29-19-1 0 0,0-2-1 0 0,16 10 0 0 0,-23-16-2 0 0,-1-1 0 0 0,1 1 0 0 0,-1-1 1 0 0,1-1-1 0 0,0 1 0 0 0,0-1 0 0 0,0 0 0 0 0,0 0 0 0 0,9 0 0 0 0,-7-1 27 0 0,1 0 1 0 0,-1-1-1 0 0,0 0 0 0 0,1 0 0 0 0,-1-1 1 0 0,0 0-1 0 0,12-6 0 0 0,10-9-6568 0 0,-21 10-668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7.5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 3223 0 0,'0'-6'-168'0'0,"1"3"355"0"0,-1-1-1 0 0,0 0 0 0 0,1 1 0 0 0,0-1 0 0 0,0 0 0 0 0,2-4 0 0 0,-3 7-6 0 0,1 0 0 0 0,-1 0-1 0 0,1 1 1 0 0,0-1 0 0 0,-1 0-1 0 0,1 0 1 0 0,0 0 0 0 0,-1 1-1 0 0,1-1 1 0 0,0 0 0 0 0,0 1-1 0 0,0-1 1 0 0,0 1 0 0 0,0-1-1 0 0,0 1 1 0 0,0-1 0 0 0,0 1-1 0 0,0 0 1 0 0,0 0-1 0 0,0-1 1 0 0,0 1 0 0 0,0 0-1 0 0,0 0 1 0 0,0 0 0 0 0,0 0-1 0 0,0 0 1 0 0,2 0 0 0 0,1 1 204 0 0,0 0 0 0 0,1 0 0 0 0,-1 1 0 0 0,0-1 0 0 0,0 1-1 0 0,0 0 1 0 0,0 0 0 0 0,0 0 0 0 0,0 0 0 0 0,0 1 0 0 0,-1 0 0 0 0,1 0 0 0 0,-1 0 0 0 0,0 0 0 0 0,4 4 0 0 0,5 8 554 0 0,-1 0-1 0 0,12 20 1 0 0,-6-5-339 0 0,-2-1 0 0 0,-2 2 1 0 0,0 0-1 0 0,-2 1 1 0 0,8 38-1 0 0,-3 4-62 0 0,6 90 0 0 0,-18-116-328 0 0,-3 77 1 0 0,-3-100-134 0 0,-1 1 0 0 0,-1-1 1 0 0,-1 0-1 0 0,-14 42 0 0 0,-53 100-841 0 0,64-150-87 0 0,2-5-7099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8.0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64 7367 0 0,'-2'-5'8360'0'0,"7"3"-7210"0"0,48-16 1511 0 0,84-16 0 0 0,-134 33-2769 0 0,1 0-85 0 0,0 0 0 0 0,1 1 0 0 0,-1-1 0 0 0,0 1 0 0 0,0-1 0 0 0,0 1 0 0 0,0 1 0 0 0,1-1 0 0 0,-1 0 0 0 0,6 2 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8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6911 0 0,'0'0'16'0'0,"0"0"-1"0"0,0 0 0 0 0,0 0 0 0 0,0 0 0 0 0,0 0 0 0 0,0 0 0 0 0,0 0 0 0 0,0 0 0 0 0,-1 0 0 0 0,1 0 1 0 0,0 0-1 0 0,0 0 0 0 0,0 0 0 0 0,0 0 0 0 0,0 0 0 0 0,0 0 0 0 0,0 0 0 0 0,0 0 0 0 0,0 0 1 0 0,-1 1-1 0 0,1-1 0 0 0,0 0 0 0 0,0 0 0 0 0,0 0 0 0 0,0 0 0 0 0,0 0 0 0 0,0 0 0 0 0,0 0 1 0 0,0 0-1 0 0,0 0 0 0 0,0 0 0 0 0,0 0 0 0 0,0 0 0 0 0,0 1 0 0 0,0-1 0 0 0,0 0 0 0 0,0 0 0 0 0,0 0 1 0 0,0 0-1 0 0,0 0 0 0 0,0 0 0 0 0,0 0 0 0 0,0 0 0 0 0,0 1 0 0 0,0-1 0 0 0,0 0 0 0 0,0 0 1 0 0,0 0-1 0 0,3 6 1245 0 0,11 6 2619 0 0,-8-10-2912 0 0,1 0 0 0 0,-1 0-1 0 0,1-1 1 0 0,0 0-1 0 0,0 0 1 0 0,0-1 0 0 0,12 0-1 0 0,50-9 861 0 0,-49 6-1803 0 0,37-3 0 0 0,-46 7-235 0 0,-2 2-82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8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5 289 8751 0 0,'-2'-8'643'0'0,"1"1"-1"0"0,0-1 0 0 0,1 0 0 0 0,0 1 1 0 0,0-1-1 0 0,2-8 0 0 0,1-4 1268 0 0,6-22-1 0 0,-6 32-1544 0 0,1 1 1 0 0,-1 0-1 0 0,2-1 1 0 0,0 1 0 0 0,0 1-1 0 0,0-1 1 0 0,1 1-1 0 0,0 0 1 0 0,1 0-1 0 0,0 1 1 0 0,9-9-1 0 0,-9 10-301 0 0,0 0-1 0 0,0 1 1 0 0,0 0 0 0 0,1 0-1 0 0,0 1 1 0 0,0 0-1 0 0,0 0 1 0 0,0 1 0 0 0,0 0-1 0 0,1 1 1 0 0,0-1 0 0 0,17-1-1 0 0,-23 4-60 0 0,0 0 0 0 0,0 0 0 0 0,0 1 1 0 0,-1-1-1 0 0,1 1 0 0 0,0 0 0 0 0,0 0 0 0 0,0 0 0 0 0,0 0 0 0 0,-1 0 0 0 0,1 0 0 0 0,-1 1 1 0 0,1-1-1 0 0,-1 1 0 0 0,1 0 0 0 0,-1 0 0 0 0,0 0 0 0 0,0 0 0 0 0,0 0 0 0 0,0 0 0 0 0,0 0 1 0 0,-1 1-1 0 0,1-1 0 0 0,0 1 0 0 0,-1-1 0 0 0,0 1 0 0 0,2 3 0 0 0,0 4-4 0 0,1 0 0 0 0,-2 0 0 0 0,1 0 0 0 0,-1 0 0 0 0,-1 0 0 0 0,1 17 0 0 0,-3 12-16 0 0,-1 0 0 0 0,-2-1 0 0 0,-2 0 0 0 0,-1 0 0 0 0,-2 0 0 0 0,-2-1 0 0 0,-1-1 0 0 0,-2 0 0 0 0,-21 39-1 0 0,34-73 4 0 0,-7 13-75 0 0,7-14 80 0 0,1-1 1 0 0,0 1-1 0 0,0-1 0 0 0,0 1 1 0 0,-1-1-1 0 0,1 1 0 0 0,0-1 0 0 0,-1 1 1 0 0,1-1-1 0 0,0 0 0 0 0,-1 1 0 0 0,1-1 1 0 0,-1 0-1 0 0,1 1 0 0 0,0-1 1 0 0,-1 0-1 0 0,1 1 0 0 0,-1-1 0 0 0,1 0 1 0 0,-1 0-1 0 0,1 0 0 0 0,-2 1 1 0 0,5-16-6 0 0,5-7 14 0 0,0 1 0 0 0,18-34 0 0 0,4-7 0 0 0,41-100 30 0 0,5-13 4 0 0,-75 172-34 0 0,0 1 0 0 0,0-1 0 0 0,0 0 0 0 0,-1 0 0 0 0,1-6 0 0 0,-1 9 0 0 0,0 0 0 0 0,0 0 0 0 0,0-1 0 0 0,0 1 0 0 0,0 0 0 0 0,0 0 0 0 0,0 0 0 0 0,0-1 0 0 0,0 1 0 0 0,0 0 0 0 0,0 0 0 0 0,0 0 0 0 0,0 0 0 0 0,0-1 0 0 0,0 1 0 0 0,0 0 0 0 0,0 0 0 0 0,0 0 0 0 0,0 0 0 0 0,-1-1 0 0 0,1 1 0 0 0,0 0 0 0 0,0 0 0 0 0,0 0 0 0 0,0 0 0 0 0,0 0 0 0 0,0 0 0 0 0,-1 0 0 0 0,1-1 0 0 0,0 1 0 0 0,0 0 0 0 0,0 0 0 0 0,0 0 0 0 0,-1 0 0 0 0,1 0 0 0 0,0 0 0 0 0,-10 8 0 0 0,0 4 0 0 0,0 1 0 0 0,1 0 0 0 0,1 1 0 0 0,0 0 0 0 0,1 0 0 0 0,1 1 0 0 0,0 0 0 0 0,1 0 0 0 0,-5 24 0 0 0,3-3 0 0 0,2 1 0 0 0,2-1 0 0 0,1 39 0 0 0,2-56 76 0 0,0 0-1 0 0,6 28 1 0 0,-5-42-56 0 0,0 0 1 0 0,0 1 0 0 0,1-1 0 0 0,-1 0 0 0 0,1 0 0 0 0,1 0 0 0 0,-1-1 0 0 0,1 1-1 0 0,0-1 1 0 0,0 1 0 0 0,0-1 0 0 0,0 0 0 0 0,8 7 0 0 0,-9-9-10 0 0,0-1 1 0 0,0 0-1 0 0,0 1 0 0 0,1-1 1 0 0,-1 0-1 0 0,0 0 1 0 0,0-1-1 0 0,1 1 1 0 0,-1 0-1 0 0,0-1 0 0 0,1 1 1 0 0,-1-1-1 0 0,5 0 1 0 0,-2 0 26 0 0,1-1 0 0 0,-1 1 0 0 0,0-1 0 0 0,0 0 0 0 0,0-1 0 0 0,6-1-1 0 0,-2-1 15 0 0,0 0-1 0 0,0 0 1 0 0,0-1-1 0 0,-1-1 0 0 0,0 1 1 0 0,10-9-1 0 0,-18 13-52 0 0,2 0-99 0 0,0 0-1 0 0,-1-1 1 0 0,0 1-1 0 0,1-1 0 0 0,-1 1 1 0 0,0-1-1 0 0,2-3 1 0 0,-1-2-823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9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76 5527 0 0,'-3'-1'143'0'0,"-13"-4"208"0"0,16 4-338 0 0,0 1 0 0 0,0 0 0 0 0,0 0 0 0 0,0 0 0 0 0,0 0 0 0 0,0 0 0 0 0,0 0 1 0 0,0 0-1 0 0,0 0 0 0 0,0 0 0 0 0,-1 0 0 0 0,1 0 0 0 0,0 0 0 0 0,0 0 0 0 0,0 0 0 0 0,0-1 0 0 0,0 1 0 0 0,0 0 1 0 0,0 0-1 0 0,0 0 0 0 0,0 0 0 0 0,0 0 0 0 0,0 0 0 0 0,0 0 0 0 0,0 0 0 0 0,0 0 0 0 0,0 0 0 0 0,0-1 1 0 0,0 1-1 0 0,0 0 0 0 0,0 0 0 0 0,0 0 0 0 0,0 0 0 0 0,0 0 0 0 0,0 0 0 0 0,0 0 0 0 0,0 0 0 0 0,0 0 0 0 0,0 0 1 0 0,0-1-1 0 0,0 1 0 0 0,1 0 0 0 0,-1 0 0 0 0,0 0 0 0 0,0 0 0 0 0,0 0 0 0 0,10-4 1412 0 0,-1 2-707 0 0,193-43 9614 0 0,-163 38-10257 0 0,0 2 1 0 0,0 2 0 0 0,51 3 0 0 0,-64 3-7003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9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6 215 11055 0 0,'0'-1'302'0'0,"-1"1"0"0"0,1-1 1 0 0,-1 1-1 0 0,1-1 0 0 0,-1 1 0 0 0,1-1 0 0 0,0 1 0 0 0,-1-1 0 0 0,1 0 0 0 0,0 1 0 0 0,-1-1 0 0 0,1 1 0 0 0,0-1 1 0 0,0 0-1 0 0,0 1 0 0 0,0-1 0 0 0,-1 0 0 0 0,1 1 0 0 0,0-1 0 0 0,0 0 0 0 0,0 1 0 0 0,0-1 0 0 0,0 0 0 0 0,1 1 0 0 0,-1-1 1 0 0,0 0-1 0 0,0 1 0 0 0,0-1 0 0 0,1 0 0 0 0,-1 1 0 0 0,1-2 0 0 0,9-18 1624 0 0,-9 18-2227 0 0,13-28 947 0 0,-6 15-520 0 0,-2 0-1 0 0,1 0 1 0 0,6-29-1 0 0,-11 34-93 0 0,0 0 0 0 0,-1 0 0 0 0,-1-12 0 0 0,-7 59 84 0 0,5 160-275 0 0,3-113 154 0 0,-1-83-23 0 0,0 5-342 0 0,0 1 0 0 0,0-1 0 0 0,1 0 0 0 0,1 8-1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49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1 164 5527 0 0,'3'-15'264'0'0,"0"0"0"0"0,11-28 0 0 0,2 13 2530 0 0,-13 25-2353 0 0,0-1 262 0 0,0 0 1 0 0,1 1-1 0 0,-1 0 0 0 0,1 0 1 0 0,0 0-1 0 0,0 0 1 0 0,1 1-1 0 0,9-8 1 0 0,-14 12-662 0 0,1-1 0 0 0,-1 1 1 0 0,0 0-1 0 0,0 0 1 0 0,1 0-1 0 0,-1 0 1 0 0,0-1-1 0 0,0 1 0 0 0,1 0 1 0 0,-1 0-1 0 0,0 0 1 0 0,1 0-1 0 0,-1 0 1 0 0,0 0-1 0 0,0 0 0 0 0,1 0 1 0 0,-1 0-1 0 0,0 0 1 0 0,1 0-1 0 0,-1 0 1 0 0,0 0-1 0 0,1 0 0 0 0,-1 0 1 0 0,0 0-1 0 0,0 0 1 0 0,1 0-1 0 0,-1 0 1 0 0,0 1-1 0 0,1-1 0 0 0,-1 0 1 0 0,0 0-1 0 0,0 0 1 0 0,1 0-1 0 0,-1 1 1 0 0,0-1-1 0 0,0 0 0 0 0,0 0 1 0 0,1 0-1 0 0,-1 1 1 0 0,0-1-1 0 0,0 0 0 0 0,0 1 1 0 0,0-1-1 0 0,1 0 1 0 0,-1 0-1 0 0,0 1 1 0 0,0-1-1 0 0,0 0 0 0 0,0 1 1 0 0,0-1-1 0 0,0 0 1 0 0,0 0-1 0 0,0 1 1 0 0,0-1-1 0 0,0 0 0 0 0,0 1 1 0 0,0-1-1 0 0,0 0 1 0 0,0 1-1 0 0,0-1 1 0 0,0 0-1 0 0,-1 0 0 0 0,1 1 1 0 0,-5 21 698 0 0,4-20-715 0 0,-32 79 575 0 0,-3 10-429 0 0,32-80-151 0 0,1 1 0 0 0,1-1 1 0 0,0 1-1 0 0,0 0 0 0 0,1-1 0 0 0,1 16 1 0 0,0-25 11 0 0,0 0 0 0 0,1 0 0 0 0,-1 1 0 0 0,0-1 1 0 0,1 0-1 0 0,-1 0 0 0 0,1 0 0 0 0,0 0 1 0 0,0 0-1 0 0,0 0 0 0 0,0 0 0 0 0,0 0 1 0 0,0 0-1 0 0,0 0 0 0 0,1-1 0 0 0,-1 1 1 0 0,1 0-1 0 0,2 1 0 0 0,-1-1 56 0 0,-1 0-1 0 0,1-1 1 0 0,0 1-1 0 0,0-1 1 0 0,0 0-1 0 0,0 0 1 0 0,0 0-1 0 0,1 0 1 0 0,-1-1-1 0 0,0 1 1 0 0,5-1-1 0 0,4 0 145 0 0,1 0-1 0 0,0-2 1 0 0,-1 1 0 0 0,1-2-1 0 0,14-4 1 0 0,31-13 541 0 0,-10 3-1569 0 0,-16 9-5164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0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14279 0 0,'2'54'1259'0'0,"12"64"-1"0"0,-8-76 203 0 0,0 4-1061 0 0,29 238 3422 0 0,-34-275-4081 0 0,3 21-5668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0.2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96 11975 0 0,'1'-3'262'0'0,"1"1"0"0"0,-1 0 0 0 0,1-1 0 0 0,0 1 0 0 0,-1 0 0 0 0,1 0 0 0 0,0 0 0 0 0,0 0 0 0 0,0 1 0 0 0,1-1-1 0 0,-1 0 1 0 0,0 1 0 0 0,1-1 0 0 0,-1 1 0 0 0,3-1 0 0 0,8-3 2096 0 0,24-7-1 0 0,-18 7-2372 0 0,98-25 2041 0 0,-67 21-8308 0 0,-22 6-849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0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1 189 455 0 0,'0'-26'271'0'0,"0"22"986"0"0,1-1 0 0 0,0 0-1 0 0,0 1 1 0 0,1-1 0 0 0,1-5-1 0 0,14-19 6207 0 0,-1 9-7330 0 0,-12 14 193 0 0,1 2 0 0 0,0-1 0 0 0,0 1 0 0 0,0-1 0 0 0,0 1 0 0 0,1 1 0 0 0,0-1 0 0 0,-1 1-1 0 0,1 0 1 0 0,1 0 0 0 0,-1 1 0 0 0,0 0 0 0 0,0 0 0 0 0,1 0 0 0 0,11-1 0 0 0,-12 3-255 0 0,0 0-1 0 0,1 0 1 0 0,-1 0-1 0 0,0 0 1 0 0,1 1-1 0 0,-1 0 1 0 0,0 1-1 0 0,0-1 1 0 0,0 1 0 0 0,0 0-1 0 0,0 1 1 0 0,0-1-1 0 0,0 1 1 0 0,-1 0-1 0 0,1 1 1 0 0,-1-1-1 0 0,0 1 1 0 0,0 0-1 0 0,-1 1 1 0 0,1-1-1 0 0,-1 1 1 0 0,0 0 0 0 0,0 0-1 0 0,0 0 1 0 0,3 7-1 0 0,-2-2-68 0 0,0-1 0 0 0,-1 1 0 0 0,-1 0 0 0 0,0 0 0 0 0,0 0 0 0 0,-1 0 0 0 0,0 1 0 0 0,-1-1 0 0 0,0 1 0 0 0,0-1 0 0 0,-1 1 0 0 0,-1-1 0 0 0,0 1 0 0 0,0-1 0 0 0,-4 14 0 0 0,-1-5 2 0 0,-1 0 0 0 0,0-1 0 0 0,-1 0 0 0 0,-1 0 0 0 0,-1 0 0 0 0,0-2 0 0 0,-15 19 0 0 0,101-131-4 0 0,-49 55 0 0 0,-2-1 0 0 0,28-66 0 0 0,-19 36 0 0 0,-32 67 0 0 0,3-4 0 0 0,-1-1 0 0 0,2 1 0 0 0,-1 0 0 0 0,1 1 0 0 0,0-1 0 0 0,10-9 0 0 0,-16 18 1 0 0,0-1 0 0 0,0 1 0 0 0,1 0-1 0 0,-1 0 1 0 0,0 0 0 0 0,0-1 0 0 0,0 1-1 0 0,1 0 1 0 0,-1 0 0 0 0,0 0 0 0 0,1 0 0 0 0,-1-1-1 0 0,0 1 1 0 0,0 0 0 0 0,1 0 0 0 0,-1 0 0 0 0,0 0-1 0 0,1 0 1 0 0,-1 0 0 0 0,0 0 0 0 0,0 0-1 0 0,1 0 1 0 0,-1 0 0 0 0,0 0 0 0 0,1 0 0 0 0,-1 0-1 0 0,1 7 47 0 0,-8 11 21 0 0,-19 34-68 0 0,-43 90 0 0 0,56-112 0 0 0,2 2 0 0 0,-13 53 0 0 0,23-81 9 0 0,0 0 0 0 0,0 0 0 0 0,1 1 0 0 0,-1-1 0 0 0,1 0 0 0 0,0 1 0 0 0,1-1 0 0 0,-1 0 0 0 0,1 0 0 0 0,-1 1 0 0 0,1-1 0 0 0,1 0 0 0 0,2 7 0 0 0,-3-9 0 0 0,1 1-1 0 0,0-1 1 0 0,0 0-1 0 0,-1 0 1 0 0,1 1-1 0 0,1-1 0 0 0,-1 0 1 0 0,0-1-1 0 0,0 1 1 0 0,1 0-1 0 0,-1-1 1 0 0,1 1-1 0 0,0-1 1 0 0,-1 0-1 0 0,1 0 1 0 0,0 0-1 0 0,0 0 1 0 0,-1 0-1 0 0,1-1 1 0 0,5 1-1 0 0,10 0 57 0 0,0-1 0 0 0,0 0 0 0 0,1-2 0 0 0,-1 0 0 0 0,-1-1 0 0 0,1-1 0 0 0,29-10 0 0 0,-36 11-22 0 0,-3 1-289 0 0,0-1 0 0 0,0 1 0 0 0,0-1 0 0 0,0-1 0 0 0,-1 1 0 0 0,0-1-1 0 0,0-1 1 0 0,7-4 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0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78 7367 0 0,'0'0'24'0'0,"0"0"-1"0"0,-1 0 0 0 0,1 0 1 0 0,0 0-1 0 0,-1 0 0 0 0,1 0 1 0 0,0-1-1 0 0,-1 1 0 0 0,1 0 1 0 0,0 0-1 0 0,-1 0 0 0 0,1 0 1 0 0,0 0-1 0 0,0 0 0 0 0,-1 0 1 0 0,1-1-1 0 0,0 1 0 0 0,0 0 1 0 0,-1 0-1 0 0,1 0 0 0 0,0-1 1 0 0,0 1-1 0 0,-1 0 0 0 0,1 0 1 0 0,0-1-1 0 0,0 1 0 0 0,0 0 1 0 0,0-1-1 0 0,-1 1 0 0 0,1 0 1 0 0,0-1-1 0 0,9-5 1725 0 0,23-4 1770 0 0,-26 9-3159 0 0,162-36 8161 0 0,4 20-9200 0 0,-151 17-7020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1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28 10591 0 0,'0'-1'134'0'0,"0"1"0"0"0,0-1 0 0 0,-1 0-1 0 0,1 0 1 0 0,0 0 0 0 0,0 0-1 0 0,0 0 1 0 0,0 1 0 0 0,0-1 0 0 0,0 0-1 0 0,0 0 1 0 0,0 0 0 0 0,0 0-1 0 0,1 1 1 0 0,-1-1 0 0 0,0 0 0 0 0,0 0-1 0 0,1 0 1 0 0,-1 1 0 0 0,0-1 0 0 0,1 0-1 0 0,-1 0 1 0 0,1 1 0 0 0,-1-1-1 0 0,1 0 1 0 0,0 1 0 0 0,-1-1 0 0 0,1 1-1 0 0,-1-1 1 0 0,2 0 0 0 0,-1 0 182 0 0,1 1 0 0 0,0-1 0 0 0,-1 1-1 0 0,1-1 1 0 0,0 1 0 0 0,-1 0 0 0 0,1 0 0 0 0,0 0 0 0 0,-1 0 0 0 0,1 0 0 0 0,0 0 0 0 0,-1 0 0 0 0,1 0-1 0 0,0 1 1 0 0,1 0 0 0 0,1 0-209 0 0,0 0-1 0 0,0 0 1 0 0,-1 0 0 0 0,1 1-1 0 0,-1-1 1 0 0,1 1-1 0 0,-1 0 1 0 0,0 0 0 0 0,1 0-1 0 0,-1 1 1 0 0,0-1-1 0 0,-1 1 1 0 0,1-1-1 0 0,0 1 1 0 0,-1 0 0 0 0,1 0-1 0 0,-1 0 1 0 0,0 1-1 0 0,0-1 1 0 0,0 0 0 0 0,-1 1-1 0 0,1-1 1 0 0,-1 1-1 0 0,0 0 1 0 0,0 0 0 0 0,0-1-1 0 0,0 1 1 0 0,-1 0-1 0 0,1 0 1 0 0,-1 0 0 0 0,0 0-1 0 0,0-1 1 0 0,-1 1-1 0 0,1 0 1 0 0,-1 0 0 0 0,-1 6-1 0 0,-2 0-106 0 0,1-1 0 0 0,-1 0 0 0 0,-11 18 0 0 0,10-18 0 0 0,0 0 0 0 0,1 0 0 0 0,-7 17 0 0 0,11-25 7 0 0,0 0-1 0 0,-1 0 1 0 0,1 1-1 0 0,0-1 1 0 0,0 0-1 0 0,-1 0 1 0 0,1 0-1 0 0,0 0 1 0 0,0 0-1 0 0,0 1 1 0 0,1-1 0 0 0,-1 0-1 0 0,0 0 1 0 0,0 0-1 0 0,1 0 1 0 0,-1 0-1 0 0,0 0 1 0 0,1 0-1 0 0,-1 0 1 0 0,1 0-1 0 0,-1 0 1 0 0,2 1-1 0 0,-1-1 15 0 0,0 0 1 0 0,0 0-1 0 0,0 0 0 0 0,1 0 0 0 0,-1-1 0 0 0,0 1 0 0 0,1-1 0 0 0,-1 1 0 0 0,0-1 0 0 0,1 1 0 0 0,-1-1 0 0 0,1 0 0 0 0,-1 0 0 0 0,0 1 0 0 0,3-1 0 0 0,5-1 89 0 0,0 1 0 0 0,0-1-1 0 0,0-1 1 0 0,12-3 0 0 0,-19 5-106 0 0,23-7-62 0 0,-1 0-1 0 0,0-2 1 0 0,35-17 0 0 0,-52 22-1754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1.8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0 113 6447 0 0,'1'-5'218'0'0,"1"0"-1"0"0,-1 0 1 0 0,1 0-1 0 0,0 0 0 0 0,0 0 1 0 0,1 0-1 0 0,-1 1 1 0 0,1-1-1 0 0,0 1 1 0 0,0 0-1 0 0,0 0 0 0 0,1 0 1 0 0,0 0-1 0 0,0 0 1 0 0,5-4-1 0 0,0 2 1355 0 0,-1 0 0 0 0,1 1 1 0 0,17-8-1 0 0,-24 12-1327 0 0,1 0 0 0 0,-1 0 1 0 0,1 0-1 0 0,-1 0 1 0 0,1 1-1 0 0,0-1 0 0 0,-1 1 1 0 0,1 0-1 0 0,-1-1 0 0 0,1 1 1 0 0,0 0-1 0 0,-1 1 0 0 0,1-1 1 0 0,-1 0-1 0 0,1 1 0 0 0,0 0 1 0 0,-1-1-1 0 0,1 1 0 0 0,-1 0 1 0 0,4 2-1 0 0,-5-2-201 0 0,0 0-1 0 0,0 0 1 0 0,0 0-1 0 0,0 0 1 0 0,0 1-1 0 0,-1-1 1 0 0,1 0-1 0 0,0 1 1 0 0,-1-1-1 0 0,1 0 1 0 0,0 1-1 0 0,-1-1 1 0 0,0 1-1 0 0,1-1 1 0 0,-1 0-1 0 0,0 1 1 0 0,0-1-1 0 0,0 1 1 0 0,0-1 0 0 0,0 1-1 0 0,0-1 1 0 0,0 1-1 0 0,0-1 1 0 0,-1 1-1 0 0,1-1 1 0 0,0 1-1 0 0,-1-1 1 0 0,1 1-1 0 0,-2 0 1 0 0,-1 5-7 0 0,0 0 0 0 0,0 0 1 0 0,-1 0-1 0 0,-6 8 0 0 0,-27 32 195 0 0,-5 4 26 0 0,37-44-192 0 0,1 0 0 0 0,0 1-1 0 0,0-1 1 0 0,0 1 0 0 0,-3 13-1 0 0,6-20-50 0 0,1 1 0 0 0,-1-1-1 0 0,1 1 1 0 0,0-1 0 0 0,0 0-1 0 0,0 1 1 0 0,0-1 0 0 0,0 1-1 0 0,0-1 1 0 0,0 1 0 0 0,0-1 0 0 0,0 0-1 0 0,1 1 1 0 0,-1-1 0 0 0,0 1-1 0 0,1-1 1 0 0,0 0 0 0 0,-1 1-1 0 0,1-1 1 0 0,0 0 0 0 0,-1 0 0 0 0,1 0-1 0 0,0 1 1 0 0,0-1 0 0 0,0 0-1 0 0,0 0 1 0 0,0 0 0 0 0,0 0-1 0 0,1-1 1 0 0,-1 1 0 0 0,0 0 0 0 0,0 0-1 0 0,1-1 1 0 0,-1 1 0 0 0,0-1-1 0 0,1 1 1 0 0,-1-1 0 0 0,3 1-1 0 0,4 1 69 0 0,0 0 1 0 0,0-1-1 0 0,1-1 0 0 0,-1 1 0 0 0,11-1 0 0 0,11-3 184 0 0,0-1 1 0 0,0-2-1 0 0,45-14 0 0 0,29-6 224 0 0,-103 26-567 0 0,0 0-1 0 0,-1 0 1 0 0,1-1-1 0 0,0 1 1 0 0,0 0 0 0 0,-1 0-1 0 0,1 0 1 0 0,0 0-1 0 0,0 0 1 0 0,0 0 0 0 0,-1 0-1 0 0,1 0 1 0 0,0 1-1 0 0,0-1 1 0 0,-1 0 0 0 0,1 0-1 0 0,0 1 1 0 0,-1-1-1 0 0,1 0 1 0 0,0 1 0 0 0,0-1-1 0 0,0 1 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7.1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1 108 5527 0 0,'1'-5'669'0'0,"1"0"1"0"0,-1 0-1 0 0,1 0 0 0 0,1 0 0 0 0,-1 1 0 0 0,1-1 0 0 0,0 1 0 0 0,0 0 0 0 0,4-5 0 0 0,-4 5-184 0 0,1 0-166 0 0,0-1-1 0 0,0 1 0 0 0,0 0 0 0 0,0 0 0 0 0,1 0 1 0 0,0 1-1 0 0,0-1 0 0 0,0 1 0 0 0,0 1 1 0 0,0-1-1 0 0,1 1 0 0 0,-1-1 0 0 0,1 2 1 0 0,0-1-1 0 0,-1 1 0 0 0,1-1 0 0 0,0 2 0 0 0,0-1 1 0 0,0 1-1 0 0,0-1 0 0 0,0 2 0 0 0,-1-1 1 0 0,1 1-1 0 0,0 0 0 0 0,0 0 0 0 0,11 4 1 0 0,-10-3-275 0 0,0 0 0 0 0,0 1 0 0 0,0 1 1 0 0,0-1-1 0 0,0 1 0 0 0,-1 0 1 0 0,1 0-1 0 0,-1 1 0 0 0,0 0 1 0 0,-1 0-1 0 0,1 0 0 0 0,-1 1 0 0 0,0 0 1 0 0,0 0-1 0 0,-1 0 0 0 0,0 1 1 0 0,0-1-1 0 0,0 1 0 0 0,-1 0 1 0 0,4 10-1 0 0,-6-9-28 0 0,1-1 0 0 0,-1 1 0 0 0,0 0 0 0 0,-1-1 0 0 0,0 1 1 0 0,0 0-1 0 0,-1 0 0 0 0,0-1 0 0 0,0 1 0 0 0,-1 0 0 0 0,1-1 0 0 0,-2 1 1 0 0,1-1-1 0 0,-1 0 0 0 0,0 0 0 0 0,-1 0 0 0 0,0 0 0 0 0,0-1 0 0 0,-7 10 0 0 0,4-8 5 0 0,1 0-1 0 0,-1-1 1 0 0,0 0-1 0 0,-1-1 1 0 0,0 1-1 0 0,0-1 1 0 0,0-1-1 0 0,-1 0 0 0 0,0 0 1 0 0,0 0-1 0 0,0-1 1 0 0,0-1-1 0 0,-1 0 1 0 0,-17 4-1 0 0,15-5 169 0 0,9-2-431 0 0,-1 0 0 0 0,1 0 1 0 0,0 1-1 0 0,-1-1 0 0 0,1 1 0 0 0,0 0 1 0 0,-6 3-1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8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46 311 3679 0 0,'-2'0'382'0'0,"0"0"-1"0"0,0 0 1 0 0,1 0-1 0 0,-1 0 0 0 0,0 0 1 0 0,0-1-1 0 0,0 1 0 0 0,0-1 1 0 0,1 1-1 0 0,-1-1 0 0 0,0 0 1 0 0,1 0-1 0 0,-1 0 0 0 0,0 0 1 0 0,1 0-1 0 0,-1 0 1 0 0,1 0-1 0 0,0 0 0 0 0,-1-1 1 0 0,1 1-1 0 0,0 0 0 0 0,0-1 1 0 0,0 1-1 0 0,0-1 0 0 0,0 0 1 0 0,0 1-1 0 0,0-1 0 0 0,0 0 1 0 0,1 1-1 0 0,-1-1 1 0 0,0 0-1 0 0,1 0 0 0 0,0 0 1 0 0,-1 1-1 0 0,1-1 0 0 0,0-3 1 0 0,0-1-19 0 0,0 0 1 0 0,1 1 0 0 0,-1-1 0 0 0,1 0 0 0 0,0 0-1 0 0,1 1 1 0 0,-1-1 0 0 0,1 0 0 0 0,0 1-1 0 0,5-10 1 0 0,4 0-279 0 0,0-1 0 0 0,1 2 0 0 0,0-1 0 0 0,2 2 0 0 0,-1-1 0 0 0,1 2 0 0 0,28-19 0 0 0,-21 18-23 0 0,34-16-1 0 0,-45 25-24 0 0,0 0 0 0 0,0 0 1 0 0,0 1-1 0 0,0 1 0 0 0,1 0 0 0 0,11-1 0 0 0,-19 3-34 0 0,0-1-1 0 0,1 2 1 0 0,-1-1 0 0 0,0 0 0 0 0,1 1 0 0 0,-1 0 0 0 0,0-1-1 0 0,0 1 1 0 0,1 1 0 0 0,-1-1 0 0 0,0 0 0 0 0,0 1-1 0 0,0-1 1 0 0,0 1 0 0 0,-1 0 0 0 0,1 0 0 0 0,0 0 0 0 0,-1 1-1 0 0,0-1 1 0 0,1 0 0 0 0,-1 1 0 0 0,0 0 0 0 0,0-1-1 0 0,0 1 1 0 0,-1 0 0 0 0,1 0 0 0 0,-1 0 0 0 0,2 4-1 0 0,0 0 3 0 0,-1 1-1 0 0,0 0 0 0 0,0-1 1 0 0,0 1-1 0 0,-1 0 0 0 0,-1 0 1 0 0,1 1-1 0 0,-1-1 0 0 0,-1 0 1 0 0,-1 13-1 0 0,-4 4-4 0 0,0-1 0 0 0,-17 41 0 0 0,-27 43 0 0 0,28-64 0 0 0,-29 82 0 0 0,49-111 0 0 0,5-12 0 0 0,3-8 0 0 0,31-40 53 0 0,-3 0 1 0 0,30-53-1 0 0,39-63-50 0 0,-79 129-8 0 0,2 1 1 0 0,51-49-1 0 0,-64 70-48 0 0,-10 11 53 0 0,-4 4 0 0 0,-4 3 0 0 0,-12 16 0 0 0,-21 24 0 0 0,19-25 0 0 0,-20 30 0 0 0,24-29 17 0 0,1 1-1 0 0,1 1 1 0 0,-10 31 0 0 0,18-45-9 0 0,2 1 0 0 0,-1 0 1 0 0,2-1-1 0 0,0 1 0 0 0,0 0 0 0 0,1 0 1 0 0,1 0-1 0 0,0 0 0 0 0,2 17 0 0 0,-1-27-8 0 0,-1 0 0 0 0,1 0-1 0 0,-1 0 1 0 0,1 0-1 0 0,0-1 1 0 0,1 1 0 0 0,-1 0-1 0 0,0 0 1 0 0,1-1-1 0 0,-1 1 1 0 0,1-1-1 0 0,0 1 1 0 0,0-1 0 0 0,0 0-1 0 0,0 0 1 0 0,0 0-1 0 0,0 0 1 0 0,1 0-1 0 0,-1 0 1 0 0,1-1 0 0 0,-1 1-1 0 0,1-1 1 0 0,0 1-1 0 0,5 1 1 0 0,-1-2-3 0 0,1 1 0 0 0,0-1 0 0 0,-1 0 0 0 0,1-1 0 0 0,0 1 0 0 0,0-2 0 0 0,0 1 0 0 0,10-3 0 0 0,-13 2-8 0 0,-2 1-12 0 0,0 0 1 0 0,0 0 0 0 0,0-1-1 0 0,0 1 1 0 0,0-1 0 0 0,-1 0-1 0 0,1 0 1 0 0,0 0-1 0 0,0 0 1 0 0,-1 0 0 0 0,4-3-1 0 0,-6 4-19 0 0,0 0-1 0 0,0 0 1 0 0,0-1-1 0 0,0 1 1 0 0,1 0-1 0 0,-1 0 1 0 0,0 0 0 0 0,0 0-1 0 0,0 0 1 0 0,0-1-1 0 0,0 1 1 0 0,0 0-1 0 0,0 0 1 0 0,0 0-1 0 0,0 0 1 0 0,0-1 0 0 0,0 1-1 0 0,0 0 1 0 0,-1 0-1 0 0,1 0 1 0 0,0 0-1 0 0,0 0 1 0 0,0-1 0 0 0,0 1-1 0 0,0 0 1 0 0,0 0-1 0 0,0 0 1 0 0,0 0-1 0 0,0 0 1 0 0,0 0-1 0 0,-1 0 1 0 0,1-1 0 0 0,0 1-1 0 0,0 0 1 0 0,0 0-1 0 0,-3-2-1517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58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10 110 5527 0 0,'-2'0'114'0'0,"-5"-5"231"0"0,7 5-301 0 0,0 0 1 0 0,0 0 0 0 0,0 0 0 0 0,0-1-1 0 0,0 1 1 0 0,0 0 0 0 0,0 0 0 0 0,0 0-1 0 0,0 0 1 0 0,0-1 0 0 0,0 1-1 0 0,0 0 1 0 0,0 0 0 0 0,0 0 0 0 0,0 0-1 0 0,0 0 1 0 0,0-1 0 0 0,0 1 0 0 0,0 0-1 0 0,0 0 1 0 0,0 0 0 0 0,1 0-1 0 0,-1 0 1 0 0,0-1 0 0 0,0 1 0 0 0,0 0-1 0 0,0 0 1 0 0,0 0 0 0 0,0 0 0 0 0,0 0-1 0 0,1 0 1 0 0,-1 0 0 0 0,0 0 0 0 0,0-1-1 0 0,0 1 1 0 0,0 0 0 0 0,0 0-1 0 0,1 0 1 0 0,-1 0 0 0 0,0 0 0 0 0,0 0-1 0 0,0 0 1 0 0,0 0 0 0 0,0 0 0 0 0,1 0-1 0 0,-1 0 1 0 0,0 0 0 0 0,14-4 1985 0 0,-1 1 1 0 0,1 0 0 0 0,0 0 0 0 0,26 0 0 0 0,-4 0-320 0 0,34-9-85 0 0,130-39 0 0 0,-174 43-1637 0 0,-10 5 107 0 0,8-4-68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0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107 112 1375 0 0,'2'-43'1523'0'0,"-3"35"-564"0"0,1 1-1 0 0,-1 0 1 0 0,-1 0-1 0 0,1 0 1 0 0,-1 0-1 0 0,-1 0 1 0 0,-2-7-1 0 0,5 14-896 0 0,0-1 0 0 0,0 1 0 0 0,-1 0 0 0 0,1 0 0 0 0,0-1 0 0 0,0 1 0 0 0,0 0 0 0 0,0 0 0 0 0,0 0 0 0 0,0-1 0 0 0,-1 1 0 0 0,1 0 0 0 0,0 0 0 0 0,0 0 0 0 0,0 0 0 0 0,-1-1 0 0 0,1 1 0 0 0,0 0 0 0 0,0 0 0 0 0,0 0 0 0 0,-1 0 0 0 0,1 0 0 0 0,0 0 0 0 0,0 0 0 0 0,0 0 0 0 0,-1 0 0 0 0,1 0 0 0 0,0 0 0 0 0,0 0 0 0 0,-1 0 0 0 0,1 0 0 0 0,0 0 0 0 0,0 0 0 0 0,-1 0 0 0 0,1 0 0 0 0,0 0 0 0 0,0 0 0 0 0,-1 0 0 0 0,-8 9 964 0 0,-7 19-639 0 0,15-25-257 0 0,-9 19 279 0 0,1 0 0 0 0,1 0 0 0 0,1 1 0 0 0,-6 35 1 0 0,7-20 633 0 0,2 1 0 0 0,1 39 0 0 0,3-72-843 0 0,0 1 0 0 0,1 0 0 0 0,0-1 0 0 0,0 1 1 0 0,0 0-1 0 0,1-1 0 0 0,2 7 0 0 0,-3-12-177 0 0,0 1-1 0 0,-1-1 1 0 0,1 1-1 0 0,0-1 1 0 0,0 1 0 0 0,0-1-1 0 0,0 0 1 0 0,0 1-1 0 0,0-1 1 0 0,0 0-1 0 0,0 0 1 0 0,0 0 0 0 0,0 0-1 0 0,1 0 1 0 0,-1 0-1 0 0,1 0 1 0 0,-1 0 0 0 0,0-1-1 0 0,1 1 1 0 0,0 0-1 0 0,-1-1 1 0 0,1 1 0 0 0,-1-1-1 0 0,1 0 1 0 0,-1 1-1 0 0,1-1 1 0 0,0 0 0 0 0,-1 0-1 0 0,1 0 1 0 0,0 0-1 0 0,-1 0 1 0 0,4-1 0 0 0,12-3-1727 0 0,-6 1-5594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0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1 204 3223 0 0,'7'-30'2016'0'0,"5"-43"-1"0"0,3-17 6658 0 0,-10 79-6145 0 0,-3 19-718 0 0,-1 19-721 0 0,-26 144-223 0 0,18-139-639 0 0,6 0-140 0 0,1-30-102 0 0,0-1 1 0 0,1 0-1 0 0,-1 0 1 0 0,0 1-1 0 0,1-1 1 0 0,-1 0-1 0 0,0 0 0 0 0,1 0 1 0 0,-1 1-1 0 0,2 0 1 0 0,-2-2-11 0 0,0 1 0 0 0,1-1 0 0 0,-1 0 0 0 0,0 0 1 0 0,1 1-1 0 0,-1-1 0 0 0,0 0 0 0 0,1 0 1 0 0,-1 0-1 0 0,0 0 0 0 0,1 1 0 0 0,-1-1 0 0 0,0 0 1 0 0,1 0-1 0 0,-1 0 0 0 0,0 0 0 0 0,1 0 0 0 0,-1 0 1 0 0,0 0-1 0 0,1 0 0 0 0,-1 0 0 0 0,0 0 0 0 0,1 0 1 0 0,-1 0-1 0 0,1 0 0 0 0,-1-1 0 0 0,0 1 0 0 0,1 0 1 0 0,-1 0-1 0 0,0 0 0 0 0,1 0 0 0 0,-1 0 0 0 0,0-1 1 0 0,1 1-1 0 0,4-3-810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0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 2303 0 0,'11'-11'35'0'0,"-10"11"254"0"0,-1-1 0 0 0,1 1-1 0 0,0-1 1 0 0,0 1-1 0 0,0 0 1 0 0,0-1 0 0 0,0 1-1 0 0,0 0 1 0 0,0 0 0 0 0,0 0-1 0 0,0 0 1 0 0,0 0 0 0 0,0 0-1 0 0,0 0 1 0 0,1 0-1 0 0,2 1 683 0 0,0 1-1 0 0,-1-1 0 0 0,1 1 1 0 0,-1-1-1 0 0,1 1 0 0 0,5 5 1 0 0,0-1-307 0 0,0 1 0 0 0,-1-1-1 0 0,0 2 1 0 0,-1-1 0 0 0,1 1 0 0 0,-1 1 0 0 0,-1-1 0 0 0,0 1 0 0 0,0 0 0 0 0,0 0 0 0 0,4 13 0 0 0,-6-12-594 0 0,0 0 0 0 0,-1 0-1 0 0,0 0 1 0 0,-1 1 0 0 0,0-1 0 0 0,-1 1 0 0 0,0-1-1 0 0,-1 1 1 0 0,0 0 0 0 0,0-1 0 0 0,-1 1 0 0 0,-1-1-1 0 0,0 1 1 0 0,0-1 0 0 0,-1 0 0 0 0,0 0 0 0 0,-9 19-1 0 0,-8 4-55 0 0,15-25-15 0 0,-1 0 0 0 0,-7 18 0 0 0,11-17-1529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1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9 5063 0 0,'-5'-2'575'0'0,"-12"-3"-447"0"0,6 4 5331 0 0,16 4-716 0 0,5 2-2980 0 0,5 1-570 0 0,1-2 0 0 0,-1 0 0 0 0,29 3 0 0 0,-20-6-1050 0 0,-1 0 0 0 0,0-1 0 0 0,1-1 0 0 0,23-5 0 0 0,-117 26-8211 0 0,53-17 7136 0 0,9-2 825 0 0,-1 0 0 0 0,0 1 0 0 0,1 0 0 0 0,-1 1-1 0 0,1 0 1 0 0,0 0 0 0 0,-12 6 0 0 0,18-8 240 0 0,1 0 0 0 0,0 0 0 0 0,0 0 1 0 0,1-1-1 0 0,-1 1 0 0 0,0 0 0 0 0,0 0 1 0 0,0 0-1 0 0,1 0 0 0 0,-1 1 0 0 0,0-1 1 0 0,1 0-1 0 0,-1 0 0 0 0,1 0 0 0 0,-1 1 1 0 0,1-1-1 0 0,0 0 0 0 0,-1 0 0 0 0,1 1 1 0 0,0-1-1 0 0,0 0 0 0 0,0 0 0 0 0,0 1 1 0 0,0-1-1 0 0,0 0 0 0 0,0 1 0 0 0,1-1 1 0 0,-1 0-1 0 0,0 0 0 0 0,1 1 0 0 0,-1-1 1 0 0,1 0-1 0 0,-1 0 0 0 0,1 0 0 0 0,0 0 1 0 0,-1 0-1 0 0,3 2 0 0 0,-2 0 99 0 0,1-1-1 0 0,0 0 1 0 0,0 0-1 0 0,0 0 1 0 0,0 0-1 0 0,1 0 0 0 0,-1 0 1 0 0,0-1-1 0 0,1 1 1 0 0,-1-1-1 0 0,1 1 1 0 0,0-1-1 0 0,-1 0 1 0 0,1 0-1 0 0,0 0 1 0 0,3 0-1 0 0,1-1-104 0 0,-1 0 1 0 0,1 0-1 0 0,0-1 0 0 0,-1 0 0 0 0,1 0 1 0 0,10-3-1 0 0,39-18 17 0 0,-30 12-147 0 0,-7 0 100 0 0,8-2-3412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2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189 96 1839 0 0,'9'-34'1208'0'0,"-8"29"-448"0"0,-1 0 0 0 0,1-1 0 0 0,-1 1 0 0 0,0 0 0 0 0,0 0 0 0 0,0 0 0 0 0,-1 0 0 0 0,-2-8 0 0 0,3 12-664 0 0,0 1 0 0 0,0 0 0 0 0,0-1 0 0 0,0 1 0 0 0,-1 0 0 0 0,1-1 0 0 0,0 1 0 0 0,0 0 0 0 0,0-1 0 0 0,0 1 0 0 0,-1 0 0 0 0,1 0 0 0 0,0-1 0 0 0,0 1 0 0 0,-1 0 0 0 0,1 0 0 0 0,0-1 0 0 0,-1 1 0 0 0,1 0 0 0 0,0 0 0 0 0,-1 0 0 0 0,1 0 0 0 0,0-1 0 0 0,-1 1 0 0 0,1 0 0 0 0,0 0 0 0 0,-1 0 0 0 0,1 0 0 0 0,0 0 0 0 0,-1 0 0 0 0,1 0 0 0 0,0 0 0 0 0,-1 0 0 0 0,-14 7 1877 0 0,-9 17 14 0 0,7-2-1126 0 0,0 1 0 0 0,1 1-1 0 0,1 0 1 0 0,-21 49-1 0 0,26-48-644 0 0,2 0-1 0 0,0 1 0 0 0,2 0 0 0 0,1 0 0 0 0,1 1 1 0 0,1-1-1 0 0,1 1 0 0 0,3 50 0 0 0,8 80 225 0 0,2 39-184 0 0,-10-188-360 0 0,0 9 333 0 0,1-12-599 0 0,0-4-773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2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3 435 3679 0 0,'0'0'133'0'0,"-1"-1"0"0"0,1 1 0 0 0,0-1 0 0 0,0 1 0 0 0,-1-1 0 0 0,1 0 0 0 0,0 1 0 0 0,0-1 0 0 0,0 1 0 0 0,0-1 0 0 0,0 0 0 0 0,0 1 0 0 0,0-1 0 0 0,0 0 0 0 0,0 1 0 0 0,0-1 0 0 0,0 1 0 0 0,1-1 0 0 0,-1 0 0 0 0,0 1 0 0 0,0-1 0 0 0,1 1 0 0 0,-1-1 0 0 0,0 1-1 0 0,0-1 1 0 0,1 1 0 0 0,-1-1 0 0 0,1 1 0 0 0,-1-1 0 0 0,1 1 0 0 0,-1-1 0 0 0,1 0 0 0 0,2-1 82 0 0,79-102 11275 0 0,26-63-8496 0 0,-31 25-2497 0 0,-88 167-484 0 0,1 2 0 0 0,1-1 0 0 0,1 1-1 0 0,-7 51 1 0 0,-9 25 45 0 0,15-69-33 0 0,-7 48 0 0 0,15-80-30 0 0,1 0 1 0 0,0 0-1 0 0,0 1 0 0 0,0-1 1 0 0,0 0-1 0 0,0 0 0 0 0,1 0 1 0 0,-1 0-1 0 0,1 0 0 0 0,0 3 1 0 0,0-4-103 0 0,-1 0 1 0 0,1 0 0 0 0,-1 0-1 0 0,1 0 1 0 0,0 0-1 0 0,0-1 1 0 0,-1 1 0 0 0,1 0-1 0 0,0 0 1 0 0,0 0 0 0 0,0-1-1 0 0,0 1 1 0 0,0 0 0 0 0,0-1-1 0 0,0 1 1 0 0,0-1 0 0 0,0 1-1 0 0,1-1 1 0 0,1 1 0 0 0,7 1-7528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3.1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10591 0 0,'3'0'117'0'0,"-1"0"-1"0"0,1 0 1 0 0,0 0 0 0 0,-1 0-1 0 0,1 1 1 0 0,0-1-1 0 0,-1 1 1 0 0,1 0-1 0 0,0-1 1 0 0,-1 1-1 0 0,1 0 1 0 0,-1 1-1 0 0,1-1 1 0 0,-1 0 0 0 0,0 1-1 0 0,1-1 1 0 0,2 4-1 0 0,4 3 824 0 0,0 0 1 0 0,13 16-1 0 0,-17-19-524 0 0,-1 0 0 0 0,0 1 0 0 0,0 0 0 0 0,-1 0 0 0 0,0 0 0 0 0,0 0 0 0 0,0 1 0 0 0,-1-1 0 0 0,0 1 0 0 0,0-1 0 0 0,1 13 0 0 0,-2-15-314 0 0,-1 1-1 0 0,0 0 0 0 0,0 0 0 0 0,-1-1 0 0 0,1 1 0 0 0,-1 0 0 0 0,0 0 1 0 0,0-1-1 0 0,-1 1 0 0 0,0-1 0 0 0,1 1 0 0 0,-1-1 0 0 0,-1 0 1 0 0,1 0-1 0 0,-1 0 0 0 0,1 0 0 0 0,-7 6 0 0 0,2-2 10 0 0,0-1-1 0 0,-13 9 1 0 0,17-14-108 0 0,1 0 1 0 0,-1 0 0 0 0,0 0-1 0 0,0-1 1 0 0,0 1-1 0 0,0-1 1 0 0,0 0 0 0 0,0 0-1 0 0,0 0 1 0 0,-1 0-1 0 0,-5 0 1 0 0,9-1-7 0 0,0 0-32 0 0,0 0 0 0 0,0 0 0 0 0,-1 0-1 0 0,1 0 1 0 0,0 0 0 0 0,0 0 0 0 0,0 0 0 0 0,-1 0 0 0 0,1 0 0 0 0,0 0-1 0 0,0 0 1 0 0,0 0 0 0 0,-1 0 0 0 0,1 0 0 0 0,0 0 0 0 0,0 0-1 0 0,0 0 1 0 0,-1 0 0 0 0,1 0 0 0 0,0 0 0 0 0,0 0 0 0 0,0 0-1 0 0,-1 0 1 0 0,1-1 0 0 0,0 1 0 0 0,0 0 0 0 0,0 0 0 0 0,0 0-1 0 0,-1 0 1 0 0,1 0 0 0 0,0-1 0 0 0,0 1 0 0 0,0 0 0 0 0,0 0-1 0 0,0 0 1 0 0,0 0 0 0 0,0-1 0 0 0,0 1 0 0 0,-1 0 0 0 0,1 0-1 0 0,0 0 1 0 0,0-1 0 0 0,0 1 0 0 0,0 0 0 0 0,0 0 0 0 0,0 0-1 0 0,0-1 1 0 0,0 1 0 0 0,0 0 0 0 0,0-1 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3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91 6911 0 0,'34'-42'744'0'0,"-31"39"-274"0"0,0 1 0 0 0,-1 0 0 0 0,1 0 0 0 0,0 0 0 0 0,0 0 0 0 0,1 1 0 0 0,3-2 0 0 0,2-1 437 0 0,1-1-155 0 0,-1 1 0 0 0,1 0-1 0 0,0 1 1 0 0,0 0 0 0 0,1 0 0 0 0,-1 1 0 0 0,0 0-1 0 0,12 1 1 0 0,-19 0-651 0 0,-1 1 1 0 0,1 0-1 0 0,0 1 0 0 0,-1-1 0 0 0,1 0 0 0 0,-1 1 1 0 0,1-1-1 0 0,0 1 0 0 0,-1 0 0 0 0,1 0 0 0 0,-1 0 1 0 0,0 0-1 0 0,1 0 0 0 0,-1 0 0 0 0,0 1 0 0 0,0-1 1 0 0,1 1-1 0 0,-1 0 0 0 0,-1 0 0 0 0,1 0 0 0 0,0-1 1 0 0,0 2-1 0 0,-1-1 0 0 0,1 0 0 0 0,-1 0 0 0 0,1 0 1 0 0,-1 1-1 0 0,0-1 0 0 0,0 1 0 0 0,0-1 0 0 0,0 1 1 0 0,-1-1-1 0 0,1 1 0 0 0,-1-1 0 0 0,1 1 0 0 0,-1 0 1 0 0,0 3-1 0 0,0 1-92 0 0,-1 0 0 0 0,1 0 0 0 0,-2 0 0 0 0,1 0 1 0 0,-1 0-1 0 0,0 0 0 0 0,0-1 0 0 0,0 1 0 0 0,-1 0 0 0 0,0-1 0 0 0,-1 0 0 0 0,-6 10 1 0 0,-6 7 35 0 0,-36 36 0 0 0,50-56-45 0 0,-16 17 7 0 0,1-2 12 0 0,0 0 0 0 0,-29 24 0 0 0,44-41-19 0 0,0 0 0 0 0,1 0 0 0 0,-1 0 0 0 0,0 0 0 0 0,0-1 0 0 0,1 1 0 0 0,-1 0 0 0 0,0-1 0 0 0,-2 1 0 0 0,4-1 0 0 0,-1 0 0 0 0,1 0 0 0 0,0 0 0 0 0,0 0 0 0 0,-1 0 0 0 0,1 0 0 0 0,0 0 0 0 0,0 0 0 0 0,-1 0 0 0 0,1 0 0 0 0,0 0 0 0 0,0 0 0 0 0,-1 0 0 0 0,1-1 0 0 0,0 1 0 0 0,0 0 0 0 0,0 0 0 0 0,-1 0 0 0 0,1 0 0 0 0,0 0 0 0 0,0 0 0 0 0,0-1 0 0 0,-1 1 0 0 0,1 0 0 0 0,0 0 0 0 0,0 0 0 0 0,0-1 0 0 0,0 1 0 0 0,-1-1 0 0 0,1 1 0 0 0,0-1 0 0 0,0 0 0 0 0,0 1 0 0 0,0-1 0 0 0,1 0 0 0 0,-1 1 0 0 0,0-1 0 0 0,0 0 0 0 0,0 1 0 0 0,0-1 0 0 0,1 0 0 0 0,-1 1 0 0 0,0-1 0 0 0,1-1 0 0 0,2-3 0 0 0,0 0 0 0 0,1-1 0 0 0,0 1 0 0 0,-1 0 0 0 0,2 1 0 0 0,-1-1 0 0 0,0 1 0 0 0,1 0 0 0 0,0 0 0 0 0,0 0 0 0 0,0 1 0 0 0,1-1 0 0 0,-1 1 0 0 0,9-3 0 0 0,-10 4 0 0 0,0 1 0 0 0,0 0 0 0 0,0 0 0 0 0,0 0 0 0 0,0 0 0 0 0,0 0 0 0 0,0 1 0 0 0,1 0 0 0 0,-1 0 0 0 0,0 0 0 0 0,0 1 0 0 0,0-1 0 0 0,0 1 0 0 0,0 0 0 0 0,0 0 0 0 0,0 0 0 0 0,0 1 0 0 0,0-1 0 0 0,0 1 0 0 0,0 0 0 0 0,-1 0 0 0 0,5 4 0 0 0,2 2 31 0 0,-1 1 0 0 0,-1 1 0 0 0,1-1 0 0 0,8 16 0 0 0,-9-14 40 0 0,0 0 1 0 0,1 0-1 0 0,17 16 1 0 0,-23-24-60 0 0,0-1 1 0 0,1 1-1 0 0,0-1 1 0 0,-1 0-1 0 0,1 0 1 0 0,0 0-1 0 0,0 0 1 0 0,0-1 0 0 0,0 1-1 0 0,1-1 1 0 0,-1 0-1 0 0,0-1 1 0 0,1 1-1 0 0,-1-1 1 0 0,9 0-1 0 0,-1-1 44 0 0,-1 0 0 0 0,1-1-1 0 0,0-1 1 0 0,-1 0-1 0 0,18-7 1 0 0,-21 7-50 0 0,-1 0 1 0 0,0-1-1 0 0,0 0 1 0 0,0 0-1 0 0,0-1 1 0 0,-1 1-1 0 0,0-1 1 0 0,0-1 0 0 0,7-7-1 0 0,-12 11-1 0 0,1 1-1 0 0,-1-1 1 0 0,0 0-1 0 0,0 0 1 0 0,0 0-1 0 0,0 0 1 0 0,0-1-1 0 0,0 1 1 0 0,0 0-1 0 0,-1 0 1 0 0,1 0-1 0 0,-1-1 1 0 0,0 1-1 0 0,1 0 1 0 0,-1-1-1 0 0,0 1 1 0 0,-1 0-1 0 0,1 0 1 0 0,0-1 0 0 0,-1-1-1 0 0,-1-1-507 0 0,1 0 0 0 0,-1 0 0 0 0,-1 0 0 0 0,1 1 0 0 0,-1-1 0 0 0,1 1 0 0 0,-7-8 0 0 0,2 4-6928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3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 2759 0 0,'3'-7'121'0'0,"-3"5"33"0"0,1 0 0 0 0,-1 0 0 0 0,1 1-1 0 0,0-1 1 0 0,0 1 0 0 0,-1-1 0 0 0,1 0 0 0 0,0 1 0 0 0,0 0-1 0 0,0-1 1 0 0,1 1 0 0 0,-1-1 0 0 0,0 1 0 0 0,0 0-1 0 0,1 0 1 0 0,-1 0 0 0 0,1 0 0 0 0,-1 0 0 0 0,1 0 0 0 0,-1 0-1 0 0,1 1 1 0 0,2-2 0 0 0,2 0 466 0 0,0 1 0 0 0,1-1 0 0 0,-1 1 0 0 0,0 1 0 0 0,1-1 0 0 0,-1 1 0 0 0,0 0 0 0 0,1 0 1 0 0,-1 1-1 0 0,0 0 0 0 0,0 0 0 0 0,1 0 0 0 0,10 5 0 0 0,-10-2-169 0 0,1-1 1 0 0,-1 1-1 0 0,-1 1 1 0 0,1-1 0 0 0,0 1-1 0 0,-1 0 1 0 0,0 1-1 0 0,0-1 1 0 0,9 13-1 0 0,-6-4-167 0 0,0 0-1 0 0,0 0 1 0 0,-2 1-1 0 0,1 0 1 0 0,-2 1-1 0 0,0-1 1 0 0,-1 1-1 0 0,-1 0 1 0 0,0 1-1 0 0,1 16 0 0 0,-2-2-127 0 0,-2 0 0 0 0,-2 1 0 0 0,-1-1 0 0 0,-1 0 0 0 0,-14 59 0 0 0,4-40 128 0 0,-3-1-1 0 0,-39 85 1 0 0,45-114-162 0 0,-1 0-1 0 0,-1 0 1 0 0,0-1 0 0 0,-23 27-1 0 0,24-32-244 0 0,8-8-42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9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237 544 6911 0 0,'12'5'375'0'0,"-10"-5"-99"0"0,1 0 1 0 0,-1 0-1 0 0,0 0 1 0 0,0-1-1 0 0,0 1 0 0 0,0 0 1 0 0,0-1-1 0 0,0 0 1 0 0,0 1-1 0 0,0-1 0 0 0,0 0 1 0 0,0 0-1 0 0,0 0 1 0 0,-1 0-1 0 0,1 0 0 0 0,2-2 1 0 0,2-2 643 0 0,1-1 1 0 0,9-10-1 0 0,-12 10-532 0 0,1 1 0 0 0,-1-1 0 0 0,0 0 0 0 0,0 0 0 0 0,0 0 0 0 0,-1 0 0 0 0,0-1 0 0 0,0 1 0 0 0,-1-1 1 0 0,2-7-1 0 0,-3 9-291 0 0,-1 1 1 0 0,1-1 0 0 0,-1 1-1 0 0,0-1 1 0 0,0 0 0 0 0,-1 1-1 0 0,1-1 1 0 0,-1 1 0 0 0,0-1-1 0 0,0 1 1 0 0,0 0 0 0 0,-1-1-1 0 0,0 1 1 0 0,0 0 0 0 0,0 0-1 0 0,0 0 1 0 0,-3-4 0 0 0,1 2-95 0 0,0 1 0 0 0,0 0 1 0 0,-1 0-1 0 0,0 0 0 0 0,1 1 1 0 0,-1 0-1 0 0,-1-1 0 0 0,1 2 1 0 0,-1-1-1 0 0,1 1 0 0 0,-1 0 1 0 0,0 0-1 0 0,0 0 0 0 0,0 1 1 0 0,-1 0-1 0 0,1 0 0 0 0,-1 0 1 0 0,1 1-1 0 0,-1 0 0 0 0,1 1 1 0 0,-1-1-1 0 0,0 1 0 0 0,1 1 1 0 0,-1-1-1 0 0,1 1 0 0 0,-1 0 1 0 0,1 0-1 0 0,-1 1 0 0 0,1 0 1 0 0,0 0-1 0 0,0 1 0 0 0,0-1 1 0 0,0 1-1 0 0,0 1 0 0 0,-7 4 1 0 0,2 1-10 0 0,1 0 0 0 0,0 1 0 0 0,1 0 0 0 0,0 0 0 0 0,0 1 0 0 0,1 1 0 0 0,1-1 0 0 0,0 1 0 0 0,-11 24 1 0 0,14-26 6 0 0,1 0 0 0 0,0 1 0 0 0,0-1 1 0 0,1 1-1 0 0,0 0 0 0 0,1 0 0 0 0,0 0 1 0 0,0 0-1 0 0,1 0 0 0 0,1 0 0 0 0,0 0 1 0 0,5 20-1 0 0,-5-26 43 0 0,1 0 1 0 0,0 0-1 0 0,0 0 1 0 0,0 0-1 0 0,0-1 0 0 0,1 1 1 0 0,0-1-1 0 0,0 1 1 0 0,0-1-1 0 0,0 0 1 0 0,1 0-1 0 0,-1-1 0 0 0,1 1 1 0 0,0-1-1 0 0,0 0 1 0 0,0 0-1 0 0,1 0 1 0 0,-1 0-1 0 0,1-1 0 0 0,0 1 1 0 0,0-1-1 0 0,-1-1 1 0 0,11 4-1 0 0,-8-4 5 0 0,-1-1 0 0 0,1 1 0 0 0,-1-1 0 0 0,1 0 0 0 0,0 0 0 0 0,-1-1 0 0 0,1 0 0 0 0,-1 0 0 0 0,1 0 0 0 0,-1-1 0 0 0,0 0 0 0 0,0 0 0 0 0,0-1 0 0 0,0 1 0 0 0,0-2 0 0 0,0 1 0 0 0,0 0 0 0 0,7-8 0 0 0,-4 3-5 0 0,-1 0-1 0 0,0-1 1 0 0,-1 0 0 0 0,0 0-1 0 0,0-1 1 0 0,-1 0-1 0 0,0 0 1 0 0,8-21 0 0 0,1-8 36 0 0,10-47 1 0 0,-17 55 13 0 0,31-146-145 0 0,-4 16 22 0 0,-32 150 18 0 0,-2 7 21 0 0,1 0 0 0 0,-1 0 1 0 0,0 0-1 0 0,0-1 0 0 0,-1 1 0 0 0,1 0 0 0 0,-1-1 0 0 0,0-6 0 0 0,0 11-10 0 0,0 0 0 0 0,0 0 0 0 0,0 0 0 0 0,0-1 0 0 0,0 1 0 0 0,0 0 0 0 0,0 0 0 0 0,0 0 0 0 0,0 0 0 0 0,0-1 0 0 0,0 1 0 0 0,0 0 0 0 0,-1 0 0 0 0,1 0 0 0 0,0 0 0 0 0,0 0 0 0 0,0-1 0 0 0,0 1 0 0 0,0 0 0 0 0,0 0 0 0 0,0 0 0 0 0,-1 0 0 0 0,1 0 0 0 0,0-1 0 0 0,0 1 0 0 0,0 0 0 0 0,0 0 0 0 0,0 0 0 0 0,-1 0 0 0 0,1 0 0 0 0,0 0 0 0 0,0 0 0 0 0,0 0 0 0 0,0 0 0 0 0,-1 0 0 0 0,1 0 0 0 0,0 0 0 0 0,0 0 0 0 0,0 0 0 0 0,0 0 0 0 0,-1 0 0 0 0,-5 6 0 0 0,-2 10 0 0 0,3 24-32 0 0,0 0 0 0 0,3 42 1 0 0,1-37-10 0 0,-8 55 1 0 0,4-68 42 0 0,-12 91 24 0 0,15-102-16 0 0,2-1 0 0 0,0 1-1 0 0,6 41 1 0 0,-4-55 33 0 0,-1 1 0 0 0,1-1 0 0 0,1 1 0 0 0,0-1 0 0 0,0 0 0 0 0,0 0 0 0 0,1 0 1 0 0,0-1-1 0 0,0 1 0 0 0,7 7 0 0 0,-9-12-29 0 0,0 1 1 0 0,1-1 0 0 0,-1 0-1 0 0,0 0 1 0 0,1 0 0 0 0,0 0-1 0 0,0 0 1 0 0,-1 0 0 0 0,1-1-1 0 0,0 1 1 0 0,0-1 0 0 0,1 0-1 0 0,-1 0 1 0 0,0 0-1 0 0,0-1 1 0 0,0 1 0 0 0,1-1-1 0 0,-1 1 1 0 0,0-1 0 0 0,1 0-1 0 0,-1 0 1 0 0,0-1 0 0 0,0 1-1 0 0,1-1 1 0 0,-1 1-1 0 0,4-2 1 0 0,-1-1 13 0 0,1 1 0 0 0,-1-1 1 0 0,1 0-1 0 0,-1 0 0 0 0,8-6 0 0 0,-12 7-198 0 0,1 0 0 0 0,-1 0 0 0 0,1 0-1 0 0,-1-1 1 0 0,0 0 0 0 0,0 1 0 0 0,0-1 0 0 0,0 0 0 0 0,0 0-1 0 0,-1 0 1 0 0,1 0 0 0 0,-1 0 0 0 0,1-3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09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63 3223 0 0,'-2'-18'328'0'0,"2"16"119"0"0,0-1 1 0 0,0 1-1 0 0,0-1 0 0 0,0 1 1 0 0,0 0-1 0 0,-1-1 1 0 0,1 1-1 0 0,-1-1 0 0 0,0 1 1 0 0,0 0-1 0 0,0 0 1 0 0,0-1-1 0 0,0 1 0 0 0,0 0 1 0 0,0 0-1 0 0,-4-3 1 0 0,5 4-344 0 0,0 1 0 0 0,-1 0 0 0 0,1 0-1 0 0,-1-1 1 0 0,1 1 0 0 0,0 0 0 0 0,-1 0 0 0 0,1 0 0 0 0,-1-1 0 0 0,1 1 0 0 0,-1 0 0 0 0,1 0 0 0 0,-1 0 0 0 0,1 0 0 0 0,-1 0 0 0 0,1 0 0 0 0,-1 0 0 0 0,1 0 0 0 0,-1 0 0 0 0,1 0 0 0 0,-1 0 0 0 0,1 1 0 0 0,-1-1 0 0 0,1 0 0 0 0,-1 0 0 0 0,-12 10 1514 0 0,-4 15-75 0 0,9-10-996 0 0,1 0 1 0 0,0 1-1 0 0,1 0 1 0 0,-5 21-1 0 0,4-4 330 0 0,-5 39-1 0 0,11-59-675 0 0,0-1 0 0 0,0 1-1 0 0,1-1 1 0 0,1 1-1 0 0,0 0 1 0 0,3 13 0 0 0,-4-22-232 0 0,1-1 1 0 0,0 0 0 0 0,0 0-1 0 0,0 0 1 0 0,1 0 0 0 0,-1 0-1 0 0,1-1 1 0 0,-1 1 0 0 0,1 0-1 0 0,0-1 1 0 0,0 1 0 0 0,0-1-1 0 0,0 1 1 0 0,1-1 0 0 0,-1 0-1 0 0,1 0 1 0 0,-1 0 0 0 0,1 0-1 0 0,0-1 1 0 0,-1 1 0 0 0,1-1-1 0 0,0 1 1 0 0,0-1 0 0 0,0 0-1 0 0,0 0 1 0 0,1-1 0 0 0,-1 1-1 0 0,0-1 1 0 0,4 1 0 0 0,7-1-1843 0 0,1 0-5421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0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0 252 3223 0 0,'20'-43'4035'0'0,"13"-47"0"0"0,-4 9 935 0 0,-26 73-4387 0 0,11-22 2794 0 0,-14 63-1194 0 0,-49 216-1030 0 0,48-248-1142 0 0,1 0 0 0 0,0 1 1 0 0,0-1-1 0 0,0 0 0 0 0,-1 0 0 0 0,1 0 0 0 0,0 1 1 0 0,0-1-1 0 0,1 0 0 0 0,-1 0 0 0 0,0 1 0 0 0,0-1 0 0 0,1 0 1 0 0,-1 0-1 0 0,0 0 0 0 0,1 2 0 0 0,0-3-32 0 0,-1 0-1 0 0,1 1 1 0 0,-1-1-1 0 0,1 0 1 0 0,-1 0 0 0 0,1 1-1 0 0,-1-1 1 0 0,1 0 0 0 0,-1 0-1 0 0,1 0 1 0 0,0 0-1 0 0,-1 1 1 0 0,1-1 0 0 0,-1 0-1 0 0,1 0 1 0 0,-1 0-1 0 0,1 0 1 0 0,-1-1 0 0 0,1 1-1 0 0,0 0 1 0 0,-1 0 0 0 0,1 0-1 0 0,-1 0 1 0 0,1 0-1 0 0,-1-1 1 0 0,1 1 0 0 0,-1 0-1 0 0,1 0 1 0 0,-1-1-1 0 0,1 1 1 0 0,-1 0 0 0 0,0-1-1 0 0,1 1 1 0 0,-1-1 0 0 0,1 0-1 0 0,6-4-1856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0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 4143 0 0,'1'0'87'0'0,"0"-1"0"0"0,-1 0-1 0 0,1 0 1 0 0,0 0-1 0 0,0 0 1 0 0,0 1-1 0 0,0-1 1 0 0,0 0-1 0 0,0 1 1 0 0,0-1-1 0 0,0 1 1 0 0,0-1 0 0 0,0 1-1 0 0,0-1 1 0 0,0 1-1 0 0,0 0 1 0 0,1-1-1 0 0,-1 1 1 0 0,0 0-1 0 0,0 0 1 0 0,0 0-1 0 0,0 0 1 0 0,1 0 0 0 0,-1 0-1 0 0,0 0 1 0 0,0 1-1 0 0,0-1 1 0 0,0 0-1 0 0,0 1 1 0 0,1-1-1 0 0,-1 1 1 0 0,0-1-1 0 0,1 1 1 0 0,4 3 978 0 0,0 0 1 0 0,0 0-1 0 0,0 1 0 0 0,7 6 1 0 0,-5-4-508 0 0,4 4 322 0 0,0 0-1 0 0,0 1 0 0 0,-2 1 0 0 0,1 0 1 0 0,-2 0-1 0 0,1 1 0 0 0,-2 0 1 0 0,0 0-1 0 0,12 32 0 0 0,-17-36-786 0 0,1 1 0 0 0,-2 0 0 0 0,1 0 0 0 0,-2 0 0 0 0,1 0 0 0 0,-1 1 0 0 0,-1-1 0 0 0,0 0 0 0 0,-1 0 0 0 0,0 0 0 0 0,-1 1 0 0 0,0-1 0 0 0,0 0 0 0 0,-1-1 0 0 0,-7 18 0 0 0,5-20-65 0 0,0 1 0 0 0,0-1 0 0 0,0 1-1 0 0,-1-1 1 0 0,-12 11 0 0 0,-39 34 10 0 0,31-30-209 0 0,17-14-76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1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 6911 0 0,'0'0'528'0'0,"0"-1"-341"0"0,0 0 269 0 0,0 1-231 0 0,1-1-1 0 0,-1 0 1 0 0,0 1 0 0 0,0-1-1 0 0,1 1 1 0 0,-1-1 0 0 0,0 1-1 0 0,1 0 1 0 0,-1-1-1 0 0,1 1 1 0 0,-1-1 0 0 0,1 1-1 0 0,-1 0 1 0 0,1-1 0 0 0,-1 1-1 0 0,1 0 1 0 0,-1-1 0 0 0,1 1-1 0 0,9-4 4071 0 0,4-1-3625 0 0,0 0 0 0 0,18-2 0 0 0,-25 5-651 0 0,1 1 0 0 0,0 0-1 0 0,0 1 1 0 0,-1-1 0 0 0,1 2-1 0 0,0-1 1 0 0,9 2 0 0 0,-11 0-585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1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4607 0 0,'0'0'23'0'0,"-1"0"1"0"0,1 1-1 0 0,-1-1 0 0 0,1 0 0 0 0,0 0 0 0 0,-1 0 0 0 0,1 1 0 0 0,0-1 0 0 0,-1 0 0 0 0,1 1 0 0 0,0-1 0 0 0,-1 0 0 0 0,1 1 0 0 0,0-1 0 0 0,0 0 0 0 0,-1 1 0 0 0,1-1 0 0 0,0 0 0 0 0,0 1 0 0 0,0-1 0 0 0,0 1 0 0 0,-1-1 0 0 0,1 0 0 0 0,0 2 0 0 0,1-2 172 0 0,-1 1 0 0 0,1-1 0 0 0,-1 1 0 0 0,1-1 0 0 0,-1 0 0 0 0,1 1 0 0 0,-1-1 0 0 0,1 0 0 0 0,0 1 0 0 0,-1-1 0 0 0,1 0 0 0 0,0 1 0 0 0,-1-1 0 0 0,1 0 0 0 0,0 0 0 0 0,-1 0 0 0 0,2 0 0 0 0,9 1 3913 0 0,100-11 514 0 0,-93 10-4702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2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87 161 3223 0 0,'19'-31'278'0'0,"33"-40"0"0"0,-17 31 3001 0 0,-18 21 509 0 0,-22 25-2276 0 0,-1 1 0 0 0,0-2-1 0 0,-9 8 1 0 0,-13 14-702 0 0,12-9-460 0 0,1 2 0 0 0,1 0 0 0 0,0 0 0 0 0,2 1 0 0 0,0 1 0 0 0,2 0 0 0 0,0 1 0 0 0,2 0 0 0 0,0 0 0 0 0,2 1 0 0 0,-7 46 0 0 0,13-70-349 0 0,-6 42 412 0 0,0 45-1 0 0,6-74-337 0 0,1-1-1 0 0,0 0 0 0 0,0 0 1 0 0,1 0-1 0 0,0 0 1 0 0,2 0-1 0 0,-1 0 1 0 0,8 16-1 0 0,-9-25-78 0 0,-1 0 0 0 0,0-1-1 0 0,1 0 1 0 0,-1 1 0 0 0,1-1 0 0 0,0 0-1 0 0,0 0 1 0 0,0 0 0 0 0,0 0 0 0 0,0 0-1 0 0,1 0 1 0 0,-1 0 0 0 0,0-1 0 0 0,1 1-1 0 0,-1-1 1 0 0,1 0 0 0 0,3 1-1 0 0,-3-1-21 0 0,1 0-1 0 0,0-1 1 0 0,0 1-1 0 0,-1-1 1 0 0,1 0-1 0 0,0 0 1 0 0,0 0-1 0 0,0-1 1 0 0,-1 1-1 0 0,1-1 1 0 0,0 0-1 0 0,5-2 1 0 0,6-4-553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2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74 6911 0 0,'0'-2'121'0'0,"0"-1"1"0"0,1 1-1 0 0,0 0 0 0 0,-1-1 0 0 0,1 1 0 0 0,0 0 0 0 0,0 0 0 0 0,0-1 0 0 0,0 1 0 0 0,1 0 0 0 0,-1 0 0 0 0,1 0 0 0 0,-1 1 0 0 0,1-1 0 0 0,0 0 0 0 0,-1 0 0 0 0,1 1 1 0 0,0-1-1 0 0,0 1 0 0 0,0 0 0 0 0,0 0 0 0 0,0-1 0 0 0,1 1 0 0 0,2-1 0 0 0,8-3 1080 0 0,1 0-1 0 0,0 1 1 0 0,0 0 0 0 0,1 1-1 0 0,-1 1 1 0 0,27-2-1 0 0,-37 4-982 0 0,0 1 0 0 0,0-1 0 0 0,0 1 0 0 0,0-1 0 0 0,-1 1-1 0 0,1 0 1 0 0,0 0 0 0 0,0 1 0 0 0,-1-1 0 0 0,1 1-1 0 0,-1 0 1 0 0,7 4 0 0 0,-7-3-148 0 0,-1-1 1 0 0,0 1-1 0 0,0-1 1 0 0,0 1-1 0 0,0 0 1 0 0,0 0-1 0 0,0 0 0 0 0,-1 0 1 0 0,1 0-1 0 0,-1 0 1 0 0,0 0-1 0 0,0 1 1 0 0,0-1-1 0 0,0 0 1 0 0,-1 1-1 0 0,0-1 0 0 0,1 5 1 0 0,-1-3-60 0 0,-1 0 0 0 0,1 0 0 0 0,-1 0 0 0 0,0 0 0 0 0,0 0 0 0 0,0 0 0 0 0,-1-1 0 0 0,1 1 0 0 0,-1 0 0 0 0,-1-1 0 0 0,1 1 0 0 0,0-1 0 0 0,-1 0 0 0 0,-4 5 0 0 0,0-1 9 0 0,0 0 0 0 0,-1 0 0 0 0,1-1 0 0 0,-2 1 0 0 0,-12 7 0 0 0,47-33-20 0 0,-14 12-1 0 0,1 1 0 0 0,0 1 0 0 0,23-6-1 0 0,-31 9 7 0 0,1 0 0 0 0,-1 1 0 0 0,1-1 0 0 0,0 1 0 0 0,-1 0-1 0 0,1 1 1 0 0,-1-1 0 0 0,1 1 0 0 0,-1 0 0 0 0,1 0 0 0 0,9 5-1 0 0,-12-5 8 0 0,0 1-1 0 0,-1-1 1 0 0,1 1-1 0 0,-1 0 1 0 0,0 0-1 0 0,0-1 1 0 0,0 2-1 0 0,0-1 0 0 0,0 0 1 0 0,0 0-1 0 0,0 1 1 0 0,-1-1-1 0 0,1 1 1 0 0,-1-1-1 0 0,1 1 1 0 0,-1 0-1 0 0,0-1 0 0 0,0 1 1 0 0,-1 0-1 0 0,1 0 1 0 0,0 0-1 0 0,-1 0 1 0 0,0 0-1 0 0,0 0 1 0 0,0 0-1 0 0,0 0 0 0 0,-1 5 1 0 0,0 0 16 0 0,0 1 0 0 0,-1-1-1 0 0,0 1 1 0 0,-1-1 0 0 0,0 1 0 0 0,0-1 0 0 0,-1 0-1 0 0,-5 8 1 0 0,5-10-2 0 0,0 0 1 0 0,0 0-1 0 0,-1 0 0 0 0,1-1 1 0 0,-1 0-1 0 0,0 0 0 0 0,-1 0 0 0 0,0 0 1 0 0,1-1-1 0 0,-1 0 0 0 0,-1 0 1 0 0,1-1-1 0 0,0 0 0 0 0,-1 0 0 0 0,0 0 1 0 0,0-1-1 0 0,0 0 0 0 0,0 0 1 0 0,0 0-1 0 0,0-1 0 0 0,0 0 0 0 0,0-1 1 0 0,0 0-1 0 0,-1 0 0 0 0,1 0 1 0 0,0-1-1 0 0,-7-2 0 0 0,11 3-15 0 0,0-1 0 0 0,0 0 0 0 0,1 0 0 0 0,-1 0 0 0 0,1 0 0 0 0,-1 0-1 0 0,1 0 1 0 0,-1-1 0 0 0,1 1 0 0 0,0-1 0 0 0,0 0 0 0 0,0 0 0 0 0,0 0 0 0 0,0 0 0 0 0,0 0 0 0 0,0 0 0 0 0,1 0 0 0 0,-1-1-1 0 0,1 1 1 0 0,-1 0 0 0 0,0-5 0 0 0,2 7-66 0 0,0 0-1 0 0,0-1 1 0 0,0 1-1 0 0,0 0 1 0 0,0-1 0 0 0,0 1-1 0 0,0 0 1 0 0,0-1-1 0 0,0 1 1 0 0,1 0 0 0 0,-1-1-1 0 0,0 1 1 0 0,0 0-1 0 0,0 0 1 0 0,1-1 0 0 0,-1 1-1 0 0,0 0 1 0 0,0 0-1 0 0,0 0 1 0 0,1-1-1 0 0,-1 1 1 0 0,0 0 0 0 0,1 0-1 0 0,-1 0 1 0 0,0 0-1 0 0,0-1 1 0 0,1 1 0 0 0,-1 0-1 0 0,0 0 1 0 0,1 0-1 0 0,-1 0 1 0 0,0 0-1 0 0,1 0 1 0 0,-1 0 0 0 0,0 0-1 0 0,1 0 1 0 0,-1 0-1 0 0,0 0 1 0 0,1 0 0 0 0,0 0-1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2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6911 0 0,'2'0'271'0'0,"0"-1"0"0"0,0 1 0 0 0,0 0-1 0 0,0 0 1 0 0,0 0 0 0 0,0 0 0 0 0,0 0-1 0 0,-1 1 1 0 0,1-1 0 0 0,0 0 0 0 0,0 1-1 0 0,0-1 1 0 0,-1 1 0 0 0,1 0-1 0 0,0 0 1 0 0,0 0 0 0 0,-1 0 0 0 0,3 2-1 0 0,3 1 843 0 0,0 1-1 0 0,-1 0 0 0 0,7 6 1 0 0,-9-7-802 0 0,0 0 0 0 0,0 1 1 0 0,-1 0-1 0 0,1-1 1 0 0,-1 1-1 0 0,0 0 1 0 0,-1 0-1 0 0,1 1 0 0 0,-1-1 1 0 0,0 0-1 0 0,0 1 1 0 0,-1-1-1 0 0,0 1 1 0 0,0 0-1 0 0,0 0 1 0 0,0 7-1 0 0,-1-7-255 0 0,-1 1 1 0 0,0 0-1 0 0,0 0 1 0 0,0 0-1 0 0,-1 0 0 0 0,0-1 1 0 0,-1 1-1 0 0,1-1 1 0 0,-1 1-1 0 0,0-1 0 0 0,-1 0 1 0 0,1 0-1 0 0,-7 6 0 0 0,2-1-77 0 0,-17 21 197 0 0,22-30-245 0 0,1 1 1 0 0,-1-1-1 0 0,1 0 0 0 0,-1 1 0 0 0,0-1 1 0 0,0 0-1 0 0,0-1 0 0 0,-6 4 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13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5983 0 0,'1'-2'200'0'0,"1"0"0"0"0,-1 1 0 0 0,1-1 0 0 0,0 0 0 0 0,-1 1 0 0 0,1-1-1 0 0,0 1 1 0 0,0 0 0 0 0,0-1 0 0 0,0 1 0 0 0,0 0 0 0 0,0 0 0 0 0,1 1 0 0 0,-1-1-1 0 0,0 0 1 0 0,0 1 0 0 0,1-1 0 0 0,-1 1 0 0 0,1 0 0 0 0,-1 0 0 0 0,0-1-1 0 0,1 2 1 0 0,-1-1 0 0 0,0 0 0 0 0,4 1 0 0 0,3 1 739 0 0,0 0 0 0 0,0 1 0 0 0,-1 0 0 0 0,0 1 0 0 0,12 6 0 0 0,-9-4-581 0 0,-1 1 0 0 0,0 0 1 0 0,0 1-1 0 0,0 0 0 0 0,-1 0 1 0 0,-1 1-1 0 0,0 1 0 0 0,0-1 0 0 0,0 1 1 0 0,-1 0-1 0 0,-1 1 0 0 0,0 0 0 0 0,0 0 1 0 0,-1 0-1 0 0,-1 1 0 0 0,5 14 0 0 0,-4-6-262 0 0,-1 0 0 0 0,0 0 0 0 0,-2 0 0 0 0,0 1 0 0 0,-1-1 0 0 0,-1 0 0 0 0,-1 1-1 0 0,-1-1 1 0 0,-6 25 0 0 0,1-17-71 0 0,-1-1 1 0 0,-1-1-1 0 0,-2 1 0 0 0,-23 40 0 0 0,-67 92 65 0 0,72-119-1645 0 0,-1-2-3534 0 0,0-3-2403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59.4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24 182 1612 0 0,'-19'12'20089'0'0,"14"-9"-22130"0"0,10-6 2041 0 0,0 0 0 0 0,0-1 0 0 0,0 0 0 0 0,-1 0 0 0 0,0 0 0 0 0,1-1 0 0 0,-1 1 0 0 0,-1-1 0 0 0,1 0 0 0 0,5-11 0 0 0,-4 8 0 0 0,-1-1 0 0 0,0 0 0 0 0,-1 0 0 0 0,0 0 0 0 0,0 0 0 0 0,2-15 0 0 0,-5 18 0 0 0,0 1 0 0 0,0-1 0 0 0,-2-10 0 0 0,2 13 0 0 0,0 1 0 0 0,-1-1 0 0 0,1 1 0 0 0,-1-1 0 0 0,0 1 0 0 0,0 0 0 0 0,0-1 0 0 0,0 1 0 0 0,0 0 0 0 0,-2-3 0 0 0,1 4 0 0 0,-2 6 0 0 0,-3 7-338 0 0,-12 27 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7:59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25 396 3456 0 0,'-7'-4'11673'0'0,"1"-7"-7109"0"0,4 8-4660 0 0,1 0 101 0 0,-1 0 0 0 0,1-1 0 0 0,0 1 0 0 0,0 0 0 0 0,0 0 0 0 0,0 0 0 0 0,1-1-1 0 0,-1 1 1 0 0,1 0 0 0 0,0-1 0 0 0,0 1 0 0 0,0 0 0 0 0,1-6 0 0 0,1 0-7 0 0,0 0 1 0 0,0 0 0 0 0,6-15-1 0 0,1 2 2 0 0,84-226 0 0 0,-92 243 0 0 0,-5 8 0 0 0,-4 9 0 0 0,2 10-129 0 0,0 1-1 0 0,2 0 1 0 0,0 0-1 0 0,0 29 1 0 0,8 93-3374 0 0,4-84 1655 0 0,17 68 0 0 0,-23-118 1871 0 0,3 16-72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08.6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7 212 2304 0 0,'-3'-28'12351'0'0,"-1"4"-5451"0"0,5 8-8795 0 0,0 8 1895 0 0,1 1 0 0 0,0 0 0 0 0,1 0 0 0 0,0 0 0 0 0,0 1 0 0 0,0-1 0 0 0,1 1 0 0 0,0-1 0 0 0,0 1 0 0 0,0 0 0 0 0,1 1 0 0 0,0-1 0 0 0,0 1 0 0 0,1 0 0 0 0,-1 0 0 0 0,1 0 0 0 0,0 1 0 0 0,0 0 0 0 0,1 0 0 0 0,-1 1 0 0 0,1-1 0 0 0,0 2 0 0 0,0-1 0 0 0,7-1 0 0 0,-5 1 0 0 0,0 1 0 0 0,0 0 0 0 0,1 0 0 0 0,-1 1 0 0 0,1 1 0 0 0,-1-1 0 0 0,1 2 0 0 0,-1-1 0 0 0,0 1 0 0 0,1 1 0 0 0,-1 0 0 0 0,0 0 0 0 0,0 0 0 0 0,0 1 0 0 0,0 1 0 0 0,0 0 0 0 0,-1 0 0 0 0,12 8 0 0 0,-17-11 0 0 0,-1 1 0 0 0,1 0 0 0 0,-1 0 0 0 0,1 0 0 0 0,-1 1 0 0 0,0-1 0 0 0,0 1 0 0 0,-1-1 0 0 0,1 1 0 0 0,0 0 0 0 0,-1-1 0 0 0,1 1 0 0 0,-1 0 0 0 0,0 0 0 0 0,0 0 0 0 0,1 4 0 0 0,-2-3 0 0 0,1 1 0 0 0,-1-1 0 0 0,0 1 0 0 0,-1-1 0 0 0,1 1 0 0 0,-1-1 0 0 0,0 0 0 0 0,0 1 0 0 0,0-1 0 0 0,-2 6 0 0 0,-4 4 0 0 0,-1 1 0 0 0,0-1 0 0 0,0 0 0 0 0,-2-1 0 0 0,-11 14 0 0 0,-20 19 0 0 0,-21 29 0 0 0,55-66 0 0 0,1 0 0 0 0,0 1 0 0 0,1 0 0 0 0,0 0 0 0 0,1 1 0 0 0,-5 16 0 0 0,8-24 0 0 0,0-1 0 0 0,1 0 0 0 0,-1 0 0 0 0,1 1 0 0 0,0-1 0 0 0,0 0 0 0 0,0 1 0 0 0,0-1 0 0 0,0 0 0 0 0,0 1 0 0 0,1-1 0 0 0,-1 0 0 0 0,1 0 0 0 0,-1 1 0 0 0,1-1 0 0 0,0 0 0 0 0,0 0 0 0 0,0 0 0 0 0,2 3 0 0 0,-1-3 0 0 0,0 0 0 0 0,0 0 0 0 0,0 0 0 0 0,1 0 0 0 0,-1-1 0 0 0,0 1 0 0 0,1-1 0 0 0,-1 0 0 0 0,1 1 0 0 0,0-1 0 0 0,-1 0 0 0 0,1-1 0 0 0,5 2 0 0 0,5 0 0 0 0,0-1 0 0 0,1 0 0 0 0,-1-1 0 0 0,1-1 0 0 0,18-3 0 0 0,-15 2 0 0 0,39-6-4 0 0,65 0 0 0 0,-92 7-3 0 0,-16 0 11 0 0,0 1 0 0 0,1 0-1 0 0,15 3 1 0 0,-26-1-34 0 0,-7 0-6 0 0,3-2 36 0 0,-3 2 66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5.4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0 405 8751 0 0,'2'-1'114'0'0,"-1"0"0"0"0,1 0-1 0 0,-1 0 1 0 0,1 1 0 0 0,-1-1-1 0 0,1 1 1 0 0,0-1 0 0 0,-1 1 0 0 0,1-1-1 0 0,2 1 1 0 0,4-2 375 0 0,59-15 2414 0 0,-25 6-498 0 0,59-22 1 0 0,-88 28-2177 0 0,-1-1 0 0 0,-1 0 0 0 0,1-1 1 0 0,-1-1-1 0 0,0 0 0 0 0,0 0 0 0 0,-1-1 1 0 0,-1 0-1 0 0,1 0 0 0 0,-1-1 0 0 0,9-15 1 0 0,-13 18-193 0 0,-1 0 0 0 0,0 0 0 0 0,0-1 1 0 0,-1 0-1 0 0,0 0 0 0 0,0 0 0 0 0,0 0 1 0 0,-1 0-1 0 0,-1 0 0 0 0,0 0 0 0 0,0-1 1 0 0,0 1-1 0 0,-1-1 0 0 0,0 1 0 0 0,-1-1 0 0 0,0 1 1 0 0,0 0-1 0 0,-5-17 0 0 0,5 21-34 0 0,-1-1 1 0 0,0 1-1 0 0,0-1 0 0 0,0 1 0 0 0,0 0 0 0 0,-1 0 1 0 0,0 0-1 0 0,1 0 0 0 0,-5-3 0 0 0,6 6-2 0 0,0 0 0 0 0,0 0 0 0 0,0 0 0 0 0,0 0 0 0 0,-1 0 0 0 0,1 0 0 0 0,0 1 0 0 0,-1-1 0 0 0,1 1 0 0 0,0-1 0 0 0,-1 1-1 0 0,1-1 1 0 0,-1 1 0 0 0,1 0 0 0 0,0-1 0 0 0,-1 1 0 0 0,1 0 0 0 0,-1 0 0 0 0,1 0 0 0 0,-1 0 0 0 0,1 1 0 0 0,-1-1 0 0 0,1 0 0 0 0,0 1 0 0 0,-1-1 0 0 0,1 1 0 0 0,-1-1 0 0 0,1 1-1 0 0,0-1 1 0 0,-1 1 0 0 0,1 0 0 0 0,0 0 0 0 0,-2 1 0 0 0,0 1-1 0 0,0 0 0 0 0,-1 1 0 0 0,1-1 0 0 0,1 1 0 0 0,-1 0 0 0 0,0 0 0 0 0,1-1 0 0 0,0 2 0 0 0,0-1 0 0 0,0 0 0 0 0,1 0 0 0 0,-1 1 0 0 0,1-1 0 0 0,0 1 0 0 0,0-1 0 0 0,0 1 0 0 0,1-1 0 0 0,0 6 0 0 0,-1 10 0 0 0,2 0 0 0 0,5 34 0 0 0,4 15 23 0 0,19 184 202 0 0,-27-85 75 0 0,-3-134-235 0 0,-2-1 0 0 0,-1 0 0 0 0,-10 34 0 0 0,11-57-74 0 0,0 0-109 0 0,1 1-1 0 0,-1-1 1 0 0,0 18-1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5.6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9 157 5063 0 0,'-3'-10'190'0'0,"-3"-15"116"0"0,7 23-88 0 0,-1 1 0 0 0,0 0-1 0 0,1 0 1 0 0,-1 0-1 0 0,1 0 1 0 0,-1 0-1 0 0,1 1 1 0 0,-1-1 0 0 0,1 0-1 0 0,0 0 1 0 0,-1 0-1 0 0,1 0 1 0 0,0 1 0 0 0,0-1-1 0 0,0 0 1 0 0,-1 1-1 0 0,1-1 1 0 0,0 0-1 0 0,0 1 1 0 0,1-1 0 0 0,21-9 2996 0 0,90-15 1689 0 0,-67 16-4950 0 0,58-20 1 0 0,-53 9-1322 0 0,-27 10-66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5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162 76 2903 0 0,'1'-4'93'0'0,"-1"0"0"0"0,0 0 0 0 0,0 0 0 0 0,0 0 0 0 0,-1 0 0 0 0,1 0 0 0 0,-1 0-1 0 0,0 0 1 0 0,0 0 0 0 0,0 0 0 0 0,-3-5 0 0 0,3 7 146 0 0,0 1 0 0 0,0-1 0 0 0,0 1 0 0 0,-1-1 0 0 0,1 1 0 0 0,0 0 0 0 0,0-1 0 0 0,-1 1 0 0 0,1 0 0 0 0,-1 0 0 0 0,1 0 0 0 0,-1 0 0 0 0,1 0 0 0 0,-1 0 0 0 0,0 0 0 0 0,0 1 0 0 0,1-1 0 0 0,-1 1 0 0 0,0-1 0 0 0,0 1 0 0 0,0 0 0 0 0,1-1 0 0 0,-1 1 0 0 0,0 0 0 0 0,0 0 0 0 0,0 1 0 0 0,-3-1 0 0 0,2 1 74 0 0,0 0 0 0 0,0 0 0 0 0,0 0 1 0 0,-1 1-1 0 0,1-1 0 0 0,0 1 0 0 0,1-1 0 0 0,-1 1 0 0 0,0 0 0 0 0,0 0 0 0 0,1 0 1 0 0,-1 1-1 0 0,1-1 0 0 0,0 1 0 0 0,0-1 0 0 0,0 1 0 0 0,0 0 0 0 0,0 0 0 0 0,0 0 1 0 0,-2 5-1 0 0,-2 6 298 0 0,1 1 0 0 0,0-1-1 0 0,-3 17 1 0 0,7-29-551 0 0,-7 35 886 0 0,2 0 0 0 0,-2 48 1 0 0,5 77 119 0 0,3-139-1121 0 0,0 2 303 0 0,5 36 0 0 0,-3-51-193 0 0,-1-1 0 0 0,2 1 0 0 0,-1-1 0 0 0,2 1-1 0 0,-1-1 1 0 0,9 15 0 0 0,-11-22-31 0 0,0 0 0 0 0,0 0 0 0 0,1 0 0 0 0,-1 0-1 0 0,1-1 1 0 0,-1 1 0 0 0,1 0 0 0 0,0-1 0 0 0,0 1 0 0 0,2 1-1 0 0,-3-3-127 0 0,0 1 0 0 0,0-1-1 0 0,0 0 1 0 0,0 1 0 0 0,0-1-1 0 0,0 0 1 0 0,0 0 0 0 0,1 0-1 0 0,-1 0 1 0 0,0 0-1 0 0,0 0 1 0 0,0 0 0 0 0,0 0-1 0 0,0 0 1 0 0,0 0 0 0 0,0-1-1 0 0,1 1 1 0 0,-1 0 0 0 0,0-1-1 0 0,2 0 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6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11 333 7831 0 0,'-2'-6'505'0'0,"0"1"0"0"0,0 0 0 0 0,1 0-1 0 0,0-1 1 0 0,0 1 0 0 0,0-1 0 0 0,1 1-1 0 0,0-1 1 0 0,0 1 0 0 0,0-1 0 0 0,1 1 0 0 0,0-1-1 0 0,3-10 1 0 0,2-7 2248 0 0,20-42 0 0 0,-18 48-2208 0 0,53-113 1817 0 0,-54 120-2397 0 0,-5 16-77 0 0,-4 20 304 0 0,2-26-180 0 0,-11 59-65 0 0,-24 82 0 0 0,-8 36-106 0 0,42-170 191 0 0,-2 22-57 0 0,3-28-58 0 0,1 0 0 0 0,-1 0 0 0 0,0 0 0 0 0,0 0 0 0 0,0 0 0 0 0,0 0-1 0 0,1 0 1 0 0,-1-1 0 0 0,0 1 0 0 0,1 0 0 0 0,-1 0 0 0 0,1 0 0 0 0,-1 0 0 0 0,1-1 0 0 0,-1 1 0 0 0,1 0 0 0 0,0 0 0 0 0,-1-1 0 0 0,1 1 0 0 0,0-1 0 0 0,0 1 0 0 0,-1 0 0 0 0,1-1 0 0 0,0 1 0 0 0,1 0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6.6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0 4607 0 0,'2'2'446'0'0,"0"-1"0"0"0,0 0 0 0 0,-1 1-1 0 0,1-1 1 0 0,-1 1 0 0 0,1-1 0 0 0,-1 1-1 0 0,1 0 1 0 0,-1 0 0 0 0,0 0 0 0 0,0-1-1 0 0,0 1 1 0 0,1 3 0 0 0,10 31 3757 0 0,-9-24-3088 0 0,2 3-441 0 0,-1 0 0 0 0,0 0 1 0 0,-1 0-1 0 0,-1 0 0 0 0,0 1 0 0 0,-2-1 0 0 0,0 19 1 0 0,-1-27-639 0 0,0 0 0 0 0,0 0 0 0 0,0-1 0 0 0,-1 1 1 0 0,0 0-1 0 0,-1-1 0 0 0,0 0 0 0 0,1 1 0 0 0,-2-1 0 0 0,1 0 1 0 0,-1-1-1 0 0,0 1 0 0 0,0 0 0 0 0,-1-1 0 0 0,1 0 1 0 0,-1 0-1 0 0,0-1 0 0 0,-10 7 0 0 0,-5 1-753 0 0,13-10-86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6.9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1 334 5983 0 0,'27'-47'2881'0'0,"1"1"-1"0"0,39-46 0 0 0,-21 30 531 0 0,-32 41-2242 0 0,-8 11-653 0 0,1 0 0 0 0,0 1 0 0 0,1 0-1 0 0,15-15 1 0 0,-22 24-495 0 0,-1-1-1 0 0,0 1 0 0 0,0 0 1 0 0,1 0-1 0 0,-1-1 1 0 0,0 1-1 0 0,1 0 0 0 0,-1 0 1 0 0,0 0-1 0 0,1-1 1 0 0,-1 1-1 0 0,1 0 1 0 0,-1 0-1 0 0,0 0 0 0 0,1 0 1 0 0,-1 0-1 0 0,0 0 1 0 0,1 0-1 0 0,-1 0 0 0 0,1 0 1 0 0,-1 0-1 0 0,0 0 1 0 0,1 0-1 0 0,-1 0 0 0 0,1 0 1 0 0,-1 0-1 0 0,0 0 1 0 0,1 1-1 0 0,0-1 1 0 0,-1 1-1 0 0,1-1 1 0 0,-1 1-1 0 0,1-1 1 0 0,-1 1-1 0 0,1-1 1 0 0,-1 1-1 0 0,0 0 1 0 0,1-1-1 0 0,-1 1 1 0 0,0 0-1 0 0,0 0 1 0 0,0-1-1 0 0,1 2 1 0 0,1 27 334 0 0,-2-27-273 0 0,-2 28-82 0 0,-1-2-1 0 0,-1 1 0 0 0,-1 0 1 0 0,-2-1-1 0 0,-12 34 0 0 0,-16 50 348 0 0,30-97-792 0 0,5-11-54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7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63 3887 0 0,'-2'-17'3618'0'0,"1"16"-3383"0"0,1 0-1 0 0,-1 0 1 0 0,1 0 0 0 0,0-1 0 0 0,-1 1-1 0 0,1 0 1 0 0,0 0 0 0 0,0-1 0 0 0,0 1 0 0 0,0 0-1 0 0,0 0 1 0 0,0-1 0 0 0,0 1 0 0 0,1 0 0 0 0,-1 0-1 0 0,0-1 1 0 0,1 1 0 0 0,-1 0 0 0 0,1 0-1 0 0,-1 0 1 0 0,1 0 0 0 0,0 0 0 0 0,-1 0 0 0 0,1 0-1 0 0,0 0 1 0 0,0 0 0 0 0,-1 0 0 0 0,1 0-1 0 0,0 0 1 0 0,0 0 0 0 0,0 1 0 0 0,2-2 0 0 0,1 0 100 0 0,0 1 1 0 0,1-1-1 0 0,-1 1 0 0 0,0 0 1 0 0,1 0-1 0 0,-1 1 1 0 0,1-1-1 0 0,-1 1 1 0 0,0 0-1 0 0,1 0 1 0 0,-1 1-1 0 0,1-1 0 0 0,-1 1 1 0 0,8 2-1 0 0,-5-1-154 0 0,0 0-1 0 0,0 1 0 0 0,0 0 1 0 0,0 0-1 0 0,-1 0 0 0 0,1 1 1 0 0,11 9-1 0 0,-15-11-148 0 0,0 1 0 0 0,0 0 1 0 0,0 0-1 0 0,0 0 0 0 0,-1 1 0 0 0,1-1 0 0 0,-1 0 0 0 0,0 1 0 0 0,0 0 1 0 0,0-1-1 0 0,-1 1 0 0 0,1 0 0 0 0,-1 0 0 0 0,0 0 0 0 0,0 0 0 0 0,0 0 1 0 0,-1 0-1 0 0,1 0 0 0 0,-1 1 0 0 0,0-1 0 0 0,0 0 0 0 0,-2 7 0 0 0,1-4-17 0 0,-1 0-1 0 0,0-1 0 0 0,-1 0 0 0 0,0 0 1 0 0,0 1-1 0 0,0-1 0 0 0,0-1 0 0 0,-1 1 1 0 0,0-1-1 0 0,0 1 0 0 0,-1-1 0 0 0,1 0 1 0 0,-8 5-1 0 0,-10 7 5 0 0,0-1 0 0 0,-29 15 0 0 0,27-17-1 0 0,-45 34 0 0 0,68-47-13 0 0,-1 0-1 0 0,1 0 1 0 0,0 1-1 0 0,-1-1 1 0 0,1 0 0 0 0,0 1-1 0 0,0-1 1 0 0,0 0-1 0 0,0 1 1 0 0,0-1-1 0 0,0 1 1 0 0,1 0 0 0 0,-1-1-1 0 0,0 1 1 0 0,1-1-1 0 0,-1 1 1 0 0,1 0-1 0 0,0 0 1 0 0,-1 1-1 0 0,1-1 2 0 0,1-1 0 0 0,-1 1 0 0 0,1-1 0 0 0,-1 0 0 0 0,1 1 0 0 0,0-1 0 0 0,-1 0 0 0 0,1 1-1 0 0,0-1 1 0 0,0 0 0 0 0,0 0 0 0 0,0 0 0 0 0,0 0 0 0 0,0 0 0 0 0,0 0 0 0 0,0 0 0 0 0,0 0-1 0 0,1 0 1 0 0,-1 0 0 0 0,0 0 0 0 0,1-1 0 0 0,1 2 0 0 0,13 5 99 0 0,0-1 0 0 0,0-1-1 0 0,1 0 1 0 0,-1 0 0 0 0,22 1 0 0 0,87 5 322 0 0,-107-11-374 0 0,3 2 2 0 0,29-3 1 0 0,-44 0-158 0 0,-1 1 0 0 0,1-1 0 0 0,-1 0 0 0 0,0 0 1 0 0,0-1-1 0 0,1 0 0 0 0,-1 0 0 0 0,0 0 0 0 0,0 0 1 0 0,8-6-1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7.8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6911 0 0,'0'-1'81'0'0,"1"0"-1"0"0,0 0 1 0 0,0 0-1 0 0,0 0 1 0 0,0 0-1 0 0,0 0 0 0 0,0 0 1 0 0,0 0-1 0 0,0 0 1 0 0,0 0-1 0 0,0 0 1 0 0,0 0-1 0 0,1 1 1 0 0,-1-1-1 0 0,0 1 0 0 0,1-1 1 0 0,-1 1-1 0 0,0-1 1 0 0,1 1-1 0 0,-1 0 1 0 0,1 0-1 0 0,-1 0 1 0 0,0-1-1 0 0,3 2 0 0 0,2-1 518 0 0,0 1 0 0 0,0 1 0 0 0,0-1 0 0 0,10 5 0 0 0,-12-4-372 0 0,8 3 751 0 0,1 0 0 0 0,-2 1-1 0 0,1 0 1 0 0,-1 1 0 0 0,0 1 0 0 0,18 15-1 0 0,-20-14-536 0 0,0 0-1 0 0,0 1 0 0 0,-1 0 0 0 0,0 1 0 0 0,-1 0 0 0 0,10 19 0 0 0,-12-19-369 0 0,0 0 1 0 0,-1 0 0 0 0,0 0-1 0 0,-1 0 1 0 0,-1 1-1 0 0,0-1 1 0 0,0 1-1 0 0,-1 0 1 0 0,0 0 0 0 0,-1-1-1 0 0,-1 1 1 0 0,0 0-1 0 0,0 0 1 0 0,-1-1-1 0 0,-1 1 1 0 0,0-1 0 0 0,-7 18-1 0 0,-7 5 3 0 0,-1 0 0 0 0,-2-1-1 0 0,-44 55 1 0 0,2-2 12 0 0,54-73 258 0 0,7-7-776 0 0,5-8-1167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8.1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 10591 0 0,'8'-3'631'0'0,"1"0"0"0"0,-1 0-1 0 0,1 1 1 0 0,0 1 0 0 0,14-2-1 0 0,3 0 520 0 0,-25 3-1102 0 0,14-3 812 0 0,0 1 1 0 0,0 0 0 0 0,0 1-1 0 0,1 1 1 0 0,19 2 0 0 0,-34-2-834 0 0,0 0 0 0 0,0 0 0 0 0,0 0 1 0 0,0 1-1 0 0,1-1 0 0 0,-1 0 1 0 0,0 1-1 0 0,0-1 0 0 0,-1 0 0 0 0,1 1 1 0 0,0-1-1 0 0,0 1 0 0 0,0-1 1 0 0,0 1-1 0 0,0 0 0 0 0,0-1 0 0 0,-1 1 1 0 0,1 0-1 0 0,0 0 0 0 0,-1 0 1 0 0,1-1-1 0 0,0 1 0 0 0,-1 0 1 0 0,1 2-1 0 0,0-2-15 0 0,-1 0 1 0 0,0 1 0 0 0,0-1-1 0 0,-1 0 1 0 0,1 1-1 0 0,0-1 1 0 0,0 0 0 0 0,-1 1-1 0 0,1-1 1 0 0,0 0-1 0 0,-1 0 1 0 0,0 1 0 0 0,1-1-1 0 0,-1 0 1 0 0,0 0-1 0 0,0 2 1 0 0,-6 5-9 0 0,1-1-1 0 0,-1 1 1 0 0,-14 10 0 0 0,20-17 3 0 0,-38 28 149 0 0,28-23-42 0 0,1 2 0 0 0,0-1 0 0 0,1 1 0 0 0,0 1 0 0 0,-14 16 0 0 0,22-25-105 0 0,1 0 0 0 0,0 1 0 0 0,-1-1 1 0 0,1 0-1 0 0,0 1 0 0 0,-1-1 0 0 0,1 1 0 0 0,0-1 0 0 0,0 1 0 0 0,-1-1 0 0 0,1 0 0 0 0,0 1 0 0 0,0-1 1 0 0,0 1-1 0 0,0-1 0 0 0,0 1 0 0 0,0-1 0 0 0,0 1 0 0 0,0-1 0 0 0,0 1 0 0 0,0-1 0 0 0,0 1 0 0 0,0-1 0 0 0,0 1 1 0 0,0-1-1 0 0,0 1 0 0 0,0-1 0 0 0,0 1 0 0 0,1-1 0 0 0,-1 1 0 0 0,0-1 0 0 0,1 1 0 0 0,0 0 8 0 0,-1-1-1 0 0,1 1 1 0 0,1-1-1 0 0,-1 1 1 0 0,0-1-1 0 0,0 0 1 0 0,0 1-1 0 0,0-1 1 0 0,0 0-1 0 0,0 0 1 0 0,0 1-1 0 0,0-1 0 0 0,2 0 1 0 0,6-1 63 0 0,0 1 0 0 0,13-4 0 0 0,-21 4-76 0 0,22-5-462 0 0,0-2 0 0 0,28-11 1 0 0,-41 14-7377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9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1 462 2759 0 0,'0'0'23'0'0,"0"0"-1"0"0,0 0 0 0 0,0 1 0 0 0,0-1 1 0 0,0 0-1 0 0,0 0 0 0 0,0 0 0 0 0,0 0 0 0 0,0 0 1 0 0,0 1-1 0 0,0-1 0 0 0,0 0 0 0 0,0 0 1 0 0,0 0-1 0 0,0 0 0 0 0,0 0 0 0 0,0 1 1 0 0,1-1-1 0 0,-1 0 0 0 0,0 0 0 0 0,0 0 0 0 0,0 0 1 0 0,0 0-1 0 0,0 0 0 0 0,0 0 0 0 0,1 0 1 0 0,-1 0-1 0 0,0 0 0 0 0,0 1 0 0 0,0-1 0 0 0,0 0 1 0 0,0 0-1 0 0,1 0 0 0 0,-1 0 0 0 0,0 0 1 0 0,0 0-1 0 0,0 0 0 0 0,0 0 0 0 0,0 0 1 0 0,1 0-1 0 0,-1 0 0 0 0,0 0 0 0 0,0 0 0 0 0,0 0 1 0 0,0 0-1 0 0,0-1 0 0 0,1 1 0 0 0,-1 0 1 0 0,0 0-1 0 0,0 0 0 0 0,0 0 0 0 0,0 0 0 0 0,0 0 1 0 0,0 0-1 0 0,1 0 0 0 0,-1 0 0 0 0,0 0 1 0 0,0-1-1 0 0,0 1 0 0 0,0 0 0 0 0,0 0 1 0 0,0 0-1 0 0,0 0 0 0 0,0-1 0 0 0,7-5 4304 0 0,-4 0-3385 0 0,7-18 1003 0 0,1 0-1 0 0,26-39 1 0 0,38-44 933 0 0,14-21-1227 0 0,-83 119-1573 0 0,0-1 9 0 0,0 0 0 0 0,0 0 0 0 0,-1 0 0 0 0,0-1 0 0 0,-1 1 0 0 0,5-20 1 0 0,-9 30-86 0 0,0 0 1 0 0,0-1-1 0 0,1 1 1 0 0,-1 0-1 0 0,0 0 1 0 0,0 0-1 0 0,0 0 1 0 0,0 0-1 0 0,0 0 1 0 0,0 0-1 0 0,0 0 1 0 0,0-1-1 0 0,0 1 1 0 0,0 0-1 0 0,0 0 1 0 0,0 0-1 0 0,0 0 1 0 0,0 0-1 0 0,0 0 1 0 0,0 0-1 0 0,0-1 1 0 0,0 1-1 0 0,0 0 1 0 0,0 0-1 0 0,0 0 1 0 0,0 0-1 0 0,0 0 1 0 0,0 0-1 0 0,0 0 1 0 0,0-1-1 0 0,0 1 1 0 0,0 0-1 0 0,0 0 1 0 0,-1 0-1 0 0,1 0 1 0 0,0 0-1 0 0,0 0 1 0 0,0 0-1 0 0,0 0 1 0 0,0 0 0 0 0,0 0-1 0 0,0-1 1 0 0,0 1-1 0 0,0 0 1 0 0,-1 0-1 0 0,1 0 1 0 0,0 0-1 0 0,0 0 1 0 0,0 0-1 0 0,0 0 1 0 0,0 0-1 0 0,0 0 1 0 0,0 0-1 0 0,-1 0 1 0 0,1 0-1 0 0,0 0 1 0 0,0 0-1 0 0,-8 7 59 0 0,-6 11 6 0 0,7-6 4 0 0,1 0 0 0 0,0 0 0 0 0,0 0 0 0 0,2 1 0 0 0,-6 17 0 0 0,5-5 211 0 0,-5 47-1 0 0,7-45-99 0 0,-2-1 1 0 0,-1 0-1 0 0,-1 0 0 0 0,-1 0 1 0 0,-17 35-1 0 0,24-58-265 0 0,-12 29 302 0 0,12-29-421 0 0,1-1 0 0 0,-1 1 0 0 0,1 0 0 0 0,-1-1 0 0 0,1 1 0 0 0,0 0 0 0 0,0-1 0 0 0,0 1 0 0 0,0 5 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9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0 9671 0 0,'0'22'4918'0'0,"5"35"0"0"0,-3-42-4637 0 0,0 0 0 0 0,-1-1 0 0 0,0 1 0 0 0,-1 0 0 0 0,0 0 0 0 0,-2 0 0 0 0,0-1 0 0 0,0 1 0 0 0,-1-1 0 0 0,-1 1 0 0 0,-1-1 0 0 0,-8 20 0 0 0,1-12-31 0 0,7-15-305 0 0,1 0 1 0 0,1 0-1 0 0,-1 1 1 0 0,1-1-1 0 0,0 1 1 0 0,1 0-1 0 0,0 0 1 0 0,-3 14-1 0 0,8-11-896 0 0,2-8-2515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0.1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94 6447 0 0,'-4'-9'74'0'0,"2"6"199"0"0,1 0 0 0 0,-1-1 1 0 0,1 0-1 0 0,0 1 0 0 0,0-1 0 0 0,-1-6 0 0 0,2 8-25 0 0,0 1-1 0 0,1-1 1 0 0,-1 0-1 0 0,0 1 1 0 0,1-1-1 0 0,-1 1 1 0 0,1-1-1 0 0,-1 0 1 0 0,1 1 0 0 0,0-1-1 0 0,0 1 1 0 0,0-1-1 0 0,0 1 1 0 0,0 0-1 0 0,0-1 1 0 0,0 1 0 0 0,0 0-1 0 0,3-2 1 0 0,1 0 132 0 0,-1 0-1 0 0,2 0 1 0 0,-1 0 0 0 0,0 1 0 0 0,0 0 0 0 0,1 0 0 0 0,0 1 0 0 0,-1-1 0 0 0,1 1 0 0 0,0 0 0 0 0,-1 1 0 0 0,1-1 0 0 0,0 1 0 0 0,0 0 0 0 0,-1 1-1 0 0,1-1 1 0 0,0 1 0 0 0,0 0 0 0 0,7 3 0 0 0,-11-3-356 0 0,-1-1 0 0 0,1 1 0 0 0,-1 0-1 0 0,1 0 1 0 0,-1 0 0 0 0,1 0 0 0 0,-1 0 0 0 0,0 0-1 0 0,1 0 1 0 0,-1 0 0 0 0,0 0 0 0 0,0 1 0 0 0,0-1-1 0 0,0 0 1 0 0,0 1 0 0 0,0-1 0 0 0,0 1 0 0 0,-1-1-1 0 0,2 4 1 0 0,-1-2 31 0 0,-1-1-1 0 0,0 1 0 0 0,0-1 1 0 0,0 1-1 0 0,0 0 0 0 0,0-1 1 0 0,0 1-1 0 0,-1-1 0 0 0,1 1 1 0 0,-1-1-1 0 0,-1 5 0 0 0,-3 3 83 0 0,1-1 1 0 0,-1 1-1 0 0,-1-1 0 0 0,0-1 1 0 0,-8 11-1 0 0,-7 11 7 0 0,20-28-133 0 0,0-1-1 0 0,0 1 0 0 0,0 0 1 0 0,0-1-1 0 0,0 1 0 0 0,1 0 1 0 0,-1 0-1 0 0,1 0 0 0 0,-1 0 1 0 0,1-1-1 0 0,0 1 0 0 0,-1 0 1 0 0,1 0-1 0 0,0 0 0 0 0,0 0 1 0 0,1 3-1 0 0,0-4-3 0 0,0 0 0 0 0,-1 0 0 0 0,1 0-1 0 0,0-1 1 0 0,0 1 0 0 0,0 0 0 0 0,0 0 0 0 0,0-1-1 0 0,0 1 1 0 0,0 0 0 0 0,0-1 0 0 0,0 1 0 0 0,0-1 0 0 0,0 1-1 0 0,0-1 1 0 0,0 0 0 0 0,1 1 0 0 0,-1-1 0 0 0,0 0-1 0 0,0 0 1 0 0,0 0 0 0 0,1 0 0 0 0,-1 0 0 0 0,1 0 0 0 0,31-4 83 0 0,-11-1-106 0 0,0-2 0 0 0,33-14 0 0 0,-42 16-141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0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5527 0 0,'0'0'86'0'0,"0"0"-1"0"0,0 1 0 0 0,0-1 0 0 0,0 0 0 0 0,0 0 0 0 0,0 0 1 0 0,0 1-1 0 0,0-1 0 0 0,0 0 0 0 0,0 0 0 0 0,0 0 0 0 0,0 0 0 0 0,0 1 1 0 0,0-1-1 0 0,0 0 0 0 0,0 0 0 0 0,0 0 0 0 0,0 0 0 0 0,0 1 1 0 0,0-1-1 0 0,0 0 0 0 0,1 0 0 0 0,-1 0 0 0 0,0 0 0 0 0,0 0 0 0 0,0 1 1 0 0,0-1-1 0 0,0 0 0 0 0,1 0 0 0 0,-1 0 0 0 0,0 0 0 0 0,0 0 1 0 0,0 0-1 0 0,0 0 0 0 0,1 0 0 0 0,-1 0 0 0 0,0 1 0 0 0,12 2 2765 0 0,12 0 394 0 0,59-2 2780 0 0,-1-4-4023 0 0,27 0-1548 0 0,-95 3-2110 0 0,-3 2-6118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1.0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96 12031 0 0,'11'-11'659'0'0,"-1"1"-28"0"0,0 0 1 0 0,0 0-1 0 0,1 1 1 0 0,1 1 0 0 0,13-9-1 0 0,-19 14-263 0 0,1 0 0 0 0,-1 0 0 0 0,1 1 1 0 0,-1-1-1 0 0,1 1 0 0 0,0 1 0 0 0,0-1 0 0 0,0 1 0 0 0,0 1 0 0 0,0-1 0 0 0,8 1 0 0 0,-12 0-275 0 0,0 1 0 0 0,0-1 1 0 0,0 1-1 0 0,0 0 0 0 0,0 0 0 0 0,0 0 0 0 0,-1 0 0 0 0,1 0 0 0 0,0 0 1 0 0,-1 1-1 0 0,1 0 0 0 0,-1-1 0 0 0,1 1 0 0 0,-1 0 0 0 0,0 0 1 0 0,0 0-1 0 0,0 0 0 0 0,0 1 0 0 0,0-1 0 0 0,0 0 0 0 0,-1 1 1 0 0,1-1-1 0 0,-1 1 0 0 0,0 0 0 0 0,0 0 0 0 0,1-1 0 0 0,-2 1 1 0 0,2 5-1 0 0,-1-2-73 0 0,0 1-1 0 0,-1-1 1 0 0,0 0 0 0 0,0 0 0 0 0,0 1 0 0 0,-1-1 0 0 0,0 0-1 0 0,0 0 1 0 0,0 0 0 0 0,-1 0 0 0 0,0 0 0 0 0,-1 0 0 0 0,-4 10-1 0 0,-2 0 44 0 0,-1 0 0 0 0,0 0 0 0 0,-17 18 0 0 0,-47 45-63 0 0,29-32 0 0 0,43-45 0 0 0,-1 1-1 0 0,1 0 1 0 0,0 0 0 0 0,-1 0-1 0 0,2 0 1 0 0,-1 0 0 0 0,-2 6-1 0 0,3-8 1 0 0,1 0 0 0 0,0-1 1 0 0,0 1-1 0 0,0 0 0 0 0,0-1 0 0 0,0 1 0 0 0,0 0 0 0 0,0-1 1 0 0,0 1-1 0 0,0 0 0 0 0,0-1 0 0 0,0 1 0 0 0,0 0 0 0 0,0-1 1 0 0,1 1-1 0 0,-1 0 0 0 0,0-1 0 0 0,1 2 0 0 0,0-1 1 0 0,-1-1 0 0 0,1 1-1 0 0,0 0 1 0 0,0-1 0 0 0,0 1-1 0 0,-1-1 1 0 0,1 1 0 0 0,0-1-1 0 0,0 1 1 0 0,0-1 0 0 0,0 1 0 0 0,0-1-1 0 0,0 0 1 0 0,0 0 0 0 0,0 1-1 0 0,1-1 1 0 0,5 1 28 0 0,0-1 0 0 0,0 0-1 0 0,0 0 1 0 0,0-1 0 0 0,0 0-1 0 0,8-1 1 0 0,41-14 50 0 0,-39 11-54 0 0,18-6-909 0 0,49-22-1 0 0,-61 21-7239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1.2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 5983 0 0,'0'-2'152'0'0,"0"0"-1"0"0,1 0 1 0 0,-1 0-1 0 0,1 0 1 0 0,-1 0-1 0 0,1 0 1 0 0,0 0-1 0 0,-1 0 0 0 0,1 0 1 0 0,2-3-1 0 0,-1 4 181 0 0,-1 0-1 0 0,0 0 0 0 0,0 0 0 0 0,0 0 0 0 0,1 1 1 0 0,-1-1-1 0 0,0 0 0 0 0,0 1 0 0 0,1 0 1 0 0,-1-1-1 0 0,1 1 0 0 0,-1 0 0 0 0,0-1 0 0 0,1 1 1 0 0,-1 0-1 0 0,1 0 0 0 0,2 0 0 0 0,1 0 147 0 0,1 1 0 0 0,0-1 0 0 0,-1 1 0 0 0,1 0 1 0 0,-1 0-1 0 0,0 1 0 0 0,1-1 0 0 0,-1 1 0 0 0,0 0 0 0 0,0 1 0 0 0,0-1 0 0 0,0 1 0 0 0,0 0 0 0 0,7 7 0 0 0,-9-7-403 0 0,0-1-1 0 0,0 1 1 0 0,-1 1 0 0 0,0-1 0 0 0,1 0-1 0 0,-1 0 1 0 0,0 1 0 0 0,-1-1 0 0 0,1 1-1 0 0,-1 0 1 0 0,1-1 0 0 0,-1 1-1 0 0,0 0 1 0 0,0 0 0 0 0,-1 0 0 0 0,1 0-1 0 0,-1 0 1 0 0,0 0 0 0 0,0 0-1 0 0,0 0 1 0 0,-2 6 0 0 0,-1 1-66 0 0,0 0 0 0 0,0-1 1 0 0,-2 0-1 0 0,1 0 0 0 0,-1 0 0 0 0,0 0 0 0 0,-1-1 1 0 0,0 0-1 0 0,-9 9 0 0 0,-2 5 60 0 0,17-22-64 0 0,0-1 1 0 0,-1 0-1 0 0,1 1 0 0 0,0-1 1 0 0,-1 1-1 0 0,1-1 0 0 0,0 1 0 0 0,-1-1 1 0 0,1 1-1 0 0,0-1 0 0 0,0 1 1 0 0,0-1-1 0 0,0 1 0 0 0,-1-1 0 0 0,1 1 1 0 0,0-1-1 0 0,0 1 0 0 0,0-1 1 0 0,0 1-1 0 0,0-1 0 0 0,0 1 0 0 0,0 0 1 0 0,0-1-1 0 0,1 1 0 0 0,-1 0 1 0 0,0-1 9 0 0,1 1 1 0 0,-1-1 0 0 0,1 0 0 0 0,-1 1 0 0 0,1-1-1 0 0,0 0 1 0 0,-1 1 0 0 0,1-1 0 0 0,-1 0-1 0 0,1 0 1 0 0,0 0 0 0 0,-1 1 0 0 0,1-1 0 0 0,-1 0-1 0 0,1 0 1 0 0,0 0 0 0 0,-1 0 0 0 0,2 0-1 0 0,30-5 420 0 0,-31 4-439 0 0,26-6-156 0 0,27-13-1 0 0,7-1-1704 0 0,-48 17-5749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1.5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9215 0 0,'5'-2'589'0'0,"2"0"0"0"0,-1 1 0 0 0,0-1-1 0 0,0 1 1 0 0,12 0 0 0 0,-2 0 246 0 0,1-2 151 0 0,26-2 1262 0 0,-39 5-2160 0 0,0 0 0 0 0,0 0-1 0 0,0 0 1 0 0,0 1-1 0 0,0-1 1 0 0,-1 1 0 0 0,1 0-1 0 0,5 2 1 0 0,-9-3-107 0 0,0 0 0 0 0,1 0 0 0 0,-1 0 0 0 0,0 1 0 0 0,0-1 0 0 0,1 0 0 0 0,-1 0 0 0 0,0 0 0 0 0,1 0 0 0 0,-1 1 1 0 0,0-1-1 0 0,0 0 0 0 0,1 0 0 0 0,-1 0 0 0 0,0 1 0 0 0,0-1 0 0 0,0 0 0 0 0,1 1 0 0 0,-1-1 0 0 0,0 0 0 0 0,0 0 0 0 0,0 1 0 0 0,0-1 0 0 0,0 0 0 0 0,0 1 0 0 0,0-1 0 0 0,1 0 1 0 0,-1 1-1 0 0,0-1 0 0 0,0 0 0 0 0,0 0 0 0 0,0 1 0 0 0,0-1 0 0 0,0 0 0 0 0,-1 1 0 0 0,-8 10-799 0 0,-16 5-1537 0 0,-19 2-2440 0 0,30-13 4054 0 0,1 0 1 0 0,-1 1-1 0 0,-19 12 0 0 0,32-17 816 0 0,0-1 0 0 0,1 1 0 0 0,-1-1 0 0 0,0 0 0 0 0,0 1 0 0 0,1 0 0 0 0,-1-1 0 0 0,0 1 0 0 0,0-1 0 0 0,1 1 0 0 0,-1 0 0 0 0,1 0 0 0 0,-1-1 0 0 0,1 1 0 0 0,-1 0 0 0 0,1 0 0 0 0,-1 0 0 0 0,1 0 0 0 0,0-1 0 0 0,0 1 0 0 0,-1 0 0 0 0,1 0 0 0 0,0 1 0 0 0,0-1 99 0 0,1-1 1 0 0,0 1-1 0 0,-1 0 1 0 0,1-1-1 0 0,-1 1 1 0 0,1 0-1 0 0,0-1 1 0 0,0 1-1 0 0,-1-1 1 0 0,1 0-1 0 0,0 1 1 0 0,0-1-1 0 0,0 0 1 0 0,0 1-1 0 0,-1-1 1 0 0,1 0-1 0 0,0 0 1 0 0,0 0-1 0 0,0 1 1 0 0,0-1-1 0 0,0 0 1 0 0,0 0-1 0 0,1-1 1 0 0,62 3 5754 0 0,-54-2-5764 0 0,0-1-1 0 0,0-1 1 0 0,0 0-1 0 0,13-3 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2.5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150 12 8287 0 0,'0'0'107'0'0,"0"-1"-1"0"0,0 1 1 0 0,0 0-1 0 0,0-1 1 0 0,0 1-1 0 0,0-1 1 0 0,0 1-1 0 0,0 0 0 0 0,0-1 1 0 0,0 1-1 0 0,0-1 1 0 0,0 1-1 0 0,0 0 1 0 0,0-1-1 0 0,0 1 1 0 0,-1 0-1 0 0,1-1 0 0 0,0 1 1 0 0,0-1-1 0 0,0 1 1 0 0,-1 0-1 0 0,1 0 1 0 0,0-1-1 0 0,0 1 1 0 0,-1 0-1 0 0,1-1 0 0 0,0 1 1 0 0,-1 0-1 0 0,1 0 1 0 0,0-1-1 0 0,-1 1 1 0 0,1 0-1 0 0,0 0 1 0 0,-1 0-1 0 0,0 0 161 0 0,-1 0 1 0 0,1 0-1 0 0,0 0 1 0 0,0 1-1 0 0,0-1 1 0 0,0 0-1 0 0,0 1 0 0 0,0-1 1 0 0,0 1-1 0 0,0-1 1 0 0,1 1-1 0 0,-3 1 1 0 0,-2 2 648 0 0,0 0 1 0 0,1 0 0 0 0,-7 8 0 0 0,2 1-406 0 0,1-1 1 0 0,1 1 0 0 0,0 0-1 0 0,1 1 1 0 0,0 0-1 0 0,1 0 1 0 0,-6 27 0 0 0,10-40-493 0 0,1 1 1 0 0,-1-1-1 0 0,1 1 1 0 0,0-1-1 0 0,0 1 1 0 0,0 0-1 0 0,0-1 1 0 0,0 1-1 0 0,0-1 1 0 0,0 1-1 0 0,0-1 1 0 0,1 1-1 0 0,-1-1 1 0 0,1 1-1 0 0,-1-1 1 0 0,1 1-1 0 0,0-1 1 0 0,-1 1-1 0 0,1-1 1 0 0,0 0-1 0 0,0 1 1 0 0,0-1-1 0 0,0 0 1 0 0,0 0-1 0 0,2 2 1 0 0,-1-2 6 0 0,1 0 0 0 0,-1 1 1 0 0,0-1-1 0 0,1-1 0 0 0,0 1 0 0 0,-1 0 1 0 0,1-1-1 0 0,0 1 0 0 0,-1-1 1 0 0,1 0-1 0 0,0 0 0 0 0,-1 0 1 0 0,1 0-1 0 0,2-1 0 0 0,65-12 160 0 0,-55 9-177 0 0,0 1 0 0 0,0 0 1 0 0,0 1-1 0 0,1 0 0 0 0,25 2 0 0 0,-39 0 16 0 0,1 0 0 0 0,-1 1 0 0 0,0-1-1 0 0,1 1 1 0 0,-1-1 0 0 0,0 1 0 0 0,0 0-1 0 0,0 0 1 0 0,1 0 0 0 0,-1 0 0 0 0,0 1-1 0 0,0-1 1 0 0,0 0 0 0 0,-1 1 0 0 0,1-1-1 0 0,0 1 1 0 0,-1 0 0 0 0,3 2 0 0 0,-3-1-8 0 0,1-1 0 0 0,-1 1 0 0 0,0 0 0 0 0,0 0 0 0 0,0 0 0 0 0,0 0 0 0 0,0 0 0 0 0,-1 0 0 0 0,1 0 0 0 0,-1 0 0 0 0,0 0 0 0 0,0 4 0 0 0,-1 3 3 0 0,0 0 0 0 0,-1 0 0 0 0,-1 0 0 0 0,1 0 0 0 0,-1 0-1 0 0,-1-1 1 0 0,-7 14 0 0 0,4-10-13 0 0,0 0 0 0 0,-1-1-1 0 0,-1 0 1 0 0,0-1 0 0 0,0 1-1 0 0,-15 11 1 0 0,16-16-4 0 0,0 0 0 0 0,-1-1 0 0 0,0 0 0 0 0,0-1 0 0 0,0 0 0 0 0,-1 0-1 0 0,1-1 1 0 0,-1-1 0 0 0,-15 5 0 0 0,15-6-73 0 0,0 0 0 0 0,0 0-1 0 0,-1-1 1 0 0,1-1 0 0 0,-13 0 0 0 0,20 0 34 0 0,0-1 0 0 0,0 1 0 0 0,0-1 0 0 0,0 0 0 0 0,0 1 0 0 0,0-2 0 0 0,1 1 0 0 0,-1 0 0 0 0,-4-3 0 0 0,5 3 19 0 0,1 0 0 0 0,-1-1 0 0 0,1 1 0 0 0,-1 0-1 0 0,1-1 1 0 0,0 1 0 0 0,0-1 0 0 0,0 1-1 0 0,0-1 1 0 0,0 0 0 0 0,0 1 0 0 0,0-1 0 0 0,1 0-1 0 0,-1 0 1 0 0,1 0 0 0 0,-1 1 0 0 0,1-3-1 0 0,-2-8-1990 0 0,0-2-6029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2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1 108 8751 0 0,'0'-3'268'0'0,"0"0"0"0"0,1 1 1 0 0,-1-1-1 0 0,1 1 0 0 0,0-1 0 0 0,0 0 0 0 0,0 1 0 0 0,0 0 0 0 0,0-1 0 0 0,1 1 0 0 0,-1 0 0 0 0,1-1 0 0 0,-1 1 0 0 0,5-3 0 0 0,-2 1 585 0 0,1 1 1 0 0,0 0-1 0 0,0 0 0 0 0,0 0 0 0 0,0 1 0 0 0,7-3 1 0 0,4-1 1131 0 0,31-7 0 0 0,53-2-852 0 0,-57 10-822 0 0,23-1-111 0 0,-38 7-6978 0 0,-19 0-772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6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300 39 6911 0 0,'1'-4'315'0'0,"1"1"1"0"0,0 0-1 0 0,0-1 0 0 0,0 1 0 0 0,0 0 0 0 0,3-3 0 0 0,-4 5-78 0 0,0 0 0 0 0,0 0-1 0 0,-1 0 1 0 0,1 0 0 0 0,0 0-1 0 0,0 0 1 0 0,0 1 0 0 0,0-1 0 0 0,0 0-1 0 0,0 1 1 0 0,0-1 0 0 0,0 1 0 0 0,0-1-1 0 0,0 1 1 0 0,1-1 0 0 0,-1 1 0 0 0,0 0-1 0 0,0-1 1 0 0,0 1 0 0 0,0 0-1 0 0,1 0 1 0 0,1 0 0 0 0,-1 2 10 0 0,-1-1 0 0 0,1 1-1 0 0,0 0 1 0 0,-1 0 0 0 0,1-1 0 0 0,-1 1 0 0 0,1 0 0 0 0,-1 1 0 0 0,0-1-1 0 0,0 0 1 0 0,0 0 0 0 0,0 0 0 0 0,0 1 0 0 0,0 3 0 0 0,3 10 260 0 0,-1-1 0 0 0,-1 1 0 0 0,0 0 0 0 0,-2 0 0 0 0,0 20 0 0 0,-3 0-111 0 0,-10 45 0 0 0,8-57-293 0 0,-1 1 1 0 0,-2-1-1 0 0,0 0 0 0 0,-1-1 0 0 0,-2 0 1 0 0,-16 28-1 0 0,17-36-66 0 0,0 0 1 0 0,-1-1-1 0 0,-1 0 1 0 0,0 0-1 0 0,-1-2 1 0 0,-1 1-1 0 0,1-2 1 0 0,-2 0-1 0 0,-23 14 0 0 0,34-22-22 0 0,0-1 0 0 0,-1 0 0 0 0,1 0 0 0 0,0 0 0 0 0,-1-1 0 0 0,1 0 0 0 0,-1 0 0 0 0,0 0 0 0 0,1 0 0 0 0,-1-1 0 0 0,0 1 0 0 0,0-1 0 0 0,-8-1 0 0 0,11 0-8 0 0,-1 0 1 0 0,0 0-1 0 0,0 0 1 0 0,1 0-1 0 0,-1 0 1 0 0,0 0 0 0 0,1-1-1 0 0,-1 1 1 0 0,1-1-1 0 0,0 0 1 0 0,0 1-1 0 0,-1-1 1 0 0,1 0 0 0 0,0-1-1 0 0,0 1 1 0 0,1 0-1 0 0,-1 0 1 0 0,0-1-1 0 0,1 1 1 0 0,0-1-1 0 0,-1 0 1 0 0,1 1 0 0 0,-1-4-1 0 0,-1-5 0 0 0,1 0 0 0 0,-1 0 0 0 0,2 0 0 0 0,0 0 0 0 0,0 0 0 0 0,1 0 0 0 0,0 0 0 0 0,1-1 0 0 0,0 1 0 0 0,1 0 0 0 0,0 1 0 0 0,1-1 0 0 0,0 0 0 0 0,1 1 0 0 0,0-1 0 0 0,0 1 0 0 0,1 0 0 0 0,1 0 0 0 0,8-11 0 0 0,-12 19-7 0 0,0 0 0 0 0,0 0 0 0 0,0 0 0 0 0,0 0 0 0 0,1 1 0 0 0,-1-1 0 0 0,0 1 0 0 0,1-1 0 0 0,0 1 0 0 0,-1 0 0 0 0,1 0 0 0 0,0 0 0 0 0,0 0 0 0 0,-1 0 0 0 0,1 1 0 0 0,0-1 0 0 0,0 1 0 0 0,0 0 0 0 0,0 0 0 0 0,0 0 0 0 0,0 0 0 0 0,-1 1 0 0 0,1-1 0 0 0,0 1 0 0 0,0-1 0 0 0,0 1 0 0 0,3 1 0 0 0,7 4 0 0 0,1 0 0 0 0,-1 1 0 0 0,0 0 0 0 0,13 10 0 0 0,-14-10 0 0 0,39 28 157 0 0,-1 2 1 0 0,48 47-1 0 0,-81-66-155 0 0,-14-14 0 0 0,0 0 0 0 0,1 0 0 0 0,-1 0 0 0 0,8 4 0 0 0,-10-7-32 0 0,1 0 1 0 0,-1 0-1 0 0,1-1 0 0 0,0 1 1 0 0,-1 0-1 0 0,1-1 1 0 0,0 1-1 0 0,0-1 0 0 0,-1 1 1 0 0,1-1-1 0 0,0 0 0 0 0,0 0 1 0 0,0 0-1 0 0,-1 0 1 0 0,1 0-1 0 0,0 0 0 0 0,2-1 1 0 0,9-3-771 0 0,0 0-231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7.0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 5063 0 0,'2'-5'270'0'0,"-1"4"-207"0"0,-1 0-1 0 0,0 0 1 0 0,0 0-1 0 0,1 0 1 0 0,-1 0 0 0 0,0 1-1 0 0,1-1 1 0 0,-1 0-1 0 0,1 0 1 0 0,-1 0 0 0 0,1 1-1 0 0,-1-1 1 0 0,1 0-1 0 0,-1 1 1 0 0,1-1 0 0 0,0 0-1 0 0,-1 1 1 0 0,1-1-1 0 0,0 1 1 0 0,0-1 0 0 0,-1 1-1 0 0,3-1 1 0 0,38-12 6564 0 0,-25 8-5036 0 0,0 0 0 0 0,20-2 0 0 0,-33 6-1437 0 0,10-1 145 0 0,1 0 0 0 0,0 1-1 0 0,0 1 1 0 0,0 0 0 0 0,19 2-1 0 0,-32-2-344 0 0,0 0-1 0 0,0 1 1 0 0,0-1 0 0 0,0 0-1 0 0,0 0 1 0 0,0 0 0 0 0,0 1-1 0 0,0-1 1 0 0,0 0 0 0 0,0 1-1 0 0,0-1 1 0 0,0 1 0 0 0,0 0-1 0 0,0-1 1 0 0,0 1 0 0 0,0-1-1 0 0,-1 1 1 0 0,1 0-1 0 0,0 0 1 0 0,-1 0 0 0 0,1-1-1 0 0,0 1 1 0 0,-1 0 0 0 0,1 0-1 0 0,-1 0 1 0 0,1 0 0 0 0,-1 0-1 0 0,1 0 1 0 0,-1 0 0 0 0,0 0-1 0 0,0 0 1 0 0,1 0 0 0 0,-1 0-1 0 0,0 0 1 0 0,0 0-1 0 0,0 0 1 0 0,0 0 0 0 0,0 0-1 0 0,0 1 1 0 0,-1-1 0 0 0,1 0-1 0 0,0 0 1 0 0,0 0 0 0 0,-1 0-1 0 0,1 0 1 0 0,-1 0 0 0 0,0 1-1 0 0,-2 4-686 0 0,0-1 0 0 0,-1 1 0 0 0,1-1-1 0 0,-1 1 1 0 0,0-1 0 0 0,-7 6 0 0 0,-42 35-4836 0 0,39-36 4723 0 0,1 1 0 0 0,1 1 0 0 0,-1-1 0 0 0,2 2 0 0 0,-14 18 0 0 0,24-30 894 0 0,1-1 0 0 0,-1 1 1 0 0,1 0-1 0 0,-1 0 0 0 0,1 0 0 0 0,-1 0 0 0 0,1 0 1 0 0,0 0-1 0 0,-1 0 0 0 0,1 0 0 0 0,0-1 1 0 0,0 1-1 0 0,-1 0 0 0 0,1 0 0 0 0,0 0 1 0 0,0 0-1 0 0,0 0 0 0 0,1 0 0 0 0,-1 2 0 0 0,0-2 96 0 0,1-1-1 0 0,-1 1 1 0 0,1-1-1 0 0,-1 1 1 0 0,1 0-1 0 0,-1-1 1 0 0,1 1-1 0 0,-1-1 1 0 0,1 1-1 0 0,-1-1 1 0 0,1 0-1 0 0,0 1 0 0 0,-1-1 1 0 0,1 0-1 0 0,0 1 1 0 0,-1-1-1 0 0,1 0 1 0 0,0 0-1 0 0,1 1 1 0 0,2 0 574 0 0,1-1 0 0 0,0 0 1 0 0,0 1-1 0 0,0-2 1 0 0,0 1-1 0 0,5-1 0 0 0,23-7 1937 0 0,0 0 0 0 0,56-24 1 0 0,-42 14-2186 0 0,-32 12-1429 0 0,29-14 0 0 0,-35 13-5355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7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0 139 1551 0 0,'3'-5'178'0'0,"-1"0"-1"0"0,1 0 1 0 0,0 0-1 0 0,0 0 1 0 0,1 1-1 0 0,0 0 1 0 0,-1-1-1 0 0,1 2 1 0 0,1-1-1 0 0,6-5 0 0 0,6-3 1927 0 0,0 0 0 0 0,1 1-1 0 0,0 1 1 0 0,1 1-1 0 0,34-13 1 0 0,-45 20-1771 0 0,-1 0 1 0 0,1 1 0 0 0,0-1-1 0 0,-1 1 1 0 0,1 1-1 0 0,0-1 1 0 0,0 1 0 0 0,0 1-1 0 0,-1-1 1 0 0,1 2-1 0 0,0-1 1 0 0,-1 1 0 0 0,1 0-1 0 0,-1 0 1 0 0,1 1-1 0 0,-1 0 1 0 0,0 0 0 0 0,11 8-1 0 0,-12-8-263 0 0,-1 1 0 0 0,0 0-1 0 0,0 0 1 0 0,-1 1 0 0 0,1 0 0 0 0,-1-1-1 0 0,0 2 1 0 0,0-1 0 0 0,-1 0-1 0 0,7 12 1 0 0,-8-12-54 0 0,-1 0 1 0 0,1-1-1 0 0,-1 1 0 0 0,0 0 0 0 0,0 0 1 0 0,0 0-1 0 0,-1 0 0 0 0,1 1 0 0 0,-1-1 1 0 0,-1 0-1 0 0,1 0 0 0 0,-1 0 0 0 0,0 0 1 0 0,-2 7-1 0 0,-4 7 22 0 0,-1 0 0 0 0,-1-1 0 0 0,-11 18 0 0 0,7-13 59 0 0,-12 31 1 0 0,22-47-87 0 0,0 0 0 0 0,1 1 0 0 0,0-1 0 0 0,0 1-1 0 0,1 0 1 0 0,0-1 0 0 0,1 1 0 0 0,0 13 0 0 0,0-18-217 0 0,1 0-1 0 0,-1-1 1 0 0,1 1-1 0 0,0-1 0 0 0,0 1 1 0 0,0 0-1 0 0,2 2 1 0 0,11 16-4924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7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6911 0 0,'7'16'1536'0'0,"-4"-3"553"0"0,4 14 4736 0 0,-7-26-6508 0 0,0 0 0 0 0,1 0 0 0 0,-1 0-1 0 0,1 0 1 0 0,-1 0 0 0 0,1 0 0 0 0,-1 0 0 0 0,1 0 0 0 0,0 0-1 0 0,0 0 1 0 0,-1-1 0 0 0,1 1 0 0 0,0 0 0 0 0,0 0 0 0 0,0-1-1 0 0,0 1 1 0 0,0-1 0 0 0,0 1 0 0 0,1 0 0 0 0,13-6 598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9.2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15 354 1839 0 0,'0'-1'201'0'0,"-1"1"0"0"0,0 0 0 0 0,1 0-1 0 0,-1 0 1 0 0,0 0 0 0 0,1 0 0 0 0,-1 1-1 0 0,0-1 1 0 0,0 0 0 0 0,1 0-1 0 0,-1 0 1 0 0,0 1 0 0 0,1-1 0 0 0,-1 0-1 0 0,1 1 1 0 0,-1-1 0 0 0,0 0-1 0 0,0 2 1 0 0,1-2-5 0 0,-1 0 0 0 0,1 1 0 0 0,0-1 0 0 0,0 1-1 0 0,0-1 1 0 0,0 0 0 0 0,0 1 0 0 0,0-1 0 0 0,0 0 0 0 0,0 1 0 0 0,0-1-1 0 0,0 1 1 0 0,0-1 0 0 0,0 0 0 0 0,0 1 0 0 0,0-1 0 0 0,0 1 0 0 0,0-1-1 0 0,0 0 1 0 0,1 1 0 0 0,-1-1 0 0 0,0 1 0 0 0,7 9 2825 0 0,-1-4-3658 0 0,-1-2 994 0 0,0 0 1 0 0,0-1-1 0 0,0 1 0 0 0,1-1 1 0 0,-1 0-1 0 0,1-1 0 0 0,0 1 1 0 0,-1-1-1 0 0,1 0 0 0 0,0-1 1 0 0,0 1-1 0 0,0-1 0 0 0,1 0 1 0 0,-1-1-1 0 0,0 0 0 0 0,7 0 1 0 0,4-1-144 0 0,0-1 0 0 0,-1-1 0 0 0,0 0 0 0 0,25-9 0 0 0,-25 7-101 0 0,-1-1 0 0 0,-1-1 0 0 0,1 0 0 0 0,-1-1-1 0 0,0-1 1 0 0,-1 0 0 0 0,0-1 0 0 0,13-13 0 0 0,-18 16-38 0 0,0-1-1 0 0,-1-1 1 0 0,0 1 0 0 0,0-1 0 0 0,-1 0 0 0 0,0-1 0 0 0,-1 0 0 0 0,0 0 0 0 0,0 0 0 0 0,-1 0 0 0 0,0-1 0 0 0,3-18 0 0 0,-6 22-64 0 0,0 0 0 0 0,-1-1 0 0 0,0 1 1 0 0,-1 0-1 0 0,0 0 0 0 0,0-1 1 0 0,0 1-1 0 0,-1 0 0 0 0,0 0 0 0 0,-1 0 1 0 0,1 0-1 0 0,-1 0 0 0 0,-1 1 1 0 0,-4-9-1 0 0,5 10-6 0 0,0 1 0 0 0,0 0 0 0 0,-1 0 0 0 0,1 0 1 0 0,-1 0-1 0 0,1 1 0 0 0,-1-1 0 0 0,0 1 0 0 0,-1 0 0 0 0,1 0 1 0 0,0 1-1 0 0,-1-1 0 0 0,0 1 0 0 0,1 0 0 0 0,-1 0 0 0 0,0 0 0 0 0,0 1 1 0 0,0 0-1 0 0,0 0 0 0 0,-1 0 0 0 0,-4 0 0 0 0,7 2-7 0 0,0-1-1 0 0,-1 1 0 0 0,1-1 1 0 0,0 1-1 0 0,0 0 0 0 0,0 0 1 0 0,0 0-1 0 0,0 1 0 0 0,0-1 1 0 0,1 1-1 0 0,-1 0 0 0 0,0-1 1 0 0,1 1-1 0 0,-1 1 0 0 0,1-1 1 0 0,0 0-1 0 0,-1 0 0 0 0,1 1 1 0 0,0-1-1 0 0,1 1 0 0 0,-1 0 1 0 0,0 0-1 0 0,1-1 0 0 0,-3 6 1 0 0,1 2-10 0 0,-1-1 0 0 0,1 1 0 0 0,0-1 0 0 0,1 1 0 0 0,0 0 1 0 0,-1 18-1 0 0,3-5-3 0 0,1 0 0 0 0,1-1 0 0 0,1 1 0 0 0,10 38 1 0 0,35 88 297 0 0,-28-93-100 0 0,1 5-85 0 0,9 24 292 0 0,20 100-1 0 0,-46-167-357 0 0,-2 1 0 0 0,0 0 0 0 0,-1-1 0 0 0,-2 23 0 0 0,1-39-79 0 0,0 0-1 0 0,0 0 1 0 0,0-1-1 0 0,0 1 1 0 0,-1 0-1 0 0,1-1 1 0 0,-1 1-1 0 0,1 0 1 0 0,-1-1-1 0 0,0 1 1 0 0,0-1-1 0 0,0 1 1 0 0,0-1-1 0 0,0 0 1 0 0,0 1-1 0 0,0-1 1 0 0,-2 3-1 0 0,1-4-19 0 0,1 1-1 0 0,0 0 0 0 0,-1-1 1 0 0,1 1-1 0 0,0-1 0 0 0,-1 1 0 0 0,1-1 1 0 0,-1 0-1 0 0,1 1 0 0 0,-1-1 0 0 0,1 0 1 0 0,0 0-1 0 0,-1 0 0 0 0,1 0 0 0 0,-1 0 1 0 0,1-1-1 0 0,-1 1 0 0 0,1 0 0 0 0,-1-1 1 0 0,-1 0-1 0 0,-7-3-1080 0 0,-2 0-11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9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7 123 4607 0 0,'-2'-6'283'0'0,"1"5"-216"0"0,1 0 0 0 0,-1 0 0 0 0,1 0-1 0 0,0 1 1 0 0,-1-1 0 0 0,1 0 0 0 0,0 0-1 0 0,-1 0 1 0 0,1 0 0 0 0,0 0 0 0 0,0 0-1 0 0,0-1 1 0 0,0 1 0 0 0,0 0 0 0 0,0 0-1 0 0,0 0 1 0 0,0 0 0 0 0,1 0 0 0 0,-1 0-1 0 0,0 0 1 0 0,0 0 0 0 0,1 0 0 0 0,-1 0-1 0 0,1 1 1 0 0,-1-1 0 0 0,1-1 0 0 0,4-3 879 0 0,1 1 0 0 0,-1 0-1 0 0,1 0 1 0 0,0 1 0 0 0,-1 0 0 0 0,2 0 0 0 0,-1 0 0 0 0,0 0 0 0 0,0 1 0 0 0,11-2 0 0 0,9-1 1118 0 0,38-3 1 0 0,-6 2-989 0 0,50-15-553 0 0,-63 9-6915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29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12 226 1375 0 0,'42'-86'1451'0'0,"-10"25"924"0"0,-27 51-1834 0 0,-1 0 446 0 0,1 0-1 0 0,-1 0 0 0 0,0 0 1 0 0,1-12-1 0 0,-4 22-925 0 0,-1-1 0 0 0,0 1 0 0 0,0 0-1 0 0,0 0 1 0 0,0 0 0 0 0,0 0 0 0 0,0-1 0 0 0,0 1 0 0 0,0 0-1 0 0,0 0 1 0 0,0 0 0 0 0,0-1 0 0 0,0 1 0 0 0,0 0 0 0 0,0 0-1 0 0,0 0 1 0 0,0 0 0 0 0,0-1 0 0 0,0 1 0 0 0,0 0 0 0 0,0 0-1 0 0,0 0 1 0 0,0-1 0 0 0,0 1 0 0 0,0 0 0 0 0,0 0 0 0 0,0 0-1 0 0,-1 0 1 0 0,1 0 0 0 0,0-1 0 0 0,0 1 0 0 0,0 0 0 0 0,0 0 0 0 0,0 0-1 0 0,0 0 1 0 0,-1 0 0 0 0,1 0 0 0 0,0-1 0 0 0,0 1 0 0 0,0 0-1 0 0,-1 0 1 0 0,-7 4 1413 0 0,-7 11-88 0 0,6-4-1065 0 0,0 1 1 0 0,1 0 0 0 0,1 1 0 0 0,0 0-1 0 0,0 0 1 0 0,1 1 0 0 0,1-1 0 0 0,0 1-1 0 0,-5 27 1 0 0,4-4 490 0 0,2 0 0 0 0,-1 64 0 0 0,6-55-246 0 0,2-1 1 0 0,12 67-1 0 0,-9-86-391 0 0,1 1-1 0 0,0-1 0 0 0,2-1 1 0 0,1 0-1 0 0,20 36 0 0 0,-23-48-50 0 0,-6-10-83 0 0,0 0-1 0 0,1-1 1 0 0,-1 1-1 0 0,1 0 1 0 0,0-1-1 0 0,-1 1 1 0 0,1-1-1 0 0,1 1 1 0 0,-1-1-1 0 0,0 0 1 0 0,0 0-1 0 0,4 3 1 0 0,-6-5-37 0 0,1 0 0 0 0,-1 0 0 0 0,0 0 0 0 0,0 0 0 0 0,0 0 0 0 0,0 0 0 0 0,1 0 0 0 0,-1 0 0 0 0,0 0 0 0 0,0 0 0 0 0,0-1 0 0 0,0 1 0 0 0,0 0 0 0 0,1 0 0 0 0,-1 0 0 0 0,0 0 0 0 0,0 0 0 0 0,0 0 0 0 0,0 0 0 0 0,0 0 0 0 0,0 0 0 0 0,1 0 0 0 0,-1-1 0 0 0,0 1 0 0 0,0 0 0 0 0,0 0 0 0 0,0 0 0 0 0,0 0 0 0 0,0 0 0 0 0,0-1 0 0 0,0 1 0 0 0,0 0 0 0 0,0 0 0 0 0,0 0 0 0 0,0 0 0 0 0,0-1 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0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44 218 5983 0 0,'-3'-2'378'0'0,"0"1"-1"0"0,0-1 0 0 0,0 0 0 0 0,0-1 0 0 0,0 1 1 0 0,1 0-1 0 0,-1-1 0 0 0,1 0 0 0 0,0 1 0 0 0,0-1 1 0 0,0 0-1 0 0,0 0 0 0 0,0 0 0 0 0,-2-7 0 0 0,3 8-67 0 0,0-1-1 0 0,1 0 0 0 0,-1 1 0 0 0,0-1 0 0 0,1 0 0 0 0,0 1 0 0 0,0-1 0 0 0,0 0 0 0 0,0 0 0 0 0,0 1 0 0 0,0-1 1 0 0,1 0-1 0 0,-1 1 0 0 0,1-1 0 0 0,0 0 0 0 0,0 1 0 0 0,0-1 0 0 0,0 1 0 0 0,2-4 0 0 0,3-3 83 0 0,1 1 0 0 0,0-1 0 0 0,0 2 0 0 0,1-1-1 0 0,0 1 1 0 0,0 0 0 0 0,1 1 0 0 0,15-9 0 0 0,-11 7-187 0 0,1 1 0 0 0,0 1 1 0 0,1 1-1 0 0,-1-1 0 0 0,22-3 1 0 0,-35 9-202 0 0,0 0 0 0 0,0-1 0 0 0,1 1 0 0 0,-1 0 0 0 0,0 0 0 0 0,0 0-1 0 0,0 0 1 0 0,1 0 0 0 0,-1 0 0 0 0,0 1 0 0 0,0-1 0 0 0,0 0 0 0 0,1 0 0 0 0,-1 1 0 0 0,0-1 0 0 0,0 1 0 0 0,0-1 0 0 0,0 1 0 0 0,0 0 0 0 0,0-1 0 0 0,0 1 0 0 0,2 1 0 0 0,-2 0 7 0 0,0 0 0 0 0,0 0 0 0 0,1 0 1 0 0,-1 0-1 0 0,0 0 0 0 0,-1 0 0 0 0,1 0 1 0 0,0 0-1 0 0,-1 0 0 0 0,1 0 0 0 0,0 4 0 0 0,-1 3 25 0 0,1 1-1 0 0,-1-1 0 0 0,-1 0 0 0 0,-2 17 0 0 0,-11 32-10 0 0,-32 86 1 0 0,5-20 19 0 0,46-126 213 0 0,6-11-163 0 0,13-17 11 0 0,12-24-102 0 0,-2-1 1 0 0,42-94-1 0 0,-63 124-4 0 0,-3 7 0 0 0,-21 33 0 0 0,-8 12 0 0 0,1 1 0 0 0,2 1 0 0 0,-13 31 0 0 0,24-49 0 0 0,1 1 0 0 0,0 0 0 0 0,1 0 0 0 0,0 0 0 0 0,1 0 0 0 0,0 1 0 0 0,1-1 0 0 0,0 0 0 0 0,1 1 0 0 0,1-1 0 0 0,2 15 0 0 0,-3-24 0 0 0,1 0 0 0 0,0 0 0 0 0,0 0 0 0 0,0 0 0 0 0,0 0 0 0 0,0 0 0 0 0,0 0 0 0 0,1-1 0 0 0,0 1 0 0 0,-1 0 0 0 0,1-1 0 0 0,0 0 0 0 0,0 1 0 0 0,1-1 0 0 0,-1 0 0 0 0,0 0 0 0 0,1 0 0 0 0,-1 0 0 0 0,1 0 0 0 0,0-1 0 0 0,-1 1 0 0 0,1-1 0 0 0,0 0 0 0 0,3 1 0 0 0,-1-1 0 0 0,0 0 0 0 0,-1 0 0 0 0,1 0 0 0 0,0-1 0 0 0,0 0 0 0 0,-1 0 0 0 0,1 0 0 0 0,0-1 0 0 0,0 0 0 0 0,-1 1 0 0 0,1-2 0 0 0,0 1 0 0 0,-1 0 0 0 0,1-1 0 0 0,3-2 0 0 0,-3 1-124 0 0,-1 2-28 0 0,-1 0 0 0 0,0-1 0 0 0,0 1-1 0 0,-1-1 1 0 0,1 0 0 0 0,0 0 0 0 0,-1 0-1 0 0,1 0 1 0 0,-1 0 0 0 0,1-1 0 0 0,2-3 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0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 8287 0 0,'31'-5'4659'0'0,"59"-11"2085"0"0,0-5-4705 0 0,11-2-8275 0 0,-68 17-418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1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4607 0 0,'0'0'40'0'0,"0"0"0"0"0,0-1-1 0 0,0 1 1 0 0,0 0-1 0 0,-1 0 1 0 0,1-1-1 0 0,0 1 1 0 0,0 0-1 0 0,0 0 1 0 0,0-1 0 0 0,0 1-1 0 0,0 0 1 0 0,1 0-1 0 0,-1 0 1 0 0,0-1-1 0 0,0 1 1 0 0,0 0-1 0 0,0 0 1 0 0,0-1 0 0 0,0 1-1 0 0,0 0 1 0 0,0 0-1 0 0,0 0 1 0 0,1-1-1 0 0,-1 1 1 0 0,0 0-1 0 0,0 0 1 0 0,0 0 0 0 0,0 0-1 0 0,1-1 1 0 0,-1 1-1 0 0,0 0 1 0 0,6 5 3017 0 0,3 13 1606 0 0,-4 2-2979 0 0,-1 0 1 0 0,-1 1-1 0 0,-1-1 1 0 0,-1 24-1 0 0,-7 85-280 0 0,5-115-1256 0 0,-1 36-12 0 0,-4 36-241 0 0,6-86 39 0 0,0 0 0 0 0,0 1 0 0 0,0-1 0 0 0,-1 0 1 0 0,1 0-1 0 0,0 1 0 0 0,0-1 0 0 0,0 0 0 0 0,0 1 0 0 0,0-1 1 0 0,0 0-1 0 0,0 1 0 0 0,-1-1 0 0 0,1 0 0 0 0,0 0 0 0 0,0 1 0 0 0,0-1 1 0 0,-1 0-1 0 0,1 0 0 0 0,0 0 0 0 0,0 1 0 0 0,0-1 0 0 0,-1 0 1 0 0,1 0-1 0 0,0 0 0 0 0,-1 0 0 0 0,1 1 0 0 0,0-1 0 0 0,0 0 0 0 0,-1 0 1 0 0,1 0-1 0 0,0 0 0 0 0,-1 0 0 0 0,1 0 0 0 0,0 0 0 0 0,-1 0 1 0 0,1 0-1 0 0,0 0 0 0 0,-1 0 0 0 0,1 0 0 0 0,0 0 0 0 0,0 0 0 0 0,-1 0 1 0 0,1 0-1 0 0,0 0 0 0 0,-1-1 0 0 0,1 1 0 0 0,0 0 0 0 0,0 0 1 0 0,-1 0-1 0 0,1-1 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1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 6447 0 0,'3'-5'288'0'0,"-1"3"56"0"0,1 0-280 0 0,-1 1-64 0 0,1 1 0 0 0,-1 0 0 0 0,1 0 1288 0 0,3 0 248 0 0,2 0 40 0 0,4-2 16 0 0,7 2-168 0 0,1-2-32 0 0,4 1-8 0 0,1-1 0 0 0,3-1-832 0 0,1-1-168 0 0,1 1-32 0 0,4-1-8320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2.1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34 9671 0 0,'-1'-8'308'0'0,"0"5"-215"0"0,1 1-1 0 0,0-1 1 0 0,-1 0-1 0 0,0 1 1 0 0,0-1-1 0 0,1 1 1 0 0,-4-5-1 0 0,4 7 47 0 0,-1 0 0 0 0,1 0 0 0 0,-1 0 0 0 0,1 0 0 0 0,-1 0 0 0 0,1 0 0 0 0,-1 0 0 0 0,1 0 0 0 0,-1 0 0 0 0,1 0 0 0 0,-1 0 0 0 0,1 1 0 0 0,-1-1 0 0 0,1 0 0 0 0,-1 0 0 0 0,1 1-1 0 0,0-1 1 0 0,-1 0 0 0 0,1 0 0 0 0,-1 1 0 0 0,1-1 0 0 0,0 1 0 0 0,-1-1 0 0 0,1 1 0 0 0,-12 11 1427 0 0,12-12-1434 0 0,-9 10 798 0 0,1 1 1 0 0,0 0-1 0 0,1 1 0 0 0,-8 16 0 0 0,-20 51 715 0 0,30-66-1510 0 0,5-12-134 0 0,-15 35 253 0 0,-13 54 1 0 0,25-80-219 0 0,1 1 0 0 0,0-1 1 0 0,1 1-1 0 0,0 0 0 0 0,1 0 1 0 0,0-1-1 0 0,0 1 0 0 0,1 0 1 0 0,1 0-1 0 0,3 12 0 0 0,-4-20-88 0 0,0 1 1 0 0,1-1-1 0 0,0 0 0 0 0,-1 0 0 0 0,1 0 0 0 0,0 0 1 0 0,1 0-1 0 0,-1 0 0 0 0,0 0 0 0 0,1-1 1 0 0,0 1-1 0 0,-1-1 0 0 0,1 0 0 0 0,3 2 0 0 0,0 0-387 0 0,0-1-1 0 0,0 0 1 0 0,0-1-1 0 0,0 0 1 0 0,0 0-1 0 0,13 3 1 0 0,-5-3-6652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2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0 261 2303 0 0,'22'-113'3350'0'0,"4"-35"8132"0"0,-31 226-8430 0 0,10 122 0 0 0,-5-197-3064 0 0,0 1 0 0 0,1-1 0 0 0,0 1 0 0 0,-1-1 0 0 0,1 0 0 0 0,0 1 0 0 0,0-1 0 0 0,1 0 0 0 0,-1 0 0 0 0,1 0 0 0 0,2 3 0 0 0,-4-5-42 0 0,0-1-1 0 0,0 0 0 0 0,1 0 1 0 0,-1 0-1 0 0,0 1 1 0 0,0-1-1 0 0,1 0 0 0 0,-1 0 1 0 0,0 0-1 0 0,1 0 1 0 0,-1 0-1 0 0,0 1 0 0 0,1-1 1 0 0,-1 0-1 0 0,0 0 1 0 0,1 0-1 0 0,-1 0 0 0 0,0 0 1 0 0,1 0-1 0 0,-1 0 1 0 0,0 0-1 0 0,0 0 0 0 0,1 0 1 0 0,-1-1-1 0 0,0 1 0 0 0,1 0 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2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54 2759 0 0,'4'-8'62'0'0,"-3"5"224"0"0,0 1 1 0 0,0-1-1 0 0,0 1 1 0 0,1 0-1 0 0,-1 0 1 0 0,1 0-1 0 0,-1 0 1 0 0,1 0-1 0 0,0 0 0 0 0,0 0 1 0 0,0 0-1 0 0,4-2 1 0 0,-4 2 291 0 0,1 0 1 0 0,0 0-1 0 0,0 1 1 0 0,0-1-1 0 0,0 1 1 0 0,0 0-1 0 0,0 0 1 0 0,1 0-1 0 0,-1 0 1 0 0,0 0-1 0 0,0 1 1 0 0,1 0-1 0 0,-1-1 1 0 0,0 1-1 0 0,1 0 0 0 0,-1 1 1 0 0,6 0-1 0 0,-5 0-294 0 0,-1 0-1 0 0,0 1 0 0 0,0-1 0 0 0,-1 1 1 0 0,1 0-1 0 0,0 0 0 0 0,0-1 0 0 0,-1 2 1 0 0,1-1-1 0 0,-1 0 0 0 0,0 1 0 0 0,1-1 1 0 0,-1 1-1 0 0,0-1 0 0 0,-1 1 0 0 0,1 0 1 0 0,0 0-1 0 0,1 4 0 0 0,1 3-181 0 0,-1 0-1 0 0,0 0 1 0 0,-1 1 0 0 0,0-1-1 0 0,0 1 1 0 0,-1-1 0 0 0,0 1-1 0 0,-2 19 1 0 0,-2 4-72 0 0,-10 45 1 0 0,-1-21-882 0 0,-34 90 0 0 0,32-105-6891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1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393 61 6911 0 0,'12'-34'1583'0'0,"-2"8"3954"0"0,-20 64-4468 0 0,-1-1 0 0 0,-2 0 0 0 0,-2-1-1 0 0,-32 59 1 0 0,36-77-462 0 0,-1-1 0 0 0,0 0-1 0 0,-1-1 1 0 0,-21 19 0 0 0,23-25-441 0 0,0-1 1 0 0,0 0 0 0 0,-1-1 0 0 0,0-1 0 0 0,-1 0 0 0 0,1 0-1 0 0,-17 5 1 0 0,26-11-167 0 0,-1 1 0 0 0,0-1 0 0 0,0 0 0 0 0,1 0 0 0 0,-1-1 0 0 0,0 1 0 0 0,0-1 0 0 0,0 0 0 0 0,0 1 0 0 0,0-2 0 0 0,0 1 0 0 0,0 0 0 0 0,1-1 0 0 0,-1 0 0 0 0,0 0 0 0 0,0 0 0 0 0,1 0 0 0 0,-1-1 0 0 0,0 0 0 0 0,1 1 0 0 0,0-1 0 0 0,-1 0 0 0 0,1-1 0 0 0,0 1 0 0 0,0-1 0 0 0,0 1 0 0 0,0-1 0 0 0,1 0 0 0 0,-1 0 0 0 0,1 0 0 0 0,-1 0 0 0 0,1 0 0 0 0,0-1 0 0 0,1 1 0 0 0,-1-1 0 0 0,0 1 0 0 0,1-1 0 0 0,0 0 0 0 0,0 0 0 0 0,0 1 0 0 0,0-1 0 0 0,1 0 0 0 0,-1 0 0 0 0,1-6 0 0 0,0 5 2 0 0,1 0 0 0 0,-1 0 0 0 0,1 0 0 0 0,0 0 1 0 0,0 0-1 0 0,1 1 0 0 0,-1-1 0 0 0,1 0 0 0 0,0 1 0 0 0,0-1 0 0 0,1 1 0 0 0,0 0 0 0 0,-1 0 0 0 0,1 0 0 0 0,5-5 0 0 0,-6 6 0 0 0,0 1 0 0 0,1 0 0 0 0,-1 1 0 0 0,0-1 0 0 0,1 0-1 0 0,-1 1 1 0 0,1-1 0 0 0,0 1 0 0 0,-1 0 0 0 0,1 0 0 0 0,0 0-1 0 0,0 0 1 0 0,0 0 0 0 0,-1 1 0 0 0,1-1 0 0 0,0 1 0 0 0,0 0-1 0 0,0 0 1 0 0,0 0 0 0 0,0 0 0 0 0,0 0 0 0 0,0 1 0 0 0,0 0-1 0 0,0-1 1 0 0,0 1 0 0 0,5 2 0 0 0,10 7 35 0 0,0 1 0 0 0,0 0 0 0 0,-1 1 0 0 0,25 24 1 0 0,17 11 149 0 0,-23-24-119 0 0,-26-18-91 0 0,0 1 0 0 0,0 1 0 0 0,17 14 0 0 0,-23-15-1321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4.6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241 548 4607 0 0,'2'-1'453'0'0,"1"1"-1"0"0,-1-1 0 0 0,1 0 0 0 0,-1 1 0 0 0,0-1 0 0 0,1 0 0 0 0,-1-1 0 0 0,0 1 0 0 0,0 0 0 0 0,0-1 0 0 0,3-2 0 0 0,21-20 3783 0 0,-24 22-4051 0 0,0 0-1 0 0,-1 0 1 0 0,1 0-1 0 0,0 0 1 0 0,-1 0-1 0 0,1-1 1 0 0,-1 1 0 0 0,0 0-1 0 0,0-1 1 0 0,0 1-1 0 0,0-1 1 0 0,0 1-1 0 0,0-1 1 0 0,-1 1-1 0 0,1-1 1 0 0,-1 0-1 0 0,0 1 1 0 0,0-1-1 0 0,0 0 1 0 0,0 0-1 0 0,0 1 1 0 0,0-1 0 0 0,-1 1-1 0 0,1-1 1 0 0,-1 0-1 0 0,0 1 1 0 0,0-1-1 0 0,0 1 1 0 0,0-1-1 0 0,0 1 1 0 0,-1 0-1 0 0,1-1 1 0 0,-1 1-1 0 0,1 0 1 0 0,-3-2-1 0 0,-6-6 76 0 0,-1 0 0 0 0,1 1 0 0 0,-1 0-1 0 0,-1 1 1 0 0,-17-9 0 0 0,19 11-106 0 0,5 3-143 0 0,0 0-1 0 0,0 1 1 0 0,0-1-1 0 0,-1 1 1 0 0,1 1-1 0 0,0-1 0 0 0,-1 1 1 0 0,1 0-1 0 0,-1 0 1 0 0,0 0-1 0 0,1 1 1 0 0,-1 0-1 0 0,0 0 1 0 0,1 0-1 0 0,-1 1 0 0 0,0 0 1 0 0,1 0-1 0 0,-1 0 1 0 0,1 1-1 0 0,0 0 1 0 0,-1 0-1 0 0,1 0 0 0 0,0 1 1 0 0,0-1-1 0 0,0 1 1 0 0,1 1-1 0 0,-1-1 1 0 0,1 1-1 0 0,-1-1 0 0 0,1 1 1 0 0,0 0-1 0 0,1 1 1 0 0,-1-1-1 0 0,1 1 1 0 0,0-1-1 0 0,0 1 0 0 0,0 0 1 0 0,1 0-1 0 0,-1 0 1 0 0,-1 8-1 0 0,1-2-10 0 0,0 0 1 0 0,1 1-1 0 0,0 0 0 0 0,0-1 0 0 0,2 1 0 0 0,-1 0 1 0 0,4 22-1 0 0,-2-25 15 0 0,0 0 0 0 0,1 0 1 0 0,0-1-1 0 0,1 1 0 0 0,0 0 1 0 0,0-1-1 0 0,1 0 0 0 0,0 0 1 0 0,0 0-1 0 0,1-1 0 0 0,6 8 0 0 0,-10-12 0 0 0,1-1 0 0 0,0 0 0 0 0,0 0 0 0 0,1 0 0 0 0,-1 0 0 0 0,0-1 0 0 0,1 1 0 0 0,-1 0 0 0 0,1-1 0 0 0,0 0 0 0 0,-1 0 0 0 0,1 0 0 0 0,0 0 0 0 0,0 0 0 0 0,3 1 0 0 0,-4-2 1 0 0,0 0 1 0 0,0 0-1 0 0,0 0 0 0 0,1-1 1 0 0,-1 1-1 0 0,0 0 1 0 0,0-1-1 0 0,0 1 0 0 0,1-1 1 0 0,-1 0-1 0 0,0 0 1 0 0,0 0-1 0 0,0 0 0 0 0,0 0 1 0 0,-1 0-1 0 0,1 0 1 0 0,0-1-1 0 0,0 1 0 0 0,-1-1 1 0 0,3-2-1 0 0,10-14 61 0 0,-1 0 0 0 0,-1 0 0 0 0,-1-2 0 0 0,0 1 0 0 0,8-24 0 0 0,20-51-33 0 0,-4-2-1 0 0,29-123 1 0 0,-56 189-43 0 0,-4 18 0 0 0,-1 0 0 0 0,0 0 0 0 0,-1 0 0 0 0,1-14 0 0 0,-3 26 0 0 0,0 0 0 0 0,0 0 0 0 0,0 0 0 0 0,0 0 0 0 0,0 0 0 0 0,0-1 0 0 0,0 1 0 0 0,0 0 0 0 0,0 0 0 0 0,0 0 0 0 0,0 0 0 0 0,0 0 0 0 0,0 0 0 0 0,0 0 0 0 0,0 0 0 0 0,0 0 0 0 0,0-1 0 0 0,0 1 0 0 0,0 0 0 0 0,0 0 0 0 0,0 0 0 0 0,0 0 0 0 0,0 0 0 0 0,0 0 0 0 0,0 0 0 0 0,0 0 0 0 0,0 0 0 0 0,0 0 0 0 0,0 0 0 0 0,0-1 0 0 0,-1 1 0 0 0,1 0 0 0 0,0 0 0 0 0,0 0 0 0 0,0 0 0 0 0,0 0 0 0 0,0 0 0 0 0,0 0 0 0 0,0 0 0 0 0,0 0 0 0 0,0 0 0 0 0,0 0 0 0 0,-1 0 0 0 0,1 0 0 0 0,0 0 0 0 0,0 0 0 0 0,0 0 0 0 0,-5 4 0 0 0,-2 7 0 0 0,1 3-6 0 0,1 0-1 0 0,0 1 1 0 0,1 0 0 0 0,1 0-1 0 0,-1 17 1 0 0,-2 78-42 0 0,6-89 46 0 0,3 149 20 0 0,0-143-63 0 0,1 1 0 0 0,1-1 0 0 0,2 0 0 0 0,10 29 0 0 0,-15-51-101 0 0,0-1 0 0 0,0 0 0 0 0,0 1 0 0 0,1-1-1 0 0,5 7 1 0 0,-1-5-634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4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147 48 3223 0 0,'2'-5'245'0'0,"0"-1"-1"0"0,-1 1 1 0 0,1 0-1 0 0,-2-1 1 0 0,2-8-1 0 0,-2 14-112 0 0,0-1-1 0 0,-1 1 0 0 0,1 0 1 0 0,0-1-1 0 0,0 1 1 0 0,-1 0-1 0 0,1-1 1 0 0,0 1-1 0 0,0 0 0 0 0,-1-1 1 0 0,1 1-1 0 0,0 0 1 0 0,-1 0-1 0 0,1-1 1 0 0,0 1-1 0 0,-1 0 0 0 0,1 0 1 0 0,0 0-1 0 0,-1-1 1 0 0,1 1-1 0 0,-1 0 1 0 0,1 0-1 0 0,0 0 0 0 0,-1 0 1 0 0,1 0-1 0 0,-1 0 1 0 0,1 0-1 0 0,0 0 1 0 0,-1 0-1 0 0,1 0 0 0 0,-1 0 1 0 0,1 0-1 0 0,0 0 1 0 0,-1 0-1 0 0,1 0 1 0 0,-1 1-1 0 0,1-1 0 0 0,-1 0 1 0 0,-16 5 3050 0 0,10 0-2519 0 0,1-1 0 0 0,0 1 0 0 0,0 0 0 0 0,0 0 0 0 0,0 1-1 0 0,1 0 1 0 0,0 0 0 0 0,-7 11 0 0 0,1 0 248 0 0,0 2 1 0 0,-8 19-1 0 0,15-26-743 0 0,-1 0 0 0 0,2 0 1 0 0,-1 0-1 0 0,2 0 0 0 0,-3 21 0 0 0,5-27-152 0 0,-1 0-1 0 0,1 0 0 0 0,0 0 0 0 0,1 0 0 0 0,-1 0 0 0 0,1 0 0 0 0,0 0 0 0 0,1 0 1 0 0,-1 0-1 0 0,1-1 0 0 0,1 1 0 0 0,-1-1 0 0 0,5 9 0 0 0,-5-12-121 0 0,0 1 0 0 0,1-1 0 0 0,-1 0 0 0 0,0 0 0 0 0,1 0 0 0 0,-1 0 0 0 0,1-1 0 0 0,-1 1 0 0 0,1-1 0 0 0,0 0 0 0 0,0 1 0 0 0,0-1-1 0 0,0 0 1 0 0,0-1 0 0 0,0 1 0 0 0,0 0 0 0 0,0-1 0 0 0,0 0 0 0 0,0 0 0 0 0,0 0 0 0 0,0 0 0 0 0,0 0 0 0 0,6-2 0 0 0,3 1-813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5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0 215 1839 0 0,'1'-4'395'0'0,"-1"-1"-1"0"0,1 1 1 0 0,-1 0-1 0 0,1-1 1 0 0,1 1-1 0 0,-1 0 1 0 0,1-1-1 0 0,2-4 1 0 0,21-33 5727 0 0,-11 19-4695 0 0,-5 9-368 0 0,4-8 1900 0 0,32-42 1 0 0,-45 64-2906 0 0,0 0 0 0 0,0-1 1 0 0,1 1-1 0 0,-1-1 0 0 0,0 1 1 0 0,1 0-1 0 0,-1-1 1 0 0,0 1-1 0 0,1 0 0 0 0,-1-1 1 0 0,0 1-1 0 0,1 0 0 0 0,-1 0 1 0 0,1-1-1 0 0,-1 1 1 0 0,0 0-1 0 0,1 0 0 0 0,-1 0 1 0 0,1 0-1 0 0,-1-1 0 0 0,1 1 1 0 0,-1 0-1 0 0,1 0 1 0 0,-1 0-1 0 0,0 0 0 0 0,2 0 1 0 0,-2 1-9 0 0,0-1 0 0 0,1 0 0 0 0,-1 1 0 0 0,1-1 0 0 0,-1 1 0 0 0,0-1 0 0 0,0 1 0 0 0,1-1 0 0 0,-1 1 0 0 0,0-1 0 0 0,0 1 0 0 0,0-1 0 0 0,1 1 0 0 0,-1-1 0 0 0,0 1 0 0 0,0-1 0 0 0,0 1 0 0 0,0 0 0 0 0,0 28 414 0 0,-13 48-363 0 0,8-51-55 0 0,0 1 0 0 0,2 0-1 0 0,0 50 1 0 0,3-76-98 0 0,0-1 1 0 0,0 1-1 0 0,0 0 0 0 0,0 0 0 0 0,0-1 0 0 0,0 1 0 0 0,0 0 1 0 0,0 0-1 0 0,1-1 0 0 0,-1 1 0 0 0,0 0 0 0 0,0-1 1 0 0,0 1-1 0 0,1 0 0 0 0,-1-1 0 0 0,0 1 0 0 0,1 0 0 0 0,-1-1 1 0 0,1 1-1 0 0,-1-1 0 0 0,1 1 0 0 0,-1 0 0 0 0,1-1 1 0 0,-1 1-1 0 0,1-1 0 0 0,0 0 0 0 0,-1 1 0 0 0,1-1 0 0 0,-1 1 1 0 0,1-1-1 0 0,0 0 0 0 0,-1 0 0 0 0,1 1 0 0 0,0-1 0 0 0,0 0 1 0 0,1 0-1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5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 3223 0 0,'1'-1'151'0'0,"0"0"0"0"0,-1 0 0 0 0,1 0 0 0 0,0 0 0 0 0,0 1-1 0 0,0-1 1 0 0,0 0 0 0 0,0 0 0 0 0,0 1 0 0 0,0-1 0 0 0,0 0-1 0 0,0 1 1 0 0,0-1 0 0 0,0 1 0 0 0,0-1 0 0 0,0 1 0 0 0,0 0-1 0 0,0 0 1 0 0,1-1 0 0 0,-1 1 0 0 0,2 0 0 0 0,0 0 314 0 0,-1 1 0 0 0,1-1 1 0 0,-1 0-1 0 0,1 1 1 0 0,-1 0-1 0 0,1 0 0 0 0,-1 0 1 0 0,1 0-1 0 0,3 2 0 0 0,-1 0 292 0 0,0 1 0 0 0,0-1-1 0 0,0 1 1 0 0,-1 0 0 0 0,0 0 0 0 0,0 1-1 0 0,0-1 1 0 0,5 8 0 0 0,-5-5-503 0 0,-1 0 0 0 0,0 1 0 0 0,0-1-1 0 0,0 0 1 0 0,-1 1 0 0 0,-1-1 0 0 0,1 1 0 0 0,-1 0 0 0 0,0 0 0 0 0,-1-1 0 0 0,0 1 0 0 0,0 0-1 0 0,-1 0 1 0 0,0 0 0 0 0,0-1 0 0 0,-1 1 0 0 0,-4 12 0 0 0,0-5-607 0 0,0 0-1 0 0,-1 0 1 0 0,-1-1 0 0 0,0 0 0 0 0,-1 0-1 0 0,-1-1 1 0 0,-15 17 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5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 8287 0 0,'1'-1'107'0'0,"0"0"0"0"0,0 1 0 0 0,0-1 0 0 0,0 0 0 0 0,1 1 0 0 0,-1-1 0 0 0,0 1 0 0 0,0-1 0 0 0,1 1 0 0 0,-1 0 0 0 0,0-1 0 0 0,0 1 0 0 0,1 0-1 0 0,-1 0 1 0 0,0 0 0 0 0,1 0 0 0 0,-1 0 0 0 0,0 0 0 0 0,1 0 0 0 0,1 1 0 0 0,1 1 496 0 0,0-1-1 0 0,0 1 1 0 0,-1 0 0 0 0,1 0-1 0 0,4 4 1 0 0,-3-3-233 0 0,8 8 363 0 0,1 0 1 0 0,-1 1-1 0 0,-1 0 0 0 0,0 1 0 0 0,-1 0 0 0 0,-1 1 1 0 0,13 19-1 0 0,-6-3-134 0 0,-1 1 0 0 0,20 54 0 0 0,-24-53-492 0 0,-2 1 0 0 0,-1 1 1 0 0,-2-1-1 0 0,-1 1 0 0 0,-2 0 0 0 0,-1 1 1 0 0,-2-1-1 0 0,-3 44 0 0 0,-3-51 28 0 0,0 0 0 0 0,-1-1 0 0 0,-2 1 1 0 0,-18 41-1 0 0,-22 32-1633 0 0,14-36-3567 0 0,32-61 4660 0 0,-15 28-6843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6.3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332 72 3223 0 0,'5'-17'79'0'0,"4"-11"1597"0"0,-8 26-1017 0 0,0-1 0 0 0,1 0-1 0 0,-1 0 1 0 0,1 1 0 0 0,-1-1 0 0 0,1 1 0 0 0,2-3 0 0 0,-3 5-531 0 0,-1 0 0 0 0,0-1 0 0 0,0 1 1 0 0,0 0-1 0 0,1 0 0 0 0,-1-1 0 0 0,0 1 0 0 0,0 0 1 0 0,1 0-1 0 0,-1 0 0 0 0,0-1 0 0 0,0 1 1 0 0,1 0-1 0 0,-1 0 0 0 0,0 0 0 0 0,1 0 0 0 0,-1 0 1 0 0,0 0-1 0 0,1 0 0 0 0,-1 0 0 0 0,0-1 1 0 0,1 1-1 0 0,-1 0 0 0 0,1 1 0 0 0,1 5 1797 0 0,-4 15 528 0 0,2-18-1334 0 0,-4 3-371 0 0,-9 18 160 0 0,-2-1-1 0 0,-32 42 1 0 0,-196 174-55 0 0,229-228-819 0 0,-7 5 19 0 0,20-15-31 0 0,0-1 0 0 0,0 1 0 0 0,0 0 0 0 0,0 0 1 0 0,0 0-1 0 0,1 0 0 0 0,-1 0 0 0 0,0 0 0 0 0,1 0 0 0 0,-1 0 0 0 0,1 1 0 0 0,-1-1 0 0 0,1 0 0 0 0,0 0 1 0 0,0 0-1 0 0,-1 2 0 0 0,1-2-21 0 0,1 0 0 0 0,-1 0 0 0 0,1 0-1 0 0,-1 0 1 0 0,0-1 0 0 0,1 1 0 0 0,0 0 0 0 0,-1 0 0 0 0,1 0 0 0 0,-1-1 0 0 0,1 1 0 0 0,0 0 0 0 0,0-1 0 0 0,-1 1 0 0 0,1 0 0 0 0,0-1 0 0 0,2 2-1 0 0,15 7-3 0 0,-4-4 71 0 0,1 0 0 0 0,-1-2 0 0 0,0 0 0 0 0,31 3 0 0 0,60-5 567 0 0,-1 0-285 0 0,-103-1-352 0 0,22 4 70 0 0,-23-4-66 0 0,0 0 0 0 0,1 0 1 0 0,-1 0-1 0 0,0 0 0 0 0,0 0 0 0 0,1 0 1 0 0,-1 0-1 0 0,0 0 0 0 0,1 0 0 0 0,-1 0 1 0 0,0 1-1 0 0,0-1 0 0 0,1 0 0 0 0,-1 0 1 0 0,0 0-1 0 0,0 0 0 0 0,1 1 0 0 0,-1-1 1 0 0,0 0-1 0 0,0 0 0 0 0,0 1 0 0 0,1-1 0 0 0,-1 0 1 0 0,0 0-1 0 0,0 1 0 0 0,0-1 0 0 0,0 0 1 0 0,0 0-1 0 0,1 1 0 0 0,-1-1 0 0 0,0 0 1 0 0,0 1-1 0 0,0-1 0 0 0,0 0 0 0 0,0 1 1 0 0,0-1-1 0 0,0 0 0 0 0,0 0 0 0 0,0 1 1 0 0,0-1-1 0 0,0 0 0 0 0,0 1 0 0 0,0-1 1 0 0,-1 0-1 0 0,1 1 0 0 0,0-1 0 0 0,0 0 1 0 0,0 0-1 0 0,0 1 0 0 0,0-1 0 0 0,-1 0 1 0 0,1 0-1 0 0,0 1 0 0 0,0-1 0 0 0,0 0 0 0 0,-1 0 1 0 0,1 0-1 0 0,0 1 0 0 0,-1-1 0 0 0,-36 31-1584 0 0,32-25 1031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6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1 403 5983 0 0,'13'-3'1993'0'0,"1"1"-1"0"0,-1 1 0 0 0,15 0 1 0 0,-13 0 347 0 0,23-3 0 0 0,-32 3-2277 0 0,1-1 1 0 0,0 0 0 0 0,-1 0 0 0 0,1-1 0 0 0,-1 0 0 0 0,0 0 0 0 0,0 0 0 0 0,0-1 0 0 0,0 1 0 0 0,-1-1 0 0 0,1-1 0 0 0,8-9 0 0 0,-8 7 67 0 0,0 0 0 0 0,-1 0 0 0 0,0-1 0 0 0,0 0 0 0 0,-1 0 0 0 0,0 0 1 0 0,-1 0-1 0 0,0-1 0 0 0,3-9 0 0 0,-3 5-15 0 0,-1 1 0 0 0,0 0 1 0 0,-1-1-1 0 0,0 1 0 0 0,-1-1 1 0 0,0 1-1 0 0,-1-1 0 0 0,-1 1 0 0 0,0-1 1 0 0,0 1-1 0 0,-1 0 0 0 0,-1 0 1 0 0,0 0-1 0 0,-8-16 0 0 0,10 24-114 0 0,-1 0 1 0 0,0 0-1 0 0,1 0 0 0 0,-1 0 1 0 0,-1 1-1 0 0,1-1 0 0 0,0 1 0 0 0,-1 0 1 0 0,0 0-1 0 0,0 0 0 0 0,0 1 1 0 0,0-1-1 0 0,-6-2 0 0 0,8 4-1 0 0,1 1 0 0 0,-1-1 0 0 0,0 1 0 0 0,0-1 0 0 0,0 1-1 0 0,0 0 1 0 0,0 0 0 0 0,0 0 0 0 0,0 0 0 0 0,0 0 0 0 0,0 0 0 0 0,0 0 0 0 0,0 1 0 0 0,1-1-1 0 0,-1 1 1 0 0,0-1 0 0 0,0 1 0 0 0,0 0 0 0 0,0-1 0 0 0,1 1 0 0 0,-1 0 0 0 0,0 0 0 0 0,1 1-1 0 0,-1-1 1 0 0,1 0 0 0 0,-1 0 0 0 0,1 1 0 0 0,0-1 0 0 0,-1 1 0 0 0,1-1 0 0 0,0 1 0 0 0,0 0-1 0 0,0-1 1 0 0,0 1 0 0 0,0 2 0 0 0,-4 6-1 0 0,1 1 0 0 0,0-1 0 0 0,1 1 0 0 0,0 0 0 0 0,1 0 0 0 0,0 1 0 0 0,1-1 0 0 0,0 0 0 0 0,1 0 0 0 0,2 17 0 0 0,2 14 0 0 0,14 57 0 0 0,-17-98 0 0 0,83 336 840 0 0,-34-147-451 0 0,-47-180-367 0 0,-1 1 0 0 0,0-1-1 0 0,0 0 1 0 0,-1 1 0 0 0,0 0-1 0 0,-1-1 1 0 0,0 1 0 0 0,-3 16-1 0 0,3-26-84 0 0,0-1-1 0 0,0 1 1 0 0,0 0-1 0 0,-1 0 1 0 0,1-1-1 0 0,0 1 1 0 0,-1 0-1 0 0,1-1 1 0 0,0 1 0 0 0,-1 0-1 0 0,1-1 1 0 0,-1 1-1 0 0,1 0 1 0 0,-1-1-1 0 0,0 1 1 0 0,1-1-1 0 0,-1 1 1 0 0,1-1-1 0 0,-1 0 1 0 0,0 1-1 0 0,1-1 1 0 0,-1 1-1 0 0,0-1 1 0 0,0 0 0 0 0,1 0-1 0 0,-1 1 1 0 0,-1-1-1 0 0,0 0-411 0 0,0 0 0 0 0,1 0 0 0 0,-1 0-1 0 0,0 0 1 0 0,0-1 0 0 0,0 1 0 0 0,1 0 0 0 0,-1-1 0 0 0,0 0-1 0 0,-2 0 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7.1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83 4607 0 0,'1'-2'329'0'0,"0"1"0"0"0,1 0 0 0 0,0 0 0 0 0,-1 0 0 0 0,1 0 0 0 0,0 0 0 0 0,-1 0 0 0 0,1 0 0 0 0,0 0 0 0 0,0 1 0 0 0,0-1 0 0 0,0 1 0 0 0,2-1 0 0 0,1 0 473 0 0,73-19 7100 0 0,44-1-4425 0 0,-53 10-2751 0 0,3 2-322 0 0,-21 4-2905 0 0,-39 3-4731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7.4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60 2303 0 0,'10'-24'-53'0'0,"0"2"1514"0"0,-5 8 5070 0 0,-40 126 3426 0 0,5 5-7251 0 0,18-61-2512 0 0,3 1-1 0 0,-3 69 1 0 0,12-111-103 0 0,0 0 0 0 0,1 0 0 0 0,1 0 0 0 0,0 0 1 0 0,7 22-1 0 0,-7-31-223 0 0,0 0-1 0 0,0 0 1 0 0,0 0 0 0 0,1 0 0 0 0,0-1 0 0 0,0 1-1 0 0,1-1 1 0 0,-1 1 0 0 0,1-1 0 0 0,0 0 0 0 0,1-1 0 0 0,-1 1-1 0 0,1-1 1 0 0,0 0 0 0 0,7 5 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7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1 113 6447 0 0,'2'-5'184'0'0,"1"0"-1"0"0,-1 1 0 0 0,1-1 0 0 0,0 1 0 0 0,1 0 1 0 0,-1 0-1 0 0,1 0 0 0 0,0 0 0 0 0,8-5 0 0 0,-2 0 800 0 0,0 2 0 0 0,1 0-1 0 0,0 0 1 0 0,0 1-1 0 0,1 0 1 0 0,0 1 0 0 0,0 0-1 0 0,16-4 1 0 0,-23 8-678 0 0,0 0-1 0 0,1 0 1 0 0,0 1 0 0 0,-1-1 0 0 0,1 1-1 0 0,-1 1 1 0 0,1-1 0 0 0,-1 1 0 0 0,10 2-1 0 0,-12-2-206 0 0,1 0-1 0 0,-1 1 0 0 0,1-1 0 0 0,-1 1 0 0 0,1 0 1 0 0,-1 0-1 0 0,0 1 0 0 0,0-1 0 0 0,0 1 1 0 0,0-1-1 0 0,0 1 0 0 0,-1 0 0 0 0,1 0 0 0 0,-1 0 1 0 0,3 4-1 0 0,-2 0-68 0 0,1 1 0 0 0,-1-1 0 0 0,0 1 1 0 0,0-1-1 0 0,-1 1 0 0 0,0 0 0 0 0,-1 0 1 0 0,1 0-1 0 0,-1 0 0 0 0,-1 1 0 0 0,0-1 0 0 0,0 0 1 0 0,-1 0-1 0 0,0 0 0 0 0,0 0 0 0 0,-1 0 1 0 0,0 0-1 0 0,0 0 0 0 0,-1 0 0 0 0,0-1 0 0 0,0 1 1 0 0,-1-1-1 0 0,0 0 0 0 0,0 0 0 0 0,0 0 0 0 0,-1 0 1 0 0,0-1-1 0 0,-1 0 0 0 0,0 0 0 0 0,1 0 1 0 0,-2-1-1 0 0,1 0 0 0 0,-10 6 0 0 0,16-11-29 0 0,0 0 0 0 0,0 0 1 0 0,0 0-1 0 0,0 0 0 0 0,0 0 0 0 0,0-1 0 0 0,0 1 1 0 0,0 0-1 0 0,0 0 0 0 0,0 0 0 0 0,0 0 0 0 0,0 0 0 0 0,0 0 1 0 0,0 0-1 0 0,-1 0 0 0 0,1 0 0 0 0,0 0 0 0 0,0 0 0 0 0,0 0 1 0 0,0 0-1 0 0,0 0 0 0 0,0 0 0 0 0,0 0 0 0 0,0 0 0 0 0,0 0 1 0 0,0 0-1 0 0,0 0 0 0 0,0 0 0 0 0,0-1 0 0 0,0 1 0 0 0,0 0 1 0 0,0 0-1 0 0,-1 0 0 0 0,1 0 0 0 0,0 0 0 0 0,0 0 0 0 0,0 0 1 0 0,0 0-1 0 0,0 0 0 0 0,0 0 0 0 0,0 1 0 0 0,0-1 0 0 0,0 0 1 0 0,0 0-1 0 0,0 0 0 0 0,0 0 0 0 0,0 0 0 0 0,0 0 0 0 0,0 0 1 0 0,-1 0-1 0 0,1 0 0 0 0,0 0 0 0 0,0 0 0 0 0,0 0 0 0 0,0 0 1 0 0,0 0-1 0 0,0 0 0 0 0,0 0 0 0 0,5-8 22 0 0,8-9 10 0 0,62-62-32 0 0,-61 63 0 0 0,-1-1 0 0 0,-2 0 0 0 0,13-23 0 0 0,-13 20 0 0 0,-5 10 0 0 0,0-1 0 0 0,-1 1 0 0 0,0-1 0 0 0,5-21 0 0 0,-10 32 1 0 0,0 0-1 0 0,0 0 1 0 0,0 0-1 0 0,0 1 1 0 0,0-1-1 0 0,0 0 0 0 0,0 0 1 0 0,0 0-1 0 0,-1 0 1 0 0,1 0-1 0 0,0 0 1 0 0,0 0-1 0 0,0 0 1 0 0,0 0-1 0 0,0 0 1 0 0,0 0-1 0 0,0 0 1 0 0,0 0-1 0 0,0 0 1 0 0,0 0-1 0 0,0 0 1 0 0,0 0-1 0 0,0 0 1 0 0,0 0-1 0 0,-1 0 1 0 0,1 0-1 0 0,0 0 0 0 0,0 0 1 0 0,0 0-1 0 0,0 0 1 0 0,0 0-1 0 0,0 0 1 0 0,0 0-1 0 0,0 0 1 0 0,0 0-1 0 0,0 0 1 0 0,0 0-1 0 0,0 0 1 0 0,0 0-1 0 0,-1 0 1 0 0,1 0-1 0 0,0 0 1 0 0,0 0-1 0 0,0 0 1 0 0,0 0-1 0 0,0 0 1 0 0,0 0-1 0 0,0 0 1 0 0,0 0-1 0 0,0-1 0 0 0,0 1 1 0 0,0 0-1 0 0,0 0 1 0 0,0 0-1 0 0,0 0 1 0 0,0 0-1 0 0,0 0 1 0 0,0 0-1 0 0,0 0 1 0 0,0 0-1 0 0,0 0 1 0 0,0 0-1 0 0,0 0 1 0 0,0-1-1 0 0,0 1 1 0 0,0 0-1 0 0,0 0 1 0 0,0 0-1 0 0,0 0 0 0 0,-9 7 85 0 0,-8 9 142 0 0,5-2-260 0 0,1 1 0 0 0,0-1 0 0 0,1 2 0 0 0,1-1 0 0 0,0 1 0 0 0,1 1 0 0 0,1 0 0 0 0,-6 18 0 0 0,12-30 61 0 0,0 0-1 0 0,0 1 0 0 0,0 0 1 0 0,1-1-1 0 0,-1 1 0 0 0,1-1 1 0 0,1 1-1 0 0,-1 0 1 0 0,1-1-1 0 0,0 1 0 0 0,0-1 1 0 0,4 9-1 0 0,-4-11-8 0 0,1 1 0 0 0,-1-1 0 0 0,1 0 0 0 0,0 1 0 0 0,0-1 0 0 0,1 0 0 0 0,-1-1 0 0 0,1 1 0 0 0,-1 0 0 0 0,1-1 0 0 0,0 1 0 0 0,0-1 0 0 0,0 0 0 0 0,0 0 0 0 0,0 0 0 0 0,1 0 0 0 0,-1-1 0 0 0,1 1 0 0 0,4 0 0 0 0,0 0-85 0 0,0 0-1 0 0,0-1 1 0 0,0-1-1 0 0,0 1 1 0 0,0-1-1 0 0,15-2 1 0 0,-17 1-549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8.1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68 8287 0 0,'0'-1'129'0'0,"0"0"0"0"0,1 0 1 0 0,-1 0-1 0 0,0 0 0 0 0,1 0 0 0 0,-1 0 0 0 0,1 0 0 0 0,0 0 0 0 0,-1 0 0 0 0,1 1 0 0 0,0-1 0 0 0,0 0 0 0 0,-1 0 0 0 0,1 1 0 0 0,0-1 0 0 0,0 0 0 0 0,0 1 0 0 0,0-1 0 0 0,0 1 0 0 0,0-1 0 0 0,0 1 0 0 0,0-1 0 0 0,0 1 1 0 0,2-1-1 0 0,34-8 3279 0 0,-24 6-2683 0 0,86-15 4265 0 0,0 9-3931 0 0,-26 2-2941 0 0,-49 4-5253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38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0 10591 0 0,'3'1'188'0'0,"0"0"-1"0"0,-1-1 0 0 0,1 1 1 0 0,0 0-1 0 0,-1 1 0 0 0,1-1 1 0 0,-1 0-1 0 0,0 1 0 0 0,1 0 1 0 0,-1-1-1 0 0,0 1 1 0 0,0 0-1 0 0,0 0 0 0 0,0 0 1 0 0,0 0-1 0 0,2 4 0 0 0,2 3 1245 0 0,-1 1 0 0 0,9 19 0 0 0,-9-17-1006 0 0,7 16 199 0 0,-2 2-1 0 0,-1-1 1 0 0,-1 1 0 0 0,-2 0-1 0 0,-1 1 1 0 0,2 35 0 0 0,-5-23-440 0 0,-3 0 1 0 0,-1 1-1 0 0,-14 78 0 0 0,8-88-469 0 0,-2 0 0 0 0,0 0-1 0 0,-3-1 1 0 0,-1-1-1 0 0,-27 47 1 0 0,8-25-7567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49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38 223 4143 0 0,'-3'-1'255'0'0,"1"0"0"0"0,0 0-1 0 0,0 0 1 0 0,-1-1-1 0 0,1 1 1 0 0,0-1-1 0 0,0 1 1 0 0,1-1-1 0 0,-1 0 1 0 0,0 0-1 0 0,1 0 1 0 0,-1 0 0 0 0,1 0-1 0 0,-1 0 1 0 0,1 0-1 0 0,0 0 1 0 0,0 0-1 0 0,0-1 1 0 0,0 1-1 0 0,0 0 1 0 0,1-1-1 0 0,-1 1 1 0 0,1-1 0 0 0,-1 1-1 0 0,1-1 1 0 0,0 1-1 0 0,0-1 1 0 0,0 1-1 0 0,0-1 1 0 0,1 1-1 0 0,-1-1 1 0 0,1 1-1 0 0,-1-1 1 0 0,1 1 0 0 0,0 0-1 0 0,0-1 1 0 0,0 1-1 0 0,0 0 1 0 0,0 0-1 0 0,1 0 1 0 0,-1-1-1 0 0,1 2 1 0 0,-1-1 0 0 0,1 0-1 0 0,2-2 1 0 0,7-5 112 0 0,0 0 1 0 0,1 0-1 0 0,0 1 1 0 0,0 1 0 0 0,1 0-1 0 0,0 0 1 0 0,0 1-1 0 0,1 1 1 0 0,0 1-1 0 0,0 0 1 0 0,0 0 0 0 0,21-2-1 0 0,-33 6-329 0 0,1 0 0 0 0,-1 0-1 0 0,1 0 1 0 0,0 0 0 0 0,-1 1-1 0 0,1-1 1 0 0,-1 0 0 0 0,1 1-1 0 0,-1 0 1 0 0,1 0 0 0 0,-1 0-1 0 0,0 0 1 0 0,1 0 0 0 0,-1 0 0 0 0,0 0-1 0 0,0 1 1 0 0,0-1 0 0 0,0 1-1 0 0,0 0 1 0 0,0 0 0 0 0,0-1-1 0 0,-1 1 1 0 0,1 0 0 0 0,0 0-1 0 0,-1 1 1 0 0,0-1 0 0 0,0 0 0 0 0,1 0-1 0 0,-1 1 1 0 0,1 4 0 0 0,0 0-16 0 0,-1-1 0 0 0,0 1 0 0 0,0-1 1 0 0,-1 1-1 0 0,1 0 0 0 0,-1-1 0 0 0,-1 1 1 0 0,1 0-1 0 0,-1-1 0 0 0,-3 12 0 0 0,-11 27 133 0 0,-21 44 0 0 0,8-21-26 0 0,17-44-65 0 0,8-18-13 0 0,0 0 0 0 0,0 0-1 0 0,1 1 1 0 0,0 0 0 0 0,0-1 0 0 0,0 1 0 0 0,-1 12 0 0 0,3-19-50 0 0,0 0 0 0 0,0 1 0 0 0,0-1-1 0 0,0 0 1 0 0,0 0 0 0 0,0 0 0 0 0,0 0 0 0 0,0 0 0 0 0,0 0 0 0 0,0 0 0 0 0,0 0 0 0 0,0 0 0 0 0,0 0-1 0 0,0 1 1 0 0,1-1 0 0 0,-1 0 0 0 0,0 0 0 0 0,0 0 0 0 0,0 0 0 0 0,0 0 0 0 0,0 0 0 0 0,0 0 0 0 0,0 0-1 0 0,0 0 1 0 0,0 0 0 0 0,0 0 0 0 0,0 0 0 0 0,0 0 0 0 0,0 1 0 0 0,0-1 0 0 0,0 0 0 0 0,1 0 0 0 0,-1 0-1 0 0,0 0 1 0 0,0 0 0 0 0,0 0 0 0 0,0 0 0 0 0,0 0 0 0 0,0 0 0 0 0,0 0 0 0 0,0 0 0 0 0,0 0 0 0 0,0 0-1 0 0,1 0 1 0 0,-1 0 0 0 0,0 0 0 0 0,0 0 0 0 0,0 0 0 0 0,0 0 0 0 0,0 0 0 0 0,0 0 0 0 0,0 0 0 0 0,0 0-1 0 0,0-1 1 0 0,0 1 0 0 0,0 0 0 0 0,0 0 0 0 0,1 0 0 0 0,-1 0 0 0 0,0 0 0 0 0,0 0 0 0 0,8-7 96 0 0,6-10 35 0 0,3-18-96 0 0,-1 0 0 0 0,20-65-1 0 0,-12 28-6 0 0,-23 71-30 0 0,38-95 41 0 0,-33 84-25 0 0,0 0 0 0 0,1 0 0 0 0,1 1 0 0 0,0 0-1 0 0,14-15 1 0 0,-20 25-18 0 0,-1-1 1 0 0,1 1-1 0 0,-1 0 0 0 0,1-1 0 0 0,0 1 1 0 0,0 0-1 0 0,0 0 0 0 0,0 0 0 0 0,0 0 1 0 0,-1 1-1 0 0,4-2 0 0 0,-5 2 1 0 0,1 0 1 0 0,-1 0-1 0 0,0 0 0 0 0,1 0 1 0 0,-1 0-1 0 0,0 0 0 0 0,1 0 0 0 0,-1 0 1 0 0,0 0-1 0 0,1 0 0 0 0,-1 0 0 0 0,0 1 1 0 0,1-1-1 0 0,-1 0 0 0 0,0 0 0 0 0,1 0 1 0 0,-1 0-1 0 0,0 0 0 0 0,1 1 1 0 0,-1-1-1 0 0,0 0 0 0 0,0 0 0 0 0,1 1 1 0 0,-1-1-1 0 0,0 0 0 0 0,0 1 0 0 0,1 0 2 0 0,-1 0-1 0 0,0-1 1 0 0,0 1-1 0 0,1 0 1 0 0,-1 0-1 0 0,0 0 1 0 0,0 0-1 0 0,0 0 0 0 0,0 0 1 0 0,0 0-1 0 0,0 0 1 0 0,-1 0-1 0 0,1 0 1 0 0,-1 1-1 0 0,-5 18 1 0 0,-1-1-1 0 0,-13 27 1 0 0,-9 24 14 0 0,15-19-18 0 0,3 0 0 0 0,-8 79-1 0 0,17-113 5 0 0,1-1 0 0 0,2 23 0 0 0,-1-34 0 0 0,0 0 0 0 0,1 0 0 0 0,0 0 0 0 0,0 0 0 0 0,1 0 0 0 0,-1 0 0 0 0,1-1 0 0 0,0 1 0 0 0,0 0 0 0 0,1-1 0 0 0,4 8 0 0 0,-5-10 1 0 0,0-1 1 0 0,0 1-1 0 0,0 0 0 0 0,0-1 1 0 0,0 1-1 0 0,0-1 0 0 0,0 0 1 0 0,0 0-1 0 0,0 0 0 0 0,1 0 1 0 0,-1 0-1 0 0,1 0 0 0 0,-1 0 1 0 0,3 0-1 0 0,-3-1-15 0 0,0 0 1 0 0,0 0-1 0 0,0 0 0 0 0,0 0 0 0 0,-1 0 0 0 0,1 0 1 0 0,0 0-1 0 0,0 0 0 0 0,0-1 0 0 0,0 1 0 0 0,-1-1 1 0 0,1 1-1 0 0,0-1 0 0 0,-1 0 0 0 0,1 0 0 0 0,0 1 1 0 0,-1-1-1 0 0,1-1 0 0 0,2-1 0 0 0,-1-1-977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49.5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5 135 4143 0 0,'0'-1'58'0'0,"-1"1"0"0"0,1 0 0 0 0,0 0 0 0 0,-1-1 0 0 0,1 1 0 0 0,0 0 0 0 0,0 0 0 0 0,-1-1 0 0 0,1 1 0 0 0,0 0 0 0 0,0-1 0 0 0,0 1 0 0 0,-1-1 0 0 0,1 1 0 0 0,0 0 0 0 0,0-1 0 0 0,0 1 0 0 0,0 0 0 0 0,0-1 0 0 0,0 1-1 0 0,0-1 1 0 0,0 1 0 0 0,0 0 0 0 0,0-1 0 0 0,0 1 0 0 0,0-1 0 0 0,0 1 0 0 0,0 0 0 0 0,0-1 0 0 0,0 1 0 0 0,0-1 0 0 0,0 1 0 0 0,0 0 0 0 0,1-1 0 0 0,-1 1 0 0 0,0 0 0 0 0,0-1 0 0 0,1 1 0 0 0,-1 0 0 0 0,0-1 0 0 0,0 1 0 0 0,1 0 0 0 0,-1-1-1 0 0,0 1 1 0 0,1 0 0 0 0,-1 0 0 0 0,0 0 0 0 0,1-1 0 0 0,-1 1 0 0 0,1 0 0 0 0,25-9 5213 0 0,-15 5-4088 0 0,150-48 5971 0 0,3 6-9196 0 0,-140 39-4696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49.8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30 5527 0 0,'-2'-29'670'0'0,"1"29"-352"0"0,0 1 1 0 0,0-1-1 0 0,0 1 0 0 0,0 0 1 0 0,0-1-1 0 0,0 1 1 0 0,0 0-1 0 0,0-1 1 0 0,0 1-1 0 0,-1 1 0 0 0,-6 11 1482 0 0,0 0-1 0 0,1 0 0 0 0,1 1 1 0 0,-6 17-1 0 0,-15 58 786 0 0,26-85-2477 0 0,-22 97 1302 0 0,21-90-1352 0 0,1 0-1 0 0,0 1 1 0 0,1-1 0 0 0,1 1 0 0 0,-1-1-1 0 0,6 22 1 0 0,-6-30-50 0 0,1 1 1 0 0,1-1-1 0 0,-1 1 0 0 0,0-1 1 0 0,1 0-1 0 0,0 0 0 0 0,0 0 0 0 0,0 0 1 0 0,0 0-1 0 0,0 0 0 0 0,0 0 1 0 0,1-1-1 0 0,4 5 0 0 0,14 4-6453 0 0,-9-7-798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0.1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3 241 4143 0 0,'-1'-14'444'0'0,"0"1"-1"0"0,2-22 0 0 0,1 20 805 0 0,0-1-1 0 0,1 2 1 0 0,1-1-1 0 0,0 0 0 0 0,1 1 1 0 0,1-1-1 0 0,11-21 1 0 0,-14 32-931 0 0,-1 0 1 0 0,0 1-1 0 0,1-1 0 0 0,0 1 1 0 0,-1 0-1 0 0,1 0 1 0 0,1 0-1 0 0,4-4 1 0 0,-7 6-250 0 0,0 1 0 0 0,0-1-1 0 0,0 1 1 0 0,0 0 0 0 0,0-1 0 0 0,0 1 0 0 0,0 0 0 0 0,0-1 0 0 0,0 1 0 0 0,0 0 0 0 0,0 0 0 0 0,0 0-1 0 0,0 0 1 0 0,0 0 0 0 0,0 0 0 0 0,0 0 0 0 0,0 0 0 0 0,0 0 0 0 0,0 1 0 0 0,0-1 0 0 0,0 0 0 0 0,0 1 0 0 0,0-1-1 0 0,0 1 1 0 0,0-1 0 0 0,0 1 0 0 0,0-1 0 0 0,-1 1 0 0 0,1-1 0 0 0,0 1 0 0 0,0 0 0 0 0,-1 0 0 0 0,1-1 0 0 0,0 1-1 0 0,-1 0 1 0 0,1 0 0 0 0,-1 0 0 0 0,1 0 0 0 0,-1 0 0 0 0,1 1 0 0 0,1 2 17 0 0,0 1 1 0 0,0 0 0 0 0,0 0-1 0 0,-1-1 1 0 0,0 1 0 0 0,0 0-1 0 0,0 0 1 0 0,-1 0 0 0 0,1 6-1 0 0,-5 47 162 0 0,4-52-221 0 0,-12 73 119 0 0,7-51-93 0 0,1 0 0 0 0,0 29 0 0 0,5-44 70 0 0,-1-12-132 0 0,0-1 1 0 0,1 0-1 0 0,-1 0 1 0 0,0 1 0 0 0,0-1-1 0 0,0 0 1 0 0,0 0-1 0 0,0 0 1 0 0,1 1-1 0 0,-1-1 1 0 0,0 0 0 0 0,0 0-1 0 0,0 0 1 0 0,0 0-1 0 0,1 1 1 0 0,-1-1 0 0 0,0 0-1 0 0,0 0 1 0 0,1 0-1 0 0,-1 0 1 0 0,0 0-1 0 0,0 0 1 0 0,1 0 0 0 0,-1 0-1 0 0,0 0 1 0 0,0 0-1 0 0,1 1 1 0 0,-1-1 0 0 0,0 0-1 0 0,0 0 1 0 0,1-1-1 0 0,-1 1 1 0 0,0 0 0 0 0,0 0-1 0 0,1 0 1 0 0,-1 0-1 0 0,0 0 1 0 0,0 0-1 0 0,1 0 1 0 0,-1 0 0 0 0,0 0-1 0 0,0 0 1 0 0,0-1-1 0 0,1 1 1 0 0,-1 0 0 0 0,4-3-581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0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 8087 0 0,'0'-1'45'0'0,"1"0"1"0"0,0 1-1 0 0,0-1 0 0 0,0 0 0 0 0,-1 1 0 0 0,1-1 0 0 0,0 1 0 0 0,0-1 0 0 0,0 1 0 0 0,0 0 0 0 0,0-1 0 0 0,0 1 0 0 0,0 0 0 0 0,0-1 0 0 0,0 1 0 0 0,0 0 1 0 0,0 0-1 0 0,0 0 0 0 0,0 0 0 0 0,0 0 0 0 0,0 0 0 0 0,2 1 0 0 0,1 0 441 0 0,-1 0 1 0 0,1 1 0 0 0,0-1-1 0 0,5 5 1 0 0,-5-4 101 0 0,6 4 358 0 0,0 0 1 0 0,0 1-1 0 0,-1 1 1 0 0,0 0-1 0 0,0 0 1 0 0,-1 0-1 0 0,13 18 1 0 0,-13-15-543 0 0,0 1-1 0 0,-1 0 1 0 0,-1 0 0 0 0,0 1 0 0 0,-1 0-1 0 0,5 17 1 0 0,-6-15-355 0 0,-1 1 0 0 0,0 0 0 0 0,-2-1-1 0 0,0 1 1 0 0,0 0 0 0 0,-1 0 0 0 0,-1-1 0 0 0,-1 1 0 0 0,0 0-1 0 0,-1-1 1 0 0,-1 1 0 0 0,-9 25 0 0 0,-16 39-97 0 0,24-63-75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0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15 7831 0 0,'9'-15'12116'0'0,"-43"328"-8120"0"0,33-298-4045 0 0,2 1-1 0 0,-1 0 0 0 0,2 0 1 0 0,4 18-1 0 0,-6-34 14 0 0,0 0 0 0 0,0 0 0 0 0,0 0 1 0 0,0 0-1 0 0,0 0 0 0 0,0 0 0 0 0,0 0 0 0 0,-1 0 0 0 0,1 0 0 0 0,0 0 0 0 0,0 0 0 0 0,0 0 1 0 0,0 0-1 0 0,0 0 0 0 0,0 0 0 0 0,0 0 0 0 0,0 0 0 0 0,0 0 0 0 0,0 0 0 0 0,0 0 0 0 0,0 0 1 0 0,0 0-1 0 0,0 0 0 0 0,-1 1-754 0 0,1-1 754 0 0,0 0 0 0 0,0 0 1 0 0,0 0-1 0 0,0 1 0 0 0,0-1 0 0 0,0 0 0 0 0,0 0 0 0 0,0 0 0 0 0,0 0 0 0 0,0 0 0 0 0,0 0 1 0 0,0 0-1 0 0,0 0 0 0 0,0 0 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0.8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4 101 7831 0 0,'-1'-1'69'0'0,"1"1"-1"0"0,0-1 0 0 0,-1 1 0 0 0,1-1 1 0 0,0 1-1 0 0,0-1 0 0 0,-1 0 0 0 0,1 1 1 0 0,0-1-1 0 0,0 1 0 0 0,0-1 0 0 0,0 1 1 0 0,0-1-1 0 0,0 0 0 0 0,0 1 0 0 0,0-1 1 0 0,0 1-1 0 0,0-1 0 0 0,0 0 0 0 0,0 1 1 0 0,1-1-1 0 0,-1 1 0 0 0,0-1 1 0 0,0 1-1 0 0,1-1 0 0 0,-1 1 0 0 0,0-1 1 0 0,1 1-1 0 0,-1-1 0 0 0,0 1 0 0 0,1-1 1 0 0,-1 1-1 0 0,1 0 0 0 0,-1-1 0 0 0,0 1 1 0 0,1-1-1 0 0,-1 1 0 0 0,1 0 0 0 0,-1 0 1 0 0,2-1-1 0 0,2-1 911 0 0,0 1-1 0 0,0 0 1 0 0,0 0 0 0 0,8-1 0 0 0,-2 0-178 0 0,64-13 3127 0 0,84-17-9 0 0,-79 19-5674 0 0,0 4-3468 0 0,-46 7-2156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1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378 72 5527 0 0,'1'-6'235'0'0,"1"1"1"0"0,0-1-1 0 0,0 0 0 0 0,0 1 0 0 0,4-7 0 0 0,-4 9 400 0 0,0 0 1 0 0,0 0-1 0 0,1 0 1 0 0,-1 0-1 0 0,1 1 1 0 0,-1-1-1 0 0,1 0 1 0 0,0 1-1 0 0,4-2 1 0 0,-7 3-533 0 0,0 1 1 0 0,1 0 0 0 0,-1 0 0 0 0,0 0-1 0 0,0-1 1 0 0,1 1 0 0 0,-1 0 0 0 0,0 0-1 0 0,1 0 1 0 0,-1 0 0 0 0,0 0 0 0 0,0 0 0 0 0,1 0-1 0 0,-1 0 1 0 0,0 0 0 0 0,1 0 0 0 0,-1 0-1 0 0,0 0 1 0 0,1 0 0 0 0,-1 0 0 0 0,0 0-1 0 0,1 0 1 0 0,-1 0 0 0 0,0 0 0 0 0,1 0-1 0 0,-1 0 1 0 0,0 0 0 0 0,0 1 0 0 0,1-1 0 0 0,-1 0-1 0 0,0 0 1 0 0,0 0 0 0 0,1 0 0 0 0,-1 1-1 0 0,0-1 1 0 0,0 0 0 0 0,1 0 0 0 0,-1 1-1 0 0,5 15 1808 0 0,-5 18-419 0 0,-2-20-1316 0 0,-1 1 0 0 0,0 0 0 0 0,-1-1 0 0 0,-1 0 0 0 0,0 0 0 0 0,-1 0 0 0 0,-1 0 0 0 0,0-1 0 0 0,0 0 0 0 0,-15 18 0 0 0,0-3-89 0 0,-1-2 0 0 0,-2 0 1 0 0,-37 30-1 0 0,46-43-65 0 0,0-1 0 0 0,0-1-1 0 0,-20 11 1 0 0,30-19-17 0 0,0 0 1 0 0,-1 0-1 0 0,1-1 0 0 0,-1 1 1 0 0,1-1-1 0 0,-1-1 0 0 0,0 1 1 0 0,0-1-1 0 0,0 0 0 0 0,0-1 1 0 0,1 0-1 0 0,-12-1 0 0 0,15 1-5 0 0,0-1 0 0 0,1 1 0 0 0,-1-1 0 0 0,1 0 0 0 0,-1 0 0 0 0,1 0 0 0 0,0 0 0 0 0,-1 0 0 0 0,1 0 0 0 0,0-1 0 0 0,0 1 0 0 0,0-1 0 0 0,0 0 0 0 0,0 1 0 0 0,0-1 0 0 0,0 0 0 0 0,1 0 0 0 0,-1 0 0 0 0,1 0 0 0 0,-1-1 0 0 0,1 1 0 0 0,0 0 0 0 0,-1-3 0 0 0,1 1 0 0 0,0 1 0 0 0,0-1 0 0 0,0 0 0 0 0,1 0 0 0 0,0 1 0 0 0,0-1 0 0 0,0 0 0 0 0,0 1 0 0 0,0-1 0 0 0,1 0 0 0 0,0 0 0 0 0,0 1 0 0 0,0-1 0 0 0,0 1 0 0 0,2-6 0 0 0,0 3 0 0 0,0 1 0 0 0,0-1 0 0 0,0 0 0 0 0,1 1 0 0 0,0 0 0 0 0,0 0 0 0 0,0 0 0 0 0,1 0 0 0 0,-1 1 0 0 0,10-7 0 0 0,-12 9 0 0 0,1 1 0 0 0,0-1 0 0 0,-1 1 0 0 0,1 0 0 0 0,0 0 0 0 0,0 0 0 0 0,0 0 0 0 0,0 0 0 0 0,0 0 0 0 0,0 1 0 0 0,0 0 0 0 0,0-1 0 0 0,1 1 0 0 0,-1 1 0 0 0,0-1 0 0 0,0 0 0 0 0,0 1 0 0 0,0-1 0 0 0,0 1 0 0 0,0 0 0 0 0,0 0 0 0 0,0 0 0 0 0,0 0 0 0 0,2 2 0 0 0,9 6 94 0 0,-1 0 0 0 0,-1 1 0 0 0,0 1 0 0 0,0-1 0 0 0,-1 2 0 0 0,13 16 0 0 0,-9-10 108 0 0,31 28 1 0 0,-37-38-84 0 0,1-1 0 0 0,0 0 0 0 0,17 9 1 0 0,-23-14-338 0 0,1 0 1 0 0,-1 0 0 0 0,1-1 0 0 0,0 1 0 0 0,-1-1 0 0 0,1 0-1 0 0,0-1 1 0 0,0 1 0 0 0,0-1 0 0 0,0 0 0 0 0,7 0 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4.2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 7831 0 0,'-8'-1'1967'0'0,"28"6"2802"0"0,18-1-1846 0 0,67-3-1 0 0,-32-1-1832 0 0,121 3-1763 0 0,-140 0-6741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2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310 441 6911 0 0,'4'-2'4696'0'0,"-4"2"-4600"0"0,8 4 4999 0 0,0 1-1939 0 0,-4-2-4183 0 0,-4-3 1068 0 0,0 0 0 0 0,1 0-1 0 0,-1 0 1 0 0,0 0 0 0 0,1 0-1 0 0,-1 0 1 0 0,0 0 0 0 0,0 0 0 0 0,1 0-1 0 0,-1 0 1 0 0,0 0 0 0 0,0 0-1 0 0,1 0 1 0 0,-1 0 0 0 0,0 0-1 0 0,0 0 1 0 0,0 0 0 0 0,1-1 0 0 0,-1 1-1 0 0,0 0 1 0 0,0 0 0 0 0,0 0-1 0 0,1 0 1 0 0,-1-1 0 0 0,0 1 0 0 0,0 0-1 0 0,0 0 1 0 0,0 0 0 0 0,1-1-1 0 0,-1 1 1 0 0,0 0 0 0 0,0 0-1 0 0,0-1 1 0 0,0 1 0 0 0,0 0 0 0 0,0 0-1 0 0,0-1 1 0 0,0 1 0 0 0,0 0-1 0 0,0 0 1 0 0,0-1 0 0 0,3-13 648 0 0,-3 13-576 0 0,0-1-69 0 0,0-1 0 0 0,0 1 0 0 0,-1 0 0 0 0,1-1 0 0 0,-1 1-1 0 0,1 0 1 0 0,-1 0 0 0 0,0-1 0 0 0,0 1 0 0 0,0 0 0 0 0,0 0 0 0 0,0 0 0 0 0,0 0 0 0 0,0 0-1 0 0,-1 0 1 0 0,1 0 0 0 0,-1 1 0 0 0,-2-3 0 0 0,-1-1-7 0 0,0 0 0 0 0,-1 1 0 0 0,1-1 0 0 0,-13-5 0 0 0,10 5-3 0 0,-1 2 0 0 0,1-1-1 0 0,-1 1 1 0 0,0 1 0 0 0,1 0 0 0 0,-1 0 0 0 0,-1 0 0 0 0,1 1-1 0 0,0 1 1 0 0,0-1 0 0 0,0 1 0 0 0,0 1 0 0 0,-12 2 0 0 0,14-2-19 0 0,0 1 1 0 0,0 0 0 0 0,1 0 0 0 0,-1 0-1 0 0,1 1 1 0 0,-1 0 0 0 0,1 1 0 0 0,0-1-1 0 0,0 1 1 0 0,0 0 0 0 0,1 1 0 0 0,-1-1-1 0 0,1 1 1 0 0,0 0 0 0 0,0 1 0 0 0,1-1-1 0 0,-6 10 1 0 0,4-4-13 0 0,0-1 0 0 0,1 1 0 0 0,1 1 0 0 0,0-1 0 0 0,0 0 0 0 0,1 1 0 0 0,1 0 0 0 0,0-1 0 0 0,0 18 0 0 0,1-23 11 0 0,1 1-1 0 0,0 0 0 0 0,1-1 1 0 0,0 1-1 0 0,0 0 0 0 0,0-1 0 0 0,1 1 1 0 0,0-1-1 0 0,0 1 0 0 0,0-1 1 0 0,1 0-1 0 0,0 0 0 0 0,1 0 0 0 0,-1 0 1 0 0,1-1-1 0 0,0 1 0 0 0,9 9 0 0 0,-11-14-6 0 0,0 1 0 0 0,0 0 0 0 0,1-1 0 0 0,-1 1 0 0 0,0-1-1 0 0,0 0 1 0 0,1 1 0 0 0,-1-1 0 0 0,1 0 0 0 0,0-1 0 0 0,-1 1-1 0 0,1 0 1 0 0,-1-1 0 0 0,1 1 0 0 0,0-1 0 0 0,-1 0-1 0 0,1 0 1 0 0,0 0 0 0 0,0 0 0 0 0,-1-1 0 0 0,1 1 0 0 0,-1-1-1 0 0,1 1 1 0 0,0-1 0 0 0,-1 0 0 0 0,1 0 0 0 0,-1 0-1 0 0,1 0 1 0 0,-1-1 0 0 0,0 1 0 0 0,0-1 0 0 0,4-2 0 0 0,2-3 28 0 0,-1 1 1 0 0,0-1 0 0 0,0-1 0 0 0,-1 1 0 0 0,0-1 0 0 0,0 0 0 0 0,7-15-1 0 0,12-29-30 0 0,-3 0-1 0 0,31-106 1 0 0,8-115-8 0 0,-57 252 3 0 0,-3 16 0 0 0,0 3 0 0 0,0-1 0 0 0,-1 1 0 0 0,1 0 0 0 0,-1-1 0 0 0,0 1 0 0 0,0-1 0 0 0,0 1 0 0 0,0 0 0 0 0,0-1 0 0 0,-1-4 0 0 0,1 7 0 0 0,-1 0 0 0 0,1 0 0 0 0,-1 0 0 0 0,1 0 0 0 0,0 0 0 0 0,-1 0 0 0 0,1 0 0 0 0,0 0 0 0 0,-1 1 0 0 0,1-1 0 0 0,-1 0 0 0 0,1 0 0 0 0,0 0 0 0 0,-1 0 0 0 0,1 0 0 0 0,0 1 0 0 0,-1-1 0 0 0,1 0 0 0 0,0 0 0 0 0,-1 0 0 0 0,1 1 0 0 0,0-1 0 0 0,0 0 0 0 0,-1 1 0 0 0,1-1 0 0 0,0 0 0 0 0,0 1 0 0 0,0-1 0 0 0,-1 0 0 0 0,1 1 0 0 0,0-1 0 0 0,0 0 0 0 0,0 1 0 0 0,-10 13 0 0 0,4-1 0 0 0,-1 1 0 0 0,2 0 0 0 0,0 0 0 0 0,-5 23 0 0 0,-6 60 0 0 0,14-86 0 0 0,-9 69 0 0 0,-3 151 0 0 0,14-215 1 0 0,2 1 1 0 0,4 24-1 0 0,-5-37-2 0 0,-1 0 0 0 0,2 0-1 0 0,-1 0 1 0 0,0 0 0 0 0,1-1 0 0 0,0 1-1 0 0,0 0 1 0 0,0-1 0 0 0,0 1 0 0 0,0-1-1 0 0,1 1 1 0 0,0-1 0 0 0,-1 0 0 0 0,1 0-1 0 0,5 4 1 0 0,-6-6-137 0 0,0 0-1 0 0,0 0 1 0 0,1-1 0 0 0,-1 1-1 0 0,0 0 1 0 0,0-1 0 0 0,1 1-1 0 0,-1-1 1 0 0,0 1 0 0 0,1-1-1 0 0,-1 0 1 0 0,5-1-1 0 0,5 0-7806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2.6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89 6911 0 0,'6'-32'620'0'0,"3"-19"3664"0"0,-9 51-4210 0 0,0 0-1 0 0,0 0 1 0 0,0 0-1 0 0,0 0 1 0 0,0-1-1 0 0,0 1 0 0 0,0 0 1 0 0,0 0-1 0 0,1 0 1 0 0,-1 0-1 0 0,0 0 1 0 0,0-1-1 0 0,0 1 1 0 0,0 0-1 0 0,0 0 0 0 0,0 0 1 0 0,0 0-1 0 0,0 0 1 0 0,0-1-1 0 0,0 1 1 0 0,0 0-1 0 0,0 0 1 0 0,-1 0-1 0 0,1 0 0 0 0,0 0 1 0 0,0-1-1 0 0,0 1 1 0 0,0 0-1 0 0,0 0 1 0 0,0 0-1 0 0,0 0 1 0 0,0 0-1 0 0,0 0 0 0 0,0 0 1 0 0,-1-1-1 0 0,1 1 1 0 0,0 0-1 0 0,0 0 1 0 0,0 0-1 0 0,0 0 1 0 0,0 0-1 0 0,0 0 0 0 0,-1 0 1 0 0,1 0-1 0 0,0 0 1 0 0,0 0-1 0 0,-7 5 1790 0 0,-6 12 22 0 0,-2 8-720 0 0,2 1-1 0 0,-14 34 0 0 0,18-37-1019 0 0,1 1-1 0 0,2 0 1 0 0,0 0-1 0 0,2 0 1 0 0,-3 39-1 0 0,7-57-120 0 0,0 1 1 0 0,0-1-1 0 0,0 0 0 0 0,1 0 1 0 0,0 0-1 0 0,1 0 0 0 0,-1-1 1 0 0,1 1-1 0 0,3 7 0 0 0,-4-11-131 0 0,1 1-1 0 0,-1-1 0 0 0,1 1 1 0 0,0-1-1 0 0,0 1 0 0 0,0-1 0 0 0,0 0 1 0 0,0 0-1 0 0,0 0 0 0 0,0 0 1 0 0,1-1-1 0 0,-1 1 0 0 0,1 0 0 0 0,0-1 1 0 0,-1 0-1 0 0,1 0 0 0 0,0 0 1 0 0,0 0-1 0 0,-1 0 0 0 0,5 0 1 0 0,6 1-7571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2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0 212 2759 0 0,'23'-55'1742'0'0,"39"-69"9967"0"0,-59 119-10794 0 0,0 0 0 0 0,0-1 0 0 0,1 2 1 0 0,7-9-1 0 0,-16 52 1506 0 0,-5 11-2087 0 0,4-25-242 0 0,2 1 0 0 0,-3 48-1 0 0,7-67 102 0 0,0 1-1 0 0,1-1 1 0 0,1 9-1 0 0,-1-14-290 0 0,-1 0 1 0 0,1-1-1 0 0,-1 1 1 0 0,1 0-1 0 0,0-1 0 0 0,0 1 1 0 0,0 0-1 0 0,1 2 1 0 0,-1-4-174 0 0,-1 1 0 0 0,1-1 1 0 0,-1 1-1 0 0,1-1 1 0 0,-1 0-1 0 0,1 1 0 0 0,-1-1 1 0 0,1 1-1 0 0,0-1 0 0 0,-1 0 1 0 0,1 0-1 0 0,0 1 1 0 0,-1-1-1 0 0,1 0 0 0 0,0 0 1 0 0,-1 0-1 0 0,1 0 0 0 0,0 0 1 0 0,0 0-1 0 0,-1 0 0 0 0,1 0 1 0 0,1 0-1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3.1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 10591 0 0,'0'0'69'0'0,"1"-1"0"0"0,0 0 0 0 0,0 1 0 0 0,-1-1 0 0 0,1 0 0 0 0,0 1-1 0 0,0-1 1 0 0,0 1 0 0 0,0-1 0 0 0,0 1 0 0 0,0 0 0 0 0,0-1 0 0 0,0 1-1 0 0,0 0 1 0 0,2 0 0 0 0,-3 0 55 0 0,1 1 0 0 0,0 0 0 0 0,0-1 0 0 0,0 1 0 0 0,0 0 0 0 0,0 0 0 0 0,-1 0 0 0 0,1-1 0 0 0,0 1 0 0 0,-1 0 0 0 0,1 0 0 0 0,-1 0 0 0 0,1 0 0 0 0,-1 0 0 0 0,1 2 0 0 0,6 13 758 0 0,-1 0 1 0 0,-1 1 0 0 0,0 0 0 0 0,-1 0-1 0 0,-1 0 1 0 0,0 0 0 0 0,-1 0 0 0 0,-1 1-1 0 0,-2 23 1 0 0,-3 8-981 0 0,-2 1-1 0 0,-12 48 0 0 0,16-88-5264 0 0,-2-1-1875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3.5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46 3679 0 0,'0'-2'49'0'0,"2"-23"596"0"0,-2 24-354 0 0,0 0 0 0 0,0 0 0 0 0,0 0 0 0 0,0 0 0 0 0,1 0 0 0 0,-1 0 0 0 0,0 0-1 0 0,1 0 1 0 0,-1 1 0 0 0,1-1 0 0 0,-1 0 0 0 0,1 0 0 0 0,-1 0 0 0 0,1 1 0 0 0,0-1-1 0 0,-1 0 1 0 0,1 0 0 0 0,0 1 0 0 0,-1-1 0 0 0,1 1 0 0 0,1-2 0 0 0,5 5 4573 0 0,1 9-2717 0 0,-5-8-1180 0 0,23 34 1123 0 0,20 43-1 0 0,-26-41-1920 0 0,-2 1 0 0 0,-3 0 0 0 0,0 1-1 0 0,-3 1 1 0 0,9 57 0 0 0,-9-11-58 0 0,-5 0 0 0 0,-3 1 0 0 0,-4 0 0 0 0,-23 171 0 0 0,15-210 418 0 0,-26 87 0 0 0,26-112-479 0 0,-2 0-1 0 0,-1 0 0 0 0,-1-1 1 0 0,-28 44-1 0 0,35-63-202 0 0,0 0-1 0 0,0 0 1 0 0,0-1 0 0 0,-1 1-1 0 0,1-1 1 0 0,-1-1 0 0 0,-1 1-1 0 0,1-1 1 0 0,-1 0 0 0 0,1 0-1 0 0,-15 5 1 0 0,7-3-8427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4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84 11055 0 0,'0'-2'86'0'0,"0"0"-1"0"0,0 1 1 0 0,0-1-1 0 0,0 0 1 0 0,0 1-1 0 0,1-1 1 0 0,-1 0-1 0 0,0 1 0 0 0,1-1 1 0 0,-1 0-1 0 0,1 1 1 0 0,0-1-1 0 0,-1 1 1 0 0,1-1-1 0 0,0 1 1 0 0,0 0-1 0 0,0-1 1 0 0,0 1-1 0 0,0 0 1 0 0,0-1-1 0 0,1 1 0 0 0,-1 0 1 0 0,0 0-1 0 0,1 0 1 0 0,-1 0-1 0 0,0 0 1 0 0,3-1-1 0 0,5-2 534 0 0,-1 0 0 0 0,1 1 0 0 0,16-5 0 0 0,-14 5-52 0 0,9-3 382 0 0,0 1 0 0 0,0 2 0 0 0,0 0 0 0 0,1 1 0 0 0,29 0 0 0 0,-30 3-1277 0 0,1 1-1 0 0,39 9 0 0 0,-48-8-7231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5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6447 0 0,'8'3'4476'0'0,"2"-3"-209"0"0,29-5-1813 0 0,-18 1-1783 0 0,1 1 0 0 0,0 1 0 0 0,0 2 0 0 0,38 2 0 0 0,-59-2-723 0 0,1 1 0 0 0,-1-1 0 0 0,0 0 0 0 0,1 1-1 0 0,-1-1 1 0 0,0 1 0 0 0,1-1 0 0 0,-1 1 0 0 0,0-1 0 0 0,2 2-1 0 0,1 4-5173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5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5063 0 0,'0'0'46'0'0,"-1"0"-1"0"0,1 1 1 0 0,-1-1-1 0 0,1 1 1 0 0,0-1-1 0 0,-1 1 1 0 0,1-1-1 0 0,0 1 1 0 0,-1-1-1 0 0,1 1 0 0 0,0-1 1 0 0,0 1-1 0 0,0 0 1 0 0,-1-1-1 0 0,1 1 1 0 0,0-1-1 0 0,0 1 1 0 0,0 0-1 0 0,0-1 1 0 0,0 1-1 0 0,0-1 1 0 0,0 1-1 0 0,0 0 0 0 0,0-1 1 0 0,1 1-1 0 0,-1-1 1 0 0,0 2-1 0 0,1-1 286 0 0,0 1-1 0 0,0-1 1 0 0,0 0-1 0 0,0 1 1 0 0,0-1-1 0 0,0 0 1 0 0,0 0-1 0 0,1 1 0 0 0,2 1 1 0 0,1 0 809 0 0,1 1 1 0 0,0-1-1 0 0,0 0 1 0 0,9 3-1 0 0,-5-3-434 0 0,0-1 0 0 0,0 0 0 0 0,1-1-1 0 0,-1 0 1 0 0,0-1 0 0 0,12-1 0 0 0,27 2 1105 0 0,-42 1-1811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8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1 489 5527 0 0,'2'6'1908'0'0,"1"-3"-933"0"0,-1 0-514 0 0,1 0 1 0 0,-1-1-1 0 0,1 1 0 0 0,-1-1 0 0 0,1 0 1 0 0,0 0-1 0 0,0 0 0 0 0,0 0 0 0 0,0-1 1 0 0,0 1-1 0 0,0-1 0 0 0,0 1 0 0 0,1-1 0 0 0,-1 0 1 0 0,6 0-1 0 0,4 0-131 0 0,1 0-1 0 0,0-2 1 0 0,-1 1-1 0 0,1-2 1 0 0,0 0 0 0 0,-1 0-1 0 0,1-1 1 0 0,-1-1 0 0 0,0-1-1 0 0,0 1 1 0 0,-1-2 0 0 0,18-9-1 0 0,-7 1-173 0 0,-1-1-1 0 0,-1 0 0 0 0,0-2 1 0 0,-1 0-1 0 0,27-31 0 0 0,-35 34-113 0 0,-1 0-1 0 0,0 0 1 0 0,-1-1-1 0 0,-1 0 1 0 0,-1-1 0 0 0,0 0-1 0 0,-1 0 1 0 0,7-23-1 0 0,-11 29-13 0 0,-1 1 0 0 0,-1 0 0 0 0,1-1 0 0 0,-2 1 0 0 0,1-1-1 0 0,-1 1 1 0 0,-2-15 0 0 0,1 17-20 0 0,-1 0 1 0 0,0 0-1 0 0,0 1 0 0 0,0-1 0 0 0,-1 1 1 0 0,0-1-1 0 0,0 1 0 0 0,0 0 0 0 0,-1 0 1 0 0,0 1-1 0 0,-6-7 0 0 0,8 9-9 0 0,0 1 0 0 0,0 0 0 0 0,0-1 0 0 0,-1 1 0 0 0,1 0 0 0 0,-1 1 0 0 0,1-1 0 0 0,-1 0 0 0 0,0 1 0 0 0,0-1 0 0 0,0 1 0 0 0,0 0 0 0 0,0 0 0 0 0,0 0 0 0 0,0 1 0 0 0,0-1 0 0 0,0 0 0 0 0,-6 1 1 0 0,5 0-2 0 0,1 1 0 0 0,0-1 0 0 0,-1 1 0 0 0,1 0 0 0 0,0 0 0 0 0,0 1 0 0 0,-1-1 0 0 0,1 0 0 0 0,0 1 0 0 0,0 0 0 0 0,1 0 0 0 0,-1 0 0 0 0,0 0 1 0 0,1 0-1 0 0,-1 0 0 0 0,1 1 0 0 0,-4 3 0 0 0,2 1-8 0 0,-1 0 0 0 0,1 0 0 0 0,0 0-1 0 0,1 0 1 0 0,0 1 0 0 0,0-1 0 0 0,1 1 0 0 0,0 0 0 0 0,0 0 0 0 0,0 0 0 0 0,1 0 0 0 0,1 0-1 0 0,-1 12 1 0 0,3 12 6 0 0,0 0-1 0 0,8 33 0 0 0,-9-58 6 0 0,92 567 1582 0 0,-80-470-1113 0 0,1 161 0 0 0,-11-137-882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58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1 173 10135 0 0,'0'-1'125'0'0,"0"-1"0"0"0,1 0 0 0 0,-1 0-1 0 0,1 1 1 0 0,-1-1 0 0 0,1 1 0 0 0,0-1-1 0 0,0 1 1 0 0,0-1 0 0 0,0 1 0 0 0,0-1 0 0 0,0 1-1 0 0,2-3 1 0 0,21-9 2415 0 0,-15 9-1861 0 0,67-29 3382 0 0,160-47 0 0 0,-228 77-4064 0 0,50-10-116 0 0,-52 12 96 0 0,0 0 0 0 0,1 0 0 0 0,-1 1 0 0 0,0 0 0 0 0,0 1 0 0 0,0-1 0 0 0,9 3-1 0 0,-4 2-1651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2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138 145 4143 0 0,'2'-23'845'0'0,"-1"0"1"0"0,-1 1-1 0 0,-1-1 0 0 0,-4-31 0 0 0,5 54-819 0 0,0 0 1 0 0,0 0-1 0 0,0 1 1 0 0,0-1-1 0 0,0 0 1 0 0,0 0-1 0 0,0 0 1 0 0,0 0-1 0 0,0 0 1 0 0,0 0-1 0 0,-1 0 1 0 0,1 0-1 0 0,0 0 1 0 0,0 0-1 0 0,0 0 1 0 0,0 0-1 0 0,0 0 1 0 0,0 0-1 0 0,0 0 1 0 0,0 0-1 0 0,0 0 1 0 0,0 0-1 0 0,0 0 1 0 0,0 0-1 0 0,0 0 1 0 0,0 1-1 0 0,0-1 1 0 0,0 0-1 0 0,0 0 1 0 0,0 0-1 0 0,0 0 1 0 0,0 0-1 0 0,0 0 1 0 0,-1 0-1 0 0,1 0 1 0 0,0 0-1 0 0,0 0 1 0 0,0 0-1 0 0,0 0 1 0 0,0 0-1 0 0,0 0 1 0 0,0 0-1 0 0,0 0 1 0 0,0 0-1 0 0,0 0 1 0 0,0 0-1 0 0,0-1 1 0 0,0 1-1 0 0,0 0 1 0 0,0 0-1 0 0,0 0 1 0 0,0 0-1 0 0,-1 0 1 0 0,1 0-1 0 0,0 0 1 0 0,0 0-1 0 0,0 0 1 0 0,0 0-1 0 0,0 0 1 0 0,0 0-1 0 0,0 0 1 0 0,0 0-1 0 0,0 0 1 0 0,0 0-1 0 0,0 0 1 0 0,0 0-1 0 0,-4 8 947 0 0,-3 11 5 0 0,-5 24 488 0 0,-5 47-1 0 0,7-30-708 0 0,-35 260 2322 0 0,19 3-739 0 0,20-238-1959 0 0,2-16-42 0 0,3 1 0 0 0,3-1 0 0 0,3 0 0 0 0,14 69 0 0 0,14 56 240 0 0,8 42 139 0 0,-34-200-433 0 0,-10-48-210 0 0,4-20-2630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3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134 108 2759 0 0,'3'-11'401'0'0,"0"0"-1"0"0,3-15 1 0 0,-6 22 78 0 0,1-1 1 0 0,-1 1 0 0 0,0-1-1 0 0,0 1 1 0 0,-1 0-1 0 0,1-1 1 0 0,-1 1 0 0 0,0 0-1 0 0,-1-5 1 0 0,2 8-351 0 0,0 1 0 0 0,-1-1 1 0 0,1 0-1 0 0,0 1 0 0 0,0-1 1 0 0,0 1-1 0 0,-1-1 0 0 0,1 1 1 0 0,0-1-1 0 0,-1 1 0 0 0,1-1 0 0 0,0 1 1 0 0,-1-1-1 0 0,1 1 0 0 0,-1 0 1 0 0,1-1-1 0 0,0 1 0 0 0,-1 0 1 0 0,1-1-1 0 0,-1 1 0 0 0,1 0 1 0 0,-1-1-1 0 0,1 1 0 0 0,-1 0 0 0 0,0 0 1 0 0,1 0-1 0 0,-1 0 0 0 0,0-1 1 0 0,0 2 61 0 0,0-1 1 0 0,0 0-1 0 0,0 1 1 0 0,0-1-1 0 0,0 0 1 0 0,0 1 0 0 0,0-1-1 0 0,0 1 1 0 0,0 0-1 0 0,0-1 1 0 0,1 1-1 0 0,-1 0 1 0 0,0-1-1 0 0,-1 2 1 0 0,-2 3 428 0 0,1 0 0 0 0,-1 0-1 0 0,0 0 1 0 0,-2 6 0 0 0,-9 23 320 0 0,0 1 0 0 0,3 0 0 0 0,1 1 0 0 0,-7 38 0 0 0,9-25-622 0 0,3 1 1 0 0,-1 76 0 0 0,7-113-258 0 0,0 0-1 0 0,1 1 1 0 0,1-1-1 0 0,0 0 1 0 0,1 0-1 0 0,6 18 1 0 0,-8-26-77 0 0,1-1 0 0 0,0 0 0 0 0,0 0 0 0 0,1 0 0 0 0,-1 0 0 0 0,1 0 0 0 0,0 0 0 0 0,0-1 0 0 0,0 1 0 0 0,0-1 0 0 0,0 0 0 0 0,1 0 0 0 0,0 0 0 0 0,-1-1 0 0 0,1 1 0 0 0,0-1 0 0 0,0 0 0 0 0,1 0 0 0 0,-1 0 0 0 0,0 0 0 0 0,1-1 0 0 0,4 1 0 0 0,9 1-1434 0 0,-1-1-3953 0 0,1-2-2048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3.5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1 410 3023 0 0,'32'-204'9732'0'0,"-25"177"-8196"0"0,0 0 0 0 0,2 0-1 0 0,1 1 1 0 0,1 0 0 0 0,20-32 0 0 0,-31 57-1494 0 0,1 0 0 0 0,-1 0 1 0 0,1 0-1 0 0,0 0 0 0 0,-1 0 0 0 0,1 0 0 0 0,0 0 1 0 0,-1 1-1 0 0,1-1 0 0 0,0 0 0 0 0,0 0 1 0 0,0 1-1 0 0,-1-1 0 0 0,1 1 0 0 0,0-1 1 0 0,0 0-1 0 0,2 0 0 0 0,-2 1-21 0 0,-1 1 0 0 0,1-1-1 0 0,-1 0 1 0 0,1 0 0 0 0,-1 0 0 0 0,1 0 0 0 0,-1 0-1 0 0,0 1 1 0 0,1-1 0 0 0,-1 0 0 0 0,1 1-1 0 0,-1-1 1 0 0,0 0 0 0 0,1 1 0 0 0,-1-1-1 0 0,0 0 1 0 0,1 1 0 0 0,-1-1 0 0 0,0 0 0 0 0,1 1-1 0 0,-1-1 1 0 0,0 1 0 0 0,0-1 0 0 0,0 1-1 0 0,1 0 1 0 0,1 4 27 0 0,-1 1 1 0 0,0-1-1 0 0,0 1 0 0 0,0-1 0 0 0,0 8 0 0 0,-1 42 195 0 0,-3 1 1 0 0,-13 69-1 0 0,5-43 38 0 0,10-75-244 0 0,0-1 0 0 0,1 1 1 0 0,0 0-1 0 0,0-1 0 0 0,1 1 1 0 0,1 8-1 0 0,-2-13-92 0 0,1-1-1 0 0,-1 0 1 0 0,1 1 0 0 0,-1-1-1 0 0,1 0 1 0 0,-1 1-1 0 0,1-1 1 0 0,0 0 0 0 0,-1 0-1 0 0,1 0 1 0 0,0 0 0 0 0,0 0-1 0 0,0 0 1 0 0,0 0 0 0 0,0 0-1 0 0,0 0 1 0 0,0 0-1 0 0,0 0 1 0 0,1-1 0 0 0,-1 1-1 0 0,0 0 1 0 0,0-1 0 0 0,1 1-1 0 0,-1-1 1 0 0,0 1-1 0 0,1-1 1 0 0,-1 0 0 0 0,0 0-1 0 0,1 1 1 0 0,-1-1 0 0 0,1 0-1 0 0,-1 0 1 0 0,0 0 0 0 0,1-1-1 0 0,2 1 1 0 0,7-2-5538 0 0,1-1-1821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3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3223 0 0,'1'0'131'0'0,"-1"0"0"0"0,1-1 0 0 0,0 1 0 0 0,-1 0 0 0 0,1 0 0 0 0,0-1-1 0 0,-1 1 1 0 0,1 0 0 0 0,0 0 0 0 0,-1 0 0 0 0,1 0 0 0 0,0 0 0 0 0,-1 0-1 0 0,1 0 1 0 0,0 0 0 0 0,0 0 0 0 0,-1 0 0 0 0,1 0 0 0 0,0 1 0 0 0,-1-1-1 0 0,1 0 1 0 0,0 0 0 0 0,0 1 0 0 0,1 0 347 0 0,1 1 0 0 0,-1-1 1 0 0,0 1-1 0 0,0 0 0 0 0,0-1 0 0 0,2 5 0 0 0,3 2 1208 0 0,-1 0 0 0 0,6 13 0 0 0,-5-9-812 0 0,-1 0 0 0 0,-1 0 0 0 0,0 1 0 0 0,-1 0 0 0 0,0 0 0 0 0,-1 0 0 0 0,2 16 0 0 0,-4-15-705 0 0,0 1-1 0 0,-1 0 1 0 0,-1 0-1 0 0,0 0 1 0 0,-1-1-1 0 0,-1 1 1 0 0,0-1 0 0 0,-1 1-1 0 0,-1-1 1 0 0,-8 18-1 0 0,8-15-1901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4.1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69 6911 0 0,'1'-3'265'0'0,"1"1"0"0"0,-1-1 0 0 0,0 0 0 0 0,1 1 0 0 0,0-1-1 0 0,-1 1 1 0 0,1 0 0 0 0,0 0 0 0 0,0-1 0 0 0,0 1 0 0 0,1 1 0 0 0,3-4-1 0 0,32-18 4220 0 0,-35 21-4007 0 0,1 0 0 0 0,-1 1 1 0 0,1-1-1 0 0,0 1 0 0 0,0 0 0 0 0,0 0 1 0 0,0 0-1 0 0,0 0 0 0 0,0 1 0 0 0,0 0 1 0 0,6 0-1 0 0,-8 0-359 0 0,1 1-1 0 0,-1-1 1 0 0,1 1-1 0 0,-1 0 1 0 0,0 0 0 0 0,0 0-1 0 0,1 0 1 0 0,-1 0 0 0 0,0 0-1 0 0,0 1 1 0 0,0-1 0 0 0,0 1-1 0 0,0-1 1 0 0,0 1 0 0 0,0 0-1 0 0,-1 0 1 0 0,1 0 0 0 0,-1 0-1 0 0,3 3 1 0 0,-1 2-94 0 0,1 0 0 0 0,-1 1 1 0 0,-1-1-1 0 0,1 1 0 0 0,-1-1 1 0 0,-1 1-1 0 0,1-1 0 0 0,-1 1 0 0 0,-1 0 1 0 0,1 0-1 0 0,-1 0 0 0 0,-1-1 1 0 0,1 1-1 0 0,-1 0 0 0 0,-1 0 1 0 0,1-1-1 0 0,-1 1 0 0 0,-5 10 0 0 0,2-6 13 0 0,0 1-1 0 0,-1-1 1 0 0,0 0-1 0 0,-1 0 0 0 0,-1 0 1 0 0,0-1-1 0 0,0 0 0 0 0,-1-1 1 0 0,-18 17-1 0 0,26-26-36 0 0,-1 0 0 0 0,1 0 0 0 0,0 0 0 0 0,-1 0 0 0 0,1 0 0 0 0,-1 0 0 0 0,1-1 0 0 0,-1 1 0 0 0,1 0 0 0 0,-1-1 0 0 0,1 1 0 0 0,-1-1 0 0 0,0 1 0 0 0,1-1 0 0 0,-1 0 0 0 0,0 0 0 0 0,0 0 0 0 0,-2 0 0 0 0,4 0 0 0 0,-1 0 0 0 0,1 0 0 0 0,-1-1 0 0 0,1 1 0 0 0,-1 0 0 0 0,1 0 0 0 0,-1-1 0 0 0,1 1 0 0 0,-1 0 0 0 0,1-1 0 0 0,-1 1 0 0 0,1-1 0 0 0,0 1 0 0 0,-1 0 0 0 0,1-1 0 0 0,-1 1 0 0 0,1-1 0 0 0,0 1 0 0 0,0-1 0 0 0,-1 0 0 0 0,1-1 0 0 0,-1 1 0 0 0,1 0 0 0 0,0-1 0 0 0,0 1 0 0 0,0-1 0 0 0,0 1 0 0 0,0-1 0 0 0,0 1 0 0 0,0-1 0 0 0,1-2 0 0 0,-1 1 0 0 0,1 0 0 0 0,0 0 0 0 0,-1 0 0 0 0,2 0 0 0 0,-1 0 0 0 0,0 0 0 0 0,0 0 0 0 0,1 0 0 0 0,0 1 0 0 0,-1-1 0 0 0,1 1 0 0 0,0-1 0 0 0,0 1 0 0 0,1 0 0 0 0,-1-1 0 0 0,0 1 0 0 0,1 0 0 0 0,-1 1 0 0 0,1-1 0 0 0,0 0 0 0 0,-1 1 0 0 0,1-1 0 0 0,5-1 0 0 0,-4 2 0 0 0,-1 1 0 0 0,1-1 0 0 0,-1 1 0 0 0,1 0 0 0 0,0 0 0 0 0,-1 0 0 0 0,1 0 0 0 0,-1 0 0 0 0,1 1 0 0 0,0 0 0 0 0,-1 0 0 0 0,1 0 0 0 0,-1 0 0 0 0,0 0 0 0 0,1 1 0 0 0,-1-1 0 0 0,0 1 0 0 0,0 0 0 0 0,0 0 0 0 0,3 3 0 0 0,4 4 0 0 0,0 0 0 0 0,0 1 0 0 0,10 16 0 0 0,8 8 0 0 0,-25-31-2 0 0,-1-1 0 0 0,1 1-1 0 0,0-1 1 0 0,0 1 0 0 0,0-1-1 0 0,0 0 1 0 0,0 0 0 0 0,1-1 0 0 0,-1 1-1 0 0,1-1 1 0 0,-1 1 0 0 0,1-1 0 0 0,-1 0-1 0 0,6 1 1 0 0,-4-2-7 0 0,0 0 1 0 0,1 0-1 0 0,-1 0 1 0 0,0-1-1 0 0,0 1 1 0 0,0-1-1 0 0,0 0 1 0 0,0-1-1 0 0,7-2 1 0 0,0-1-20 0 0,-1-1 1 0 0,0-1 0 0 0,0 0-1 0 0,0 0 1 0 0,-1-1-1 0 0,0 0 1 0 0,14-15-1 0 0,-11 7-1217 0 0,-2 0-4132 0 0,-3 0-1846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4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2759 0 0,'0'0'48'0'0,"0"-1"0"0"0,0 1 0 0 0,0 0 0 0 0,0 0 0 0 0,-1-1 0 0 0,1 1 0 0 0,0 0 0 0 0,0-1-1 0 0,0 1 1 0 0,0 0 0 0 0,0 0 0 0 0,0-1 0 0 0,0 1 0 0 0,0 0 0 0 0,0-1 0 0 0,0 1 0 0 0,0 0-1 0 0,1 0 1 0 0,-1-1 0 0 0,0 1 0 0 0,0 0 0 0 0,0 0 0 0 0,0-1 0 0 0,0 1 0 0 0,0 0 0 0 0,1 0-1 0 0,-1-1 1 0 0,0 1 0 0 0,0 0 0 0 0,0 0 0 0 0,1 0 0 0 0,-1-1 0 0 0,0 1 0 0 0,0 0 0 0 0,1 0-1 0 0,-1 0 1 0 0,0 0 0 0 0,0 0 0 0 0,1-1 0 0 0,-1 1 0 0 0,0 0 0 0 0,1 0 0 0 0,10 8 4676 0 0,-4-2-3573 0 0,16 13 3208 0 0,28 29-1 0 0,-29-25-3225 0 0,-1 1-1 0 0,31 49 0 0 0,-40-53-984 0 0,-1 1-1 0 0,-1 1 0 0 0,0 0 0 0 0,-2 0 0 0 0,-1 0 0 0 0,0 1 0 0 0,-2 0 0 0 0,3 29 0 0 0,-6-35-88 0 0,-1 1-1 0 0,-1-1 0 0 0,0 1 0 0 0,-2 0 0 0 0,0-1 1 0 0,0 1-1 0 0,-2-1 0 0 0,0 0 0 0 0,-1 0 1 0 0,-1 0-1 0 0,-13 25 0 0 0,3-13 32 0 0,-1-1 0 0 0,-2-1 0 0 0,-33 39 0 0 0,44-59 88 0 0,-3 5-1683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4.7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12895 0 0,'4'-7'285'0'0,"-2"4"-104"0"0,-1 0 0 0 0,1 0 0 0 0,0 0 0 0 0,0 0 0 0 0,0 0 0 0 0,0 1 0 0 0,5-5 0 0 0,-7 6-117 0 0,1 1-1 0 0,0-1 1 0 0,-1 1 0 0 0,1 0 0 0 0,0-1 0 0 0,-1 1-1 0 0,1 0 1 0 0,0 0 0 0 0,-1 0 0 0 0,1 0 0 0 0,0-1-1 0 0,-1 1 1 0 0,1 0 0 0 0,0 0 0 0 0,0 0 0 0 0,-1 0-1 0 0,2 1 1 0 0,0-1 90 0 0,-1 1-1 0 0,1-1 1 0 0,-1 1-1 0 0,0 0 1 0 0,1 0-1 0 0,-1-1 1 0 0,0 1-1 0 0,1 0 1 0 0,-1 0-1 0 0,2 3 1 0 0,1 0 305 0 0,-1 0 1 0 0,0 0-1 0 0,0 0 1 0 0,0 1 0 0 0,-1-1-1 0 0,0 1 1 0 0,1 0 0 0 0,-2 0-1 0 0,3 6 1 0 0,1 8 143 0 0,2 22 1 0 0,-5-30-364 0 0,2 26 20 0 0,-1 0-1 0 0,-1 0 0 0 0,-2 0 1 0 0,-2 0-1 0 0,-7 38 0 0 0,9-72-253 0 0,-2 5 16 0 0,1 0 1 0 0,1 1-1 0 0,0 15 0 0 0,0-24-23 0 0,0 0 0 0 0,0 1 0 0 0,0-1 0 0 0,0 0 0 0 0,0 0-1 0 0,0 1 1 0 0,0-1 0 0 0,0 0 0 0 0,0 0 0 0 0,0 1 0 0 0,0-1 0 0 0,0 0 0 0 0,0 0 0 0 0,0 1-1 0 0,0-1 1 0 0,1 0 0 0 0,-1 0 0 0 0,0 1 0 0 0,0-1 0 0 0,0 0 0 0 0,0 0 0 0 0,0 0 0 0 0,1 0-1 0 0,-1 1 1 0 0,0-1 0 0 0,0 0 0 0 0,0 0 0 0 0,1 0 0 0 0,-1 0 0 0 0,0 0 0 0 0,0 0 0 0 0,1 1 0 0 0,-1-1-1 0 0,0 0 1 0 0,0 0 0 0 0,1 0 0 0 0,-1 0 0 0 0,0 0 0 0 0,0 0 0 0 0,1 0 0 0 0,-1 0 0 0 0,0 0-1 0 0,0 0 1 0 0,1 0 0 0 0,-1 0 0 0 0,0 0 0 0 0,0 0 0 0 0,1-1 0 0 0,-1 1 0 0 0,0 0 0 0 0,0 0-1 0 0,0 0 1 0 0,1 0 0 0 0,-1-1 0 0 0,11-9-2574 0 0,-8 0-5549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4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65 10591 0 0,'2'-1'1089'0'0,"-2"1"-1031"0"0,0-1-1 0 0,1 1 1 0 0,-1 0 0 0 0,0 0-1 0 0,0-1 1 0 0,0 1 0 0 0,1 0 0 0 0,-1 0-1 0 0,0-1 1 0 0,0 1 0 0 0,1 0-1 0 0,-1 0 1 0 0,0 0 0 0 0,0 0 0 0 0,1 0-1 0 0,-1-1 1 0 0,0 1 0 0 0,1 0 0 0 0,-1 0-1 0 0,0 0 1 0 0,1 0 0 0 0,-1 0-1 0 0,0 0 1 0 0,1 0 0 0 0,-1 0 0 0 0,22 0 4046 0 0,35-7 0 0 0,61-18-2284 0 0,-77 15-1626 0 0,10-2-253 0 0,-27 7-86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5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394 76 8751 0 0,'2'-4'428'0'0,"0"-1"0"0"0,0 0 0 0 0,0 1 0 0 0,1 0 0 0 0,0 0-1 0 0,3-5 1 0 0,5-5 951 0 0,-9 10-791 0 0,-1 2-258 0 0,0 0 0 0 0,0 0 0 0 0,0 0-1 0 0,0 1 1 0 0,0-1 0 0 0,0 1 0 0 0,1-1-1 0 0,-1 1 1 0 0,0-1 0 0 0,1 1 0 0 0,-1 0-1 0 0,1-1 1 0 0,1 0 0 0 0,-2 3-185 0 0,-1 0 1 0 0,1 0-1 0 0,-1-1 0 0 0,1 1 1 0 0,-1 0-1 0 0,0 0 0 0 0,1 0 1 0 0,-1 0-1 0 0,0 0 1 0 0,0 0-1 0 0,0-1 0 0 0,0 1 1 0 0,0 0-1 0 0,0 0 0 0 0,0 0 1 0 0,0 0-1 0 0,0 2 1 0 0,0-2 50 0 0,-1 14 114 0 0,0 0-1 0 0,-1 0 0 0 0,-1 0 1 0 0,-1 0-1 0 0,0-1 0 0 0,0 1 1 0 0,-2-1-1 0 0,-10 22 0 0 0,3-13-245 0 0,0-1 0 0 0,-1 0 0 0 0,-2-1 0 0 0,-21 23 0 0 0,18-23-19 0 0,-1-2 1 0 0,-28 22-1 0 0,41-36-34 0 0,0 0 1 0 0,-1 0-1 0 0,0 0 0 0 0,1-1 1 0 0,-1-1-1 0 0,-1 1 0 0 0,1-1 1 0 0,0 0-1 0 0,-1-1 0 0 0,0 0 1 0 0,-10 1-1 0 0,14-3-12 0 0,1 0 0 0 0,0 0 0 0 0,-1-1 0 0 0,1 1 0 0 0,-1-1 0 0 0,1 0 0 0 0,0 0 0 0 0,-1-1 0 0 0,1 1 0 0 0,0-1-1 0 0,0 0 1 0 0,0 0 0 0 0,0 0 0 0 0,0 0 0 0 0,1-1 0 0 0,-1 0 0 0 0,1 0 0 0 0,0 0 0 0 0,-5-5 0 0 0,3 2-3 0 0,1 1 1 0 0,1-1-1 0 0,-1 0 0 0 0,1 0 1 0 0,0-1-1 0 0,0 1 1 0 0,1 0-1 0 0,0-1 1 0 0,0 0-1 0 0,0 1 0 0 0,1-1 1 0 0,-1-7-1 0 0,2 8 1 0 0,-1 0-1 0 0,1-1 1 0 0,1 1 0 0 0,-1 0-1 0 0,1 0 1 0 0,0 0 0 0 0,0 0-1 0 0,1 0 1 0 0,0 0 0 0 0,0 1-1 0 0,0-1 1 0 0,1 0 0 0 0,4-7-1 0 0,-5 10 3 0 0,1 0 0 0 0,0 0 0 0 0,0 0 1 0 0,0 0-1 0 0,0 0 0 0 0,0 0 0 0 0,0 1 0 0 0,1-1 0 0 0,-1 1 0 0 0,1 0 0 0 0,0 0 0 0 0,-1 1 0 0 0,1-1 0 0 0,0 1 0 0 0,0-1 0 0 0,0 1 0 0 0,0 1 0 0 0,0-1 0 0 0,0 0 0 0 0,1 1 0 0 0,4 0 0 0 0,3 1 1 0 0,0 0-1 0 0,0 0 1 0 0,0 1-1 0 0,-1 1 1 0 0,1 0-1 0 0,-1 1 1 0 0,1 0-1 0 0,10 6 1 0 0,14 9 12 0 0,35 24 1 0 0,-21-12 91 0 0,-11-4-92 0 0,-30-20-15 0 0,0 0 0 0 0,1-1 0 0 0,0 0 0 0 0,21 9-1 0 0,-29-14-161 0 0,1-1 0 0 0,0 0-1 0 0,0 0 1 0 0,0 0 0 0 0,0 0-1 0 0,-1 0 1 0 0,1 0-1 0 0,0-1 1 0 0,5-1 0 0 0,1 1-1785 0 0,1-1-5664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6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29 919 0 0,'0'-2'411'0'0,"0"1"-1"0"0,0 0 1 0 0,0-1-1 0 0,0 1 1 0 0,0 0-1 0 0,-1-1 0 0 0,1 1 1 0 0,0 0-1 0 0,-1-1 1 0 0,1 1-1 0 0,-1 0 0 0 0,1 0 1 0 0,-1-1-1 0 0,0 1 1 0 0,0 0-1 0 0,1 0 0 0 0,-1 0 1 0 0,0 0-1 0 0,-2-2 1 0 0,3 3-198 0 0,-1 0 1 0 0,0 0 0 0 0,1-1 0 0 0,-1 1-1 0 0,1 0 1 0 0,-1 0 0 0 0,0 0 0 0 0,1 0-1 0 0,-1 0 1 0 0,0 0 0 0 0,1 0 0 0 0,-1 0-1 0 0,0 0 1 0 0,1 0 0 0 0,-1 0 0 0 0,1 0-1 0 0,-1 1 1 0 0,0-1 0 0 0,1 0 0 0 0,-1 0 0 0 0,1 1-1 0 0,-1-1 1 0 0,0 0 0 0 0,1 1 0 0 0,-1-1-1 0 0,1 0 1 0 0,-1 1 0 0 0,1-1 0 0 0,0 1-1 0 0,-1-1 1 0 0,1 1 0 0 0,-1-1 0 0 0,1 1-1 0 0,0-1 1 0 0,-1 1 0 0 0,1-1 0 0 0,0 1-1 0 0,0 0 1 0 0,-1 0 0 0 0,-4 9 1023 0 0,0 0 0 0 0,-4 15 1 0 0,-10 49 133 0 0,9-31-817 0 0,-5 18-16 0 0,2 1 0 0 0,-6 81-1 0 0,17-116-334 0 0,1 1 0 0 0,2-1-1 0 0,1 1 1 0 0,1-1 0 0 0,1 1-1 0 0,2-1 1 0 0,15 46 0 0 0,-16-60-54 0 0,0 0 0 0 0,14 23-1 0 0,-16-32-118 0 0,0 0-1 0 0,0 0 0 0 0,0 0 0 0 0,0-1 1 0 0,1 1-1 0 0,-1-1 0 0 0,1 1 0 0 0,0-1 0 0 0,0 0 1 0 0,0-1-1 0 0,7 4 0 0 0,-10-5-92 0 0,1-1 0 0 0,0 1 0 0 0,0-1 0 0 0,0 0 0 0 0,0 1-1 0 0,0-1 1 0 0,0 0 0 0 0,0 0 0 0 0,0 0 0 0 0,0-1 0 0 0,0 1 0 0 0,0 0 0 0 0,0-1 0 0 0,0 1-1 0 0,0-1 1 0 0,0 0 0 0 0,-1 0 0 0 0,1 1 0 0 0,0-1 0 0 0,2-2 0 0 0,-16 10-1521 0 0,2-1 769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7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150 188 8751 0 0,'-3'-4'444'0'0,"1"0"0"0"0,0-1-1 0 0,1 1 1 0 0,-1 0-1 0 0,1-1 1 0 0,0 1 0 0 0,0-1-1 0 0,0 0 1 0 0,0 1 0 0 0,1-1-1 0 0,0 0 1 0 0,0-7-1 0 0,1 6 29 0 0,0-1-1 0 0,0 0 0 0 0,0 1 1 0 0,1-1-1 0 0,0 1 1 0 0,0 0-1 0 0,1-1 0 0 0,3-6 1 0 0,-3 9-283 0 0,0 0 1 0 0,0-1 0 0 0,0 1 0 0 0,1 1 0 0 0,0-1 0 0 0,0 0 0 0 0,0 1 0 0 0,0 0 0 0 0,0 0 0 0 0,0 0-1 0 0,1 1 1 0 0,0-1 0 0 0,-1 1 0 0 0,1 0 0 0 0,7-2 0 0 0,-9 3-139 0 0,0 1 0 0 0,0-1 0 0 0,0 0-1 0 0,0 1 1 0 0,0 0 0 0 0,0 0 0 0 0,0 0 0 0 0,0 0 0 0 0,0 0 0 0 0,0 1-1 0 0,0-1 1 0 0,0 1 0 0 0,0 0 0 0 0,0 0 0 0 0,0 0 0 0 0,0 0 0 0 0,0 0 0 0 0,-1 1-1 0 0,1-1 1 0 0,0 1 0 0 0,-1 0 0 0 0,1 0 0 0 0,-1 0 0 0 0,0 0 0 0 0,0 0-1 0 0,0 0 1 0 0,2 4 0 0 0,0-1-46 0 0,-1 0 0 0 0,0 0 1 0 0,0 1-1 0 0,-1-1 0 0 0,1 1 0 0 0,-1 0 0 0 0,0-1 0 0 0,-1 1 1 0 0,0 0-1 0 0,0 0 0 0 0,0 0 0 0 0,0 12 0 0 0,-2-9-7 0 0,0 0 0 0 0,0 0 0 0 0,-1 0 0 0 0,0 0 0 0 0,0 0-1 0 0,-1 0 1 0 0,-1-1 0 0 0,-3 9 0 0 0,-2-2-7 0 0,0 0 0 0 0,0 0 0 0 0,-2-1 1 0 0,1-1-1 0 0,-2 0 0 0 0,0 0 0 0 0,0-1 0 0 0,-25 18 0 0 0,35-28 16 0 0,-1-1 1 0 0,0 0-1 0 0,1 1 0 0 0,-1-1 0 0 0,0 0 1 0 0,-5 1-1 0 0,8-1-5 0 0,-1-1-1 0 0,1 0 1 0 0,-1 0 0 0 0,1 0 0 0 0,-1 0 0 0 0,1 0-1 0 0,0 0 1 0 0,-1 0 0 0 0,1 0 0 0 0,-1 0-1 0 0,1 0 1 0 0,-1 0 0 0 0,1-1 0 0 0,-1 1 0 0 0,1 0-1 0 0,0 0 1 0 0,-1 0 0 0 0,1-1 0 0 0,-1 1 0 0 0,1 0-1 0 0,-1-1 1 0 0,1 1-1 0 0,0-1 1 0 0,0 1-1 0 0,-1-1 0 0 0,1 1 0 0 0,0-1 1 0 0,0 0-1 0 0,0 1 0 0 0,0-1 0 0 0,0 1 1 0 0,0-1-1 0 0,0 0 0 0 0,0 1 0 0 0,0-1 1 0 0,0 1-1 0 0,0-1 0 0 0,0 0 0 0 0,0 1 1 0 0,1-1-1 0 0,-1 1 0 0 0,0-1 0 0 0,1 0 0 0 0,1-4 8 0 0,0 1 0 0 0,1 0 0 0 0,0-1 0 0 0,0 1 0 0 0,0 0 0 0 0,1 0 0 0 0,-1 1 0 0 0,1-1-1 0 0,0 1 1 0 0,0 0 0 0 0,0 0 0 0 0,8-5 0 0 0,-3 3-1 0 0,0 0 0 0 0,1 1 0 0 0,-1 0-1 0 0,1 0 1 0 0,14-3 0 0 0,-23 7-2 0 0,0-1 1 0 0,1 1-1 0 0,-1 0 0 0 0,1 0 1 0 0,-1 0-1 0 0,1-1 0 0 0,-1 1 1 0 0,1 1-1 0 0,-1-1 0 0 0,1 0 1 0 0,-1 0-1 0 0,1 0 0 0 0,-1 1 1 0 0,1-1-1 0 0,-1 1 0 0 0,0-1 1 0 0,1 1-1 0 0,-1 0 0 0 0,0 0 1 0 0,1-1-1 0 0,-1 1 0 0 0,0 0 1 0 0,2 2-1 0 0,-2-1 1 0 0,0-1 0 0 0,0 1 0 0 0,0 0 1 0 0,0 0-1 0 0,0-1 0 0 0,-1 1 0 0 0,1 0 0 0 0,-1 0 0 0 0,1 0 0 0 0,-1 0 0 0 0,0 0 0 0 0,0 0 1 0 0,0 0-1 0 0,0 0 0 0 0,0 0 0 0 0,0 0 0 0 0,-1 3 0 0 0,-1 7-7 0 0,-1 4 0 0 0,1 1 0 0 0,0-1 0 0 0,1 0 0 0 0,1 19 0 0 0,1-30 15 0 0,-1-1-1 0 0,0 1 0 0 0,0-1 1 0 0,0 1-1 0 0,-1-1 1 0 0,1 1-1 0 0,-1-1 0 0 0,0 0 1 0 0,-3 9-1 0 0,2-10-1 0 0,0 0-1 0 0,0 0 1 0 0,0 0-1 0 0,0 0 1 0 0,0 0 0 0 0,-1-1-1 0 0,0 1 1 0 0,1-1-1 0 0,-1 1 1 0 0,0-1-1 0 0,0 0 1 0 0,0 0 0 0 0,-4 1-1 0 0,-15 7 78 0 0,-1-1-1 0 0,1-2 1 0 0,-2 0 0 0 0,1-1-1 0 0,-1-2 1 0 0,1 0 0 0 0,-29 0-1 0 0,6-2 45 0 0,43-2-351 0 0,5-1-30 0 0,6 1-2135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7.2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10135 0 0,'5'0'421'0'0,"0"1"-1"0"0,0-1 0 0 0,0 1 0 0 0,0 0 1 0 0,0 0-1 0 0,-1 0 0 0 0,1 1 0 0 0,0-1 1 0 0,-1 1-1 0 0,0 0 0 0 0,1 1 0 0 0,-1-1 1 0 0,0 1-1 0 0,0 0 0 0 0,4 3 0 0 0,-1 0 197 0 0,0-1-1 0 0,-1 1 1 0 0,0 0-1 0 0,0 0 1 0 0,0 1-1 0 0,-1-1 1 0 0,8 14-1 0 0,-11-16-548 0 0,0-1 1 0 0,-1 1-1 0 0,0 0 1 0 0,1-1-1 0 0,-1 1 0 0 0,0 0 1 0 0,-1 0-1 0 0,1-1 1 0 0,-1 1-1 0 0,0 0 1 0 0,0 0-1 0 0,0 0 0 0 0,0 0 1 0 0,0-1-1 0 0,-1 1 1 0 0,0 0-1 0 0,0 0 0 0 0,0 0 1 0 0,-3 5-1 0 0,-1 2-41 0 0,-2 0 1 0 0,1 0-1 0 0,-2 0 0 0 0,1-1 0 0 0,-1-1 0 0 0,-1 1 1 0 0,0-1-1 0 0,0-1 0 0 0,-16 12 0 0 0,24-19-61 0 0,1-1 0 0 0,-1 1 1 0 0,1-1-1 0 0,-1 1 0 0 0,0-1 0 0 0,0 0 0 0 0,1 1 1 0 0,-1-1-1 0 0,0 0 0 0 0,0 1 0 0 0,1-1 0 0 0,-1 0 0 0 0,0 0 1 0 0,0 0-1 0 0,1 0 0 0 0,-1 0 0 0 0,0 0 0 0 0,-1 0 0 0 0,-2-3-683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7.5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 9215 0 0,'1'-3'155'0'0,"1"-1"0"0"0,-1 1 0 0 0,1-1 0 0 0,0 1-1 0 0,0 0 1 0 0,1 0 0 0 0,-1 0 0 0 0,0 0 0 0 0,1 0-1 0 0,0 1 1 0 0,0-1 0 0 0,0 1 0 0 0,0 0 0 0 0,0-1-1 0 0,0 1 1 0 0,0 1 0 0 0,1-1 0 0 0,5-2 0 0 0,-1 2 435 0 0,1 0 0 0 0,-1 0 0 0 0,1 0 1 0 0,0 1-1 0 0,-1 0 0 0 0,1 1 0 0 0,0 0 1 0 0,0 1-1 0 0,-1-1 0 0 0,18 5 0 0 0,-23-4-426 0 0,1 0-1 0 0,-1 0 1 0 0,1 0-1 0 0,-1 1 1 0 0,0-1-1 0 0,1 1 1 0 0,-1 0-1 0 0,0 0 1 0 0,0 0-1 0 0,0 0 1 0 0,-1 1-1 0 0,1-1 1 0 0,0 1-1 0 0,-1-1 1 0 0,0 1-1 0 0,1 0 1 0 0,-1 0-1 0 0,0 0 1 0 0,-1 0 0 0 0,1 1-1 0 0,-1-1 1 0 0,1 0-1 0 0,-1 1 1 0 0,0-1-1 0 0,0 1 1 0 0,0-1-1 0 0,-1 1 1 0 0,1 7-1 0 0,-1-5-182 0 0,0 0-1 0 0,-1 0 1 0 0,0 0 0 0 0,0 0-1 0 0,-1 0 1 0 0,0 0 0 0 0,0 0-1 0 0,0 0 1 0 0,0-1 0 0 0,-1 1-1 0 0,0-1 1 0 0,0 0 0 0 0,-5 6-1 0 0,-7 8-15 0 0,0-1-1 0 0,-19 16 1 0 0,21-21 72 0 0,-10 8 17 0 0,14-13-19 0 0,0 0 1 0 0,1 1-1 0 0,0 0 0 0 0,0 0 0 0 0,-7 12 0 0 0,14-20-26 0 0,0 0 0 0 0,1 0-1 0 0,-1 0 1 0 0,1 0-1 0 0,-1 0 1 0 0,1 0 0 0 0,0 0-1 0 0,-1 0 1 0 0,1 0-1 0 0,0 0 1 0 0,0 0 0 0 0,0 0-1 0 0,-1 1 1 0 0,1-1-1 0 0,0 0 1 0 0,0 0 0 0 0,1 0-1 0 0,-1 0 1 0 0,0 0-1 0 0,0 0 1 0 0,1 2 0 0 0,0-2 2 0 0,0 0 1 0 0,-1 0-1 0 0,1-1 1 0 0,0 1 0 0 0,0 0-1 0 0,0-1 1 0 0,0 1-1 0 0,0 0 1 0 0,0-1-1 0 0,0 1 1 0 0,0-1 0 0 0,0 0-1 0 0,0 1 1 0 0,0-1-1 0 0,0 0 1 0 0,0 0-1 0 0,2 1 1 0 0,6-1 52 0 0,0 0 0 0 0,0 0 0 0 0,0 0 0 0 0,10-3 0 0 0,-13 2-42 0 0,42-7-86 0 0,80-25-1 0 0,-111 26-2188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7.8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5527 0 0,'1'-1'104'0'0,"0"1"0"0"0,1-1 0 0 0,-1 0 0 0 0,0 1 0 0 0,0 0 0 0 0,1-1-1 0 0,-1 1 1 0 0,0 0 0 0 0,1-1 0 0 0,-1 1 0 0 0,0 0 0 0 0,1 0 0 0 0,1 0 0 0 0,16 10 4250 0 0,-16-7-3767 0 0,32 22 3596 0 0,36 34 0 0 0,-50-39-3152 0 0,-1 0 0 0 0,32 44-1 0 0,-42-49-941 0 0,0 0 1 0 0,-1 1-1 0 0,-1 0 0 0 0,-1 0 0 0 0,9 27 1 0 0,-12-30-13 0 0,-1 1 1 0 0,-1-1 0 0 0,0 1-1 0 0,-1 0 1 0 0,0-1-1 0 0,-1 1 1 0 0,0 0 0 0 0,-3 14-1 0 0,1-18-58 0 0,0 0 1 0 0,-1-1-1 0 0,0 1 0 0 0,-1-1 1 0 0,1 0-1 0 0,-7 10 1 0 0,-34 49 119 0 0,28-45-126 0 0,10-14-612 0 0,-1-1 0 0 0,-15 16 0 0 0,20-21 185 0 0,-1-1-1 0 0,0 0 0 0 0,0 1 0 0 0,0-1 0 0 0,0 0 1 0 0,0 0-1 0 0,-1 0 0 0 0,1-1 0 0 0,0 1 0 0 0,-1-1 1 0 0,1 0-1 0 0,-6 1 0 0 0,1-2-7204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08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31 4607 0 0,'-21'-6'1226'0'0,"0"4"3919"0"0,16 0-1331 0 0,10 0-1941 0 0,10-3-12 0 0,39 0 248 0 0,68-4-105 0 0,-123 10-1978 0 0,0-1 1 0 0,-1 1-1 0 0,1-1 0 0 0,0 1 1 0 0,0-1-1 0 0,0 1 0 0 0,0 0 1 0 0,0 0-1 0 0,-1-1 0 0 0,1 1 1 0 0,1 0-1 0 0,-1 0 0 0 0,0 0 1 0 0,0 0-1 0 0,0 0 0 0 0,0 0 1 0 0,1 0-1 0 0,-1 1 0 0 0,0-1 1 0 0,1 0-1 0 0,-1 0 0 0 0,1 1 1 0 0,-1 1-1 0 0,1-1-20 0 0,0 0 1 0 0,0 0-1 0 0,0-1 0 0 0,0 1 0 0 0,1 0 1 0 0,-1 0-1 0 0,0-1 0 0 0,1 1 0 0 0,0 0 0 0 0,-1-1 1 0 0,1 1-1 0 0,0 0 0 0 0,0-1 0 0 0,0 1 1 0 0,1 1-1 0 0,1 3 19 0 0,33 76 119 0 0,-5 1 0 0 0,-3 2 0 0 0,19 98 0 0 0,-27-78-52 0 0,-5 1-1 0 0,2 136 1 0 0,-17-207 37 0 0,-2 0 1 0 0,-1 0-1 0 0,-2 0 0 0 0,-1 0 0 0 0,-2-1 1 0 0,-1 0-1 0 0,-1-1 0 0 0,-3 0 0 0 0,0 0 1 0 0,-2-1-1 0 0,-1-1 0 0 0,-2-1 0 0 0,-1 0 1 0 0,-1-2-1 0 0,-2 0 0 0 0,-41 42 0 0 0,-82 62 343 0 0,125-114-576 0 0,12-9-1934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45.8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16 465 2303 0 0,'-4'-2'1352'0'0,"-8"-2"7576"0"0,14 7-8749 0 0,-1 0-1 0 0,0 0 0 0 0,1 0 0 0 0,0 0 0 0 0,0 0 1 0 0,0 0-1 0 0,0-1 0 0 0,0 1 0 0 0,0-1 1 0 0,1 0-1 0 0,-1 1 0 0 0,1-1 0 0 0,-1 0 0 0 0,1 0 1 0 0,0-1-1 0 0,0 1 0 0 0,0-1 0 0 0,0 1 0 0 0,0-1 1 0 0,4 1-1 0 0,4 1 36 0 0,-1-2 0 0 0,0 1 0 0 0,1-2 0 0 0,-1 1 0 0 0,1-1 0 0 0,-1-1 0 0 0,0 0 0 0 0,1 0 0 0 0,-1-1 0 0 0,0 0 0 0 0,0-1 0 0 0,0 0 0 0 0,19-9 0 0 0,-21 8-93 0 0,1-1-1 0 0,-1 0 0 0 0,0 0 0 0 0,-1-1 1 0 0,0 0-1 0 0,1 0 0 0 0,-2-1 1 0 0,1 0-1 0 0,-1 0 0 0 0,0 0 1 0 0,-1-1-1 0 0,1 0 0 0 0,-1 0 1 0 0,-1 0-1 0 0,6-14 0 0 0,-5 8-70 0 0,-1 0 1 0 0,-1 0-1 0 0,0-1 0 0 0,0 1 0 0 0,-1-1 0 0 0,-1 1 1 0 0,-1-1-1 0 0,0 0 0 0 0,-1 1 0 0 0,0-1 0 0 0,-1 0 1 0 0,-1 1-1 0 0,0 0 0 0 0,-1 0 0 0 0,-1 0 0 0 0,-11-24 0 0 0,14 34-33 0 0,-4-9 17 0 0,-1-1 1 0 0,-15-22-1 0 0,20 34-45 0 0,0-1 0 0 0,0 0 0 0 0,0 1 0 0 0,0 0 0 0 0,-1-1 0 0 0,1 1 0 0 0,-1 0 0 0 0,0 0-1 0 0,1 0 1 0 0,-1 1 0 0 0,0-1 0 0 0,0 1 0 0 0,0-1 0 0 0,0 1 0 0 0,0 0 0 0 0,0 0 0 0 0,-1 0 0 0 0,1 1 0 0 0,-4-1 0 0 0,4 1 11 0 0,0 0 0 0 0,1 1 0 0 0,-1 0 0 0 0,0 0 0 0 0,1 0 0 0 0,-1 0 0 0 0,1 0 0 0 0,-1 0 0 0 0,1 0 0 0 0,0 1 0 0 0,0-1 0 0 0,-1 1 0 0 0,1 0 0 0 0,0 0 0 0 0,0 0 0 0 0,1 0 0 0 0,-1 0 0 0 0,0 0 0 0 0,1 0 0 0 0,-1 0 0 0 0,-1 5 0 0 0,-2 2 0 0 0,0 0 0 0 0,1 1 0 0 0,0 0 0 0 0,-3 12 0 0 0,4-8-5 0 0,1 0-1 0 0,0 0 0 0 0,1-1 1 0 0,1 1-1 0 0,0 0 1 0 0,1 0-1 0 0,3 15 1 0 0,24 96 217 0 0,-24-108-125 0 0,43 165 491 0 0,31 115 77 0 0,9 33-199 0 0,-85-323-453 0 0,7 39 71 0 0,-9-44-71 0 0,0 1 1 0 0,1-1 0 0 0,-1 1 0 0 0,0-1-1 0 0,-1 1 1 0 0,1-1 0 0 0,0 1-1 0 0,-1-1 1 0 0,1 1 0 0 0,-1-1 0 0 0,0 0-1 0 0,0 1 1 0 0,0-1 0 0 0,0 0-1 0 0,-2 3 1 0 0,2-4 1 0 0,0-1-1 0 0,0 1 0 0 0,0 0 1 0 0,0-1-1 0 0,0 1 1 0 0,0-1-1 0 0,0 1 1 0 0,0-1-1 0 0,0 1 0 0 0,0-1 1 0 0,0 0-1 0 0,0 1 1 0 0,0-1-1 0 0,-1 0 0 0 0,1 0 1 0 0,0 0-1 0 0,0 0 1 0 0,0 0-1 0 0,0 0 1 0 0,-1 0-1 0 0,1-1 0 0 0,0 1 1 0 0,0 0-1 0 0,0 0 1 0 0,-2-2-1 0 0,-30-12-1439 0 0,26 10 486 0 0,-3-1-6902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46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5 147 4143 0 0,'0'-1'65'0'0,"-1"1"-1"0"0,1 0 1 0 0,0-1 0 0 0,-1 1-1 0 0,1-1 1 0 0,0 1-1 0 0,-1-1 1 0 0,1 1-1 0 0,0-1 1 0 0,0 1-1 0 0,-1-1 1 0 0,1 1-1 0 0,0-1 1 0 0,0 1-1 0 0,0-1 1 0 0,0 0-1 0 0,0 1 1 0 0,-1-1-1 0 0,1 1 1 0 0,0-1-1 0 0,0 1 1 0 0,1-1-1 0 0,-1 0 1 0 0,0 1 0 0 0,0-1-1 0 0,0 1 1 0 0,0-1-1 0 0,0 1 1 0 0,1-1-1 0 0,-1 1 1 0 0,0-1-1 0 0,0 1 1 0 0,1-2-1 0 0,1 1 305 0 0,0 0-1 0 0,-1-1 1 0 0,1 1-1 0 0,0 0 1 0 0,0 0-1 0 0,0 0 1 0 0,0 1-1 0 0,3-2 1 0 0,69-23 7117 0 0,2 2-4596 0 0,2-1-1747 0 0,38-15-3022 0 0,-98 32-5064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46.3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96 1375 0 0,'3'-63'760'0'0,"-3"61"-356"0"0,0 0-1 0 0,0 0 0 0 0,0 0 0 0 0,0 0 0 0 0,-1-1 0 0 0,1 1 0 0 0,-1 0 0 0 0,0 0 0 0 0,1 1 1 0 0,-1-1-1 0 0,0 0 0 0 0,-2-4 0 0 0,3 6-268 0 0,-1 0 1 0 0,1 0-1 0 0,0-1 0 0 0,0 1 0 0 0,-1 0 1 0 0,1 0-1 0 0,0-1 0 0 0,-1 1 1 0 0,1 0-1 0 0,0 0 0 0 0,-1 0 1 0 0,1 0-1 0 0,0 0 0 0 0,-1-1 1 0 0,1 1-1 0 0,0 0 0 0 0,-1 0 1 0 0,1 0-1 0 0,-1 0 0 0 0,1 0 0 0 0,0 0 1 0 0,-1 0-1 0 0,1 0 0 0 0,0 0 1 0 0,-1 0-1 0 0,0 1 0 0 0,0-1-1 0 0,0 1-1 0 0,0-1 1 0 0,0 1 0 0 0,0 0-1 0 0,0 0 1 0 0,0-1-1 0 0,1 1 1 0 0,-1 0 0 0 0,0 0-1 0 0,0 0 1 0 0,1 0-1 0 0,-2 2 1 0 0,-6 10 523 0 0,2 0 1 0 0,-1 1-1 0 0,2 0 0 0 0,0 0 0 0 0,0 1 1 0 0,-3 21-1 0 0,3-2 351 0 0,-2 59 0 0 0,7-46 162 0 0,11 77 1 0 0,19 46 432 0 0,4-23-572 0 0,-2-50-390 0 0,-30-91-588 0 0,-1-4-274 0 0,0 1-1 0 0,0-1 1 0 0,0 1-1 0 0,-1-1 0 0 0,1 1 1 0 0,-1 0-1 0 0,1-1 1 0 0,-1 1-1 0 0,0 5 0 0 0,-2 5-7975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21.3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90 414 5063 0 0,'-5'0'264'0'0,"1"0"-1"0"0,0 0 1 0 0,-1-1-1 0 0,1 0 1 0 0,0 1-1 0 0,0-1 0 0 0,0-1 1 0 0,-1 1-1 0 0,1-1 1 0 0,0 1-1 0 0,1-1 1 0 0,-1 0-1 0 0,-6-5 0 0 0,8 5-12 0 0,-1 0-1 0 0,1-1 1 0 0,0 1-1 0 0,0-1 1 0 0,0 1 0 0 0,0-1-1 0 0,1 0 1 0 0,-1 0-1 0 0,1 0 1 0 0,-1 0-1 0 0,1 0 1 0 0,0 0-1 0 0,0 0 1 0 0,1 0-1 0 0,-1 0 1 0 0,1 0-1 0 0,-1-1 1 0 0,1-5-1 0 0,1-11 531 0 0,1 1 1 0 0,1 0-1 0 0,1 0 0 0 0,0 0 0 0 0,2 0 0 0 0,0 1 0 0 0,14-29 1 0 0,-17 41-696 0 0,0 0 1 0 0,0 0-1 0 0,0 0 1 0 0,1 1-1 0 0,0-1 1 0 0,0 1-1 0 0,6-5 1 0 0,-9 8-75 0 0,1 1 0 0 0,0-1 0 0 0,0 1 0 0 0,0 0 1 0 0,0-1-1 0 0,1 1 0 0 0,-1 0 0 0 0,0 0 0 0 0,0 0 0 0 0,1 1 1 0 0,-1-1-1 0 0,0 0 0 0 0,1 1 0 0 0,-1 0 0 0 0,1-1 0 0 0,-1 1 1 0 0,1 0-1 0 0,-1 0 0 0 0,1 1 0 0 0,-1-1 0 0 0,0 0 0 0 0,3 2 1 0 0,5 1-5 0 0,-1 1 1 0 0,1 1 0 0 0,-1 0 0 0 0,0 0-1 0 0,0 1 1 0 0,-1 0 0 0 0,15 14 0 0 0,-13-11 11 0 0,1-1 0 0 0,-1 0 0 0 0,1-1 0 0 0,16 9 0 0 0,-18-13 43 0 0,-1 0 1 0 0,1-1-1 0 0,0 1 0 0 0,0-2 0 0 0,-1 1 0 0 0,1-1 1 0 0,0-1-1 0 0,0 0 0 0 0,13-1 0 0 0,-16 1 19 0 0,0-1-1 0 0,0 0 1 0 0,0 0-1 0 0,0-1 0 0 0,0 1 1 0 0,0-1-1 0 0,-1-1 1 0 0,1 1-1 0 0,0-1 0 0 0,-1 0 1 0 0,0 0-1 0 0,0-1 1 0 0,0 1-1 0 0,7-8 0 0 0,-9 8-49 0 0,-1 0-1 0 0,0 0 0 0 0,0-1 0 0 0,0 1 0 0 0,0 0 0 0 0,-1-1 0 0 0,1 1 0 0 0,-1-1 0 0 0,0 0 0 0 0,0 1 0 0 0,0-1 0 0 0,0 0 0 0 0,-1 0 1 0 0,0 1-1 0 0,0-7 0 0 0,-1-5 23 0 0,0 1 0 0 0,-7-26 0 0 0,3 18-7 0 0,1 12 122 0 0,2 7-369 0 0,3 5-1274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22.4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24 247 5063 0 0,'-2'-1'296'0'0,"1"0"0"0"0,-1-1 0 0 0,1 1 0 0 0,0-1 0 0 0,-1 1 0 0 0,1-1 0 0 0,0 0 0 0 0,0 0 0 0 0,0 1-1 0 0,0-1 1 0 0,0 0 0 0 0,0 0 0 0 0,1 0 0 0 0,-1 0 0 0 0,0-3 0 0 0,-1-1 556 0 0,1 0 1 0 0,0-1-1 0 0,0-10 0 0 0,1 9-251 0 0,1 0 0 0 0,0 0 0 0 0,1 0 0 0 0,0 0 0 0 0,0 0 0 0 0,0 0 0 0 0,6-10 0 0 0,-2 6-51 0 0,0 1 1 0 0,0 0-1 0 0,17-20 1 0 0,-22 29-530 0 0,0 0 0 0 0,0 1 0 0 0,1-1 1 0 0,-1 1-1 0 0,1-1 0 0 0,-1 1 0 0 0,1 0 1 0 0,0-1-1 0 0,-1 1 0 0 0,1 0 0 0 0,0 0 1 0 0,0 0-1 0 0,0 0 0 0 0,0 0 0 0 0,0 1 1 0 0,0-1-1 0 0,0 1 0 0 0,0-1 0 0 0,0 1 1 0 0,0 0-1 0 0,0 0 0 0 0,0 0 0 0 0,0 0 1 0 0,1 0-1 0 0,-1 0 0 0 0,0 0 0 0 0,0 1 1 0 0,0-1-1 0 0,0 1 0 0 0,0-1 0 0 0,0 1 1 0 0,0 0-1 0 0,3 2 0 0 0,0 0-11 0 0,0 1-1 0 0,-1 0 1 0 0,1 0-1 0 0,-1 0 0 0 0,1 1 1 0 0,-1-1-1 0 0,-1 1 1 0 0,1 0-1 0 0,-1 0 1 0 0,4 7-1 0 0,5 13 28 0 0,-6-14-6 0 0,-1 1 0 0 0,1-1 0 0 0,1-1 0 0 0,11 15 1 0 0,-16-22 1 0 0,1-1 1 0 0,-1 1-1 0 0,1-1 1 0 0,-1 0-1 0 0,1 0 1 0 0,0 0-1 0 0,0 0 1 0 0,0 0-1 0 0,0-1 1 0 0,0 1-1 0 0,1-1 1 0 0,-1 0-1 0 0,0 0 1 0 0,1 0-1 0 0,-1-1 1 0 0,1 1-1 0 0,-1-1 1 0 0,0 1-1 0 0,1-1 1 0 0,6-1-1 0 0,-1 0 68 0 0,-1-1 0 0 0,1-1 0 0 0,-1 1 0 0 0,0-1 0 0 0,0 0 0 0 0,0-1 0 0 0,0 0 0 0 0,-1-1 0 0 0,14-9 0 0 0,-7 3-3 0 0,0-1 1 0 0,0 0 0 0 0,19-26-1 0 0,-26 31-71 0 0,0-2 0 0 0,-1 1 0 0 0,0-1 0 0 0,-1 1 0 0 0,0-2 0 0 0,0 1 0 0 0,6-19 0 0 0,-10 26-71 0 0,-2 6 182 0 0,1 3-1800 0 0,0 3-6178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29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96 3223 0 0,'3'-17'161'0'0,"-3"15"314"0"0,0 0-1 0 0,1 0 1 0 0,-1 0 0 0 0,1 0-1 0 0,-1 0 1 0 0,1 0-1 0 0,0 0 1 0 0,-1 1 0 0 0,1-1-1 0 0,0 0 1 0 0,0 0-1 0 0,3-3 1 0 0,1 1 77 0 0,-1 0 1 0 0,2 0-1 0 0,-1 0 0 0 0,0 0 0 0 0,1 1 1 0 0,0 0-1 0 0,-1 0 0 0 0,1 0 1 0 0,0 1-1 0 0,1 0 0 0 0,-1 0 0 0 0,8-1 1 0 0,5-1 483 0 0,0 2 0 0 0,36-1 0 0 0,-54 3-1075 0 0,9 0 279 0 0,1 0 0 0 0,0 1 1 0 0,11 2-1 0 0,-19-2-339 0 0,0 0 1 0 0,-1-1-1 0 0,1 1 1 0 0,0 0-1 0 0,-1 1 1 0 0,1-1 0 0 0,3 3-1 0 0,-5-3-193 0 0,0-1-1 0 0,0 1 0 0 0,0 0 1 0 0,0 0-1 0 0,-1 0 0 0 0,1 0 1 0 0,0 0-1 0 0,-1 0 0 0 0,1 0 1 0 0,0 0-1 0 0,-1 0 0 0 0,1 0 1 0 0,-1 1-1 0 0,0-1 1 0 0,1 0-1 0 0,-1 0 0 0 0,1 3 1 0 0,-2 7-6026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29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9215 0 0,'4'-7'408'0'0,"-3"2"80"0"0,3 0-392 0 0,-1 1-96 0 0,2 3 0 0 0,-1-1 0 0 0,-1 0 616 0 0,6-1 104 0 0,4-4 16 0 0,4 0 8 0 0,4-1 88 0 0,1-1 24 0 0,0 2 0 0 0,-2 2 0 0 0,2 2-592 0 0,-1 3-112 0 0,-1 2-24 0 0,1 4-8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0.0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9 473 10591 0 0,'-8'-4'960'0'0,"10"5"-1213"0"0,0 0 420 0 0,0 0 0 0 0,0-1-1 0 0,0 1 1 0 0,1 0-1 0 0,-1-1 1 0 0,0 0 0 0 0,0 1-1 0 0,3-1 1 0 0,11-1 435 0 0,0 0-1 0 0,-1-1 1 0 0,1-1 0 0 0,-1 0 0 0 0,1-1 0 0 0,-1-1-1 0 0,-1-1 1 0 0,1 0 0 0 0,25-14 0 0 0,-23 9-356 0 0,0 0 0 0 0,0-1 0 0 0,-2-1 1 0 0,1 0-1 0 0,-1-1 0 0 0,-1-1 1 0 0,17-24-1 0 0,-25 31-184 0 0,0-1 0 0 0,-1 0 0 0 0,0 0 1 0 0,0 0-1 0 0,-1-1 0 0 0,-1 0 0 0 0,5-19 0 0 0,-6 22-36 0 0,-1 0-1 0 0,-1 1 1 0 0,1-1-1 0 0,-1 0 0 0 0,0 0 1 0 0,-1 1-1 0 0,0-1 1 0 0,0 0-1 0 0,0 1 1 0 0,-1-1-1 0 0,0 0 0 0 0,0 1 1 0 0,-4-8-1 0 0,2 6-1 0 0,0 0 0 0 0,-1 1 0 0 0,0-1 0 0 0,-1 1-1 0 0,0 0 1 0 0,0 0 0 0 0,0 1 0 0 0,-13-10 0 0 0,15 12-14 0 0,-1 1 0 0 0,0 0 0 0 0,0 0-1 0 0,0 1 1 0 0,0 0 0 0 0,-1 0 0 0 0,1 0 0 0 0,0 0 0 0 0,-1 1 0 0 0,0 0 0 0 0,1 0 0 0 0,-1 0 0 0 0,0 1 0 0 0,1 0 0 0 0,-7 0-1 0 0,6 1 1 0 0,0 0-1 0 0,0 0 0 0 0,0 0 0 0 0,0 1 0 0 0,0 0 0 0 0,0 0 0 0 0,1 0 1 0 0,-1 1-1 0 0,1 0 0 0 0,0 0 0 0 0,0 0 0 0 0,0 1 0 0 0,0-1 0 0 0,0 1 1 0 0,1 1-1 0 0,0-1 0 0 0,-1 0 0 0 0,2 1 0 0 0,-1 0 0 0 0,-5 10 0 0 0,-2 4-6 0 0,2 1-1 0 0,0 0 0 0 0,1 0 1 0 0,1 1-1 0 0,-5 29 0 0 0,6-17-4 0 0,1 0-1 0 0,1 63 0 0 0,9-4 38 0 0,25 142-1 0 0,-10-115 254 0 0,6 208 0 0 0,-26-305-279 0 0,1-14-1 0 0,-1 1 0 0 0,0-1 0 0 0,0 0 0 0 0,-1 1 0 0 0,0-1-1 0 0,0 1 1 0 0,-4 8 0 0 0,5-17-21 0 0,0 0-1 0 0,-1 1 0 0 0,1-1 1 0 0,0 1-1 0 0,-1-1 1 0 0,1 0-1 0 0,0 1 1 0 0,-1-1-1 0 0,1 0 0 0 0,-1 1 1 0 0,1-1-1 0 0,0 0 1 0 0,-1 0-1 0 0,1 1 1 0 0,-1-1-1 0 0,1 0 0 0 0,-1 0 1 0 0,1 0-1 0 0,-1 0 1 0 0,1 0-1 0 0,-1 1 0 0 0,1-1 1 0 0,-1 0-1 0 0,1 0 1 0 0,-1 0-1 0 0,0-1 1 0 0,-17-2-950 0 0,13 2 512 0 0,-9-2-1193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0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21 208 1839 0 0,'-6'-15'1301'0'0,"3"7"-34"0"0,1 0 0 0 0,-1-1 0 0 0,1 1 0 0 0,-2-17 0 0 0,4 22-1008 0 0,0 1 1 0 0,0 0 0 0 0,0-1 0 0 0,1 1 0 0 0,-1-1 0 0 0,1 1 0 0 0,-1 0-1 0 0,1-1 1 0 0,0 1 0 0 0,0 0 0 0 0,0 0 0 0 0,0 0 0 0 0,0 0 0 0 0,1-1-1 0 0,-1 2 1 0 0,1-1 0 0 0,-1 0 0 0 0,1 0 0 0 0,0 0 0 0 0,-1 1 0 0 0,1-1-1 0 0,3-1 1 0 0,8-5 334 0 0,1 0-1 0 0,0 0 1 0 0,0 2-1 0 0,1 0 0 0 0,21-6 1 0 0,79-14 172 0 0,-114 26-763 0 0,26-5-711 0 0,1 1-3978 0 0,-7 2-1494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0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23 304 5983 0 0,'-3'-3'69'0'0,"-13"-13"697"0"0,15 15-599 0 0,1 0-1 0 0,-1 0 1 0 0,1 0 0 0 0,0 0 0 0 0,-1 0-1 0 0,1 0 1 0 0,0 0 0 0 0,-1 0 0 0 0,1 0-1 0 0,0 0 1 0 0,0 0 0 0 0,0 0 0 0 0,0 0-1 0 0,0 0 1 0 0,0-1 0 0 0,0 1-1 0 0,1 0 1 0 0,-1 0 0 0 0,1-2 0 0 0,4-9 872 0 0,0-1-1 0 0,1 1 1 0 0,1 0 0 0 0,0 1 0 0 0,12-16 0 0 0,48-52 2025 0 0,-36 46-2147 0 0,-24 25-660 0 0,0 0-1 0 0,0 1 1 0 0,1 0-1 0 0,16-12 1 0 0,-23 18-232 0 0,1 0 0 0 0,0 0 1 0 0,0 0-1 0 0,0 0 0 0 0,0 0 0 0 0,0 0 1 0 0,0 1-1 0 0,0-1 0 0 0,0 1 0 0 0,0-1 1 0 0,0 1-1 0 0,1 0 0 0 0,-1 0 0 0 0,0 0 1 0 0,0 0-1 0 0,0 0 0 0 0,0 0 0 0 0,0 1 0 0 0,0-1 1 0 0,1 1-1 0 0,-1-1 0 0 0,0 1 0 0 0,0 0 1 0 0,0 0-1 0 0,0 0 0 0 0,-1 0 0 0 0,1 0 1 0 0,0 0-1 0 0,3 3 0 0 0,6 7 11 0 0,-1 0 0 0 0,12 17-1 0 0,-17-21-8 0 0,0 1 0 0 0,1-1-1 0 0,0 0 1 0 0,0-1-1 0 0,0 1 1 0 0,1-2 0 0 0,0 1-1 0 0,0 0 1 0 0,1-1 0 0 0,10 5-1 0 0,-10-7 7 0 0,0 0 0 0 0,-1-1-1 0 0,1 0 1 0 0,0 0 0 0 0,0 0 0 0 0,1-1-1 0 0,-1-1 1 0 0,0 0 0 0 0,0 0-1 0 0,0 0 1 0 0,10-2 0 0 0,-13 1-17 0 0,0 0 0 0 0,0-1-1 0 0,0 1 1 0 0,0-1 0 0 0,-1 0 0 0 0,1 0 0 0 0,-1-1 0 0 0,0 1-1 0 0,1-1 1 0 0,-1 0 0 0 0,0 0 0 0 0,-1 0 0 0 0,1-1-1 0 0,0 1 1 0 0,-1-1 0 0 0,0 0 0 0 0,0 0 0 0 0,0 0 0 0 0,3-7-1 0 0,-4 7 3 0 0,0 1 0 0 0,0-1 0 0 0,-1 1 0 0 0,1-1-1 0 0,-1 0 1 0 0,0 0 0 0 0,0 0 0 0 0,0 0-1 0 0,-1 0 1 0 0,1 0 0 0 0,-1 0 0 0 0,0 0 0 0 0,0 0-1 0 0,-1 0 1 0 0,1 0 0 0 0,-1 0 0 0 0,0 0-1 0 0,0 1 1 0 0,0-1 0 0 0,-3-5 0 0 0,4 8-16 0 0,0 1 0 0 0,0 0 0 0 0,0-1 1 0 0,0 1-1 0 0,-1-1 0 0 0,1 1 0 0 0,0 0 0 0 0,0-1 1 0 0,-1 1-1 0 0,1 0 0 0 0,0 0 0 0 0,-1-1 0 0 0,1 1 0 0 0,0 0 1 0 0,-1 0-1 0 0,1-1 0 0 0,0 1 0 0 0,-1 0 0 0 0,1 0 1 0 0,-1 0-1 0 0,1 0 0 0 0,0 0 0 0 0,-1-1 0 0 0,1 1 1 0 0,-1 0-1 0 0,1 0 0 0 0,-1 0 0 0 0,1 0 0 0 0,0 0 1 0 0,-1 0-1 0 0,1 0 0 0 0,-1 0 0 0 0,1 1 0 0 0,0-1 1 0 0,-1 0-1 0 0,1 0 0 0 0,-1 0 0 0 0,1 0 0 0 0,0 0 0 0 0,-1 1 1 0 0,1-1-1 0 0,0 0 0 0 0,-1 0 0 0 0,1 1 0 0 0,0-1 1 0 0,-1 0-1 0 0,1 1 0 0 0,0-1 0 0 0,0 0 0 0 0,-1 1 1 0 0,1-1-1 0 0,-2 2-6 0 0,0 0 1 0 0,1 0 0 0 0,-1 1 0 0 0,1-1 0 0 0,0 0-1 0 0,-1 0 1 0 0,0 4 0 0 0,1-1-337 0 0,-1 1 1 0 0,1 0-1 0 0,1 0 1 0 0,-1 0-1 0 0,1 10 1 0 0,2 4-7531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1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114 146 3223 0 0,'11'-43'905'0'0,"-3"18"3130"0"0,22-45 1 0 0,-25 63-2154 0 0,-3 11-268 0 0,-4 13 16 0 0,-33 97 907 0 0,2-6-1670 0 0,1 17 6 0 0,6 2 1 0 0,-14 171 0 0 0,39-280-812 0 0,1 0 1 0 0,0 0-1 0 0,1 1 1 0 0,1-1-1 0 0,1 0 1 0 0,1 0-1 0 0,0-1 0 0 0,2 1 1 0 0,0-1-1 0 0,0 0 1 0 0,2 0-1 0 0,12 20 1 0 0,7 3 25 0 0,-20-31-65 0 0,0 1 1 0 0,-1 0-1 0 0,0 0 1 0 0,9 20-1 0 0,-15-28-127 0 0,1 1 0 0 0,-1-1 0 0 0,0 1-1 0 0,0-1 1 0 0,0 1 0 0 0,0-1 0 0 0,0 1 0 0 0,0-1 0 0 0,-1 1-1 0 0,1-1 1 0 0,-1 1 0 0 0,0-1 0 0 0,1 0 0 0 0,-1 1-1 0 0,-1-1 1 0 0,1 0 0 0 0,0 0 0 0 0,0 0 0 0 0,-1 0 0 0 0,1 0-1 0 0,-4 4 1 0 0,-9 9-7836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2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0 454 4607 0 0,'0'0'354'0'0,"10"-1"4823"0"0,-1-3 68 0 0,2-3-4595 0 0,-1-1 0 0 0,0 0 0 0 0,0 0-1 0 0,-1-1 1 0 0,14-16 0 0 0,-9 2-88 0 0,-2 0 1 0 0,0 0-1 0 0,-1-1 1 0 0,14-48-1 0 0,-9 25-217 0 0,4-22-320 0 0,-13 44-5 0 0,16-41-1 0 0,-20 55-19 0 0,-3 10 0 0 0,-2 8 0 0 0,-8 41 36 0 0,1 0 0 0 0,-4 89-1 0 0,3-21 2 0 0,-9-9 159 0 0,2-23-56 0 0,16-79-155 0 0,-3 34-768 0 0,4-37 703 0 0,0 1 0 0 0,0 0-1 0 0,0-1 1 0 0,1 1 0 0 0,-1 0 0 0 0,1-1-1 0 0,-1 1 1 0 0,1 0 0 0 0,0-1-1 0 0,0 1 1 0 0,3 4 0 0 0,1-2-543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3.1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19 9215 0 0,'5'-19'976'0'0,"-3"52"3494"0"0,-4 63 57 0 0,-8 50-2450 0 0,8-121-1737 0 0,-4 129 526 0 0,7-147-3431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3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50 6911 0 0,'-2'-2'608'0'0,"2"0"-480"0"0,0 1-128 0 0,2 1 120 0 0,-1 0 0 0 0,1-2 0 0 0,3 0 0 0 0,2-1 1232 0 0,3 0 248 0 0,7-1 56 0 0,2 1 8 0 0,3-1-944 0 0,3 1-184 0 0,4-2-40 0 0,2 0-8 0 0,1 0-488 0 0,-1 0-160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3.6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77 6447 0 0,'1'-4'383'0'0,"1"-1"0"0"0,1 1 0 0 0,-1-1 0 0 0,0 1 0 0 0,1 0-1 0 0,0 0 1 0 0,0 0 0 0 0,0 1 0 0 0,1-1 0 0 0,-1 1 0 0 0,1 0-1 0 0,0 0 1 0 0,0 0 0 0 0,0 0 0 0 0,0 0 0 0 0,6-2 0 0 0,-6 3 15 0 0,0 0-1 0 0,0 1 1 0 0,0-1 0 0 0,0 1 0 0 0,0 0 0 0 0,0 0 0 0 0,1 0 0 0 0,-1 0 0 0 0,0 1 0 0 0,1 0 0 0 0,-1-1 0 0 0,0 2 0 0 0,1-1 0 0 0,-1 0 0 0 0,0 1 0 0 0,0 0 0 0 0,1 0 0 0 0,5 3 0 0 0,-7-3-312 0 0,0 1 1 0 0,-1 0-1 0 0,0 0 1 0 0,1 0 0 0 0,-1 0-1 0 0,0 0 1 0 0,0 1 0 0 0,0-1-1 0 0,-1 0 1 0 0,1 1-1 0 0,0 0 1 0 0,-1-1 0 0 0,0 1-1 0 0,1 0 1 0 0,-1 0 0 0 0,0 0-1 0 0,-1-1 1 0 0,1 1 0 0 0,0 0-1 0 0,-1 0 1 0 0,0 0-1 0 0,1 0 1 0 0,-1 4 0 0 0,0 1-63 0 0,-1 0 1 0 0,1 0-1 0 0,-2 1 0 0 0,1-1 1 0 0,-1 0-1 0 0,0 0 1 0 0,-4 10-1 0 0,-3 1 3 0 0,-2-1 1 0 0,0 1-1 0 0,-1-2 1 0 0,0 1-1 0 0,-19 17 0 0 0,16-17-87 0 0,15-18 60 0 0,0 0 0 0 0,0 0 0 0 0,0 0 0 0 0,0 0 0 0 0,0 0 0 0 0,0 0 0 0 0,0 0 0 0 0,0 0 1 0 0,-1 0-1 0 0,1 0 0 0 0,0 0 0 0 0,0 0 0 0 0,0 0 0 0 0,0 0 0 0 0,0 0 0 0 0,0 0 0 0 0,0 1 0 0 0,0-1 0 0 0,0 0 0 0 0,0 0 0 0 0,0 0 0 0 0,0 0 0 0 0,0 0 0 0 0,0 0 0 0 0,0 0 0 0 0,0 0 0 0 0,0 0 0 0 0,0 0 0 0 0,0 0 0 0 0,0 0 0 0 0,0 1 1 0 0,0-1-1 0 0,0 0 0 0 0,0 0 0 0 0,0 0 0 0 0,0 0 0 0 0,0 0 0 0 0,0 0 0 0 0,0 0 0 0 0,0 0 0 0 0,0 0 0 0 0,0 0 0 0 0,0 0 0 0 0,0 1 0 0 0,0-1 0 0 0,0 0 0 0 0,0 0 0 0 0,0 0 0 0 0,0 0 0 0 0,0 0 0 0 0,0 0 0 0 0,0 0 0 0 0,0 0 0 0 0,0 0 1 0 0,0 0-1 0 0,0 0 0 0 0,0 0 0 0 0,1 0 0 0 0,6-1 30 0 0,8-6 1 0 0,73-33-31 0 0,-75 35 0 0 0,0 1 0 0 0,0 0 0 0 0,0 1 0 0 0,0 1 0 0 0,17-2 0 0 0,-28 4 2 0 0,1 0 0 0 0,0-1 0 0 0,0 1 0 0 0,-1 1-1 0 0,1-1 1 0 0,0 0 0 0 0,-1 1 0 0 0,1-1 0 0 0,0 1 0 0 0,-1 0-1 0 0,1 0 1 0 0,-1 0 0 0 0,1 0 0 0 0,-1 0 0 0 0,1 0 0 0 0,-1 1 0 0 0,0-1-1 0 0,0 1 1 0 0,1 0 0 0 0,-1 0 0 0 0,0 0 0 0 0,-1 0 0 0 0,1 0-1 0 0,0 0 1 0 0,-1 0 0 0 0,1 0 0 0 0,-1 1 0 0 0,1-1 0 0 0,-1 1 0 0 0,0-1-1 0 0,0 1 1 0 0,0-1 0 0 0,-1 1 0 0 0,1 0 0 0 0,0 2 0 0 0,-1 2 11 0 0,1 0 0 0 0,-1 0 0 0 0,0-1 1 0 0,-1 1-1 0 0,1 0 0 0 0,-2-1 0 0 0,1 1 1 0 0,0 0-1 0 0,-1-1 0 0 0,-1 1 0 0 0,1-1 1 0 0,-1 0-1 0 0,-4 7 0 0 0,1-3 38 0 0,-1-1 0 0 0,0 0 0 0 0,0-1 0 0 0,-1 0 0 0 0,0 0 0 0 0,-1 0 0 0 0,0-1 0 0 0,0-1 0 0 0,0 1 0 0 0,-1-2 0 0 0,0 1 0 0 0,-13 4 0 0 0,14-6-5 0 0,-1 0 0 0 0,0-1 0 0 0,0 0 0 0 0,0-1 0 0 0,0 0 1 0 0,0-1-1 0 0,0 0 0 0 0,-1 0 0 0 0,1-1 0 0 0,0-1 0 0 0,0 1 0 0 0,-1-2 0 0 0,-16-3 0 0 0,5-6-3 0 0,21 11-43 0 0,1 0 0 0 0,-1 0 0 0 0,1-1 0 0 0,-1 1 0 0 0,0-1 0 0 0,1 1 0 0 0,-1-1 0 0 0,1 1 0 0 0,-1 0 1 0 0,1-1-1 0 0,0 0 0 0 0,-1 1 0 0 0,1-1 0 0 0,-1 1 0 0 0,1-1 0 0 0,0 1 0 0 0,0-1 0 0 0,-1 0 0 0 0,1 1 0 0 0,0-1 0 0 0,0 0 1 0 0,0 1-1 0 0,0-1 0 0 0,0 0 0 0 0,-1 1 0 0 0,1-1 0 0 0,0 0 0 0 0,1 1 0 0 0,-1-1 0 0 0,0 0 0 0 0,0 1 0 0 0,0-1 0 0 0,0 0 0 0 0,1 0-84 0 0,-1 1 0 0 0,1-1 0 0 0,-1 1 0 0 0,1 0 0 0 0,-1 0 0 0 0,0-1-1 0 0,1 1 1 0 0,-1 0 0 0 0,1 0 0 0 0,-1-1 0 0 0,1 1 0 0 0,-1 0-1 0 0,1 0 1 0 0,0 0 0 0 0,-1 0 0 0 0,1 0 0 0 0,-1 0 0 0 0,1 0-1 0 0,-1 0 1 0 0,1 0 0 0 0,-1 0 0 0 0,1 0 0 0 0,-1 0 0 0 0,2 0-1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4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303 59 8287 0 0,'6'-21'544'0'0,"1"-3"446"0"0,-2 10 3906 0 0,-8 24-1050 0 0,1 8-2429 0 0,1-2-955 0 0,-5 12 51 0 0,-1 0 0 0 0,-1 0-1 0 0,-23 52 1 0 0,25-67-468 0 0,-1 0-1 0 0,-1 0 1 0 0,0-1 0 0 0,-1 1-1 0 0,0-2 1 0 0,-1 1-1 0 0,0-2 1 0 0,-1 1 0 0 0,-17 12-1 0 0,22-19-14 0 0,0 0 0 0 0,0-1 0 0 0,0 0 0 0 0,0 0 0 0 0,0 0 0 0 0,-1-1-1 0 0,1 0 1 0 0,-1 0 0 0 0,0-1 0 0 0,1 0 0 0 0,-1 0 0 0 0,-8 0 0 0 0,12-1-18 0 0,0 0 0 0 0,1 0 0 0 0,-1-1 0 0 0,0 1 0 0 0,1-1 0 0 0,-1 1 0 0 0,0-1 1 0 0,1 0-1 0 0,-1 0 0 0 0,1 0 0 0 0,-1 0 0 0 0,1-1 0 0 0,0 1 0 0 0,-1-1 0 0 0,1 1 0 0 0,0-1 1 0 0,0 0-1 0 0,0 0 0 0 0,0 0 0 0 0,1 0 0 0 0,-1 0 0 0 0,0 0 0 0 0,1-1 0 0 0,0 1 0 0 0,-1-1 0 0 0,1 1 1 0 0,0-1-1 0 0,0 1 0 0 0,0-1 0 0 0,1 1 0 0 0,-1-1 0 0 0,0-3 0 0 0,0-1-7 0 0,1 1-1 0 0,0-1 1 0 0,0 1 0 0 0,1-1-1 0 0,-1 1 1 0 0,1 0-1 0 0,1-1 1 0 0,-1 1 0 0 0,1 0-1 0 0,0 0 1 0 0,1 0 0 0 0,2-6-1 0 0,-1 5-3 0 0,0-1-1 0 0,0 1 0 0 0,1 0 1 0 0,0 1-1 0 0,0-1 1 0 0,1 1-1 0 0,0 0 1 0 0,12-10-1 0 0,-16 15 0 0 0,-1-1 0 0 0,1 1 0 0 0,0 0 0 0 0,0 0 0 0 0,0-1 0 0 0,0 1 0 0 0,1 1 0 0 0,-1-1 0 0 0,0 0 0 0 0,0 0 0 0 0,0 1 0 0 0,1-1 0 0 0,-1 1 0 0 0,0 0 0 0 0,1 0 0 0 0,-1 0 0 0 0,0 0 0 0 0,0 0 0 0 0,1 0 0 0 0,-1 1 0 0 0,0-1 0 0 0,1 1 0 0 0,-1-1 0 0 0,0 1 0 0 0,0 0 0 0 0,0 0 0 0 0,0 0 0 0 0,0 0 0 0 0,0 0 0 0 0,0 1 0 0 0,0-1 0 0 0,0 1 0 0 0,0-1 0 0 0,-1 1 0 0 0,1-1 0 0 0,-1 1 0 0 0,3 3 0 0 0,2 3 0 0 0,-1 1 0 0 0,0 0 0 0 0,0 0 0 0 0,0 1 0 0 0,-2-1 0 0 0,1 1 0 0 0,2 10 0 0 0,-1-2 92 0 0,0 0 1 0 0,1 0-1 0 0,1-1 0 0 0,13 24 0 0 0,-17-36-66 0 0,0 0 0 0 0,1-1 0 0 0,-1 1 0 0 0,1 0 0 0 0,0-1 0 0 0,0 0 0 0 0,1 0 0 0 0,-1 0 0 0 0,1-1 0 0 0,0 1 0 0 0,0-1 0 0 0,0 0 0 0 0,0-1 0 0 0,1 1 0 0 0,-1-1 0 0 0,1 0 0 0 0,-1 0 0 0 0,7 1 0 0 0,-3-2-11 0 0,0 0 1 0 0,0-1-1 0 0,0 0 1 0 0,0 0 0 0 0,11-2-1 0 0,-18 2-151 0 0,0 0 0 0 0,-1 0 0 0 0,1 0 0 0 0,0 0-1 0 0,0 1 1 0 0,0-1 0 0 0,0 0 0 0 0,3 2 0 0 0,2 1-327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4.5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2759 0 0,'1'-2'189'0'0,"0"0"0"0"0,1 0 0 0 0,-1 0 0 0 0,1 1-1 0 0,0-1 1 0 0,-1 0 0 0 0,1 1 0 0 0,0-1-1 0 0,0 1 1 0 0,0 0 0 0 0,0-1 0 0 0,0 1-1 0 0,0 0 1 0 0,0 0 0 0 0,5-1 0 0 0,-2 1 806 0 0,1 0 1 0 0,0 0-1 0 0,0 0 1 0 0,-1 1-1 0 0,10 1 1 0 0,-8-1-188 0 0,0 1 0 0 0,0 0 0 0 0,-1 1 0 0 0,1-1 0 0 0,-1 1 0 0 0,1 1 0 0 0,-1-1 0 0 0,0 1 0 0 0,9 5 0 0 0,-9-4-408 0 0,1 1 0 0 0,-1 0 0 0 0,0 0 0 0 0,0 0 0 0 0,-1 1-1 0 0,1 0 1 0 0,8 12 0 0 0,-11-13-360 0 0,0 0-1 0 0,0 0 1 0 0,0 0 0 0 0,-1 0-1 0 0,0 0 1 0 0,0 1 0 0 0,0-1-1 0 0,0 1 1 0 0,-1 0 0 0 0,0 0-1 0 0,0-1 1 0 0,-1 1-1 0 0,0 0 1 0 0,0 0 0 0 0,0 0-1 0 0,0-1 1 0 0,-1 1 0 0 0,0 0-1 0 0,-1 0 1 0 0,1-1 0 0 0,-1 1-1 0 0,0-1 1 0 0,0 1-1 0 0,-4 6 1 0 0,-1-2-8 0 0,0 0 0 0 0,-1-1 0 0 0,0 0 0 0 0,0 0 0 0 0,-1-1 0 0 0,0 0 0 0 0,-13 8-1 0 0,7-5-18 0 0,0-2 0 0 0,-1 0 0 0 0,-1-1 0 0 0,-19 7 0 0 0,24-11-1244 0 0,1-1-4318 0 0,0-1-1999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5.6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136 250 5063 0 0,'-1'-5'500'0'0,"1"0"0"0"0,-1-1-1 0 0,-1 1 1 0 0,1 0-1 0 0,-5-9 1 0 0,-2-10 1676 0 0,7 18-1792 0 0,0 1 0 0 0,0-1 0 0 0,1 0-1 0 0,0 1 1 0 0,0-1 0 0 0,0 0 0 0 0,1 1 0 0 0,-1-1 0 0 0,1 0 0 0 0,1 1 0 0 0,-1-1 0 0 0,1 1 0 0 0,0 0 0 0 0,0-1 0 0 0,1 1 0 0 0,-1 0 0 0 0,1 0 0 0 0,0 0 0 0 0,0 1 0 0 0,1-1-1 0 0,0 1 1 0 0,-1 0 0 0 0,2 0 0 0 0,-1 0 0 0 0,6-4 0 0 0,0 0 55 0 0,1 0-1 0 0,15-8 0 0 0,-22 13-356 0 0,1 1 0 0 0,0 0-1 0 0,-1 0 1 0 0,1 0 0 0 0,0 1-1 0 0,0 0 1 0 0,0-1 0 0 0,0 2-1 0 0,6-1 1 0 0,-9 1-78 0 0,-1 0 0 0 0,0 0 0 0 0,0 0 0 0 0,0 0 0 0 0,1 0 0 0 0,-1 1-1 0 0,0-1 1 0 0,0 0 0 0 0,0 1 0 0 0,0-1 0 0 0,0 1 0 0 0,0-1 0 0 0,0 1 0 0 0,0 0 0 0 0,0-1 0 0 0,0 1 0 0 0,0 0-1 0 0,0 0 1 0 0,0 0 0 0 0,0 1 0 0 0,1 0 5 0 0,-1 0 1 0 0,0 0-1 0 0,0 0 0 0 0,0 1 0 0 0,0-1 0 0 0,0 1 1 0 0,0-1-1 0 0,-1 1 0 0 0,1 2 0 0 0,0 5 18 0 0,0 0-1 0 0,-1 0 1 0 0,-3 18-1 0 0,0-6-21 0 0,-2-1 0 0 0,0 0 1 0 0,-1-1-1 0 0,-2 1 0 0 0,0-1 0 0 0,-16 29 0 0 0,6-18 4 0 0,-2 0 0 0 0,0-2 0 0 0,-29 31 0 0 0,33-42-9 0 0,0-2 0 0 0,-1 0 0 0 0,-1-1 0 0 0,-24 16 0 0 0,41-30 3 0 0,0 0-1 0 0,-1 0 1 0 0,1-1-1 0 0,0 1 0 0 0,-1 0 1 0 0,1-1-1 0 0,-1 1 1 0 0,1-1-1 0 0,-1 0 1 0 0,0 1-1 0 0,1-1 1 0 0,-3 0-1 0 0,4 0-1 0 0,-1 0 0 0 0,1 0 0 0 0,0 0 0 0 0,0 0-1 0 0,-1 0 1 0 0,1 0 0 0 0,0 0 0 0 0,0 0 0 0 0,-1-1 0 0 0,1 1-1 0 0,0 0 1 0 0,0 0 0 0 0,-1 0 0 0 0,1 0 0 0 0,0-1 0 0 0,0 1 0 0 0,0 0-1 0 0,0 0 1 0 0,-1 0 0 0 0,1-1 0 0 0,0 1 0 0 0,0 0 0 0 0,0 0-1 0 0,0-1 1 0 0,-1 1 0 0 0,3-13 9 0 0,0 9-5 0 0,-1 0 1 0 0,1 0-1 0 0,0 1 0 0 0,0-1 0 0 0,1 0 0 0 0,-1 1 0 0 0,1 0 1 0 0,0 0-1 0 0,0 0 0 0 0,0 0 0 0 0,0 0 0 0 0,0 0 1 0 0,1 1-1 0 0,-1 0 0 0 0,1 0 0 0 0,0 0 0 0 0,0 0 1 0 0,0 0-1 0 0,-1 1 0 0 0,1-1 0 0 0,1 1 0 0 0,-1 0 1 0 0,0 1-1 0 0,0-1 0 0 0,0 1 0 0 0,0-1 0 0 0,1 1 0 0 0,-1 0 1 0 0,0 1-1 0 0,0-1 0 0 0,0 1 0 0 0,0 0 0 0 0,1 0 1 0 0,-1 0-1 0 0,0 1 0 0 0,5 2 0 0 0,28 17-6 0 0,-23-12 16 0 0,1-1 1 0 0,0 0-1 0 0,0-1 0 0 0,29 9 0 0 0,-34-13-53 0 0,0-1 1 0 0,0 0-1 0 0,0 0 1 0 0,1-1-1 0 0,-1 0 1 0 0,0-1 0 0 0,1 0-1 0 0,-1-1 1 0 0,13-2-1 0 0,-16 1-542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5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 6911 0 0,'0'0'39'0'0,"0"0"-1"0"0,0 0 0 0 0,0 0 0 0 0,0 0 1 0 0,0-1-1 0 0,0 1 0 0 0,0 0 0 0 0,0 0 1 0 0,0 0-1 0 0,0 0 0 0 0,0 0 0 0 0,0 0 1 0 0,-1 0-1 0 0,1 0 0 0 0,0 0 1 0 0,0 0-1 0 0,0 0 0 0 0,0 0 0 0 0,0 0 1 0 0,0 0-1 0 0,0 0 0 0 0,0 0 0 0 0,0 0 1 0 0,0 0-1 0 0,0 0 0 0 0,-1 0 0 0 0,1 0 1 0 0,0 0-1 0 0,0 0 0 0 0,0 0 0 0 0,0 0 1 0 0,0 0-1 0 0,0 0 0 0 0,0 0 0 0 0,0 0 1 0 0,0 0-1 0 0,0 0 0 0 0,0 0 0 0 0,-1 0 1 0 0,1 0-1 0 0,0 0 0 0 0,0 0 0 0 0,0 0 1 0 0,0 0-1 0 0,0 0 0 0 0,0 0 0 0 0,0 0 1 0 0,0 0-1 0 0,0 1 0 0 0,0-1 0 0 0,0 0 1 0 0,0 0-1 0 0,0 0 0 0 0,0 0 1 0 0,0 0-1 0 0,0 0 0 0 0,0 0 0 0 0,0 0 1 0 0,0 0-1 0 0,0 0 0 0 0,0 0 0 0 0,0 1 1 0 0,0-1-1 0 0,0 0 0 0 0,0 0 0 0 0,0 0 1 0 0,-4 12 2136 0 0,-1 13 1208 0 0,4 7-1694 0 0,1 0 1 0 0,1-1 0 0 0,7 42 0 0 0,3 53-576 0 0,-13-102-927 0 0,2-22-175 0 0,0-1-1 0 0,0 0 0 0 0,-1 0 0 0 0,1 0 0 0 0,0 1 0 0 0,-1-1 1 0 0,1 0-1 0 0,-1 0 0 0 0,1 0 0 0 0,-1 0 0 0 0,0 0 1 0 0,1 0-1 0 0,-1 0 0 0 0,0 0 0 0 0,0 0 0 0 0,0 0 0 0 0,1 0 1 0 0,-3 0-1 0 0,-2-1-2198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6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65 5727 0 0,'0'-1'139'0'0,"-1"0"0"0"0,1 0-1 0 0,0 0 1 0 0,0 0 0 0 0,-1 0 0 0 0,1 0-1 0 0,0 0 1 0 0,0 0 0 0 0,0 0-1 0 0,0-1 1 0 0,1 1 0 0 0,-1 0-1 0 0,0 0 1 0 0,0 0 0 0 0,1 0-1 0 0,-1 0 1 0 0,0 0 0 0 0,1 0-1 0 0,-1 0 1 0 0,1 0 0 0 0,-1 0-1 0 0,1 0 1 0 0,0 1 0 0 0,-1-1 0 0 0,1 0-1 0 0,0 0 1 0 0,0 0 0 0 0,-1 1-1 0 0,2-2 1 0 0,1 0 593 0 0,0-1 1 0 0,1 1-1 0 0,-1 0 1 0 0,0 0-1 0 0,1 1 0 0 0,-1-1 1 0 0,7-1-1 0 0,9-3 1292 0 0,40-4-1 0 0,-36 9-2417 0 0,35 0 0 0 0,-41 2-6389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6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32 235 8783 0 0,'-3'-4'560'0'0,"1"-1"-1"0"0,0 0 1 0 0,1 0-1 0 0,-1 0 1 0 0,1 0-1 0 0,0 0 1 0 0,0 0-1 0 0,0-1 1 0 0,1 1-1 0 0,0 0 1 0 0,0 0-1 0 0,0-1 1 0 0,1 1-1 0 0,1-8 1 0 0,0 7-153 0 0,0-1 0 0 0,1 1 1 0 0,-1 0-1 0 0,2-1 0 0 0,-1 1 1 0 0,0 1-1 0 0,1-1 0 0 0,0 0 1 0 0,1 1-1 0 0,5-6 0 0 0,-2 3-262 0 0,2 0 0 0 0,-1 0 0 0 0,1 1-1 0 0,0 0 1 0 0,1 1 0 0 0,-1 0 0 0 0,1 1-1 0 0,1 0 1 0 0,-1 0 0 0 0,1 2-1 0 0,-1-1 1 0 0,16-2 0 0 0,-24 6-119 0 0,-1 0 1 0 0,0-1-1 0 0,1 1 1 0 0,-1 0-1 0 0,1 0 1 0 0,-1 0-1 0 0,0 0 1 0 0,1 1-1 0 0,-1-1 1 0 0,0 1-1 0 0,1-1 1 0 0,-1 1-1 0 0,0 0 1 0 0,0 0-1 0 0,1 0 1 0 0,-1 0-1 0 0,0 0 1 0 0,0 0-1 0 0,3 4 1 0 0,-3-3-25 0 0,-1 0 0 0 0,1 0 1 0 0,-1 0-1 0 0,1 1 1 0 0,-1-1-1 0 0,0 0 0 0 0,0 1 1 0 0,0-1-1 0 0,0 1 1 0 0,-1 0-1 0 0,1-1 1 0 0,-1 1-1 0 0,0 0 0 0 0,1-1 1 0 0,-1 1-1 0 0,0 0 1 0 0,-1 4-1 0 0,-1 6-2 0 0,0 1 0 0 0,-1-1 0 0 0,-1 0 0 0 0,0 0 0 0 0,-1 0 0 0 0,0-1 0 0 0,-13 24 0 0 0,-59 77 0 0 0,64-95 0 0 0,-24 31 0 0 0,-58 62 0 0 0,84-103 0 0 0,10-9 0 0 0,5-7 0 0 0,4-1 0 0 0,0-1 0 0 0,0 1 0 0 0,1 1 0 0 0,0 0 0 0 0,1 0 0 0 0,0 0 0 0 0,0 2 0 0 0,1-1 0 0 0,-1 1 0 0 0,1 1 0 0 0,1 0 0 0 0,-1 0 0 0 0,23-5 0 0 0,-30 9-15 0 0,0 1-1 0 0,0 0 0 0 0,1 0 1 0 0,-1 0-1 0 0,0 0 1 0 0,0 1-1 0 0,0-1 1 0 0,0 1-1 0 0,0 0 0 0 0,0 0 1 0 0,4 3-1 0 0,3 1 165 0 0,0 1 0 0 0,14 9 0 0 0,8 6-2194 0 0,-28-18 839 0 0,1-1 1 0 0,-1 0-1 0 0,1 0 0 0 0,8 2 1 0 0,3 0-5806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7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27 3223 0 0,'7'-8'538'0'0,"-6"6"2"0"0,1 1 0 0 0,-1-1 0 0 0,0 0 0 0 0,1 1-1 0 0,-1 0 1 0 0,1-1 0 0 0,-1 1 0 0 0,1 0 0 0 0,0 0 0 0 0,0-1-1 0 0,3 0 1 0 0,-5 2-396 0 0,1 0 0 0 0,-1 0 0 0 0,0 0 0 0 0,0 1 0 0 0,1-1 0 0 0,-1 0 0 0 0,0 0 0 0 0,1 0 0 0 0,-1 1 0 0 0,0-1 0 0 0,0 0 0 0 0,1 0 0 0 0,-1 1-1 0 0,0-1 1 0 0,0 0 0 0 0,1 1 0 0 0,-1-1 0 0 0,0 0 0 0 0,0 1 0 0 0,0-1 0 0 0,0 0 0 0 0,0 1 0 0 0,0-1 0 0 0,1 0 0 0 0,-1 1 0 0 0,0-1 0 0 0,0 0 0 0 0,0 1 0 0 0,0-1-1 0 0,0 0 1 0 0,0 1 0 0 0,0-1 0 0 0,-1 1 0 0 0,1 16 1378 0 0,0-16-1191 0 0,-11 86 4071 0 0,6-63-4065 0 0,-1 0 0 0 0,0-1-1 0 0,-15 33 1 0 0,17-49-267 0 0,0 0-1 0 0,0 0 1 0 0,-1 0-1 0 0,1-1 1 0 0,-2 1-1 0 0,1-1 1 0 0,0 0-1 0 0,-1-1 1 0 0,0 0-1 0 0,-12 8 1 0 0,14-10-58 0 0,-1 0 1 0 0,1-1-1 0 0,-1 1 0 0 0,1-1 1 0 0,-1-1-1 0 0,0 1 1 0 0,0 0-1 0 0,0-1 0 0 0,0 0 1 0 0,0 0-1 0 0,0-1 0 0 0,0 0 1 0 0,0 1-1 0 0,0-2 1 0 0,0 1-1 0 0,0 0 0 0 0,0-1 1 0 0,-6-2-1 0 0,9 3-11 0 0,1-1 1 0 0,-1 1-1 0 0,0-1 0 0 0,1 0 1 0 0,-1 0-1 0 0,0 0 0 0 0,1 0 1 0 0,-1 0-1 0 0,1 0 0 0 0,-1 0 0 0 0,1 0 1 0 0,0 0-1 0 0,-1-1 0 0 0,1 1 1 0 0,0-1-1 0 0,0 1 0 0 0,0-1 0 0 0,0 1 1 0 0,0-1-1 0 0,0-1 0 0 0,0 0 2 0 0,0 0-1 0 0,1 0 1 0 0,-1 0-1 0 0,1 0 0 0 0,0 0 1 0 0,0 0-1 0 0,0 0 1 0 0,0 0-1 0 0,0 0 0 0 0,1 0 1 0 0,0-3-1 0 0,3-6 5 0 0,0 0-1 0 0,0 0 0 0 0,1 1 1 0 0,12-18-1 0 0,-11 18 11 0 0,1 1 0 0 0,0 0 0 0 0,14-13 0 0 0,-18 20-10 0 0,0 0-1 0 0,0 0 1 0 0,0 0-1 0 0,0 0 1 0 0,1 1 0 0 0,0-1-1 0 0,-1 1 1 0 0,1 0-1 0 0,0 0 1 0 0,0 1-1 0 0,0-1 1 0 0,0 1 0 0 0,7-2-1 0 0,-9 3-3 0 0,0 0 0 0 0,0 0-1 0 0,-1 1 1 0 0,1-1 0 0 0,0 0-1 0 0,0 1 1 0 0,0-1 0 0 0,0 1-1 0 0,-1 0 1 0 0,1 0 0 0 0,0 0 0 0 0,-1 0-1 0 0,1 0 1 0 0,0 0 0 0 0,-1 0-1 0 0,1 0 1 0 0,-1 0 0 0 0,0 1-1 0 0,1-1 1 0 0,-1 0 0 0 0,0 1 0 0 0,0 0-1 0 0,0-1 1 0 0,1 3 0 0 0,3 5 14 0 0,0 1 0 0 0,-1 0 0 0 0,4 12-1 0 0,-2-5-7 0 0,-1-4-9 0 0,0-1 0 0 0,1 0 0 0 0,0 0 0 0 0,1-1 0 0 0,11 16 0 0 0,-15-23 0 0 0,1-1 0 0 0,0 1 0 0 0,-1-1 0 0 0,1 1 0 0 0,1-1 0 0 0,-1 0 0 0 0,0-1 0 0 0,1 1 0 0 0,-1-1 0 0 0,1 0 0 0 0,0 0 0 0 0,-1 0 0 0 0,1-1 0 0 0,0 1 0 0 0,0-1 0 0 0,0-1 0 0 0,7 1 0 0 0,-6 0-142 0 0,1-1-1 0 0,0 1 1 0 0,0-2-1 0 0,0 1 1 0 0,0-1-1 0 0,-1 0 1 0 0,1-1-1 0 0,0 1 1 0 0,-1-1-1 0 0,1 0 1 0 0,-1-1-1 0 0,0 0 1 0 0,1 0-1 0 0,5-5 1 0 0,-8 7-633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7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60 5439 0 0,'2'-10'70'0'0,"-2"6"-7"0"0,1 0-1 0 0,-1 0 0 0 0,1 0 0 0 0,-1 0 1 0 0,0 0-1 0 0,-1 0 0 0 0,0-4 0 0 0,2 7 300 0 0,1-1 0 0 0,-1 1 0 0 0,0 0 0 0 0,0-1 0 0 0,1 1 0 0 0,-1 0-1 0 0,1 0 1 0 0,-1 0 0 0 0,4-1 0 0 0,-4 2-95 0 0,1 0-1 0 0,-1 0 1 0 0,1 0 0 0 0,-1 0 0 0 0,1 0-1 0 0,-1 0 1 0 0,1 1 0 0 0,-1-1-1 0 0,1 1 1 0 0,-1-1 0 0 0,0 1 0 0 0,1-1-1 0 0,-1 1 1 0 0,0 0 0 0 0,1 0-1 0 0,-1-1 1 0 0,0 1 0 0 0,0 0 0 0 0,0 0-1 0 0,0 0 1 0 0,2 2 0 0 0,20 28 1584 0 0,-21-27-1486 0 0,53 86 2178 0 0,53 120 0 0 0,-94-179-2437 0 0,-1 1-1 0 0,-2 0 1 0 0,-1 1-1 0 0,-2 0 1 0 0,-1 0-1 0 0,-1 1 1 0 0,-2 0-1 0 0,-1 48 1 0 0,-4-53-30 0 0,-1 0 0 0 0,-1 1 1 0 0,-2-2-1 0 0,0 1 0 0 0,-2 0 0 0 0,-2-1 1 0 0,0-1-1 0 0,-2 1 0 0 0,-1-2 0 0 0,-17 29 0 0 0,6-18 203 0 0,-2 0 0 0 0,-1-2 0 0 0,-56 58-1 0 0,57-69-3847 0 0,-34 24 0 0 0,39-33-4401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39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1 133 10135 0 0,'0'-4'131'0'0,"1"1"1"0"0,-1 0-1 0 0,1-1 0 0 0,0 1 0 0 0,0 0 0 0 0,0-1 0 0 0,0 1 0 0 0,1 0 1 0 0,-1 0-1 0 0,1 0 0 0 0,2-4 0 0 0,1 3 148 0 0,-1-1 1 0 0,1 1-1 0 0,0 0 0 0 0,0 0 0 0 0,8-4 1 0 0,2-2 512 0 0,1 1 0 0 0,1 1 0 0 0,-1 0 0 0 0,26-8 1 0 0,-35 14-595 0 0,0 0 0 0 0,1 0 0 0 0,-1 1 0 0 0,0 0 1 0 0,1 0-1 0 0,-1 1 0 0 0,1-1 0 0 0,-1 2 0 0 0,1-1 1 0 0,-1 1-1 0 0,1 0 0 0 0,-1 1 0 0 0,13 4 1 0 0,-20-6-199 0 0,0 0 0 0 0,1 0 1 0 0,-1 0-1 0 0,0 0 0 0 0,1 0 1 0 0,-1 1-1 0 0,0-1 0 0 0,1 0 1 0 0,-1 0-1 0 0,0 0 0 0 0,1 1 1 0 0,-1-1-1 0 0,0 0 0 0 0,0 1 1 0 0,1-1-1 0 0,-1 0 0 0 0,0 0 1 0 0,0 1-1 0 0,1-1 0 0 0,-1 1 1 0 0,0-1-1 0 0,0 0 0 0 0,0 1 1 0 0,0-1-1 0 0,0 0 0 0 0,0 1 1 0 0,0-1-1 0 0,0 1 0 0 0,0-1 1 0 0,-6 12-956 0 0,-18 7-1657 0 0,22-18 2371 0 0,-33 23-3416 0 0,18-14 3215 0 0,0 1 0 0 0,1 1 0 0 0,1 1 1 0 0,-16 15-1 0 0,30-26 716 0 0,-1 0 0 0 0,0 0 0 0 0,1 0 0 0 0,-1 0 0 0 0,1 0 0 0 0,0 0 0 0 0,0 0 0 0 0,0 0 0 0 0,0 1 0 0 0,0-1 0 0 0,0 0 0 0 0,-1 5 0 0 0,3-6-119 0 0,-1 0 0 0 0,0 0 0 0 0,0 0-1 0 0,0 0 1 0 0,1 0 0 0 0,-1 0 0 0 0,0 0-1 0 0,1 0 1 0 0,-1 0 0 0 0,1 0 0 0 0,-1 0-1 0 0,1 0 1 0 0,-1-1 0 0 0,1 1 0 0 0,0 0-1 0 0,-1 0 1 0 0,1 0 0 0 0,0-1 0 0 0,0 1-1 0 0,0 0 1 0 0,0-1 0 0 0,-1 1 0 0 0,1-1-1 0 0,0 1 1 0 0,0-1 0 0 0,0 1-1 0 0,0-1 1 0 0,0 0 0 0 0,0 1 0 0 0,0-1-1 0 0,2 0 1 0 0,11 4 506 0 0,0-1 1 0 0,0-1-1 0 0,0 0 0 0 0,0-1 0 0 0,22-1 0 0 0,72-10-492 0 0,-53 3-1375 0 0,-39 5-6608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0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95 919 0 0,'-3'-2'188'0'0,"-2"-1"1560"0"0,1 0 0 0 0,-1-1 0 0 0,1 1 1 0 0,0-1-1 0 0,-4-4 0 0 0,7 7-1441 0 0,1 1-1 0 0,-1-1 1 0 0,1 0 0 0 0,-1 1 0 0 0,1-1 0 0 0,0 1 0 0 0,-1-1 0 0 0,1 0 0 0 0,0 1 0 0 0,0-1 0 0 0,0 0-1 0 0,-1 0 1 0 0,1 1 0 0 0,0-1 0 0 0,0 0 0 0 0,0 1 0 0 0,0-1 0 0 0,0 0 0 0 0,0-1 0 0 0,1 1-173 0 0,-1 0 0 0 0,1 1 1 0 0,-1-1-1 0 0,1 0 0 0 0,0 0 1 0 0,-1 0-1 0 0,1 1 0 0 0,0-1 1 0 0,-1 0-1 0 0,1 1 0 0 0,0-1 1 0 0,0 1-1 0 0,0-1 0 0 0,0 1 1 0 0,0-1-1 0 0,-1 1 0 0 0,1-1 1 0 0,2 1-1 0 0,6-3 287 0 0,-1 1-1 0 0,1 1 1 0 0,-1 0 0 0 0,1 0-1 0 0,15 1 1 0 0,11-2-135 0 0,44-12 12 0 0,5-1-197 0 0,-83 14-101 0 0,0 1 1 0 0,1 0-1 0 0,-1 0 0 0 0,0 0 0 0 0,0 0 0 0 0,0 0 0 0 0,0 0 1 0 0,0 0-1 0 0,0 0 0 0 0,1 1 0 0 0,-1-1 0 0 0,0 0 1 0 0,0 1-1 0 0,0-1 0 0 0,0 1 0 0 0,0-1 0 0 0,0 1 1 0 0,0-1-1 0 0,0 1 0 0 0,1 0 0 0 0,-2 0-97 0 0,0 0 0 0 0,1 0 0 0 0,-1 0 0 0 0,0 0 1 0 0,0-1-1 0 0,0 1 0 0 0,1 0 0 0 0,-1 0 0 0 0,0 0 0 0 0,0 0 0 0 0,0 0 0 0 0,0 0 0 0 0,0 0 0 0 0,-1-1 0 0 0,1 1 0 0 0,0 0 0 0 0,0 0 1 0 0,-1 0-1 0 0,1 0 0 0 0,0 0 0 0 0,-1-1 0 0 0,1 1 0 0 0,-1 0 0 0 0,1 0 0 0 0,-1 0 0 0 0,-6 9-7475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0.5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0 3223 0 0,'-29'9'784'0'0,"29"-9"-690"0"0,0 0-1 0 0,0 0 0 0 0,0 0 0 0 0,0 0 1 0 0,-1 0-1 0 0,1 1 0 0 0,0-1 0 0 0,0 0 1 0 0,0 0-1 0 0,0 0 0 0 0,0 0 0 0 0,0 0 1 0 0,0 1-1 0 0,0-1 0 0 0,0 0 0 0 0,0 0 1 0 0,-1 0-1 0 0,1 0 0 0 0,0 1 0 0 0,0-1 1 0 0,0 0-1 0 0,0 0 0 0 0,0 0 0 0 0,0 0 1 0 0,0 1-1 0 0,0-1 0 0 0,0 0 0 0 0,1 0 1 0 0,-1 0-1 0 0,0 1 0 0 0,0-1 0 0 0,0 0 1 0 0,0 0-1 0 0,0 0 0 0 0,0 0 0 0 0,0 0 1 0 0,0 1-1 0 0,0-1 0 0 0,0 0 0 0 0,1 0 1 0 0,-1 0-1 0 0,0 0 0 0 0,0 0 0 0 0,0 0 1 0 0,0 0-1 0 0,0 1 0 0 0,1-1 0 0 0,-1 0 1 0 0,0 0-1 0 0,0 0 0 0 0,0 0 0 0 0,9 8 4272 0 0,-4-7-3402 0 0,0 0 1 0 0,0 0-1 0 0,0-1 1 0 0,-1 1-1 0 0,6-1 1 0 0,7-2 766 0 0,20-3 1 0 0,-4 0-863 0 0,-12 2-777 0 0,3 0 88 0 0,0 1 0 0 0,37 1 0 0 0,-60 1-177 0 0,0 0 0 0 0,0 0 0 0 0,0 0 0 0 0,-1 0 0 0 0,1 1-1 0 0,0-1 1 0 0,0 0 0 0 0,-1 0 0 0 0,1 0 0 0 0,0 1 0 0 0,0-1 0 0 0,-1 0-1 0 0,1 1 1 0 0,0-1 0 0 0,-1 1 0 0 0,1-1 0 0 0,0 1 0 0 0,-1-1 0 0 0,1 1 0 0 0,-1-1-1 0 0,1 1 1 0 0,-1-1 0 0 0,1 1 0 0 0,-1 0 0 0 0,1-1 0 0 0,-1 1 0 0 0,0 0 0 0 0,1 0-1 0 0,-1-1 1 0 0,0 1 0 0 0,1 0 0 0 0,-1 0 0 0 0,0-1 0 0 0,0 1 0 0 0,0 0 0 0 0,0 0-1 0 0,0 0 1 0 0,0-1 0 0 0,0 1 0 0 0,0 0 0 0 0,0 1 0 0 0,-1 1-234 0 0,0 1 0 0 0,0-1-1 0 0,0 0 1 0 0,0 0 0 0 0,-1 0 0 0 0,1-1 0 0 0,-1 1 0 0 0,0 0 0 0 0,-3 3 0 0 0,-6 6-7582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3.0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161 116 3679 0 0,'0'-23'1333'0'0,"1"14"-339"0"0,-1 1 0 0 0,0-1 1 0 0,0 1-1 0 0,-1 0 0 0 0,0-1 0 0 0,0 1 0 0 0,-1 0 0 0 0,-5-15 0 0 0,7 23-934 0 0,0-1 0 0 0,0 1 0 0 0,0 0-1 0 0,-1 0 1 0 0,1 0 0 0 0,0 0 0 0 0,0 0-1 0 0,0-1 1 0 0,-1 1 0 0 0,1 0 0 0 0,0 0 0 0 0,0 0-1 0 0,-1 0 1 0 0,1 0 0 0 0,0 0 0 0 0,0 0-1 0 0,-1 0 1 0 0,1 0 0 0 0,0 0 0 0 0,0 0 0 0 0,-1 0-1 0 0,1 0 1 0 0,0 0 0 0 0,0 0 0 0 0,-1 0-1 0 0,1 0 1 0 0,0 0 0 0 0,0 0 0 0 0,0 1 0 0 0,-1-1-1 0 0,1 0 1 0 0,0 0 0 0 0,0 0 0 0 0,0 0-1 0 0,-1 0 1 0 0,1 1 0 0 0,0-1 0 0 0,0 0 0 0 0,0 0-1 0 0,0 0 1 0 0,-1 1 0 0 0,1-1 0 0 0,0 0-1 0 0,0 0 1 0 0,0 0 0 0 0,0 1 0 0 0,0-1 0 0 0,0 0-1 0 0,0 1 1 0 0,-9 12 944 0 0,8-12-862 0 0,-12 23 638 0 0,1 1 0 0 0,-12 36 0 0 0,-11 57-134 0 0,27-90-431 0 0,-4 13 315 0 0,-10 82 0 0 0,19-97-364 0 0,2 0-1 0 0,1 0 1 0 0,1 0 0 0 0,6 36-1 0 0,-2-30-70 0 0,2 0 0 0 0,1 0 0 0 0,2-1 0 0 0,0 0 0 0 0,2-1 0 0 0,2 0 0 0 0,31 51 0 0 0,-41-76-130 0 0,-1-1-1 0 0,1 1 1 0 0,0-1-1 0 0,1 1 1 0 0,-1-1-1 0 0,8 4 0 0 0,6 3-6451 0 0,-4-6-905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3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1 337 5063 0 0,'17'-147'4040'0'0,"-14"130"-2834"0"0,1 0 0 0 0,1 0 1 0 0,0 0-1 0 0,2 0 0 0 0,-1 1 0 0 0,14-21 0 0 0,-17 31-662 0 0,2 0-1 0 0,-1 1 1 0 0,1-1 0 0 0,9-8-1 0 0,-13 13-427 0 0,1-1 0 0 0,-1 1 0 0 0,1 0 0 0 0,-1 0-1 0 0,1 0 1 0 0,0 0 0 0 0,0 0 0 0 0,-1 0 0 0 0,1 0 0 0 0,0 0-1 0 0,0 1 1 0 0,0-1 0 0 0,0 0 0 0 0,0 1 0 0 0,0 0-1 0 0,0 0 1 0 0,0-1 0 0 0,0 1 0 0 0,0 1 0 0 0,0-1 0 0 0,3 0-1 0 0,-4 1-96 0 0,1 0-1 0 0,-1 0 1 0 0,0 0-1 0 0,0-1 1 0 0,1 1-1 0 0,-1 0 1 0 0,0 1-1 0 0,0-1 1 0 0,0 0-1 0 0,0 0 1 0 0,0 0-1 0 0,0 1 1 0 0,0-1-1 0 0,-1 0 1 0 0,1 1-1 0 0,0-1 1 0 0,-1 1-1 0 0,1-1 1 0 0,-1 1-1 0 0,1-1 0 0 0,-1 1 1 0 0,0-1-1 0 0,0 3 1 0 0,1 5 6 0 0,0-1 1 0 0,-2 17-1 0 0,0-24-19 0 0,-4 45 69 0 0,-17 65 0 0 0,12-68-3 0 0,-8 81-1 0 0,17-116-17 0 0,1 23 173 0 0,0-29-354 0 0,0-1 1 0 0,1 1 0 0 0,-1 0 0 0 0,1-1-1 0 0,-1 1 1 0 0,1-1 0 0 0,-1 1-1 0 0,1-1 1 0 0,0 1 0 0 0,0-1 0 0 0,0 1-1 0 0,0-1 1 0 0,0 0 0 0 0,0 1-1 0 0,2 1 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3.7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5 7831 0 0,'1'-4'2830'0'0,"0"11"-65"0"0,0 15 680 0 0,-6 46 998 0 0,1-23-3756 0 0,2 1-1 0 0,1 0 0 0 0,7 50 0 0 0,-6-92-696 0 0,1-1 0 0 0,0 0 0 0 0,-1 0 0 0 0,1 0 0 0 0,0 0-1 0 0,0 0 1 0 0,1-1 0 0 0,-1 1 0 0 0,1 0 0 0 0,-1 0 0 0 0,1-1 0 0 0,0 1 0 0 0,0-1 0 0 0,0 0 0 0 0,0 1-1 0 0,0-1 1 0 0,1 0 0 0 0,3 3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3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69 4143 0 0,'1'-1'226'0'0,"-1"1"0"0"0,0-1-1 0 0,1 1 1 0 0,-1-1 0 0 0,1 1-1 0 0,-1-1 1 0 0,1 1 0 0 0,-1-1-1 0 0,1 1 1 0 0,-1-1 0 0 0,1 1-1 0 0,0-1 1 0 0,-1 1 0 0 0,1 0-1 0 0,0 0 1 0 0,-1-1 0 0 0,1 1-1 0 0,0 0 1 0 0,-1 0 0 0 0,1 0-1 0 0,1-1 1 0 0,19-3 2777 0 0,-18 4-2373 0 0,105-19 7323 0 0,40-7-6324 0 0,-93 18-3387 0 0,-31 6-5624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4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39 156 919 0 0,'0'-3'165'0'0,"-2"-6"3247"0"0,-11 6-366 0 0,-5 0-2147 0 0,17 3-811 0 0,1 0 0 0 0,0 0 1 0 0,-1 0-1 0 0,1-1 0 0 0,0 1 1 0 0,0 0-1 0 0,-1 0 0 0 0,1 0 1 0 0,0-1-1 0 0,0 1 0 0 0,-1 0 0 0 0,1 0 1 0 0,0-1-1 0 0,0 1 0 0 0,0 0 1 0 0,-1-1-1 0 0,1 1 0 0 0,0 0 1 0 0,0 0-1 0 0,0-1 0 0 0,0 1 1 0 0,0 0-1 0 0,0-1 0 0 0,-1 1 0 0 0,1 0 1 0 0,0-1-1 0 0,0 1 0 0 0,0 0 1 0 0,0-1-1 0 0,1 0 0 0 0,0-9 1047 0 0,-1 10-966 0 0,2-6 357 0 0,0-1 0 0 0,0 1 1 0 0,0 0-1 0 0,1 0 0 0 0,0 0 0 0 0,1 1 1 0 0,-1-1-1 0 0,1 1 0 0 0,0 0 0 0 0,0 0 1 0 0,1 0-1 0 0,0 0 0 0 0,-1 1 0 0 0,2 0 1 0 0,7-6-1 0 0,-8 7-379 0 0,1-1 0 0 0,-1 1 0 0 0,1 0 0 0 0,0 0 0 0 0,0 1 0 0 0,0 0 0 0 0,0 0 0 0 0,0 0 0 0 0,0 1 0 0 0,1 0 0 0 0,-1 0 0 0 0,1 1 0 0 0,-1-1 0 0 0,0 2 0 0 0,13 0 0 0 0,-14 1-106 0 0,1 0 1 0 0,-1 0-1 0 0,1 0 1 0 0,-1 1-1 0 0,0-1 1 0 0,0 1-1 0 0,0 1 1 0 0,0-1-1 0 0,-1 1 1 0 0,1-1-1 0 0,-1 1 1 0 0,0 1-1 0 0,0-1 1 0 0,3 6-1 0 0,-1-3 1 0 0,-2 0 0 0 0,1 1 0 0 0,-1-1-1 0 0,0 1 1 0 0,-1 0 0 0 0,0 0 0 0 0,0 0 0 0 0,3 17-1 0 0,-5-20-41 0 0,-1 1 0 0 0,0 0 0 0 0,0-1 0 0 0,-1 1 0 0 0,0 0 0 0 0,1-1 0 0 0,-2 1 0 0 0,1-1 0 0 0,-1 0 0 0 0,0 1 0 0 0,0-1 0 0 0,0 0 0 0 0,-1 0 0 0 0,-5 8 0 0 0,0-2 52 0 0,0 0-1 0 0,-1-1 0 0 0,0 0 0 0 0,-20 17 0 0 0,26-24-44 0 0,4-4-3 0 0,10-5-1 0 0,19-12-6 0 0,-22 15 3 0 0,0 0 0 0 0,0 0 0 0 0,1 1 0 0 0,-1 0 0 0 0,1 1 0 0 0,-1 0 0 0 0,1 0 0 0 0,0 1 0 0 0,-1 0 0 0 0,1 0 0 0 0,-1 1 0 0 0,1 0 0 0 0,0 0 0 0 0,8 4 0 0 0,-11-3 0 0 0,0 0 0 0 0,0 1 0 0 0,-1-1 0 0 0,1 1 0 0 0,-1 1 0 0 0,1-1 0 0 0,-1 1 0 0 0,0 0 0 0 0,-1 0 0 0 0,1 0 0 0 0,-1 1 0 0 0,1 0 0 0 0,-1 0 0 0 0,-1 0 0 0 0,1 0 0 0 0,-1 0 0 0 0,0 1 0 0 0,0 0 0 0 0,4 10 0 0 0,-5-9 6 0 0,0 0 1 0 0,0 0-1 0 0,-1 0 0 0 0,0 1 1 0 0,0-1-1 0 0,-1 0 0 0 0,0 0 0 0 0,0 0 1 0 0,-1 1-1 0 0,0-1 0 0 0,0 0 1 0 0,0 0-1 0 0,-5 13 0 0 0,3-15 2 0 0,1 1-1 0 0,0-1 1 0 0,-1 0-1 0 0,0 0 1 0 0,0 0-1 0 0,-1 0 1 0 0,1-1 0 0 0,-1 0-1 0 0,0 1 1 0 0,-1-1-1 0 0,1-1 1 0 0,0 1-1 0 0,-1 0 1 0 0,0-1-1 0 0,0 0 1 0 0,0 0 0 0 0,-10 3-1 0 0,6-3 51 0 0,0 0-1 0 0,0-1 0 0 0,-1 0 1 0 0,1-1-1 0 0,0 0 1 0 0,-1-1-1 0 0,1 1 0 0 0,-11-3 1 0 0,14 2-46 0 0,0-1-1 0 0,0 0 1 0 0,0 0 0 0 0,0-1 0 0 0,0 0 0 0 0,1 0 0 0 0,-1 0 0 0 0,0-1-1 0 0,1 1 1 0 0,0-1 0 0 0,-1-1 0 0 0,1 1 0 0 0,-7-7 0 0 0,12 10-20 0 0,0 0-1 0 0,0 0 1 0 0,0 0 0 0 0,0 0-1 0 0,0 0 1 0 0,0 0 0 0 0,-1 0 0 0 0,1 0-1 0 0,0 0 1 0 0,0-1 0 0 0,0 1-1 0 0,0 0 1 0 0,0 0 0 0 0,0 0 0 0 0,0 0-1 0 0,-1 0 1 0 0,1 0 0 0 0,0 0 0 0 0,0-1-1 0 0,0 1 1 0 0,0 0 0 0 0,0 0-1 0 0,0 0 1 0 0,0 0 0 0 0,0 0 0 0 0,0 0-1 0 0,0-1 1 0 0,0 1 0 0 0,0 0 0 0 0,0 0-1 0 0,0 0 1 0 0,0 0 0 0 0,0 0-1 0 0,0-1 1 0 0,0 1 0 0 0,0 0 0 0 0,0 0-1 0 0,0 0 1 0 0,0 0 0 0 0,0 0 0 0 0,0 0-1 0 0,0-1 1 0 0,0 1 0 0 0,0 0-1 0 0,0 0 1 0 0,1 0 0 0 0,-1 0 0 0 0,0 0-1 0 0,0 0 1 0 0,0 0 0 0 0,0-1-1 0 0,0 1 1 0 0,0 0 0 0 0,1 0 0 0 0,8-1-944 0 0,-1 1 116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4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37 9671 0 0,'4'-4'390'0'0,"-1"-1"-1"0"0,1 1 0 0 0,9-8 0 0 0,-12 10-61 0 0,1 1 0 0 0,0 0 0 0 0,-1 0 0 0 0,1 0 0 0 0,0 0 0 0 0,0 0 0 0 0,-1 0 0 0 0,1 1 0 0 0,0-1 0 0 0,0 1 0 0 0,0-1 0 0 0,0 1 0 0 0,0-1-1 0 0,0 1 1 0 0,0 0 0 0 0,0 0 0 0 0,3 0 0 0 0,-3 1-125 0 0,0 0-1 0 0,0 0 0 0 0,1-1 1 0 0,-1 1-1 0 0,0 1 0 0 0,0-1 1 0 0,0 0-1 0 0,0 0 0 0 0,0 1 1 0 0,0-1-1 0 0,0 1 0 0 0,-1 0 1 0 0,1-1-1 0 0,0 1 0 0 0,-1 0 1 0 0,1 0-1 0 0,-1 0 0 0 0,0 0 1 0 0,0 0-1 0 0,0 0 0 0 0,0 1 1 0 0,0-1-1 0 0,0 0 0 0 0,-1 0 1 0 0,1 1-1 0 0,0 2 0 0 0,0 1-90 0 0,0 1 0 0 0,0 0 0 0 0,-1 0 0 0 0,0 0 0 0 0,0 0 0 0 0,0-1 0 0 0,-1 1 0 0 0,-1 7 0 0 0,-2-3-49 0 0,1-1 0 0 0,-1 1 0 0 0,-1-1 0 0 0,0 0 0 0 0,0 0 0 0 0,-1 0 0 0 0,-10 13 0 0 0,2-6 7 0 0,-1 0 0 0 0,-32 27 0 0 0,39-38-54 0 0,-1 0 0 0 0,1 0-1 0 0,-1-1 1 0 0,0 0 0 0 0,0 0-1 0 0,-1-1 1 0 0,-15 4 0 0 0,22-7-10 0 0,0 0-1 0 0,0 0 1 0 0,0-1 0 0 0,-1 0 0 0 0,1 0 0 0 0,0 0 0 0 0,0 0-1 0 0,0 0 1 0 0,0 0 0 0 0,-1-1 0 0 0,1 0 0 0 0,-5-1-1 0 0,6 1-3 0 0,0 0 0 0 0,0 0-1 0 0,1-1 1 0 0,-1 1 0 0 0,0-1 0 0 0,0 1-1 0 0,1-1 1 0 0,-1 1 0 0 0,1-1-1 0 0,-1 0 1 0 0,1 0 0 0 0,0 0-1 0 0,0 0 1 0 0,0 0 0 0 0,0 0-1 0 0,0 0 1 0 0,0 0 0 0 0,0 0-1 0 0,0-4 1 0 0,0-1-2 0 0,0 1 0 0 0,0-1 0 0 0,1 0 0 0 0,0 1 0 0 0,1-1 0 0 0,-1 1 0 0 0,1-1 0 0 0,0 1 0 0 0,1-1 0 0 0,0 1 0 0 0,0-1 0 0 0,0 1 0 0 0,4-7 0 0 0,-4 9 0 0 0,0 1 0 0 0,-1 0 0 0 0,1 1 0 0 0,1-1 0 0 0,-1 0 0 0 0,0 0 0 0 0,1 1 0 0 0,-1-1 0 0 0,1 1 0 0 0,0 0 0 0 0,5-3 0 0 0,-6 4 0 0 0,1 0 0 0 0,-1 0 0 0 0,0 0 0 0 0,1 0 0 0 0,-1 1 0 0 0,1-1 0 0 0,0 1 0 0 0,-1 0 0 0 0,1 0 0 0 0,-1 0 0 0 0,1 0 0 0 0,-1 0 0 0 0,1 0 0 0 0,-1 1 0 0 0,1-1 0 0 0,-1 1 0 0 0,5 1 0 0 0,0 1 0 0 0,0 0 0 0 0,-1 1 0 0 0,1 0 0 0 0,-1 0 0 0 0,0 0 0 0 0,9 9 0 0 0,31 36 0 0 0,-1-1 0 0 0,-36-40 0 0 0,0-1 1 0 0,1 0-1 0 0,-1-1 1 0 0,1 0-1 0 0,1 0 0 0 0,-1-1 1 0 0,1-1-1 0 0,21 7 0 0 0,-26-9-2 0 0,1-1-1 0 0,-1 0 0 0 0,0 0 1 0 0,1 0-1 0 0,-1-1 0 0 0,0 0 1 0 0,1 0-1 0 0,-1-1 0 0 0,0 0 0 0 0,1 0 1 0 0,-1 0-1 0 0,0-1 0 0 0,0 0 1 0 0,0 0-1 0 0,0-1 0 0 0,-1 1 0 0 0,11-7 1 0 0,-9 3-1710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5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9671 0 0,'0'0'51'0'0,"1"-1"0"0"0,-1 1 1 0 0,0 0-1 0 0,0-1 0 0 0,1 1 0 0 0,-1 0 0 0 0,0 0 0 0 0,1-1 0 0 0,-1 1 0 0 0,1 0 0 0 0,-1 0 0 0 0,0 0 0 0 0,1-1 0 0 0,-1 1 0 0 0,1 0 0 0 0,-1 0 0 0 0,1 0 0 0 0,-1 0 1 0 0,0 0-1 0 0,1 0 0 0 0,-1 0 0 0 0,1 0 0 0 0,-1 0 0 0 0,1 0 0 0 0,-1 0 0 0 0,0 0 0 0 0,1 0 0 0 0,-1 0 0 0 0,1 1 0 0 0,-1-1 0 0 0,1 0 0 0 0,-1 0 0 0 0,0 0 0 0 0,1 1 1 0 0,0-1-1 0 0,18 12 1587 0 0,-13-7-1227 0 0,10 6 615 0 0,-1 1 0 0 0,0 0-1 0 0,-1 1 1 0 0,0 1 0 0 0,-1 0 0 0 0,15 21-1 0 0,-7-4-322 0 0,-1 0 0 0 0,22 46-1 0 0,-27-42-392 0 0,-1-1-1 0 0,13 50 1 0 0,-21-60-219 0 0,-1 0 0 0 0,-1 0 0 0 0,-1 0 0 0 0,-1 41 0 0 0,-3-48-57 0 0,-1 0-1 0 0,0 0 1 0 0,-2 0 0 0 0,-7 23-1 0 0,7-28-16 0 0,-1 0 0 0 0,0 0 1 0 0,0-1-1 0 0,-1 0 0 0 0,-1 0 0 0 0,-13 17 0 0 0,20-28-17 0 0,-19 19 344 0 0,18-18-440 0 0,0 0 0 0 0,0-1 0 0 0,1 1 0 0 0,-1 0 0 0 0,0-1 0 0 0,0 1 0 0 0,0 0 0 0 0,0-1 0 0 0,0 0 0 0 0,0 1 0 0 0,0-1 0 0 0,0 1 0 0 0,-1-1 0 0 0,1 0 0 0 0,0 0 0 0 0,0 0 0 0 0,0 0 0 0 0,0 0 0 0 0,0 0 0 0 0,0 0 0 0 0,-2 0 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5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0 144 8287 0 0,'4'-6'432'0'0,"0"-1"0"0"0,0 2-1 0 0,1-1 1 0 0,-1 0-1 0 0,1 1 1 0 0,0 0-1 0 0,11-9 1 0 0,-1 1 239 0 0,-6 5-123 0 0,6-6 1493 0 0,26-19-1 0 0,-37 31-1717 0 0,0-1-1 0 0,0 0 1 0 0,0 1-1 0 0,1 0 1 0 0,-1 0-1 0 0,0 0 1 0 0,1 1-1 0 0,0 0 1 0 0,-1 0-1 0 0,1 0 1 0 0,0 0-1 0 0,7 0 1 0 0,-11 1-244 0 0,1 0 0 0 0,-1 0 0 0 0,1 1 0 0 0,-1-1 0 0 0,0 0 0 0 0,1 1 0 0 0,-1-1 0 0 0,0 1 0 0 0,1-1 0 0 0,-1 1 0 0 0,0-1 0 0 0,0 1 0 0 0,1 0 0 0 0,-1 0 0 0 0,0 0 0 0 0,0 0 0 0 0,0 0 0 0 0,1 2 0 0 0,0-1-26 0 0,-1 0 1 0 0,0 0 0 0 0,0 0-1 0 0,0 1 1 0 0,0-1 0 0 0,0 0-1 0 0,-1 1 1 0 0,1-1 0 0 0,-1 0-1 0 0,1 4 1 0 0,-1 2 15 0 0,0 1 1 0 0,0 0-1 0 0,-1 0 1 0 0,0-1-1 0 0,-3 10 0 0 0,-1 0 18 0 0,-2 0-1 0 0,0 0 0 0 0,-1-1 1 0 0,-20 33-1 0 0,18-34 11 0 0,1 0-1 0 0,0 1 1 0 0,1 0-1 0 0,1 0 1 0 0,-5 21-1 0 0,11-36-66 0 0,1 0 1 0 0,-1 1-1 0 0,1-1 0 0 0,0 0 0 0 0,0 1 0 0 0,0-1 1 0 0,0 0-1 0 0,0 0 0 0 0,0 1 0 0 0,0-1 1 0 0,1 0-1 0 0,-1 0 0 0 0,1 1 0 0 0,1 1 1 0 0,-1-3-12 0 0,-1 0 1 0 0,1 0 0 0 0,0 0-1 0 0,0 0 1 0 0,0 0-1 0 0,0 0 1 0 0,0-1 0 0 0,0 1-1 0 0,0 0 1 0 0,0-1 0 0 0,0 1-1 0 0,0 0 1 0 0,1-1 0 0 0,-1 0-1 0 0,0 1 1 0 0,0-1 0 0 0,0 0-1 0 0,1 1 1 0 0,-1-1 0 0 0,0 0-1 0 0,1 0 1 0 0,-1 0 0 0 0,0 0-1 0 0,0 0 1 0 0,1-1-1 0 0,1 1 1 0 0,27-6 332 0 0,0-1-1 0 0,38-14 1 0 0,-36 11-279 0 0,-27 8-53 0 0,0 1 0 0 0,0-1-1 0 0,0 1 1 0 0,0 1 0 0 0,9-1-1 0 0,-13 0-31 0 0,0 2-1 0 0,0-1 0 0 0,0 0 0 0 0,0 0 0 0 0,0 0 1 0 0,0 0-1 0 0,0 0 0 0 0,0 1 0 0 0,0-1 0 0 0,0 1 1 0 0,0-1-1 0 0,0 1 0 0 0,0-1 0 0 0,0 1 1 0 0,-1-1-1 0 0,1 1 0 0 0,0 0 0 0 0,0-1 0 0 0,0 1 1 0 0,-1 0-1 0 0,1 0 0 0 0,0-1 0 0 0,-1 1 0 0 0,1 0 1 0 0,-1 0-1 0 0,1 0 0 0 0,-1 0 0 0 0,0 0 1 0 0,1 0-1 0 0,-1 0 0 0 0,0 0 0 0 0,1 0 0 0 0,-1 0 1 0 0,0 2-1 0 0,1 12-466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5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88 8751 0 0,'0'-2'61'0'0,"-2"-51"1535"0"0,2 49-900 0 0,-1-1 1 0 0,0 1-1 0 0,0 0 1 0 0,0 0 0 0 0,-3-6-1 0 0,4 10-645 0 0,0-1 0 0 0,0 1 0 0 0,0 0-1 0 0,0 0 1 0 0,0 0 0 0 0,0 0 0 0 0,0 0-1 0 0,-1 0 1 0 0,1 0 0 0 0,0 0 0 0 0,0 0-1 0 0,0 0 1 0 0,0 0 0 0 0,0 0 0 0 0,0-1-1 0 0,0 1 1 0 0,0 0 0 0 0,0 0 0 0 0,0 0-1 0 0,0 0 1 0 0,0 0 0 0 0,-1 0 0 0 0,1 0-1 0 0,0 0 1 0 0,0 0 0 0 0,0 0 0 0 0,0 0-1 0 0,0 0 1 0 0,0 0 0 0 0,0 0 0 0 0,0 0-1 0 0,0 0 1 0 0,-1 0 0 0 0,1 0 0 0 0,0 0-1 0 0,0 0 1 0 0,0 0 0 0 0,0 0 0 0 0,0 0-1 0 0,0 0 1 0 0,0 1 0 0 0,0-1 0 0 0,0 0-1 0 0,0 0 1 0 0,0 0 0 0 0,-1 0 0 0 0,1 0-1 0 0,0 0 1 0 0,0 0 0 0 0,0 0 0 0 0,0 0-1 0 0,0 0 1 0 0,0 0 0 0 0,0 0 0 0 0,0 1-1 0 0,0-1 1 0 0,0 0 0 0 0,0 0 0 0 0,0 0-1 0 0,-5 10 1410 0 0,-1 12-299 0 0,-8 110 812 0 0,2 166 0 0 0,14-284-1895 0 0,-1-12-132 0 0,-1 0 0 0 0,1 0-1 0 0,-1 1 1 0 0,0-1 0 0 0,0 0-1 0 0,0 0 1 0 0,0 0 0 0 0,-1 4-1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6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7 108 5527 0 0,'-1'-2'95'0'0,"0"0"0"0"0,0 1-1 0 0,0-1 1 0 0,0 0 0 0 0,1 0-1 0 0,-1 0 1 0 0,1 0-1 0 0,-1-3 1 0 0,1 4 97 0 0,0 1-1 0 0,1-1 1 0 0,-1 0 0 0 0,0 0-1 0 0,0 0 1 0 0,1 0-1 0 0,-1 1 1 0 0,0-1 0 0 0,1 0-1 0 0,-1 0 1 0 0,1 1-1 0 0,-1-1 1 0 0,1 0 0 0 0,0 1-1 0 0,-1-1 1 0 0,1 1-1 0 0,0-1 1 0 0,-1 0 0 0 0,1 1-1 0 0,0-1 1 0 0,0 1-1 0 0,0-1 1 0 0,9-4 1347 0 0,-1 0 0 0 0,1 1 0 0 0,0 0 1 0 0,15-3-1 0 0,44-8 1779 0 0,-11 4-2071 0 0,-32 5-1377 0 0,0 0 1 0 0,0 2-1 0 0,0 1 0 0 0,1 1 0 0 0,43 3 0 0 0,-45 2-7843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6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144 101 6911 0 0,'2'-31'753'0'0,"-1"20"795"0"0,-1 1 0 0 0,0-1 0 0 0,-2-15 1 0 0,2 26-1455 0 0,0-1 1 0 0,0 1 0 0 0,0 0-1 0 0,0-1 1 0 0,0 1 0 0 0,0-1-1 0 0,0 1 1 0 0,0-1 0 0 0,0 1-1 0 0,0-1 1 0 0,0 1 0 0 0,-1 0 0 0 0,1-1-1 0 0,0 1 1 0 0,0-1 0 0 0,0 1-1 0 0,-1 0 1 0 0,1-1 0 0 0,0 1-1 0 0,-1 0 1 0 0,1-1 0 0 0,0 1-1 0 0,-1 0 1 0 0,1-1 0 0 0,0 1-1 0 0,-1 0 1 0 0,1 0 0 0 0,0-1 0 0 0,-1 1-1 0 0,1 0 1 0 0,-2 0 0 0 0,2 0 39 0 0,-1 0 1 0 0,0 1-1 0 0,0-1 1 0 0,0 0-1 0 0,1 1 1 0 0,-1-1 0 0 0,0 1-1 0 0,0 0 1 0 0,1-1-1 0 0,-1 1 1 0 0,1 0-1 0 0,-1-1 1 0 0,0 1 0 0 0,0 1-1 0 0,-18 32 1571 0 0,18-33-1677 0 0,-16 40 580 0 0,0 0 0 0 0,3 1 1 0 0,-10 49-1 0 0,12-30-274 0 0,-7 104 0 0 0,17-143-205 0 0,2-1 0 0 0,4 42-1 0 0,-3-56-104 0 0,0-1-1 0 0,1 1 1 0 0,0-1 0 0 0,0 1-1 0 0,0-1 1 0 0,1 0-1 0 0,0 0 1 0 0,0 0-1 0 0,0 0 1 0 0,1 0-1 0 0,0-1 1 0 0,0 0 0 0 0,8 8-1 0 0,-2-3-708 0 0,2 0-1 0 0,13 9 1 0 0,-13-12-7355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6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0 148 5983 0 0,'1'-3'184'0'0,"0"1"-106"0"0,-1 0 0 0 0,1 0 0 0 0,-1 1 0 0 0,1-1-1 0 0,0 0 1 0 0,-1 1 0 0 0,1-1 0 0 0,0 0 0 0 0,0 1 0 0 0,0-1-1 0 0,1 1 1 0 0,-1 0 0 0 0,0-1 0 0 0,0 1 0 0 0,1 0 0 0 0,-1 0-1 0 0,1 0 1 0 0,2-2 0 0 0,4-2 1158 0 0,1-2 0 0 0,14-12 1 0 0,3-4 518 0 0,-14 15-934 0 0,-1 0 1 0 0,1 1-1 0 0,0 0 1 0 0,0 1-1 0 0,0 0 1 0 0,1 1-1 0 0,16-4 0 0 0,-25 8-698 0 0,0 0 0 0 0,0 0 0 0 0,0 0 0 0 0,0 1 0 0 0,1 0 0 0 0,-1 0 0 0 0,0 0 0 0 0,0 0 0 0 0,1 1 0 0 0,-1-1 0 0 0,0 1 0 0 0,0 0 0 0 0,0 0 0 0 0,0 1 0 0 0,0-1 0 0 0,0 1 0 0 0,0 0 0 0 0,-1 0 0 0 0,1 0 0 0 0,-1 1 0 0 0,1-1 0 0 0,-1 1 0 0 0,0 0 0 0 0,0 0 0 0 0,0 0 0 0 0,0 0 0 0 0,3 6-1 0 0,-2-2-112 0 0,0 0 0 0 0,0 0-1 0 0,-1 0 1 0 0,0 1-1 0 0,-1-1 1 0 0,1 1-1 0 0,-1 0 1 0 0,-1-1-1 0 0,0 1 1 0 0,0 0-1 0 0,0 0 1 0 0,-1 0 0 0 0,0 0-1 0 0,-1 0 1 0 0,0 0-1 0 0,0 0 1 0 0,0 0-1 0 0,-6 14 1 0 0,3-11-1 0 0,0 0 0 0 0,-1 0 0 0 0,0-1 0 0 0,-1 1 0 0 0,0-1 0 0 0,0-1 0 0 0,-1 1 0 0 0,0-1 0 0 0,-1 0 0 0 0,0-1 0 0 0,-1 0 0 0 0,-12 10 0 0 0,19-17-9 0 0,-1 1 0 0 0,1-1 0 0 0,-1 1 0 0 0,0-1 0 0 0,0 0 0 0 0,1 0 0 0 0,-1 0 0 0 0,0 0 0 0 0,0-1 0 0 0,0 1 0 0 0,0-1 0 0 0,0 0 0 0 0,0 0 0 0 0,0 0 0 0 0,-5-1 0 0 0,7 1 0 0 0,-1 0 0 0 0,1-1 0 0 0,0 1 0 0 0,0-1 0 0 0,0 1 0 0 0,-1-1 0 0 0,1 1 0 0 0,0-1 0 0 0,0 0 0 0 0,0 0 0 0 0,0 1 0 0 0,0-1 0 0 0,0 0 0 0 0,0 0 0 0 0,0 0 0 0 0,1 0 0 0 0,-1 0 0 0 0,0 0 0 0 0,1 0 0 0 0,-1 0 0 0 0,0-1 0 0 0,1 1 0 0 0,-1 0 0 0 0,1 0 0 0 0,0 0 0 0 0,-1-1 0 0 0,1 1 0 0 0,0 0 0 0 0,0 0 0 0 0,0-1 0 0 0,0 1 0 0 0,0 0 0 0 0,0-1 0 0 0,0 1 0 0 0,0 0 0 0 0,0 0 0 0 0,1-1 0 0 0,0-1 0 0 0,-1 1 0 0 0,1 0 0 0 0,-1 0 0 0 0,1 0 0 0 0,0 0 0 0 0,0 0 0 0 0,-1 1 0 0 0,1-1 0 0 0,1 0 0 0 0,-1 0 0 0 0,0 1 0 0 0,0-1 0 0 0,1 0 0 0 0,-1 1 0 0 0,1 0 0 0 0,-1-1 0 0 0,1 1 0 0 0,0 0 0 0 0,-1 0 0 0 0,1-1 0 0 0,0 1 0 0 0,0 1 0 0 0,0-1 0 0 0,0 0 0 0 0,0 0 0 0 0,0 1 0 0 0,3-1 0 0 0,-1 0 0 0 0,0 1 0 0 0,-1-1 0 0 0,1 1 0 0 0,0 0 0 0 0,-1 1 0 0 0,1-1 0 0 0,0 1 0 0 0,-1-1 0 0 0,1 1 0 0 0,0 0 0 0 0,-1 1 0 0 0,1-1 0 0 0,5 4 0 0 0,3 3 10 0 0,0 0-1 0 0,12 13 0 0 0,-15-13 0 0 0,0 0 0 0 0,0-1 0 0 0,21 12 0 0 0,-23-16 13 0 0,0 0 0 0 0,1-1 0 0 0,-1 0 0 0 0,1-1 0 0 0,0 1 0 0 0,0-1 0 0 0,-1-1 0 0 0,1 0 0 0 0,0 0 0 0 0,0 0 0 0 0,0-1-1 0 0,-1 0 1 0 0,12-3 0 0 0,-1-1-27 0 0,0 0-1 0 0,-1-2 0 0 0,1 0 1 0 0,24-14-1 0 0,-36 17-413 0 0,0 0 0 0 0,0-1 1 0 0,0 0-1 0 0,7-8 0 0 0,3-2-2384 0 0,-8 8 1117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7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4 919 0 0,'2'-4'2026'0'0,"0"8"939"0"0,3 9 1224 0 0,3 52 3282 0 0,-3 3-3951 0 0,0 16-1650 0 0,-1-45-1555 0 0,10 71 537 0 0,-9-98-860 0 0,-4-10 3 0 0,0 0 0 0 0,-1-1 0 0 0,1 1-1 0 0,0 0 1 0 0,-1 0 0 0 0,1 0 0 0 0,-1-1-1 0 0,1 1 1 0 0,-1 0 0 0 0,0 4 0 0 0,-19-13-1838 0 0,8 2-374 0 0,-1-1-5114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7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1 106 3223 0 0,'0'-1'240'0'0,"0"-1"49"0"0,1 1-1 0 0,0-1 1 0 0,0 1-1 0 0,-1 0 1 0 0,1 0-1 0 0,0-1 0 0 0,0 1 1 0 0,0 0-1 0 0,0 0 1 0 0,0 0-1 0 0,1 0 0 0 0,-1 0 1 0 0,0 0-1 0 0,0 0 1 0 0,1 1-1 0 0,-1-1 1 0 0,0 0-1 0 0,2 0 0 0 0,17-7 1916 0 0,0 1 1 0 0,0 1-1 0 0,0 1 0 0 0,37-5 0 0 0,-21 4-1018 0 0,176-28 879 0 0,-141 27-3613 0 0,-38 7-6192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7.8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86 185 4143 0 0,'1'-7'702'0'0,"0"1"-1"0"0,1 0 0 0 0,0 0 0 0 0,0 0 0 0 0,1 0 0 0 0,-1 0 0 0 0,1 0 0 0 0,4-5 0 0 0,1-3 120 0 0,-1-2 937 0 0,2 1 0 0 0,13-19 0 0 0,-19 30-1391 0 0,0 0 1 0 0,0 0-1 0 0,0 1 0 0 0,0 0 1 0 0,1-1-1 0 0,0 1 1 0 0,-1 0-1 0 0,1 1 1 0 0,0-1-1 0 0,0 1 0 0 0,1 0 1 0 0,-1 0-1 0 0,0 0 1 0 0,5-1-1 0 0,-8 3-318 0 0,0-1 0 0 0,0 1 0 0 0,1 0 0 0 0,-1 0 0 0 0,0 0 0 0 0,0 0 0 0 0,0 0 0 0 0,0 0 0 0 0,0 0 0 0 0,0 1 0 0 0,0-1 0 0 0,0 0 0 0 0,0 1 0 0 0,0-1 0 0 0,0 0-1 0 0,0 1 1 0 0,0-1 0 0 0,0 1 0 0 0,0 0 0 0 0,1 0 0 0 0,0 1-3 0 0,-1 0-1 0 0,1-1 1 0 0,-1 1-1 0 0,0 0 1 0 0,0 0-1 0 0,0 0 1 0 0,0 0-1 0 0,0 0 1 0 0,1 3-1 0 0,0 2-17 0 0,0 1 0 0 0,0-1-1 0 0,-1 0 1 0 0,-1 1 0 0 0,1 7-1 0 0,-2-2-25 0 0,0 1-1 0 0,-1-1 0 0 0,0 0 0 0 0,-2 0 1 0 0,1 0-1 0 0,-1 0 0 0 0,-1-1 0 0 0,0 0 0 0 0,-1 0 1 0 0,-14 22-1 0 0,8-16-2 0 0,-1 0 1 0 0,-1-2 0 0 0,0 0-1 0 0,-2 0 1 0 0,1-1 0 0 0,-19 12-1 0 0,34-27 1 0 0,-6 5 8 0 0,-1 0 0 0 0,0 0 0 0 0,-13 5 0 0 0,19-9-7 0 0,-1 0 0 0 0,1-1 1 0 0,0 1-1 0 0,-1-1 0 0 0,1 1 0 0 0,-1-1 0 0 0,1 0 0 0 0,-1 1 0 0 0,1-1 0 0 0,0 0 0 0 0,-1 0 0 0 0,1 0 1 0 0,-1 0-1 0 0,1 0 0 0 0,-1-1 0 0 0,1 1 0 0 0,-1 0 0 0 0,1-1 0 0 0,0 1 0 0 0,-1-1 0 0 0,1 1 0 0 0,0-1 1 0 0,-1 0-1 0 0,1 1 0 0 0,0-1 0 0 0,0 0 0 0 0,-1 0 0 0 0,-1-2 0 0 0,2 2 1 0 0,1-1 0 0 0,-1 0-1 0 0,0 0 1 0 0,1 1 0 0 0,-1-1-1 0 0,1 0 1 0 0,-1 0 0 0 0,1 0-1 0 0,0 0 1 0 0,0 1 0 0 0,0-1-1 0 0,0 0 1 0 0,0 0 0 0 0,0 0-1 0 0,1 0 1 0 0,-1 0 0 0 0,1 1-1 0 0,0-4 1 0 0,0 1 1 0 0,1 1 1 0 0,-1-1-1 0 0,0 1 0 0 0,1 0 0 0 0,-1 0 0 0 0,1 0 1 0 0,0 0-1 0 0,0 0 0 0 0,4-3 0 0 0,-5 5-3 0 0,1-1 0 0 0,-1 1 0 0 0,1 0 0 0 0,-1 0 0 0 0,1 0 0 0 0,0 1 0 0 0,-1-1 0 0 0,1 0 0 0 0,0 0 0 0 0,0 1 0 0 0,0-1 0 0 0,-1 1 0 0 0,1 0 0 0 0,0 0 0 0 0,0-1 0 0 0,0 1 0 0 0,2 1 0 0 0,-1-1 0 0 0,0 1 0 0 0,1-1 0 0 0,-1 1 0 0 0,0 0 0 0 0,0 1 0 0 0,1-1 0 0 0,-1 0 0 0 0,5 4 0 0 0,3 4 0 0 0,0-1 0 0 0,-1 1 0 0 0,16 18 0 0 0,-21-22 0 0 0,2 3 0 0 0,0-1 0 0 0,1 0 0 0 0,0-1 0 0 0,0 1 0 0 0,0-2 0 0 0,1 1 0 0 0,13 6 0 0 0,-15-10 0 0 0,-1 1 0 0 0,1-1 0 0 0,0 0 0 0 0,0-1 0 0 0,0 0 0 0 0,0 0 0 0 0,0 0 0 0 0,0-1 0 0 0,0 0 0 0 0,1-1 0 0 0,10-1 0 0 0,16-6-708 0 0,-15 3-48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8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12 6911 0 0,'0'-1'99'0'0,"0"1"0"0"0,0-1 0 0 0,1 0 1 0 0,-1 1-1 0 0,0-1 0 0 0,0 1 0 0 0,0-1 0 0 0,1 1 0 0 0,-1-1 0 0 0,0 1 0 0 0,1-1 0 0 0,-1 1 0 0 0,1-1 0 0 0,-1 1 0 0 0,0-1 0 0 0,1 1 0 0 0,-1 0 0 0 0,1-1 0 0 0,-1 1 0 0 0,1 0 0 0 0,-1-1 0 0 0,1 1 0 0 0,-1 0 0 0 0,1 0 0 0 0,0 0 0 0 0,-1-1 0 0 0,1 1 0 0 0,-1 0 0 0 0,1 0 0 0 0,0 0 0 0 0,-1 0 0 0 0,1 0 0 0 0,-1 0 0 0 0,1 0 0 0 0,0 0 0 0 0,-1 0 1 0 0,1 0-1 0 0,-1 1 0 0 0,1-1 0 0 0,0 0 0 0 0,1 1 259 0 0,-1 0 1 0 0,0-1-1 0 0,0 1 1 0 0,1 0-1 0 0,-1 0 1 0 0,0 0 0 0 0,0 0-1 0 0,0 0 1 0 0,0 0-1 0 0,0 0 1 0 0,0 0-1 0 0,0 0 1 0 0,0 1-1 0 0,-1-1 1 0 0,2 2 0 0 0,1 6 189 0 0,-1 0 1 0 0,0-1 0 0 0,-1 1-1 0 0,1 0 1 0 0,-2 0 0 0 0,1 0-1 0 0,-1 0 1 0 0,-1 0 0 0 0,0 0-1 0 0,-3 17 1 0 0,-1-5-345 0 0,-1-1 0 0 0,-1 0-1 0 0,-14 29 1 0 0,16-39-161 0 0,0-1-1 0 0,-1 0 1 0 0,0-1 0 0 0,0 1-1 0 0,-1-1 1 0 0,0 0 0 0 0,0-1-1 0 0,-1 0 1 0 0,0 0 0 0 0,0-1-1 0 0,-1 0 1 0 0,0 0 0 0 0,0-1-1 0 0,0 0 1 0 0,0 0 0 0 0,-1-1-1 0 0,-18 5 1 0 0,25-9-39 0 0,0 1-1 0 0,1-1 1 0 0,-1 0-1 0 0,0 1 1 0 0,0-1-1 0 0,0-1 1 0 0,1 1-1 0 0,-1 0 1 0 0,0-1-1 0 0,0 1 1 0 0,1-1-1 0 0,-1 0 1 0 0,0 0-1 0 0,1 0 1 0 0,-1 0-1 0 0,1 0 1 0 0,-1-1-1 0 0,1 1 1 0 0,0-1-1 0 0,-1 0 1 0 0,1 0-1 0 0,0 1 1 0 0,0-1-1 0 0,0 0 1 0 0,0-1-1 0 0,1 1 1 0 0,-1 0-1 0 0,1-1 1 0 0,-1 1-1 0 0,1 0 1 0 0,-2-6-1 0 0,1 2 3 0 0,-1 1 0 0 0,2-1-1 0 0,-1 0 1 0 0,1 0 0 0 0,0 0-1 0 0,0 0 1 0 0,0-1 0 0 0,1 1 0 0 0,0 0-1 0 0,0 0 1 0 0,1 0 0 0 0,0 0-1 0 0,2-10 1 0 0,-2 13-6 0 0,-1 0 0 0 0,2 1 0 0 0,-1-1 0 0 0,0 0 0 0 0,0 0 0 0 0,1 1 0 0 0,0-1 0 0 0,-1 1 0 0 0,1-1 0 0 0,0 1 0 0 0,0 0 0 0 0,0 0 0 0 0,1 0 0 0 0,-1 0 0 0 0,0 0 0 0 0,1 0 0 0 0,-1 1 0 0 0,1-1 0 0 0,0 1 0 0 0,0-1 0 0 0,3 0 0 0 0,-2 1 0 0 0,-1 1 0 0 0,1-1 0 0 0,-1 1 0 0 0,1 0 0 0 0,0 0 0 0 0,-1 0 0 0 0,1 0 0 0 0,-1 1 0 0 0,1-1 0 0 0,-1 1 0 0 0,1 0 0 0 0,-1 0 0 0 0,0 0 0 0 0,1 1 0 0 0,-1-1 0 0 0,0 1 0 0 0,6 4 0 0 0,5 4 0 0 0,-1 1 0 0 0,0 1 0 0 0,17 20 0 0 0,-17-17 0 0 0,1-1 0 0 0,17 13 0 0 0,-26-23 0 0 0,1 0 0 0 0,0 0 0 0 0,0 0 0 0 0,0-1 0 0 0,0 0 0 0 0,0-1 0 0 0,1 1 0 0 0,0-1 0 0 0,12 2 0 0 0,4-1-555 0 0,29 1 0 0 0,-43-4 326 0 0,0 0 0 0 0,-1-1 0 0 0,1 0 0 0 0,0-1 0 0 0,0 1 0 0 0,11-5 0 0 0,-13 4-762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8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10591 0 0,'0'0'41'0'0,"1"-1"0"0"0,0 1-1 0 0,0 0 1 0 0,0 0 0 0 0,0-1-1 0 0,-1 1 1 0 0,1 0 0 0 0,0 0-1 0 0,0 0 1 0 0,0 0 0 0 0,0 0-1 0 0,0 0 1 0 0,-1 0 0 0 0,1 0-1 0 0,0 0 1 0 0,0 0 0 0 0,0 1-1 0 0,0-1 1 0 0,-1 0 0 0 0,1 1-1 0 0,0-1 1 0 0,0 0-1 0 0,0 1 1 0 0,-1-1 0 0 0,1 1-1 0 0,0-1 1 0 0,-1 1 0 0 0,2 0-1 0 0,25 22-306 0 0,-19-16 531 0 0,12 11 949 0 0,-1 1 1 0 0,0 0-1 0 0,-2 2 0 0 0,0 0 1 0 0,-1 1-1 0 0,-2 1 1 0 0,21 41-1 0 0,-23-39-1030 0 0,-2 2 1 0 0,0-1-1 0 0,-2 1 0 0 0,-1 0 0 0 0,-1 1 1 0 0,-2 0-1 0 0,0-1 0 0 0,-2 2 0 0 0,-1-1 0 0 0,-1 0 1 0 0,-2 0-1 0 0,-4 30 0 0 0,3-45-158 0 0,-1-1 0 0 0,0 0 0 0 0,0 0 0 0 0,-1 0 0 0 0,0 0 0 0 0,-1-1 0 0 0,-13 18 0 0 0,9-14 9 0 0,-1-1 1 0 0,-1 0-1 0 0,-1-1 0 0 0,-25 21 0 0 0,38-34-35 0 0,-2 2-2 0 0,1-1 0 0 0,-1 1-1 0 0,0-1 1 0 0,0 0 0 0 0,0 1-1 0 0,0-1 1 0 0,0 0 0 0 0,0 0 0 0 0,0 0-1 0 0,0-1 1 0 0,-1 1 0 0 0,1 0-1 0 0,-3-1 1 0 0,5 0-23 0 0,0 0 0 0 0,0 0-1 0 0,0 0 1 0 0,0 0 0 0 0,-1 0-1 0 0,1 0 1 0 0,0-1 0 0 0,0 1-1 0 0,0 0 1 0 0,0 0 0 0 0,0 0 0 0 0,0 0-1 0 0,-1-1 1 0 0,1 1 0 0 0,0 0-1 0 0,0 0 1 0 0,0 0 0 0 0,0 0 0 0 0,0-1-1 0 0,0 1 1 0 0,0 0 0 0 0,0 0-1 0 0,0 0 1 0 0,0-1 0 0 0,0 1-1 0 0,0 0 1 0 0,0 0 0 0 0,0 0 0 0 0,0-1-1 0 0,0 1 1 0 0,0 0 0 0 0,0 0-1 0 0,0 0 1 0 0,0-1 0 0 0,0 1 0 0 0,1 0-1 0 0,-1 0 1 0 0,0 0 0 0 0,0 0-1 0 0,0-1 1 0 0,0 1 0 0 0,1-1-1102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48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0 218 6447 0 0,'2'-8'219'0'0,"-1"0"-1"0"0,1 0 1 0 0,1 0-1 0 0,-1 0 1 0 0,1 1-1 0 0,1-1 0 0 0,-1 1 1 0 0,1 0-1 0 0,1 0 1 0 0,-1 0-1 0 0,10-10 1 0 0,4-1 1866 0 0,1 1-1 0 0,38-26 1 0 0,-50 37-1579 0 0,1 1-1 0 0,1 1 1 0 0,-1 0-1 0 0,0 0 1 0 0,1 0 0 0 0,0 1-1 0 0,0 1 1 0 0,0 0-1 0 0,0 0 1 0 0,0 0-1 0 0,11 0 1 0 0,-18 2-458 0 0,1 0 0 0 0,-1 0 1 0 0,1 0-1 0 0,-1 1 0 0 0,1-1 1 0 0,-1 1-1 0 0,0-1 0 0 0,1 1 1 0 0,-1 0-1 0 0,0 0 0 0 0,1 0 1 0 0,-1 0-1 0 0,0 0 0 0 0,0 0 1 0 0,0 1-1 0 0,0-1 0 0 0,0 1 1 0 0,0-1-1 0 0,0 1 0 0 0,0 0 1 0 0,-1 0-1 0 0,1 0 0 0 0,1 3 0 0 0,-1-2-3 0 0,-1 1-1 0 0,1-1 0 0 0,-1 1 0 0 0,0 0 0 0 0,-1-1 0 0 0,1 1 0 0 0,-1 0 0 0 0,1-1 0 0 0,-1 1 1 0 0,0 0-1 0 0,-1-1 0 0 0,1 1 0 0 0,0 0 0 0 0,-1-1 0 0 0,-1 5 0 0 0,-4 10-23 0 0,-1 0-1 0 0,-1-1 1 0 0,0 0-1 0 0,-2-1 1 0 0,-12 19-1 0 0,-18 33 76 0 0,38-65-53 0 0,1 0 0 0 0,-1 0 1 0 0,1 0-1 0 0,0 0 1 0 0,0 1-1 0 0,1-1 0 0 0,-1 0 1 0 0,1 0-1 0 0,-1 1 0 0 0,1-1 1 0 0,0 0-1 0 0,0 1 0 0 0,1 4 1 0 0,0-6-7 0 0,-1-1 0 0 0,1 1 1 0 0,-1-1-1 0 0,1 0 1 0 0,0 1-1 0 0,0-1 1 0 0,0 0-1 0 0,-1 1 1 0 0,1-1-1 0 0,0 0 1 0 0,0 0-1 0 0,1 0 0 0 0,-1 0 1 0 0,0 0-1 0 0,0 0 1 0 0,0 0-1 0 0,1 0 1 0 0,-1 0-1 0 0,0-1 1 0 0,1 1-1 0 0,-1-1 1 0 0,1 1-1 0 0,-1-1 0 0 0,1 1 1 0 0,-1-1-1 0 0,1 0 1 0 0,-1 1-1 0 0,1-1 1 0 0,-1 0-1 0 0,1 0 1 0 0,1-1-1 0 0,16 0 253 0 0,-1-1 0 0 0,1-1 0 0 0,-1-1 0 0 0,21-7 0 0 0,-5 2-68 0 0,-53 28-881 0 0,2-8-1391 0 0,-4 5-6681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0.2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20 8751 0 0,'-4'-3'9647'0'0,"17"0"-9129"0"0,55-9 1139 0 0,-60 11-1605 0 0,1 1 0 0 0,-1-1-1 0 0,1 1 1 0 0,-1 1 0 0 0,0 0-1 0 0,11 2 1 0 0,-18-3-99 0 0,0 0-1 0 0,0 0 1 0 0,0 1 0 0 0,-1-1-1 0 0,1 0 1 0 0,0 0 0 0 0,0 1-1 0 0,-1-1 1 0 0,1 1 0 0 0,0-1-1 0 0,0 1 1 0 0,-1-1 0 0 0,1 1-1 0 0,0-1 1 0 0,-1 1-1 0 0,1-1 1 0 0,-1 1 0 0 0,1 0-1 0 0,-1-1 1 0 0,1 1 0 0 0,-1 0-1 0 0,0 0 1 0 0,1-1 0 0 0,-1 1-1 0 0,1 1 1 0 0,-1-1-135 0 0,0 1 0 0 0,0-1 0 0 0,0 0 0 0 0,-1 1 0 0 0,1-1 0 0 0,0 0 0 0 0,0 1-1 0 0,-1-1 1 0 0,1 0 0 0 0,-1 1 0 0 0,1-1 0 0 0,-1 0 0 0 0,-1 2 0 0 0,-2 4-979 0 0,-1-1 1 0 0,0 0-1 0 0,0 0 0 0 0,-7 6 0 0 0,-46 35-4312 0 0,36-30 5226 0 0,-21 21-1 0 0,42-38 398 0 0,1 1 1 0 0,-1-1-1 0 0,1 0 0 0 0,0 0 0 0 0,-1 1 0 0 0,1-1 0 0 0,0 0 0 0 0,0 1 0 0 0,-1-1 0 0 0,1 0 0 0 0,0 1 0 0 0,0-1 0 0 0,-1 0 0 0 0,1 1 0 0 0,0-1 1 0 0,0 1-1 0 0,0-1 0 0 0,0 0 0 0 0,-1 1 0 0 0,1-1 0 0 0,0 1 0 0 0,0-1 0 0 0,0 0 0 0 0,0 2 0 0 0,9-1 2816 0 0,18-8 378 0 0,-26 6-3158 0 0,72-24 3996 0 0,-41 13-4083 0 0,0 1 1 0 0,54-10-1 0 0,-59 17-7275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0.6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1 569 14279 0 0,'1'-6'346'0'0,"-1"2"-230"0"0,0 0 0 0 0,0 0 0 0 0,1 0 0 0 0,0 0 0 0 0,0 0-1 0 0,0 0 1 0 0,0 1 0 0 0,0-1 0 0 0,1 0 0 0 0,0 1 0 0 0,0-1 0 0 0,0 1-1 0 0,4-6 1 0 0,67-74 1711 0 0,63-66 1013 0 0,-90 105-2007 0 0,45-46 217 0 0,-70 68-967 0 0,-1-1-1 0 0,19-31 0 0 0,-36 48-55 0 0,-1 3-12 0 0,0 0 1 0 0,0 0-1 0 0,0 0 0 0 0,0 0 0 0 0,0 0 1 0 0,1 0-1 0 0,-1 1 0 0 0,1-1 1 0 0,0 1-1 0 0,3-3 0 0 0,-5 5-16 0 0,-1 0 0 0 0,0 0 0 0 0,1 1 1 0 0,-1-1-1 0 0,0 0 0 0 0,0 1 0 0 0,1-1 0 0 0,-1 0 0 0 0,0 1 0 0 0,0-1 0 0 0,1 0 1 0 0,-1 1-1 0 0,0-1 0 0 0,0 0 0 0 0,0 1 0 0 0,0-1 0 0 0,0 1 0 0 0,0-1 0 0 0,1 0 0 0 0,-1 1 1 0 0,0-1-1 0 0,0 1 0 0 0,0-1 0 0 0,0 0 0 0 0,0 1 0 0 0,-1-1 0 0 0,1 1 0 0 0,0 0 0 0 0,0 13-46 0 0,-6 44 29 0 0,-2 25 74 0 0,4 4 318 0 0,-24 129-1 0 0,23-192-319 0 0,1-7-46 0 0,1 1 0 0 0,0-1 0 0 0,2 1 1 0 0,0-1-1 0 0,1 21 0 0 0,2-26-1711 0 0,1-1-6305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0.8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10135 0 0,'0'-4'407'0'0,"2"-2"-307"0"0,1-1-1 0 0,-1 0 1 0 0,1 1-1 0 0,3-7 1 0 0,-5 12 32 0 0,-1 0 0 0 0,1 0 0 0 0,0 0 0 0 0,-1 0 0 0 0,1 0 0 0 0,0 0 0 0 0,0 0 0 0 0,-1 0 0 0 0,1 0 1 0 0,0 1-1 0 0,0-1 0 0 0,0 0 0 0 0,0 1 0 0 0,0-1 0 0 0,0 0 0 0 0,0 1 0 0 0,0-1 0 0 0,0 1 0 0 0,0 0 0 0 0,0-1 0 0 0,1 1 0 0 0,-1 0 0 0 0,0 0 0 0 0,0 0 0 0 0,0 0 0 0 0,0 0 1 0 0,1 0-1 0 0,-1 0 0 0 0,0 0 0 0 0,0 0 0 0 0,0 0 0 0 0,0 1 0 0 0,2-1 0 0 0,-2 1 87 0 0,1 1 0 0 0,0-1 0 0 0,0 0-1 0 0,-1 1 1 0 0,1-1 0 0 0,-1 1 0 0 0,0 0 0 0 0,1-1 0 0 0,-1 1 0 0 0,0 0-1 0 0,0 0 1 0 0,0 0 0 0 0,0 0 0 0 0,0 0 0 0 0,0 0 0 0 0,-1 0 0 0 0,1 0-1 0 0,-1 0 1 0 0,1 3 0 0 0,1 8 591 0 0,1 23-1 0 0,-3-34-760 0 0,0 38 687 0 0,-10 66 0 0 0,5-67-544 0 0,0 74 0 0 0,5-110-602 0 0,3 24 1439 0 0,2-14-2239 0 0,3-4-4649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1.0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11519 0 0,'0'-1'82'0'0,"0"0"-1"0"0,0 0 1 0 0,0 0-1 0 0,1 0 1 0 0,-1 0-1 0 0,0 0 1 0 0,1 0 0 0 0,-1 0-1 0 0,0 0 1 0 0,1 0-1 0 0,-1 0 1 0 0,1 0-1 0 0,0 0 1 0 0,-1 0-1 0 0,1 0 1 0 0,0 0-1 0 0,-1 0 1 0 0,1 1-1 0 0,0-1 1 0 0,0 0-1 0 0,0 1 1 0 0,0-1-1 0 0,0 0 1 0 0,0 1-1 0 0,0-1 1 0 0,0 1-1 0 0,0 0 1 0 0,0-1-1 0 0,0 1 1 0 0,0 0 0 0 0,0-1-1 0 0,0 1 1 0 0,0 0-1 0 0,2 0 1 0 0,132-32 7811 0 0,69-7-5933 0 0,-191 37-2389 0 0,0 0 1 0 0,0 1 0 0 0,19 1-1 0 0,-15 3-7628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1.8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214 171 2759 0 0,'21'-25'104'0'0,"23"-31"3791"0"0,-38 48-2971 0 0,-1 0-1 0 0,-1-1 1 0 0,0 1 0 0 0,0-1 0 0 0,4-12 0 0 0,-7 20-758 0 0,-1 0 0 0 0,0 0 0 0 0,0 0 0 0 0,1 0 1 0 0,-1 0-1 0 0,0 0 0 0 0,0 0 0 0 0,0 0 0 0 0,0 0 0 0 0,0 0 1 0 0,0 0-1 0 0,0 0 0 0 0,0 0 0 0 0,-1 0 0 0 0,1 0 1 0 0,0 0-1 0 0,-1 0 0 0 0,0-2 0 0 0,1 3-42 0 0,-1-1-1 0 0,1 1 1 0 0,-1-1-1 0 0,1 1 1 0 0,-1-1-1 0 0,0 1 1 0 0,1 0-1 0 0,-1-1 1 0 0,0 1-1 0 0,1 0 1 0 0,-1-1-1 0 0,0 1 1 0 0,1 0-1 0 0,-1 0 1 0 0,0 0-1 0 0,0 0 1 0 0,1 0-1 0 0,-1 0 1 0 0,-1 0 0 0 0,-2 0 173 0 0,-1 1 1 0 0,1-1-1 0 0,0 1 1 0 0,-1 1-1 0 0,1-1 1 0 0,0 0-1 0 0,-5 4 1 0 0,-5 3-81 0 0,1 0 1 0 0,0 1-1 0 0,0 0 1 0 0,1 1-1 0 0,1 0 1 0 0,-1 1-1 0 0,2 1 1 0 0,-1 0 0 0 0,-14 22-1 0 0,5-1-38 0 0,2 0 1 0 0,-27 65-1 0 0,37-79-88 0 0,1 0 1 0 0,1 1-1 0 0,1 0 0 0 0,1 1 1 0 0,0-1-1 0 0,0 24 0 0 0,4-36-44 0 0,0-1-1 0 0,1 1 0 0 0,0-1 0 0 0,0 1 0 0 0,0-1 0 0 0,1 0 0 0 0,0 0 0 0 0,6 14 0 0 0,-5-17-33 0 0,-1 1-1 0 0,1-1 1 0 0,0 0-1 0 0,0 0 1 0 0,0 0-1 0 0,1-1 1 0 0,-1 1-1 0 0,1-1 0 0 0,0 0 1 0 0,0 0-1 0 0,0 0 1 0 0,0-1-1 0 0,1 1 1 0 0,7 3-1 0 0,-6-4-6 0 0,1 0-1 0 0,0 0 1 0 0,-1 0-1 0 0,1-1 1 0 0,0 0-1 0 0,0 0 1 0 0,0-1-1 0 0,-1 0 1 0 0,1 0-1 0 0,0-1 1 0 0,0 1-1 0 0,0-1 1 0 0,0-1-1 0 0,-1 1 1 0 0,10-5-1 0 0,-12 5-1 0 0,0-1-1 0 0,0 0 1 0 0,0 0-1 0 0,0-1 1 0 0,0 1-1 0 0,-1-1 1 0 0,1 0-1 0 0,-1 0 1 0 0,0 0-1 0 0,0 0 1 0 0,0 0-1 0 0,0-1 1 0 0,-1 1-1 0 0,1-1 1 0 0,-1 0-1 0 0,0 0 1 0 0,0 0-1 0 0,0 0 1 0 0,-1 0 0 0 0,1 0-1 0 0,-1-1 1 0 0,0 1-1 0 0,0 0 1 0 0,0-9-1 0 0,-1 7-3 0 0,0-1 0 0 0,0 1 0 0 0,-1 0 0 0 0,0-1 0 0 0,0 1 0 0 0,-1 0 0 0 0,0 0 0 0 0,-3-7 0 0 0,5 11 0 0 0,-1-1 0 0 0,0 1 0 0 0,0 0 0 0 0,0 0 0 0 0,-1 0 0 0 0,1 0 0 0 0,0 0 0 0 0,-1 0 0 0 0,1 1 0 0 0,-1-1 0 0 0,0 0 0 0 0,1 1 0 0 0,-1-1 0 0 0,0 1 0 0 0,0-1 0 0 0,0 1 0 0 0,0 0 0 0 0,0 0 0 0 0,0 0 0 0 0,-1 0 0 0 0,1 0 0 0 0,0 1 0 0 0,0-1 0 0 0,-1 1 0 0 0,-2-1 0 0 0,-2 2 8 0 0,1 1-1 0 0,0 0 1 0 0,-1 0-1 0 0,1 0 1 0 0,0 1-1 0 0,0-1 1 0 0,-5 5-1 0 0,-1-1 9 0 0,-5 3 20 0 0,0 1-1 0 0,-25 18 1 0 0,36-24-28 0 0,1 0-1 0 0,0 0 0 0 0,1 1 1 0 0,-1-1-1 0 0,1 1 1 0 0,0 0-1 0 0,0 1 0 0 0,1-1 1 0 0,-1 1-1 0 0,1-1 1 0 0,-4 12-1 0 0,5 1-1610 0 0,2-17 1276 0 0,0 0 0 0 0,1 1 0 0 0,-1-1 0 0 0,0 0 0 0 0,1 0 0 0 0,-1 0-1 0 0,1 0 1 0 0,-1 0 0 0 0,1-1 0 0 0,-1 1 0 0 0,1 0 0 0 0,0 0-1 0 0,-1 0 1 0 0,1 0 0 0 0,1 0 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2.2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173 31 11055 0 0,'4'-7'323'0'0,"-3"5"-243"0"0,1 0 0 0 0,-1 0-1 0 0,0-1 1 0 0,1 1 0 0 0,-1 1 0 0 0,1-1-1 0 0,0 0 1 0 0,-1 0 0 0 0,1 1 0 0 0,4-3-1 0 0,-4 4 164 0 0,0 1-1 0 0,0 0 1 0 0,-1-1-1 0 0,1 1 1 0 0,0 0-1 0 0,0 0 1 0 0,-1 0-1 0 0,1 1 1 0 0,-1-1-1 0 0,1 0 1 0 0,-1 0-1 0 0,1 1 0 0 0,1 3 1 0 0,-1-2 30 0 0,0 0-1 0 0,0 1 1 0 0,0 0-1 0 0,-1-1 1 0 0,0 1 0 0 0,0 0-1 0 0,0 0 1 0 0,0 0 0 0 0,0 0-1 0 0,-1 0 1 0 0,0 0 0 0 0,0 0-1 0 0,0 0 1 0 0,0 0 0 0 0,-2 7-1 0 0,1-2 63 0 0,-2 1 0 0 0,1-1 1 0 0,-1 1-1 0 0,-1-1 0 0 0,-5 12 0 0 0,2-8-223 0 0,-1 0 0 0 0,0-1-1 0 0,-1 1 1 0 0,0-2 0 0 0,-1 1-1 0 0,0-1 1 0 0,0-1 0 0 0,-2 0-1 0 0,1 0 1 0 0,-1-1 0 0 0,-1-1-1 0 0,-22 12 1 0 0,33-19-99 0 0,1 0 0 0 0,0 0 1 0 0,-1-1-1 0 0,1 1 0 0 0,-1-1 0 0 0,1 1 0 0 0,-1-1 1 0 0,1 0-1 0 0,-1 0 0 0 0,1 1 0 0 0,-1-1 0 0 0,1 0 0 0 0,-1 0 1 0 0,1 0-1 0 0,-1-1 0 0 0,1 1 0 0 0,-1 0 0 0 0,1-1 0 0 0,-1 1 1 0 0,1-1-1 0 0,-1 1 0 0 0,1-1 0 0 0,0 1 0 0 0,-1-1 1 0 0,1 0-1 0 0,0 0 0 0 0,0 0 0 0 0,-1 0 0 0 0,1 0 0 0 0,-2-2 1 0 0,2 0-7 0 0,-1 1 1 0 0,0-1 0 0 0,1 0 0 0 0,0 0-1 0 0,0 0 1 0 0,0 0 0 0 0,0 0 0 0 0,0 0 0 0 0,1 0-1 0 0,-1 0 1 0 0,1-1 0 0 0,0 1 0 0 0,0-6-1 0 0,1 0-11 0 0,0 0-1 0 0,0 0 0 0 0,1 0 0 0 0,0 1 1 0 0,1-1-1 0 0,0 1 0 0 0,0-1 0 0 0,1 1 1 0 0,5-8-1 0 0,-7 12 4 0 0,0 1 0 0 0,0 0 0 0 0,0 0 0 0 0,0 0 0 0 0,1 0 0 0 0,0 1 0 0 0,-1-1 0 0 0,1 1 0 0 0,0 0 0 0 0,0-1 0 0 0,0 1-1 0 0,0 1 1 0 0,1-1 0 0 0,-1 0 0 0 0,1 1 0 0 0,-1-1 0 0 0,1 1 0 0 0,-1 0 0 0 0,1 0 0 0 0,-1 1 0 0 0,1-1 0 0 0,0 1 0 0 0,0 0 0 0 0,4 0 0 0 0,-6 0-1 0 0,1 1 0 0 0,-1-1-1 0 0,0 1 1 0 0,0 0 0 0 0,1 0-1 0 0,-1 0 1 0 0,0 0 0 0 0,0 0 0 0 0,0 1-1 0 0,0-1 1 0 0,0 0 0 0 0,0 1 0 0 0,0-1-1 0 0,2 4 1 0 0,22 30-59 0 0,-14-18 39 0 0,23 35 91 0 0,-21-30 53 0 0,25 31 0 0 0,-34-47-108 0 0,0-1-1 0 0,0 0 1 0 0,1 0-1 0 0,-1 0 0 0 0,1-1 1 0 0,0 0-1 0 0,0 0 1 0 0,1 0-1 0 0,-1-1 1 0 0,9 3-1 0 0,-10-4-236 0 0,0-1 0 0 0,0 0 0 0 0,0 0 0 0 0,0-1 0 0 0,0 1 0 0 0,8-1 0 0 0,31-7-4897 0 0,-29 4-2431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2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6911 0 0,'8'-10'400'0'0,"-8"10"-328"0"0,1 0 1 0 0,-1-1 0 0 0,0 1-1 0 0,0 0 1 0 0,1 0-1 0 0,-1 0 1 0 0,0 0-1 0 0,1 0 1 0 0,-1 0-1 0 0,0 0 1 0 0,0-1 0 0 0,1 1-1 0 0,-1 0 1 0 0,0 0-1 0 0,1 0 1 0 0,-1 0-1 0 0,0 0 1 0 0,1 0 0 0 0,-1 0-1 0 0,0 1 1 0 0,0-1-1 0 0,1 0 1 0 0,-1 0-1 0 0,2 1 256 0 0,-1 0-1 0 0,0 0 0 0 0,1 1 0 0 0,-1-1 1 0 0,0 0-1 0 0,0 1 0 0 0,0-1 0 0 0,0 1 1 0 0,0-1-1 0 0,-1 1 0 0 0,2 2 0 0 0,6 13 553 0 0,-1 2-1 0 0,0-1 0 0 0,-1 1 0 0 0,5 36 0 0 0,3 79 4787 0 0,-9-71-4700 0 0,-2-35-3150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2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30 9671 0 0,'0'-1'41'0'0,"0"1"0"0"0,-1 0 0 0 0,1 0 0 0 0,0 0 0 0 0,0-1-1 0 0,0 1 1 0 0,-1 0 0 0 0,1-1 0 0 0,0 1 0 0 0,0 0 0 0 0,0 0 0 0 0,-1-1-1 0 0,1 1 1 0 0,0 0 0 0 0,0-1 0 0 0,0 1 0 0 0,0 0 0 0 0,0-1-1 0 0,0 1 1 0 0,0 0 0 0 0,0-1 0 0 0,0 1 0 0 0,0 0 0 0 0,0-1 0 0 0,0 1-1 0 0,0 0 1 0 0,0-1 0 0 0,0 1 0 0 0,0 0 0 0 0,0-1 0 0 0,1 1-1 0 0,-1 0 1 0 0,0-1 0 0 0,0 1 0 0 0,0 0 0 0 0,0-1 0 0 0,1 1 0 0 0,-1 0-1 0 0,0 0 1 0 0,0-1 0 0 0,1 1 0 0 0,-1 0 0 0 0,0 0 0 0 0,1 0-1 0 0,-1-1 1 0 0,0 1 0 0 0,0 0 0 0 0,1 0 0 0 0,-1 0 0 0 0,0 0 0 0 0,1 0-1 0 0,-1 0 1 0 0,1-1 0 0 0,24 0 2679 0 0,-15 2-2131 0 0,136-5 5275 0 0,63-3-6603 0 0,-174 4 227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3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123 153 3679 0 0,'15'-15'553'0'0,"2"-1"823"0"0,16-21 1 0 0,-29 32-757 0 0,-1 0 1 0 0,1 0 0 0 0,-1 0-1 0 0,0-1 1 0 0,0 1 0 0 0,0-1-1 0 0,-1 0 1 0 0,0 0 0 0 0,1-6-1 0 0,-2 11-509 0 0,-1 0 0 0 0,0 1 0 0 0,0-1 0 0 0,0 0 0 0 0,0 1 0 0 0,0-1 0 0 0,0 0 0 0 0,0 0 0 0 0,0 1 0 0 0,0-1 0 0 0,0 0 0 0 0,0 0 0 0 0,0 1 1 0 0,0-1-1 0 0,0 0 0 0 0,-1 1 0 0 0,1-1 0 0 0,0 0 0 0 0,-1 1 0 0 0,1-1 0 0 0,0 0 0 0 0,-1 1 0 0 0,1-1 0 0 0,-1 1 0 0 0,1-1 0 0 0,-1 1 0 0 0,1-1 0 0 0,-1 1 0 0 0,1-1 0 0 0,-1 1 0 0 0,0-1 0 0 0,1 1 0 0 0,-1 0 0 0 0,0-1 0 0 0,1 1 0 0 0,-1 0 0 0 0,0 0 0 0 0,1-1 0 0 0,-1 1 0 0 0,0 0 0 0 0,0 0 0 0 0,1 0 0 0 0,-1 0 0 0 0,0 0 0 0 0,1 0 0 0 0,-1 0 0 0 0,0 0 0 0 0,0 0 0 0 0,1 0 0 0 0,-1 1 0 0 0,-1-1 0 0 0,-3 1 161 0 0,-1 1 0 0 0,1-1 0 0 0,-1 1 0 0 0,1 0 0 0 0,-7 4 1 0 0,1 0-93 0 0,0 1 0 0 0,1 0 1 0 0,0 1-1 0 0,1 0 1 0 0,-1 1-1 0 0,2 0 1 0 0,-10 12-1 0 0,7-8 7 0 0,1 2 0 0 0,1-1 0 0 0,0 1 0 0 0,-11 27 0 0 0,18-37-130 0 0,0 0 0 0 0,1 1 0 0 0,-1-1 0 0 0,1 1 1 0 0,0-1-1 0 0,0 1 0 0 0,1-1 0 0 0,0 1 0 0 0,0 5 0 0 0,0-9-42 0 0,0 0 1 0 0,1 0-1 0 0,-1 0 0 0 0,1 0 1 0 0,-1 0-1 0 0,1 0 0 0 0,0 0 1 0 0,0 0-1 0 0,0 0 0 0 0,0-1 1 0 0,0 1-1 0 0,0 0 0 0 0,0-1 1 0 0,1 1-1 0 0,-1-1 0 0 0,0 1 1 0 0,1-1-1 0 0,-1 0 0 0 0,1 0 1 0 0,0 1-1 0 0,0-1 0 0 0,-1 0 1 0 0,1 0-1 0 0,0-1 0 0 0,0 1 0 0 0,0 0 1 0 0,4 0-1 0 0,0 1-4 0 0,1-1-1 0 0,1-1 1 0 0,-1 1 0 0 0,0-1-1 0 0,0-1 1 0 0,0 1 0 0 0,0-1-1 0 0,0 0 1 0 0,0-1 0 0 0,-1 0-1 0 0,1 0 1 0 0,0 0 0 0 0,-1-1-1 0 0,13-6 1 0 0,-8 3 5 0 0,-1-1 0 0 0,0 0 0 0 0,-1 0 0 0 0,1-1 0 0 0,-1-1 0 0 0,-1 1 0 0 0,15-19 0 0 0,2-7-16 0 0,-25 34 0 0 0,0 0 0 0 0,0 0 0 0 0,0 0 0 0 0,0-1 0 0 0,1 1 0 0 0,-1 0 0 0 0,0 0 0 0 0,0 0 0 0 0,0 0 0 0 0,0 0 0 0 0,0 0 0 0 0,0 0 0 0 0,1-1 0 0 0,-1 1 0 0 0,0 0 0 0 0,0 0 0 0 0,0 0 0 0 0,0 0 0 0 0,0 0 0 0 0,1 0 0 0 0,-1 0 0 0 0,0 0 0 0 0,0 0 0 0 0,0 0 0 0 0,0 0 0 0 0,1 0 0 0 0,-1 0 0 0 0,0 0 0 0 0,0 0 0 0 0,0 0 0 0 0,0 0 0 0 0,1 0 0 0 0,-1 0 0 0 0,0 0 0 0 0,0 0 0 0 0,0 0 0 0 0,0 0 0 0 0,0 0 0 0 0,1 0 0 0 0,-1 1 0 0 0,5 6 0 0 0,0 11 0 0 0,1 12 16 0 0,-2 0 0 0 0,0 1 0 0 0,-3 0 0 0 0,0 0 0 0 0,-2-1 0 0 0,-1 1 0 0 0,-2 0 0 0 0,0-1 0 0 0,-19 60 0 0 0,22-85 42 0 0,-1 1-1 0 0,-1-1 0 0 0,1 0 1 0 0,-1 1-1 0 0,0-1 1 0 0,0 0-1 0 0,-1-1 1 0 0,-5 8-1 0 0,7-10-29 0 0,1-1 0 0 0,-1 0 0 0 0,1 0 0 0 0,-1 0 1 0 0,0 0-1 0 0,1 0 0 0 0,-1 0 0 0 0,0 0 0 0 0,0-1 0 0 0,0 1 0 0 0,0-1 0 0 0,1 1 0 0 0,-1-1 0 0 0,0 0 1 0 0,0 1-1 0 0,0-1 0 0 0,0 0 0 0 0,0 0 0 0 0,0 0 0 0 0,0-1 0 0 0,0 1 0 0 0,0 0 0 0 0,1-1 1 0 0,-1 1-1 0 0,0-1 0 0 0,0 0 0 0 0,0 0 0 0 0,1 0 0 0 0,-3-1 0 0 0,-5-3 58 0 0,1 0-1 0 0,0 0 1 0 0,-10-10-1 0 0,15 12-82 0 0,0 1 0 0 0,1-1 0 0 0,-1 0 0 0 0,1 0-1 0 0,0 0 1 0 0,-1 0 0 0 0,1 0 0 0 0,1 0 0 0 0,-1-1-1 0 0,0 1 1 0 0,-1-7 0 0 0,3 9-100 0 0,0 0-1 0 0,0 1 1 0 0,0-1-1 0 0,0 1 1 0 0,1-1 0 0 0,-1 1-1 0 0,0-1 1 0 0,0 1-1 0 0,1-1 1 0 0,-1 1 0 0 0,0-1-1 0 0,1 1 1 0 0,-1-1-1 0 0,1 1 1 0 0,-1-1 0 0 0,0 1-1 0 0,1 0 1 0 0,-1-1-1 0 0,1 1 1 0 0,-1 0 0 0 0,1-1-1 0 0,-1 1 1 0 0,1 0-1 0 0,-1 0 1 0 0,1-1 0 0 0,0 1-1 0 0,-1 0 1 0 0,1 0-1 0 0,-1 0 1 0 0,1 0-1 0 0,-1 0 1 0 0,1 0 0 0 0,0 0-1 0 0,0 0 1 0 0,9-2-8158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3.5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44 8287 0 0,'3'-4'492'0'0,"0"1"-1"0"0,1-1 0 0 0,-1 0 0 0 0,1 1 1 0 0,-1 0-1 0 0,1-1 0 0 0,0 1 0 0 0,1 1 0 0 0,-1-1 1 0 0,0 1-1 0 0,1 0 0 0 0,-1 0 0 0 0,7-2 1 0 0,-10 4-355 0 0,-1 0 0 0 0,1-1 0 0 0,0 1 0 0 0,-1 0 0 0 0,1 0 0 0 0,-1 0 1 0 0,1 0-1 0 0,0 1 0 0 0,-1-1 0 0 0,1 0 0 0 0,0 0 0 0 0,-1 0 0 0 0,1 0 1 0 0,-1 1-1 0 0,1-1 0 0 0,0 0 0 0 0,-1 1 0 0 0,1-1 0 0 0,-1 0 0 0 0,1 1 1 0 0,-1-1-1 0 0,1 0 0 0 0,-1 1 0 0 0,1 0 0 0 0,0 0 3 0 0,0 0 0 0 0,-1 1-1 0 0,1-1 1 0 0,-1 0 0 0 0,1 1-1 0 0,-1-1 1 0 0,0 0 0 0 0,1 1 0 0 0,-1-1-1 0 0,0 3 1 0 0,0 2 183 0 0,0 1 0 0 0,0-1 0 0 0,-3 13 0 0 0,-2 2 19 0 0,-2 0 0 0 0,0 0 1 0 0,-15 31-1 0 0,-39 54 122 0 0,49-87-310 0 0,-25 27-1 0 0,32-39-134 0 0,-1-1 1 0 0,0 0-1 0 0,-1-1 0 0 0,0 0 1 0 0,0 0-1 0 0,0 0 0 0 0,-11 5 0 0 0,15-8-4 0 0,-1-1 0 0 0,1 0-1 0 0,0 0 1 0 0,-1 0 0 0 0,1 0-1 0 0,-1 0 1 0 0,1-1 0 0 0,-1 0-1 0 0,1 0 1 0 0,-1 0-1 0 0,1 0 1 0 0,-1 0 0 0 0,1-1-1 0 0,-1 1 1 0 0,1-1 0 0 0,-1 0-1 0 0,1 0 1 0 0,0 0 0 0 0,-1-1-1 0 0,1 1 1 0 0,-6-4-1 0 0,6 2-9 0 0,0 1 0 0 0,0-1 0 0 0,0 0 0 0 0,0 0 0 0 0,1 0-1 0 0,-1 0 1 0 0,1-1 0 0 0,0 1 0 0 0,0 0 0 0 0,0-1 0 0 0,0 0-1 0 0,1 1 1 0 0,-1-1 0 0 0,1 0 0 0 0,0 0 0 0 0,0 0 0 0 0,0 0-1 0 0,1 0 1 0 0,-1-4 0 0 0,1 2-5 0 0,1-1 0 0 0,-1 1 0 0 0,1 0 0 0 0,0 0 0 0 0,1-1 0 0 0,-1 1 0 0 0,1 0 0 0 0,0 0 0 0 0,1 0 0 0 0,0 1 0 0 0,0-1 0 0 0,0 1 0 0 0,0-1 0 0 0,7-6 0 0 0,-9 9 0 0 0,1 1 0 0 0,0 0 0 0 0,0 0 0 0 0,1 0 0 0 0,-1 0 0 0 0,0 0 0 0 0,0 1 0 0 0,1-1 0 0 0,-1 0 0 0 0,1 1 0 0 0,0 0 0 0 0,-1 0 0 0 0,1 0 0 0 0,0 0 0 0 0,0 0 0 0 0,0 0 0 0 0,-1 1 0 0 0,1-1 0 0 0,0 1 0 0 0,0 0 0 0 0,0 0 0 0 0,0 0 0 0 0,0 0 0 0 0,0 1 0 0 0,0-1 0 0 0,0 1 0 0 0,-1 0 0 0 0,1-1 0 0 0,0 1 0 0 0,0 1 0 0 0,-1-1 0 0 0,5 3 0 0 0,1 1-1 0 0,0 0 1 0 0,-1 1-1 0 0,0 0 0 0 0,0 0 0 0 0,-1 1 0 0 0,8 9 1 0 0,29 49 47 0 0,-16-23 207 0 0,-23-35-176 0 0,1-1-1 0 0,0 1 1 0 0,0-1 0 0 0,1 0 0 0 0,0 0-1 0 0,7 5 1 0 0,-11-9-125 0 0,0-1 0 0 0,1 0 0 0 0,-1 0 0 0 0,0 1 0 0 0,1-1 1 0 0,-1-1-1 0 0,1 1 0 0 0,-1 0 0 0 0,1-1 0 0 0,-1 1 0 0 0,1-1 0 0 0,-1 0 0 0 0,1 0 1 0 0,0 0-1 0 0,-1 0 0 0 0,1 0 0 0 0,-1 0 0 0 0,1-1 0 0 0,-1 1 0 0 0,1-1 0 0 0,-1 0 1 0 0,1 0-1 0 0,3-1 0 0 0,2-3-5721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4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0 192 1375 0 0,'6'-17'946'0'0,"1"1"0"0"0,1 1 0 0 0,0-1 0 0 0,1 1 0 0 0,0 1 0 0 0,2-1 0 0 0,-1 2 0 0 0,22-22 0 0 0,-28 31-368 0 0,0 1 0 0 0,0-1 0 0 0,1 1 0 0 0,-1-1 0 0 0,1 1 1 0 0,0 1-1 0 0,0-1 0 0 0,0 1 0 0 0,5-3 0 0 0,-8 5-409 0 0,0-1-1 0 0,0 1 1 0 0,-1-1 0 0 0,1 1-1 0 0,0 0 1 0 0,0 0-1 0 0,0 0 1 0 0,0 0-1 0 0,0 0 1 0 0,0 0 0 0 0,0 1-1 0 0,-1-1 1 0 0,1 1-1 0 0,0-1 1 0 0,0 1-1 0 0,0 0 1 0 0,-1-1-1 0 0,1 1 1 0 0,0 0 0 0 0,-1 0-1 0 0,1 0 1 0 0,-1 0-1 0 0,1 1 1 0 0,-1-1-1 0 0,0 0 1 0 0,1 1 0 0 0,-1-1-1 0 0,0 1 1 0 0,1 1-1 0 0,1 1-81 0 0,-1 0 0 0 0,0 1-1 0 0,0-1 1 0 0,0 0 0 0 0,-1 1 0 0 0,1 0-1 0 0,-1-1 1 0 0,0 1 0 0 0,-1 0 0 0 0,1-1-1 0 0,-1 1 1 0 0,0 0 0 0 0,0 0 0 0 0,0 0-1 0 0,-1-1 1 0 0,0 1 0 0 0,0 0 0 0 0,0-1-1 0 0,0 1 1 0 0,-1-1 0 0 0,0 1 0 0 0,0-1-1 0 0,-2 5 1 0 0,0-1-73 0 0,-1-1 1 0 0,0 1-1 0 0,0-1 0 0 0,0 0 1 0 0,-1-1-1 0 0,0 1 0 0 0,0-1 1 0 0,-1 0-1 0 0,1-1 0 0 0,-1 1 1 0 0,0-1-1 0 0,-9 4 0 0 0,21-11 29 0 0,0 1 1 0 0,0 0-1 0 0,0 0 0 0 0,0 0 1 0 0,0 1-1 0 0,0 0 0 0 0,5 0 1 0 0,41 4 141 0 0,-37-3-110 0 0,0 1-1 0 0,0 1 1 0 0,23 8 0 0 0,-37-11-73 0 0,0 0 0 0 0,0 0 0 0 0,0 0 0 0 0,0 0 0 0 0,0 0 0 0 0,0 0 0 0 0,0 0 0 0 0,0 0 0 0 0,0 0 0 0 0,0 0 0 0 0,0 0 0 0 0,0 0 0 0 0,0 0 0 0 0,0 1 0 0 0,0-1 0 0 0,0 0 1 0 0,0 0-1 0 0,0 0 0 0 0,0 0 0 0 0,0 0 0 0 0,0 0 0 0 0,0 0 0 0 0,0 0 0 0 0,0 0 0 0 0,0 0 0 0 0,0 0 0 0 0,0 0 0 0 0,0 0 0 0 0,0 1 0 0 0,0-1 0 0 0,0 0 0 0 0,0 0 0 0 0,0 0 0 0 0,0 0 0 0 0,0 0 0 0 0,0 0 0 0 0,0 0 0 0 0,0 0 0 0 0,0 0 0 0 0,0 0 0 0 0,0 0 1 0 0,0 0-1 0 0,0 0 0 0 0,0 0 0 0 0,0 0 0 0 0,0 0 0 0 0,0 0 0 0 0,0 1 0 0 0,1-1 0 0 0,-1 0 0 0 0,0 0 0 0 0,0 0 0 0 0,0 0 0 0 0,0 0 0 0 0,0 0 0 0 0,-11 1 80 0 0,-16 0 34 0 0,22-1-65 0 0,-26 1 154 0 0,29 0-195 0 0,0-1 1 0 0,1 0-1 0 0,-1 1 0 0 0,0-1 1 0 0,1 1-1 0 0,-1-1 0 0 0,0 1 0 0 0,1 0 1 0 0,-1 0-1 0 0,0-1 0 0 0,1 1 1 0 0,0 1-1 0 0,-1-1 0 0 0,-1 2 0 0 0,3-3-9 0 0,-1 0 0 0 0,1 1 0 0 0,0-1-1 0 0,0 0 1 0 0,-1 1 0 0 0,1-1-1 0 0,0 0 1 0 0,0 1 0 0 0,0-1-1 0 0,0 0 1 0 0,0 1 0 0 0,0-1 0 0 0,-1 1-1 0 0,1-1 1 0 0,0 0 0 0 0,0 1-1 0 0,0-1 1 0 0,0 1 0 0 0,0-1-1 0 0,0 0 1 0 0,1 1 0 0 0,-1-1 0 0 0,0 1-1 0 0,0-1 1 0 0,0 0 0 0 0,0 1-1 0 0,0-1 1 0 0,1 0 0 0 0,-1 1-1 0 0,0 0 1 0 0,13 9 21 0 0,17 1 1 0 0,10-2 367 0 0,-24-7-1406 0 0,21 8 1 0 0,-21-3-7192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4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37 5527 0 0,'19'-37'6428'0'0,"-25"39"-2035"0"0,-1 7-3266 0 0,0 4-402 0 0,2 0 0 0 0,0 0-1 0 0,0 1 1 0 0,2 0-1 0 0,-1 0 1 0 0,-1 19 0 0 0,-1 88 181 0 0,8-79-636 0 0,1 0-1 0 0,15 74 1 0 0,-14-104-293 0 0,-3-11 7 0 0,0 1 0 0 0,-1 0-1 0 0,1-1 1 0 0,0 1 0 0 0,-1-1 0 0 0,1 1-1 0 0,-1 0 1 0 0,0 0 0 0 0,1-1 0 0 0,-1 1-1 0 0,0 0 1 0 0,0 0 0 0 0,-1 2-1 0 0,-6-2-2108 0 0,-2 0-5755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4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5983 0 0,'0'0'71'0'0,"0"-1"-1"0"0,0 0 1 0 0,0 1-1 0 0,0-1 1 0 0,0 0-1 0 0,0 1 1 0 0,0-1-1 0 0,1 0 1 0 0,-1 1-1 0 0,0-1 1 0 0,0 0-1 0 0,1 1 1 0 0,-1-1-1 0 0,0 0 1 0 0,1 1-1 0 0,-1-1 1 0 0,0 1-1 0 0,1-1 1 0 0,-1 1-1 0 0,1-1 1 0 0,-1 1-1 0 0,1-1 1 0 0,-1 1-1 0 0,1-1 1 0 0,0 0-1 0 0,18-2 3373 0 0,-7 2-2489 0 0,18-4 1180 0 0,111-15 4106 0 0,72-2-3980 0 0,-183 21-2260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5.6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27 192 4143 0 0,'0'0'319'0'0,"-1"-1"-141"0"0,0 1-1 0 0,0 0 1 0 0,0-1-1 0 0,0 1 1 0 0,0-1-1 0 0,1 1 1 0 0,-1-1-1 0 0,0 0 1 0 0,0 1-1 0 0,1-1 1 0 0,-1 0-1 0 0,1 1 0 0 0,-1-1 1 0 0,0 0-1 0 0,1 0 1 0 0,-1 0-1 0 0,0-1 1 0 0,-7-15 2902 0 0,7 14-2600 0 0,0 0 0 0 0,0 0 0 0 0,1 0 0 0 0,-1-1 0 0 0,1 1 0 0 0,0 0 0 0 0,0-1 0 0 0,0 1 0 0 0,0 0 0 0 0,0-1 0 0 0,1 1 0 0 0,0 0 1 0 0,-1 0-1 0 0,1 0 0 0 0,2-4 0 0 0,-1 2-116 0 0,1 1 1 0 0,-1-1-1 0 0,1 1 0 0 0,0 0 1 0 0,1 0-1 0 0,-1 0 1 0 0,1 0-1 0 0,7-6 1 0 0,0 2-156 0 0,1 0 1 0 0,0 1-1 0 0,0 1 1 0 0,0 0-1 0 0,1 0 1 0 0,19-5-1 0 0,-23 9-161 0 0,1-1 0 0 0,-1 1 0 0 0,1 1-1 0 0,-1 0 1 0 0,1 0 0 0 0,-1 0-1 0 0,1 2 1 0 0,10 0 0 0 0,-17 0-36 0 0,1-1 0 0 0,-1 1 0 0 0,0 0 0 0 0,0 0 0 0 0,0 0 0 0 0,0 0 0 0 0,-1 0 0 0 0,1 1 0 0 0,0-1 0 0 0,0 1 0 0 0,-1 0 0 0 0,1 0 0 0 0,-1 0 0 0 0,0 0 1 0 0,1 0-1 0 0,-1 1 0 0 0,0-1 0 0 0,0 1 0 0 0,0-1 0 0 0,-1 1 0 0 0,1 0 0 0 0,-1 0 0 0 0,1 0 0 0 0,-1-1 0 0 0,0 1 0 0 0,0 0 0 0 0,0 1 0 0 0,0 3 0 0 0,0 1-10 0 0,-1-1 0 0 0,0 1 0 0 0,0 0 0 0 0,0 0 0 0 0,-1 0-1 0 0,-1 0 1 0 0,1 0 0 0 0,-1-1 0 0 0,0 1 0 0 0,-1-1 0 0 0,0 1 0 0 0,0-1 0 0 0,-1 0-1 0 0,1 0 1 0 0,-2 0 0 0 0,-6 9 0 0 0,-6 5 6 0 0,0-1 0 0 0,-2 0 0 0 0,-32 26 0 0 0,-14 5-8 0 0,57-46 0 0 0,-1 0 0 0 0,1 0 0 0 0,-1-1 0 0 0,0 0 0 0 0,0 0 0 0 0,-13 3 0 0 0,21-7 0 0 0,1 0 0 0 0,-1 0 0 0 0,0 0 0 0 0,1 0 0 0 0,-1 1 0 0 0,0-1 0 0 0,1 0 0 0 0,-1 0 0 0 0,0 0 0 0 0,1 0 0 0 0,-1 0 0 0 0,0 0 0 0 0,1-1 0 0 0,-1 1 0 0 0,1 0 0 0 0,-1 0 0 0 0,0 0 0 0 0,1-1 0 0 0,-1 1 0 0 0,1 0 0 0 0,-1-1 0 0 0,0 1 0 0 0,1 0 0 0 0,-1-1 0 0 0,1 1 0 0 0,-1-1 0 0 0,0 0 0 0 0,1 0 0 0 0,-1 0 0 0 0,1 0 0 0 0,-1-1 0 0 0,1 1 0 0 0,0 0 0 0 0,0 0 0 0 0,0 0 0 0 0,-1-1 0 0 0,1 1 0 0 0,0 0 0 0 0,0 0 0 0 0,1-1 0 0 0,-1-1 0 0 0,1-2 0 0 0,0 0 0 0 0,1 0 0 0 0,0 0 0 0 0,-1 1 0 0 0,1-1 0 0 0,3-5 0 0 0,-1 5 0 0 0,0 0 0 0 0,0 0 0 0 0,0 1 0 0 0,0-1 0 0 0,9-6 0 0 0,-11 9 0 0 0,1 0 0 0 0,0 0 0 0 0,-1 1 0 0 0,1-1 0 0 0,0 1 0 0 0,0 0 0 0 0,0 0 0 0 0,0 0 0 0 0,0 0 0 0 0,0 0 0 0 0,0 1 0 0 0,7-1 0 0 0,7 5 0 0 0,-7-5-169 0 0,-16 4-30 0 0,3-2-83 0 0,0 0-1 0 0,0 1 0 0 0,0 0 1 0 0,0 0-1 0 0,1 0 0 0 0,-4 3 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6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226 91 3223 0 0,'7'-21'218'0'0,"9"-20"663"0"0,-1 18 3920 0 0,-15 23-4687 0 0,0-1 0 0 0,0 1 0 0 0,0 0-1 0 0,0-1 1 0 0,0 1 0 0 0,0 0 0 0 0,1 0-1 0 0,-1-1 1 0 0,0 1 0 0 0,0 0 0 0 0,0 0 0 0 0,1 0-1 0 0,-1-1 1 0 0,0 1 0 0 0,0 0 0 0 0,1 0-1 0 0,-1 0 1 0 0,0 0 0 0 0,1-1 0 0 0,-1 1-1 0 0,0 0 1 0 0,0 0 0 0 0,1 0 0 0 0,-1 0-1 0 0,0 0 1 0 0,1 0 0 0 0,-1 0 0 0 0,0 0-1 0 0,1 0 1 0 0,-1 0 0 0 0,0 0 0 0 0,0 0 0 0 0,1 0-1 0 0,-1 0 1 0 0,0 0 0 0 0,1 1 0 0 0,3 11 2758 0 0,-6 18-410 0 0,-4 1-1783 0 0,-1 1-1 0 0,-1-1 1 0 0,-2-1-1 0 0,-1 1 1 0 0,-1-2-1 0 0,-25 43 1 0 0,5-18-504 0 0,-3-2 1 0 0,-56 66-1 0 0,65-91 61 0 0,29-29-232 0 0,0-1 0 0 0,1 1 0 0 0,-1-1-1 0 0,1 1 1 0 0,-1 0 0 0 0,1 1 0 0 0,0-1 0 0 0,0 1 0 0 0,-1-1-1 0 0,1 1 1 0 0,0 0 0 0 0,8-1 0 0 0,6 1 25 0 0,32 1 0 0 0,-8 0-13 0 0,78-10-16 0 0,-111 9 0 0 0,-1 0 0 0 0,0-1 0 0 0,0 0 0 0 0,0 0 0 0 0,0 0 0 0 0,-1-1 0 0 0,1 0 0 0 0,-1-1 0 0 0,0 0 0 0 0,1 0 0 0 0,-2-1 0 0 0,1 1 0 0 0,0-2 0 0 0,-1 1 0 0 0,0-1 0 0 0,0 1 0 0 0,-1-2 0 0 0,0 1 0 0 0,0-1 0 0 0,0 1 0 0 0,6-15 0 0 0,-4 9 24 0 0,-2 0 0 0 0,1 0 0 0 0,-2 0 0 0 0,1-1 0 0 0,-2 0 0 0 0,0 0 0 0 0,0 0 0 0 0,0-14 0 0 0,-3 27-24 0 0,0 0 0 0 0,0-1 0 0 0,0 1 0 0 0,0 0 0 0 0,0 0 0 0 0,1-1 0 0 0,-1 1 1 0 0,0 0-1 0 0,0 0 0 0 0,0-1 0 0 0,0 1 0 0 0,0 0 0 0 0,0 0 0 0 0,-1-1 0 0 0,1 1 0 0 0,0 0 0 0 0,0 0 0 0 0,0-1 0 0 0,0 1 0 0 0,0 0 0 0 0,0 0 0 0 0,0 0 0 0 0,0-1 0 0 0,-1 1 0 0 0,1 0 0 0 0,0 0 1 0 0,0 0-1 0 0,0-1 0 0 0,0 1 0 0 0,-1 0 0 0 0,1 0 0 0 0,0 0 0 0 0,0 0 0 0 0,-1-1 0 0 0,-5 8 2 0 0,-3 13-21 0 0,4-7-1 0 0,0 0 0 0 0,2 0 0 0 0,0 1-1 0 0,-2 16 1 0 0,-1 58 318 0 0,1-5 76 0 0,-28 138 606 0 0,32-211-885 0 0,0-1-1 0 0,1 17 1 0 0,0-23-337 0 0,0 0 0 0 0,0-1 0 0 0,0 1 0 0 0,1 0 0 0 0,0-1 0 0 0,-1 1 0 0 0,1-1 0 0 0,0 1 0 0 0,0-1 0 0 0,0 1 0 0 0,1-1 0 0 0,-1 0 0 0 0,0 0 0 0 0,3 3-1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6.5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 7831 0 0,'1'-3'88'0'0,"3"-5"217"0"0,1 0 0 0 0,7-12-1 0 0,-10 17 38 0 0,1 1-1 0 0,-1-1 0 0 0,1 1 1 0 0,-1-1-1 0 0,1 1 1 0 0,0 0-1 0 0,-1 0 0 0 0,1 0 1 0 0,0 1-1 0 0,5-3 1 0 0,-4 3 191 0 0,-1-1 0 0 0,0 1 0 0 0,1 0 1 0 0,-1 0-1 0 0,1 0 0 0 0,-1 1 0 0 0,1-1 1 0 0,0 1-1 0 0,3 0 0 0 0,-5 0-386 0 0,0 1-1 0 0,-1-1 1 0 0,0 0-1 0 0,1 1 1 0 0,-1 0-1 0 0,1-1 1 0 0,-1 1-1 0 0,0 0 1 0 0,1 0-1 0 0,-1 0 1 0 0,0 0-1 0 0,0 0 1 0 0,1 0 0 0 0,-1 0-1 0 0,0 0 1 0 0,0 0-1 0 0,0 0 1 0 0,-1 1-1 0 0,1-1 1 0 0,0 0-1 0 0,0 1 1 0 0,-1-1-1 0 0,2 3 1 0 0,1 4 68 0 0,-1 0 0 0 0,0 0 0 0 0,-1 0 1 0 0,0 0-1 0 0,0 0 0 0 0,0 0 0 0 0,-1 0 0 0 0,-2 16 0 0 0,-2 5-46 0 0,-8 31 0 0 0,11-54-114 0 0,-18 70 113 0 0,-13 69 168 0 0,30-134-958 0 0,0 9-5613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6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10591 0 0,'2'-1'396'0'0,"1"1"0"0"0,-1 0 0 0 0,0 0 0 0 0,0-1 0 0 0,0 1 0 0 0,0 1 0 0 0,0-1-1 0 0,0 0 1 0 0,0 0 0 0 0,3 1 0 0 0,4 0 616 0 0,18 0 58 0 0,0-1 0 0 0,1-2 0 0 0,27-5 0 0 0,81-21 2616 0 0,-133 27-3683 0 0,18-4-8 0 0,65-12-173 0 0,-66 15-63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9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1 243 2303 0 0,'6'-8'186'0'0,"-5"7"-71"0"0,0 0 1 0 0,0 0-1 0 0,0 0 1 0 0,0-1-1 0 0,0 1 0 0 0,0-1 1 0 0,-1 1-1 0 0,2-3 0 0 0,8-24 1184 0 0,-4 11-19 0 0,0-1-1 0 0,-1 0 0 0 0,-1 0 1 0 0,4-29-1 0 0,-4 14 4747 0 0,15 74-4175 0 0,-6-14-1382 0 0,28 46 1 0 0,19 10 24 0 0,-29-42 18 0 0,-2 2 1 0 0,39 75-1 0 0,-64-111-449 0 0,-1 1 1 0 0,-1-1 0 0 0,1 1-1 0 0,-1 0 1 0 0,0 0-1 0 0,1 15 1 0 0,-3-20-51 0 0,0-1 1 0 0,0 0-1 0 0,0 0 1 0 0,0 1-1 0 0,-1-1 1 0 0,1 0-1 0 0,-1 0 1 0 0,1 0-1 0 0,-1 1 1 0 0,0-1-1 0 0,0 0 1 0 0,0 0-1 0 0,0 0 0 0 0,0 0 1 0 0,0 0-1 0 0,0 0 1 0 0,-1-1-1 0 0,1 1 1 0 0,-1 0-1 0 0,1-1 1 0 0,-1 1-1 0 0,0-1 1 0 0,0 1-1 0 0,0-1 1 0 0,1 0-1 0 0,-1 0 1 0 0,0 0-1 0 0,-1 0 1 0 0,-1 1-1 0 0,-2 0-5 0 0,0-1 0 0 0,0 0-1 0 0,0 0 1 0 0,0-1 0 0 0,0 1 0 0 0,0-1-1 0 0,0-1 1 0 0,-1 1 0 0 0,1-1-1 0 0,0 0 1 0 0,0 0 0 0 0,0-1 0 0 0,1 0-1 0 0,-8-2 1 0 0,6 1 0 0 0,-1-1-1 0 0,1 0 1 0 0,0 0 0 0 0,0 0-1 0 0,0-1 1 0 0,0 0 0 0 0,1 0-1 0 0,0-1 1 0 0,0 1 0 0 0,-5-8-1 0 0,9 11-7 0 0,1 0 0 0 0,-1 0 0 0 0,1-1 0 0 0,0 1 0 0 0,-1 0 0 0 0,1 0 0 0 0,0-1 0 0 0,1 1 0 0 0,-1-1 0 0 0,0 1 0 0 0,1 0 0 0 0,-1-1 0 0 0,1 1 0 0 0,0-1 0 0 0,0 0 0 0 0,0 1 0 0 0,0-1 0 0 0,0 1 0 0 0,1-1 0 0 0,-1 1 0 0 0,1-1 0 0 0,-1 1 0 0 0,1 0 0 0 0,0-1 0 0 0,0 1 0 0 0,0 0 0 0 0,0-1 0 0 0,0 1 0 0 0,4-4 0 0 0,3-3 0 0 0,0 0 0 0 0,1 0 0 0 0,0 1 0 0 0,1 0 0 0 0,10-7 0 0 0,6-6 0 0 0,0 0 2 0 0,2-2 11 0 0,0-2 1 0 0,-2-1-1 0 0,27-32 0 0 0,-47 50-9 0 0,0 0 1 0 0,-1 0-1 0 0,0 0 0 0 0,0-1 1 0 0,-1 0-1 0 0,0 0 0 0 0,0 0 0 0 0,-1 0 1 0 0,0 0-1 0 0,-1-1 0 0 0,0 1 1 0 0,-1-1-1 0 0,0 0 0 0 0,0 1 1 0 0,-1-1-1 0 0,-2-19 0 0 0,2 27 7 0 0,0-1 1 0 0,-1 1-1 0 0,1 0 0 0 0,-1-1 0 0 0,0 1 0 0 0,0 0 1 0 0,0-1-1 0 0,0 1 0 0 0,0 0 0 0 0,0 0 0 0 0,0 0 1 0 0,-1 0-1 0 0,1 0 0 0 0,-1 0 0 0 0,0 0 0 0 0,1 1 1 0 0,-1-1-1 0 0,-2-1 0 0 0,2 2-16 0 0,-1 0 0 0 0,1 0 0 0 0,0 0 0 0 0,0 1 0 0 0,0-1 0 0 0,-1 1 0 0 0,1-1 0 0 0,0 1 0 0 0,0 0 0 0 0,-1 0 0 0 0,1 0 0 0 0,0 0-1 0 0,-1 0 1 0 0,1 1 0 0 0,0-1 0 0 0,0 1 0 0 0,-1-1 0 0 0,1 1 0 0 0,-3 1 0 0 0,-4 3 18 0 0,0 0-1 0 0,1 0 0 0 0,-1 1 1 0 0,1 0-1 0 0,0 1 0 0 0,1 0 1 0 0,0 0-1 0 0,0 0 0 0 0,0 1 1 0 0,-7 12-1 0 0,8-11 2 0 0,0 0 1 0 0,0 1-1 0 0,-7 18 1 0 0,12-25-80 0 0,0-1 1 0 0,0 1-1 0 0,0 0 1 0 0,1-1-1 0 0,-1 1 1 0 0,1 0-1 0 0,0 0 1 0 0,-1-1-1 0 0,1 1 1 0 0,0 0 0 0 0,1 0-1 0 0,-1 0 1 0 0,0-1-1 0 0,1 1 1 0 0,0 0-1 0 0,-1 0 1 0 0,1-1-1 0 0,0 1 1 0 0,1-1 0 0 0,1 4-1 0 0,7 5-1143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9.3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15 8751 0 0,'4'-1'188'0'0,"0"-2"-110"0"0,-1 1 1 0 0,1 0 0 0 0,0 1 0 0 0,1-1 0 0 0,4-1-1 0 0,-7 3 16 0 0,-1 0-1 0 0,1 0 0 0 0,-1-1 0 0 0,0 2 0 0 0,1-1 0 0 0,-1 0 0 0 0,1 0 0 0 0,-1 0 0 0 0,0 0 0 0 0,1 1 0 0 0,-1-1 0 0 0,1 1 1 0 0,-1-1-1 0 0,0 1 0 0 0,0 0 0 0 0,1-1 0 0 0,-1 1 0 0 0,0 0 0 0 0,0 0 0 0 0,0 0 0 0 0,2 1 0 0 0,1 3 334 0 0,0-1 1 0 0,0 1-1 0 0,0 0 0 0 0,-1 0 0 0 0,0 0 0 0 0,0 0 0 0 0,0 0 1 0 0,0 1-1 0 0,-1-1 0 0 0,0 1 0 0 0,0 0 0 0 0,-1 0 0 0 0,2 9 1 0 0,-2-7-71 0 0,-1 1 0 0 0,0-1 1 0 0,-1 0-1 0 0,1 0 1 0 0,-2 0-1 0 0,1 1 0 0 0,-1-1 1 0 0,0-1-1 0 0,-4 10 0 0 0,-1-2-172 0 0,0-1 0 0 0,0 0 0 0 0,-1-1 0 0 0,-1 0-1 0 0,0 0 1 0 0,-1-1 0 0 0,-1 0 0 0 0,1-1-1 0 0,-2 0 1 0 0,-13 11 0 0 0,19-18-168 0 0,-8 6 173 0 0,-24 15 0 0 0,34-23-168 0 0,1 0 1 0 0,-1-1-1 0 0,0 1 1 0 0,0-1-1 0 0,0 1 1 0 0,0-1-1 0 0,0-1 1 0 0,0 1-1 0 0,0 0 1 0 0,0-1-1 0 0,0 0 1 0 0,-7 0-1 0 0,9 0-21 0 0,0-1 0 0 0,1 1 1 0 0,-1-1-1 0 0,0 1 0 0 0,1-1 0 0 0,-1 1 0 0 0,0-1 0 0 0,1 0 0 0 0,-1 0 0 0 0,1 0 1 0 0,-1 0-1 0 0,1 0 0 0 0,-1 0 0 0 0,1 0 0 0 0,0 0 0 0 0,0-1 0 0 0,-1 1 0 0 0,1 0 1 0 0,-1-4-1 0 0,0 3 3 0 0,1-1 0 0 0,1 1-1 0 0,-1-1 1 0 0,0 0 0 0 0,1 0 0 0 0,-1 1 0 0 0,1-1 0 0 0,0 0 0 0 0,0 0 0 0 0,0 0 0 0 0,0-4 0 0 0,2-1 1 0 0,0-1 1 0 0,0 1-1 0 0,0 0 1 0 0,1 0-1 0 0,0 0 1 0 0,1 0-1 0 0,5-9 0 0 0,-4 10-4 0 0,0 0 0 0 0,0 0-1 0 0,0 0 1 0 0,1 1-1 0 0,0-1 1 0 0,1 2-1 0 0,-1-1 1 0 0,1 1-1 0 0,0 0 1 0 0,1 0-1 0 0,-1 1 1 0 0,1 0-1 0 0,12-5 1 0 0,-15 8-1 0 0,0-1 0 0 0,0 1 0 0 0,0 0 0 0 0,1 0 0 0 0,-1 0 0 0 0,0 1 0 0 0,1 0 0 0 0,-1 0 0 0 0,0 0-1 0 0,1 1 1 0 0,-1 0 0 0 0,0 0 0 0 0,0 0 0 0 0,1 1 0 0 0,-1-1 0 0 0,0 1 0 0 0,-1 0 0 0 0,1 1 0 0 0,0-1 0 0 0,-1 1 0 0 0,1 0 0 0 0,7 6 0 0 0,7 10 3 0 0,-1 0 0 0 0,20 26-1 0 0,-22-24 174 0 0,2 0 0 0 0,21 19 0 0 0,-38-39-165 0 0,1 0 1 0 0,0 0-1 0 0,-1 0 0 0 0,1 0 1 0 0,0 0-1 0 0,-1 0 0 0 0,1-1 1 0 0,0 1-1 0 0,0 0 0 0 0,-1-1 0 0 0,1 0 1 0 0,0 1-1 0 0,0-1 0 0 0,0 0 1 0 0,0 0-1 0 0,0 0 0 0 0,0 0 1 0 0,2-1-1 0 0,3 0-377 0 0,0-1-1 0 0,0 0 1 0 0,10-4 0 0 0,-9 3-649 0 0,5-2-6952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9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 4143 0 0,'2'-6'-219'0'0,"4"-6"2212"0"0,-2 11 408 0 0,1 7 968 0 0,5 13 2767 0 0,-2 6-5457 0 0,-3-5 833 0 0,3 13-510 0 0,-2 0-1 0 0,-1 1 1 0 0,1 62 0 0 0,-3-27-716 0 0,-3-69-285 0 0,4 24 72 0 0,-4-23-82 0 0,0 0-1 0 0,0 1 1 0 0,1-1-1 0 0,-1 0 1 0 0,1 0-1 0 0,-1 0 1 0 0,1 1 0 0 0,-1-1-1 0 0,1 0 1 0 0,0 0-1 0 0,-1 0 1 0 0,1 0-1 0 0,0 0 1 0 0,0 0-1 0 0,0 0 1 0 0,1 1-1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9:59.8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 7367 0 0,'0'0'50'0'0,"0"-1"0"0"0,0 0 0 0 0,0 1 0 0 0,1-1 0 0 0,-1 0 0 0 0,0 1-1 0 0,0-1 1 0 0,1 1 0 0 0,-1-1 0 0 0,0 0 0 0 0,1 1 0 0 0,-1-1 0 0 0,0 1 0 0 0,1-1-1 0 0,-1 1 1 0 0,1-1 0 0 0,-1 1 0 0 0,1-1 0 0 0,-1 1 0 0 0,1 0 0 0 0,-1-1-1 0 0,1 1 1 0 0,0-1 0 0 0,18 2 3126 0 0,-17-1-2851 0 0,24 4 2877 0 0,0-2 1 0 0,29-1-1 0 0,-14-4-1842 0 0,78-14 0 0 0,-104 14-1310 0 0,20-4 8 0 0,-1 1 0 0 0,52-2 0 0 0,-79 10-390 0 0,-12 3-1918 0 0,-5 0-5705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01.3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94 3679 0 0,'3'-2'204'0'0,"-1"-1"-1"0"0,0 1 0 0 0,0 0 0 0 0,0-1 0 0 0,0 0 0 0 0,-1 1 0 0 0,1-1 0 0 0,1-4 0 0 0,11-29 3431 0 0,-11 28-2614 0 0,-1 3-614 0 0,5-12 3354 0 0,-2 16-1656 0 0,-1 10-648 0 0,0 7-867 0 0,-1 0 0 0 0,-1 0-1 0 0,0 0 1 0 0,-1 0 0 0 0,-2 18-1 0 0,1-15-369 0 0,-2 44 250 0 0,0-38-270 0 0,1 0 0 0 0,2 0 0 0 0,3 30 0 0 0,-4-53-186 0 0,1 0 0 0 0,-1 0 0 0 0,1 0 0 0 0,-1 0 0 0 0,1-1 0 0 0,-1 1 0 0 0,1 0 0 0 0,0 0 0 0 0,0-1 0 0 0,0 1 0 0 0,0 0 0 0 0,0-1 0 0 0,0 1 0 0 0,1-1 0 0 0,-1 0 0 0 0,0 1 0 0 0,1-1 0 0 0,-1 0 0 0 0,3 2 0 0 0,-1-2-3 0 0,-1 0 1 0 0,0 0 0 0 0,1-1-1 0 0,-1 1 1 0 0,1-1 0 0 0,-1 1-1 0 0,1-1 1 0 0,-1 0 0 0 0,1 0-1 0 0,-1 0 1 0 0,1 0 0 0 0,-1 0-1 0 0,3-1 1 0 0,6-2 14 0 0,-1 0-1 0 0,0-1 1 0 0,0 0-1 0 0,0 0 1 0 0,15-10-1 0 0,-10 5-16 0 0,0-1-1 0 0,-1 0 1 0 0,-1-1 0 0 0,0 0-1 0 0,0-1 1 0 0,-1-1-1 0 0,0 0 1 0 0,-2 0 0 0 0,11-16-1 0 0,-31 51 121 0 0,2 1-1 0 0,0 0 1 0 0,-6 33 0 0 0,0 0-7 0 0,2-18-75 0 0,-8 31-17 0 0,18-59-34 0 0,0 0 1 0 0,0 1-1 0 0,1-1 1 0 0,1 16-1 0 0,3-5-261 0 0,4-10-6297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01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309 8 7831 0 0,'1'-1'187'0'0,"-1"0"0"0"0,1 0 0 0 0,0 1 0 0 0,0-1-1 0 0,0 1 1 0 0,0-1 0 0 0,0 1 0 0 0,0-1 0 0 0,0 1 0 0 0,0-1-1 0 0,0 1 1 0 0,0 0 0 0 0,0 0 0 0 0,0-1 0 0 0,0 1 0 0 0,0 0-1 0 0,0 0 1 0 0,0 0 0 0 0,0 0 0 0 0,0 0 0 0 0,0 0-1 0 0,0 1 1 0 0,0-1 0 0 0,0 0 0 0 0,0 0 0 0 0,0 1 0 0 0,0-1-1 0 0,0 1 1 0 0,0-1 0 0 0,0 1 0 0 0,0-1 0 0 0,0 1-1 0 0,1 1 1 0 0,0 0 92 0 0,-1 0-1 0 0,1 0 1 0 0,-1 0-1 0 0,0 0 1 0 0,1 1 0 0 0,-1-1-1 0 0,0 1 1 0 0,0-1-1 0 0,-1 1 1 0 0,1-1-1 0 0,0 1 1 0 0,-1-1-1 0 0,0 1 1 0 0,1-1-1 0 0,-1 1 1 0 0,0 0 0 0 0,0-1-1 0 0,-1 1 1 0 0,0 3-1 0 0,0 4 105 0 0,-1 0 1 0 0,0-1-1 0 0,-7 18 0 0 0,3-13-210 0 0,-1 0-1 0 0,0 0 1 0 0,-1-1 0 0 0,-1 0-1 0 0,0 0 1 0 0,-1-1 0 0 0,0 0-1 0 0,0-1 1 0 0,-20 16 0 0 0,19-18-113 0 0,0-1-1 0 0,-1 1 1 0 0,-1-2 0 0 0,1 0 0 0 0,-1 0 0 0 0,0-2 0 0 0,-1 1 0 0 0,1-2 0 0 0,-1 1 0 0 0,-21 2-1 0 0,31-6-48 0 0,0-1 0 0 0,0 1 0 0 0,0-1 0 0 0,1 0 0 0 0,-1-1 0 0 0,0 1 0 0 0,0 0 0 0 0,0-1-1 0 0,1 0 1 0 0,-1 0 0 0 0,-5-2 0 0 0,7 2-7 0 0,1 0 0 0 0,-1 0 0 0 0,0-1 0 0 0,1 1 0 0 0,0 0-1 0 0,-1 0 1 0 0,1-1 0 0 0,0 1 0 0 0,0-1 0 0 0,-1 1 0 0 0,1-1 0 0 0,0 1 0 0 0,1-1 0 0 0,-1 0 0 0 0,0 1-1 0 0,0-1 1 0 0,1 0 0 0 0,-1 0 0 0 0,1 0 0 0 0,-1 1 0 0 0,1-1 0 0 0,0 0 0 0 0,0 0 0 0 0,0-3-1 0 0,1-6-2 0 0,0 1 0 0 0,1 0-1 0 0,0 0 1 0 0,1 0 0 0 0,0 0-1 0 0,1 0 1 0 0,0 1 0 0 0,0 0-1 0 0,1-1 1 0 0,0 2 0 0 0,0-1-1 0 0,1 0 1 0 0,1 1 0 0 0,-1 0-1 0 0,9-7 1 0 0,-13 13-1 0 0,0 1 0 0 0,0-1 0 0 0,0 1 0 0 0,0-1 0 0 0,0 1 0 0 0,0 0 0 0 0,0 0 0 0 0,0 0 0 0 0,0 0 0 0 0,1 0 0 0 0,-1 0 0 0 0,0 1 0 0 0,1-1 0 0 0,-1 1 0 0 0,1-1 0 0 0,-1 1 0 0 0,1 0 0 0 0,-1 0 0 0 0,0 0 0 0 0,1 1 0 0 0,-1-1 0 0 0,1 0 0 0 0,-1 1 0 0 0,0 0 0 0 0,1-1 0 0 0,-1 1 0 0 0,0 0 0 0 0,1 0 0 0 0,-1 1 0 0 0,0-1 0 0 0,0 0 0 0 0,3 3 0 0 0,4 4 0 0 0,0 1 0 0 0,0 0 0 0 0,-1 0 0 0 0,0 1 0 0 0,7 12 0 0 0,-5-8 0 0 0,6 9 68 0 0,2-1 0 0 0,0-1 0 0 0,37 33 0 0 0,-52-51-54 0 0,1 0-1 0 0,0 0 1 0 0,0 0 0 0 0,0-1-1 0 0,1 0 1 0 0,-1 0-1 0 0,0 0 1 0 0,1 0 0 0 0,-1-1-1 0 0,1 1 1 0 0,0-1-1 0 0,0 0 1 0 0,-1-1 0 0 0,1 1-1 0 0,0-1 1 0 0,0 0-1 0 0,-1 0 1 0 0,7-1 0 0 0,-6 0-1000 0 0,0-1 0 0 0,0 1-1 0 0,0-1 1 0 0,0 0 0 0 0,0 0 0 0 0,6-4 0 0 0,1-1-6554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02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6911 0 0,'2'-3'188'0'0,"-1"1"-40"0"0,0 0 1 0 0,1 0-1 0 0,-1 0 1 0 0,0 1-1 0 0,1-1 0 0 0,-1 0 1 0 0,1 1-1 0 0,-1-1 1 0 0,1 1-1 0 0,0-1 1 0 0,0 1-1 0 0,0 0 0 0 0,0 0 1 0 0,0-1-1 0 0,0 2 1 0 0,0-1-1 0 0,0 0 1 0 0,0 0-1 0 0,0 1 0 0 0,0-1 1 0 0,0 1-1 0 0,3-1 1 0 0,3 1 556 0 0,-1 0 1 0 0,1 0-1 0 0,-1 0 1 0 0,1 1 0 0 0,-1 1-1 0 0,0-1 1 0 0,1 1-1 0 0,-1 0 1 0 0,0 1-1 0 0,0 0 1 0 0,0 0-1 0 0,0 0 1 0 0,-1 1 0 0 0,11 7-1 0 0,-14-8-601 0 0,1 0 0 0 0,-1 0 1 0 0,1 0-1 0 0,-1 1 0 0 0,0-1 0 0 0,0 1 0 0 0,-1 0 0 0 0,1-1 0 0 0,-1 2 0 0 0,0-1 0 0 0,0 0 1 0 0,0 0-1 0 0,0 0 0 0 0,-1 1 0 0 0,1-1 0 0 0,-1 1 0 0 0,-1 0 0 0 0,1-1 0 0 0,-1 1 1 0 0,1-1-1 0 0,-1 1 0 0 0,0 0 0 0 0,-1-1 0 0 0,-1 9 0 0 0,-1-3-57 0 0,0 0 0 0 0,0-1-1 0 0,-1 1 1 0 0,0-1 0 0 0,-1 0 0 0 0,0 0-1 0 0,-8 10 1 0 0,-49 55 371 0 0,41-52-221 0 0,18-18-133 0 0,0-1 0 0 0,0 1 0 0 0,0 0 1 0 0,-3 8-1 0 0,5-12-53 0 0,1 1 1 0 0,0-1 0 0 0,-1 1 0 0 0,1-1 0 0 0,0 1 0 0 0,0-1 0 0 0,-1 1 0 0 0,1 0-1 0 0,0-1 1 0 0,0 1 0 0 0,0-1 0 0 0,0 1 0 0 0,0 0 0 0 0,0-1 0 0 0,0 1 0 0 0,0 0 0 0 0,0-1-1 0 0,0 1 1 0 0,0-1 0 0 0,0 1 0 0 0,0 0 0 0 0,1-1 0 0 0,-1 1 0 0 0,0-1 0 0 0,0 1 0 0 0,1-1-1 0 0,-1 1 1 0 0,0-1 0 0 0,1 1 0 0 0,-1-1 0 0 0,1 1 0 0 0,-1-1 0 0 0,0 1 0 0 0,1-1-1 0 0,-1 1 1 0 0,1-1 0 0 0,-1 0 0 0 0,1 1 0 0 0,-1-1 0 0 0,1 0 0 0 0,0 0 0 0 0,-1 1 0 0 0,1-1-1 0 0,-1 0 1 0 0,1 0 0 0 0,1 0 0 0 0,4 2 46 0 0,1-2 0 0 0,0 1-1 0 0,0-1 1 0 0,0 0 0 0 0,0 0 0 0 0,12-3-1 0 0,43-12 73 0 0,-37 9-112 0 0,137-35-1755 0 0,-151 39-6990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05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 8287 0 0,'1'-1'238'0'0,"-1"-1"-1"0"0,1 1 1 0 0,0-1 0 0 0,-1 1-1 0 0,1-1 1 0 0,0 1-1 0 0,0 0 1 0 0,0-1-1 0 0,0 1 1 0 0,0 0-1 0 0,0 0 1 0 0,0 0-1 0 0,0 0 1 0 0,1 0-1 0 0,-1 0 1 0 0,0 0 0 0 0,1 0-1 0 0,-1 0 1 0 0,0 1-1 0 0,1-1 1 0 0,-1 0-1 0 0,1 1 1 0 0,-1 0-1 0 0,3-1 1 0 0,4-2 651 0 0,0 1-1 0 0,0 0 1 0 0,12-1 0 0 0,74-3 1711 0 0,-83 6-2522 0 0,-1 1 0 0 0,1 0 0 0 0,-1 0 0 0 0,1 1 0 0 0,-1 0 0 0 0,19 8 0 0 0,-27-10-146 0 0,0 1 0 0 0,0 0 0 0 0,0 0 0 0 0,0 1-1 0 0,0-1 1 0 0,0 0 0 0 0,3 3 0 0 0,-1 3-579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05.1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9215 0 0,'-6'2'1195'0'0,"11"1"562"0"0,12 2 542 0 0,2-2-227 0 0,0-1 0 0 0,32 0 0 0 0,-36-3-1915 0 0,0 2 1 0 0,1 0-1 0 0,-1 0 0 0 0,0 1 1 0 0,18 6-1 0 0,-19-2-5365 0 0,-2 3-1843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06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28 125 6911 0 0,'-1'-1'329'0'0,"0"0"0"0"0,0 1 0 0 0,0-1-1 0 0,0 0 1 0 0,0 1 0 0 0,0-1-1 0 0,0 1 1 0 0,0-1 0 0 0,0 1 0 0 0,0 0-1 0 0,0 0 1 0 0,0-1 0 0 0,0 1-1 0 0,-1 0 1 0 0,1 0 0 0 0,0 0 0 0 0,0 0-1 0 0,0 0 1 0 0,0 0 0 0 0,-1 0-1 0 0,1 1 1 0 0,0-1 0 0 0,-1 1 0 0 0,11 0 3874 0 0,14-1-2746 0 0,7-6-898 0 0,-2-1 1 0 0,1-2 0 0 0,-1-1-1 0 0,41-20 1 0 0,-1 1 4 0 0,-44 16-278 0 0,-19 10-236 0 0,1 0 1 0 0,-1 1-1 0 0,1-1 0 0 0,9-2 0 0 0,-15 5-116 0 0,0 0 0 0 0,1 0 0 0 0,-1 0 0 0 0,0 0 0 0 0,1 0 0 0 0,-1 0 0 0 0,0 0 0 0 0,0 0 0 0 0,1 0 0 0 0,-1 0-1 0 0,0 0 1 0 0,0 0 0 0 0,1 0 0 0 0,-1 0 0 0 0,0 0 0 0 0,0 1 0 0 0,1-1 0 0 0,-1 0 0 0 0,0 0 0 0 0,0 0 0 0 0,0 0 0 0 0,1 0-1 0 0,-1 1 1 0 0,0-1 0 0 0,0 0 0 0 0,0 0 0 0 0,1 0 0 0 0,-1 1 0 0 0,0-1 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06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46 4607 0 0,'-1'0'137'0'0,"1"1"0"0"0,0-1-1 0 0,0 0 1 0 0,-1 1-1 0 0,1-1 1 0 0,0 0-1 0 0,0 1 1 0 0,-1-1-1 0 0,1 0 1 0 0,0 1 0 0 0,0-1-1 0 0,0 1 1 0 0,0-1-1 0 0,-1 0 1 0 0,1 1-1 0 0,0-1 1 0 0,0 1-1 0 0,0-1 1 0 0,0 1 0 0 0,0-1-1 0 0,0 0 1 0 0,0 1-1 0 0,0-1 1 0 0,0 1-1 0 0,0-1 1 0 0,1 1-1 0 0,-1-1 1 0 0,0 0 0 0 0,0 1-1 0 0,0-1 1 0 0,0 1-1 0 0,1-1 1 0 0,-1 0-1 0 0,0 1 1 0 0,0-1 0 0 0,1 0-1 0 0,-1 1 1 0 0,0-1-1 0 0,1 0 1 0 0,-1 0-1 0 0,0 1 1 0 0,1-1-1 0 0,-1 0 1 0 0,0 0 0 0 0,1 1-1 0 0,0-1 1 0 0,1 1 634 0 0,0 0 0 0 0,0 0 1 0 0,0 0-1 0 0,0 0 0 0 0,0 0 1 0 0,0-1-1 0 0,3 1 1 0 0,2-1 12 0 0,0 0 1 0 0,0 0 0 0 0,0-1 0 0 0,-1 0 0 0 0,1 0 0 0 0,12-4 0 0 0,40-18 253 0 0,-27 10-705 0 0,-12 4-248 0 0,-13 6-241 0 0,0 0 0 0 0,0 0-1 0 0,0 1 1 0 0,1 0 0 0 0,11-2 0 0 0,-9 5-5449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3.2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68 105 7367 0 0,'-2'-11'1147'0'0,"0"1"0"0"0,0-1 0 0 0,1 0 0 0 0,0 0 0 0 0,1 0-1 0 0,2-19 1 0 0,0 20 658 0 0,-1 16-112 0 0,-1 16-187 0 0,-5 24-698 0 0,-12 51 0 0 0,0 1-480 0 0,16-87-295 0 0,-1-1 4 0 0,0 1 1 0 0,1 0 0 0 0,1 0-1 0 0,0 0 1 0 0,2 22 0 0 0,-2-33-31 0 0,1 1 0 0 0,-1-1-1 0 0,0 0 1 0 0,0 1 0 0 0,0-1 0 0 0,0 0 0 0 0,0 1 0 0 0,0-1 0 0 0,0 1 0 0 0,0-1-1 0 0,1 0 1 0 0,-1 1 0 0 0,0-1 0 0 0,0 0 0 0 0,0 0 0 0 0,1 1 0 0 0,-1-1 0 0 0,0 0-1 0 0,1 1 1 0 0,-1-1 0 0 0,0 0 0 0 0,1 0 0 0 0,-1 0 0 0 0,0 1 0 0 0,1-1-1 0 0,-1 0 1 0 0,0 0 0 0 0,1 0 0 0 0,-1 0 0 0 0,1 1 0 0 0,0-2 1 0 0,-1 1 1 0 0,1 0-1 0 0,0 0 1 0 0,0 0-1 0 0,-1-1 1 0 0,1 1-1 0 0,0 0 1 0 0,0-1-1 0 0,-1 1 1 0 0,1 0-1 0 0,0-1 1 0 0,-1 1-1 0 0,2-2 1 0 0,18-21 114 0 0,-19 22-114 0 0,6-9 23 0 0,0 1 0 0 0,1 0 0 0 0,1 0 0 0 0,11-10 0 0 0,-17 17-26 0 0,-1 0-1 0 0,0 0 0 0 0,1 1 0 0 0,-1-1 0 0 0,1 1 1 0 0,-1 0-1 0 0,1 0 0 0 0,0 0 0 0 0,-1 0 0 0 0,1 0 1 0 0,0 0-1 0 0,0 1 0 0 0,0 0 0 0 0,0-1 0 0 0,0 1 1 0 0,-1 0-1 0 0,1 0 0 0 0,0 1 0 0 0,0-1 0 0 0,0 0 1 0 0,0 1-1 0 0,-1 0 0 0 0,1 0 0 0 0,3 1 0 0 0,2 2 21 0 0,-1 0 0 0 0,-1 1 0 0 0,1-1-1 0 0,0 2 1 0 0,-1-1 0 0 0,0 0-1 0 0,-1 1 1 0 0,1 0 0 0 0,-1 1-1 0 0,0-1 1 0 0,0 1 0 0 0,-1 0-1 0 0,0 0 1 0 0,5 13 0 0 0,-2-2 21 0 0,-1 0 1 0 0,0 0 0 0 0,-2 0 0 0 0,0 1 0 0 0,2 23-1 0 0,-6-34-18 0 0,1-1 0 0 0,-1 0 0 0 0,-1 0-1 0 0,1 1 1 0 0,-1-1 0 0 0,0 0-1 0 0,-1 0 1 0 0,0 0 0 0 0,0 0-1 0 0,0 0 1 0 0,-7 12 0 0 0,6-15 4 0 0,1 1 0 0 0,-1-1 0 0 0,-1 0 0 0 0,1 0 0 0 0,0-1 0 0 0,-1 1 0 0 0,0-1 0 0 0,0 1 0 0 0,0-1 0 0 0,0 0 0 0 0,0-1 0 0 0,-1 1 0 0 0,1-1 0 0 0,-1 0 0 0 0,1 0 0 0 0,-1 0 0 0 0,-8 1 0 0 0,-14 2 31 0 0,0-2 0 0 0,0-1 0 0 0,0-1 0 0 0,-51-5 0 0 0,76 4-357 0 0,0 0-1 0 0,0-1 1 0 0,0 1-1 0 0,0-1 1 0 0,-1 1-1 0 0,1-1 1 0 0,0 0-1 0 0,0 1 1 0 0,-3-3-1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3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12 183 6447 0 0,'-1'-2'530'0'0,"0"0"0"0"0,-1 0 0 0 0,1 0 0 0 0,0 0 0 0 0,0-1 0 0 0,0 1 0 0 0,0 0 0 0 0,1-1 0 0 0,-1 1 0 0 0,1 0-1 0 0,-1-1 1 0 0,1 1 0 0 0,0-1 0 0 0,0 1 0 0 0,0-1 0 0 0,0 1 0 0 0,1-5 0 0 0,0 3-103 0 0,1 1 0 0 0,-1 0 0 0 0,0 0 1 0 0,1 0-1 0 0,0 0 0 0 0,0 0 0 0 0,0 0 0 0 0,0 1 1 0 0,0-1-1 0 0,0 0 0 0 0,4-2 0 0 0,5-4 17 0 0,1 1 1 0 0,0 1-1 0 0,0 0 0 0 0,24-10 1 0 0,-14 7-613 0 0,1 1 1 0 0,0 2-1 0 0,1 0 1 0 0,-1 1-1 0 0,1 2 1 0 0,0 0-1 0 0,38 0 1 0 0,-34 5-7708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3.6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10591 0 0,'0'2'431'0'0,"1"1"0"0"0,0-1 0 0 0,0 1 0 0 0,0-1 0 0 0,0 0 0 0 0,1 1 0 0 0,-1-1 0 0 0,1 0-1 0 0,1 3 1 0 0,4 5 1351 0 0,42 80 3603 0 0,-6 4-3591 0 0,-30-63-1633 0 0,-1 1-1 0 0,-3 0 1 0 0,0 1 0 0 0,4 37-1 0 0,-10-51-137 0 0,9 65 97 0 0,-9-77-432 0 0,0 3 380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3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1 171 9671 0 0,'0'-2'264'0'0,"1"1"0"0"0,-1 0-1 0 0,1-1 1 0 0,0 1-1 0 0,0-1 1 0 0,-1 1 0 0 0,1 0-1 0 0,0 0 1 0 0,0-1 0 0 0,0 1-1 0 0,0 0 1 0 0,0 0-1 0 0,1 0 1 0 0,-1 0 0 0 0,0 0-1 0 0,0 0 1 0 0,1 1 0 0 0,-1-1-1 0 0,1 0 1 0 0,-1 1-1 0 0,0-1 1 0 0,3 0 0 0 0,-1 0 74 0 0,83-35 6589 0 0,45-15-5760 0 0,-81 33-1076 0 0,-28 9-470 0 0,1 1 1 0 0,0 0 0 0 0,39-6-1 0 0,-49 14-7774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4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5 510 9671 0 0,'-1'0'83'0'0,"1"-1"0"0"0,0 1 0 0 0,-1 0 0 0 0,1 0 0 0 0,0-1 0 0 0,0 1 0 0 0,-1 0 0 0 0,1-1 0 0 0,0 1 0 0 0,0 0 0 0 0,0-1 0 0 0,-1 1 0 0 0,1 0 0 0 0,0-1 0 0 0,0 1 0 0 0,0 0 0 0 0,0-1 0 0 0,0 1 0 0 0,0-1 0 0 0,0 1-1 0 0,0 0 1 0 0,0-1 0 0 0,0 1 0 0 0,0 0 0 0 0,0-1 0 0 0,0 1 0 0 0,0-1 0 0 0,0 1 0 0 0,0 0 0 0 0,0-1 0 0 0,0 1 0 0 0,0 0 0 0 0,1-1 0 0 0,-1 1 0 0 0,0-1 0 0 0,1-1 261 0 0,1-11 1646 0 0,0-1 0 0 0,9-25 0 0 0,14-25 400 0 0,-16 42-2036 0 0,0 0 1 0 0,-1-1-1 0 0,4-25 0 0 0,14-141 150 0 0,-19 128-444 0 0,-4 76-7 0 0,-25 281-46 0 0,5-116 72 0 0,15-163-58 0 0,1-10-35 0 0,0-1 0 0 0,1 1-1 0 0,-1-1 1 0 0,1 1-1 0 0,1 0 1 0 0,-1-1-1 0 0,1 1 1 0 0,0-1 0 0 0,4 13-1 0 0,-4-18-122 0 0,-1-1-1 0 0,0 1 0 0 0,1 0 1 0 0,-1 0-1 0 0,1-1 0 0 0,0 1 1 0 0,-1 0-1 0 0,1-1 1 0 0,0 1-1 0 0,-1-1 0 0 0,1 1 1 0 0,0-1-1 0 0,1 2 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5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12 6911 0 0,'-3'-11'3307'0'0,"-3"24"2373"0"0,3-6-5193 0 0,-6 13 1980 0 0,-10 43 1 0 0,14-39-2040 0 0,1 1-1 0 0,1-1 0 0 0,-1 34 1 0 0,4-45-361 0 0,1 0 0 0 0,0-1 0 0 0,0 1 0 0 0,1-1 0 0 0,4 13-1 0 0,-4-21-43 0 0,-1 0-1 0 0,1-1 0 0 0,-1 1 0 0 0,1-1 1 0 0,0 1-1 0 0,0-1 0 0 0,0 0 0 0 0,1 0 1 0 0,2 3-1 0 0,-3-4-16 0 0,0 0 0 0 0,0-1 0 0 0,0 0 0 0 0,0 1 0 0 0,0-1 0 0 0,0 0 0 0 0,1 0 0 0 0,-1 0 1 0 0,0 0-1 0 0,0 0 0 0 0,1-1 0 0 0,-1 1 0 0 0,1-1 0 0 0,-1 0 0 0 0,5 1 0 0 0,1-2-6 0 0,0 0 0 0 0,0 0 0 0 0,0-1 0 0 0,0 0 0 0 0,-1 0 0 0 0,1-1 0 0 0,-1 0 0 0 0,1 0 0 0 0,-1-1 0 0 0,0 0 0 0 0,0 0 0 0 0,-1-1 0 0 0,1 0 0 0 0,5-5 0 0 0,-3 1 0 0 0,0 1 0 0 0,-1-1 0 0 0,0-1 0 0 0,0 1 0 0 0,-1-1 0 0 0,0-1 0 0 0,-1 1 0 0 0,8-18 0 0 0,-80 245 0 0 0,63-204 32 0 0,0 1 0 0 0,1 0 1 0 0,0 0-1 0 0,1 17 0 0 0,1-28-83 0 0,0 1 1 0 0,1-1-1 0 0,-1 1 0 0 0,1-1 1 0 0,0 0-1 0 0,0 1 1 0 0,0-1-1 0 0,0 0 0 0 0,1 0 1 0 0,1 4-1 0 0,-1-6-36 0 0,-1 1 0 0 0,0-1 0 0 0,1 1 0 0 0,-1-1 0 0 0,1 1 0 0 0,-1-1 0 0 0,1 0-1 0 0,0 0 1 0 0,-1 1 0 0 0,1-1 0 0 0,0-1 0 0 0,0 1 0 0 0,0 0 0 0 0,0 0 0 0 0,0-1 0 0 0,0 1 0 0 0,0-1 0 0 0,3 1-1 0 0,8-1-7701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5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 34 12439 0 0,'3'-4'268'0'0,"0"0"0"0"0,0 1-1 0 0,0-1 1 0 0,0 1 0 0 0,1-1-1 0 0,6-3 1 0 0,-9 6-125 0 0,0 1 0 0 0,0-1 1 0 0,0 1-1 0 0,0-1 0 0 0,0 1 0 0 0,0 0 1 0 0,0-1-1 0 0,0 1 0 0 0,0 0 0 0 0,0 0 1 0 0,1 0-1 0 0,-1 0 0 0 0,0 0 0 0 0,0 0 1 0 0,0 0-1 0 0,0 0 0 0 0,0 0 0 0 0,0 1 1 0 0,1-1-1 0 0,-1 0 0 0 0,0 1 0 0 0,0-1 1 0 0,0 1-1 0 0,0-1 0 0 0,0 1 0 0 0,0 0 1 0 0,0-1-1 0 0,0 1 0 0 0,-1 0 0 0 0,1 0 0 0 0,0-1 1 0 0,0 1-1 0 0,0 2 0 0 0,1-1 59 0 0,0 0-1 0 0,-1 1 1 0 0,0-1 0 0 0,1 1-1 0 0,-1-1 1 0 0,0 1 0 0 0,-1-1-1 0 0,1 1 1 0 0,0 0 0 0 0,-1 0-1 0 0,1-1 1 0 0,-1 1-1 0 0,0 0 1 0 0,0 0 0 0 0,0 0-1 0 0,-1 3 1 0 0,0 7 73 0 0,-2 0 1 0 0,-3 14-1 0 0,4-22-226 0 0,-5 20 59 0 0,-2 0 0 0 0,-1-1 0 0 0,0 0 1 0 0,-2-1-1 0 0,-19 29 0 0 0,17-32-4 0 0,-22 25 0 0 0,29-37-75 0 0,-1-1 1 0 0,0 0-1 0 0,0 0 0 0 0,0 0 1 0 0,-15 8-1 0 0,21-14-29 0 0,0 0 0 0 0,1 0 0 0 0,-1 0 0 0 0,0 0 0 0 0,0-1 0 0 0,0 1 0 0 0,0 0 0 0 0,0-1 0 0 0,0 0 0 0 0,0 1 0 0 0,0-1 0 0 0,0 0 0 0 0,0 0 0 0 0,0 0 0 0 0,0 0 0 0 0,0 0 0 0 0,0-1 0 0 0,1 1 0 0 0,-1 0 0 0 0,0-1 0 0 0,0 0 0 0 0,0 1 0 0 0,-2-2 0 0 0,2 0 0 0 0,0 1 0 0 0,1-1 0 0 0,-1 0 0 0 0,1 1 0 0 0,-1-1 0 0 0,1 0 0 0 0,0 0 0 0 0,0 0 0 0 0,0 0 0 0 0,0 0 0 0 0,0 0 0 0 0,0 0 0 0 0,1-1 0 0 0,-1 1 0 0 0,1 0 0 0 0,-1 0 0 0 0,1 0 0 0 0,0-1 0 0 0,0 1 0 0 0,0-3 0 0 0,1-11 5 0 0,1 0 1 0 0,0 1-1 0 0,1 0 0 0 0,0 0 1 0 0,2 0-1 0 0,-1 0 0 0 0,2 0 1 0 0,0 1-1 0 0,1 0 0 0 0,0 0 1 0 0,14-17-1 0 0,-18 26-5 0 0,0 1 0 0 0,0 1 0 0 0,1-1 0 0 0,-1 0 0 0 0,1 1 0 0 0,0 0 0 0 0,7-5 0 0 0,-10 7 0 0 0,1 1 0 0 0,-1-1 0 0 0,1 0 0 0 0,-1 1 0 0 0,1-1 0 0 0,-1 1 0 0 0,1-1 0 0 0,-1 1 0 0 0,1 0 0 0 0,-1 0 0 0 0,1-1 0 0 0,-1 1 0 0 0,1 0 0 0 0,0 1 0 0 0,-1-1 0 0 0,1 0 0 0 0,-1 0 0 0 0,1 1 0 0 0,-1-1 0 0 0,1 1 0 0 0,-1-1 0 0 0,1 1 0 0 0,-1-1 0 0 0,0 1 0 0 0,1 0 0 0 0,-1 0 0 0 0,0 0 0 0 0,2 2 0 0 0,9 8 0 0 0,-2 1 0 0 0,0 0 0 0 0,-1 1 0 0 0,11 18 0 0 0,14 20 0 0 0,-27-42 70 0 0,0 0-1 0 0,0-1 1 0 0,1 0-1 0 0,0 0 1 0 0,0-1-1 0 0,1 0 1 0 0,0 0-1 0 0,0-1 1 0 0,1 0-1 0 0,-1-1 1 0 0,1 0 0 0 0,15 6-1 0 0,-7-8-3 0 0,-8-1-2641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6.0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 6911 0 0,'0'-9'499'0'0,"0"7"-371"0"0,0 0 1 0 0,0 0 0 0 0,0 0-1 0 0,1 0 1 0 0,-1 0 0 0 0,0 0-1 0 0,1 0 1 0 0,-1 0-1 0 0,1 1 1 0 0,1-3 0 0 0,-2 3 90 0 0,0 1 1 0 0,1 0 0 0 0,-1-1 0 0 0,1 1 0 0 0,-1 0-1 0 0,0 0 1 0 0,1 0 0 0 0,-1 0 0 0 0,1-1 0 0 0,-1 1-1 0 0,0 0 1 0 0,1 0 0 0 0,-1 0 0 0 0,1 0 0 0 0,-1 0-1 0 0,1 0 1 0 0,-1 0 0 0 0,1 0 0 0 0,-1 0 0 0 0,0 0-1 0 0,1 0 1 0 0,-1 0 0 0 0,1 1 0 0 0,-1-1 0 0 0,0 0-1 0 0,1 0 1 0 0,-1 0 0 0 0,1 1 0 0 0,-1-1-1 0 0,0 0 1 0 0,1 0 0 0 0,-1 1 0 0 0,0-1 0 0 0,1 0-1 0 0,-1 0 1 0 0,0 1 0 0 0,1-1 0 0 0,-1 1 0 0 0,0-1-1 0 0,1 1 1 0 0,10 16 2382 0 0,-10-15-2347 0 0,12 25 683 0 0,-2 1 0 0 0,0 1 0 0 0,11 48 1 0 0,-17-58-1080 0 0,-1-1 1 0 0,-1 1-1 0 0,-1-1 1 0 0,-1 1-1 0 0,0 0 1 0 0,-1 0-1 0 0,-4 27 1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6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66 13823 0 0,'0'0'29'0'0,"0"0"0"0"0,0-1 0 0 0,0 1 0 0 0,-1 0 0 0 0,1 0 0 0 0,0 0 0 0 0,0 0 0 0 0,0 0 0 0 0,0 0 0 0 0,0 0 0 0 0,0 0 0 0 0,0 0-1 0 0,0 0 1 0 0,0 0 0 0 0,0 0 0 0 0,0 0 0 0 0,0-1 0 0 0,0 1 0 0 0,0 0 0 0 0,0 0 0 0 0,0 0 0 0 0,0 0 0 0 0,0 0 0 0 0,0 0 0 0 0,0 0 0 0 0,0 0 0 0 0,0 0 0 0 0,0 0-1 0 0,0 0 1 0 0,0-1 0 0 0,0 1 0 0 0,0 0 0 0 0,0 0 0 0 0,0 0 0 0 0,0 0 0 0 0,0 0 0 0 0,0 0 0 0 0,0 0 0 0 0,0 0 0 0 0,0 0 0 0 0,0 0 0 0 0,0 0 0 0 0,1 0 0 0 0,-1 0-1 0 0,0-1 1 0 0,0 1 0 0 0,0 0 0 0 0,0 0 0 0 0,0 0 0 0 0,0 0 0 0 0,0 0 0 0 0,0 0 0 0 0,0 0 0 0 0,0 0 0 0 0,9-1 1824 0 0,18 0 1429 0 0,-14 1-2401 0 0,75-7 962 0 0,96-21 0 0 0,-74 9-3581 0 0,-72 14-6626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6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23 456 5527 0 0,'-2'-1'233'0'0,"1"0"-1"0"0,0 0 1 0 0,-1 0 0 0 0,1 0-1 0 0,0 0 1 0 0,0 0-1 0 0,0 0 1 0 0,0 0-1 0 0,0 0 1 0 0,0-1-1 0 0,0 1 1 0 0,0 0-1 0 0,0-1 1 0 0,0 1-1 0 0,1-1 1 0 0,-2-1-1 0 0,1-1 393 0 0,0 0 0 0 0,1 1 0 0 0,-1-1-1 0 0,1 0 1 0 0,0 0 0 0 0,0-6 0 0 0,1-2 881 0 0,1 0 0 0 0,1 0 1 0 0,5-16-1 0 0,32-78 1681 0 0,4-11-2398 0 0,-36 93-648 0 0,-2 3 56 0 0,9-42 1 0 0,-16 57-160 0 0,-3 13 4 0 0,-4 12 6 0 0,-39 176-156 0 0,40-155 72 0 0,3 0 0 0 0,1 81 0 0 0,3-113-181 0 0,0 1 0 0 0,1-1 0 0 0,1 0 1 0 0,-1 1-1 0 0,1-1 0 0 0,1 0 0 0 0,-1 0 0 0 0,7 11 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7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98 14279 0 0,'10'-17'753'0'0,"-7"10"-554"0"0,1 0 1 0 0,0 0 0 0 0,10-12 0 0 0,5 9 1291 0 0,-13 6-1129 0 0,0 0 1 0 0,1 0-1 0 0,-1 1 1 0 0,1 0-1 0 0,0 0 1 0 0,0 1-1 0 0,0 0 1 0 0,1 0-1 0 0,11-1 1 0 0,-16 2-250 0 0,1 1-1 0 0,0 0 1 0 0,-1 0 0 0 0,1 1-1 0 0,-1-1 1 0 0,1 1 0 0 0,0 0 0 0 0,-1 0-1 0 0,0 0 1 0 0,1 0 0 0 0,-1 1-1 0 0,0-1 1 0 0,1 1 0 0 0,-1 0-1 0 0,0 0 1 0 0,0 0 0 0 0,-1 0 0 0 0,1 1-1 0 0,0-1 1 0 0,-1 1 0 0 0,1 0-1 0 0,1 2 1 0 0,0 1-87 0 0,0 0 1 0 0,-1-1-1 0 0,0 1 0 0 0,0 1 1 0 0,-1-1-1 0 0,1 0 1 0 0,-1 1-1 0 0,-1-1 0 0 0,1 1 1 0 0,-1-1-1 0 0,0 1 0 0 0,-1 0 1 0 0,1 0-1 0 0,-1-1 0 0 0,-1 1 1 0 0,1 0-1 0 0,-1-1 0 0 0,0 1 1 0 0,-4 10-1 0 0,0-1-29 0 0,-1 0 1 0 0,-1 0-1 0 0,0 0 0 0 0,-2-1 0 0 0,1 0 1 0 0,-17 20-1 0 0,29-40 3 0 0,1 0 0 0 0,0 0 0 0 0,0 1 0 0 0,0 0 0 0 0,1 0 0 0 0,-1 0 0 0 0,1 1-1 0 0,0-1 1 0 0,0 1 0 0 0,0 1 0 0 0,1-1 0 0 0,-1 1 0 0 0,0 0 0 0 0,13-1 0 0 0,-15 2 0 0 0,0 1 0 0 0,0 0 0 0 0,0 0 1 0 0,-1 0-1 0 0,1 0 0 0 0,0 0 0 0 0,0 1 0 0 0,0 0 0 0 0,-1 0 1 0 0,1 0-1 0 0,0 0 0 0 0,4 3 0 0 0,-6-3 1 0 0,1 1 0 0 0,-1 0-1 0 0,1 0 1 0 0,-1 0 0 0 0,0 0 0 0 0,0 0-1 0 0,0 0 1 0 0,0 1 0 0 0,0-1 0 0 0,0 1-1 0 0,0-1 1 0 0,-1 1 0 0 0,1 0 0 0 0,-1 0-1 0 0,0 0 1 0 0,0-1 0 0 0,1 5 0 0 0,-1-1 22 0 0,0 0-1 0 0,0 1 1 0 0,0-1 0 0 0,-1 1 0 0 0,0-1-1 0 0,0 1 1 0 0,-1-1 0 0 0,1 0 0 0 0,-1 1 0 0 0,-1-1-1 0 0,1 0 1 0 0,-1 1 0 0 0,0-1 0 0 0,-1 0 0 0 0,0 0-1 0 0,0-1 1 0 0,0 1 0 0 0,0 0 0 0 0,-1-1-1 0 0,0 0 1 0 0,-5 6 0 0 0,1-3 39 0 0,0 0 0 0 0,0 0 0 0 0,-1-1 0 0 0,0 0 1 0 0,0-1-1 0 0,-1 0 0 0 0,1 0 0 0 0,-1-1 0 0 0,-1 0 0 0 0,1-1 0 0 0,-15 4 0 0 0,14-5-1 0 0,1-1-1 0 0,-1 0 0 0 0,1-1 0 0 0,-1 0 1 0 0,0 0-1 0 0,1-1 0 0 0,-1-1 0 0 0,0 0 0 0 0,0 0 1 0 0,1-1-1 0 0,-14-4 0 0 0,23 5-74 0 0,0 1 0 0 0,0 0 1 0 0,1-1-1 0 0,-1 1 0 0 0,0 0 0 0 0,0-1 0 0 0,1 1 0 0 0,-1-1 0 0 0,0 1 0 0 0,1-1 1 0 0,-1 1-1 0 0,0-1 0 0 0,1 0 0 0 0,-1 1 0 0 0,1-1 0 0 0,-1-1 0 0 0,1 2-2 0 0,0 0 0 0 0,0-1 0 0 0,0 1 0 0 0,0-1 0 0 0,0 1-1 0 0,0 0 1 0 0,0-1 0 0 0,0 1 0 0 0,0-1 0 0 0,0 1 0 0 0,0 0-1 0 0,0-1 1 0 0,0 1 0 0 0,0-1 0 0 0,1 1 0 0 0,-1 0 0 0 0,0-1-1 0 0,0 1 1 0 0,0 0 0 0 0,1-1 0 0 0,-1 1 0 0 0,0 0 0 0 0,0-1-1 0 0,1 1 1 0 0,-1 0 0 0 0,0-1 0 0 0,1 1 0 0 0,-1 0 0 0 0,0 0-1 0 0,1 0 1 0 0,-1-1 0 0 0,1 1 0 0 0,0 0 0 0 0,7-5-647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7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40 17967 0 0,'2'-9'445'0'0,"-2"7"-313"0"0,0-1-1 0 0,1 1 1 0 0,-1 0 0 0 0,1-1 0 0 0,0 1-1 0 0,-1 0 1 0 0,1-1 0 0 0,0 1-1 0 0,0 0 1 0 0,1 0 0 0 0,1-3 0 0 0,-2 5-86 0 0,-1 0 0 0 0,0 0 0 0 0,1 0 1 0 0,-1 0-1 0 0,0 0 0 0 0,0 0 0 0 0,1 0 1 0 0,-1 0-1 0 0,0 1 0 0 0,1-1 0 0 0,-1 0 1 0 0,0 0-1 0 0,0 0 0 0 0,0 0 0 0 0,1 1 1 0 0,-1-1-1 0 0,0 0 0 0 0,0 0 1 0 0,1 1-1 0 0,-1-1 0 0 0,0 0 0 0 0,0 0 1 0 0,0 1-1 0 0,0-1 0 0 0,0 0 0 0 0,0 0 1 0 0,1 1-1 0 0,-1 0 0 0 0,4 9 458 0 0,-2-1-251 0 0,0 1 1 0 0,-1 0-1 0 0,0 0 0 0 0,0 0 1 0 0,-1 17-1 0 0,-9 51 420 0 0,6-63-637 0 0,0 0 1 0 0,-1 0-1 0 0,-1-1 0 0 0,0 1 0 0 0,-1-1 0 0 0,-1 0 1 0 0,0 0-1 0 0,-14 19 0 0 0,15-25-21 0 0,0 0 0 0 0,0 0 0 0 0,-1-1 0 0 0,0 0 0 0 0,0-1 1 0 0,-1 1-1 0 0,0-1 0 0 0,0-1 0 0 0,0 0 0 0 0,-1 0 0 0 0,1 0 0 0 0,-1-1 0 0 0,0 0 0 0 0,-15 3 0 0 0,20-6-15 0 0,1 0 0 0 0,-1-1 0 0 0,0 1 0 0 0,0-1 0 0 0,0 0 0 0 0,0 0 0 0 0,0-1 0 0 0,1 1 0 0 0,-1-1 0 0 0,0 0 0 0 0,0 0 0 0 0,0 0 0 0 0,1 0 0 0 0,-1-1 0 0 0,1 1 0 0 0,-1-1 0 0 0,1 0 0 0 0,0 0 0 0 0,-1 0 0 0 0,-3-4 0 0 0,5 4 0 0 0,-1-1 0 0 0,1 1 0 0 0,0-1 0 0 0,0 0 0 0 0,0 1 0 0 0,1-1 0 0 0,-1 0 0 0 0,1 0 0 0 0,-1 0 0 0 0,1 0 0 0 0,0-1 0 0 0,0 1 0 0 0,0 0 0 0 0,1 0 0 0 0,-1-1 0 0 0,1 1 0 0 0,0 0 0 0 0,0-1 0 0 0,0 1 0 0 0,0 0 0 0 0,1-1 0 0 0,-1 1 0 0 0,1 0 0 0 0,1-4 0 0 0,0 1 5 0 0,0 1 0 0 0,0-1-1 0 0,1 1 1 0 0,-1 0 0 0 0,1 0 0 0 0,1 0-1 0 0,-1 0 1 0 0,1 0 0 0 0,0 1 0 0 0,0 0-1 0 0,0 0 1 0 0,0 0 0 0 0,1 0 0 0 0,-1 0-1 0 0,9-4 1 0 0,-10 6-1 0 0,1 1 0 0 0,0-1 1 0 0,-1 1-1 0 0,1-1 0 0 0,0 1 0 0 0,0 0 0 0 0,0 0 0 0 0,0 1 1 0 0,0-1-1 0 0,0 1 0 0 0,0 0 0 0 0,0 0 0 0 0,0 0 0 0 0,0 1 1 0 0,0-1-1 0 0,0 1 0 0 0,0 0 0 0 0,0 0 0 0 0,0 0 0 0 0,0 1 1 0 0,-1-1-1 0 0,1 1 0 0 0,3 2 0 0 0,0 1-12 0 0,-1-1 0 0 0,0 1 0 0 0,0 1 0 0 0,-1-1 0 0 0,0 1 0 0 0,0 0 0 0 0,6 9 0 0 0,27 50-26 0 0,-25-39-1 0 0,-7-15-140 0 0,0 0 252 0 0,-1-1 0 0 0,2 0 0 0 0,-1 0 0 0 0,10 10 0 0 0,-13-18-202 0 0,-1 1 0 0 0,0-1 0 0 0,1 0-1 0 0,0 0 1 0 0,-1 0 0 0 0,1 0 0 0 0,0-1-1 0 0,0 1 1 0 0,0-1 0 0 0,0 0-1 0 0,0 0 1 0 0,0 0 0 0 0,1 0 0 0 0,-1 0-1 0 0,0-1 1 0 0,0 1 0 0 0,1-1 0 0 0,-1 0-1 0 0,6 0 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7.7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1 204 8751 0 0,'0'-9'327'0'0,"0"3"-180"0"0,1 0 1 0 0,-1 0-1 0 0,1 0 0 0 0,0 1 1 0 0,0-1-1 0 0,0 0 1 0 0,1 1-1 0 0,0-1 0 0 0,0 1 1 0 0,1 0-1 0 0,-1-1 1 0 0,5-4-1 0 0,3-4 934 0 0,1 1 0 0 0,0 1 0 0 0,1 0 0 0 0,24-18 0 0 0,-30 26-695 0 0,0 0 0 0 0,0 0 0 0 0,0 0 0 0 0,0 1 1 0 0,0 0-1 0 0,1 0 0 0 0,-1 1 0 0 0,1 0 0 0 0,0 0 0 0 0,0 1 1 0 0,0 0-1 0 0,0 0 0 0 0,0 0 0 0 0,9 1 0 0 0,-13 0-359 0 0,-1 0-1 0 0,0 1 1 0 0,1-1 0 0 0,-1 1-1 0 0,0-1 1 0 0,1 1 0 0 0,-1 0-1 0 0,0 0 1 0 0,0 0-1 0 0,0 0 1 0 0,0 0 0 0 0,0 0-1 0 0,0 1 1 0 0,0-1 0 0 0,0 1-1 0 0,0-1 1 0 0,2 4-1 0 0,-2-2 20 0 0,-1-1 0 0 0,1 1 0 0 0,-1 0 0 0 0,0 0 0 0 0,0 0 0 0 0,0 0 0 0 0,0 0 0 0 0,0 0 0 0 0,-1 0-1 0 0,1 0 1 0 0,-1 0 0 0 0,0 3 0 0 0,0 4 45 0 0,-1-1-1 0 0,0 1 1 0 0,-1 0-1 0 0,0-1 1 0 0,0 1-1 0 0,-1-1 1 0 0,-6 14-1 0 0,-25 38 11 0 0,25-46-40 0 0,0 1 1 0 0,1 0-1 0 0,-11 32 1 0 0,18-47-41 0 0,1 1 1 0 0,-1-1-1 0 0,1 1 1 0 0,-1-1-1 0 0,1 1 1 0 0,0-1-1 0 0,0 1 1 0 0,0-1-1 0 0,0 1 1 0 0,0-1-1 0 0,0 1 1 0 0,0 0-1 0 0,0-1 1 0 0,1 1-1 0 0,-1-1 1 0 0,0 1-1 0 0,1-1 1 0 0,0 1-1 0 0,-1-1 1 0 0,1 0-1 0 0,0 1 1 0 0,1 1-1 0 0,-1-2 14 0 0,1 0 1 0 0,-1 0-1 0 0,1 0 0 0 0,-1 0 0 0 0,1 0 1 0 0,0-1-1 0 0,-1 1 0 0 0,1 0 0 0 0,0-1 1 0 0,0 1-1 0 0,-1-1 0 0 0,1 0 0 0 0,0 0 1 0 0,0 0-1 0 0,0 1 0 0 0,2-2 0 0 0,8 0 109 0 0,0-1 0 0 0,-1 0 0 0 0,1 0 0 0 0,16-7 0 0 0,35-18 181 0 0,-42 17-375 0 0,28-9 0 0 0,-41 17-215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49.8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33 142 5063 0 0,'-4'-2'849'0'0,"0"0"0"0"0,1 0 0 0 0,-1-1 0 0 0,1 1-1 0 0,0-1 1 0 0,-4-3 0 0 0,7 6-709 0 0,-1-1 0 0 0,1 1 0 0 0,-1-1 0 0 0,1 1 0 0 0,0-1 0 0 0,-1 0 0 0 0,1 1 0 0 0,0-1 0 0 0,-1 1 0 0 0,1-1 0 0 0,0 0 0 0 0,0 1 0 0 0,0-1 0 0 0,-1 1 0 0 0,1-1 0 0 0,0 0 0 0 0,0 1 0 0 0,0-1 0 0 0,0 0 0 0 0,0 1 0 0 0,0-1 0 0 0,0 0 0 0 0,0 1 0 0 0,1-1 0 0 0,-1 0 0 0 0,0 1 0 0 0,0-1 0 0 0,0 0 0 0 0,1 1 0 0 0,-1-1 0 0 0,0 1 0 0 0,1-1 0 0 0,-1 1 0 0 0,0-1 0 0 0,1 1 0 0 0,-1-1 0 0 0,1 1 0 0 0,-1-1 0 0 0,1 1 0 0 0,-1-1 0 0 0,1 1 0 0 0,-1 0 0 0 0,1-1 0 0 0,0 1 0 0 0,-1 0 0 0 0,1-1 0 0 0,-1 1 0 0 0,1 0 0 0 0,1 0 0 0 0,6-3 376 0 0,0 0 0 0 0,0 1 1 0 0,0 0-1 0 0,0 0 0 0 0,1 1 0 0 0,9 0 1 0 0,20-4-69 0 0,241-41 276 0 0,-267 44-1185 0 0,1-1 0 0 0,-1 0 0 0 0,0-1 0 0 0,20-8 0 0 0,-18 5-6930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50.2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50 4607 0 0,'-3'-7'-259'0'0,"-5"-14"2564"0"0,8 20-1984 0 0,-1 0 0 0 0,1 0-1 0 0,0 0 1 0 0,0 0-1 0 0,0 1 1 0 0,0-1-1 0 0,0 0 1 0 0,0 0 0 0 0,0 0-1 0 0,0 0 1 0 0,1 0-1 0 0,-1 0 1 0 0,0 1-1 0 0,0-1 1 0 0,1 0 0 0 0,-1 0-1 0 0,0 0 1 0 0,1 1-1 0 0,-1-1 1 0 0,1 0-1 0 0,0-1 1 0 0,0 2-118 0 0,-1 0 0 0 0,1-1-1 0 0,0 1 1 0 0,-1 0 0 0 0,1 0 0 0 0,-1 0 0 0 0,1-1 0 0 0,0 1 0 0 0,-1 0-1 0 0,1 0 1 0 0,0 0 0 0 0,-1 0 0 0 0,1 0 0 0 0,0 0 0 0 0,-1 0-1 0 0,1 0 1 0 0,0 1 0 0 0,-1-1 0 0 0,1 0 0 0 0,0 0 0 0 0,-1 0 0 0 0,1 1-1 0 0,0 0 1 0 0,17 8 1121 0 0,-14-7-865 0 0,31 19 498 0 0,7 2-409 0 0,-2 2 0 0 0,50 40 0 0 0,-84-60-539 0 0,12 11 48 0 0,0 0-1 0 0,16 20 0 0 0,-30-31-47 0 0,0 0-1 0 0,0 0 0 0 0,-1 0 1 0 0,0 0-1 0 0,0 0 1 0 0,0 1-1 0 0,0 0 0 0 0,-1-1 1 0 0,0 1-1 0 0,0 0 1 0 0,-1 0-1 0 0,0 0 0 0 0,1 10 1 0 0,-2-12 10 0 0,-1-1 0 0 0,1 1 1 0 0,-1-1-1 0 0,0 1 0 0 0,0-1 1 0 0,-1 1-1 0 0,1-1 0 0 0,-1 0 1 0 0,1 0-1 0 0,-1 0 0 0 0,0 0 0 0 0,0 0 1 0 0,0 0-1 0 0,-1 0 0 0 0,1-1 1 0 0,-1 1-1 0 0,0-1 0 0 0,-4 3 1 0 0,-6 5 73 0 0,-2 0 1 0 0,-23 11 0 0 0,25-14-53 0 0,-86 41 247 0 0,-7 5 0 0 0,103-52-544 0 0,1 1-1 0 0,0-1 1 0 0,0 1-1 0 0,0-1 1 0 0,0 1-1 0 0,-3 3 0 0 0,4-4 67 0 0,1 0 0 0 0,-1-1 0 0 0,1 1 0 0 0,0 0-1 0 0,-1-1 1 0 0,1 1 0 0 0,0 0 0 0 0,-1-1 0 0 0,1 1-1 0 0,0 0 1 0 0,-1 0 0 0 0,1-1 0 0 0,0 1 0 0 0,0 0-1 0 0,0 0 1 0 0,0 0 0 0 0,0-1 0 0 0,0 1 0 0 0,0 0-1 0 0,0 0 1 0 0,0-1 0 0 0,0 1 0 0 0,1 0 0 0 0,-1 0 0 0 0,0-1-1 0 0,0 1 1 0 0,1 1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51.3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54 439 5063 0 0,'-3'-1'455'0'0,"0"0"0"0"0,0 0 1 0 0,0 0-1 0 0,0-1 0 0 0,1 1 0 0 0,-1-1 0 0 0,0 1 0 0 0,1-1 0 0 0,0 0 0 0 0,-1 0 0 0 0,1 0 0 0 0,0 0 0 0 0,0-1 0 0 0,0 1 0 0 0,0-1 0 0 0,0 1 0 0 0,1-1 0 0 0,-1 0 0 0 0,1 1 0 0 0,0-1 0 0 0,-1 0 0 0 0,1 0 0 0 0,1 0 0 0 0,-1 0 0 0 0,0 0 0 0 0,1 0 0 0 0,-1 0 0 0 0,1-3 0 0 0,0-7 473 0 0,0 1-1 0 0,1 0 1 0 0,2-15-1 0 0,20-68 490 0 0,-9 46-1092 0 0,-11 35-270 0 0,2-1 0 0 0,0 1 0 0 0,1-1 0 0 0,0 1-1 0 0,1 1 1 0 0,10-15 0 0 0,-14 23-32 0 0,0 1 0 0 0,1 0-1 0 0,-1 0 1 0 0,1 0 0 0 0,0 0-1 0 0,1 1 1 0 0,-1-1 0 0 0,0 1 0 0 0,6-3-1 0 0,-7 5-15 0 0,1-1-1 0 0,-1 1 0 0 0,0 0 1 0 0,1 0-1 0 0,-1 0 0 0 0,1 1 0 0 0,-1-1 1 0 0,1 1-1 0 0,-1 0 0 0 0,1 0 1 0 0,-1 0-1 0 0,1 0 0 0 0,-1 1 1 0 0,1-1-1 0 0,4 2 0 0 0,-4 0-6 0 0,0-1 0 0 0,-1 1 0 0 0,1 0 0 0 0,-1 0 0 0 0,1 0 0 0 0,-1 0 0 0 0,1 1 0 0 0,-1-1 0 0 0,0 1 0 0 0,0 0 0 0 0,0 0 0 0 0,-1 0 0 0 0,1 0 0 0 0,-1 1 0 0 0,0-1 0 0 0,0 1 0 0 0,0-1 0 0 0,0 1 0 0 0,0 0 0 0 0,1 4 0 0 0,1 6 0 0 0,0 0 0 0 0,-1-1 0 0 0,-1 1 0 0 0,2 22 0 0 0,-4-20-7 0 0,0 0 0 0 0,-1 0 0 0 0,0 0-1 0 0,-7 30 1 0 0,5-36 3 0 0,0-1 0 0 0,0 1 0 0 0,-1 0 0 0 0,0-1 0 0 0,0 0 0 0 0,-1 0 0 0 0,0 0 0 0 0,-11 13 0 0 0,15-21 4 0 0,0 0 1 0 0,1 0-1 0 0,-1-1 0 0 0,0 1 1 0 0,1 0-1 0 0,-1 0 0 0 0,0-1 1 0 0,0 1-1 0 0,0-1 0 0 0,1 1 0 0 0,-1 0 1 0 0,0-1-1 0 0,0 0 0 0 0,0 1 1 0 0,0-1-1 0 0,0 0 0 0 0,0 1 1 0 0,0-1-1 0 0,-1 0 0 0 0,1 0 1 0 0,0 0-1 0 0,1 0 1 0 0,-1-1 0 0 0,1 1-1 0 0,-1 0 1 0 0,0-1 0 0 0,1 1-1 0 0,-1 0 1 0 0,1-1 0 0 0,-1 1-1 0 0,1-1 1 0 0,0 1 0 0 0,-1-1-1 0 0,1 1 1 0 0,-1-1 0 0 0,1 1-1 0 0,0-1 1 0 0,-1 1 0 0 0,1-1-1 0 0,0 1 1 0 0,0-1-1 0 0,-1 0 1 0 0,0-4 6 0 0,-1 0-1 0 0,1 0 1 0 0,0 0-1 0 0,1 0 1 0 0,-1-9-1 0 0,2 2 14 0 0,0 1 0 0 0,0-1 0 0 0,1 1 0 0 0,1 0 0 0 0,0-1-1 0 0,0 1 1 0 0,6-11 0 0 0,2-2 51 0 0,29-44-1 0 0,-36 62-70 0 0,1 0 0 0 0,0 0 0 0 0,0 0 0 0 0,0 1 0 0 0,1 0 0 0 0,0 0 0 0 0,0 0 0 0 0,0 1 0 0 0,0 0 0 0 0,1 0 0 0 0,0 1 0 0 0,7-4 0 0 0,-11 6 0 0 0,0 0 0 0 0,-1 0 0 0 0,1 0 0 0 0,0 1 0 0 0,0-1 0 0 0,0 1 0 0 0,0-1 0 0 0,0 1 0 0 0,0 0 0 0 0,0 0 0 0 0,0 1 0 0 0,0-1 0 0 0,-1 0 0 0 0,1 1 0 0 0,0 0 0 0 0,0 0 0 0 0,0 0 0 0 0,-1 0 0 0 0,1 0 0 0 0,0 0 0 0 0,-1 1 0 0 0,1-1 0 0 0,-1 1 0 0 0,1 0 0 0 0,-1-1 0 0 0,0 1 0 0 0,0 0 0 0 0,0 1 0 0 0,0-1 0 0 0,0 0 0 0 0,-1 1 0 0 0,1-1 0 0 0,2 6 0 0 0,0 0 2 0 0,0 1 0 0 0,-1 0 0 0 0,0 0 0 0 0,-1 0-1 0 0,0 0 1 0 0,0 0 0 0 0,-1 1 0 0 0,0-1 0 0 0,-1 14 0 0 0,-1-9 4 0 0,0 0-1 0 0,-1-1 1 0 0,0 1 0 0 0,-1 0 0 0 0,-8 23-1 0 0,9-33 1 0 0,1-1-5 0 0,0 0-1 0 0,0 0 1 0 0,0 0-1 0 0,-1 0 1 0 0,1-1-1 0 0,-1 1 1 0 0,0 0-1 0 0,1-1 1 0 0,-5 5-1 0 0,5-12 0 0 0,1 0 0 0 0,0 0 0 0 0,0 0 0 0 0,0-1 0 0 0,2-6 0 0 0,3-10 16 0 0,1 1 0 0 0,1-1-1 0 0,1 1 1 0 0,1 0 0 0 0,17-27 0 0 0,-22 40-16 0 0,1 1 0 0 0,0 0 1 0 0,0 0-1 0 0,0 1 1 0 0,1-1-1 0 0,0 1 1 0 0,1 0-1 0 0,-1 1 1 0 0,1 0-1 0 0,0 0 1 0 0,0 0-1 0 0,1 1 0 0 0,-1 0 1 0 0,1 0-1 0 0,0 1 1 0 0,0 0-1 0 0,12-3 1 0 0,-17 6 0 0 0,0-1 1 0 0,0 1-1 0 0,1 0 1 0 0,-1 0-1 0 0,0 0 1 0 0,0 0-1 0 0,0 0 1 0 0,0 1-1 0 0,0 0 1 0 0,0-1-1 0 0,0 1 1 0 0,-1 0-1 0 0,1 0 1 0 0,0 1-1 0 0,5 2 1 0 0,-5-2 0 0 0,0 1 0 0 0,0 0 0 0 0,0-1 0 0 0,0 1 0 0 0,0 0 1 0 0,-1 1-1 0 0,1-1 0 0 0,-1 0 0 0 0,0 1 0 0 0,3 6 0 0 0,-2-1 1 0 0,0-1 0 0 0,0 1-1 0 0,-1 0 1 0 0,0 0-1 0 0,-1 0 1 0 0,0 0-1 0 0,0 0 1 0 0,-1 1 0 0 0,-2 15-1 0 0,1-16 2 0 0,-3 25 32 0 0,4-33-36 0 0,0 0 1 0 0,0 0 0 0 0,0 0 0 0 0,0 0 0 0 0,0 0 0 0 0,0 0 0 0 0,0 0 0 0 0,0 0 0 0 0,0 0 0 0 0,0 0 0 0 0,1 0-1 0 0,-1-1 1 0 0,0 1 0 0 0,1 0 0 0 0,-1 0 0 0 0,1 0 0 0 0,-1 0 0 0 0,1 0 0 0 0,-1-1 0 0 0,1 1 0 0 0,0 0 0 0 0,-1-1-1 0 0,1 1 1 0 0,0 0 0 0 0,0-1 0 0 0,0 1 0 0 0,1 0-1 0 0,0-1 0 0 0,1 0 0 0 0,-1 0 0 0 0,0 0 0 0 0,0 0 0 0 0,0-1 0 0 0,0 1 0 0 0,0-1 0 0 0,-1 1 0 0 0,1-1 0 0 0,0 0 0 0 0,0 1 0 0 0,0-1 0 0 0,0 0 0 0 0,2-2 0 0 0,25-18 0 0 0,-18 12-3 0 0,-1-1-1 0 0,0 0 0 0 0,-1-1 1 0 0,0 0-1 0 0,14-23 0 0 0,27-65-30 0 0,-24 43 26 0 0,-23 54 3 0 0,-2 8-8 0 0,-1 12-20 0 0,0-18 31 0 0,-8 63-13 0 0,5-45 61 0 0,0 0 0 0 0,2 0 0 0 0,0 0 0 0 0,1 1 0 0 0,2 22 0 0 0,-1-39-36 0 0,-1 1 1 0 0,1-1-1 0 0,-1 1 1 0 0,1-1-1 0 0,0 1 0 0 0,0-1 1 0 0,0 0-1 0 0,0 0 0 0 0,0 1 1 0 0,0-1-1 0 0,1 0 0 0 0,-1 0 1 0 0,1 0-1 0 0,-1 0 1 0 0,1-1-1 0 0,0 1 0 0 0,0 0 1 0 0,0-1-1 0 0,0 1 0 0 0,0-1 1 0 0,0 0-1 0 0,3 2 0 0 0,-2-2-15 0 0,0 0 1 0 0,0-1-1 0 0,0 1 0 0 0,0-1 0 0 0,0 0 0 0 0,0 0 0 0 0,1 0 0 0 0,-1 0 0 0 0,0 0 0 0 0,0-1 0 0 0,0 1 0 0 0,0-1 0 0 0,0 0 0 0 0,0 0 0 0 0,0 0 0 0 0,0 0 0 0 0,3-2 0 0 0,2-1-519 0 0,-1 0 0 0 0,1-1 0 0 0,-1 1 0 0 0,8-8 0 0 0,-4 0-7653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51.5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60 4143 0 0,'-4'-12'368'0'0,"3"5"-296"0"0,-1 0-72 0 0,-1 0 0 0 0,3 4 2480 0 0,0 1-1088 0 0,1-1 8 0 0,1-2 288 0 0,0-2 56 0 0,3 4 16 0 0,0-1 0 0 0,3 6-1200 0 0,-1 1-240 0 0,0 6-40 0 0,-2 1-16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52.1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12 345 9671 0 0,'-2'-2'368'0'0,"1"1"-1"0"0,0-1 1 0 0,0 0 0 0 0,0 0-1 0 0,0 0 1 0 0,0 0-1 0 0,0 0 1 0 0,1-1-1 0 0,-1 1 1 0 0,1 0-1 0 0,-1 0 1 0 0,1 0-1 0 0,0 0 1 0 0,0-1 0 0 0,0 1-1 0 0,0 0 1 0 0,1-4-1 0 0,1-6 2217 0 0,6-23-1 0 0,-6 28-2415 0 0,3-14 259 0 0,1 0 0 0 0,2 1 0 0 0,0 0 0 0 0,1 0 0 0 0,0 1 0 0 0,24-33 0 0 0,-31 49-424 0 0,0 0 0 0 0,0 1 0 0 0,1-1-1 0 0,-1 1 1 0 0,1 0 0 0 0,0 0 0 0 0,0 0 0 0 0,-1 0-1 0 0,1 0 1 0 0,1 0 0 0 0,-1 1 0 0 0,0 0 0 0 0,0-1 0 0 0,0 1-1 0 0,1 0 1 0 0,-1 1 0 0 0,1-1 0 0 0,-1 1 0 0 0,1-1-1 0 0,-1 1 1 0 0,1 0 0 0 0,-1 0 0 0 0,0 1 0 0 0,1-1 0 0 0,-1 1-1 0 0,1-1 1 0 0,-1 1 0 0 0,0 0 0 0 0,1 0 0 0 0,-1 1-1 0 0,0-1 1 0 0,0 1 0 0 0,0 0 0 0 0,0-1 0 0 0,0 1 0 0 0,0 1-1 0 0,-1-1 1 0 0,1 0 0 0 0,-1 1 0 0 0,1-1 0 0 0,-1 1-1 0 0,0 0 1 0 0,3 3 0 0 0,-1 2-3 0 0,0-1 0 0 0,0 1 0 0 0,-1 0 0 0 0,0 0 0 0 0,0 0 0 0 0,-1 1 0 0 0,0-1 0 0 0,0 1 0 0 0,-1-1 0 0 0,0 1 0 0 0,-1 0 0 0 0,0-1 0 0 0,0 1 0 0 0,-2 9 0 0 0,0-5 0 0 0,0 0 0 0 0,-1 0 0 0 0,0 0 0 0 0,-1-1 0 0 0,-1 1 0 0 0,0-1 0 0 0,0 0 0 0 0,-12 18 0 0 0,39-60 0 0 0,22-36 0 0 0,-34 46 0 0 0,13-35 0 0 0,-19 41 0 0 0,2 1 0 0 0,-1-1 0 0 0,2 1 0 0 0,0 0 0 0 0,0 1 0 0 0,14-17 0 0 0,-20 27 1 0 0,-1 1 1 0 0,1 1-1 0 0,0-1 1 0 0,0 0-1 0 0,0 0 0 0 0,0 0 1 0 0,0 0-1 0 0,0 1 0 0 0,0-1 1 0 0,0 0-1 0 0,1 1 0 0 0,-1-1 1 0 0,0 1-1 0 0,0-1 1 0 0,0 1-1 0 0,1 0 0 0 0,-1-1 1 0 0,0 1-1 0 0,0 0 0 0 0,1 0 1 0 0,-1 0-1 0 0,2 0 0 0 0,-1 1 4 0 0,0-1 0 0 0,-1 1 0 0 0,1 0 0 0 0,0-1 0 0 0,-1 1 0 0 0,1 0 0 0 0,0 0 0 0 0,-1 1 0 0 0,0-1-1 0 0,1 0 1 0 0,-1 0 0 0 0,0 1 0 0 0,3 2 0 0 0,1 4 15 0 0,0 0 0 0 0,0 0 0 0 0,-1 0 0 0 0,6 18 0 0 0,3 24-20 0 0,-10-38 0 0 0,0 1 0 0 0,0-1 0 0 0,1 0 0 0 0,7 15 0 0 0,-10-26 0 0 0,0 0 0 0 0,-1 0 0 0 0,1-1 0 0 0,0 1 0 0 0,-1 0 0 0 0,1 0 0 0 0,0 0 0 0 0,0 0 0 0 0,0 0 0 0 0,0-1 0 0 0,-1 1 0 0 0,1 0 0 0 0,0-1 0 0 0,1 1 0 0 0,-1-1 0 0 0,0 1 0 0 0,0-1 0 0 0,0 0 0 0 0,0 1 0 0 0,0-1 0 0 0,1 0 0 0 0,1 0 0 0 0,-1 0 0 0 0,1 0 0 0 0,-1 0 0 0 0,1 0 0 0 0,-1-1 0 0 0,1 1 0 0 0,-1-1 0 0 0,1 0 0 0 0,2-1 0 0 0,4-2 0 0 0,-1 0 0 0 0,-1-1 0 0 0,1 0 0 0 0,10-9 0 0 0,-5 2 0 0 0,0-1 0 0 0,-1-1 0 0 0,-1 0 0 0 0,0-1 0 0 0,0 0 0 0 0,-2 0 0 0 0,0-1 0 0 0,-1 0 0 0 0,0-1 0 0 0,-2 0 0 0 0,0 0 0 0 0,8-36 0 0 0,-14 125 1200 0 0,-3-22-1200 0 0,0-33 0 0 0,2 1 0 0 0,0-1 0 0 0,1 1 0 0 0,1-1 0 0 0,5 27 0 0 0,-6-42 2 0 0,1 0-1 0 0,-1 1 1 0 0,1-1-1 0 0,0 0 1 0 0,0 0-1 0 0,0 0 1 0 0,0 0-1 0 0,0 0 1 0 0,0 0-1 0 0,1 0 1 0 0,-1 0-1 0 0,1 0 1 0 0,-1 0-1 0 0,1-1 1 0 0,0 1-1 0 0,0-1 1 0 0,0 1-1 0 0,-1-1 1 0 0,1 0-1 0 0,0 0 1 0 0,3 2-1 0 0,-2-3-44 0 0,-1 1 0 0 0,1-1 0 0 0,0 1 0 0 0,0-1 0 0 0,-1 0-1 0 0,1 0 1 0 0,0 0 0 0 0,0 0 0 0 0,-1-1 0 0 0,1 1 0 0 0,0-1 0 0 0,-1 0-1 0 0,1 1 1 0 0,-1-1 0 0 0,1 0 0 0 0,-1-1 0 0 0,1 1 0 0 0,2-2-1 0 0,9-7-1994 0 0,-1-3-6377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52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40 7831 0 0,'-4'-14'344'0'0,"3"7"72"0"0,-1 1-328 0 0,2-6 6416 0 0,3 15-5800 0 0,1 4-208 0 0,3 1-40 0 0,-1 6-8 0 0,3 1-1480 0 0,1 6-304 0 0,2 6-56 0 0,-3-2-16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52.8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10 267 10135 0 0,'-1'-2'415'0'0,"-1"1"-1"0"0,1-1 0 0 0,1 0 1 0 0,-1 1-1 0 0,0-1 0 0 0,0 0 1 0 0,1 0-1 0 0,-1 0 1 0 0,1 0-1 0 0,-1 0 0 0 0,1 0 1 0 0,0 0-1 0 0,0 0 0 0 0,0 0 1 0 0,0 0-1 0 0,0 0 0 0 0,0 0 1 0 0,1 0-1 0 0,-1 0 0 0 0,1-2 1 0 0,3-8 964 0 0,-1 0-1 0 0,7-12 1 0 0,-7 15-1004 0 0,2-3-275 0 0,24-53 856 0 0,-26 58-874 0 0,1 0-1 0 0,0 1 0 0 0,0 0 1 0 0,0 0-1 0 0,1 0 0 0 0,0 1 1 0 0,7-7-1 0 0,-10 10-81 0 0,1 0 0 0 0,-1 1 0 0 0,1-1 0 0 0,-1 0 0 0 0,1 1 0 0 0,0 0 0 0 0,-1 0 0 0 0,1-1 0 0 0,0 2 0 0 0,0-1 0 0 0,0 0 0 0 0,0 0 0 0 0,0 1 0 0 0,0 0 0 0 0,0-1 0 0 0,0 1 0 0 0,0 0 0 0 0,0 1 0 0 0,0-1 0 0 0,0 1 0 0 0,0-1 0 0 0,-1 1 0 0 0,1 0 0 0 0,0 0 0 0 0,0 0 0 0 0,0 0 0 0 0,-1 0 0 0 0,1 1 0 0 0,0-1 0 0 0,-1 1 0 0 0,0 0 0 0 0,1 0 0 0 0,1 2 0 0 0,2 1 0 0 0,-1 1 0 0 0,0 0 0 0 0,0 0 0 0 0,0 0 0 0 0,-1 0 0 0 0,0 1 0 0 0,0 0 0 0 0,-1 0 0 0 0,0 0 0 0 0,0 0 0 0 0,3 14 0 0 0,-4-4 0 0 0,0 1 0 0 0,-1 0 0 0 0,0 0 0 0 0,-2-1 0 0 0,0 1 0 0 0,-5 21 0 0 0,2-3 0 0 0,3-36 0 0 0,1 0 0 0 0,0 1 0 0 0,0-1 0 0 0,0 0 0 0 0,0 0 0 0 0,0 1 0 0 0,0-1 0 0 0,0 0 0 0 0,0 1 0 0 0,-1-1 0 0 0,1 0 0 0 0,0 0 0 0 0,0 1 0 0 0,0-1 0 0 0,0 0 0 0 0,0 0 0 0 0,0 1 0 0 0,1-1 0 0 0,-1 0 0 0 0,0 0 0 0 0,0 1 0 0 0,0-1 0 0 0,0 0 0 0 0,0 0 0 0 0,0 1 0 0 0,0-1 0 0 0,0 0 0 0 0,1 0 0 0 0,-1 1 0 0 0,0-1 0 0 0,0 0 0 0 0,0 0 0 0 0,1 0 0 0 0,-1 1 0 0 0,0-1 0 0 0,8-9 0 0 0,10-26 0 0 0,-15 29 0 0 0,34-79 13 0 0,-23 50 7 0 0,31-53 0 0 0,-43 83-12 0 0,1 1 0 0 0,0-1-1 0 0,1 1 1 0 0,-1 0-1 0 0,1 0 1 0 0,0 1-1 0 0,0-1 1 0 0,6-3-1 0 0,-9 6-2 0 0,0 0-1 0 0,1 0 0 0 0,-1 0 1 0 0,0 1-1 0 0,1-1 0 0 0,-1 1 1 0 0,1-1-1 0 0,-1 1 0 0 0,1 0 1 0 0,-1-1-1 0 0,1 1 0 0 0,-1 0 1 0 0,1 0-1 0 0,0 0 0 0 0,-1 0 1 0 0,1 0-1 0 0,-1 0 0 0 0,1 1 1 0 0,-1-1-1 0 0,1 1 0 0 0,-1-1 1 0 0,1 1-1 0 0,-1-1 0 0 0,1 1 1 0 0,-1 0-1 0 0,0-1 0 0 0,1 1 1 0 0,-1 0-1 0 0,0 0 0 0 0,0 0 1 0 0,2 2-1 0 0,1 1-3 0 0,-1 0 0 0 0,0 0 0 0 0,0 1 0 0 0,0-1 0 0 0,0 1 0 0 0,-1 0-1 0 0,1-1 1 0 0,-1 1 0 0 0,-1 0 0 0 0,1 0 0 0 0,-1 0 0 0 0,1 1 0 0 0,-2-1 0 0 0,1 0 0 0 0,0 6 0 0 0,-1 9-2 0 0,-1 0 1 0 0,-6 34-1 0 0,0-6 0 0 0,7-47 1 0 0,0-1 0 0 0,0 1 0 0 0,0 0 0 0 0,0-1 0 0 0,0 1 0 0 0,-1 0 0 0 0,1-1 0 0 0,0 1 0 0 0,1-1 0 0 0,-1 1 0 0 0,0 0 0 0 0,0-1 0 0 0,0 1 0 0 0,0 0 0 0 0,0-1 0 0 0,1 1 0 0 0,-1-1 0 0 0,0 1 0 0 0,0-1 0 0 0,1 1 0 0 0,-1 0 0 0 0,1-1 0 0 0,-1 1 0 0 0,0-1 0 0 0,2 1 0 0 0,-2-1 0 0 0,1 0 0 0 0,0 0 0 0 0,0 0 0 0 0,-1 0 0 0 0,1 0 0 0 0,0 0 0 0 0,-1 0 0 0 0,1 0 0 0 0,0 0 0 0 0,0-1 0 0 0,-1 1 0 0 0,1 0 0 0 0,0 0 0 0 0,-1-1 0 0 0,1 1 0 0 0,-1-1 0 0 0,1 1 0 0 0,0-1 0 0 0,6-5 0 0 0,0 1 0 0 0,9-12 0 0 0,-14 15 0 0 0,20-25 12 0 0,0-1 0 0 0,19-34 1 0 0,28-36 14 0 0,-68 96-12 0 0,0 1 0 0 0,0 0 0 0 0,0-1 0 0 0,0 1 0 0 0,1 0 0 0 0,-1 0 0 0 0,0 0 0 0 0,0 0 0 0 0,1 0 0 0 0,-1 1 0 0 0,1-1 0 0 0,-1 0 0 0 0,1 0 0 0 0,-1 1 0 0 0,1-1 0 0 0,-1 1 0 0 0,1 0-1 0 0,0-1 1 0 0,2 1 0 0 0,-3 0-3 0 0,0 1 0 0 0,0-1 0 0 0,0 0 0 0 0,0 1 0 0 0,0-1-1 0 0,0 1 1 0 0,0-1 0 0 0,0 1 0 0 0,0 0 0 0 0,-1 0 0 0 0,1-1 0 0 0,0 1-1 0 0,0 0 1 0 0,0 0 0 0 0,-1 0 0 0 0,1 0 0 0 0,-1 0 0 0 0,1-1-1 0 0,0 1 1 0 0,-1 0 0 0 0,0 1 0 0 0,1-1 0 0 0,-1 0 0 0 0,0 0-1 0 0,1 0 1 0 0,-1 0 0 0 0,0 0 0 0 0,0 2 0 0 0,2 12 2 0 0,-2 0 1 0 0,0-1 0 0 0,0 1-1 0 0,-1 0 1 0 0,-1-1 0 0 0,-1 1-1 0 0,-4 15 1 0 0,-6 41-358 0 0,12-62 137 0 0,-2 28-1113 0 0,5-12-4825 0 0,1-6-1660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0:53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11975 0 0,'1'-6'591'0'0,"-1"3"-438"0"0,0 1 0 0 0,0-1 0 0 0,0 1 0 0 0,1-1 0 0 0,-1 1 0 0 0,1-1 0 0 0,0 1 0 0 0,-1-1 0 0 0,1 1 0 0 0,3-4 0 0 0,-4 6 31 0 0,0 0 0 0 0,1 0 0 0 0,-1 0 0 0 0,1 0 0 0 0,-1 0 0 0 0,0 0 0 0 0,1 0 0 0 0,-1 0 0 0 0,1 0 0 0 0,-1 0 0 0 0,0 1 0 0 0,1-1 0 0 0,-1 0 0 0 0,0 0 0 0 0,1 0 0 0 0,-1 1 0 0 0,0-1 0 0 0,1 0 0 0 0,-1 0 0 0 0,0 1 0 0 0,1-1 0 0 0,-1 0 0 0 0,0 1 0 0 0,0-1 0 0 0,1 0 0 0 0,-1 1 0 0 0,0-1 0 0 0,0 1 0 0 0,8 10 1038 0 0,-2 6-149 0 0,10 34 0 0 0,-2-2-772 0 0,-8-31-229 0 0,-3-4 59 0 0,2-1-1 0 0,0-1 1 0 0,11 21-1 0 0,-15-31-123 0 0,0 1 0 0 0,1-1 0 0 0,0 0 0 0 0,-1 1 0 0 0,1-1 0 0 0,0 0 0 0 0,0 0 0 0 0,0-1 0 0 0,0 1 0 0 0,0 0 0 0 0,0-1 0 0 0,1 1 0 0 0,-1-1 0 0 0,0 0 0 0 0,1 1 0 0 0,-1-1 0 0 0,1 0 0 0 0,0-1 0 0 0,-1 1 0 0 0,1 0 0 0 0,0-1 0 0 0,-1 1 0 0 0,1-1 0 0 0,3 0 0 0 0,-2-1-3 0 0,0 0-1 0 0,0 0 1 0 0,0 0 0 0 0,0 0-1 0 0,-1-1 1 0 0,1 1-1 0 0,0-1 1 0 0,-1 0-1 0 0,0 0 1 0 0,1-1 0 0 0,-1 1-1 0 0,4-4 1 0 0,0-1-1 0 0,-1 0 1 0 0,1 0-1 0 0,-1 0 1 0 0,5-9-1 0 0,-2 0-3 0 0,-1-1 0 0 0,-1 0 0 0 0,0 0 0 0 0,-1-1 0 0 0,5-27 0 0 0,-10 40 24 0 0,0 0 0 0 0,0-1-1 0 0,0 1 1 0 0,0-1 0 0 0,-1 0-1 0 0,0 1 1 0 0,0-1 0 0 0,-2-9-1 0 0,-8 40 457 0 0,6-8-478 0 0,0 0 0 0 0,1 1 0 0 0,1 0 0 0 0,1 0 0 0 0,0 0 0 0 0,1 0 0 0 0,1 0-1 0 0,1-1 1 0 0,7 36 0 0 0,-7-48 19 0 0,0 0 0 0 0,0 0 0 0 0,0 0 0 0 0,0 0 1 0 0,1 0-1 0 0,0-1 0 0 0,0 1 0 0 0,0-1 0 0 0,0 1 0 0 0,7 4 0 0 0,-8-7-6 0 0,0 0 0 0 0,0 0 0 0 0,1-1 0 0 0,-1 1 0 0 0,0-1 0 0 0,1 1-1 0 0,0-1 1 0 0,-1 0 0 0 0,1 0 0 0 0,0 0 0 0 0,-1-1 0 0 0,1 1 0 0 0,0 0 0 0 0,0-1 0 0 0,0 0 0 0 0,-1 0 0 0 0,1 0-1 0 0,0 0 1 0 0,0 0 0 0 0,0-1 0 0 0,4 0 0 0 0,-2-1-41 0 0,0 0 0 0 0,0 0 0 0 0,0 0 0 0 0,0 0 1 0 0,0-1-1 0 0,-1 0 0 0 0,1 0 0 0 0,-1 0 0 0 0,0-1 0 0 0,0 1 0 0 0,0-1 0 0 0,-1 0 0 0 0,1 0 0 0 0,-1-1 0 0 0,0 1 0 0 0,3-6 0 0 0,4-8 22 0 0,-1-2 0 0 0,12-37 0 0 0,-14 37 7 0 0,0 0-1 0 0,11-19 1 0 0,-16 35 13 0 0,0 0 0 0 0,0 1 1 0 0,1 0-1 0 0,-1-1 0 0 0,1 1 1 0 0,0 0-1 0 0,0 0 0 0 0,0 1 0 0 0,6-5 1 0 0,-8 6-3 0 0,0 1 0 0 0,0-1 0 0 0,1 1 1 0 0,-1-1-1 0 0,0 1 0 0 0,0-1 0 0 0,1 1 0 0 0,-1 0 1 0 0,0 0-1 0 0,1 0 0 0 0,-1 0 0 0 0,0 0 0 0 0,1 0 1 0 0,-1 0-1 0 0,0 0 0 0 0,0 0 0 0 0,1 1 0 0 0,-1-1 1 0 0,0 0-1 0 0,0 1 0 0 0,1-1 0 0 0,-1 1 0 0 0,0-1 1 0 0,0 1-1 0 0,0 0 0 0 0,0 0 0 0 0,0-1 0 0 0,0 1 1 0 0,0 0-1 0 0,0 0 0 0 0,0 0 0 0 0,0 0 0 0 0,0 0 1 0 0,0 1-1 0 0,4 5 2 0 0,-1 0 0 0 0,1 0 1 0 0,-1 1-1 0 0,-1-1 0 0 0,0 1 0 0 0,4 13 0 0 0,10 50 64 0 0,-15-60-80 0 0,-1 0 0 0 0,0 0 0 0 0,0 0 0 0 0,-1 1 0 0 0,0-1 0 0 0,-3 16 0 0 0,16-66 0 0 0,21-46 0 0 0,-22 57 0 0 0,-7 18 0 0 0,-1-1 0 0 0,0 0 0 0 0,1 1 0 0 0,0 0 0 0 0,1 0 0 0 0,0 1 0 0 0,12-15 0 0 0,-18 23 0 0 0,0 1 1 0 0,1-1-1 0 0,-1 1 0 0 0,1-1 0 0 0,-1 1 1 0 0,0 0-1 0 0,1-1 0 0 0,-1 1 0 0 0,1 0 1 0 0,-1-1-1 0 0,1 1 0 0 0,-1 0 1 0 0,1-1-1 0 0,0 1 0 0 0,-1 0 0 0 0,1 0 1 0 0,-1 0-1 0 0,1 0 0 0 0,-1-1 0 0 0,1 1 1 0 0,0 0-1 0 0,-1 0 0 0 0,1 0 0 0 0,-1 0 1 0 0,1 0-1 0 0,0 1 0 0 0,0-1 1 0 0,0 0 0 0 0,-1 1 0 0 0,1 0 0 0 0,0-1 0 0 0,-1 1 0 0 0,1 0 0 0 0,-1-1 0 0 0,1 1 1 0 0,-1 0-1 0 0,1 0 0 0 0,-1-1 0 0 0,1 1 0 0 0,-1 0 0 0 0,0 0 0 0 0,0 0 0 0 0,1 1 1 0 0,1 6 8 0 0,-1 0 1 0 0,0 1 0 0 0,-1 7 0 0 0,1-12-5 0 0,-1 12-2 0 0,0 1-5 0 0,1-1 1 0 0,1 1-1 0 0,0-1 1 0 0,8 30-1 0 0,-9-43 0 0 0,1 1 1 0 0,-1-1-1 0 0,1 0 0 0 0,0 1 1 0 0,0-1-1 0 0,0 0 0 0 0,0 0 1 0 0,0 0-1 0 0,1 0 1 0 0,-1 0-1 0 0,6 3 0 0 0,-6-4 1 0 0,1-1 0 0 0,-1 1-1 0 0,1-1 1 0 0,0 0 0 0 0,0 0 0 0 0,0 0-1 0 0,0 0 1 0 0,-1 0 0 0 0,1-1 0 0 0,0 1 0 0 0,0-1-1 0 0,1 0 1 0 0,-1 0 0 0 0,0 0 0 0 0,0 0-1 0 0,4-1 1 0 0,0-1 14 0 0,1 0 0 0 0,0 0 0 0 0,-1-1 0 0 0,0 0 0 0 0,0 0-1 0 0,0-1 1 0 0,0 1 0 0 0,0-2 0 0 0,-1 1 0 0 0,0-1 0 0 0,1 0 0 0 0,-2 0 0 0 0,1-1-1 0 0,-1 1 1 0 0,0-1 0 0 0,9-13 0 0 0,-7 8 12 0 0,-1 1 0 0 0,0-2 0 0 0,-1 1 0 0 0,0-1 0 0 0,-1 1 0 0 0,0-1 0 0 0,0 0 0 0 0,-2-1 0 0 0,3-23 0 0 0,-5 34-18 0 0,0-1-1 0 0,0 1 0 0 0,0-1 1 0 0,0 1-1 0 0,-1-1 1 0 0,1 1-1 0 0,-1 0 1 0 0,-1-4-1 0 0,2 6-3 0 0,0 0 0 0 0,0-1 0 0 0,0 1-1 0 0,0 0 1 0 0,0 0 0 0 0,-1-1 0 0 0,1 1-1 0 0,0 0 1 0 0,0 0 0 0 0,0-1 0 0 0,-1 1 0 0 0,1 0-1 0 0,0 0 1 0 0,0 0 0 0 0,0 0 0 0 0,-1-1-1 0 0,1 1 1 0 0,0 0 0 0 0,-1 0 0 0 0,1 0-1 0 0,0 0 1 0 0,0 0 0 0 0,-1 0 0 0 0,1 0 0 0 0,0 0-1 0 0,0-1 1 0 0,-1 1 0 0 0,0 1 4 0 0,0-1-1 0 0,1 0 1 0 0,-1 1 0 0 0,1-1-1 0 0,-1 1 1 0 0,0-1 0 0 0,1 0 0 0 0,-1 1-1 0 0,1 0 1 0 0,-1-1 0 0 0,1 1 0 0 0,-1-1-1 0 0,1 1 1 0 0,-1-1 0 0 0,1 1-1 0 0,-1 1 1 0 0,-3 6 11 0 0,0 0-1 0 0,1 0 1 0 0,0 0 0 0 0,0 0-1 0 0,1 1 1 0 0,0-1 0 0 0,1 1-1 0 0,-1 0 1 0 0,1 17 0 0 0,1-12-27 0 0,1 0 0 0 0,1 0 0 0 0,0-1 0 0 0,0 1 0 0 0,8 21 0 0 0,-2-14-1331 0 0,18 32 0 0 0,-14-32-7338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0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5527 0 0,'6'-7'2147'0'0,"-5"6"-1775"0"0,0 0 1 0 0,0 0-1 0 0,0 0 1 0 0,0 0 0 0 0,0 0-1 0 0,0 0 1 0 0,0 0-1 0 0,0 1 1 0 0,1-1-1 0 0,-1 0 1 0 0,0 1-1 0 0,1-1 1 0 0,-1 1-1 0 0,0-1 1 0 0,1 1-1 0 0,-1-1 1 0 0,0 1 0 0 0,1 0-1 0 0,1 0 1 0 0,6 0 726 0 0,-1 0 0 0 0,1 0 0 0 0,-1 1 0 0 0,18 4 0 0 0,-16-3-756 0 0,0 0-1 0 0,19 1 0 0 0,79-10-683 0 0,-88 4-246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1.2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82 7543 0 0,'9'-59'1336'0'0,"-6"37"2523"0"0,-2 32 1754 0 0,3 41-3057 0 0,-8 39-1827 0 0,-3 1 1 0 0,-21 95-1 0 0,27-181-701 0 0,-3 21 80 0 0,4-25-96 0 0,0 0 1 0 0,0 0-1 0 0,0 1 1 0 0,0-1-1 0 0,0 0 1 0 0,0 1-1 0 0,0-1 1 0 0,1 0-1 0 0,-1 0 1 0 0,0 1-1 0 0,1-1 1 0 0,-1 0 0 0 0,1 0-1 0 0,-1 0 1 0 0,2 2-1 0 0,-2-3-5 0 0,1 1 0 0 0,-1-1 0 0 0,0 0-1 0 0,1 0 1 0 0,-1 0 0 0 0,1 0 0 0 0,-1 0-1 0 0,1 0 1 0 0,-1 0 0 0 0,0 0 0 0 0,1 0 0 0 0,-1 0-1 0 0,1 0 1 0 0,-1 0 0 0 0,1 0 0 0 0,-1 0 0 0 0,0 0-1 0 0,1 0 1 0 0,-1 0 0 0 0,1-1 0 0 0,-1 1 0 0 0,0 0-1 0 0,1 0 1 0 0,-1 0 0 0 0,0-1 0 0 0,1 1-1 0 0,-1 0 1 0 0,0 0 0 0 0,1-1 0 0 0,11-10 81 0 0,-10 9-71 0 0,32-35 30 0 0,19-18 73 0 0,-46 49-110 0 0,0 1 0 0 0,0-1-1 0 0,1 1 1 0 0,0 0 0 0 0,0 1-1 0 0,10-5 1 0 0,-15 8-7 0 0,-1 1-1 0 0,0-1 1 0 0,1 0 0 0 0,-1 1-1 0 0,1-1 1 0 0,-1 1 0 0 0,1 0-1 0 0,-1 0 1 0 0,1 0 0 0 0,-1 0-1 0 0,1 0 1 0 0,-1 0 0 0 0,1 1-1 0 0,-1-1 1 0 0,1 1-1 0 0,3 1 1 0 0,-3 0 7 0 0,0 0 0 0 0,1 0 0 0 0,-1 0 0 0 0,0 1 0 0 0,0-1 0 0 0,0 1-1 0 0,0-1 1 0 0,-1 1 0 0 0,5 6 0 0 0,-1 1 14 0 0,0 0 0 0 0,0 1 0 0 0,-1 0 0 0 0,-1 0 0 0 0,7 22 0 0 0,-9-25-13 0 0,0 1 0 0 0,0-1-1 0 0,-1 1 1 0 0,0 0 0 0 0,-1 0 0 0 0,0 0-1 0 0,0-1 1 0 0,-1 1 0 0 0,-2 11-1 0 0,2-16-2 0 0,0 0-1 0 0,0 0 0 0 0,0 0 1 0 0,-1-1-1 0 0,0 1 0 0 0,0-1 0 0 0,0 1 1 0 0,0-1-1 0 0,0 1 0 0 0,-1-1 1 0 0,1 0-1 0 0,-1 0 0 0 0,0-1 0 0 0,0 1 1 0 0,0 0-1 0 0,0-1 0 0 0,-1 0 0 0 0,1 0 1 0 0,0 0-1 0 0,-1 0 0 0 0,0 0 1 0 0,-6 2-1 0 0,2-2 94 0 0,-1 0 1 0 0,1-1 0 0 0,-1 0 0 0 0,1 0-1 0 0,-1-1 1 0 0,0 0 0 0 0,1 0-1 0 0,-1-1 1 0 0,-13-3 0 0 0,17 3-55 0 0,0 0 0 0 0,1-1 1 0 0,-1 0-1 0 0,1 0 1 0 0,0 0-1 0 0,0 0 0 0 0,-1-1 1 0 0,-4-3-1 0 0,7 4-45 0 0,0 0 1 0 0,0 0-1 0 0,0 0 0 0 0,0-1 0 0 0,0 1 1 0 0,0 0-1 0 0,1-1 0 0 0,0 1 1 0 0,-1-1-1 0 0,1 0 0 0 0,0 1 0 0 0,0-1 1 0 0,0 0-1 0 0,0-5 0 0 0,1 6-19 0 0,0 0 0 0 0,0 0 0 0 0,0 0 0 0 0,0 0-1 0 0,1 0 1 0 0,-1 0 0 0 0,1 1 0 0 0,0-1 0 0 0,-1 0 0 0 0,1 0 0 0 0,2-2-1 0 0,-3 4-49 0 0,0-1 0 0 0,0 1 0 0 0,0-1-1 0 0,0 1 1 0 0,0 0 0 0 0,1-1 0 0 0,-1 1 0 0 0,0 0-1 0 0,0-1 1 0 0,1 1 0 0 0,-1 0 0 0 0,0-1-1 0 0,0 1 1 0 0,1 0 0 0 0,-1-1 0 0 0,0 1-1 0 0,1 0 1 0 0,-1 0 0 0 0,0-1 0 0 0,1 1-1 0 0,-1 0 1 0 0,1 0 0 0 0,-1 0 0 0 0,0 0-1 0 0,1 0 1 0 0,-1 0 0 0 0,1-1 0 0 0,-1 1-1 0 0,0 0 1 0 0,1 0 0 0 0,-1 0 0 0 0,1 0-1 0 0,-1 0 1 0 0,0 0 0 0 0,1 1 0 0 0,-1-1 0 0 0,1 0-1 0 0,-1 0 1 0 0,0 0 0 0 0,1 0 0 0 0,-1 0-1 0 0,1 1 1 0 0,-1-1 0 0 0,0 0 0 0 0,1 0-1 0 0,-1 0 1 0 0,0 1 0 0 0,1-1 0 0 0,-1 0-1 0 0,0 1 1 0 0,0-1 0 0 0,1 0 0 0 0,-1 1-1 0 0,0 0 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1.6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93 1839 0 0,'-52'3'1455'0'0,"-3"5"12675"0"0,62-6-12113 0 0,10 1-379 0 0,21-3-561 0 0,165-3 1204 0 0,-139-1-1996 0 0,73-13 0 0 0,-52 1-70 0 0,240-50 479 0 0,-323 66-689 0 0,-1-1-8 0 0,0 1 1 0 0,-1-1 0 0 0,1 1 0 0 0,0 0 0 0 0,0 0 0 0 0,0 0 0 0 0,0-1 0 0 0,0 1 0 0 0,-1 0 0 0 0,1 0 0 0 0,0 0 0 0 0,0 0 0 0 0,0 0 0 0 0,0 0 0 0 0,0 1 0 0 0,-1-1 0 0 0,1 0 0 0 0,1 1 0 0 0,-18 8-2899 0 0,8-5-2035 0 0,-4 3-2822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2.1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97 149 919 0 0,'-2'0'391'0'0,"0"-1"-1"0"0,0 1 1 0 0,1 0-1 0 0,-1-1 1 0 0,0 0-1 0 0,0 1 1 0 0,0-1-1 0 0,1 0 1 0 0,-1 0-1 0 0,1 0 1 0 0,-1 0-1 0 0,1 0 0 0 0,-1 0 1 0 0,1 0-1 0 0,-1 0 1 0 0,1-1-1 0 0,0 1 1 0 0,0-1-1 0 0,-1 1 1 0 0,1-1-1 0 0,0 1 1 0 0,1-1-1 0 0,-1 0 0 0 0,0 1 1 0 0,0-1-1 0 0,1 0 1 0 0,-1 0-1 0 0,1 1 1 0 0,-1-1-1 0 0,1 0 1 0 0,0 0-1 0 0,0 0 1 0 0,0 0-1 0 0,0 0 1 0 0,0 1-1 0 0,0-1 0 0 0,0 0 1 0 0,1 0-1 0 0,-1 0 1 0 0,1 0-1 0 0,-1 1 1 0 0,1-1-1 0 0,0 0 1 0 0,0 0-1 0 0,1-1 1 0 0,3-4-95 0 0,0 0 0 0 0,0 0 0 0 0,0 1 0 0 0,1 0 0 0 0,0 1 1 0 0,1-1-1 0 0,-1 1 0 0 0,1 0 0 0 0,0 1 0 0 0,0-1 0 0 0,1 1 1 0 0,-1 1-1 0 0,1-1 0 0 0,10-2 0 0 0,-16 5-288 0 0,0 1-1 0 0,0-1 0 0 0,1 1 1 0 0,-1 0-1 0 0,0 0 1 0 0,0 0-1 0 0,1 0 1 0 0,-1 0-1 0 0,0 0 0 0 0,0 0 1 0 0,1 1-1 0 0,-1-1 1 0 0,0 1-1 0 0,0 0 0 0 0,0-1 1 0 0,0 1-1 0 0,0 0 1 0 0,0 0-1 0 0,3 2 1 0 0,-2 0 9 0 0,-1-1 1 0 0,0 0 0 0 0,1 1 0 0 0,-1-1-1 0 0,-1 1 1 0 0,1 0 0 0 0,0 0-1 0 0,-1 0 1 0 0,1 0 0 0 0,-1 0 0 0 0,0 0-1 0 0,1 3 1 0 0,1 4 20 0 0,-1 0 0 0 0,-1 1 1 0 0,0-1-1 0 0,0 0 0 0 0,-1 0 0 0 0,-1 0 0 0 0,-2 17 0 0 0,0-11-38 0 0,-2-1 0 0 0,0 0 0 0 0,0 0 0 0 0,-2 0 0 0 0,0-1 0 0 0,0 0 0 0 0,-16 21 0 0 0,-7 6 0 0 0,-37 37 0 0 0,58-67 15 0 0,3-4 20 0 0,0 0-1 0 0,0 0 0 0 0,-1-1 1 0 0,0 0-1 0 0,-1 0 1 0 0,-11 7-1 0 0,19-12-33 0 0,-1-1 1 0 0,1 0-1 0 0,-1 0 0 0 0,1 1 1 0 0,0-1-1 0 0,-1 0 0 0 0,1 0 1 0 0,-1 1-1 0 0,0-1 0 0 0,1 0 1 0 0,-1 0-1 0 0,1 0 0 0 0,-1 0 1 0 0,1 0-1 0 0,-1 0 0 0 0,1 0 1 0 0,-1 0-1 0 0,1 0 0 0 0,-1 0 1 0 0,1 0-1 0 0,-1 0 0 0 0,1 0 1 0 0,-1 0-1 0 0,1-1 0 0 0,-1 1 1 0 0,1 0-1 0 0,-1 0 0 0 0,1-1 1 0 0,-2 1-1 0 0,2-1 5 0 0,-1 0-1 0 0,1 0 1 0 0,0 0-1 0 0,-1 0 1 0 0,1 0-1 0 0,0 0 1 0 0,0 0-1 0 0,0 0 1 0 0,-1 0-1 0 0,1 0 1 0 0,0 1-1 0 0,0-1 1 0 0,1 0-1 0 0,-1 0 1 0 0,0-1-1 0 0,1-3 16 0 0,0 0 1 0 0,0 0-1 0 0,0 0 0 0 0,1 1 1 0 0,3-7-1 0 0,-3 8-21 0 0,-1 0 0 0 0,2 0 0 0 0,-1 0 0 0 0,0 0 0 0 0,0 0 0 0 0,1 1 0 0 0,-1-1 0 0 0,1 1 0 0 0,0 0 0 0 0,0 0 0 0 0,0 0 0 0 0,0 0 0 0 0,0 0 0 0 0,0 1 0 0 0,1-1 0 0 0,-1 1 0 0 0,0 0 0 0 0,1 0 0 0 0,-1 0 0 0 0,1 1 0 0 0,-1-1 0 0 0,1 1 0 0 0,0 0 0 0 0,-1 0 0 0 0,1 0 0 0 0,-1 0 0 0 0,1 0 0 0 0,-1 1 0 0 0,7 2 0 0 0,7 2 0 0 0,-2 1 0 0 0,1 0 0 0 0,-1 2 0 0 0,29 17 0 0 0,-35-20 0 0 0,2 2-66 0 0,0-2 0 0 0,0 0-1 0 0,1 0 1 0 0,0-1 0 0 0,0 0-1 0 0,0-1 1 0 0,0-1 0 0 0,1 0-1 0 0,-1 0 1 0 0,14-1 0 0 0,-21-1-1846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2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118 180 3223 0 0,'6'-1'1176'0'0,"0"1"-1"0"0,0-1 1 0 0,0 0-1 0 0,0 0 0 0 0,0-1 1 0 0,0 0-1 0 0,0 0 0 0 0,-1 0 1 0 0,1-1-1 0 0,8-5 0 0 0,-11 6-843 0 0,0 0-1 0 0,0 0 0 0 0,0 0 0 0 0,0-1 0 0 0,0 1 0 0 0,-1-1 1 0 0,1 0-1 0 0,-1 0 0 0 0,0 0 0 0 0,0 0 0 0 0,0 0 0 0 0,0 0 1 0 0,0 0-1 0 0,-1-1 0 0 0,1 1 0 0 0,-1-1 0 0 0,0 1 0 0 0,1-8 0 0 0,-2 8-297 0 0,0 0 0 0 0,-1 0 0 0 0,1 0-1 0 0,-1 0 1 0 0,0 0 0 0 0,1 0-1 0 0,-1 1 1 0 0,0-1 0 0 0,-1 0-1 0 0,1 1 1 0 0,-1-1 0 0 0,1 0-1 0 0,-1 1 1 0 0,0 0 0 0 0,1-1-1 0 0,-1 1 1 0 0,-1 0 0 0 0,1 0-1 0 0,0 0 1 0 0,-3-2 0 0 0,-2-1 64 0 0,-1 0 1 0 0,1 0-1 0 0,-1 0 1 0 0,0 1 0 0 0,-12-5-1 0 0,16 8-94 0 0,1 0 0 0 0,0 0 0 0 0,-1 0-1 0 0,1 1 1 0 0,-1-1 0 0 0,1 1 0 0 0,-1 0 0 0 0,1 0 0 0 0,-1 0 0 0 0,1 0-1 0 0,-1 0 1 0 0,0 1 0 0 0,1 0 0 0 0,0-1 0 0 0,-1 2 0 0 0,-5 1-1 0 0,5-1 10 0 0,0 1-1 0 0,0 0 0 0 0,0 0 0 0 0,0 0 1 0 0,0 0-1 0 0,1 0 0 0 0,0 1 0 0 0,-1-1 0 0 0,1 1 1 0 0,1 0-1 0 0,-4 5 0 0 0,1 1 13 0 0,0 0-1 0 0,0 1 0 0 0,1-1 1 0 0,0 1-1 0 0,1 0 1 0 0,0 1-1 0 0,1-1 0 0 0,0 0 1 0 0,0 20-1 0 0,2-23 4 0 0,0 0 1 0 0,1-1-1 0 0,0 1 0 0 0,0-1 1 0 0,1 1-1 0 0,0-1 0 0 0,0 1 1 0 0,4 8-1 0 0,-4-13-20 0 0,-1-1-1 0 0,1 1 1 0 0,-1-1 0 0 0,1 1 0 0 0,0-1-1 0 0,-1 0 1 0 0,1 0 0 0 0,1 0-1 0 0,-1 0 1 0 0,0 0 0 0 0,0 0 0 0 0,1 0-1 0 0,-1-1 1 0 0,1 1 0 0 0,-1-1 0 0 0,1 0-1 0 0,0 0 1 0 0,-1 0 0 0 0,1 0 0 0 0,0 0-1 0 0,0-1 1 0 0,0 1 0 0 0,0-1 0 0 0,-1 0-1 0 0,4 1 1 0 0,3-2 13 0 0,0 0 0 0 0,0 0 0 0 0,0-1 0 0 0,0 0 1 0 0,-1-1-1 0 0,1 0 0 0 0,-1 0 0 0 0,0-1 0 0 0,0 0 0 0 0,0 0 0 0 0,-1-1 0 0 0,10-7 0 0 0,-2 1 27 0 0,-1-2-1 0 0,0 0 1 0 0,-1 0 0 0 0,21-28-1 0 0,-33 40-47 0 0,6-7 8 0 0,-1-1 0 0 0,0 0 0 0 0,0 0 0 0 0,-1 0 0 0 0,-1-1 0 0 0,1 1 0 0 0,2-12 0 0 0,-8 30 36 0 0,0 1 1 0 0,0-1-1 0 0,1 0 0 0 0,0 1 1 0 0,1-1-1 0 0,0 0 0 0 0,0 1 1 0 0,1-1-1 0 0,1 0 0 0 0,-1 0 1 0 0,1 0-1 0 0,1-1 0 0 0,-1 1 1 0 0,6 8-1 0 0,-6-12-14 0 0,1 1-1 0 0,-1-1 1 0 0,1 0 0 0 0,0 0 0 0 0,0-1-1 0 0,0 1 1 0 0,1-1 0 0 0,-1 0-1 0 0,1 0 1 0 0,0 0 0 0 0,0-1-1 0 0,1 0 1 0 0,-1 0 0 0 0,1 0 0 0 0,0 0-1 0 0,-1-1 1 0 0,1 0 0 0 0,0-1-1 0 0,0 1 1 0 0,0-1 0 0 0,1 0-1 0 0,9 0 1 0 0,-1-2 7 0 0,26-4 0 0 0,-18 1-1830 0 0,-11 4-7100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4.3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9671 0 0,'1'0'231'0'0,"-1"-1"-1"0"0,1 1 1 0 0,-1-1-1 0 0,1 0 1 0 0,-1 1-1 0 0,1-1 1 0 0,0 1-1 0 0,-1-1 1 0 0,1 1-1 0 0,0-1 1 0 0,0 1-1 0 0,-1 0 1 0 0,1-1-1 0 0,0 1 1 0 0,0 0-1 0 0,0 0 1 0 0,-1 0-1 0 0,1-1 1 0 0,0 1-1 0 0,0 0 1 0 0,1 0-1 0 0,0 0 314 0 0,31-5 3930 0 0,19 4-1811 0 0,-30 1-2264 0 0,24-3 1 0 0,-21-2-261 0 0,-18 3-189 0 0,0 1 0 0 0,0 0-1 0 0,10-1 1 0 0,-17 2 25 0 0,0 0 0 0 0,0 0 0 0 0,0 0 0 0 0,0 0-1 0 0,0 0 1 0 0,1 0 0 0 0,-1 0 0 0 0,0 0 0 0 0,0 0-1 0 0,0 0 1 0 0,0 0 0 0 0,0 0 0 0 0,0 0 0 0 0,0 0-1 0 0,1 0 1 0 0,-1 0 0 0 0,0 0 0 0 0,0 0 0 0 0,0 0-1 0 0,0 0 1 0 0,0 1 0 0 0,0-1 0 0 0,0 0 0 0 0,0 0-1 0 0,0 0 1 0 0,0 0 0 0 0,1 0 0 0 0,-1 0 0 0 0,0 0-1 0 0,0 0 1 0 0,0 0 0 0 0,0 0 0 0 0,0 1 0 0 0,0-1-1 0 0,0 0 1 0 0,0 0 0 0 0,0 0 0 0 0,0 0 0 0 0,0 0-1 0 0,0 0 1 0 0,0 0 0 0 0,0 1 0 0 0,0-1-1 0 0,0 0 1 0 0,0 0 0 0 0,0 0 0 0 0,0 0 0 0 0,0 0-1 0 0,0 0 1 0 0,0 0 0 0 0,0 1 0 0 0,0-1 0 0 0,0 0-1 0 0,0 0 1 0 0,0 0 0 0 0,0 0 0 0 0,-1 0 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4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1 455 0 0,'-15'6'-445'0'0,"11"-4"1937"0"0,1 0 0 0 0,-1 0 0 0 0,1 0 0 0 0,-6 5 0 0 0,8-6-979 0 0,1-1 0 0 0,-1 1 0 0 0,0 0 0 0 0,0 0 0 0 0,1 0 0 0 0,-1 0 0 0 0,0 0 0 0 0,1 0 0 0 0,-1 0 0 0 0,1 0 1 0 0,-1 0-1 0 0,1 0 0 0 0,0 0 0 0 0,-1 0 0 0 0,1 0 0 0 0,0 0 0 0 0,0 0 0 0 0,0 3 0 0 0,0-3-211 0 0,0 0-1 0 0,1 1 1 0 0,-1-1 0 0 0,0 0 0 0 0,1 1 0 0 0,-1-1-1 0 0,1 0 1 0 0,0 1 0 0 0,-1-1 0 0 0,1 0-1 0 0,2 2 1 0 0,-2-1-135 0 0,1-1 1 0 0,0 1-1 0 0,0-1 0 0 0,-1 0 0 0 0,1 1 0 0 0,0-1 0 0 0,0 0 1 0 0,0 0-1 0 0,1 0 0 0 0,-1-1 0 0 0,0 1 0 0 0,0 0 0 0 0,0-1 1 0 0,0 0-1 0 0,5 1 0 0 0,35-1 513 0 0,-37 0-548 0 0,38-7 123 0 0,-34 5-196 0 0,-1 0 0 0 0,1 1 0 0 0,0 0 0 0 0,0 0 0 0 0,14 1 0 0 0,-22 0-68 0 0,-1 0 0 0 0,0 0 0 0 0,1 0-1 0 0,-1 0 1 0 0,0 0 0 0 0,1 0 0 0 0,-1 1 0 0 0,0-1-1 0 0,1 0 1 0 0,-1 0 0 0 0,0 0 0 0 0,1 0 0 0 0,-1 0 0 0 0,0 0-1 0 0,1 1 1 0 0,-1-1 0 0 0,0 0 0 0 0,0 0 0 0 0,1 0-1 0 0,-1 1 1 0 0,0-1 0 0 0,0 0 0 0 0,1 0 0 0 0,-1 1 0 0 0,0-1-1 0 0,0 0 1 0 0,0 0 0 0 0,0 1 0 0 0,1-1 0 0 0,-1 0-1 0 0,0 1 1 0 0,0-1 0 0 0,0 0 0 0 0,0 1 0 0 0,0 4-382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5.0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80 7831 0 0,'-5'-9'10958'0'0,"43"-4"-9094"0"0,43-9 0 0 0,112-12-1283 0 0,-180 33-1275 0 0,-1 0-239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5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1 119 1839 0 0,'2'-6'-114'0'0,"20"-50"3709"0"0,-15 39 1540 0 0,12-19 0 0 0,-19 36-5040 0 0,0 0 0 0 0,1-1 0 0 0,-1 1-1 0 0,0 0 1 0 0,0 0 0 0 0,0 0 0 0 0,0 0 0 0 0,0-1 0 0 0,0 1 0 0 0,0 0-1 0 0,0 0 1 0 0,0 0 0 0 0,1 0 0 0 0,-1 0 0 0 0,0-1 0 0 0,0 1 0 0 0,0 0-1 0 0,0 0 1 0 0,0 0 0 0 0,1 0 0 0 0,-1 0 0 0 0,0 0 0 0 0,0 0 0 0 0,0 0-1 0 0,0 0 1 0 0,1 0 0 0 0,-1 0 0 0 0,0 0 0 0 0,0 0 0 0 0,0 0 0 0 0,1 0-1 0 0,-1 0 1 0 0,0 0 0 0 0,0 0 0 0 0,0 0 0 0 0,0 0 0 0 0,1 0 0 0 0,3 7 1770 0 0,1 17-696 0 0,-4-19-822 0 0,4 19-192 0 0,-2 1 0 0 0,0 0 0 0 0,-2 0 0 0 0,-2 27 0 0 0,-3-9 173 0 0,-13 65 0 0 0,14-94-328 0 0,-2 7 0 0 0,1 0 0 0 0,-1 36 0 0 0,5-55-12 0 0,0-1-1 0 0,0 0 1 0 0,0 1 0 0 0,0-1 0 0 0,0 0-1 0 0,0 1 1 0 0,0-1 0 0 0,1 0-1 0 0,-1 1 1 0 0,1-1 0 0 0,-1 0-1 0 0,1 0 1 0 0,-1 1 0 0 0,1-1-1 0 0,0 0 1 0 0,-1 0 0 0 0,1 0-1 0 0,0 0 1 0 0,0 0 0 0 0,0 0-1 0 0,0 0 1 0 0,0 0 0 0 0,0 0-1 0 0,0-1 1 0 0,0 1 0 0 0,0 0-1 0 0,1-1 1 0 0,1 2 0 0 0,1-2-399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6.3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80 3943 0 0,'13'-23'1427'0'0,"-10"17"381"0"0,1 0 1 0 0,-1 1-1 0 0,1 0 1 0 0,1 0 0 0 0,-1 0-1 0 0,11-8 1 0 0,-3 4 733 0 0,-7 7-1379 0 0,-5 6 105 0 0,-1-3-1195 0 0,1 0 82 0 0,4-2-102 0 0,0 1-44 0 0,20-6-7 0 0,-24 6-2 0 0,0 0 0 0 0,0 0 0 0 0,1 0 0 0 0,-1 0 0 0 0,0 0 0 0 0,1 1 0 0 0,-1-1 0 0 0,0 0 0 0 0,1 0 0 0 0,-1 0 0 0 0,0 0 0 0 0,0 0 0 0 0,1 1 0 0 0,-1-1 0 0 0,0 0 0 0 0,0 0 0 0 0,1 0 0 0 0,-1 1 0 0 0,0-1 0 0 0,0 0 0 0 0,0 0 0 0 0,0 1 0 0 0,1-1 0 0 0,-1 0 0 0 0,0 0 0 0 0,0 1 0 0 0,0-1 0 0 0,0 0 0 0 0,0 1 0 0 0,0-1 0 0 0,0 0 0 0 0,0 0 0 0 0,0 1 0 0 0,0-1 0 0 0,0 0 0 0 0,0 1 0 0 0,0-1 0 0 0,0 0 0 0 0,0 1 0 0 0,0-1 0 0 0,0 0 0 0 0,0 0 0 0 0,0 1 0 0 0,0 0 0 0 0,-3 18 0 0 0,3-18 0 0 0,-9 105 311 0 0,1-9 190 0 0,6-83-447 0 0,0 1 1 0 0,-2-1 0 0 0,0 0 0 0 0,-9 21-1 0 0,11-31-36 0 0,1-2-7 0 0,0 0 0 0 0,0 0 0 0 0,0 0 0 0 0,0 0 0 0 0,0 0 0 0 0,1 0 0 0 0,-1 0 0 0 0,1 1 0 0 0,-1-1 0 0 0,1 4 0 0 0,3-6 4 0 0,0 0 0 0 0,0 0-1 0 0,0 0 1 0 0,1-1 0 0 0,-1 1 0 0 0,3-2-1 0 0,3 0 11 0 0,28 0-6 0 0,-27 2-10 0 0,0-1 0 0 0,0 0 0 0 0,0 0 0 0 0,13-4 0 0 0,-13 1 60 0 0,-1 1 1 0 0,1-2-1 0 0,-1 1 0 0 0,0-1 1 0 0,12-8-1 0 0,-17 9-31 0 0,1 0 0 0 0,0 0 0 0 0,-1 0-1 0 0,0 0 1 0 0,0 0 0 0 0,0-1 0 0 0,0 0 0 0 0,-1 0-1 0 0,0 0 1 0 0,5-9 0 0 0,-7 10-38 0 0,0 0 0 0 0,0 1 0 0 0,-1-1 0 0 0,1 0 0 0 0,-1 0 0 0 0,0-6 0 0 0,0 8 0 0 0,0 1 0 0 0,0-1 0 0 0,0 1 0 0 0,0-1 0 0 0,-1 0 0 0 0,1 1 0 0 0,0-1 0 0 0,-1 1 0 0 0,1-1 0 0 0,-1 0 0 0 0,0 1 0 0 0,1-1 0 0 0,-1 1 0 0 0,0 0 0 0 0,0-1 0 0 0,0 1 0 0 0,-2-2 0 0 0,3 3 0 0 0,-1 0 0 0 0,1 0 0 0 0,0 0 0 0 0,-1 0 0 0 0,1 1 0 0 0,0-1 0 0 0,-1 0 0 0 0,1 0 0 0 0,0 1 0 0 0,-1-1 0 0 0,1 0 0 0 0,0 1 0 0 0,0-1 0 0 0,-1 0 0 0 0,1 0 0 0 0,0 1 0 0 0,0-1 0 0 0,-1 1 0 0 0,1-1 0 0 0,0 0 0 0 0,0 1 0 0 0,0-1 0 0 0,0 0 0 0 0,0 1 0 0 0,0-1 0 0 0,0 1 0 0 0,0-1 0 0 0,0 0 0 0 0,0 1 0 0 0,0 0 0 0 0,-3 14 0 0 0,5 28-102 0 0,10 57-1 0 0,-5-53 12 0 0,8 24-81 0 0,-1-11-556 0 0,-13-50 48 0 0,-2 1-180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6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94 3679 0 0,'-7'1'-92'0'0,"-14"2"1468"0"0,-26 7 1 0 0,40-8-473 0 0,1 0 1 0 0,0 0-1 0 0,0 1 1 0 0,0 0-1 0 0,0 0 1 0 0,1 0 0 0 0,-1 1-1 0 0,-6 5 1 0 0,11-8-763 0 0,1-1 0 0 0,-1 1 0 0 0,1-1 0 0 0,-1 1 0 0 0,0-1-1 0 0,1 1 1 0 0,0-1 0 0 0,-1 1 0 0 0,1 0 0 0 0,-1-1 0 0 0,1 1 0 0 0,0-1 0 0 0,-1 1 0 0 0,1 0 0 0 0,0-1 0 0 0,0 1 0 0 0,-1 0 0 0 0,1 0 0 0 0,0-1 0 0 0,0 1 0 0 0,0 0 0 0 0,0-1 0 0 0,0 1 0 0 0,0 0 0 0 0,0 1 0 0 0,1-1-8 0 0,-1 0-1 0 0,1 0 1 0 0,-1 0 0 0 0,1 0-1 0 0,0 0 1 0 0,0-1-1 0 0,-1 1 1 0 0,1 0 0 0 0,0 0-1 0 0,0-1 1 0 0,0 1-1 0 0,0 0 1 0 0,0-1 0 0 0,0 1-1 0 0,1-1 1 0 0,4 3 241 0 0,-1-1 0 0 0,1 0 0 0 0,0-1 0 0 0,12 3-1 0 0,4-3-77 0 0,0 0 0 0 0,0-2 0 0 0,38-5-1 0 0,66-19 101 0 0,-58 10-174 0 0,155-33 224 0 0,186-33 317 0 0,-385 78-735 0 0,-1 0 0 0 0,1 2 1 0 0,26 2-1 0 0,-50-2-33 0 0,1 1-1 0 0,0 0 1 0 0,0 0-1 0 0,-1 1 1 0 0,1-1-1 0 0,0 0 1 0 0,0 0-1 0 0,-1 0 1 0 0,1 0-1 0 0,0 1 1 0 0,0-1-1 0 0,-1 0 1 0 0,1 1-1 0 0,0-1 1 0 0,-1 0-1 0 0,1 1 1 0 0,-1-1-1 0 0,1 1 1 0 0,0-1-1 0 0,-1 1 1 0 0,1 0-1 0 0,0 0-14 0 0,-1 0 0 0 0,0-1 0 0 0,0 1 0 0 0,0-1 0 0 0,0 1 0 0 0,0 0 0 0 0,0-1-1 0 0,0 1 1 0 0,0 0 0 0 0,0-1 0 0 0,0 1 0 0 0,-1-1 0 0 0,1 1 0 0 0,0 0 0 0 0,0-1-1 0 0,-1 1 1 0 0,1-1 0 0 0,0 1 0 0 0,-1-1 0 0 0,1 2 0 0 0,-4 3-567 0 0,-1 0-1 0 0,1 0 1 0 0,-10 8 0 0 0,9-9-379 0 0,-11 11-6865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7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140 217 2759 0 0,'-3'-2'441'0'0,"0"0"0"0"0,0 1-1 0 0,1-1 1 0 0,-1-1-1 0 0,1 1 1 0 0,-1 0 0 0 0,1 0-1 0 0,0-1 1 0 0,0 0-1 0 0,0 1 1 0 0,0-1-1 0 0,1 0 1 0 0,-1 0 0 0 0,1 0-1 0 0,0 0 1 0 0,-1 0-1 0 0,1 0 1 0 0,1 0 0 0 0,-1 0-1 0 0,0 0 1 0 0,1-1-1 0 0,0 1 1 0 0,-1 0 0 0 0,1 0-1 0 0,1-1 1 0 0,-1 1-1 0 0,0 0 1 0 0,1 0-1 0 0,0-1 1 0 0,-1 1 0 0 0,1 0-1 0 0,0 0 1 0 0,1 0-1 0 0,-1 0 1 0 0,4-5 0 0 0,1-2-1 0 0,0 1 1 0 0,1 0 0 0 0,0 1 0 0 0,0 0 0 0 0,1 0 0 0 0,10-8-1 0 0,-12 10-322 0 0,1 2 1 0 0,-1-1-1 0 0,1 1 0 0 0,0 0 0 0 0,1 0 0 0 0,-1 1 0 0 0,1 0 0 0 0,-1 0 0 0 0,9-1 0 0 0,-14 3-100 0 0,-1 1 0 0 0,1 0 0 0 0,-1-1 0 0 0,1 1 0 0 0,-1 0 0 0 0,0 0 0 0 0,1 0 0 0 0,-1 0 0 0 0,1 1 0 0 0,-1-1 0 0 0,1 0 0 0 0,-1 1 0 0 0,1-1 0 0 0,-1 1 0 0 0,0-1-1 0 0,1 1 1 0 0,-1-1 0 0 0,0 1 0 0 0,1 0 0 0 0,-1 0 0 0 0,2 1 0 0 0,-2 0 2 0 0,0 0-1 0 0,1-1 1 0 0,-1 1-1 0 0,0 0 1 0 0,0 0-1 0 0,0 0 1 0 0,0 0-1 0 0,-1 0 1 0 0,1 1-1 0 0,0-1 1 0 0,-1 0-1 0 0,1 4 1 0 0,-1 4 14 0 0,1-1 0 0 0,-2 1 0 0 0,1 0 0 0 0,-2 0 0 0 0,-1 10 0 0 0,-4 5-38 0 0,0-1 0 0 0,-1 0-1 0 0,-1 0 1 0 0,-2-1-1 0 0,-15 26 1 0 0,9-20-7 0 0,-3-1 0 0 0,0 0 1 0 0,-32 32-1 0 0,44-51 23 0 0,-1 0 0 0 0,0-1 0 0 0,0 0 0 0 0,-1 0-1 0 0,0-1 1 0 0,0-1 0 0 0,-1 0 0 0 0,-21 10 0 0 0,32-17-10 0 0,0 1 0 0 0,0 0 0 0 0,0 0 0 0 0,0 0 0 0 0,0 0 0 0 0,0 0 1 0 0,0-1-1 0 0,0 1 0 0 0,0 0 0 0 0,0 0 0 0 0,0 0 0 0 0,0 0 0 0 0,0 0 0 0 0,0-1 0 0 0,0 1 0 0 0,0 0 1 0 0,0 0-1 0 0,0 0 0 0 0,0 0 0 0 0,0 0 0 0 0,0-1 0 0 0,0 1 0 0 0,0 0 0 0 0,0 0 0 0 0,-1 0 0 0 0,1 0 1 0 0,0 0-1 0 0,0 0 0 0 0,0 0 0 0 0,0-1 0 0 0,0 1 0 0 0,0 0 0 0 0,0 0 0 0 0,-1 0 0 0 0,1 0 0 0 0,0 0 1 0 0,0 0-1 0 0,0 0 0 0 0,0 0 0 0 0,0 0 0 0 0,0 0 0 0 0,-1 0 0 0 0,1 0 0 0 0,0 0 0 0 0,0 0 0 0 0,0 0 1 0 0,0 0-1 0 0,0 0 0 0 0,-1 0 0 0 0,1 0 0 0 0,0 0 0 0 0,0 0 0 0 0,0 0 0 0 0,0 0 0 0 0,0 0 0 0 0,-1 0 1 0 0,1 0-1 0 0,0 0 0 0 0,0 0 0 0 0,0 0 0 0 0,0 0 0 0 0,0 0 0 0 0,0 0 0 0 0,-1 1 0 0 0,1-1 0 0 0,7-9 89 0 0,3 3-83 0 0,-1 0-1 0 0,1 1 0 0 0,0 0 1 0 0,1 1-1 0 0,-1 0 1 0 0,1 1-1 0 0,-1 0 0 0 0,1 1 1 0 0,0 0-1 0 0,0 0 1 0 0,1 1-1 0 0,15 1 0 0 0,-7 1 4 0 0,-1 0-1 0 0,0 2 0 0 0,0 0 0 0 0,0 2 0 0 0,0 0 0 0 0,24 9 0 0 0,-39-12-400 0 0,0 1 0 0 0,1-1 1 0 0,-1 1-1 0 0,0-1 0 0 0,7 8 1 0 0,-2-3-3428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7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58 2303 0 0,'24'-31'1226'0'0,"-23"29"-343"0"0,1-1-1 0 0,-1 0 0 0 0,1 1 1 0 0,-1-1-1 0 0,0 0 1 0 0,0-8 4037 0 0,-1 11-4839 0 0,0 0 0 0 0,0 0-1 0 0,-1 0 1 0 0,1 0 0 0 0,0 0 0 0 0,0 0-1 0 0,0 0 1 0 0,0 0 0 0 0,0 0 0 0 0,-7 6 2003 0 0,-6 10-257 0 0,-6 16-434 0 0,3 2 0 0 0,-26 70-1 0 0,35-81-1198 0 0,1 0 1 0 0,1 1-1 0 0,1 0 0 0 0,1 0 1 0 0,0 42-1 0 0,3-58-137 0 0,0 0 0 0 0,1-1 0 0 0,0 1 0 0 0,1 0 0 0 0,-1 0 0 0 0,2-1 0 0 0,-1 1 0 0 0,4 6 0 0 0,-4-11-44 0 0,-1 0 0 0 0,1 0 0 0 0,0 0 0 0 0,0 0 0 0 0,1-1 0 0 0,-1 1 0 0 0,0-1 0 0 0,1 1 0 0 0,0-1 0 0 0,-1 0 0 0 0,1 0 0 0 0,0 0 0 0 0,0-1 0 0 0,0 1 1 0 0,1-1-1 0 0,-1 1 0 0 0,0-1 0 0 0,0 0 0 0 0,1 0 0 0 0,3 0 0 0 0,3 0 7 0 0,1 0 1 0 0,-1-1 0 0 0,0 0-1 0 0,0-1 1 0 0,0 0-1 0 0,0 0 1 0 0,0-1 0 0 0,0-1-1 0 0,0 1 1 0 0,10-6-1 0 0,-8 3 7 0 0,0 0-1 0 0,0-1 0 0 0,0-1 1 0 0,-1 0-1 0 0,0 0 0 0 0,-1-1 1 0 0,13-12-1 0 0,-20 17-26 0 0,0 0 0 0 0,0-1 0 0 0,0 1 0 0 0,-1-1 0 0 0,0 0 0 0 0,1 0 0 0 0,-1 1 0 0 0,-1-1 0 0 0,1-1 0 0 0,-1 1 0 0 0,1 0 0 0 0,0-5 0 0 0,-2 7 0 0 0,0 0 0 0 0,1 0 0 0 0,-1 1 0 0 0,0-1 0 0 0,-1 0 0 0 0,1 0 0 0 0,0 0 0 0 0,0 1 0 0 0,-1-1 0 0 0,1 0 0 0 0,-1 0 0 0 0,1 1 0 0 0,-1-1 0 0 0,0 0 0 0 0,0 1 0 0 0,0-1 0 0 0,0 1 0 0 0,0-1 0 0 0,0 1 0 0 0,0-1 0 0 0,0 1 0 0 0,-1 0 0 0 0,1 0 0 0 0,0-1 0 0 0,-1 1 0 0 0,1 0 0 0 0,-1 0 0 0 0,1 1 0 0 0,-1-1 0 0 0,0 0 0 0 0,-2 0 0 0 0,-2-2 6 0 0,-1 2 0 0 0,0-1 0 0 0,0 1 0 0 0,0 0 0 0 0,0 0 0 0 0,0 1 0 0 0,0 0 0 0 0,0 0 0 0 0,0 1 0 0 0,-1 0 0 0 0,2 0 0 0 0,-1 1 0 0 0,0-1 0 0 0,0 2 0 0 0,-12 5 0 0 0,0 0 13 0 0,1 2 1 0 0,1 0-1 0 0,0 1 0 0 0,-21 18 0 0 0,34-26-31 0 0,-4 3-127 0 0,0 1 0 0 0,-10 11 0 0 0,17-17 116 0 0,0 0-1 0 0,0 0 0 0 0,0 0 0 0 0,0 0 0 0 0,0 0 0 0 0,0 0 1 0 0,1 1-1 0 0,-1-1 0 0 0,0 0 0 0 0,1 1 0 0 0,-1-1 1 0 0,1 0-1 0 0,-1 1 0 0 0,1-1 0 0 0,0 0 0 0 0,0 1 0 0 0,-1-1 1 0 0,1 1-1 0 0,0-1 0 0 0,0 0 0 0 0,0 1 0 0 0,1-1 0 0 0,-1 1 1 0 0,0-1-1 0 0,0 0 0 0 0,2 3 0 0 0,4 4-648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8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90 6447 0 0,'5'-10'665'0'0,"1"0"0"0"0,1 0-1 0 0,0 0 1 0 0,9-10 0 0 0,-13 17-137 0 0,-1 1 0 0 0,1-1 0 0 0,0 1 1 0 0,0-1-1 0 0,0 1 0 0 0,0 0 0 0 0,1 0 1 0 0,-1 1-1 0 0,1-1 0 0 0,-1 1 1 0 0,1-1-1 0 0,-1 1 0 0 0,1 0 0 0 0,0 0 1 0 0,0 1-1 0 0,7-1 0 0 0,-10 1-415 0 0,1 0-1 0 0,-1 0 1 0 0,1 0-1 0 0,-1 0 1 0 0,0 0-1 0 0,1 1 0 0 0,-1-1 1 0 0,0 0-1 0 0,1 1 1 0 0,-1-1-1 0 0,0 1 1 0 0,0 0-1 0 0,0-1 1 0 0,1 1-1 0 0,-1 0 1 0 0,0 0-1 0 0,0 0 1 0 0,0 0-1 0 0,0 0 1 0 0,0 0-1 0 0,0 0 0 0 0,-1 0 1 0 0,1 0-1 0 0,0 0 1 0 0,0 0-1 0 0,-1 0 1 0 0,1 1-1 0 0,-1-1 1 0 0,1 0-1 0 0,-1 1 1 0 0,1-1-1 0 0,-1 0 1 0 0,0 1-1 0 0,0-1 1 0 0,0 0-1 0 0,0 2 0 0 0,1 1-46 0 0,-1-1 0 0 0,-1 0-1 0 0,1 1 1 0 0,0-1 0 0 0,-1 0-1 0 0,0 1 1 0 0,0-1-1 0 0,0 0 1 0 0,0 0 0 0 0,0 0-1 0 0,0 0 1 0 0,-1 0 0 0 0,-3 5-1 0 0,-14 13 152 0 0,13-15-209 0 0,1 0 1 0 0,0-1-1 0 0,0 2 1 0 0,0-1 0 0 0,-6 13-1 0 0,11-19-3 0 0,0 1 0 0 0,-1-1 0 0 0,1 1-1 0 0,0 0 1 0 0,0-1 0 0 0,0 1 0 0 0,-1 0 0 0 0,1-1-1 0 0,0 1 1 0 0,0 0 0 0 0,0-1 0 0 0,0 1 0 0 0,0 0-1 0 0,0-1 1 0 0,0 1 0 0 0,1 0 0 0 0,-1-1 0 0 0,0 1-1 0 0,0 0 1 0 0,0-1 0 0 0,1 1 0 0 0,-1 0 0 0 0,0-1-1 0 0,1 2 1 0 0,0-1 9 0 0,0-1-1 0 0,0 1 1 0 0,0 0-1 0 0,0 0 1 0 0,0-1-1 0 0,0 1 0 0 0,0 0 1 0 0,1-1-1 0 0,-1 1 1 0 0,0-1-1 0 0,0 1 1 0 0,2-1-1 0 0,3 1 46 0 0,-1 0-1 0 0,1 0 1 0 0,0-1 0 0 0,8 0-1 0 0,8-3 143 0 0,0 0 0 0 0,30-9 0 0 0,3 0-424 0 0,-55 11 130 0 0,1 1 0 0 0,-1 0-1 0 0,1 0 1 0 0,-1 0 0 0 0,1 0-1 0 0,-1 0 1 0 0,0 0 0 0 0,1 0 0 0 0,-1 0-1 0 0,1 0 1 0 0,-1 0 0 0 0,1 0 0 0 0,-1 0-1 0 0,1 0 1 0 0,-1 0 0 0 0,0 0 0 0 0,1 1-1 0 0,-1-1 1 0 0,1 0 0 0 0,-1 0-1 0 0,1 1 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2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131 287 4607 0 0,'-3'0'246'0'0,"-46"-2"4084"0"0,43 2-3525 0 0,1-1 1 0 0,0 0-1 0 0,-1 0 1 0 0,1 0 0 0 0,0-1-1 0 0,-10-4 1 0 0,13 4-508 0 0,-1 0 0 0 0,1 0 0 0 0,0 0 0 0 0,0 0 0 0 0,0 0-1 0 0,0-1 1 0 0,0 1 0 0 0,0-1 0 0 0,1 0 0 0 0,-1 1 0 0 0,1-1 0 0 0,0 0 0 0 0,-1 0 0 0 0,1 0 0 0 0,1 0 0 0 0,-1 0-1 0 0,0 0 1 0 0,0-5 0 0 0,0 0-84 0 0,1 1 1 0 0,0-1-1 0 0,0 0 0 0 0,0 0 0 0 0,1 1 1 0 0,2-12-1 0 0,1 7-108 0 0,0 0 0 0 0,0 0 0 0 0,1 1 0 0 0,1-1 0 0 0,9-14-1 0 0,-11 19-84 0 0,0 1 0 0 0,1 0-1 0 0,0 0 1 0 0,0 1 0 0 0,0 0-1 0 0,1-1 1 0 0,-1 2 0 0 0,1-1-1 0 0,0 1 1 0 0,10-6-1 0 0,-14 9-18 0 0,0 1 0 0 0,-1-1-1 0 0,1 0 1 0 0,0 1-1 0 0,-1-1 1 0 0,1 1-1 0 0,0 0 1 0 0,0-1-1 0 0,0 1 1 0 0,-1 0-1 0 0,1 0 1 0 0,0 0-1 0 0,0 0 1 0 0,-1 1-1 0 0,1-1 1 0 0,0 0 0 0 0,0 1-1 0 0,-1-1 1 0 0,3 2-1 0 0,-2-1 3 0 0,0 0-1 0 0,0 1 1 0 0,0-1 0 0 0,0 1-1 0 0,0 0 1 0 0,0 0-1 0 0,0-1 1 0 0,-1 1-1 0 0,1 0 1 0 0,-1 0 0 0 0,1 1-1 0 0,0 1 1 0 0,2 5 5 0 0,0 0-1 0 0,-1 0 1 0 0,-1 0 0 0 0,1 0 0 0 0,-1 1-1 0 0,1 10 1 0 0,-2 9 54 0 0,0 1 0 0 0,-5 34 0 0 0,1 14 80 0 0,3-77-138 0 0,0-1-1 0 0,0 0 0 0 0,0 0 1 0 0,0 0-1 0 0,0 0 1 0 0,0 0-1 0 0,0 0 0 0 0,0 0 1 0 0,0 0-1 0 0,0 0 1 0 0,0 0-1 0 0,0 0 1 0 0,0 0-1 0 0,0 0 0 0 0,0 0 1 0 0,0 0-1 0 0,0 0 1 0 0,0 0-1 0 0,0 1 0 0 0,0-1 1 0 0,0 0-1 0 0,0 0 1 0 0,0 0-1 0 0,0 0 1 0 0,0 0-1 0 0,0 0 0 0 0,0 0 1 0 0,0 0-1 0 0,0 0 1 0 0,0 0-1 0 0,0 0 0 0 0,0 0 1 0 0,0 0-1 0 0,0 0 1 0 0,0 0-1 0 0,0 0 1 0 0,0 0-1 0 0,1 0 0 0 0,-1 0 1 0 0,0 0-1 0 0,0 0 1 0 0,0 0-1 0 0,0 0 0 0 0,0 0 1 0 0,0 0-1 0 0,0 0 1 0 0,0 0-1 0 0,0 0 1 0 0,0 0-1 0 0,0 0 0 0 0,0 0 1 0 0,0 0-1 0 0,0 0 1 0 0,0 0-1 0 0,0 0 0 0 0,0 0 1 0 0,1 0-1 0 0,-1 0 1 0 0,0 0-1 0 0,0 0 1 0 0,0 0-1 0 0,0 0 0 0 0,0 0 1 0 0,0 0-1 0 0,0 0 1 0 0,0 0-1 0 0,5-5 132 0 0,3-7-4 0 0,12-23-36 0 0,-2-1 0 0 0,-1-1 0 0 0,13-45 0 0 0,-28 75-96 0 0,12-31 0 0 0,-13 36 0 0 0,0 0 0 0 0,0 0 0 0 0,0 0 0 0 0,0 1 0 0 0,0-1 0 0 0,0 0 0 0 0,1 0 0 0 0,-1 0 0 0 0,1 1 0 0 0,-1-1 0 0 0,1 1 0 0 0,0-1 0 0 0,0 1 0 0 0,2-2 0 0 0,-4 3 0 0 0,1 0 0 0 0,-1 0 0 0 0,1 0 0 0 0,0 1 0 0 0,-1-1 0 0 0,1 0 0 0 0,-1 0 0 0 0,1 0 0 0 0,-1 0 0 0 0,1 0 0 0 0,-1 1 0 0 0,0-1 0 0 0,1 0 0 0 0,-1 0 0 0 0,1 1 0 0 0,-1-1 0 0 0,1 0 0 0 0,-1 1 0 0 0,0-1 0 0 0,1 0 0 0 0,-1 1 0 0 0,0-1 0 0 0,1 1 0 0 0,-1-1 0 0 0,0 0 0 0 0,1 1 0 0 0,-1-1 0 0 0,0 1 0 0 0,0-1 0 0 0,0 1 0 0 0,1-1 0 0 0,-1 1 0 0 0,0-1 0 0 0,0 1 0 0 0,0-1 0 0 0,0 1 0 0 0,0 0 0 0 0,4 24 0 0 0,-4-23 0 0 0,2 19 0 0 0,0-4 0 0 0,6 33 0 0 0,-7-46 0 0 0,0 0 0 0 0,0 0 0 0 0,1 0 0 0 0,-1-1 0 0 0,1 1 0 0 0,0 0 0 0 0,0-1 0 0 0,0 1 0 0 0,1-1 0 0 0,-1 0 0 0 0,1 1 0 0 0,0-1 0 0 0,5 4 0 0 0,-5-5 0 0 0,-1-1 0 0 0,1 1 0 0 0,0-1 0 0 0,1 1 0 0 0,-1-1 0 0 0,0 0 0 0 0,0 0 0 0 0,0-1 0 0 0,1 1 0 0 0,-1-1 0 0 0,0 1 0 0 0,1-1 0 0 0,-1 0 0 0 0,0 0 0 0 0,1-1 0 0 0,-1 1 0 0 0,0-1 0 0 0,1 1 0 0 0,-1-1 0 0 0,0 0 0 0 0,0 0 0 0 0,0-1 0 0 0,4-1 0 0 0,1-1 0 0 0,0-1 0 0 0,0 0 0 0 0,0 0 0 0 0,-1-1 0 0 0,0 0 0 0 0,0 0 0 0 0,7-9 0 0 0,-7 6 0 0 0,0 1 0 0 0,-1-1 0 0 0,9-18 0 0 0,-13 24 0 0 0,0-1 0 0 0,0 0 0 0 0,-1 0 0 0 0,0 0 0 0 0,0 1 0 0 0,0-1 0 0 0,0 0 0 0 0,0 0 0 0 0,-1 0 0 0 0,0-1 0 0 0,0 1 0 0 0,0 0 0 0 0,-1-5 0 0 0,1 8 0 0 0,0 1 0 0 0,0 0 0 0 0,0-1 0 0 0,0 1 0 0 0,0 0 0 0 0,0-1 0 0 0,0 1 0 0 0,0-1 0 0 0,0 1 0 0 0,0 0 0 0 0,0-1 0 0 0,0 1 0 0 0,-1 0 0 0 0,1-1 0 0 0,0 1 0 0 0,0 0 0 0 0,0 0 0 0 0,-1-1 0 0 0,1 1 0 0 0,0 0 0 0 0,0-1 0 0 0,-1 1 0 0 0,1 0 0 0 0,0 0 0 0 0,0 0 0 0 0,-1-1 0 0 0,1 1 0 0 0,0 0 0 0 0,-1 0 0 0 0,1 0 0 0 0,-1 0 0 0 0,-6 8 0 0 0,-2 19 0 0 0,7-12 0 0 0,1-1 0 0 0,0 1 0 0 0,1 14 0 0 0,1-25 0 0 0,-1 0 0 0 0,0 0 0 0 0,1 0 0 0 0,0-1 0 0 0,-1 1 0 0 0,2 0 0 0 0,-1 0 0 0 0,0-1 0 0 0,1 1 0 0 0,-1-1 0 0 0,1 1 0 0 0,0-1 0 0 0,0 0 0 0 0,1 0 0 0 0,-1 0 0 0 0,5 5 0 0 0,-5-7 0 0 0,1 0 0 0 0,-1 0 0 0 0,0 0 0 0 0,0 0 0 0 0,1 0 0 0 0,-1 0 0 0 0,0-1 0 0 0,1 1 0 0 0,-1-1 0 0 0,0 0 0 0 0,1 0 0 0 0,-1 0 0 0 0,1 0 0 0 0,-1 0 0 0 0,1 0 0 0 0,-1 0 0 0 0,0-1 0 0 0,1 1 0 0 0,-1-1 0 0 0,0 0 0 0 0,1 0 0 0 0,-1 0 0 0 0,0 0 0 0 0,3-2 0 0 0,4-2 0 0 0,-1 0 0 0 0,0 0 0 0 0,-1-1 0 0 0,14-13 0 0 0,-13 11 0 0 0,0-1 0 0 0,-1-1 0 0 0,0 1 0 0 0,-1-1 0 0 0,7-14 0 0 0,-1-1 0 0 0,8-31 0 0 0,-20 92 0 0 0,-3 5 0 0 0,1-25 0 0 0,0-1 0 0 0,1 0 0 0 0,1 1 0 0 0,1-1 0 0 0,4 28 0 0 0,-5-40-14 0 0,1-1 1 0 0,0 0-1 0 0,-1 0 0 0 0,1 0 1 0 0,0 1-1 0 0,0-1 0 0 0,0 0 0 0 0,0 0 1 0 0,1 0-1 0 0,-1-1 0 0 0,0 1 0 0 0,1 0 1 0 0,0 0-1 0 0,-1-1 0 0 0,1 1 1 0 0,0-1-1 0 0,0 1 0 0 0,0-1 0 0 0,-1 0 1 0 0,2 0-1 0 0,-1 0 0 0 0,4 2 0 0 0,-4-3-25 0 0,1 1 0 0 0,0-1 0 0 0,-1 0 0 0 0,1 0 0 0 0,0 0 0 0 0,-1 0 0 0 0,1 0 0 0 0,0-1 0 0 0,-1 1 0 0 0,1-1 0 0 0,-1 1-1 0 0,1-1 1 0 0,-1 0 0 0 0,1 0 0 0 0,-1 0 0 0 0,1-1 0 0 0,-1 1 0 0 0,0-1 0 0 0,3-1 0 0 0,4-5-944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2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83 919 0 0,'-2'-7'80'0'0,"1"3"-80"0"0,1 3 0 0 0,-2-3 0 0 0,2 1 1216 0 0,-2-2 224 0 0,-1-7 40 0 0,-2-3 16 0 0,3 1-232 0 0,0 2-48 0 0,4 7 0 0 0,3 5-8 0 0,2 3-1208 0 0,0 8-168 0 0,3 2-72 0 0,0 6-16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2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0 220 5983 0 0,'0'-7'2076'0'0,"0"-3"1000"0"0,1 1-1 0 0,3-16 0 0 0,9-20 1036 0 0,24-38-2315 0 0,-36 80-1773 0 0,1 0-1 0 0,0-1 0 0 0,0 1 1 0 0,0 0-1 0 0,0 1 0 0 0,0-1 0 0 0,1 0 1 0 0,-1 1-1 0 0,1-1 0 0 0,0 1 0 0 0,3-3 1 0 0,-4 5-20 0 0,-1-1 1 0 0,0 0-1 0 0,1 1 0 0 0,-1-1 1 0 0,1 1-1 0 0,-1 0 1 0 0,1-1-1 0 0,-1 1 1 0 0,1 0-1 0 0,-1 0 0 0 0,1 0 1 0 0,-1 0-1 0 0,1 0 1 0 0,-1 0-1 0 0,1 0 1 0 0,-1 1-1 0 0,0-1 0 0 0,1 1 1 0 0,-1-1-1 0 0,1 1 1 0 0,-1-1-1 0 0,0 1 1 0 0,1 0-1 0 0,-1 0 0 0 0,0-1 1 0 0,0 1-1 0 0,1 0 1 0 0,1 2-1 0 0,3 4 11 0 0,0 1 1 0 0,-1-1-1 0 0,1 1 0 0 0,-2 0 1 0 0,1 0-1 0 0,-1 1 0 0 0,0-1 1 0 0,-1 1-1 0 0,4 13 0 0 0,-2-9-52 0 0,-1 0 0 0 0,2 0 0 0 0,8 15 0 0 0,-13-26 46 0 0,0-1 0 0 0,0 1 0 0 0,0-1 0 0 0,0 0 1 0 0,1 1-1 0 0,-1-1 0 0 0,0 0 0 0 0,0 0 0 0 0,1 0 0 0 0,-1 0 1 0 0,1 0-1 0 0,-1 0 0 0 0,1 0 0 0 0,-1 0 0 0 0,1-1 0 0 0,0 1 1 0 0,-1-1-1 0 0,1 1 0 0 0,2 0 0 0 0,-1-1 4 0 0,0 0 1 0 0,0-1-1 0 0,0 1 0 0 0,0 0 0 0 0,-1-1 1 0 0,1 1-1 0 0,0-1 0 0 0,0 0 0 0 0,0 0 1 0 0,4-2-1 0 0,3-3 48 0 0,0 0 1 0 0,0-1 0 0 0,-1 0-1 0 0,14-14 1 0 0,-13 11-41 0 0,-1 0-1 0 0,0-1 1 0 0,-1 0-1 0 0,0 0 1 0 0,-1-1-1 0 0,0 0 1 0 0,-1 0 0 0 0,7-21-1 0 0,-13 74 120 0 0,-3-21-72 0 0,1-1 0 0 0,2 1-1 0 0,0 0 1 0 0,2 21 0 0 0,-1-35-190 0 0,1 0 0 0 0,-1 0 0 0 0,1 0 0 0 0,0 0 0 0 0,0 0 0 0 0,0-1 0 0 0,1 1 0 0 0,0 0 1 0 0,0-1-1 0 0,0 0 0 0 0,1 0 0 0 0,0 0 0 0 0,0 0 0 0 0,0-1 0 0 0,1 1 0 0 0,9 7 0 0 0,5-1-8012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1.2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41 584 2303 0 0,'-1'-2'205'0'0,"1"1"0"0"0,-1 0 0 0 0,1 0-1 0 0,-1 0 1 0 0,0 0 0 0 0,1 0 0 0 0,-1-1-1 0 0,0 1 1 0 0,0 0 0 0 0,0 1 0 0 0,0-1-1 0 0,0 0 1 0 0,-1-1 0 0 0,-3-3 708 0 0,2 2-495 0 0,1 0 0 0 0,-1 0 1 0 0,1 0-1 0 0,0 0 0 0 0,0-1 0 0 0,1 1 0 0 0,-1-1 0 0 0,1 1 0 0 0,0-1 0 0 0,0 0 0 0 0,0 0 0 0 0,0 1 0 0 0,0-1 0 0 0,1 0 0 0 0,0 0 0 0 0,0 0 0 0 0,0 0 0 0 0,0 0 0 0 0,0 1 0 0 0,1-1 0 0 0,0 0 0 0 0,0 0 0 0 0,0 1 0 0 0,0-1 0 0 0,0 0 0 0 0,1 1 1 0 0,3-6-1 0 0,2-4 358 0 0,14-19 0 0 0,-19 29-633 0 0,1-1 0 0 0,0 0 1 0 0,1 1-1 0 0,-1 0 1 0 0,0 0-1 0 0,1 0 1 0 0,0 0-1 0 0,0 1 1 0 0,5-4-1 0 0,-8 6-119 0 0,0 0 0 0 0,-1-1 0 0 0,1 1-1 0 0,0 0 1 0 0,0 0 0 0 0,-1 0 0 0 0,1 0 0 0 0,0 0-1 0 0,0 0 1 0 0,-1 0 0 0 0,1 0 0 0 0,0 0 0 0 0,0 0-1 0 0,-1 0 1 0 0,1 0 0 0 0,0 1 0 0 0,-1-1 0 0 0,1 0-1 0 0,0 1 1 0 0,-1-1 0 0 0,1 0 0 0 0,0 1 0 0 0,-1-1 0 0 0,1 1-1 0 0,-1-1 1 0 0,1 1 0 0 0,0-1 0 0 0,-1 1 0 0 0,0-1-1 0 0,1 1 1 0 0,-1-1 0 0 0,1 1 0 0 0,-1 0 0 0 0,0-1-1 0 0,1 1 1 0 0,-1 0 0 0 0,0 0 0 0 0,1 0 0 0 0,1 5 17 0 0,0 0 1 0 0,-1 0 0 0 0,2 10 0 0 0,-2-11-23 0 0,9 76 56 0 0,-8-57-40 0 0,1 0 0 0 0,0 0 0 0 0,2 0 0 0 0,1-1 0 0 0,11 28 0 0 0,-16-48-36 0 0,0-1 0 0 0,1 1-1 0 0,-1-1 1 0 0,1 1 0 0 0,-1-1-1 0 0,1 0 1 0 0,0 1 0 0 0,0-1 0 0 0,0 0-1 0 0,0 0 1 0 0,0-1 0 0 0,1 1-1 0 0,-1 0 1 0 0,1-1 0 0 0,-1 1-1 0 0,4 0 1 0 0,-4-1 11 0 0,-1-1-1 0 0,1 1 1 0 0,-1-1-1 0 0,1 0 1 0 0,0 0-1 0 0,-1 0 1 0 0,1 0-1 0 0,0 0 1 0 0,-1 0-1 0 0,1 0 1 0 0,0-1 0 0 0,-1 1-1 0 0,1 0 1 0 0,0-1-1 0 0,-1 1 1 0 0,1-1-1 0 0,-1 0 1 0 0,1 0-1 0 0,-1 0 1 0 0,0 1-1 0 0,1-1 1 0 0,-1 0-1 0 0,0-1 1 0 0,1 1-1 0 0,-1 0 1 0 0,0 0 0 0 0,0 0-1 0 0,0-1 1 0 0,1-1-1 0 0,1-2 12 0 0,0 0-1 0 0,-1 0 0 0 0,1 0 1 0 0,-1 0-1 0 0,0 0 1 0 0,0-1-1 0 0,-1 1 0 0 0,1-1 1 0 0,-1 1-1 0 0,-1-1 1 0 0,1-7-1 0 0,-1-8 129 0 0,-4-36 0 0 0,0 16-84 0 0,3 22-54 0 0,1 0-1 0 0,4-29 1 0 0,-4 42-9 0 0,1 1 0 0 0,0 0 1 0 0,0 0-1 0 0,1 0 0 0 0,0 0 0 0 0,0 0 0 0 0,0 0 0 0 0,0 1 0 0 0,1-1 0 0 0,0 1 1 0 0,0-1-1 0 0,0 1 0 0 0,0 0 0 0 0,5-5 0 0 0,-5 8-2 0 0,-1-1 0 0 0,0 1 0 0 0,1-1 0 0 0,-1 1 0 0 0,1 0 0 0 0,-1 0 0 0 0,1 1 0 0 0,0-1 0 0 0,-1 0 0 0 0,1 1 0 0 0,0-1 0 0 0,0 1 0 0 0,-1 0 0 0 0,1 0 0 0 0,0 0 0 0 0,2 1 0 0 0,9 1 0 0 0,-1 0 0 0 0,14 5 0 0 0,-7-2 0 0 0,122 20 0 0 0,-96-17 0 0 0,-46-8 0 0 0,1 0 0 0 0,-1 0 0 0 0,0 0 0 0 0,0 0 0 0 0,0 0 0 0 0,0 0 0 0 0,0 0 0 0 0,0 0 0 0 0,1 0 0 0 0,-1 0 0 0 0,0 0 0 0 0,0 0 0 0 0,0 0 0 0 0,0 0 0 0 0,0 0 0 0 0,0 0 0 0 0,1 0 0 0 0,-1 0 0 0 0,0 0 0 0 0,0 0 0 0 0,0 1 0 0 0,0-1 0 0 0,0 0 0 0 0,0 0 0 0 0,0 0 0 0 0,0 0 0 0 0,0 0 0 0 0,1 0 0 0 0,-1 0 0 0 0,0 1 0 0 0,0-1 0 0 0,0 0 0 0 0,0 0 0 0 0,0 0 0 0 0,0 0 0 0 0,0 0 0 0 0,0 0 0 0 0,0 1 0 0 0,0-1 0 0 0,0 0 0 0 0,-4 5 0 0 0,-10 4 0 0 0,-6 2 0 0 0,0 2 0 0 0,-19 14 0 0 0,31-21 0 0 0,1 1 0 0 0,-1 0 0 0 0,2 1 0 0 0,-1-1 0 0 0,1 1 0 0 0,0 1 0 0 0,-7 12 0 0 0,7-10 15 0 0,1 0-1 0 0,-7 22 1 0 0,11-29-12 0 0,0 0 0 0 0,0-1 1 0 0,0 1-1 0 0,1 0 0 0 0,0 0 0 0 0,-1-1 0 0 0,1 1 0 0 0,1 0 0 0 0,-1 0 1 0 0,0 0-1 0 0,1-1 0 0 0,0 1 0 0 0,2 5 0 0 0,-3-7-4 0 0,1-1 1 0 0,0 0-1 0 0,-1 0 1 0 0,1 0-1 0 0,0 0 0 0 0,0 1 1 0 0,0-1-1 0 0,0-1 0 0 0,0 1 1 0 0,0 0-1 0 0,0 0 0 0 0,0 0 1 0 0,0 0-1 0 0,0-1 0 0 0,0 1 1 0 0,0 0-1 0 0,1-1 0 0 0,1 1 1 0 0,0 0-3 0 0,-1-1 0 0 0,1 1-1 0 0,0-1 1 0 0,-1 0 0 0 0,1 0 0 0 0,0 0 0 0 0,0 0 0 0 0,4-1 0 0 0,0-1-3 0 0,0 0 1 0 0,0-1-1 0 0,0 1 0 0 0,-1-1 1 0 0,1 0-1 0 0,6-5 0 0 0,-2 0 6 0 0,-1 0 0 0 0,-1-1 0 0 0,0 0 0 0 0,0-1 0 0 0,0 1 0 0 0,-2-2 0 0 0,1 1 0 0 0,-1-1 0 0 0,-1 0 0 0 0,1 0 0 0 0,-2-1 0 0 0,0 0 0 0 0,0 0 0 0 0,4-22 0 0 0,-5 16 14 0 0,0 4 17 0 0,-7 27 0 0 0,1 0-5 0 0,1-1-1 0 0,0 1 1 0 0,1-1-1 0 0,0 1 1 0 0,2 14-1 0 0,-1-20-12 0 0,1 0-1 0 0,-1 0 0 0 0,1 0 0 0 0,0 0 0 0 0,0-1 0 0 0,1 1 0 0 0,0-1 0 0 0,0 1 1 0 0,1-1-1 0 0,6 9 0 0 0,-8-13-9 0 0,-1 0-1 0 0,1 0 1 0 0,0 0 0 0 0,0-1-1 0 0,0 1 1 0 0,0 0 0 0 0,1-1-1 0 0,-1 0 1 0 0,0 1 0 0 0,0-1 0 0 0,1 0-1 0 0,-1 0 1 0 0,1 0 0 0 0,-1-1-1 0 0,1 1 1 0 0,0 0 0 0 0,4-1-1 0 0,-3 0 6 0 0,0 0 0 0 0,0 0 0 0 0,0-1 0 0 0,0 0 0 0 0,0 0-1 0 0,0 0 1 0 0,0 0 0 0 0,0-1 0 0 0,0 1 0 0 0,4-4-1 0 0,2-1 8 0 0,-1 0 0 0 0,0-1 0 0 0,0 0 0 0 0,-1 0 0 0 0,0-1-1 0 0,-1 0 1 0 0,12-15 0 0 0,-6 3-8 0 0,-1 0 0 0 0,-1-1 1 0 0,-1 0-1 0 0,-1-1 0 0 0,7-23 0 0 0,25-119 62 0 0,-20 72-53 0 0,-9 28-16 0 0,-11 57 0 0 0,0 0 0 0 0,-1 0 0 0 0,0-1 0 0 0,0 1 0 0 0,-1 0 0 0 0,-2-12 0 0 0,3 18 0 0 0,0 0 0 0 0,-1 0 0 0 0,1 0 0 0 0,0 1 0 0 0,0-1 0 0 0,-1 0 0 0 0,1 0 0 0 0,0 0 0 0 0,-1 0 0 0 0,1 1 0 0 0,-1-1 0 0 0,1 0 0 0 0,-1 0 0 0 0,0 1 0 0 0,1-1 0 0 0,-1 0 0 0 0,1 1 0 0 0,-1-1 0 0 0,0 1 0 0 0,0-1 0 0 0,1 1 0 0 0,-1-1 0 0 0,-1 0 0 0 0,1 1 0 0 0,0 0 0 0 0,0 0 0 0 0,0 0 0 0 0,0 1 0 0 0,0-1 0 0 0,0 0 0 0 0,0 0 0 0 0,0 0 0 0 0,0 1 0 0 0,0-1 0 0 0,0 1 0 0 0,0-1 0 0 0,0 1 0 0 0,0-1 0 0 0,1 1 0 0 0,-1-1 0 0 0,-1 2 0 0 0,-3 2 0 0 0,0 1 0 0 0,1-1 0 0 0,-1 2 0 0 0,-6 9 0 0 0,4-2 0 0 0,0-1 0 0 0,1 0 0 0 0,1 1 0 0 0,0 0 0 0 0,1 1 0 0 0,0-1 0 0 0,1 1 0 0 0,0-1 0 0 0,1 1 0 0 0,0 22 0 0 0,2-6 0 0 0,2 0 0 0 0,1-1 0 0 0,13 56 0 0 0,-13-72 42 0 0,0-1 1 0 0,1 1-1 0 0,1-1 0 0 0,0-1 0 0 0,1 1 0 0 0,0-1 1 0 0,0 0-1 0 0,13 15 0 0 0,-14-20-15 0 0,0 0 0 0 0,0-1-1 0 0,1 0 1 0 0,-1 0 0 0 0,1 0 0 0 0,1-1-1 0 0,-1 1 1 0 0,1-1 0 0 0,-1-1 0 0 0,1 0-1 0 0,0 0 1 0 0,1 0 0 0 0,-1-1 0 0 0,0 0-1 0 0,11 2 1 0 0,40 0-13 0 0,-34-2-6765 0 0,-10-1-952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4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0 343 5983 0 0,'1'-10'954'0'0,"0"0"-1"0"0,0 0 0 0 0,1 1 0 0 0,0-1 0 0 0,1 1 0 0 0,0-1 0 0 0,7-14 1 0 0,38-62 3932 0 0,-37 68-4030 0 0,0-3-10 0 0,13-18 887 0 0,-24 39-1723 0 0,0 0 0 0 0,0 0 0 0 0,0 0 0 0 0,0 0 1 0 0,0 0-1 0 0,0 0 0 0 0,1 0 0 0 0,-1 0 0 0 0,0 0 0 0 0,0 0 0 0 0,0 0 0 0 0,0-1 1 0 0,0 1-1 0 0,0 0 0 0 0,0 0 0 0 0,0 0 0 0 0,0 0 0 0 0,0 0 0 0 0,0 0 1 0 0,1 0-1 0 0,-1 0 0 0 0,0 0 0 0 0,0 0 0 0 0,0 0 0 0 0,0 0 0 0 0,0 0 0 0 0,0 0 1 0 0,0 0-1 0 0,0 0 0 0 0,0 0 0 0 0,1 0 0 0 0,-1 0 0 0 0,0 0 0 0 0,0 0 1 0 0,0 0-1 0 0,0 0 0 0 0,0 0 0 0 0,0 0 0 0 0,0 0 0 0 0,0 0 0 0 0,0 1 0 0 0,0-1 1 0 0,0 0-1 0 0,1 0 0 0 0,-1 0 0 0 0,0 0 0 0 0,0 0 0 0 0,0 0 0 0 0,0 0 1 0 0,0 0-1 0 0,0 0 0 0 0,0 0 0 0 0,0 0 0 0 0,0 0 0 0 0,0 1 0 0 0,0-1 1 0 0,0 0-1 0 0,0 0 0 0 0,0 0 0 0 0,0 0 0 0 0,0 0 0 0 0,0 0 0 0 0,0 0 0 0 0,0 0 1 0 0,2 12 170 0 0,-1 14-120 0 0,-3 4-44 0 0,-1 59-23 0 0,3-78 16 0 0,1 0 0 0 0,0-1-1 0 0,1 1 1 0 0,0-1 0 0 0,1 0 0 0 0,4 12 0 0 0,-7-21-7 0 0,1 1 1 0 0,-1-1-1 0 0,1 0 0 0 0,-1 0 1 0 0,1 0-1 0 0,0 0 0 0 0,-1 0 1 0 0,1 0-1 0 0,0 0 0 0 0,0 0 1 0 0,0 0-1 0 0,0 0 0 0 0,0 0 0 0 0,0 0 1 0 0,0 0-1 0 0,0-1 0 0 0,0 1 1 0 0,0 0-1 0 0,0-1 0 0 0,1 1 1 0 0,1 0-1 0 0,-1-1 11 0 0,0 0 0 0 0,0 0 0 0 0,-1 0 0 0 0,1 0 0 0 0,0-1 0 0 0,0 1 0 0 0,0 0 0 0 0,-1-1 0 0 0,1 1 1 0 0,0-1-1 0 0,0 0 0 0 0,-1 1 0 0 0,3-3 0 0 0,3-1 30 0 0,0-1 1 0 0,0-1-1 0 0,-1 1 0 0 0,0-1 1 0 0,8-9-1 0 0,-3 1-14 0 0,-1-1 0 0 0,0-1 0 0 0,-1 0-1 0 0,-1 0 1 0 0,11-32 0 0 0,0 2-1 0 0,-11 34-29 0 0,-8 12 0 0 0,0 0 0 0 0,0 0 0 0 0,0 0 0 0 0,0 0 0 0 0,1 0 0 0 0,-1 0 0 0 0,0 0 0 0 0,0 0 0 0 0,0 0 0 0 0,0-1 0 0 0,0 1 0 0 0,1 0 0 0 0,-1 0 0 0 0,0 0 0 0 0,0 0 0 0 0,0 0 0 0 0,0 0 0 0 0,0 0 0 0 0,1 0 0 0 0,-1 0 0 0 0,0 0 0 0 0,0 0 0 0 0,0 0 0 0 0,0 1 0 0 0,0-1 0 0 0,1 0 0 0 0,-1 0 0 0 0,0 0 0 0 0,0 0 0 0 0,0 0 0 0 0,0 0 0 0 0,0 0 0 0 0,1 0 0 0 0,-1 0 0 0 0,0 0 0 0 0,0 0 0 0 0,0 1 0 0 0,8 19 0 0 0,-6-12 0 0 0,12 64 68 0 0,-11-53-36 0 0,1 0-1 0 0,0 0 1 0 0,8 20 0 0 0,-11-37-24 0 0,-1-1 0 0 0,1 1 0 0 0,0 0 0 0 0,0-1 0 0 0,-1 1-1 0 0,1 0 1 0 0,0-1 0 0 0,1 1 0 0 0,-1-1 0 0 0,0 0 0 0 0,0 1 0 0 0,1-1 0 0 0,-1 0 0 0 0,1 0 0 0 0,-1 0 0 0 0,1 1 0 0 0,-1-2 0 0 0,1 1 0 0 0,0 0 0 0 0,-1 0 0 0 0,1 0 0 0 0,0-1 0 0 0,0 1-1 0 0,-1-1 1 0 0,1 0 0 0 0,3 1 0 0 0,-2-1-3 0 0,1-1 0 0 0,-1 1 1 0 0,1-1-1 0 0,-1 0 0 0 0,1 0 0 0 0,-1 0 0 0 0,0 0 0 0 0,1-1 0 0 0,-1 1 0 0 0,0-1 0 0 0,0 0 0 0 0,0 0 0 0 0,3-3 0 0 0,2-1-211 0 0,-1-1 0 0 0,1 0 0 0 0,-2-1 0 0 0,1 1 0 0 0,-1-1 0 0 0,0-1-1 0 0,-1 1 1 0 0,5-10 0 0 0,2-8-6131 0 0,14-43 0 0 0,-26 67 6215 0 0,1 0-1 0 0,0 0 1 0 0,0 0 0 0 0,0 0-1 0 0,-1 0 1 0 0,2 1-1 0 0,-1-1 1 0 0,0 0 0 0 0,0 0-1 0 0,3-2 1 0 0,-3 4 45 0 0,0-1 0 0 0,0 1 1 0 0,0-1-1 0 0,0 1 0 0 0,0-1 0 0 0,0 1 0 0 0,0 0 0 0 0,0-1 0 0 0,0 1 1 0 0,0 0-1 0 0,0 0 0 0 0,0 0 0 0 0,0 0 0 0 0,0 0 0 0 0,0 0 1 0 0,0 0-1 0 0,0 0 0 0 0,0 0 0 0 0,0 1 0 0 0,0-1 0 0 0,0 0 1 0 0,1 1-1 0 0,0 0 658 0 0,-1-1 0 0 0,1 0 0 0 0,-1 0 0 0 0,1 1 0 0 0,-1-1 0 0 0,1 0 0 0 0,-1 0 0 0 0,1 0 0 0 0,0-1 0 0 0,-1 1 0 0 0,1 0 0 0 0,-1-1 0 0 0,1 1 0 0 0,-1-1 0 0 0,2 0 1 0 0,1-1 114 0 0,0 0 1 0 0,-1 0 0 0 0,0 0-1 0 0,1-1 1 0 0,4-4 0 0 0,0-1-73 0 0,-1 0 1 0 0,0-1-1 0 0,9-14 0 0 0,-15 22-606 0 0,0 0 0 0 0,0-1 0 0 0,-1 1 0 0 0,1 0-1 0 0,0-1 1 0 0,-1 1 0 0 0,1 0 0 0 0,-1-1 0 0 0,1 1 0 0 0,-1-1-1 0 0,0 1 1 0 0,0-1 0 0 0,1 1 0 0 0,-1 0 0 0 0,0-1 0 0 0,0 1-1 0 0,-1-1 1 0 0,1 1 0 0 0,0-1 0 0 0,0 1 0 0 0,-1-1 0 0 0,1 1 0 0 0,-1 0-1 0 0,1-1 1 0 0,-1 1 0 0 0,0 0 0 0 0,1-1 0 0 0,-1 1 0 0 0,0 0-1 0 0,0 0 1 0 0,0 0 0 0 0,0 0 0 0 0,0-1 0 0 0,0 1 0 0 0,0 1 0 0 0,0-1-1 0 0,0 0 1 0 0,-1 0 0 0 0,0 0 0 0 0,-1-1-12 0 0,0 1-1 0 0,0-1 1 0 0,0 1-1 0 0,0 0 1 0 0,0 0 0 0 0,0 0-1 0 0,0 1 1 0 0,0-1-1 0 0,-1 1 1 0 0,1 0 0 0 0,0 0-1 0 0,0 0 1 0 0,0 0-1 0 0,-1 0 1 0 0,1 1 0 0 0,0-1-1 0 0,-4 2 1 0 0,2 0 6 0 0,1 0 0 0 0,-1 0 0 0 0,1 1 0 0 0,0 0 0 0 0,0-1 0 0 0,0 1 0 0 0,0 0 0 0 0,1 1 0 0 0,-1-1 1 0 0,1 1-1 0 0,-4 5 0 0 0,3-3 33 0 0,0 1 0 0 0,0-1 0 0 0,1 1 0 0 0,-1 0 0 0 0,2 0 0 0 0,-4 13 1 0 0,2-4 81 0 0,2 0 0 0 0,0 1 0 0 0,1-1 0 0 0,0 1 0 0 0,1-1 0 0 0,3 19 0 0 0,-2-29-54 0 0,0-1-1 0 0,0 1 1 0 0,0-1-1 0 0,1 1 1 0 0,0-1-1 0 0,0 1 0 0 0,0-1 1 0 0,0 0-1 0 0,1 0 1 0 0,0 0-1 0 0,4 5 0 0 0,-4-7-12 0 0,0 1 1 0 0,1-1-1 0 0,-1 0 0 0 0,1 0 0 0 0,0 0 0 0 0,0-1 0 0 0,0 1 0 0 0,0-1 0 0 0,0 0 0 0 0,0 0 0 0 0,1 0 0 0 0,-1-1 0 0 0,9 2 0 0 0,0 0-14 0 0,0-2-1 0 0,0 0 1 0 0,0 0 0 0 0,0-1 0 0 0,0-1 0 0 0,0 0-1 0 0,0 0 1 0 0,0-2 0 0 0,0 0 0 0 0,0 0 0 0 0,-1-1-1 0 0,0 0 1 0 0,13-7 0 0 0,-12 2-413 0 0,-12 9 338 0 0,-1 0 1 0 0,1-1-1 0 0,-1 1 1 0 0,1 0 0 0 0,-1 0-1 0 0,0-1 1 0 0,1 1-1 0 0,-1-1 1 0 0,1 1-1 0 0,-1 0 1 0 0,0-1 0 0 0,0 1-1 0 0,1-1 1 0 0,-1 1-1 0 0,0-1 1 0 0,0 1-1 0 0,1-1 1 0 0,-1 1-1 0 0,0-1 1 0 0,0 1 0 0 0,0-1-1 0 0,0 1 1 0 0,0-1-1 0 0,0 1 1 0 0,0-1-1 0 0,-1-1-752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4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 10135 0 0,'4'-5'448'0'0,"-2"1"96"0"0,-1 1-440 0 0,1 1-104 0 0,0 2 0 0 0,-1 0 0 0 0,1 0 632 0 0,0 0 104 0 0,0 0 16 0 0,1 0 8 0 0,0 2 80 0 0,-1 0 24 0 0,0 3 0 0 0,-4 0 0 0 0,0 2-1224 0 0,-4 3-248 0 0,-3 3-40 0 0,2-1-16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4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 7367 0 0,'-1'0'154'0'0,"1"1"-1"0"0,-1 0 1 0 0,1-1-1 0 0,-1 1 1 0 0,1-1-1 0 0,0 1 1 0 0,-1 0-1 0 0,1-1 0 0 0,0 1 1 0 0,-1 0-1 0 0,1-1 1 0 0,0 1-1 0 0,0 0 1 0 0,0 0-1 0 0,0-1 1 0 0,0 1-1 0 0,0 0 0 0 0,0 0 1 0 0,0-1-1 0 0,0 1 1 0 0,0 0-1 0 0,0 0 1 0 0,0-1-1 0 0,0 1 1 0 0,0 0-1 0 0,1-1 0 0 0,-1 1 1 0 0,0 0-1 0 0,1-1 1 0 0,-1 1-1 0 0,0 0 1 0 0,1-1-1 0 0,-1 1 1 0 0,1-1-1 0 0,-1 1 1 0 0,1-1-1 0 0,-1 1 0 0 0,2 0 1 0 0,2 3 1737 0 0,1 0 1 0 0,0 0-1 0 0,9 5 1 0 0,-7-5-1447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9.0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35 6447 0 0,'1'-1'338'0'0,"-1"-1"0"0"0,0 1 0 0 0,0 0 0 0 0,0-1 0 0 0,1 1 0 0 0,-1 0 0 0 0,0-1 0 0 0,1 1 0 0 0,-1 0 0 0 0,1 0 0 0 0,0-1 0 0 0,-1 1 0 0 0,1 0 0 0 0,0 0 0 0 0,0 0 0 0 0,0 0 0 0 0,0 0 0 0 0,0 0-1 0 0,0 0 1 0 0,0 0 0 0 0,0 0 0 0 0,0 1 0 0 0,0-1 0 0 0,1 0 0 0 0,-1 1 0 0 0,0-1 0 0 0,0 1 0 0 0,1-1 0 0 0,-1 1 0 0 0,0-1 0 0 0,3 1 0 0 0,4-2 186 0 0,0 1 0 0 0,1 1 1 0 0,-1-1-1 0 0,9 2 1 0 0,-5-1 18 0 0,119 7 1260 0 0,-58-2-3710 0 0,-56-5-5385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29.6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69 1375 0 0,'3'-6'-365'0'0,"3"-3"1855"0"0,0 0 1 0 0,14-16 0 0 0,-19 23-1097 0 0,1 0 1 0 0,-1 1 0 0 0,1-1 0 0 0,-1 1-1 0 0,1 0 1 0 0,0-1 0 0 0,-1 1 0 0 0,1 0-1 0 0,0 0 1 0 0,0 0 0 0 0,0 0-1 0 0,0 1 1 0 0,0-1 0 0 0,0 0 0 0 0,0 1-1 0 0,0 0 1 0 0,0-1 0 0 0,0 1 0 0 0,0 0-1 0 0,1 0 1 0 0,2 0 0 0 0,-3 1-226 0 0,-1-1-1 0 0,0 1 1 0 0,1 0-1 0 0,-1-1 1 0 0,0 1 0 0 0,0 0-1 0 0,0 0 1 0 0,0 0 0 0 0,0 0-1 0 0,0 0 1 0 0,0 0 0 0 0,0 0-1 0 0,0 0 1 0 0,0 0-1 0 0,0 0 1 0 0,-1 0 0 0 0,1 1-1 0 0,0-1 1 0 0,-1 0 0 0 0,1 1-1 0 0,-1-1 1 0 0,0 0 0 0 0,1 1-1 0 0,-1-1 1 0 0,0 0-1 0 0,0 1 1 0 0,0 1 0 0 0,1 5 204 0 0,-1 0 1 0 0,0 0-1 0 0,-2 11 1 0 0,-1-2-75 0 0,0 1 0 0 0,-2-1 0 0 0,-9 24 0 0 0,-25 49 217 0 0,6-19-235 0 0,23-46-204 0 0,4-11 4 0 0,0 0 0 0 0,-7 29 0 0 0,36-94 130 0 0,10-80-153 0 0,-27 98-59 0 0,2-1 0 0 0,1 1-1 0 0,26-59 1 0 0,-35 90 1 0 0,1 0 0 0 0,0 0 0 0 0,0 1 0 0 0,0-1 0 0 0,0 0 0 0 0,0 1 0 0 0,1-1 0 0 0,-1 1 0 0 0,0-1 0 0 0,1 1 0 0 0,-1 0 0 0 0,1-1 0 0 0,-1 1 0 0 0,3-1 0 0 0,-3 2 0 0 0,0 0 0 0 0,0 0 0 0 0,0 0 0 0 0,0 0 0 0 0,0 0 0 0 0,0 0 0 0 0,0 0 0 0 0,0 0 0 0 0,0 0 0 0 0,0 1 0 0 0,0-1 0 0 0,0 0 0 0 0,0 1 0 0 0,0-1 0 0 0,0 1 0 0 0,0-1 0 0 0,-1 1 0 0 0,1-1 0 0 0,0 1 0 0 0,0 0 0 0 0,-1-1 0 0 0,1 1 0 0 0,0 0 0 0 0,0 0 0 0 0,-1-1 0 0 0,1 1 0 0 0,-1 0 0 0 0,1 2 0 0 0,153 208 552 0 0,-143-197-525 0 0,-1 1 0 0 0,-1 1 0 0 0,0 0 1 0 0,-1 0-1 0 0,9 24 0 0 0,-17-38-22 0 0,1 1 0 0 0,0-1 1 0 0,-1 0-1 0 0,0 1 0 0 0,1-1 0 0 0,-1 1 1 0 0,0-1-1 0 0,0 1 0 0 0,-1-1 0 0 0,1 1 1 0 0,0-1-1 0 0,-1 0 0 0 0,1 1 0 0 0,-1-1 1 0 0,0 0-1 0 0,0 1 0 0 0,0-1 1 0 0,0 0-1 0 0,0 0 0 0 0,-1 0 0 0 0,1 0 1 0 0,0 0-1 0 0,-1 0 0 0 0,0 0 0 0 0,1 0 1 0 0,-1-1-1 0 0,0 1 0 0 0,0 0 0 0 0,0-1 1 0 0,0 0-1 0 0,-4 2 0 0 0,-3 2 6 0 0,-1 0 0 0 0,0 0 0 0 0,0-2 0 0 0,-1 1 0 0 0,-18 3 0 0 0,13-5 11 0 0,0 0-1 0 0,-1-2 0 0 0,1 0 0 0 0,0 0 0 0 0,-1-2 1 0 0,1 0-1 0 0,-22-6 0 0 0,1 2 20 0 0,36 5-62 0 0,0 1-1 0 0,0 0 1 0 0,0-1-1 0 0,-1 1 1 0 0,1 0-1 0 0,0 0 1 0 0,0 0-1 0 0,0 0 1 0 0,-1 0 0 0 0,1 1-1 0 0,0-1 1 0 0,0 0-1 0 0,-1 1 1 0 0,0 0-1 0 0,-7 9-3374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0.1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94 153 919 0 0,'-12'0'1736'0'0,"1"1"-1"0"0,-15 2 0 0 0,23-3-1318 0 0,0 1 1 0 0,0-1-1 0 0,0 1 1 0 0,0 0-1 0 0,0 0 0 0 0,0 0 1 0 0,1 1-1 0 0,-1-1 1 0 0,1 1-1 0 0,-1-1 0 0 0,1 1 1 0 0,-1 0-1 0 0,-3 4 1 0 0,5-5-323 0 0,1-1 0 0 0,0 0 0 0 0,0 0 0 0 0,0 0 1 0 0,0 0-1 0 0,-1 1 0 0 0,1-1 0 0 0,0 0 0 0 0,0 0 0 0 0,0 0 1 0 0,0 1-1 0 0,0-1 0 0 0,0 0 0 0 0,0 0 0 0 0,-1 0 0 0 0,1 1 1 0 0,0-1-1 0 0,0 0 0 0 0,0 0 0 0 0,0 1 0 0 0,0-1 1 0 0,0 0-1 0 0,0 0 0 0 0,0 1 0 0 0,0-1 0 0 0,0 0 0 0 0,0 0 1 0 0,1 0-1 0 0,-1 1 0 0 0,0-1 0 0 0,0 0 0 0 0,0 0 0 0 0,0 1 1 0 0,0-1-1 0 0,0 0 0 0 0,0 0 0 0 0,1 0 0 0 0,-1 0 1 0 0,0 1-1 0 0,12 2 1545 0 0,16-3-365 0 0,-28 0-1236 0 0,211-33 2871 0 0,-30 2-1895 0 0,-92 22-740 0 0,239-36 386 0 0,-255 28-566 0 0,18-4 194 0 0,104-11-1 0 0,-177 31-288 0 0,-38 5-792 0 0,10-2 152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2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75 106 9671 0 0,'3'-14'758'0'0,"0"-1"634"0"0,0 0 1 0 0,1 0 0 0 0,10-27-1 0 0,-11 38-15 0 0,-1 5-407 0 0,-1 11 63 0 0,-3 16-421 0 0,-8 23 108 0 0,-31 95 0 0 0,19-86-488 0 0,-9 30 400 0 0,31-89-615 0 0,0 0-1 0 0,-1 0 1 0 0,1 1-1 0 0,0-1 1 0 0,0 0-1 0 0,0 1 1 0 0,0-1 0 0 0,0 0-1 0 0,0 1 1 0 0,0-1-1 0 0,0 0 1 0 0,1 2-1 0 0,-1-2-7 0 0,0-1 0 0 0,0 0-1 0 0,1 1 1 0 0,-1-1-1 0 0,0 0 1 0 0,0 1 0 0 0,1-1-1 0 0,-1 0 1 0 0,0 0-1 0 0,1 1 1 0 0,-1-1 0 0 0,0 0-1 0 0,1 0 1 0 0,-1 1 0 0 0,0-1-1 0 0,1 0 1 0 0,-1 0-1 0 0,1 0 1 0 0,-1 0 0 0 0,0 0-1 0 0,1 1 1 0 0,-1-1-1 0 0,1 0 1 0 0,-1 0 0 0 0,1 0-1 0 0,3-1 37 0 0,0 0 0 0 0,-1 1-1 0 0,1-2 1 0 0,0 1 0 0 0,-1 0-1 0 0,7-4 1 0 0,8-3-27 0 0,9-5 56 0 0,29-9 0 0 0,-47 19-61 0 0,0 1-1 0 0,1 0 0 0 0,-1 0 0 0 0,1 1 1 0 0,0 0-1 0 0,-1 1 0 0 0,13 0 0 0 0,-12 1-12 0 0,-1-1 0 0 0,1-1 0 0 0,-1 0 0 0 0,1 0 0 0 0,10-3 0 0 0,47-16 0 0 0,-66 20 0 0 0,1-1 1 0 0,0 0 0 0 0,0 0 0 0 0,0 0-1 0 0,0-1 1 0 0,0 1 0 0 0,0-1 0 0 0,0 1 0 0 0,0-1-1 0 0,-1 0 1 0 0,1 0 0 0 0,-1 0 0 0 0,1 0 0 0 0,-1 0-1 0 0,0 0 1 0 0,1 0 0 0 0,-1 0 0 0 0,0 0 0 0 0,0-1 0 0 0,-1 1-1 0 0,1 0 1 0 0,0-1 0 0 0,0-3 0 0 0,-1 3 1 0 0,1-1 0 0 0,-1 0 1 0 0,0 1-1 0 0,0-1 0 0 0,0 0 1 0 0,0 1-1 0 0,-1-1 0 0 0,1 0 1 0 0,-1 1-1 0 0,0-1 0 0 0,0 1 1 0 0,0-1-1 0 0,-1 1 0 0 0,-2-6 0 0 0,3 9 0 0 0,1 0 0 0 0,0 0 0 0 0,0 0-1 0 0,0-1 1 0 0,-1 1 0 0 0,1 0-1 0 0,0 0 1 0 0,0 0 0 0 0,-1 0-1 0 0,1 0 1 0 0,0 0 0 0 0,0 0 0 0 0,-1 0-1 0 0,1 0 1 0 0,0 0 0 0 0,0 0-1 0 0,-1 0 1 0 0,1 0 0 0 0,0 0-1 0 0,0 0 1 0 0,-1 0 0 0 0,1 0-1 0 0,0 0 1 0 0,0 0 0 0 0,-1 1 0 0 0,1-1-1 0 0,0 0 1 0 0,0 0 0 0 0,-1 0-1 0 0,1 0 1 0 0,0 0 0 0 0,0 1-1 0 0,0-1 1 0 0,0 0 0 0 0,-1 0-1 0 0,1 0 1 0 0,0 1 0 0 0,0-1 0 0 0,0 0-1 0 0,0 0 1 0 0,0 1 0 0 0,0-1-1 0 0,-1 0 1 0 0,1 1 0 0 0,-8 12-64 0 0,7-11 58 0 0,-2 6 14 0 0,-1 1-1 0 0,2-1 0 0 0,0 1 1 0 0,0 0-1 0 0,0 0 1 0 0,1 0-1 0 0,0 0 0 0 0,1 13 1 0 0,-2 11 145 0 0,-1-6-17 0 0,-1 0 0 0 0,-13 43 0 0 0,12-56-126 0 0,0-1 0 0 0,0 1-1 0 0,-1-1 1 0 0,-1 0 0 0 0,0 0-1 0 0,-15 18 1 0 0,21-30-72 0 0,-17 23 397 0 0,17-22-653 0 0,0 0-1 0 0,-1 0 0 0 0,1 0 1 0 0,0 0-1 0 0,0 0 0 0 0,0 0 0 0 0,1 0 1 0 0,-1 1-1 0 0,0-1 0 0 0,1 3 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3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134 166 6911 0 0,'16'-16'2325'0'0,"0"0"-1"0"0,-1-1 0 0 0,21-33 1 0 0,-35 49-2171 0 0,0-1 1 0 0,0 1-1 0 0,0-1 1 0 0,0 1-1 0 0,-1-1 1 0 0,1 0-1 0 0,-1 1 1 0 0,1-1-1 0 0,-1 0 1 0 0,1 1-1 0 0,-1-1 1 0 0,0 0-1 0 0,0 0 1 0 0,0 1-1 0 0,0-1 1 0 0,0 0-1 0 0,0 0 1 0 0,-1 1 0 0 0,1-1-1 0 0,0 0 1 0 0,-1 1-1 0 0,1-1 1 0 0,-1 0-1 0 0,0 1 1 0 0,0-1-1 0 0,-1-1 1 0 0,1 1-76 0 0,-1 0 1 0 0,0 0 0 0 0,0 1-1 0 0,0-1 1 0 0,0 1 0 0 0,0-1 0 0 0,0 1-1 0 0,-1 0 1 0 0,1 0 0 0 0,0 0-1 0 0,-1 0 1 0 0,1 0 0 0 0,-1 1-1 0 0,1-1 1 0 0,-1 1 0 0 0,1-1-1 0 0,-4 1 1 0 0,1 0-58 0 0,-1 0 1 0 0,1 1-1 0 0,-1 0 0 0 0,1 0 0 0 0,0 0 0 0 0,0 0 1 0 0,-1 1-1 0 0,1 0 0 0 0,0 0 0 0 0,0 0 0 0 0,1 1 1 0 0,-1 0-1 0 0,0 0 0 0 0,1 0 0 0 0,0 0 1 0 0,0 1-1 0 0,0-1 0 0 0,-6 8 0 0 0,1 0-22 0 0,0 0 0 0 0,1 0 0 0 0,0 1 1 0 0,1 0-1 0 0,0 1 0 0 0,-5 14 0 0 0,9-18 79 0 0,0 0 1 0 0,0 0-1 0 0,1 0 0 0 0,0 1 1 0 0,1-1-1 0 0,0 0 0 0 0,0 1 0 0 0,1 0 1 0 0,0-1-1 0 0,3 16 1 0 0,-3-22-44 0 0,1 1 1 0 0,0 0 0 0 0,0 0 0 0 0,0-1 0 0 0,1 1 0 0 0,-1-1 0 0 0,1 1 0 0 0,0-1 0 0 0,0 0 0 0 0,0 0 0 0 0,0 0 0 0 0,1 0 0 0 0,-1 0 0 0 0,1 0 0 0 0,0 0 0 0 0,-1-1 0 0 0,1 0 0 0 0,1 1 0 0 0,-1-1 0 0 0,0 0 0 0 0,0 0 0 0 0,1-1 0 0 0,-1 1 0 0 0,1-1 0 0 0,-1 0 0 0 0,1 0 0 0 0,0 0 0 0 0,7 1 0 0 0,-5-2-10 0 0,-1 0 1 0 0,1 0-1 0 0,-1 0 0 0 0,1-1 1 0 0,-1 0-1 0 0,1 0 0 0 0,-1 0 0 0 0,1-1 1 0 0,-1 1-1 0 0,0-2 0 0 0,0 1 0 0 0,0 0 1 0 0,0-1-1 0 0,0 0 0 0 0,-1 0 1 0 0,1 0-1 0 0,-1-1 0 0 0,0 1 0 0 0,5-6 1 0 0,-5 5-26 0 0,0-1 1 0 0,-1 1-1 0 0,0 0 0 0 0,1-1 1 0 0,-1 0-1 0 0,-1 0 1 0 0,1 0-1 0 0,-1 0 1 0 0,0 0-1 0 0,0 0 1 0 0,0 0-1 0 0,-1-1 0 0 0,0 1 1 0 0,0-1-1 0 0,0 1 1 0 0,-1-1-1 0 0,0 0 1 0 0,-1-10-1 0 0,6 38-2 0 0,1 0 0 0 0,8 22 0 0 0,-8-30 0 0 0,0 0 0 0 0,0 0 0 0 0,1-1 0 0 0,1 0 0 0 0,11 14 0 0 0,-18-24 22 0 0,1-1-1 0 0,1 0 1 0 0,-1 0-1 0 0,0 0 1 0 0,0 0-1 0 0,1-1 1 0 0,-1 1-1 0 0,1-1 1 0 0,-1 1-1 0 0,1-1 1 0 0,0 0-1 0 0,0 0 1 0 0,-1 0-1 0 0,1-1 1 0 0,0 1-1 0 0,0 0 1 0 0,0-1-1 0 0,0 0 1 0 0,0 0-1 0 0,5 0 1 0 0,25-6-1183 0 0,-1-5-5040 0 0,-31 10 5806 0 0,18-6-7116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3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42 12439 0 0,'1'-2'158'0'0,"1"0"-1"0"0,-1 0 1 0 0,1 0-1 0 0,0 0 0 0 0,0 1 1 0 0,-1-1-1 0 0,1 0 1 0 0,0 1-1 0 0,1 0 0 0 0,-1-1 1 0 0,0 1-1 0 0,0 0 1 0 0,0 0-1 0 0,1 0 0 0 0,-1 0 1 0 0,5-1-1 0 0,9-2 825 0 0,0 0 0 0 0,0 1-1 0 0,29-2 1 0 0,-44 5-950 0 0,0 0-1 0 0,0 0 1 0 0,0 0 0 0 0,0 0 0 0 0,0 0-1 0 0,0 0 1 0 0,0 1 0 0 0,0-1 0 0 0,0 0-1 0 0,0 0 1 0 0,0 1 0 0 0,0-1-1 0 0,0 1 1 0 0,0-1 0 0 0,0 1 0 0 0,0-1-1 0 0,-1 1 1 0 0,1-1 0 0 0,0 1 0 0 0,1 1-1 0 0,-1-1-23 0 0,-1 0-1 0 0,0 0 1 0 0,1 0-1 0 0,-1 0 1 0 0,0 0-1 0 0,0 0 1 0 0,1 0 0 0 0,-1 0-1 0 0,0 0 1 0 0,0 0-1 0 0,0 0 1 0 0,0 0-1 0 0,-1 0 1 0 0,1 0-1 0 0,0 0 1 0 0,0 0-1 0 0,-1 1 1 0 0,-2 6-43 0 0,-1 0 0 0 0,0-1 0 0 0,0 0 0 0 0,-7 9 0 0 0,5-6 145 0 0,2-4-83 0 0,-15 29 205 0 0,18-32-182 0 0,0-1 1 0 0,0 1 0 0 0,0-1 0 0 0,0 1 0 0 0,1-1-1 0 0,-1 1 1 0 0,1 0 0 0 0,0 0 0 0 0,0-1-1 0 0,0 1 1 0 0,0 0 0 0 0,0 2 0 0 0,0-4-4 0 0,1-1 1 0 0,-1 1-1 0 0,0 0 0 0 0,0-1 1 0 0,1 1-1 0 0,-1 0 0 0 0,0-1 1 0 0,1 1-1 0 0,-1-1 0 0 0,1 1 1 0 0,-1-1-1 0 0,1 1 0 0 0,-1-1 1 0 0,1 1-1 0 0,-1-1 0 0 0,1 1 1 0 0,-1-1-1 0 0,1 0 0 0 0,-1 1 1 0 0,1-1-1 0 0,0 0 0 0 0,0 1 1 0 0,1-1 38 0 0,0 1 1 0 0,0-1-1 0 0,0 0 1 0 0,0 1 0 0 0,1-1-1 0 0,-1 0 1 0 0,3 0-1 0 0,1-1 40 0 0,1 0-1 0 0,-1 0 0 0 0,12-5 0 0 0,61-29 237 0 0,-46 20-443 0 0,36-12 0 0 0,-56 24-1581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3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35 185 8287 0 0,'3'-25'1263'0'0,"0"-1"1"0"0,13-46-1 0 0,3 14 3395 0 0,-19 57-4614 0 0,0 1-1 0 0,0 0 1 0 0,0 0 0 0 0,0 0-1 0 0,0 0 1 0 0,0 0-1 0 0,0 0 1 0 0,0 0 0 0 0,0 0-1 0 0,0 0 1 0 0,0 0-1 0 0,0-1 1 0 0,0 1 0 0 0,0 0-1 0 0,0 0 1 0 0,0 0-1 0 0,0 0 1 0 0,0 0 0 0 0,0 0-1 0 0,0 0 1 0 0,0 0-1 0 0,0 0 1 0 0,0 0 0 0 0,0 0-1 0 0,0-1 1 0 0,0 1-1 0 0,1 0 1 0 0,-1 0 0 0 0,0 0-1 0 0,0 0 1 0 0,0 0-1 0 0,0 0 1 0 0,0 0 0 0 0,0 0-1 0 0,0 0 1 0 0,0 0-1 0 0,0 0 1 0 0,0 0 0 0 0,1 0-1 0 0,-1 0 1 0 0,0 0-1 0 0,0 0 1 0 0,0 0 0 0 0,0 0-1 0 0,0 0 1 0 0,0 0-1 0 0,0 0 1 0 0,0 0 0 0 0,0 0-1 0 0,0 0 1 0 0,1 0-1 0 0,-1 0 1 0 0,0 0 0 0 0,0 0-1 0 0,0 0 1 0 0,0 0 0 0 0,2 7 958 0 0,0 10-274 0 0,-3 17-437 0 0,-2-1 0 0 0,-8 45 0 0 0,-23 63 754 0 0,10-43-739 0 0,23-94-304 0 0,-7 37 80 0 0,8-37-81 0 0,0 0 0 0 0,-1-1 0 0 0,1 1 0 0 0,1-1 0 0 0,-1 1 0 0 0,0-1 0 0 0,1 1 0 0 0,0-1 0 0 0,1 5-1 0 0,-2-7-32 0 0,1-1-1 0 0,-1 1 1 0 0,0-1-1 0 0,1 1 1 0 0,-1-1-1 0 0,1 1 1 0 0,-1-1-1 0 0,1 0 1 0 0,-1 1-1 0 0,1-1 1 0 0,-1 0-1 0 0,1 1 1 0 0,-1-1-1 0 0,1 0 1 0 0,-1 1-1 0 0,1-1 1 0 0,0 0-1 0 0,-1 0 1 0 0,1 0-1 0 0,0 0 1 0 0,-1 0-1 0 0,1 1 1 0 0,-1-1-1 0 0,1 0 1 0 0,0 0-1 0 0,-1-1 1 0 0,2 1-1 0 0,-2 0 17 0 0,7 0-351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4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158 95 6911 0 0,'11'-20'424'0'0,"12"-26"764"0"0,-13 17 4216 0 0,-20 44-723 0 0,0-1-3943 0 0,-6 14-63 0 0,2 0 1 0 0,1 1-1 0 0,1 0 0 0 0,-13 50 1 0 0,20-59-584 0 0,1 1 1 0 0,1-1 0 0 0,1 1-1 0 0,1-1 1 0 0,0 1 0 0 0,2 0-1 0 0,0 0 1 0 0,5 22-1 0 0,-5-37-76 0 0,1 0-1 0 0,-1 0 1 0 0,1 0-1 0 0,1 0 1 0 0,-1 0-1 0 0,1 0 1 0 0,0 0-1 0 0,0-1 1 0 0,1 0-1 0 0,0 1 1 0 0,5 5-1 0 0,-6-8-7 0 0,1 0-1 0 0,-1 0 1 0 0,1-1-1 0 0,-1 0 1 0 0,1 1-1 0 0,0-1 0 0 0,-1 0 1 0 0,1-1-1 0 0,0 1 1 0 0,0-1-1 0 0,1 0 1 0 0,-1 0-1 0 0,0 0 1 0 0,0 0-1 0 0,1-1 1 0 0,-1 0-1 0 0,7 0 0 0 0,-2-1 16 0 0,1 0-1 0 0,-1 0 1 0 0,1-1-1 0 0,-1-1 0 0 0,0 1 1 0 0,0-2-1 0 0,0 1 0 0 0,13-8 1 0 0,-18 9-13 0 0,0-1 0 0 0,1 0 1 0 0,-1 1-1 0 0,0-1 0 0 0,-1-1 1 0 0,1 1-1 0 0,0-1 0 0 0,-1 1 0 0 0,0-1 1 0 0,0 0-1 0 0,0 0 0 0 0,0 0 1 0 0,-1-1-1 0 0,1 1 0 0 0,-1-1 1 0 0,0 1-1 0 0,2-10 0 0 0,-4 11-10 0 0,1 1 0 0 0,-1-1 0 0 0,0 0 0 0 0,0 0 0 0 0,0 0 0 0 0,0 1 0 0 0,-1-1 0 0 0,1 0 0 0 0,-1 0 0 0 0,1 0 0 0 0,-1 1 0 0 0,0-1 0 0 0,0 0 0 0 0,-1 1 0 0 0,1-1 0 0 0,0 1 0 0 0,-1 0 0 0 0,1-1 0 0 0,-1 1 0 0 0,0 0 0 0 0,0 0 0 0 0,0 0 0 0 0,0 0 0 0 0,0 0 0 0 0,0 0 0 0 0,-1 1 0 0 0,1-1 0 0 0,-1 1 0 0 0,1-1 0 0 0,-1 1 0 0 0,-4-2 0 0 0,0 1 0 0 0,0 0 0 0 0,0 0 0 0 0,0 0 0 0 0,0 1 0 0 0,0 0 0 0 0,0 0 0 0 0,0 1 0 0 0,0 0 0 0 0,0 0 0 0 0,-1 1 0 0 0,-10 1 0 0 0,7 2-93 0 0,0 0 1 0 0,1 0-1 0 0,-1 1 0 0 0,1 0 1 0 0,0 1-1 0 0,1 0 0 0 0,-1 0 1 0 0,1 1-1 0 0,0 1 0 0 0,-10 11 1 0 0,-4 5-1039 0 0,2 2 1 0 0,-24 36 0 0 0,30-41-6148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4.4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50 169 4607 0 0,'-3'-1'-62'0'0,"-3"0"371"0"0,1 0 1 0 0,-1-1-1 0 0,-11-4 1 0 0,16 6-131 0 0,1-1 0 0 0,-1 1 0 0 0,0 0 0 0 0,1 0-1 0 0,-1-1 1 0 0,1 1 0 0 0,-1-1 0 0 0,0 1 0 0 0,1 0 0 0 0,-1-1 0 0 0,1 1 0 0 0,-1-1-1 0 0,1 1 1 0 0,-1-1 0 0 0,1 1 0 0 0,0-1 0 0 0,-1 1 0 0 0,1-1 0 0 0,0 0 0 0 0,-1 1-1 0 0,1-1 1 0 0,0 0 0 0 0,0 1 0 0 0,-1-1 0 0 0,1 0 0 0 0,0 1 0 0 0,0-1 0 0 0,0 0-1 0 0,0 1 1 0 0,0-1 0 0 0,0 0 0 0 0,0 1 0 0 0,0-1 0 0 0,0 0 0 0 0,0 1 0 0 0,1-1-1 0 0,-1 0 1 0 0,0 1 0 0 0,0-1 0 0 0,1 0 0 0 0,-1 1 0 0 0,0-1 0 0 0,1 1 0 0 0,-1-1-1 0 0,1 0 1 0 0,1-1 221 0 0,-1 1-1 0 0,1-1 1 0 0,0 1-1 0 0,-1-1 1 0 0,1 1-1 0 0,0 0 1 0 0,0 0-1 0 0,0 0 1 0 0,0 0-1 0 0,0 0 1 0 0,0 0-1 0 0,3 0 1 0 0,30-6 1009 0 0,-23 6-769 0 0,104-14 451 0 0,126 0 1 0 0,-67 7-650 0 0,-116 1-329 0 0,1-3 1 0 0,65-19-1 0 0,-55 11-69 0 0,-65 17-49 0 0,-2 0-37 0 0,1 0 0 0 0,-1 0 0 0 0,1 0 1 0 0,-1 1-1 0 0,1-1 0 0 0,0 1 0 0 0,-1 0 0 0 0,1 0 0 0 0,5 1 0 0 0,-9-1-6 0 0,0 0 0 0 0,0 1 0 0 0,0-1 0 0 0,0 0 0 0 0,0 0 0 0 0,1 0 0 0 0,-1 0 0 0 0,0 0-1 0 0,0 0 1 0 0,0 0 0 0 0,0 1 0 0 0,0-1 0 0 0,0 0 0 0 0,0 0 0 0 0,0 0 0 0 0,1 0 0 0 0,-1 0 0 0 0,0 1 0 0 0,0-1 0 0 0,0 0-1 0 0,0 0 1 0 0,0 0 0 0 0,0 0 0 0 0,0 1 0 0 0,0-1 0 0 0,0 0 0 0 0,0 0 0 0 0,0 0 0 0 0,0 0 0 0 0,0 1 0 0 0,0-1 0 0 0,0 0 0 0 0,0 0-1 0 0,-1 0 1 0 0,1 0 0 0 0,0 0 0 0 0,0 1 0 0 0,0-1 0 0 0,0 0 0 0 0,0 0 0 0 0,0 0 0 0 0,0 0 0 0 0,0 0 0 0 0,-1 0 0 0 0,1 1 0 0 0,0-1-1 0 0,0 0 1 0 0,0 0 0 0 0,0 0 0 0 0,-1 0 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4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98 919 0 0,'0'-1'268'0'0,"-1"0"0"0"0,1 0 0 0 0,0 0 0 0 0,0 0 0 0 0,-1 0 0 0 0,1 0-1 0 0,0 0 1 0 0,0 0 0 0 0,0 0 0 0 0,0 0 0 0 0,0 0 0 0 0,1-1 0 0 0,-1 1-1 0 0,0 0 1 0 0,0 0 0 0 0,1 0 0 0 0,-1 0 0 0 0,1 0 0 0 0,-1 0 0 0 0,1 0-1 0 0,-1 0 1 0 0,2-1 0 0 0,-1 0 494 0 0,19-36 6451 0 0,-18 35-6694 0 0,0 0 0 0 0,0 0 0 0 0,0 0 0 0 0,0 0 0 0 0,1 1 0 0 0,0-1 0 0 0,-1 0 1 0 0,1 1-1 0 0,4-3 0 0 0,-7 5-501 0 0,0 0 0 0 0,1-1-1 0 0,-1 1 1 0 0,1 0 0 0 0,-1 0 0 0 0,0 0 0 0 0,1-1 0 0 0,-1 1-1 0 0,0 0 1 0 0,1 0 0 0 0,-1 0 0 0 0,1 0 0 0 0,-1 0 0 0 0,1 0 0 0 0,-1 0-1 0 0,0 0 1 0 0,1 0 0 0 0,-1 0 0 0 0,1 0 0 0 0,-1 0 0 0 0,0 0-1 0 0,1 0 1 0 0,-1 0 0 0 0,1 0 0 0 0,-1 1 0 0 0,0-1 0 0 0,1 0-1 0 0,-1 0 1 0 0,1 0 0 0 0,-1 1 0 0 0,0-1 0 0 0,1 1 0 0 0,-1 0 45 0 0,1 0 1 0 0,-1 0-1 0 0,1 0 0 0 0,-1 0 1 0 0,0 0-1 0 0,0 0 1 0 0,1 0-1 0 0,-1 0 1 0 0,0 0-1 0 0,0 0 1 0 0,0 0-1 0 0,-1 2 0 0 0,-6 31 989 0 0,5-25-1030 0 0,-1 0 0 0 0,0 0 0 0 0,0-1 0 0 0,-1 1-1 0 0,0-1 1 0 0,0 0 0 0 0,-1 0 0 0 0,0 0 0 0 0,-11 13 0 0 0,13-18 5 0 0,1 0 1 0 0,-1 0-1 0 0,1 0 1 0 0,0 1-1 0 0,0-1 1 0 0,0 1-1 0 0,1 0 1 0 0,-1-1-1 0 0,-1 7 1 0 0,-6 40 184 0 0,6-30-135 0 0,-2 12 90 0 0,2 1 1 0 0,1 63-1 0 0,2-89-138 0 0,1 0-1 0 0,0 0 0 0 0,0 0 1 0 0,3 8-1 0 0,-4-15-26 0 0,0 1 1 0 0,0 0-1 0 0,0-1 0 0 0,1 1 1 0 0,-1 0-1 0 0,0 0 0 0 0,0-1 1 0 0,1 1-1 0 0,-1-1 0 0 0,1 1 1 0 0,-1 0-1 0 0,0-1 1 0 0,1 1-1 0 0,-1-1 0 0 0,1 1 1 0 0,-1-1-1 0 0,1 1 0 0 0,0-1 1 0 0,-1 1-1 0 0,1-1 0 0 0,-1 1 1 0 0,1-1-1 0 0,0 0 1 0 0,-1 1-1 0 0,1-1 0 0 0,0 0 1 0 0,0 0-1 0 0,-1 0 0 0 0,1 0 1 0 0,0 1-1 0 0,-1-1 0 0 0,1 0 1 0 0,0 0-1 0 0,0 0 1 0 0,-1 0-1 0 0,1 0 0 0 0,0-1 1 0 0,0 1-1 0 0,-1 0 0 0 0,1 0 1 0 0,0 0-1 0 0,-1-1 1 0 0,1 1-1 0 0,0 0 0 0 0,-1-1 1 0 0,1 1-1 0 0,0-1 0 0 0,-1 1 1 0 0,1 0-1 0 0,-1-1 0 0 0,1 1 1 0 0,0-2-1 0 0,7-5-319 0 0,-1 0-1 0 0,0-1 1 0 0,0 1 0 0 0,-1-2-1 0 0,0 1 1 0 0,7-14 0 0 0,-6 9-7606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35.2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86 2759 0 0,'3'-4'632'0'0,"0"-1"0"0"0,0 0-1 0 0,0 1 1 0 0,1 0-1 0 0,0 0 1 0 0,0 0 0 0 0,0 0-1 0 0,0 1 1 0 0,1-1-1 0 0,-1 1 1 0 0,10-4 0 0 0,1 0 1790 0 0,-1 0 0 0 0,29-7 0 0 0,-37 12-2042 0 0,0 0 1 0 0,1 1 0 0 0,-1 0 0 0 0,0 1-1 0 0,1-1 1 0 0,-1 1 0 0 0,0 0 0 0 0,1 1-1 0 0,-1 0 1 0 0,0 0 0 0 0,1 0-1 0 0,9 4 1 0 0,-14-4-326 0 0,1 0-1 0 0,0 0 1 0 0,0 1-1 0 0,-1-1 1 0 0,1 1-1 0 0,-1 0 1 0 0,0 0-1 0 0,1 0 0 0 0,-1 0 1 0 0,0 0-1 0 0,0 0 1 0 0,0 0-1 0 0,-1 1 1 0 0,1-1-1 0 0,0 1 1 0 0,-1 0-1 0 0,0-1 1 0 0,1 1-1 0 0,-1 0 1 0 0,0 0-1 0 0,-1 0 1 0 0,1 0-1 0 0,0-1 0 0 0,-1 1 1 0 0,1 0-1 0 0,-1 0 1 0 0,0 0-1 0 0,-1 5 1 0 0,1-2-49 0 0,-1 0 0 0 0,0-1 1 0 0,-1 1-1 0 0,1-1 0 0 0,-1 1 0 0 0,0-1 1 0 0,-1 1-1 0 0,1-1 0 0 0,-1 0 1 0 0,0 0-1 0 0,0 0 0 0 0,-7 7 0 0 0,-1 0 6 0 0,0-1 0 0 0,0 0 0 0 0,-19 12 0 0 0,43-28-12 0 0,25-8 0 0 0,-30 11 15 0 0,1 0 0 0 0,0 1 1 0 0,0 0-1 0 0,0 0 0 0 0,0 1 0 0 0,1 0 0 0 0,-1 0 0 0 0,0 1 1 0 0,0 1-1 0 0,0-1 0 0 0,16 6 0 0 0,-21-5-7 0 0,-1-1 0 0 0,1 1-1 0 0,0 0 1 0 0,0 0 0 0 0,-1 0 0 0 0,1 0 0 0 0,-1 1-1 0 0,1-1 1 0 0,-1 1 0 0 0,0 0 0 0 0,0 0 0 0 0,0 0-1 0 0,-1 1 1 0 0,1-1 0 0 0,-1 0 0 0 0,0 1-1 0 0,0 0 1 0 0,0 0 0 0 0,0-1 0 0 0,-1 1 0 0 0,1 0-1 0 0,-1 0 1 0 0,0 0 0 0 0,0 1 0 0 0,-1-1 0 0 0,1 0-1 0 0,-1 7 1 0 0,0-7 31 0 0,0 0 0 0 0,-1 1 0 0 0,1-1-1 0 0,-1 1 1 0 0,0-1 0 0 0,-1 0 0 0 0,1 0 0 0 0,-1 0-1 0 0,1 0 1 0 0,-1 0 0 0 0,-5 7 0 0 0,3-5 49 0 0,-1 0 0 0 0,0-1 1 0 0,0 1-1 0 0,-1-1 0 0 0,1 0 0 0 0,-11 6 1 0 0,4-3 69 0 0,0-1 0 0 0,-1-1 1 0 0,0 0-1 0 0,-1 0 0 0 0,1-2 1 0 0,-27 7-1 0 0,28-9 61 0 0,-23 2-1 0 0,31-4-186 0 0,1 0-1 0 0,-1 0 1 0 0,1 0-1 0 0,0-1 1 0 0,0 1-1 0 0,-1-1 1 0 0,1 0-1 0 0,0 0 1 0 0,0 0-1 0 0,0 0 1 0 0,-1-1-1 0 0,-2-1 1 0 0,5 3-29 0 0,1-1-1 0 0,-1 1 1 0 0,1 0 0 0 0,0-1 0 0 0,-1 1-1 0 0,1-1 1 0 0,-1 1 0 0 0,1-1 0 0 0,0 1 0 0 0,-1-1-1 0 0,1 1 1 0 0,0 0 0 0 0,0-1 0 0 0,-1 0-1 0 0,1 1 1 0 0,0-1 0 0 0,0 1 0 0 0,0-1 0 0 0,0 1-1 0 0,0-1 1 0 0,0 1 0 0 0,0-1 0 0 0,0 0-1 0 0,0 1 1 0 0,0-1 0 0 0,0 1 0 0 0,0-1 0 0 0,0 1-1 0 0,0-1 1 0 0,0 1 0 0 0,0-1 0 0 0,1 0-1 0 0,0-1-26 0 0,0 0-1 0 0,0 0 1 0 0,1 0-1 0 0,-1 0 0 0 0,1 0 1 0 0,-1 0-1 0 0,3-1 0 0 0,16-14-268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8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9671 0 0,'0'-1'173'0'0,"0"0"-1"0"0,0 0 0 0 0,0 0 1 0 0,0 0-1 0 0,0 0 1 0 0,0 0-1 0 0,0 0 0 0 0,0 0 1 0 0,0 0-1 0 0,1 0 1 0 0,-1 0-1 0 0,0 0 0 0 0,0 0 1 0 0,1 0-1 0 0,-1 0 0 0 0,1 0 1 0 0,-1 1-1 0 0,1-1 1 0 0,-1 0-1 0 0,1 0 0 0 0,1-1 1 0 0,19-14 4793 0 0,-16 14-4689 0 0,0-1 0 0 0,0 1 1 0 0,1 0-1 0 0,9-3 0 0 0,5 1 1051 0 0,22-1 0 0 0,-13 1-825 0 0,15-3-1111 0 0,-35 4-96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9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0 142 5983 0 0,'8'-25'1376'0'0,"-6"21"-564"0"0,0 0 1 0 0,1 0-1 0 0,0 1 1 0 0,0-1-1 0 0,0 0 0 0 0,0 1 1 0 0,0 0-1 0 0,1 0 0 0 0,-1 0 1 0 0,6-3-1 0 0,-1 2-202 0 0,-1 0 0 0 0,1 0 0 0 0,0 1-1 0 0,1 1 1 0 0,-1-1 0 0 0,0 1 0 0 0,1 1-1 0 0,11-2 1 0 0,2 0-94 0 0,67-9-225 0 0,-59 9-167 0 0,-1-1 0 0 0,0-1 1 0 0,44-14-1 0 0,-72 19-122 0 0,1-1-1 0 0,-1 0 0 0 0,1 1 1 0 0,-1-1-1 0 0,0 1 1 0 0,1 0-1 0 0,-1 0 1 0 0,1-1-1 0 0,-1 1 1 0 0,1 0-1 0 0,-1 0 0 0 0,2 0 1 0 0,-2 1-1 0 0,-1-1 0 0 0,1 1 1 0 0,-1-1-1 0 0,0 1 0 0 0,1-1 0 0 0,-1 1 0 0 0,0 0 1 0 0,0-1-1 0 0,1 1 0 0 0,-1-1 0 0 0,0 1 1 0 0,0 0-1 0 0,0-1 0 0 0,0 1 0 0 0,0 0 1 0 0,0-1-1 0 0,0 1 0 0 0,0 0 0 0 0,0-1 1 0 0,0 1-1 0 0,0 0 0 0 0,0-1 0 0 0,0 1 1 0 0,0-1-1 0 0,-1 1 0 0 0,1 0 0 0 0,0 0 0 0 0,-8 48 92 0 0,-1 77-1 0 0,8-83 221 0 0,-3 0 0 0 0,-13 70-1 0 0,15-106-462 0 0,0 1-1 0 0,1-1 1 0 0,0 12 0 0 0,-1-16-1326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9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58 2759 0 0,'-4'-7'3340'0'0,"16"6"6112"0"0,87-5-3069 0 0,-5-8-5052 0 0,-35 0-1042 0 0,-46 10-212 0 0,0 1 0 0 0,0 0 1 0 0,0 1-1 0 0,1 0 0 0 0,-1 1 1 0 0,17 1-1 0 0,-29 0-102 0 0,-1 0-1 0 0,1 0 1 0 0,-1 0 0 0 0,1 0-1 0 0,-1 0 1 0 0,1 0-1 0 0,-1 0 1 0 0,0 0 0 0 0,1 0-1 0 0,-1 0 1 0 0,1 1 0 0 0,-1-1-1 0 0,0 0 1 0 0,1 0-1 0 0,-1 1 1 0 0,1-1 0 0 0,-1 0-1 0 0,0 0 1 0 0,1 1-1 0 0,-1-1 1 0 0,0 0 0 0 0,0 1-1 0 0,1-1 1 0 0,-1 1-1 0 0,1 5-715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09.6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11 4543 0 0,'-7'4'341'0'0,"-16"11"32"0"0,17-5 2512 0 0,6-9-2579 0 0,0-1 0 0 0,0 1 1 0 0,0-1-1 0 0,1 1 0 0 0,-1-1 0 0 0,0 1 0 0 0,0-1 0 0 0,0 1 0 0 0,0-1 0 0 0,1 1 0 0 0,-1-1 0 0 0,0 1 0 0 0,0-1 0 0 0,1 0 0 0 0,-1 1 0 0 0,0-1 0 0 0,1 1 0 0 0,-1-1 0 0 0,0 0 0 0 0,1 1 0 0 0,0-1 0 0 0,1 2 178 0 0,0-1 1 0 0,1 0-1 0 0,-1 0 0 0 0,1 0 0 0 0,-1 0 0 0 0,1 0 0 0 0,-1 0 0 0 0,1-1 0 0 0,0 1 1 0 0,-1-1-1 0 0,6 1 0 0 0,33-2 1241 0 0,-28 0-1528 0 0,282-11 1612 0 0,-80-11-992 0 0,-26 1-187 0 0,-185 21-630 0 0,0 1-1 0 0,1-1-1 0 0,0 1 0 0 0,-1 0 1 0 0,1 1-1 0 0,0-1 0 0 0,-1 1 0 0 0,9 2 1 0 0,-13-3-9 0 0,1 0 0 0 0,-1 0 0 0 0,0 0 0 0 0,0 0 0 0 0,0 1 0 0 0,0-1 1 0 0,0 0-1 0 0,1 0 0 0 0,-1 0 0 0 0,0 1 0 0 0,0-1 0 0 0,0 0 0 0 0,0 0 0 0 0,0 0 1 0 0,0 1-1 0 0,0-1 0 0 0,0 0 0 0 0,0 0 0 0 0,0 1 0 0 0,0-1 0 0 0,0 0 0 0 0,0 0 1 0 0,0 1-1 0 0,0-1 0 0 0,0 0 0 0 0,0 0 0 0 0,0 0 0 0 0,0 1 0 0 0,0-1 0 0 0,0 0 0 0 0,0 0 1 0 0,0 0-1 0 0,0 1 0 0 0,-1-1 0 0 0,1 0 0 0 0,0 0 0 0 0,0 0 0 0 0,0 1 0 0 0,0-1 1 0 0,-1 0-1 0 0,1 0 0 0 0,0 0 0 0 0,0 0 0 0 0,0 0 0 0 0,0 0 0 0 0,-1 1 0 0 0,1-1 0 0 0,-11 8-2366 0 0,0-2-5920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0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3 323 599 0 0,'-1'-4'604'0'0,"1"0"0"0"0,-1-1 0 0 0,0 1 0 0 0,1 0 0 0 0,0-1 0 0 0,0 1 0 0 0,1-1 0 0 0,-1 1 0 0 0,1 0 0 0 0,2-8 0 0 0,2-6 2176 0 0,9-21 0 0 0,-9 27-1765 0 0,10-22 1258 0 0,0 1 0 0 0,3 0 0 0 0,39-57 0 0 0,-56 90-2223 0 0,-1-1 0 0 0,0 0 1 0 0,1 1-1 0 0,-1-1 0 0 0,1 1 0 0 0,-1-1 0 0 0,1 1 1 0 0,-1-1-1 0 0,1 1 0 0 0,-1-1 0 0 0,1 1 1 0 0,-1 0-1 0 0,1-1 0 0 0,0 1 0 0 0,-1 0 0 0 0,1-1 1 0 0,0 1-1 0 0,0 0-38 0 0,-1 0 1 0 0,0 0-1 0 0,0 1 1 0 0,1-1-1 0 0,-1 0 1 0 0,0 0-1 0 0,0 1 1 0 0,0-1-1 0 0,1 0 0 0 0,-1 1 1 0 0,0-1-1 0 0,0 0 1 0 0,0 0-1 0 0,0 1 1 0 0,0-1-1 0 0,0 0 1 0 0,0 1-1 0 0,0-1 1 0 0,0 0-1 0 0,0 1 0 0 0,0-1 1 0 0,0 0-1 0 0,0 1 1 0 0,0-1-1 0 0,0 1 1 0 0,-6 32-84 0 0,5-25 123 0 0,-4 25-45 0 0,-43 229 194 0 0,21-183-273 0 0,27-79 50 0 0,0 0 1 0 0,0 0-1 0 0,0 0 0 0 0,0 0 1 0 0,-1 1-1 0 0,1-1 0 0 0,0 0 0 0 0,0 0 1 0 0,0 0-1 0 0,0 0 0 0 0,0 0 1 0 0,0 0-1 0 0,0 1 0 0 0,0-1 1 0 0,0 0-1 0 0,0 0 0 0 0,0 0 0 0 0,0 0 1 0 0,0 0-1 0 0,0 0 0 0 0,0 1 1 0 0,0-1-1 0 0,0 0 0 0 0,0 0 1 0 0,0 0-1 0 0,1 0 0 0 0,-1 0 0 0 0,0 0 1 0 0,0 1-1 0 0,0-1 0 0 0,0 0 1 0 0,0 0-1 0 0,0 0 0 0 0,0 0 0 0 0,0 0 1 0 0,0 0-1 0 0,1 0 0 0 0,-1 0 1 0 0,0 0-1 0 0,0 0 0 0 0,0 1 1 0 0,0-1-1 0 0,2-2-853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0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 6967 0 0,'3'-2'34'0'0,"3"-4"116"0"0,1 1 0 0 0,0 1 0 0 0,1-1 0 0 0,-1 1-1 0 0,1 0 1 0 0,12-4 0 0 0,-4 3 1769 0 0,1 1-1 0 0,-1 0 1 0 0,1 1-1 0 0,0 1 1 0 0,20 0 0 0 0,-31 2-1694 0 0,1 0 1 0 0,-1 0 0 0 0,0 1 0 0 0,0 0 0 0 0,0 0 0 0 0,0 1-1 0 0,0 0 1 0 0,-1 0 0 0 0,1 0 0 0 0,0 0 0 0 0,-1 1 0 0 0,0 0-1 0 0,1 0 1 0 0,-1 0 0 0 0,0 1 0 0 0,-1 0 0 0 0,1 0 0 0 0,4 5-1 0 0,-8-8-203 0 0,0 1-1 0 0,1 0 0 0 0,-1 0 1 0 0,0 0-1 0 0,0 0 0 0 0,0 0 1 0 0,0 0-1 0 0,0 0 0 0 0,-1 0 1 0 0,1 0-1 0 0,0 0 0 0 0,-1 0 1 0 0,0 0-1 0 0,1 0 0 0 0,-1 1 1 0 0,0-1-1 0 0,0 0 0 0 0,-1 3 1 0 0,1-2-15 0 0,-1 0 0 0 0,0 1 1 0 0,-1-1-1 0 0,1 0 0 0 0,0 1 0 0 0,-1-1 1 0 0,0 0-1 0 0,0 0 0 0 0,0 0 0 0 0,-3 3 1 0 0,-2 2-2 0 0,-1 0 0 0 0,0-1-1 0 0,-1 0 1 0 0,0 0 0 0 0,0-1 0 0 0,-12 6 0 0 0,-12 7 19 0 0,32-19-21 0 0,1 0 0 0 0,0 1-1 0 0,0-1 1 0 0,0 0-1 0 0,0 0 1 0 0,0 0-1 0 0,0 0 1 0 0,0 1-1 0 0,0-1 1 0 0,0 0 0 0 0,0 0-1 0 0,0 0 1 0 0,0 0-1 0 0,0 1 1 0 0,0-1-1 0 0,0 0 1 0 0,0 0-1 0 0,0 0 1 0 0,0 0 0 0 0,0 0-1 0 0,0 1 1 0 0,0-1-1 0 0,1 0 1 0 0,-1 0-1 0 0,0 0 1 0 0,0 0-1 0 0,0 0 1 0 0,0 1 0 0 0,0-1-1 0 0,0 0 1 0 0,0 0-1 0 0,0 0 1 0 0,1 0-1 0 0,-1 0 1 0 0,0 0-1 0 0,0 0 1 0 0,0 0 0 0 0,0 0-1 0 0,0 0 1 0 0,1 1-1 0 0,-1-1 1 0 0,0 0-1 0 0,0 0 1 0 0,0 0-1 0 0,0 0 1 0 0,1 0 0 0 0,-1 0-1 0 0,0 0 1 0 0,0 0-1 0 0,9 2 62 0 0,8 2-4 0 0,-1 1 0 0 0,1 0 0 0 0,-1 1 0 0 0,0 1 0 0 0,27 15 0 0 0,-36-18-44 0 0,0 1-1 0 0,0 0 1 0 0,0 0-1 0 0,-1 1 1 0 0,0 0-1 0 0,0 0 1 0 0,0 1-1 0 0,-1 0 1 0 0,0 0-1 0 0,0 0 1 0 0,-1 0-1 0 0,0 1 1 0 0,5 13-1 0 0,-8-19 5 0 0,0 0-1 0 0,0 1 0 0 0,-1-1 1 0 0,1 0-1 0 0,-1 1 0 0 0,1-1 0 0 0,-1 0 1 0 0,0 1-1 0 0,0-1 0 0 0,0 1 1 0 0,0-1-1 0 0,0 1 0 0 0,-1-1 0 0 0,1 0 1 0 0,-1 1-1 0 0,0-1 0 0 0,1 0 1 0 0,-3 4-1 0 0,1-3 10 0 0,0-1-1 0 0,1 0 1 0 0,-1 0 0 0 0,0 0-1 0 0,-1 0 1 0 0,1 0 0 0 0,0 0 0 0 0,0-1-1 0 0,-1 1 1 0 0,1-1 0 0 0,-1 1-1 0 0,0-1 1 0 0,-3 1 0 0 0,-7 2 114 0 0,-1-1 1 0 0,0 0 0 0 0,0-1 0 0 0,-27 0-1 0 0,41-2-143 0 0,-28 1 230 0 0,0-2 0 0 0,0-1 1 0 0,-30-6-1 0 0,56 8-218 0 0,0-1 1 0 0,0 1-1 0 0,0-1 0 0 0,0 1 0 0 0,1-1 1 0 0,-1 0-1 0 0,0 0 0 0 0,1 0 0 0 0,-1 0 1 0 0,-2-1-1 0 0,4 1-17 0 0,0 1 1 0 0,0 0-1 0 0,0 0 0 0 0,0 0 1 0 0,-1 0-1 0 0,1 0 1 0 0,0-1-1 0 0,0 1 1 0 0,0 0-1 0 0,0 0 1 0 0,0 0-1 0 0,0 0 0 0 0,0-1 1 0 0,0 1-1 0 0,0 0 1 0 0,0 0-1 0 0,0 0 1 0 0,0 0-1 0 0,0-1 0 0 0,0 1 1 0 0,0 0-1 0 0,0 0 1 0 0,0 0-1 0 0,0-1 1 0 0,0 1-1 0 0,0 0 0 0 0,0 0 1 0 0,0 0-1 0 0,0 0 1 0 0,0-1-1 0 0,0 1 1 0 0,0 0-1 0 0,1 0 1 0 0,-1 0-1 0 0,0 0 0 0 0,0-1 1 0 0,14-4-406 0 0,-2 3-1659 0 0,2 0-7005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2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43 6447 0 0,'-1'-1'197'0'0,"0"0"0"0"0,0-1 0 0 0,1 1 0 0 0,-1-1 0 0 0,0 1-1 0 0,1-1 1 0 0,-1 0 0 0 0,1 1 0 0 0,0-1 0 0 0,0 0 0 0 0,-1 1-1 0 0,1-1 1 0 0,0 0 0 0 0,0 1 0 0 0,1-1 0 0 0,-1-2 0 0 0,1 3 23 0 0,0 0 1 0 0,-1 0 0 0 0,1 0-1 0 0,0 1 1 0 0,0-1 0 0 0,0 0-1 0 0,-1 0 1 0 0,1 0 0 0 0,0 1-1 0 0,0-1 1 0 0,0 0-1 0 0,0 1 1 0 0,1-1 0 0 0,-1 1-1 0 0,0-1 1 0 0,0 1 0 0 0,0 0-1 0 0,0 0 1 0 0,0-1 0 0 0,0 1-1 0 0,1 0 1 0 0,-1 0 0 0 0,0 0-1 0 0,2 0 1 0 0,45-1 2197 0 0,87 10 1 0 0,-97-5-2175 0 0,-34-4-276 0 0,0 0-5 0 0,-1 0 1 0 0,0 0-1 0 0,0 1 1 0 0,1-1-1 0 0,-1 1 1 0 0,0 0-1 0 0,0 0 1 0 0,0 0-1 0 0,0 0 1 0 0,0 0-1 0 0,4 3 1 0 0,-4 0-526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2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41 6447 0 0,'0'0'11'0'0,"0"0"0"0"0,0 0 0 0 0,0 0 0 0 0,0 0 0 0 0,0 0 0 0 0,0 0-1 0 0,0 0 1 0 0,0 0 0 0 0,0 0 0 0 0,0 0 0 0 0,0 0 0 0 0,0 0 0 0 0,-1 0 0 0 0,1 0-1 0 0,0 0 1 0 0,0 0 0 0 0,0 0 0 0 0,0 0 0 0 0,0 0 0 0 0,0 0 0 0 0,0 0 0 0 0,0 0-1 0 0,0 0 1 0 0,0 0 0 0 0,0-1 0 0 0,0 1 0 0 0,0 0 0 0 0,0 0 0 0 0,0 0 0 0 0,0 0-1 0 0,0 0 1 0 0,0 0 0 0 0,0 0 0 0 0,0 0 0 0 0,0 0 0 0 0,0 0 0 0 0,0 0-1 0 0,0 0 1 0 0,0-1 0 0 0,0 1 0 0 0,0 0 0 0 0,0 0 0 0 0,0 0 0 0 0,0 0 0 0 0,0 0-1 0 0,0 0 1 0 0,0 0 0 0 0,0 0 0 0 0,0 0 0 0 0,0 0 0 0 0,0 0 0 0 0,0 0 0 0 0,0 0-1 0 0,0 0 1 0 0,0 0 0 0 0,0-1 0 0 0,1 1 0 0 0,-1 0 0 0 0,0 0 0 0 0,7-3 1040 0 0,15-2 885 0 0,-17 5-1713 0 0,95-17 4750 0 0,3 6-4026 0 0,-83 10-1258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3.3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355 97 9671 0 0,'19'-20'661'0'0,"5"-8"-274"0"0,-20 23 316 0 0,1-1-1 0 0,-1 0 0 0 0,1 1 1 0 0,0 0-1 0 0,0 0 0 0 0,1 1 1 0 0,10-8-1 0 0,-16 12-658 0 0,0 0 0 0 0,0 0 0 0 0,0 0 0 0 0,0 0 1 0 0,0 0-1 0 0,0 0 0 0 0,0 0 0 0 0,0 0 0 0 0,0 0 0 0 0,1 0 0 0 0,-1 0 0 0 0,0-1 0 0 0,0 1 1 0 0,0 0-1 0 0,0 0 0 0 0,0 0 0 0 0,0 0 0 0 0,0 0 0 0 0,0 0 0 0 0,0 0 0 0 0,0 0 1 0 0,1 0-1 0 0,-1 0 0 0 0,0 0 0 0 0,0 0 0 0 0,0 0 0 0 0,0 0 0 0 0,0 0 0 0 0,0 0 0 0 0,0 0 1 0 0,0 0-1 0 0,0 0 0 0 0,0 0 0 0 0,1 0 0 0 0,-1 0 0 0 0,0 1 0 0 0,0-1 0 0 0,0 0 1 0 0,0 0-1 0 0,0 0 0 0 0,0 0 0 0 0,0 0 0 0 0,0 0 0 0 0,0 0 0 0 0,0 0 0 0 0,0 0 0 0 0,0 0 1 0 0,0 0-1 0 0,0 0 0 0 0,0 0 0 0 0,0 1 0 0 0,1-1 0 0 0,-1 0 0 0 0,0 0 0 0 0,0 0 1 0 0,0 0-1 0 0,0 0 0 0 0,-2 8 839 0 0,-5 8-461 0 0,-113 183 1075 0 0,99-169-1473 0 0,-1-1 0 0 0,-32 33-1 0 0,41-49-15 0 0,-1-1-1 0 0,0 0 1 0 0,-1-1-1 0 0,0 0 1 0 0,0-1 0 0 0,-23 10-1 0 0,34-18 2 0 0,1-1 0 0 0,-1 1 0 0 0,0-1-1 0 0,1 0 1 0 0,-1 0 0 0 0,0 0 0 0 0,0-1 0 0 0,0 1-1 0 0,0-1 1 0 0,1 0 0 0 0,-1 0 0 0 0,0-1 0 0 0,0 1-1 0 0,-4-2 1 0 0,5 2-3 0 0,1-1-1 0 0,0 0 1 0 0,0 0-1 0 0,-1-1 1 0 0,1 1-1 0 0,0 0 1 0 0,0-1-1 0 0,1 1 1 0 0,-1-1-1 0 0,0 0 1 0 0,0 1-1 0 0,1-1 1 0 0,-1 0-1 0 0,1 0 1 0 0,-1 0-1 0 0,1 0 1 0 0,0 0-1 0 0,0-1 1 0 0,0 1-1 0 0,0 0 1 0 0,0 0-1 0 0,1-1 1 0 0,-2-2-1 0 0,1-2-5 0 0,1 0 0 0 0,-1 0 0 0 0,1-1 0 0 0,0 1 0 0 0,1 0 0 0 0,0 0 0 0 0,0 0 0 0 0,0 0 0 0 0,1 0 0 0 0,0 0 0 0 0,1 0 0 0 0,3-8 0 0 0,-1 4 0 0 0,0 1 0 0 0,1 0 0 0 0,0 0 0 0 0,1 1 0 0 0,0 0 0 0 0,15-17 0 0 0,-21 26 0 0 0,4-6 3 0 0,1 1 0 0 0,1 0 1 0 0,-1 0-1 0 0,14-8 0 0 0,-19 12 10 0 0,1 1 0 0 0,0-1 0 0 0,-1 0 1 0 0,1 1-1 0 0,0-1 0 0 0,0 1 0 0 0,-1 0 0 0 0,1-1 0 0 0,0 1 0 0 0,0 0 0 0 0,0 0 0 0 0,0 0 0 0 0,-1 0 0 0 0,1 0 1 0 0,0 1-1 0 0,0-1 0 0 0,-1 1 0 0 0,1-1 0 0 0,0 1 0 0 0,0-1 0 0 0,-1 1 0 0 0,1 0 0 0 0,-1 0 0 0 0,1 0 1 0 0,-1 0-1 0 0,1 0 0 0 0,1 2 0 0 0,17 17 91 0 0,20 24 0 0 0,-28-29-90 0 0,1 0 0 0 0,1 0-1 0 0,1-1 1 0 0,19 14 0 0 0,-21-20 45 0 0,0 0 0 0 0,1-1 0 0 0,0-1-1 0 0,0 0 1 0 0,18 5 0 0 0,-24-9 4 0 0,1 1-1 0 0,0-2 1 0 0,0 1 0 0 0,0-1 0 0 0,0-1-1 0 0,0 1 1 0 0,0-1 0 0 0,0-1-1 0 0,0 0 1 0 0,9-2 0 0 0,-11 1-76 0 0,0-1 0 0 0,0 1 0 0 0,0-1 1 0 0,-1 0-1 0 0,1-1 0 0 0,-1 1 0 0 0,0-1 0 0 0,0-1 0 0 0,0 1 1 0 0,-1-1-1 0 0,0 0 0 0 0,6-6 0 0 0,-8 9-1801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4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6 246 3223 0 0,'-6'5'12456'0'0,"10"-9"-11288"0"0,6-11-156 0 0,-1-1-1 0 0,0 0 1 0 0,8-19-1 0 0,-10 18-748 0 0,1 0 0 0 0,1 1 0 0 0,1 0-1 0 0,14-19 1 0 0,-17 28-226 0 0,0 0-1 0 0,0 0 1 0 0,0 0-1 0 0,1 1 1 0 0,16-9-1 0 0,-21 13-2 0 0,0 0-1 0 0,1 0 0 0 0,-1 0 0 0 0,1 1 1 0 0,0 0-1 0 0,-1 0 0 0 0,1 0 0 0 0,0 0 0 0 0,0 1 1 0 0,0-1-1 0 0,-1 1 0 0 0,1 0 0 0 0,0 0 1 0 0,0 0-1 0 0,0 1 0 0 0,0-1 0 0 0,6 3 0 0 0,-8-2 28 0 0,0 0-1 0 0,1 0 1 0 0,-1 0-1 0 0,0 0 0 0 0,0 0 1 0 0,-1 1-1 0 0,1-1 1 0 0,0 1-1 0 0,0-1 0 0 0,-1 1 1 0 0,1 0-1 0 0,-1 0 0 0 0,1-1 1 0 0,1 5-1 0 0,-1-2-97 0 0,0 0-1 0 0,0 0 1 0 0,-1 0-1 0 0,0 0 0 0 0,0 0 1 0 0,0 1-1 0 0,0 5 1 0 0,0 4-195 0 0,-1-1 1 0 0,-1 1 0 0 0,-4 26-1 0 0,4-39 268 0 0,1 5 10 0 0,-1 0-1 0 0,0-1 1 0 0,0 1-1 0 0,-1-1 1 0 0,1 1 0 0 0,-1-1-1 0 0,-1 0 1 0 0,1 0-1 0 0,-1 0 1 0 0,0 0 0 0 0,-5 7-1 0 0,8-12-41 0 0,0 0 0 0 0,0 0 0 0 0,0 0 0 0 0,0 0-1 0 0,0 0 1 0 0,0 0 0 0 0,0 0 0 0 0,1 0 0 0 0,-1 0 0 0 0,0 0-1 0 0,0-1 1 0 0,0 1 0 0 0,0 0 0 0 0,0 0 0 0 0,0 0 0 0 0,0 0 0 0 0,0 0-1 0 0,0 0 1 0 0,0 0 0 0 0,0 0 0 0 0,0 0 0 0 0,0 0 0 0 0,0 0-1 0 0,0 0 1 0 0,0 0 0 0 0,0 0 0 0 0,0 0 0 0 0,0 0 0 0 0,0-1 0 0 0,0 1-1 0 0,0 0 1 0 0,-1 0 0 0 0,1 0 0 0 0,0 0 0 0 0,0 0 0 0 0,0 0-1 0 0,0 0 1 0 0,0 0 0 0 0,0 0 0 0 0,0 0 0 0 0,0 0 0 0 0,0 0-1 0 0,0 0 1 0 0,0 0 0 0 0,0 0 0 0 0,0 0 0 0 0,0 0 0 0 0,0 0 0 0 0,0 0-1 0 0,0 0 1 0 0,0 0 0 0 0,0 0 0 0 0,0 0 0 0 0,-1 0 0 0 0,1 0-1 0 0,0 0 1 0 0,0 0 0 0 0,0 0 0 0 0,0 0 0 0 0,0 0 0 0 0,0 0 0 0 0,0 0-1 0 0,0 0 1 0 0,0 0 0 0 0,0 0 0 0 0,0 0 0 0 0,0 0 0 0 0,0 0-1 0 0,0 0 1 0 0,1-9 43 0 0,3-11-104 0 0,4 4 32 0 0,1-1 1 0 0,1 1 0 0 0,0 1-1 0 0,1 0 1 0 0,0 0 0 0 0,1 1-1 0 0,24-20 1 0 0,-32 30 56 0 0,-1 1 0 0 0,2 0 1 0 0,-1 0-1 0 0,0 0 0 0 0,1 1 0 0 0,-1-1 0 0 0,1 1 0 0 0,0 0 1 0 0,-1 0-1 0 0,1 1 0 0 0,0-1 0 0 0,7 0 0 0 0,-10 2-22 0 0,0 0 0 0 0,0 0-1 0 0,-1 0 1 0 0,1 0 0 0 0,0 0-1 0 0,0 1 1 0 0,0-1 0 0 0,-1 0-1 0 0,1 1 1 0 0,0 0 0 0 0,0-1-1 0 0,-1 1 1 0 0,1 0 0 0 0,-1 0-1 0 0,1 0 1 0 0,0 0 0 0 0,-1 0-1 0 0,0 0 1 0 0,1 0 0 0 0,-1 1-1 0 0,0-1 1 0 0,1 0 0 0 0,-1 1-1 0 0,0-1 1 0 0,0 1 0 0 0,0-1-1 0 0,0 1 1 0 0,-1 0 0 0 0,1-1-1 0 0,0 1 1 0 0,-1 0 0 0 0,1-1-1 0 0,-1 1 1 0 0,0 0 0 0 0,1 0-1 0 0,-1 3 1 0 0,1 2-10 0 0,-1 0 0 0 0,0 0 0 0 0,-1-1 0 0 0,1 1 0 0 0,-1 0 0 0 0,-1 0 0 0 0,1-1 0 0 0,-1 1 0 0 0,0 0 0 0 0,-1-1 0 0 0,1 0 0 0 0,-1 1 0 0 0,-1-1 0 0 0,1 0 0 0 0,-1-1 0 0 0,0 1 0 0 0,0-1 0 0 0,-1 0 0 0 0,1 0 0 0 0,-1 0 0 0 0,0 0 0 0 0,-7 4 0 0 0,12-9-1 0 0,0 0-1 0 0,0 0 1 0 0,0 1-1 0 0,0-1 1 0 0,-1 0-1 0 0,1 0 1 0 0,0 0-1 0 0,0 0 0 0 0,0 0 1 0 0,0 0-1 0 0,0 0 1 0 0,0 0-1 0 0,-1 1 1 0 0,1-1-1 0 0,0 0 1 0 0,0 0-1 0 0,0 0 1 0 0,0 0-1 0 0,0 0 1 0 0,-1 0-1 0 0,1 0 1 0 0,0 0-1 0 0,0 0 1 0 0,0 0-1 0 0,0 0 1 0 0,-1 0-1 0 0,1 0 1 0 0,0 0-1 0 0,0 0 1 0 0,0 0-1 0 0,0 0 1 0 0,0 0-1 0 0,-1 0 1 0 0,1 0-1 0 0,0-1 0 0 0,0 1 1 0 0,0 0-1 0 0,0 0 1 0 0,0 0-1 0 0,-1 0 1 0 0,1 0-1 0 0,0 0 1 0 0,0 0-1 0 0,2-8-146 0 0,6-7-81 0 0,-7 13 281 0 0,3-2 68 0 0,28-34 12 0 0,56-51 0 0 0,-82 85-151 0 0,0-1-1 0 0,0 0 0 0 0,0 1 1 0 0,0 0-1 0 0,1 1 1 0 0,0 0-1 0 0,0 0 1 0 0,12-4-1 0 0,-17 7 15 0 0,0-1 1 0 0,0 1-1 0 0,0 0 0 0 0,0-1 0 0 0,0 1 1 0 0,0 0-1 0 0,0 0 0 0 0,0 1 0 0 0,0-1 1 0 0,0 0-1 0 0,0 1 0 0 0,0-1 0 0 0,0 1 1 0 0,0 0-1 0 0,0-1 0 0 0,0 1 0 0 0,0 0 1 0 0,0 0-1 0 0,-1 0 0 0 0,1 1 0 0 0,0-1 1 0 0,-1 0-1 0 0,1 1 0 0 0,-1-1 0 0 0,1 1 0 0 0,-1-1 1 0 0,0 1-1 0 0,0 0 0 0 0,0-1 0 0 0,0 1 1 0 0,0 0-1 0 0,0 0 0 0 0,0 0 0 0 0,0 0 1 0 0,-1 0-1 0 0,1 2 0 0 0,1 2 13 0 0,0 0 0 0 0,0 0 0 0 0,-1 1 0 0 0,0-1 0 0 0,-1 0 0 0 0,1 1 0 0 0,-1-1 0 0 0,0 1 0 0 0,-1-1 0 0 0,0 0 0 0 0,0 1 0 0 0,0-1 0 0 0,0 0 0 0 0,-1 1 0 0 0,0-1 0 0 0,-1 0 0 0 0,1-1 0 0 0,-1 1 0 0 0,0 0 0 0 0,-1-1 0 0 0,1 1 0 0 0,-1-1 0 0 0,-6 6 0 0 0,10-11-4 0 0,0 0 0 0 0,0 0 1 0 0,0 1-1 0 0,-1-1 0 0 0,1 0 0 0 0,0 0 0 0 0,0 0 1 0 0,0 0-1 0 0,0 0 0 0 0,0 0 0 0 0,0 0 0 0 0,0 1 0 0 0,0-1 1 0 0,0 0-1 0 0,0 0 0 0 0,0 0 0 0 0,0 0 0 0 0,0 0 1 0 0,0 0-1 0 0,0 1 0 0 0,0-1 0 0 0,0 0 0 0 0,0 0 0 0 0,0 0 1 0 0,0 0-1 0 0,0 0 0 0 0,0 0 0 0 0,0 1 0 0 0,0-1 1 0 0,0 0-1 0 0,0 0 0 0 0,0 0 0 0 0,0 0 0 0 0,0 0 0 0 0,0 0 1 0 0,0 1-1 0 0,0-1 0 0 0,0 0 0 0 0,0 0 0 0 0,1 0 0 0 0,-1 0 1 0 0,0 0-1 0 0,0 0 0 0 0,0 0 0 0 0,0 0 0 0 0,0 0 1 0 0,0 0-1 0 0,0 1 0 0 0,1-1 0 0 0,-1 0 0 0 0,0 0 0 0 0,0 0 1 0 0,0 0-1 0 0,0 0 0 0 0,0 0 0 0 0,1 0 0 0 0,-1 0 1 0 0,0 0-1 0 0,0 0 0 0 0,0 0 0 0 0,0 0 0 0 0,0 0 0 0 0,0 0 1 0 0,1 0-1 0 0,-1 0 0 0 0,0 0 0 0 0,0 0 0 0 0,0-1 0 0 0,9 1-2109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4.4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4 9183 0 0,'2'-3'885'0'0,"-3"11"753"0"0,6 19 3590 0 0,5 32-479 0 0,-10-54-4557 0 0,0 0-1 0 0,0 0 1 0 0,0 0-1 0 0,0-1 0 0 0,-1 1 1 0 0,0 0-1 0 0,0 0 1 0 0,0 0-1 0 0,-3 6 1 0 0,-5 11-174 0 0,8-16-18 0 0,-1-1 0 0 0,0 0 0 0 0,-1 0-1 0 0,1 0 1 0 0,-1 0 0 0 0,-7 8 0 0 0,4-6 0 0 0,4-5 0 0 0,0 0 0 0 0,-1 1 0 0 0,1-1 0 0 0,0 1 0 0 0,0 0 0 0 0,-1 2 0 0 0,3-4-4 0 0,0-1 0 0 0,0 0 0 0 0,0 0 0 0 0,0 0 0 0 0,0 0 0 0 0,0 0 0 0 0,0 0 0 0 0,0 1 0 0 0,0-1 0 0 0,0 0 0 0 0,1 0 0 0 0,-1 0 0 0 0,0 0 0 0 0,0 0 0 0 0,0 0 0 0 0,0 1 0 0 0,0-1 0 0 0,0 0 0 0 0,0 0 0 0 0,0 0 1 0 0,0 0-1 0 0,1 0 0 0 0,-1 0 0 0 0,0 0 0 0 0,0 0 0 0 0,0 0 0 0 0,0 0 0 0 0,0 0 0 0 0,1 0 0 0 0,-1 1 0 0 0,0-1 0 0 0,0 0 0 0 0,0 0 0 0 0,0 0 0 0 0,0 0 0 0 0,0 0 0 0 0,1 0 0 0 0,-1 0 0 0 0,0 0 0 0 0,0 0 0 0 0,0-1 0 0 0,0 1 0 0 0,0 0 0 0 0,1 0 0 0 0,6-1-946 0 0,1 0-345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4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18 116 2759 0 0,'-2'-20'120'0'0,"0"10"32"0"0,1 0-152 0 0,-1 1 0 0 0,2 4 0 0 0,0 2 0 0 0,-2-1 1072 0 0,2-3 184 0 0,-1-3 40 0 0,-3 0 8 0 0,3-2 320 0 0,-1 4 64 0 0,2 1 1712 0 0,3 9-2856 0 0,-1 3-224 0 0,3 1-56 0 0,-3 6-6560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15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2 207 27183 0 0,'-1'-2'-27'0'0,"1"-1"0"0"0,0 1 0 0 0,0 0 0 0 0,0-1 0 0 0,0 1 0 0 0,0-1 0 0 0,1 1 0 0 0,-1-1 1 0 0,1 1-1 0 0,-1-1 0 0 0,1 1 0 0 0,0 0 0 0 0,0 0 0 0 0,0-1 0 0 0,0 1 0 0 0,0 0 0 0 0,3-3 0 0 0,3-5-523 0 0,1 1 0 0 0,12-13 1 0 0,3-2-13 0 0,-11 8 562 0 0,-3 4 0 0 0,0 0 0 0 0,0 1 0 0 0,15-13 0 0 0,-22 22 0 0 0,1 0 0 0 0,0 0 0 0 0,0 0 0 0 0,-1 0 0 0 0,1 0 0 0 0,0 1 0 0 0,0-1 0 0 0,0 1 0 0 0,1 0 0 0 0,-1 0 0 0 0,0 0 0 0 0,0 0 0 0 0,1 0 0 0 0,-1 1 0 0 0,1-1 0 0 0,-1 1 0 0 0,0 0 0 0 0,1 0 0 0 0,5 2 0 0 0,-8-2 0 0 0,1 0 0 0 0,-1 1 0 0 0,0-1 0 0 0,0 1 0 0 0,0-1 0 0 0,1 1 0 0 0,-1 0 0 0 0,0-1 0 0 0,0 1 0 0 0,0 0 0 0 0,0 0 0 0 0,0 0 0 0 0,0 0 0 0 0,-1 0 0 0 0,1 0 0 0 0,0 0 0 0 0,0 0 0 0 0,0 1 0 0 0,1 1 0 0 0,-1 0 0 0 0,0 0 0 0 0,0 0 0 0 0,0 0 0 0 0,-1 0 0 0 0,1 1 0 0 0,0 3 0 0 0,-1 4 0 0 0,0 1 0 0 0,-1-1 0 0 0,-1 13 0 0 0,-5 9 0 0 0,-2 16 0 0 0,9-44 0 0 0,-1-1 0 0 0,1 0 0 0 0,0 0 0 0 0,1 0 0 0 0,-1 0 0 0 0,1 1 0 0 0,-1-1 0 0 0,1 0 0 0 0,2 5 0 0 0,-2-9 13 0 0,-1 1-1 0 0,1 0 1 0 0,-1-1-1 0 0,1 1 1 0 0,-1 0 0 0 0,1-1-1 0 0,-1 1 1 0 0,1-1-1 0 0,0 1 1 0 0,-1-1-1 0 0,1 1 1 0 0,0-1 0 0 0,0 0-1 0 0,-1 1 1 0 0,1-1-1 0 0,0 0 1 0 0,0 1-1 0 0,-1-1 1 0 0,1 0 0 0 0,0 0-1 0 0,0 0 1 0 0,0 0-1 0 0,0 0 1 0 0,-1 0 0 0 0,1 0-1 0 0,0 0 1 0 0,0 0-1 0 0,0 0 1 0 0,0 0-1 0 0,-1 0 1 0 0,1-1 0 0 0,0 1-1 0 0,0 0 1 0 0,-1-1-1 0 0,1 1 1 0 0,0 0-1 0 0,0-2 1 0 0,6-1 135 0 0,0 0-1 0 0,-1-1 1 0 0,6-5-1 0 0,-8 6-127 0 0,8-6-16 0 0,0 0 1 0 0,-1-1-1 0 0,0 0 0 0 0,-1-1 0 0 0,0 0 1 0 0,0-1-1 0 0,-2 0 0 0 0,1-1 1 0 0,7-15-1 0 0,-17 32 39 0 0,0 1-1 0 0,0 0 1 0 0,0 0 0 0 0,1 0 0 0 0,0 0 0 0 0,0 0-1 0 0,0 1 1 0 0,0-1 0 0 0,1 0 0 0 0,0 0 0 0 0,0-1-1 0 0,0 1 1 0 0,1 0 0 0 0,0 0 0 0 0,0-1 0 0 0,0 1-1 0 0,0 0 1 0 0,6 6 0 0 0,-5-8-147 0 0,0 0-1 0 0,1 0 1 0 0,-1 0 0 0 0,1-1-1 0 0,-1 1 1 0 0,1-1-1 0 0,0 0 1 0 0,0 0 0 0 0,0-1-1 0 0,0 1 1 0 0,0-1 0 0 0,1 0-1 0 0,-1 0 1 0 0,0 0 0 0 0,5 0-1 0 0,-4-1-242 0 0,-1 0 0 0 0,0 0 0 0 0,1 0 0 0 0,-1 0 0 0 0,0-1-1 0 0,0 0 1 0 0,0 0 0 0 0,1 0 0 0 0,-1 0 0 0 0,0 0 0 0 0,0-1 0 0 0,0 0 0 0 0,-1 0-1 0 0,1 0 1 0 0,5-4 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0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44 6911 0 0,'2'-2'124'0'0,"0"0"0"0"0,0 0-1 0 0,-1 0 1 0 0,1 0-1 0 0,-1 0 1 0 0,0-1 0 0 0,0 1-1 0 0,1 0 1 0 0,-1-1-1 0 0,-1 1 1 0 0,1-1 0 0 0,1-4-1 0 0,1-3 2980 0 0,-6 26 1511 0 0,3 12-3043 0 0,0-20-1514 0 0,-16 239 2052 0 0,9-196-2041 0 0,-1-1-1 0 0,-28 86 1 0 0,13-66 212 0 0,-25 125 0 0 0,27-103 102 0 0,1-3 380 0 0,19-88-745 0 0,1 0 0 0 0,0 0 0 0 0,0 1-1 0 0,0-1 1 0 0,-1 0 0 0 0,1 1 0 0 0,1-1-1 0 0,-1 0 1 0 0,0 1 0 0 0,0-1 0 0 0,0 0 0 0 0,1 1-1 0 0,-1-1 1 0 0,0 0 0 0 0,1 1 0 0 0,-1-1-1 0 0,1 0 1 0 0,0 0 0 0 0,-1 0 0 0 0,1 0 0 0 0,0 0-1 0 0,0 0 1 0 0,0 0 0 0 0,0 0 0 0 0,0 0-1 0 0,0 0 1 0 0,0 0 0 0 0,0 0 0 0 0,0 0 0 0 0,0-1-1 0 0,0 1 1 0 0,0 0 0 0 0,1-1 0 0 0,1 1-1 0 0,4 1-16 0 0,1-1 0 0 0,-1 0 0 0 0,0 0 0 0 0,1 0 0 0 0,9-2 0 0 0,4 1 65 0 0,39 1-21 0 0,96-12 0 0 0,123-37 288 0 0,-2-21-33 0 0,-70 16-185 0 0,357-55 401 0 0,-286 67-403 0 0,82-11 0 0 0,-97 14-112 0 0,200-18 0 0 0,-162 32 0 0 0,46-2 0 0 0,93-11-928 0 0,-438 36 906 0 0,5 1-655 0 0,1-1 0 0 0,-1-1 0 0 0,0 0 0 0 0,1 0 0 0 0,-1 0 0 0 0,11-6 0 0 0,-9 2-6146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0.6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313 6 7367 0 0,'0'-1'23'0'0,"0"1"0"0"0,0 0 0 0 0,0 0 0 0 0,0 0 0 0 0,0 0 0 0 0,0-1-1 0 0,0 1 1 0 0,0 0 0 0 0,0 0 0 0 0,0 0 0 0 0,0 0 0 0 0,0-1 0 0 0,0 1 0 0 0,0 0-1 0 0,0 0 1 0 0,0 0 0 0 0,0 0 0 0 0,0 0 0 0 0,0-1 0 0 0,0 1 0 0 0,0 0 0 0 0,-1 0-1 0 0,1 0 1 0 0,0 0 0 0 0,0 0 0 0 0,0 0 0 0 0,0-1 0 0 0,0 1 0 0 0,0 0 0 0 0,-1 0-1 0 0,1 0 1 0 0,0 0 0 0 0,0 0 0 0 0,0 0 0 0 0,0 0 0 0 0,-1 0 0 0 0,1 0-1 0 0,0 0 1 0 0,0 0 0 0 0,0 0 0 0 0,0 0 0 0 0,-1 0 0 0 0,1 0 0 0 0,0 0 0 0 0,0 0-1 0 0,0 0 1 0 0,0 0 0 0 0,-1 0 0 0 0,1 0 0 0 0,0 0 0 0 0,0 0 0 0 0,0 0 0 0 0,0 0-1 0 0,0 0 1 0 0,-1 0 0 0 0,1 1 0 0 0,0-1 0 0 0,0 0 0 0 0,0 0 0 0 0,0 0-1 0 0,0 0 1 0 0,0 0 0 0 0,-1 0 0 0 0,1 1 0 0 0,0-1 0 0 0,0 0 0 0 0,-12 11 1664 0 0,10-8-1353 0 0,-29 32 2648 0 0,1 1 0 0 0,-30 48 0 0 0,25-34-1739 0 0,-54 88 536 0 0,58-74-7837 0 0,15-25-1166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3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55 296 2439 0 0,'0'0'0'0'0,"0"0"0"0"0,0 0-1 0 0,0 0 1 0 0,0 0 0 0 0,-1 0-1 0 0,1 0 1 0 0,0 0-1 0 0,0 0 1 0 0,0 0 0 0 0,0 0-1 0 0,0 0 1 0 0,0 0-1 0 0,0 0 1 0 0,0 0 0 0 0,-1 0-1 0 0,1 0 1 0 0,0 0 0 0 0,0 0-1 0 0,0 0 1 0 0,0 0-1 0 0,0 0 1 0 0,0 0 0 0 0,0 0-1 0 0,0 0 1 0 0,0 0-1 0 0,0-1 1 0 0,0 1 0 0 0,0 0-1 0 0,0 0 1 0 0,-1 0 0 0 0,1 0-1 0 0,0 0 1 0 0,0 0-1 0 0,0 0 1 0 0,0 0 0 0 0,0 0-1 0 0,0-1 1 0 0,0 1-1 0 0,0 0 1 0 0,0 0 0 0 0,0 0-1 0 0,0 0 1 0 0,0 0 0 0 0,0-1 20 0 0,0 0 0 0 0,0 1 0 0 0,0-1 0 0 0,-1 0 0 0 0,1 0 1 0 0,0 1-1 0 0,0-1 0 0 0,-1 0 0 0 0,1 1 0 0 0,-1-1 1 0 0,1 1-1 0 0,-1-1 0 0 0,1 0 0 0 0,-1 1 0 0 0,1-1 1 0 0,-1 1-1 0 0,1-1 0 0 0,-2 0 0 0 0,-21-20 1547 0 0,21 19-972 0 0,0-1 0 0 0,0 0 0 0 0,0 1 0 0 0,0-1-1 0 0,1 0 1 0 0,-1 0 0 0 0,1 0 0 0 0,-1 0 0 0 0,1 0-1 0 0,0-1 1 0 0,1 1 0 0 0,-1 0 0 0 0,0 0 0 0 0,1-6-1 0 0,0 1-2 0 0,1 1 1 0 0,0 0-1 0 0,1 0 0 0 0,-1 0 0 0 0,1 0 0 0 0,1 0 0 0 0,5-11 0 0 0,-4 8-109 0 0,2 0 0 0 0,-1 1-1 0 0,2 0 1 0 0,9-12 0 0 0,-12 16-358 0 0,1 0 0 0 0,0 1 0 0 0,0 0 0 0 0,0 0 0 0 0,0 0 0 0 0,1 0 0 0 0,-1 1 0 0 0,1 0 0 0 0,10-4 0 0 0,-14 6-94 0 0,1 1 0 0 0,-1-1 0 0 0,1 0 0 0 0,-1 1-1 0 0,1 0 1 0 0,0-1 0 0 0,-1 1 0 0 0,1 0 0 0 0,0 0 0 0 0,-1 1-1 0 0,1-1 1 0 0,0 1 0 0 0,-1-1 0 0 0,1 1 0 0 0,-1 0 0 0 0,1 0-1 0 0,-1 0 1 0 0,1 0 0 0 0,-1 0 0 0 0,0 0 0 0 0,1 1 0 0 0,-1-1-1 0 0,0 1 1 0 0,0 0 0 0 0,3 3 0 0 0,1 1-29 0 0,-1 1 0 0 0,0 0 0 0 0,0 0 0 0 0,-1 0 0 0 0,0 0 1 0 0,0 1-1 0 0,0 0 0 0 0,-1 0 0 0 0,3 13 0 0 0,-3-9-1 0 0,-1 0 0 0 0,-1 1 0 0 0,0-1 0 0 0,0 1 0 0 0,-3 22-1 0 0,-3-1-1 0 0,-2 0 0 0 0,-1 0-1 0 0,-21 54 1 0 0,-32 47 501 0 0,48-108-440 0 0,8-20 75 0 0,6-11-22 0 0,5-12 7 0 0,70-130 61 0 0,-10 22-58 0 0,-20 22-151 0 0,33-63-32 0 0,-76 159 60 0 0,0 1 0 0 0,0 0 0 0 0,1 0 0 0 0,0 0 0 0 0,9-8 0 0 0,-13 13 0 0 0,0-1 0 0 0,0 1 0 0 0,0 0 0 0 0,0 0 0 0 0,0 0 0 0 0,0 0 0 0 0,0 0 0 0 0,0 0 0 0 0,0 0 0 0 0,1 0 0 0 0,-1-1 0 0 0,0 1 0 0 0,0 0 0 0 0,0 0 0 0 0,0 0 0 0 0,0 0 0 0 0,0 0 0 0 0,1 0 0 0 0,-1 0 0 0 0,0 0 0 0 0,0 0 0 0 0,0 0 0 0 0,0 0 0 0 0,0 0 0 0 0,0 0 0 0 0,1 0 0 0 0,-1 0 0 0 0,0 0 0 0 0,0 0 0 0 0,0 0 0 0 0,0 0 0 0 0,0 0 0 0 0,0 0 0 0 0,1 0 0 0 0,-1 0 0 0 0,0 0 0 0 0,0 0 0 0 0,0 0 0 0 0,0 0 0 0 0,0 1 0 0 0,0-1 0 0 0,0 0 0 0 0,1 0 0 0 0,-1 0 0 0 0,0 0 0 0 0,0 0 0 0 0,0 0 0 0 0,0 1 0 0 0,0 8 0 0 0,-4 11 0 0 0,-48 110-16 0 0,-3 8-15 0 0,50-121 29 0 0,0 0-1 0 0,1 0 1 0 0,1 1-1 0 0,1-1 1 0 0,0 1 0 0 0,2 20-1 0 0,0-34 3 0 0,0 1 0 0 0,0-1 0 0 0,1 0 0 0 0,0 0 0 0 0,0 1 0 0 0,0-1 0 0 0,0 0 0 0 0,1 0 0 0 0,-1 0 0 0 0,1 0 0 0 0,0 0 0 0 0,0-1 0 0 0,1 1 0 0 0,-1-1 0 0 0,1 1 0 0 0,0-1 0 0 0,0 0 0 0 0,0 0 0 0 0,0 0 0 0 0,0 0 0 0 0,1-1 0 0 0,-1 1 0 0 0,1-1 0 0 0,0 0 0 0 0,0 0 0 0 0,0 0 0 0 0,0 0 0 0 0,0-1 0 0 0,0 0 0 0 0,0 0 0 0 0,0 0 0 0 0,0 0 0 0 0,1 0 0 0 0,-1-1 0 0 0,0 0 0 0 0,1 0 0 0 0,-1 0 0 0 0,0-1 0 0 0,8-1 0 0 0,-6 2-160 0 0,0-1 0 0 0,0-1-1 0 0,-1 1 1 0 0,1-1 0 0 0,0 0 0 0 0,0-1 0 0 0,-1 1-1 0 0,1-1 1 0 0,-1 0 0 0 0,0-1 0 0 0,7-5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3.5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94 6447 0 0,'0'0'49'0'0,"-1"0"1"0"0,1 0-1 0 0,0 0 0 0 0,0 0 0 0 0,-1 0 0 0 0,1 0 0 0 0,0 0 0 0 0,0 0 0 0 0,-1 0 0 0 0,1 0 0 0 0,0 0 1 0 0,0 0-1 0 0,-1 0 0 0 0,1 0 0 0 0,0-1 0 0 0,0 1 0 0 0,0 0 0 0 0,-1 0 0 0 0,1 0 0 0 0,0 0 0 0 0,0-1 0 0 0,0 1 1 0 0,0 0-1 0 0,-1 0 0 0 0,1 0 0 0 0,0-1 0 0 0,0 1 0 0 0,0 0 0 0 0,0 0 0 0 0,0-1 0 0 0,0 1 0 0 0,0 0 0 0 0,0 0 1 0 0,0 0-1 0 0,0-1 0 0 0,0 1 0 0 0,-1 0 0 0 0,1 0 0 0 0,1-1 0 0 0,-1 1 0 0 0,0 0 0 0 0,0-1 0 0 0,11-7 2337 0 0,23-6 1173 0 0,-31 13-3404 0 0,96-31 3928 0 0,-32 11-9325 0 0,-32 11-554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3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25 6911 0 0,'0'-2'67'0'0,"0"1"-33"0"0,0 0-1 0 0,0-1 1 0 0,0 1 0 0 0,0 0 0 0 0,0 0 0 0 0,0 0 0 0 0,0 0 0 0 0,0 0 0 0 0,-1 0 0 0 0,1 0-1 0 0,-1 0 1 0 0,1 0 0 0 0,-1 0 0 0 0,1 0 0 0 0,-1 0 0 0 0,1 0 0 0 0,-1 0 0 0 0,0 0-1 0 0,-1-1 1 0 0,1 2 119 0 0,0 0 0 0 0,0 0 0 0 0,0 0 0 0 0,0 1 0 0 0,1-1 0 0 0,-1 1 0 0 0,0-1 0 0 0,0 1 0 0 0,0-1 0 0 0,0 1 0 0 0,1-1 0 0 0,-1 1 0 0 0,0-1 0 0 0,0 2-1 0 0,0-1 20 0 0,-7 6 482 0 0,2 0-1 0 0,-1 0 1 0 0,1 0 0 0 0,0 1 0 0 0,0 0 0 0 0,1 1 0 0 0,0-1-1 0 0,1 1 1 0 0,0 0 0 0 0,0 0 0 0 0,-2 10 0 0 0,-4 14 1113 0 0,-8 61 1 0 0,15-71-1431 0 0,1 1 0 0 0,1 41 0 0 0,1-54-259 0 0,1-1-1 0 0,1 0 1 0 0,-1-1-1 0 0,2 1 0 0 0,-1 0 1 0 0,2 0-1 0 0,-1-1 0 0 0,1 0 1 0 0,6 10-1 0 0,-9-17-56 0 0,0 0 0 0 0,1 0 0 0 0,-1 0 0 0 0,1-1 0 0 0,-1 1 1 0 0,1 0-1 0 0,-1-1 0 0 0,1 1 0 0 0,0-1 0 0 0,0 0 0 0 0,0 0 0 0 0,0 0 0 0 0,0 0 0 0 0,3 1 0 0 0,0 0-358 0 0,-1-1 1 0 0,1 0-1 0 0,0-1 0 0 0,0 1 1 0 0,7-1-1 0 0,0 0-7391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4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42 5983 0 0,'0'-1'169'0'0,"0"-1"-1"0"0,0 0 0 0 0,1 0 0 0 0,-1 0 0 0 0,1 1 0 0 0,-1-1 0 0 0,1 0 1 0 0,-1 1-1 0 0,1-1 0 0 0,0 0 0 0 0,0 1 0 0 0,0-1 0 0 0,0 1 0 0 0,0-1 1 0 0,0 1-1 0 0,0 0 0 0 0,1-1 0 0 0,-1 1 0 0 0,0 0 0 0 0,1 0 0 0 0,-1 0 1 0 0,1 0-1 0 0,-1 0 0 0 0,1 0 0 0 0,0 0 0 0 0,-1 1 0 0 0,1-1 0 0 0,0 1 1 0 0,0-1-1 0 0,-1 1 0 0 0,4-1 0 0 0,-1 0 282 0 0,0 1 0 0 0,0-1 0 0 0,0 1 1 0 0,0 0-1 0 0,0 1 0 0 0,0-1 0 0 0,0 0 0 0 0,0 1 1 0 0,-1 0-1 0 0,1 0 0 0 0,0 0 0 0 0,0 1 0 0 0,-1-1 0 0 0,5 3 1 0 0,-3-1-199 0 0,0 1 1 0 0,0 0 0 0 0,0 0 0 0 0,-1 1 0 0 0,0-1 0 0 0,1 1 0 0 0,-2 0 0 0 0,1 0 0 0 0,0 0 0 0 0,-1 0 0 0 0,0 1 0 0 0,-1-1 0 0 0,4 10 0 0 0,-4-9-216 0 0,0 1 0 0 0,-1 0 1 0 0,0 0-1 0 0,0-1 0 0 0,0 1 1 0 0,-1 0-1 0 0,0 0 0 0 0,0 0 1 0 0,-1 0-1 0 0,0 0 0 0 0,0-1 1 0 0,-1 1-1 0 0,0 0 0 0 0,0-1 1 0 0,0 1-1 0 0,-1-1 0 0 0,0 0 1 0 0,-7 11-1 0 0,4-8-26 0 0,-1 1 1 0 0,0-2-1 0 0,-1 1 0 0 0,0-1 0 0 0,-14 11 0 0 0,18-16-11 0 0,0 0 0 0 0,-1 0 0 0 0,1 0-1 0 0,0-1 1 0 0,-1 0 0 0 0,0 0 0 0 0,0 0 0 0 0,1 0-1 0 0,-1-1 1 0 0,0 0 0 0 0,0 0 0 0 0,0 0 0 0 0,0 0-1 0 0,-9-1 1 0 0,13 0 0 0 0,0 0 0 0 0,0 0 0 0 0,0 0 0 0 0,0 0 0 0 0,0 0 0 0 0,0 0 0 0 0,0-1 0 0 0,0 1 0 0 0,0 0 0 0 0,0-1 0 0 0,0 1 0 0 0,0-1 0 0 0,0 1 0 0 0,0-1 0 0 0,0 1 0 0 0,1-1 0 0 0,-1 0 0 0 0,0 1 0 0 0,0-1 0 0 0,1 0 0 0 0,-1 0 0 0 0,0 1 0 0 0,1-1 0 0 0,-1 0 0 0 0,1 0 0 0 0,-1 0 0 0 0,1 0 0 0 0,-1 0 0 0 0,1 0 0 0 0,0 0 0 0 0,0 0 0 0 0,-1 0 0 0 0,1 0 0 0 0,0 0 0 0 0,0 0 0 0 0,0 0 0 0 0,0 0 0 0 0,0 0 0 0 0,0 0 0 0 0,0 0 0 0 0,1-1 0 0 0,-1-1 0 0 0,1 1 0 0 0,0-1 0 0 0,0 0 0 0 0,0 1 0 0 0,0-1 0 0 0,0 1 0 0 0,0 0 0 0 0,1-1 0 0 0,-1 1 0 0 0,1 0 0 0 0,0 0 0 0 0,-1 0 0 0 0,1 0 0 0 0,3-3 0 0 0,-2 3 0 0 0,0 0 1 0 0,1 0-1 0 0,-1 0 0 0 0,0 1 0 0 0,0-1 0 0 0,1 1 1 0 0,-1 0-1 0 0,1 0 0 0 0,-1 0 0 0 0,1 0 0 0 0,-1 0 1 0 0,1 1-1 0 0,0 0 0 0 0,-1 0 0 0 0,1 0 0 0 0,0 0 1 0 0,-1 0-1 0 0,1 1 0 0 0,0 0 0 0 0,-1-1 0 0 0,1 1 0 0 0,4 2 1 0 0,4 3 22 0 0,0 1 1 0 0,0 0-1 0 0,-1 1 1 0 0,19 15-1 0 0,-19-14 66 0 0,1 0-1 0 0,21 12 0 0 0,-31-20-31 0 0,1 0 1 0 0,0 0-1 0 0,0 0 0 0 0,0 0 1 0 0,0 0-1 0 0,-1-1 1 0 0,1 0-1 0 0,0 1 0 0 0,0-1 1 0 0,0 0-1 0 0,6-1 0 0 0,-7 0-214 0 0,0 1-1 0 0,0-1 1 0 0,0 1-1 0 0,0-1 0 0 0,0 0 1 0 0,0 0-1 0 0,0 0 0 0 0,0 0 1 0 0,2-2-1 0 0,7-10-5097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4.5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 3679 0 0,'0'0'68'0'0,"0"0"0"0"0,0-1-1 0 0,0 1 1 0 0,0-1-1 0 0,0 1 1 0 0,0 0 0 0 0,0-1-1 0 0,0 1 1 0 0,0 0-1 0 0,0-1 1 0 0,1 1-1 0 0,-1 0 1 0 0,0-1 0 0 0,0 1-1 0 0,0 0 1 0 0,0-1-1 0 0,1 1 1 0 0,-1 0 0 0 0,0 0-1 0 0,0-1 1 0 0,1 1-1 0 0,-1 0 1 0 0,0 0-1 0 0,0-1 1 0 0,1 1 0 0 0,-1 0-1 0 0,0 0 1 0 0,1 0-1 0 0,0-1 1 0 0,12 2 2426 0 0,-10 0-1750 0 0,0 0 1 0 0,1 0-1 0 0,-1 1 0 0 0,0-1 0 0 0,4 3 0 0 0,2 4 91 0 0,-1 0 1 0 0,1 0-1 0 0,-2 0 1 0 0,1 1-1 0 0,-1 0 1 0 0,-1 0-1 0 0,0 1 1 0 0,0 0-1 0 0,4 10 1 0 0,-4-6-561 0 0,0 1 1 0 0,-1-1-1 0 0,-1 1 1 0 0,-1 0 0 0 0,0 0-1 0 0,1 19 1 0 0,-4-20-208 0 0,0 1 1 0 0,-1-1-1 0 0,-1 0 1 0 0,0 0-1 0 0,-1 0 1 0 0,0 0-1 0 0,-1 0 1 0 0,-1-1-1 0 0,0 0 1 0 0,-8 15-1 0 0,-4 2 104 0 0,0-1 0 0 0,-2-1 0 0 0,-25 29 0 0 0,37-49-982 0 0,-5 7-5094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5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71 6911 0 0,'0'-1'464'0'0,"1"0"0"0"0,-1 1 0 0 0,0-1 0 0 0,4-4 3710 0 0,-3 5-3710 0 0,-1-1 0 0 0,1 1 0 0 0,-1 0 0 0 0,1-1 0 0 0,0 1-1 0 0,-1 0 1 0 0,1-1 0 0 0,1 1 0 0 0,16-6 1978 0 0,-15 5-2626 0 0,125-42 3822 0 0,-126 42-3993 0 0,24-7 1383 0 0,-13 8-2172 0 0,-13 0 891 0 0,1 0 0 0 0,-1 0 0 0 0,0 0 0 0 0,1 0 0 0 0,-1 0 0 0 0,1 1 0 0 0,-1-1 0 0 0,0 0 0 0 0,1 0 0 0 0,-1 0 0 0 0,0 1 0 0 0,1-1 0 0 0,-1 0 0 0 0,0 0 0 0 0,1 1 0 0 0,-1-1 0 0 0,0 0 0 0 0,0 0 0 0 0,1 1 0 0 0,-1-1 0 0 0,0 0 0 0 0,0 1 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5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5063 0 0,'0'1'126'0'0,"0"-1"-1"0"0,1 1 1 0 0,-1-1-1 0 0,1 0 1 0 0,-1 1-1 0 0,1-1 1 0 0,-1 1-1 0 0,1-1 1 0 0,-1 0-1 0 0,1 1 1 0 0,-1-1-1 0 0,1 0 1 0 0,-1 1-1 0 0,1-1 1 0 0,0 0-1 0 0,-1 0 1 0 0,1 0 0 0 0,0 0-1 0 0,-1 1 1 0 0,2-1-1 0 0,17 3 2848 0 0,-17-3-2575 0 0,6 1 850 0 0,0-1 1 0 0,0-1-1 0 0,0 1 1 0 0,1-1-1 0 0,-1-1 1 0 0,13-3-1 0 0,-13 3-1088 0 0,0 0-1 0 0,0 0 0 0 0,0 1 0 0 0,0 0 0 0 0,0 0 0 0 0,16 2 0 0 0,-14 2-7611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6.6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104 185 1839 0 0,'-3'1'234'0'0,"-43"11"2533"0"0,43-11-2445 0 0,1 0-1 0 0,-1-1 1 0 0,0 0-1 0 0,0 0 1 0 0,0 0 0 0 0,0 0-1 0 0,0 0 1 0 0,0 0-1 0 0,0-1 1 0 0,0 1-1 0 0,0-1 1 0 0,0 0-1 0 0,-2-1 1 0 0,4 1-127 0 0,0 0 0 0 0,0 0 0 0 0,0 0 0 0 0,0 0 0 0 0,0 1 0 0 0,0-1 0 0 0,1 0 0 0 0,-1-1 0 0 0,1 1 0 0 0,-1 0 0 0 0,0 0 0 0 0,1 0 0 0 0,0 0 0 0 0,-1 0 0 0 0,1 0 0 0 0,0-1 0 0 0,-1 1 0 0 0,1 0 0 0 0,0 0-1 0 0,0-1 1 0 0,0 1 0 0 0,0 0 0 0 0,0 0 0 0 0,0-1 0 0 0,1 1 0 0 0,-1 0 0 0 0,0 0 0 0 0,1 0 0 0 0,-1 0 0 0 0,2-3 0 0 0,0-2 337 0 0,1 0 0 0 0,-1 0-1 0 0,2 0 1 0 0,4-8 0 0 0,-4 8-296 0 0,1 0-1 0 0,0 0 1 0 0,0 1 0 0 0,0 0 0 0 0,1-1 0 0 0,0 2 0 0 0,0-1 0 0 0,0 1 0 0 0,0 0 0 0 0,1 0 0 0 0,0 1 0 0 0,0-1 0 0 0,12-3 0 0 0,-15 6-198 0 0,0 0 0 0 0,0 0 0 0 0,1 1 0 0 0,-1 0 0 0 0,0-1 0 0 0,0 1 0 0 0,0 1 0 0 0,0-1 0 0 0,0 1 0 0 0,0-1 0 0 0,0 1 0 0 0,0 0 0 0 0,0 0 1 0 0,0 1-1 0 0,0-1 0 0 0,0 1 0 0 0,-1 0 0 0 0,1 0 0 0 0,-1 0 0 0 0,1 1 0 0 0,-1-1 0 0 0,0 1 0 0 0,0 0 0 0 0,0 0 0 0 0,0 0 0 0 0,3 5 0 0 0,0 1-33 0 0,-1-1 1 0 0,0 1-1 0 0,-1 1 0 0 0,0-1 1 0 0,0 1-1 0 0,-1 0 0 0 0,0-1 1 0 0,-1 1-1 0 0,0 1 0 0 0,0-1 1 0 0,-1 0-1 0 0,0 0 0 0 0,-1 0 1 0 0,-2 15-1 0 0,-1 2 5 0 0,-1-1-1 0 0,-1 0 1 0 0,-1 0 0 0 0,-14 35-1 0 0,6-26-3 0 0,9-24 1 0 0,0-1 0 0 0,1 1 0 0 0,1 0-1 0 0,0 0 1 0 0,0 0 0 0 0,-2 23-1 0 0,5-33-5 0 0,0-1-1 0 0,0 0 1 0 0,0 0-1 0 0,0 0 1 0 0,0 0-1 0 0,0 0 1 0 0,0 0-1 0 0,0 0 1 0 0,0 1-1 0 0,0-1 1 0 0,0 0-1 0 0,0 0 0 0 0,0 0 1 0 0,0 0-1 0 0,0 0 1 0 0,0 0-1 0 0,0 0 1 0 0,0 1-1 0 0,0-1 1 0 0,0 0-1 0 0,0 0 1 0 0,0 0-1 0 0,0 0 1 0 0,0 0-1 0 0,0 0 0 0 0,0 0 1 0 0,0 0-1 0 0,0 1 1 0 0,1-1-1 0 0,-1 0 1 0 0,0 0-1 0 0,0 0 1 0 0,0 0-1 0 0,0 0 1 0 0,0 0-1 0 0,0 0 0 0 0,0 0 1 0 0,0 0-1 0 0,1 0 1 0 0,-1 0-1 0 0,0 0 1 0 0,0 0-1 0 0,0 0 1 0 0,0 0-1 0 0,6-4 25 0 0,3-8 4 0 0,13-22-7 0 0,-3-1-1 0 0,21-48 1 0 0,21-80 81 0 0,-28 69-79 0 0,-21 64 21 0 0,1 1 1 0 0,18-29-1 0 0,-31 57-44 0 0,1 1 1 0 0,-1-1-1 0 0,0 1 0 0 0,0-1 1 0 0,1 1-1 0 0,-1-1 0 0 0,0 1 0 0 0,1-1 1 0 0,-1 1-1 0 0,1-1 0 0 0,-1 1 1 0 0,0 0-1 0 0,1-1 0 0 0,-1 1 0 0 0,1-1 1 0 0,-1 1-1 0 0,1 0 0 0 0,-1 0 0 0 0,1-1 1 0 0,-1 1-1 0 0,1 0 0 0 0,0 0 1 0 0,-1 0-1 0 0,2-1 0 0 0,-2 2 0 0 0,1-1 1 0 0,-1 1-1 0 0,0-1 0 0 0,1 1 0 0 0,-1-1 1 0 0,0 1-1 0 0,0-1 0 0 0,0 1 0 0 0,1-1 0 0 0,-1 1 1 0 0,0-1-1 0 0,0 1 0 0 0,0 0 0 0 0,0-1 1 0 0,0 1-1 0 0,0-1 0 0 0,0 1 0 0 0,0 0 1 0 0,0-1-1 0 0,0 1 0 0 0,0-1 0 0 0,0 1 0 0 0,-1-1 1 0 0,1 1-1 0 0,0 0 0 0 0,-33 105-1 0 0,23-76 0 0 0,0 0 0 0 0,2 1 0 0 0,-5 39 0 0 0,11-55 6 0 0,-5 84 186 0 0,7-88-163 0 0,0 1 0 0 0,1-1 0 0 0,1 1 0 0 0,0-1 0 0 0,0 1 0 0 0,6 14 0 0 0,-7-23-15 0 0,0-1-1 0 0,0 1 1 0 0,1-1-1 0 0,-1 0 0 0 0,0 1 1 0 0,1-1-1 0 0,0 0 0 0 0,0 0 1 0 0,-1 0-1 0 0,1 0 1 0 0,0 0-1 0 0,1 0 0 0 0,-1-1 1 0 0,0 1-1 0 0,0-1 0 0 0,1 1 1 0 0,-1-1-1 0 0,1 0 0 0 0,-1 0 1 0 0,1 0-1 0 0,0 0 1 0 0,-1 0-1 0 0,1-1 0 0 0,0 1 1 0 0,-1-1-1 0 0,1 0 0 0 0,0 0 1 0 0,0 0-1 0 0,-1 0 0 0 0,1 0 1 0 0,0-1-1 0 0,0 1 1 0 0,4-2-1 0 0,0 0-32 0 0,-1 0 0 0 0,0 0 0 0 0,0-1 0 0 0,0 0 0 0 0,0 0 0 0 0,0 0 0 0 0,0-1 0 0 0,-1 0 0 0 0,0 0 0 0 0,0 0 0 0 0,0-1 0 0 0,0 1 0 0 0,6-9-1 0 0,-7 5-1677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6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3 130 8751 0 0,'0'0'27'0'0,"0"0"-1"0"0,0 0 0 0 0,0 0 0 0 0,0 0 0 0 0,0 0 1 0 0,0 0-1 0 0,0 0 0 0 0,0 0 0 0 0,-1 0 0 0 0,1 0 1 0 0,0 0-1 0 0,0 0 0 0 0,0 0 0 0 0,0 0 0 0 0,0 0 1 0 0,0 0-1 0 0,0 0 0 0 0,0 0 0 0 0,0 0 0 0 0,0 0 1 0 0,-1 0-1 0 0,1 0 0 0 0,0 0 0 0 0,0 0 0 0 0,0 0 1 0 0,0-1-1 0 0,0 1 0 0 0,0 0 0 0 0,0 0 0 0 0,0 0 1 0 0,0 0-1 0 0,0 0 0 0 0,0 0 0 0 0,0 0 0 0 0,0 0 1 0 0,0 0-1 0 0,0 0 0 0 0,0 0 0 0 0,0-1 0 0 0,0 1 1 0 0,0 0-1 0 0,0 0 0 0 0,0 0 0 0 0,0 0 0 0 0,0 0 0 0 0,0 0 1 0 0,0 0-1 0 0,0 0 0 0 0,0 0 0 0 0,0 0 0 0 0,0-1 1 0 0,0 1-1 0 0,0 0 0 0 0,0 0 0 0 0,0 0 0 0 0,0 0 1 0 0,0 0-1 0 0,0 0 0 0 0,0 0 0 0 0,0 0 0 0 0,1 0 1 0 0,7-5 1912 0 0,21-3 1265 0 0,-21 6-2753 0 0,158-52 4745 0 0,-110 34-6423 0 0,-2-2-3589 0 0,-18 7-1676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7.1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 10 8287 0 0,'0'-1'29'0'0,"0"1"-1"0"0,0 0 0 0 0,0-1 0 0 0,0 1 0 0 0,0-1 1 0 0,0 1-1 0 0,0 0 0 0 0,0-1 0 0 0,-1 1 0 0 0,1-1 1 0 0,0 1-1 0 0,0 0 0 0 0,-1-1 0 0 0,1 1 0 0 0,0 0 1 0 0,0-1-1 0 0,-1 1 0 0 0,1 0 0 0 0,0 0 1 0 0,-1-1-1 0 0,1 1 0 0 0,0 0 0 0 0,-1 0 0 0 0,1 0 1 0 0,-1-1-1 0 0,1 1 0 0 0,0 0 0 0 0,-1 0 0 0 0,1 0 1 0 0,-1 0-1 0 0,-6 11 1739 0 0,5-5-971 0 0,-24 55 3588 0 0,-23 81 1 0 0,43-123-4056 0 0,2 0 1 0 0,0 1-1 0 0,1-1 0 0 0,1 1 1 0 0,1 0-1 0 0,1 0 0 0 0,1 0 1 0 0,5 37-1 0 0,-5-52-410 0 0,1 0-1 0 0,-1 0 1 0 0,1 0 0 0 0,0 0 0 0 0,0 0-1 0 0,0-1 1 0 0,1 1 0 0 0,0 0 0 0 0,0-1-1 0 0,0 0 1 0 0,0 0 0 0 0,1 0 0 0 0,-1 0-1 0 0,1 0 1 0 0,0-1 0 0 0,8 6-1 0 0,0-2-7811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7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1 286 10135 0 0,'-1'-12'674'0'0,"1"0"-1"0"0,1 0 0 0 0,0 0 1 0 0,0 0-1 0 0,1 0 0 0 0,6-19 1 0 0,28-68 4292 0 0,-34 94-4950 0 0,2-5 465 0 0,13-28 644 0 0,-15 35-1041 0 0,-1 0 1 0 0,1 1-1 0 0,-1-1 1 0 0,1 0-1 0 0,0 1 0 0 0,0 0 1 0 0,0-1-1 0 0,0 1 1 0 0,1 0-1 0 0,2-2 1 0 0,-5 4-74 0 0,1-1 1 0 0,-1 1 0 0 0,1 0-1 0 0,-1 0 1 0 0,0 0 0 0 0,1 0-1 0 0,-1-1 1 0 0,1 1 0 0 0,-1 0-1 0 0,1 0 1 0 0,-1 0-1 0 0,1 0 1 0 0,-1 0 0 0 0,0 0-1 0 0,1 0 1 0 0,-1 0 0 0 0,1 0-1 0 0,-1 0 1 0 0,1 1 0 0 0,-1-1-1 0 0,1 0 1 0 0,-1 0-1 0 0,0 0 1 0 0,1 0 0 0 0,-1 1-1 0 0,1-1 1 0 0,0 1 0 0 0,7 11 122 0 0,-7-7-118 0 0,1 0 1 0 0,-1 0-1 0 0,0-1 0 0 0,0 7 0 0 0,-1 7-7 0 0,-2 0 0 0 0,0 0-1 0 0,0 0 1 0 0,-2 0 0 0 0,-8 24 0 0 0,6-20-1 0 0,0 1-1 0 0,-4 36 1 0 0,12-42 40 0 0,-2-17-104 0 0,0 1 0 0 0,1-1 0 0 0,-1 0 0 0 0,0 1-1 0 0,0-1 1 0 0,0 0 0 0 0,1 1 0 0 0,-1-1-1 0 0,0 0 1 0 0,1 0 0 0 0,-1 1 0 0 0,0-1-1 0 0,1 0 1 0 0,-1 0 0 0 0,0 0 0 0 0,1 0-1 0 0,-1 1 1 0 0,0-1 0 0 0,1 0 0 0 0,-1 0-1 0 0,1 0 1 0 0,-1 0 0 0 0,0 0 0 0 0,1 0-1 0 0,-1 0 1 0 0,0 0 0 0 0,1 0 0 0 0,-1 0 0 0 0,1 0-1 0 0,-1 0 1 0 0,0 0 0 0 0,1 0 0 0 0,-1 0-1 0 0,0-1 1 0 0,1 1 0 0 0,-1 0 0 0 0,1 0-1 0 0,-1 0 1 0 0,1-1 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7.5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8751 0 0,'2'0'192'0'0,"-1"-1"0"0"0,0 1 0 0 0,1 0 0 0 0,-1-1 0 0 0,0 1 0 0 0,1 0 0 0 0,-1 0 0 0 0,0 0 0 0 0,1 0 0 0 0,-1 0 0 0 0,0 0 0 0 0,1 0 0 0 0,-1 0 0 0 0,0 1 0 0 0,1-1-1 0 0,-1 1 1 0 0,0-1 0 0 0,0 1 0 0 0,1-1 0 0 0,-1 1 0 0 0,0-1 0 0 0,2 3 0 0 0,29 17 2780 0 0,-24-13-2388 0 0,1 1 0 0 0,-1 0-1 0 0,-1 0 1 0 0,1 0 0 0 0,-2 1 0 0 0,1 0 0 0 0,-1 1 0 0 0,5 10 0 0 0,-4-6-292 0 0,-2-1 0 0 0,1 1 0 0 0,-2 0 0 0 0,0 1 0 0 0,3 24 1 0 0,-5-19-251 0 0,-1 0 1 0 0,0 1 0 0 0,-2-1-1 0 0,0 1 1 0 0,-2-1 0 0 0,0 0-1 0 0,-1 0 1 0 0,-1 0 0 0 0,-9 22-1 0 0,-15 25-1604 0 0,22-55-6305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7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58 2303 0 0,'0'-40'1162'0'0,"0"22"7336"0"0,0 68-1361 0 0,-1 2-3493 0 0,-11 205-2420 0 0,9-214-1196 0 0,2-25-31 0 0,-4 30 1 0 0,5-47-113 0 0,-1 0 1 0 0,1-1-1 0 0,0 1 0 0 0,0 0 0 0 0,-1 0 0 0 0,1 0 0 0 0,0 0 1 0 0,-1 0-1 0 0,1 0 0 0 0,-1 0 0 0 0,1 0 0 0 0,-1-1 1 0 0,0 2-1 0 0,0-2-74 0 0,1 0 0 0 0,-1 1-1 0 0,1-1 1 0 0,-1 0 0 0 0,1 0 0 0 0,0 0 0 0 0,-1 0 0 0 0,1 0-1 0 0,-1 1 1 0 0,1-1 0 0 0,-1 0 0 0 0,1 0 0 0 0,-1 0 0 0 0,1 0-1 0 0,-1 0 1 0 0,1-1 0 0 0,-1 1 0 0 0,1 0 0 0 0,-1 0 0 0 0,1 0-1 0 0,0 0 1 0 0,-1 0 0 0 0,1-1 0 0 0,-1 1 0 0 0,1 0 0 0 0,-1-1 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8.0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0 103 6447 0 0,'0'0'129'0'0,"0"-1"0"0"0,0 1-1 0 0,0 0 1 0 0,0 0 0 0 0,0-1 0 0 0,0 1-1 0 0,0 0 1 0 0,0-1 0 0 0,0 1-1 0 0,0 0 1 0 0,0-1 0 0 0,0 1-1 0 0,1 0 1 0 0,-1 0 0 0 0,0-1-1 0 0,0 1 1 0 0,0 0 0 0 0,0-1-1 0 0,1 1 1 0 0,-1 0 0 0 0,0 0-1 0 0,0 0 1 0 0,0-1 0 0 0,1 1 0 0 0,-1 0-1 0 0,0 0 1 0 0,0 0 0 0 0,1-1-1 0 0,-1 1 1 0 0,0 0 0 0 0,0 0-1 0 0,1 0 1 0 0,-1 0 0 0 0,0 0-1 0 0,1 0 1 0 0,-1 0 0 0 0,0 0-1 0 0,1 0 1 0 0,-1 0 0 0 0,0 0 0 0 0,0 0-1 0 0,1 0 1 0 0,-1 0 0 0 0,0 0-1 0 0,1 0 1 0 0,18-1 4133 0 0,-17 1-3618 0 0,12-1 670 0 0,0-1 0 0 0,-1 0 1 0 0,20-5-1 0 0,3-1-493 0 0,85-25-109 0 0,-93 23-1135 0 0,1 2 0 0 0,1 0 0 0 0,-1 2 0 0 0,33-2 1 0 0,-43 8-7456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8.6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390 104 2759 0 0,'5'-8'741'0'0,"0"0"0"0"0,-1 0 0 0 0,5-12 0 0 0,2-7 1814 0 0,-8 21-1834 0 0,-1 3 28 0 0,-1 0 0 0 0,1 0 1 0 0,0 0-1 0 0,0 0 1 0 0,0 0-1 0 0,5-5 1 0 0,-7 8-690 0 0,0 0 1 0 0,0 0 0 0 0,0 0-1 0 0,0 0 1 0 0,0 0 0 0 0,1 0-1 0 0,-1 0 1 0 0,0 0 0 0 0,0 0-1 0 0,0 0 1 0 0,0-1 0 0 0,1 1-1 0 0,-1 0 1 0 0,0 0 0 0 0,0 0-1 0 0,0 0 1 0 0,1 0 0 0 0,-1 0-1 0 0,0 1 1 0 0,0-1 0 0 0,0 0-1 0 0,0 0 1 0 0,1 0 0 0 0,-1 0-1 0 0,0 0 1 0 0,0 0 0 0 0,0 0-1 0 0,0 0 1 0 0,1 0 0 0 0,-1 0-1 0 0,0 0 1 0 0,0 1 0 0 0,0-1-1 0 0,0 0 1 0 0,0 0-1 0 0,0 0 1 0 0,1 0 0 0 0,-1 0-1 0 0,0 1 1 0 0,0-1 0 0 0,0 0-1 0 0,0 0 1 0 0,0 0 0 0 0,0 0-1 0 0,0 1 1 0 0,0-1 0 0 0,0 0-1 0 0,0 0 1 0 0,0 0 0 0 0,0 1-1 0 0,2 8 1208 0 0,-2 6-831 0 0,0 0 0 0 0,-1 0 0 0 0,0 0 0 0 0,-2 0 0 0 0,0-1 0 0 0,0 1 0 0 0,-1-1 0 0 0,-7 15 0 0 0,0-2-320 0 0,-2-1-1 0 0,0-1 0 0 0,-20 28 0 0 0,15-29-50 0 0,-1-1 0 0 0,0-1-1 0 0,-2-1 1 0 0,0-1-1 0 0,-2-1 1 0 0,-35 24-1 0 0,49-38-47 0 0,1 0 1 0 0,-1 0-1 0 0,0-1 0 0 0,-1-1 0 0 0,1 0 0 0 0,-1 0 0 0 0,1 0 1 0 0,-1-1-1 0 0,0-1 0 0 0,-11 1 0 0 0,19-2-18 0 0,-1 0 0 0 0,1 0 0 0 0,-1-1 0 0 0,1 1 0 0 0,-1-1 0 0 0,1 0 0 0 0,0 0 0 0 0,-1 0 0 0 0,1 0 0 0 0,0 0 0 0 0,0 0 0 0 0,0 0 0 0 0,-1-1 0 0 0,1 1 0 0 0,1-1 0 0 0,-1 0 0 0 0,0 1 0 0 0,0-1 0 0 0,1 0 0 0 0,-1 0 0 0 0,1 0 0 0 0,-1 0 0 0 0,1 0 0 0 0,0-1 0 0 0,0 1 0 0 0,0 0 0 0 0,-1-3 0 0 0,0 0 0 0 0,0 1 0 0 0,1-1 0 0 0,-1 0 0 0 0,1 0 0 0 0,0 0 0 0 0,1 0 0 0 0,-1 0 0 0 0,1 0 0 0 0,0 0 0 0 0,0-1 0 0 0,1 1 0 0 0,1-7 0 0 0,-1 7 0 0 0,1 0 0 0 0,0 1 0 0 0,0-1 0 0 0,0 1 0 0 0,0 0 0 0 0,1 0 0 0 0,0 0 0 0 0,-1 0 0 0 0,2 0 0 0 0,-1 0 0 0 0,0 1 0 0 0,1 0 0 0 0,6-6 0 0 0,-4 6 0 0 0,0-1 0 0 0,0 1 0 0 0,0 0 0 0 0,1 0 0 0 0,-1 1 0 0 0,1 0 0 0 0,0 0 0 0 0,12-2 0 0 0,-5 3 0 0 0,0 0 0 0 0,0 1 0 0 0,0 1 0 0 0,0 0 0 0 0,0 1 0 0 0,0 0 0 0 0,0 1 0 0 0,26 9 0 0 0,-22-5 10 0 0,-1 0 0 0 0,-1 0-1 0 0,1 2 1 0 0,-1 0 0 0 0,-1 1 0 0 0,0 0 0 0 0,0 1-1 0 0,26 26 1 0 0,-36-32-406 0 0,-1 0 1 0 0,1-1-1 0 0,7 6 0 0 0,-1-5-7517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9.2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188 568 4607 0 0,'2'-4'80'0'0,"0"1"0"0"0,0-1 0 0 0,1 1 0 0 0,-1-1-1 0 0,1 1 1 0 0,0 0 0 0 0,0 0 0 0 0,1 0 0 0 0,5-3 0 0 0,7-8 592 0 0,-13 11-529 0 0,8-8 1231 0 0,1 0 0 0 0,-2-1 1 0 0,0 0-1 0 0,0-1 0 0 0,14-24 0 0 0,-24 36-1255 0 0,1 0 0 0 0,-1 0 0 0 0,1 0 0 0 0,-1 0 0 0 0,0 0 0 0 0,1 0 0 0 0,-1 0 0 0 0,0 0 0 0 0,0-1 0 0 0,1 1 0 0 0,-1 0 0 0 0,0 0 0 0 0,0 0 0 0 0,0 0 0 0 0,-1 0 0 0 0,1 0 0 0 0,0-1 0 0 0,0 1 0 0 0,-1 0 0 0 0,1 0 0 0 0,0 0 0 0 0,-1 0 0 0 0,1 0 0 0 0,-1 0 0 0 0,1 0 0 0 0,-1 0 0 0 0,0 0 0 0 0,1 0 0 0 0,-1 0 0 0 0,0 1 0 0 0,0-1 0 0 0,-1-1 0 0 0,0 1 32 0 0,-1-1 0 0 0,1 1 0 0 0,-1 0 1 0 0,1 0-1 0 0,-1 0 0 0 0,1 0 0 0 0,-1 1 0 0 0,0-1 1 0 0,1 1-1 0 0,-1-1 0 0 0,-5 1 0 0 0,-8 0 300 0 0,0 0 0 0 0,-21 5-1 0 0,30-4-354 0 0,1 1 0 0 0,-1 0 0 0 0,1 0 0 0 0,0 0 0 0 0,0 1 0 0 0,0 0 0 0 0,0 0 0 0 0,-8 7 0 0 0,0 1 63 0 0,-1 0 0 0 0,1 2 0 0 0,1 0 0 0 0,0 0 0 0 0,-13 20 0 0 0,20-25-144 0 0,0 1 0 0 0,1 0 0 0 0,1 0 0 0 0,-1 0 0 0 0,1 0 0 0 0,1 1 0 0 0,0 0 0 0 0,0-1 0 0 0,1 1 0 0 0,0 0-1 0 0,0 13 1 0 0,1-18 15 0 0,1 0 0 0 0,0-1-1 0 0,1 1 1 0 0,-1 0-1 0 0,1 0 1 0 0,0 0 0 0 0,0 0-1 0 0,0 0 1 0 0,1-1 0 0 0,-1 1-1 0 0,5 6 1 0 0,-4-8-9 0 0,0 0 0 0 0,0-1 0 0 0,0 1 0 0 0,0-1 0 0 0,1 0 0 0 0,-1 0 0 0 0,1 0 0 0 0,-1 0 0 0 0,1 0 0 0 0,0 0 0 0 0,0-1 0 0 0,0 1 0 0 0,0-1 0 0 0,0 0 0 0 0,0 0 0 0 0,0 0 0 0 0,0 0 0 0 0,5 0 0 0 0,-1 0-6 0 0,1-1-1 0 0,-1 0 1 0 0,0 0 0 0 0,0-1-1 0 0,1 0 1 0 0,-1 0-1 0 0,0-1 1 0 0,0 0 0 0 0,0 0-1 0 0,0 0 1 0 0,-1-1-1 0 0,1 0 1 0 0,7-5 0 0 0,3-2 22 0 0,-1-1 1 0 0,-1 0-1 0 0,26-24 1 0 0,-31 24-37 0 0,-1 0 0 0 0,0 0 1 0 0,-1 0-1 0 0,0-1 0 0 0,-1 0 1 0 0,-1-1-1 0 0,1 0 0 0 0,-2 0 1 0 0,0 0-1 0 0,4-17 0 0 0,2-19-2 0 0,8-76 0 0 0,-14 92 2 0 0,7-125-1 0 0,-4 50 0 0 0,-9 98 0 0 0,-2 15 0 0 0,-3 16 0 0 0,-28 345 0 0 0,34-345 0 0 0,0 0 0 0 0,6 41 0 0 0,-5-52 0 0 0,1 0 0 0 0,1 0 0 0 0,0-1 0 0 0,0 1 0 0 0,1-1 0 0 0,0 1 0 0 0,1-1 0 0 0,6 10 0 0 0,-9-17-33 0 0,0 0-1 0 0,-1 1 1 0 0,1-1 0 0 0,0 0-1 0 0,0 0 1 0 0,1-1 0 0 0,-1 1-1 0 0,0 0 1 0 0,0-1 0 0 0,6 3-1 0 0,2 0-359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9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33 10591 0 0,'-1'-7'291'0'0,"1"5"-195"0"0,0-1 0 0 0,0 1-1 0 0,0-1 1 0 0,-1 1 0 0 0,1-1-1 0 0,-1 1 1 0 0,1 0 0 0 0,-3-5-1 0 0,3 8 4 0 0,-1-1 0 0 0,0 1 0 0 0,0-1 0 0 0,1 1 0 0 0,-1-1 0 0 0,1 1 0 0 0,-1-1 0 0 0,0 1 0 0 0,1 0 0 0 0,-1-1 0 0 0,1 1 0 0 0,0 0 0 0 0,-1-1 0 0 0,1 1 0 0 0,-1 0 0 0 0,1 0 0 0 0,0 0 1 0 0,-1 1 239 0 0,-10 16 1026 0 0,2-1 0 0 0,0 2-1 0 0,1-1 1 0 0,-8 30 0 0 0,10-26-948 0 0,1 1-1 0 0,1 0 1 0 0,0 0-1 0 0,2 0 1 0 0,1 0-1 0 0,4 38 0 0 0,-3-56-315 0 0,1 1-1 0 0,0 0 0 0 0,0 0 0 0 0,1-1 0 0 0,0 1 0 0 0,0-1 0 0 0,0 0 0 0 0,4 7 0 0 0,-4-9-234 0 0,0 0-1 0 0,0 0 1 0 0,0-1 0 0 0,0 0 0 0 0,1 1 0 0 0,3 2-1 0 0,-3-3-651 0 0,0 0 0 0 0,0 0 0 0 0,-1-1 0 0 0,1 1 0 0 0,1-1 0 0 0,-1 0 0 0 0,4 1 0 0 0,8 2-6636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9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0 282 3679 0 0,'13'-47'1779'0'0,"44"-134"9713"0"0,-55 175-11153 0 0,0 0 239 0 0,1-1-1 0 0,0 1 1 0 0,0 0 0 0 0,0 0-1 0 0,5-6 1 0 0,-8 12-534 0 0,0-1-1 0 0,0 1 0 0 0,0 0 1 0 0,1 0-1 0 0,-1-1 0 0 0,0 1 1 0 0,0 0-1 0 0,0 0 0 0 0,1 0 1 0 0,-1-1-1 0 0,0 1 1 0 0,0 0-1 0 0,0 0 0 0 0,1 0 1 0 0,-1 0-1 0 0,0-1 0 0 0,1 1 1 0 0,-1 0-1 0 0,0 0 0 0 0,0 0 1 0 0,1 0-1 0 0,-1 0 1 0 0,0 0-1 0 0,0 0 0 0 0,1 0 1 0 0,-1 0-1 0 0,0 0 0 0 0,1 0 1 0 0,-1 0-1 0 0,0 0 0 0 0,1 0 1 0 0,4 8 526 0 0,-1 13-260 0 0,-4 4-200 0 0,-1 0 0 0 0,0 0 1 0 0,-7 29-1 0 0,-2 24-87 0 0,10-74-1 0 0,-1-1-1 0 0,1 0 0 0 0,1 0 1 0 0,-1 1-1 0 0,0-1 1 0 0,2 5-1 0 0,-2-7-34 0 0,0-1 1 0 0,0 1-1 0 0,1-1 0 0 0,-1 1 0 0 0,0-1 0 0 0,0 1 0 0 0,1-1 0 0 0,-1 0 1 0 0,0 1-1 0 0,1-1 0 0 0,-1 1 0 0 0,0-1 0 0 0,1 0 0 0 0,-1 1 0 0 0,1-1 1 0 0,-1 0-1 0 0,0 0 0 0 0,1 1 0 0 0,0-1 0 0 0,0 0-83 0 0,0 0 1 0 0,0 0-1 0 0,-1 0 1 0 0,1 0-1 0 0,0 0 1 0 0,0 0-1 0 0,0 0 0 0 0,-1 0 1 0 0,1 0-1 0 0,0-1 1 0 0,0 1-1 0 0,-1 0 1 0 0,1-1-1 0 0,0 1 0 0 0,0 0 1 0 0,0-2-1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49.8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 7567 0 0,'1'-2'46'0'0,"0"1"0"0"0,0 0 0 0 0,1 0-1 0 0,-1 0 1 0 0,0 0 0 0 0,0 0 0 0 0,1 0-1 0 0,-1 1 1 0 0,1-1 0 0 0,-1 0 0 0 0,1 1-1 0 0,-1-1 1 0 0,1 1 0 0 0,1-1 0 0 0,0 1 202 0 0,0 0 0 0 0,0 0 0 0 0,0 1 0 0 0,0-1 0 0 0,0 1 0 0 0,0 0 0 0 0,3 1 0 0 0,5 2 127 0 0,0 0 0 0 0,0 1 0 0 0,-1 1 0 0 0,1 0 0 0 0,-1 0 0 0 0,-1 1-1 0 0,1 0 1 0 0,-1 1 0 0 0,0 0 0 0 0,-1 0 0 0 0,0 1 0 0 0,0 0 0 0 0,-1 1 0 0 0,0 0 0 0 0,0 0 0 0 0,-1 0 0 0 0,-1 0 0 0 0,0 1-1 0 0,0 0 1 0 0,-1 0 0 0 0,-1 1 0 0 0,0-1 0 0 0,0 1 0 0 0,-1 0 0 0 0,0 0 0 0 0,-1-1 0 0 0,-1 1 0 0 0,0 0 0 0 0,0 0 0 0 0,-1 0 0 0 0,-1 0-1 0 0,0 0 1 0 0,0-1 0 0 0,-1 1 0 0 0,-7 16 0 0 0,2-13-1043 0 0,-1-1 0 0 0,0 1 0 0 0,0-2 0 0 0,-1 0 0 0 0,-1 0-1 0 0,-1 0 1 0 0,-12 10 0 0 0,14-13-515 0 0,-3 4-6209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0.8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38 455 0 0,'-19'0'16408'0'0,"24"0"-15148"0"0,20-4 344 0 0,28-9 0 0 0,-28 6-1041 0 0,44-6-1 0 0,-68 13-615 0 0,1 0 0 0 0,-1 0-1 0 0,0 0 1 0 0,1 0-1 0 0,-1 0 1 0 0,0 0-1 0 0,1 0 1 0 0,-1 0-1 0 0,0 1 1 0 0,0-1-1 0 0,1 0 1 0 0,-1 1-1 0 0,0-1 1 0 0,0 1-1 0 0,1-1 1 0 0,-1 1-1 0 0,0 0 1 0 0,1 1 0 0 0,-1 1-853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0.9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0 4607 0 0,'-1'1'145'0'0,"0"0"0"0"0,1 0 0 0 0,-1 0 0 0 0,0 0 0 0 0,1 0 0 0 0,-1 0 0 0 0,0 0 0 0 0,1 0 0 0 0,-1 0 0 0 0,1 0 0 0 0,0 1 0 0 0,-1-1 0 0 0,1 0 0 0 0,0 2 0 0 0,0-2 158 0 0,0 0-1 0 0,0 0 1 0 0,0 0 0 0 0,0 0-1 0 0,0 0 1 0 0,0 0 0 0 0,1 0-1 0 0,-1 0 1 0 0,0 0 0 0 0,1 0 0 0 0,-1 0-1 0 0,1 0 1 0 0,-1 0 0 0 0,1 0-1 0 0,-1-1 1 0 0,1 1 0 0 0,0 0-1 0 0,-1 0 1 0 0,1 0 0 0 0,0-1 0 0 0,0 1-1 0 0,0 0 1 0 0,-1-1 0 0 0,1 1-1 0 0,0-1 1 0 0,0 1 0 0 0,0-1-1 0 0,0 0 1 0 0,0 1 0 0 0,0-1 0 0 0,0 0-1 0 0,0 1 1 0 0,0-1 0 0 0,0 0-1 0 0,0 0 1 0 0,0 0 0 0 0,0 0-1 0 0,0 0 1 0 0,0 0 0 0 0,2-1 0 0 0,8-1 675 0 0,1 0-1 0 0,-1-1 1 0 0,17-7 0 0 0,-18 6-1268 0 0,0 1 0 0 0,0-1 0 0 0,0 2 0 0 0,16-3 0 0 0,-13 5-7437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3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55 6447 0 0,'-3'-5'577'0'0,"0"0"-1"0"0,0 1 0 0 0,0-1 1 0 0,0 1-1 0 0,-1-1 1 0 0,0 1-1 0 0,0 0 0 0 0,-6-4 1 0 0,9 7-389 0 0,0 0 0 0 0,-1 0 0 0 0,1 0 0 0 0,0 0 0 0 0,-1 0 0 0 0,0 0 0 0 0,1 1 0 0 0,-1-1 1 0 0,1 1-1 0 0,-1-1 0 0 0,0 1 0 0 0,1-1 0 0 0,-1 1 0 0 0,0 0 0 0 0,1 0 0 0 0,-1 0 0 0 0,0 0 1 0 0,1 0-1 0 0,-1 0 0 0 0,0 1 0 0 0,1-1 0 0 0,-1 0 0 0 0,0 1 0 0 0,1-1 0 0 0,-1 1 0 0 0,1 0 0 0 0,-1-1 1 0 0,1 1-1 0 0,-1 0 0 0 0,-2 2 0 0 0,-4 5 200 0 0,0 0 1 0 0,0 0-1 0 0,1 1 0 0 0,0 0 0 0 0,0 1 1 0 0,-6 11-1 0 0,0 5 121 0 0,-13 34 0 0 0,15-30-262 0 0,2 0 0 0 0,1 1 1 0 0,2 0-1 0 0,1 0 0 0 0,-2 47 1 0 0,7-13 123 0 0,11 107 0 0 0,-10-163-338 0 0,1 1 0 0 0,0-1 0 0 0,0 0-1 0 0,1 1 1 0 0,0-1 0 0 0,4 8-1 0 0,-5-12-169 0 0,1-1 0 0 0,-1 0 0 0 0,1 0-1 0 0,0-1 1 0 0,0 1 0 0 0,0 0 0 0 0,0-1 0 0 0,1 0-1 0 0,-1 0 1 0 0,1 0 0 0 0,0 0 0 0 0,0 0 0 0 0,8 3 0 0 0,5 2-7649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3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1 324 6911 0 0,'0'-19'1163'0'0,"1"0"0"0"0,1 0-1 0 0,1 1 1 0 0,1-1 0 0 0,1 1-1 0 0,10-30 1 0 0,-2 19 622 0 0,2 0-1 0 0,0 1 1 0 0,23-31-1 0 0,-31 48-1357 0 0,-3 4 225 0 0,-6 19-464 0 0,-4 9-159 0 0,-18 37 0 0 0,-3 12 49 0 0,17-37-57 0 0,-13 49 124 0 0,20-69-126 0 0,1 0 1 0 0,0 0 0 0 0,1 1-1 0 0,1 17 1 0 0,0-28-132 0 0,0-1 0 0 0,1 1 0 0 0,-1-1 0 0 0,1 0-1 0 0,-1 1 1 0 0,1-1 0 0 0,0 0 0 0 0,0 0 0 0 0,0 1 0 0 0,0-1 0 0 0,0 0-1 0 0,1 0 1 0 0,-1 0 0 0 0,1 0 0 0 0,-1-1 0 0 0,1 1 0 0 0,-1 0 0 0 0,4 2 0 0 0,5 3-7694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3.8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0 11519 0 0,'1'4'358'0'0,"0"0"-1"0"0,0 1 1 0 0,-1-1-1 0 0,0 0 1 0 0,1 0-1 0 0,-1 1 1 0 0,-1-1 0 0 0,1 0-1 0 0,-2 8 1 0 0,-1 4 756 0 0,-6 59 1482 0 0,-37 141 0 0 0,43-202-2592 0 0,2-12-255 0 0,0 1 1 0 0,0-1 0 0 0,1 1 0 0 0,0 0 0 0 0,-1-1 0 0 0,1 1 0 0 0,0 0-1 0 0,0-1 1 0 0,1 5 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4.2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0 153 6447 0 0,'5'-9'506'0'0,"-1"-1"0"0"0,2 2-1 0 0,-1-1 1 0 0,1 0-1 0 0,1 1 1 0 0,0 0 0 0 0,0 1-1 0 0,0 0 1 0 0,16-13-1 0 0,-23 20-504 0 0,13-9 1157 0 0,0 0 0 0 0,0 1 0 0 0,0 0 0 0 0,22-9 0 0 0,-31 16-846 0 0,0 0-1 0 0,0 0 0 0 0,0 0 1 0 0,1 0-1 0 0,-1 0 0 0 0,0 1 1 0 0,0 0-1 0 0,0 0 0 0 0,8 1 1 0 0,-9-1-194 0 0,-1 1 0 0 0,1 0 1 0 0,0 0-1 0 0,0 0 0 0 0,-1 0 0 0 0,1 1 1 0 0,-1-1-1 0 0,1 1 0 0 0,-1-1 1 0 0,0 1-1 0 0,1 0 0 0 0,-1 0 1 0 0,0 0-1 0 0,0 0 0 0 0,3 5 0 0 0,-3-4-57 0 0,1 1-1 0 0,-1 0 0 0 0,0 0 0 0 0,0 0 1 0 0,0 1-1 0 0,0-1 0 0 0,-1 0 0 0 0,0 1 0 0 0,0-1 1 0 0,0 1-1 0 0,0-1 0 0 0,0 7 0 0 0,-2-3-35 0 0,1-1-1 0 0,-1 0 1 0 0,0 1-1 0 0,-1-1 1 0 0,1 0-1 0 0,-1 0 1 0 0,-4 8-1 0 0,-3 4-7 0 0,-1 0 0 0 0,-1 0 0 0 0,-1-1 0 0 0,-17 22 0 0 0,15-24 39 0 0,0 0-1 0 0,-1 0 0 0 0,-1-1 0 0 0,0-1 0 0 0,-34 22 0 0 0,48-35-46 0 0,0 1-1 0 0,0-2 1 0 0,0 1 0 0 0,0 0-1 0 0,0 0 1 0 0,0-1 0 0 0,0 1-1 0 0,0-1 1 0 0,0 1 0 0 0,0-1-1 0 0,-2 0 1 0 0,3 0-7 0 0,1 0 1 0 0,0 0-1 0 0,-1 0 0 0 0,1 0 1 0 0,-1 0-1 0 0,1 0 0 0 0,0 0 1 0 0,-1-1-1 0 0,1 1 0 0 0,0 0 1 0 0,-1 0-1 0 0,1 0 0 0 0,-1 0 1 0 0,1-1-1 0 0,0 1 0 0 0,-1 0 1 0 0,1-1-1 0 0,0 1 0 0 0,0 0 1 0 0,-1 0-1 0 0,1-1 0 0 0,0 1 1 0 0,-1-1-1 0 0,1 0-1 0 0,0 1 1 0 0,0-1-1 0 0,0 0 1 0 0,0 0-1 0 0,0 0 1 0 0,0 0 0 0 0,0 1-1 0 0,0-1 1 0 0,0 0-1 0 0,0 0 1 0 0,0 0-1 0 0,0 0 1 0 0,1 1-1 0 0,-1-1 1 0 0,1-2-1 0 0,1-2-1 0 0,1 0 0 0 0,0-1 0 0 0,0 1 0 0 0,1 0 0 0 0,-1 0 0 0 0,1 1 0 0 0,0-1 0 0 0,0 1 0 0 0,0 0 0 0 0,1 0 0 0 0,0 0 0 0 0,-1 0 0 0 0,1 1 0 0 0,1 0 0 0 0,-1 0 0 0 0,0 0 0 0 0,1 1 0 0 0,-1 0 0 0 0,1 0 0 0 0,0 0 0 0 0,0 1 0 0 0,0 0 0 0 0,0 0 0 0 0,0 0 0 0 0,0 1 0 0 0,0 0 0 0 0,0 0 0 0 0,0 0 0 0 0,0 1 0 0 0,0 0 0 0 0,10 3 0 0 0,-7-1 11 0 0,-1 1 0 0 0,0 1 0 0 0,1 0 0 0 0,-2 0 0 0 0,1 0 0 0 0,0 1-1 0 0,12 13 1 0 0,-8-8 10 0 0,20 15-1 0 0,-28-24-31 0 0,-1 0 0 0 0,1 0 0 0 0,0 0 1 0 0,0 0-1 0 0,0-1 0 0 0,0 0 0 0 0,0 1 0 0 0,1-2 0 0 0,-1 1 0 0 0,0 0 0 0 0,1-1 0 0 0,-1 0 0 0 0,0 0 0 0 0,1 0 1 0 0,-1 0-1 0 0,5-2 0 0 0,-3 1-50 0 0,1-1 0 0 0,-1 0 0 0 0,0 0 0 0 0,0-1 0 0 0,0 0 0 0 0,0 0 0 0 0,0 0 0 0 0,0-1 0 0 0,8-7 0 0 0,-4 2-840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4.4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5983 0 0,'1'-2'68'0'0,"0"-1"19"0"0,-1 1 1 0 0,1 0-1 0 0,0-1 0 0 0,0 1 1 0 0,0 0-1 0 0,0 0 1 0 0,2-4-1 0 0,-2 5 77 0 0,0 1-1 0 0,0-1 0 0 0,-1 0 0 0 0,1 1 1 0 0,0-1-1 0 0,0 1 0 0 0,0-1 0 0 0,0 1 0 0 0,0 0 1 0 0,0-1-1 0 0,0 1 0 0 0,0 0 0 0 0,0 0 1 0 0,0-1-1 0 0,0 1 0 0 0,0 0 0 0 0,0 0 1 0 0,0 0-1 0 0,0 0 0 0 0,0 0 0 0 0,0 1 0 0 0,2-1 1 0 0,3 1 618 0 0,0 1 1 0 0,0 0 0 0 0,0 0-1 0 0,0 0 1 0 0,0 1-1 0 0,0-1 1 0 0,0 1 0 0 0,7 6-1 0 0,-4-3-73 0 0,-1 1 1 0 0,0 0-1 0 0,0 1 0 0 0,10 13 0 0 0,-8-7-392 0 0,0 0 0 0 0,-1 0 0 0 0,-1 1 1 0 0,0 0-1 0 0,-1 1 0 0 0,6 20 0 0 0,-7-14-213 0 0,0 1-1 0 0,-1 0 1 0 0,-2 0 0 0 0,0 1 0 0 0,-2-1 0 0 0,0 0 0 0 0,-2 1-1 0 0,0-1 1 0 0,-2 1 0 0 0,0-1 0 0 0,-2 0 0 0 0,0 0-1 0 0,-2-1 1 0 0,-12 29 0 0 0,-58 110 354 0 0,19-44-2897 0 0,52-104-5788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4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99 7831 0 0,'0'-17'578'0'0,"-1"8"590"0"0,1-1-1 0 0,0 1 1 0 0,1-1 0 0 0,0 1 0 0 0,0 0-1 0 0,5-16 1 0 0,-4 40 3975 0 0,-3 13-4450 0 0,-33 134 974 0 0,20-102-1176 0 0,-11 93 0 0 0,25-151-486 0 0,-3 56 91 0 0,3-52-99 0 0,0 1 0 0 0,1-1-1 0 0,0 1 1 0 0,0 0-1 0 0,0-1 1 0 0,4 10 0 0 0,0-9-359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5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1 109 7831 0 0,'0'-1'168'0'0,"0"1"0"0"0,0-1-1 0 0,0 0 1 0 0,0 0 0 0 0,0 1-1 0 0,0-1 1 0 0,1 0 0 0 0,-1 0-1 0 0,0 1 1 0 0,0-1 0 0 0,1 0-1 0 0,-1 1 1 0 0,0-1 0 0 0,1 0-1 0 0,-1 1 1 0 0,0-1 0 0 0,1 1-1 0 0,-1-1 1 0 0,1 0 0 0 0,0 1-1 0 0,-1-1 1 0 0,1 1 0 0 0,-1 0-1 0 0,1-1 1 0 0,0 1 0 0 0,-1-1-1 0 0,1 1 1 0 0,0 0 0 0 0,-1-1-1 0 0,1 1 1 0 0,0 0 0 0 0,-1 0-1 0 0,1 0 1 0 0,0 0 0 0 0,0-1-1 0 0,-1 1 1 0 0,1 0 0 0 0,0 0-1 0 0,0 0 1 0 0,0 1 0 0 0,10-3 1035 0 0,100-30 5443 0 0,-52 15-5959 0 0,97-17 1 0 0,-124 30-1724 0 0,-2 2-4481 0 0,-3 2-1949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6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210 111 4143 0 0,'0'-15'177'0'0,"-1"-29"1410"0"0,1 40-1240 0 0,-1 0 1 0 0,1 0-1 0 0,-1 1 0 0 0,0-1 0 0 0,-1 0 1 0 0,1 1-1 0 0,0-1 0 0 0,-4-6 1 0 0,4 10-237 0 0,1-1 0 0 0,-1 0-1 0 0,1 0 1 0 0,-1 1 0 0 0,1-1 0 0 0,-1 0 0 0 0,1 1 0 0 0,-1-1 0 0 0,0 1 0 0 0,1-1 0 0 0,-1 1 0 0 0,0-1 0 0 0,1 1 0 0 0,-1-1-1 0 0,0 1 1 0 0,0-1 0 0 0,0 1 0 0 0,1 0 0 0 0,-1 0 0 0 0,0-1 0 0 0,0 1 0 0 0,0 0 0 0 0,0 0 0 0 0,0 0 0 0 0,1 0 0 0 0,-2 0 0 0 0,0 1 52 0 0,0-1 1 0 0,1 1 0 0 0,-1-1-1 0 0,1 1 1 0 0,0 0 0 0 0,-1 0-1 0 0,1 0 1 0 0,0 0 0 0 0,-1 0-1 0 0,1 0 1 0 0,0 0 0 0 0,-2 3-1 0 0,-3 3 472 0 0,1 1-1 0 0,0 0 0 0 0,-6 14 1 0 0,4-5 124 0 0,1-1 1 0 0,0 1 0 0 0,-6 34-1 0 0,-2 56 568 0 0,10-73-1123 0 0,-64 565 2165 0 0,57-461-1821 0 0,10 189 0 0 0,3-217-180 0 0,-1-113-1114 0 0,6-9-5621 0 0,-2 2-1360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7.1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1 115 5983 0 0,'1'-2'144'0'0,"0"0"0"0"0,0 1 0 0 0,0-1 0 0 0,0 1 1 0 0,0-1-1 0 0,0 1 0 0 0,0 0 0 0 0,1-1 0 0 0,-1 1 0 0 0,0 0 0 0 0,1 0 0 0 0,-1 0 0 0 0,4-2 0 0 0,23-4 3815 0 0,-16 4-2839 0 0,123-31 7197 0 0,-77 19-7006 0 0,-44 11-1087 0 0,0 0-42 0 0,-1 1 0 0 0,1 0-1 0 0,0 1 1 0 0,26-1-1 0 0,-33 3-113 0 0,1-1-1 0 0,-1 1 1 0 0,11-3 0 0 0,17-2 85 0 0,-24 1-894 0 0,-11 3 713 0 0,0 1 0 0 0,0 0 0 0 0,0 0 1 0 0,0 0-1 0 0,1 0 0 0 0,-1 0 0 0 0,0-1 0 0 0,0 1 0 0 0,0 0 0 0 0,0 0 1 0 0,0 0-1 0 0,1 0 0 0 0,-1 0 0 0 0,0 0 0 0 0,0 0 0 0 0,0 0 0 0 0,0 0 1 0 0,1-1-1 0 0,-1 1 0 0 0,0 0 0 0 0,0 0 0 0 0,0 0 0 0 0,0 0 0 0 0,1 0 1 0 0,-1 0-1 0 0,0 0 0 0 0,0 0 0 0 0,0 0 0 0 0,1 0 0 0 0,-1 0 0 0 0,0 0 1 0 0,0 1-1 0 0,0-1 0 0 0,0 0 0 0 0,1 0 0 0 0,-1 5-612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7.5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1 162 2303 0 0,'3'-10'671'0'0,"0"0"-1"0"0,8-19 0 0 0,-7 23 426 0 0,-1 0 1 0 0,1-1-1 0 0,0 1 1 0 0,1 0-1 0 0,-1 1 1 0 0,1-1-1 0 0,0 1 0 0 0,8-6 1 0 0,-11 9-719 0 0,0 1 0 0 0,0 0 1 0 0,1 0-1 0 0,-1 0 0 0 0,0 0 0 0 0,0 0 1 0 0,1 0-1 0 0,-1 1 0 0 0,0-1 0 0 0,1 1 1 0 0,3-1-1 0 0,30 3 1617 0 0,-7-1-1337 0 0,5-4-457 0 0,-1-3-1 0 0,64-18 1 0 0,-74 18-154 0 0,-14 2-25 0 0,2 0 23 0 0,-11 5-44 0 0,0-1 1 0 0,1 0 0 0 0,-1 0-1 0 0,0 1 1 0 0,0-1-1 0 0,0 0 1 0 0,0 0-1 0 0,1 0 1 0 0,-1 1 0 0 0,0-1-1 0 0,0 0 1 0 0,0 1-1 0 0,0-1 1 0 0,0 0-1 0 0,0 0 1 0 0,0 1 0 0 0,0-1-1 0 0,0 0 1 0 0,0 0-1 0 0,0 1 1 0 0,0-1-1 0 0,0 0 1 0 0,0 1 0 0 0,0-1-1 0 0,0 0 1 0 0,0 0-1 0 0,0 1 1 0 0,0-1-1 0 0,0 0 1 0 0,0 1 0 0 0,0-1-1 0 0,-1 0 1 0 0,1 0-1 0 0,0 1 1 0 0,0-1-1 0 0,0 0 1 0 0,0 0 0 0 0,-1 1-1 0 0,-4 18 129 0 0,0 1-1 0 0,1 0 0 0 0,1 0 1 0 0,1 1-1 0 0,1 23 0 0 0,-3 22 199 0 0,4-63-314 0 0,-7 63 475 0 0,-18 79 0 0 0,23-136-459 0 0,-1-1 0 0 0,0 1-1 0 0,0-1 1 0 0,0 0 0 0 0,-1 0-1 0 0,-8 12 1 0 0,11-19-107 0 0,1-1-1 0 0,-1 1 1 0 0,0 0 0 0 0,1-1-1 0 0,-1 1 1 0 0,0-1 0 0 0,1 1-1 0 0,-1-1 1 0 0,0 1 0 0 0,0-1-1 0 0,1 0 1 0 0,-1 1 0 0 0,0-1-1 0 0,-2 1 1 0 0,-1-4-1083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7.7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75 5983 0 0,'3'-2'504'0'0,"-1"0"0"0"0,1 0-1 0 0,-1 0 1 0 0,1 1-1 0 0,-1-1 1 0 0,1 1 0 0 0,0 0-1 0 0,0 0 1 0 0,0 0-1 0 0,0 0 1 0 0,0 0-1 0 0,3 0 1 0 0,3-1 817 0 0,12-4 2028 0 0,42-5 0 0 0,-11 3-1784 0 0,19-4-1583 0 0,97-6 0 0 0,-153 18-5315 0 0,-3 2-1853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7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97 10591 0 0,'-10'2'602'0'0,"2"0"613"0"0,8-1-1120 0 0,0-1 0 0 0,0 0 0 0 0,0 1 0 0 0,1-1 0 0 0,-1 0 0 0 0,0 0 0 0 0,0 1 0 0 0,0-1 0 0 0,1 0-1 0 0,-1 0 1 0 0,0 0 0 0 0,0 1 0 0 0,1-1 0 0 0,-1 0 0 0 0,0 0 0 0 0,0 0 0 0 0,1 0 0 0 0,-1 1 0 0 0,0-1-1 0 0,0 0 1 0 0,1 0 0 0 0,-1 0 0 0 0,0 0 0 0 0,1 0 0 0 0,-1 0 0 0 0,0 0 0 0 0,1 0 0 0 0,-1 0 0 0 0,7 2 617 0 0,0 0 0 0 0,0-1 0 0 0,0 0 0 0 0,1 0 0 0 0,-1-1 0 0 0,10 0 0 0 0,46-8 1365 0 0,-31 3-1664 0 0,111-14 553 0 0,208-55 0 0 0,-348 73-967 0 0,0 0-17 0 0,-1 0 1 0 0,1 0-1 0 0,0 0 1 0 0,-1 1-1 0 0,1-1 1 0 0,0 1-1 0 0,-1 0 1 0 0,1-1-1 0 0,0 1 1 0 0,-1 0-1 0 0,1 1 1 0 0,0-1-1 0 0,-1 0 1 0 0,1 1-1 0 0,3 1 1 0 0,-6-2-25 0 0,0 0 0 0 0,0 0 0 0 0,1 0 0 0 0,-1 0 0 0 0,0 0-1 0 0,0 0 1 0 0,0 0 0 0 0,0 0 0 0 0,0 0 0 0 0,1 0 0 0 0,-1 0 0 0 0,0 0 0 0 0,0 1 0 0 0,0-1 0 0 0,0 0 0 0 0,0 0 0 0 0,0 0 0 0 0,1 0 0 0 0,-1 0 0 0 0,0 1 0 0 0,0-1 0 0 0,0 0 0 0 0,0 0 0 0 0,0 0 0 0 0,0 0-1 0 0,0 0 1 0 0,0 1 0 0 0,0-1 0 0 0,0 0 0 0 0,0 0 0 0 0,0 0 0 0 0,0 0 0 0 0,0 1 0 0 0,0-1 0 0 0,0 0 0 0 0,0 0 0 0 0,0 0 0 0 0,0 0 0 0 0,0 1 0 0 0,0-1 0 0 0,0 0 0 0 0,0 0 0 0 0,0 0 0 0 0,0 0-1 0 0,0 1 1 0 0,0-1 0 0 0,-1 0 0 0 0,1 0 0 0 0,0 0 0 0 0,0 0 0 0 0,0 0 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8.5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17 455 0 0,'-9'-3'20527'0'0,"16"1"-20391"0"0,0-1 1 0 0,-1 1 0 0 0,1 0-1 0 0,0 1 1 0 0,0-1 0 0 0,0 2-1 0 0,1-1 1 0 0,13 1-1 0 0,-19 0-112 0 0,0 0 0 0 0,1 0-1 0 0,-1 1 1 0 0,0-1 0 0 0,0 1-1 0 0,1 0 1 0 0,-1-1 0 0 0,0 1-1 0 0,0 0 1 0 0,0 0 0 0 0,0 0-1 0 0,0 1 1 0 0,0-1-1 0 0,0 0 1 0 0,0 1 0 0 0,-1-1-1 0 0,1 1 1 0 0,0 0 0 0 0,-1-1-1 0 0,1 1 1 0 0,-1 0 0 0 0,0 0-1 0 0,0 0 1 0 0,1 0-1 0 0,-1 0 1 0 0,-1 0 0 0 0,1 0-1 0 0,0 1 1 0 0,0-1 0 0 0,-1 0-1 0 0,1 0 1 0 0,-1 1 0 0 0,0 3-1 0 0,0-2-17 0 0,0-1-1 0 0,-1 1 1 0 0,1 0-1 0 0,-1-1 1 0 0,0 1-1 0 0,0-1 1 0 0,0 0-1 0 0,-1 1 1 0 0,1-1-1 0 0,-1 0 1 0 0,0 0-1 0 0,0 1 1 0 0,0-1-1 0 0,-5 5 1 0 0,3-3 8 0 0,-1 0 0 0 0,0 0 0 0 0,0 0 0 0 0,-1-1 0 0 0,1 0 0 0 0,-12 7 0 0 0,23-14 47 0 0,1 1 0 0 0,-1 0 0 0 0,1 0 0 0 0,0 1-1 0 0,0 0 1 0 0,9 0 0 0 0,3 0-27 0 0,24 2 0 0 0,-37 0-30 0 0,-1 0-1 0 0,1-1 1 0 0,-1 2 0 0 0,1-1 0 0 0,-1 1 0 0 0,0-1-1 0 0,0 1 1 0 0,0 1 0 0 0,0-1 0 0 0,0 1 0 0 0,0 0-1 0 0,-1 0 1 0 0,1 0 0 0 0,4 5 0 0 0,-6-4-4 0 0,0-1 1 0 0,0 1-1 0 0,0 0 1 0 0,-1 0-1 0 0,1 0 1 0 0,-1 0-1 0 0,0 0 0 0 0,0 0 1 0 0,-1 1-1 0 0,1-1 1 0 0,-1 1-1 0 0,0-1 1 0 0,0 1-1 0 0,-1 0 1 0 0,1-1-1 0 0,-1 1 1 0 0,0 6-1 0 0,-1-5 34 0 0,0 0 1 0 0,0-1-1 0 0,0 1 0 0 0,-1 0 0 0 0,0-1 0 0 0,0 1 1 0 0,0-1-1 0 0,0 1 0 0 0,-1-1 0 0 0,0 0 0 0 0,0 0 1 0 0,-1 0-1 0 0,0 0 0 0 0,1-1 0 0 0,-1 0 1 0 0,-1 1-1 0 0,1-1 0 0 0,-7 4 0 0 0,5-4 14 0 0,0 0 1 0 0,0 0-1 0 0,-1 0 0 0 0,1-1 0 0 0,-1 0 0 0 0,0-1 1 0 0,0 0-1 0 0,0 0 0 0 0,0 0 0 0 0,0-1 1 0 0,0 1-1 0 0,0-2 0 0 0,0 1 0 0 0,-13-2 0 0 0,-10-2 89 0 0,2 1-65 0 0,1-1-1 0 0,-32-9 0 0 0,58 12-80 0 0,1 0-1 0 0,0 0 0 0 0,-1 0 1 0 0,1 0-1 0 0,0 0 1 0 0,-1 0-1 0 0,1 0 1 0 0,0-1-1 0 0,-1 1 1 0 0,1 0-1 0 0,0 0 0 0 0,-1 0 1 0 0,1 0-1 0 0,0 0 1 0 0,-1-1-1 0 0,1 1 1 0 0,0 0-1 0 0,-1 0 1 0 0,1-1-1 0 0,0 1 0 0 0,0 0 1 0 0,-1 0-1 0 0,1-1 1 0 0,0 1-1 0 0,0 0 1 0 0,0-1-1 0 0,0 1 1 0 0,-1 0-1 0 0,1-1 0 0 0,0 1 1 0 0,0 0-1 0 0,0-1 1 0 0,0 1-1 0 0,0 0 1 0 0,0-1-1 0 0,0 0-52 0 0,1 1 1 0 0,-1-1-1 0 0,0 0 0 0 0,1 1 1 0 0,-1-1-1 0 0,1 1 0 0 0,-1-1 1 0 0,1 1-1 0 0,0 0 0 0 0,-1-1 0 0 0,1 1 1 0 0,-1 0-1 0 0,1-1 0 0 0,0 1 1 0 0,-1 0-1 0 0,1 0 0 0 0,1-1 0 0 0,7-2-659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9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13 6911 0 0,'-1'-1'217'0'0,"1"0"-1"0"0,-1 1 0 0 0,1-1 0 0 0,-1 0 0 0 0,1 0 0 0 0,-1 0 0 0 0,0 1 1 0 0,1-1-1 0 0,-1 1 0 0 0,0-1 0 0 0,0 0 0 0 0,0 1 0 0 0,1-1 1 0 0,-1 1-1 0 0,0 0 0 0 0,0-1 0 0 0,0 1 0 0 0,0 0 0 0 0,0-1 0 0 0,0 1 1 0 0,0 0-1 0 0,0 0 0 0 0,0 0 0 0 0,0 0 0 0 0,0 0 0 0 0,0 0 0 0 0,0 0 1 0 0,0 0-1 0 0,0 0 0 0 0,1 0 0 0 0,-1 1 0 0 0,0-1 0 0 0,0 0 1 0 0,-1 1-1 0 0,-1 0 76 0 0,1 0 0 0 0,0 0 0 0 0,-1 1 0 0 0,1-1 0 0 0,0 0 0 0 0,0 1 0 0 0,0 0 0 0 0,0-1 0 0 0,0 1 0 0 0,1 0 0 0 0,-1 0 0 0 0,1 0 0 0 0,-2 2 0 0 0,-2 6 229 0 0,1-1 1 0 0,0 1 0 0 0,1 0 0 0 0,0 0 0 0 0,0 0-1 0 0,-1 21 1 0 0,1 0-55 0 0,3 34-1 0 0,25 266 252 0 0,-20-313-2567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1:59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81 6911 0 0,'8'-42'1202'0'0,"-7"39"-839"0"0,0 0 0 0 0,0 0-1 0 0,0 0 1 0 0,1 1 0 0 0,-1-1 0 0 0,1 0-1 0 0,0 0 1 0 0,0 1 0 0 0,0-1 0 0 0,4-3-1 0 0,-5 5-211 0 0,0 1-1 0 0,0-1 0 0 0,0 1 0 0 0,0-1 0 0 0,0 1 1 0 0,0 0-1 0 0,0-1 0 0 0,0 1 0 0 0,0 0 0 0 0,0 0 1 0 0,1 0-1 0 0,-1 0 0 0 0,0 0 0 0 0,0 0 0 0 0,0 0 1 0 0,0 0-1 0 0,0 0 0 0 0,1 0 0 0 0,-1 1 0 0 0,0-1 1 0 0,0 0-1 0 0,0 1 0 0 0,0-1 0 0 0,0 1 0 0 0,0-1 1 0 0,0 1-1 0 0,0 0 0 0 0,0-1 0 0 0,-1 1 1 0 0,3 1-1 0 0,2 3 351 0 0,1 0 1 0 0,-1 0 0 0 0,6 7 0 0 0,-11-11-467 0 0,20 24 487 0 0,-1 1 1 0 0,-2 1-1 0 0,0 1 1 0 0,-2 1-1 0 0,-1 0 1 0 0,17 51 0 0 0,-17-31-411 0 0,-1 1 1 0 0,-3 0 0 0 0,6 75 0 0 0,-13-70-6 0 0,-3 0 0 0 0,-3 0-1 0 0,-13 82 1 0 0,-48 160 632 0 0,39-192-473 0 0,-77 307 627 0 0,96-389-882 0 0,-21 66 232 0 0,23-78-170 0 0,-1 0 0 0 0,0 0 0 0 0,-1 0-1 0 0,0-1 1 0 0,-11 14 0 0 0,16-22-67 0 0,0-1 0 0 0,0 1 1 0 0,0-1-1 0 0,0 0 0 0 0,0 0 0 0 0,-1 0 0 0 0,1 0 1 0 0,0 0-1 0 0,-1 0 0 0 0,1 0 0 0 0,-1 0 0 0 0,1 0 0 0 0,-1-1 1 0 0,1 1-1 0 0,-1-1 0 0 0,0 1 0 0 0,1-1 0 0 0,-1 1 1 0 0,0-1-1 0 0,1 0 0 0 0,-1 0 0 0 0,0 0 0 0 0,-2 0 0 0 0,2-1-26 0 0,0 0-1 0 0,0 1 0 0 0,0-1 0 0 0,0 0 1 0 0,0 0-1 0 0,0-1 0 0 0,0 1 0 0 0,0 0 1 0 0,1-1-1 0 0,-1 1 0 0 0,0-1 0 0 0,1 1 1 0 0,0-1-1 0 0,-1 0 0 0 0,1 1 0 0 0,0-1 1 0 0,-2-4-1 0 0,-1-2-441 0 0,2 0-131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1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38 4607 0 0,'1'-1'545'0'0,"-1"0"0"0"0,1-1 0 0 0,0 1 0 0 0,0 0 0 0 0,-1 0 0 0 0,1 1 0 0 0,0-1 0 0 0,0 0 0 0 0,0 0 0 0 0,0 0 0 0 0,0 0 0 0 0,0 1 0 0 0,2-2 0 0 0,15-9 1737 0 0,-17 11-2622 0 0,6-5 638 0 0,7-2 1532 0 0,-14 7-1794 0 0,0 0 0 0 0,0 0 0 0 0,1 0 0 0 0,-1 0 0 0 0,0 0 0 0 0,0 0 1 0 0,1 0-1 0 0,-1 0 0 0 0,0 0 0 0 0,0 0 0 0 0,1 0 0 0 0,-1 0 0 0 0,0 0 0 0 0,0 1 0 0 0,0-1 0 0 0,1 0 0 0 0,-1 0 1 0 0,0 0-1 0 0,0 0 0 0 0,0 0 0 0 0,1 0 0 0 0,-1 1 0 0 0,0-1 0 0 0,0 0 0 0 0,0 0 0 0 0,0 0 0 0 0,1 1 0 0 0,-1-1 1 0 0,0 0-1 0 0,0 0 0 0 0,0 0 0 0 0,0 1 0 0 0,0-1 0 0 0,0 0 0 0 0,0 0 0 0 0,0 1 0 0 0,0-1 0 0 0,0 0 0 0 0,0 0 1 0 0,0 1-1 0 0,0-1 0 0 0,0 0 0 0 0,0 0 0 0 0,0 0 0 0 0,0 2 1164 0 0,1 2-1101 0 0,6 15-10 0 0,-3-13 79 0 0,-2-7 184 0 0,-2 0-332 0 0,0 1 0 0 0,0 0-1 0 0,0-1 1 0 0,0 1 0 0 0,0 0 0 0 0,0-1 0 0 0,0 1 0 0 0,0 0 0 0 0,0-1 0 0 0,0 1 0 0 0,-1 0 0 0 0,1-1-1 0 0,0 1 1 0 0,0 0 0 0 0,0-1 0 0 0,-1 1 0 0 0,1 0 0 0 0,0-1 0 0 0,0 1 0 0 0,-1 0 0 0 0,1 0 0 0 0,0-1-1 0 0,0 1 1 0 0,-1 0 0 0 0,1 0 0 0 0,0 0 0 0 0,-1 0 0 0 0,1-1 0 0 0,0 1 0 0 0,-1 0 0 0 0,1 0 0 0 0,0 0-1 0 0,-1 0 1 0 0,0 0 0 0 0,0-1 32 0 0,-1 1 0 0 0,0 0-1 0 0,1 0 1 0 0,-1-1 0 0 0,0 1 0 0 0,0 0 0 0 0,1 0-1 0 0,-1 1 1 0 0,0-1 0 0 0,1 0 0 0 0,-1 0-1 0 0,0 1 1 0 0,1-1 0 0 0,-3 2 0 0 0,1-1-28 0 0,1 0 0 0 0,0 0-1 0 0,-1-1 1 0 0,1 1 0 0 0,0-1 0 0 0,-1 1 0 0 0,1-1 0 0 0,-4 0 0 0 0,4 0 0 0 0,1 0 0 0 0,-1 1 0 0 0,1-1 1 0 0,-1 1-1 0 0,1-1 0 0 0,-1 1 0 0 0,1 0 0 0 0,-1-1 0 0 0,-1 2 0 0 0,-2 1 93 0 0,4-2-107 0 0,5 1-352 0 0,-2-3-60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4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94 197 2303 0 0,'6'-12'356'0'0,"0"0"-1"0"0,13-17 1 0 0,-1 0 507 0 0,-9 15-285 0 0,-3 4 178 0 0,0 1 0 0 0,-1-1 0 0 0,0 0 0 0 0,-1-1 0 0 0,0 1 0 0 0,5-19 0 0 0,-9 29-662 0 0,0 0 0 0 0,0-1 0 0 0,0 1 0 0 0,0-1 1 0 0,0 1-1 0 0,1 0 0 0 0,-1-1 0 0 0,0 1 0 0 0,0 0 0 0 0,0-1 0 0 0,0 1 0 0 0,0 0 0 0 0,0-1 0 0 0,-1 1 0 0 0,1-1 0 0 0,0 1 0 0 0,0 0 0 0 0,0-1 0 0 0,0 1 0 0 0,0 0 0 0 0,0-1 0 0 0,-1 1 0 0 0,1 0 0 0 0,0-1 0 0 0,0 1 0 0 0,0 0 0 0 0,-1 0 0 0 0,1-1 0 0 0,0 1 0 0 0,-1 0 0 0 0,1 0 0 0 0,0-1 0 0 0,0 1 0 0 0,-1 0 0 0 0,0 0 62 0 0,0 0-1 0 0,0 0 0 0 0,1 0 0 0 0,-1 1 1 0 0,0-1-1 0 0,0 0 0 0 0,0 1 0 0 0,1-1 1 0 0,-1 0-1 0 0,0 1 0 0 0,0-1 0 0 0,1 1 1 0 0,-2 0-1 0 0,-20 22 1680 0 0,2 5-1345 0 0,1 0 1 0 0,2 1-1 0 0,1 1 0 0 0,1 1 0 0 0,2 0 1 0 0,1 1-1 0 0,1 0 0 0 0,-12 62 0 0 0,21-79-375 0 0,0 0-1 0 0,1 1 1 0 0,0-1-1 0 0,1 0 1 0 0,1 1-1 0 0,0-1 1 0 0,1 0-1 0 0,6 20 1 0 0,-7-27-105 0 0,2-1 1 0 0,-1 0 0 0 0,1 0-1 0 0,0-1 1 0 0,0 1-1 0 0,0-1 1 0 0,1 1-1 0 0,0-1 1 0 0,1 0-1 0 0,-1-1 1 0 0,1 1-1 0 0,0-1 1 0 0,1 0-1 0 0,-1 0 1 0 0,1 0-1 0 0,0-1 1 0 0,0 0-1 0 0,0 0 1 0 0,10 4-1 0 0,-3-4-630 0 0,0-2-225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4.4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79 5527 0 0,'0'-6'283'0'0,"1"1"-1"0"0,0-1 0 0 0,0 1 1 0 0,1 0-1 0 0,-1-1 0 0 0,1 1 1 0 0,0 0-1 0 0,1 0 0 0 0,4-8 1 0 0,-6 12-34 0 0,0 0 0 0 0,0-1 0 0 0,0 1 0 0 0,1 0 0 0 0,-1 0 0 0 0,0-1 0 0 0,0 1 0 0 0,1 0 0 0 0,-1 0 0 0 0,1 0 0 0 0,-1 1 0 0 0,1-1 0 0 0,-1 0 0 0 0,1 1 0 0 0,0-1 0 0 0,-1 1 0 0 0,1-1 0 0 0,0 1 0 0 0,-1 0 0 0 0,1-1 0 0 0,0 1 0 0 0,-1 0 0 0 0,1 0 0 0 0,0 0 0 0 0,-1 1 0 0 0,1-1 0 0 0,0 0 0 0 0,0 1 0 0 0,-1-1 0 0 0,1 1 0 0 0,-1-1 0 0 0,1 1 0 0 0,0 0 0 0 0,2 1 0 0 0,-1 0-63 0 0,-1 0 0 0 0,1 0 0 0 0,-1 1-1 0 0,0-1 1 0 0,0 0 0 0 0,0 1 0 0 0,0-1 0 0 0,0 1 0 0 0,0 0 0 0 0,-1 0 0 0 0,1 0 0 0 0,-1 0-1 0 0,0 0 1 0 0,0 0 0 0 0,0 0 0 0 0,0 0 0 0 0,0 4 0 0 0,2 5 143 0 0,-2 0 0 0 0,1 26 0 0 0,-2-27-217 0 0,-1 0 0 0 0,0 0 0 0 0,0 0 0 0 0,-1-1 0 0 0,-1 1 0 0 0,0 0 0 0 0,0-1 0 0 0,-6 13 0 0 0,12-23-66 0 0,1 0 0 0 0,0-1 0 0 0,-1 1 0 0 0,1-1 0 0 0,-1 1 0 0 0,7-3 0 0 0,-1 1-48 0 0,-1 0 4 0 0,0 1-1 0 0,1 0 1 0 0,-1 1-1 0 0,0-1 1 0 0,1 2 0 0 0,-1-1-1 0 0,1 1 1 0 0,15 4-1 0 0,-21-4 7 0 0,-1-1 0 0 0,1 2 0 0 0,0-1-1 0 0,0 0 1 0 0,0 0 0 0 0,-1 1 0 0 0,1-1 0 0 0,-1 1-1 0 0,1 0 1 0 0,-1 0 0 0 0,0 0 0 0 0,0 0 0 0 0,0 0-1 0 0,0 1 1 0 0,0-1 0 0 0,0 1 0 0 0,-1-1-1 0 0,1 1 1 0 0,-1-1 0 0 0,0 1 0 0 0,1 0 0 0 0,-1 0-1 0 0,0 0 1 0 0,-1 0 0 0 0,1 0 0 0 0,-1-1 0 0 0,1 1-1 0 0,-1 4 1 0 0,0 0 20 0 0,0-1 0 0 0,-1 0 1 0 0,0 1-1 0 0,0-1 0 0 0,0 0 0 0 0,-1 0 0 0 0,0 0 0 0 0,0 0 1 0 0,-1 0-1 0 0,1 0 0 0 0,-6 7 0 0 0,1-2 82 0 0,-1-1 0 0 0,0 1 0 0 0,0-1 0 0 0,-16 14 0 0 0,19-20-49 0 0,-1 0-1 0 0,1 0 1 0 0,-1 0-1 0 0,0-1 1 0 0,0 1-1 0 0,0-1 1 0 0,-7 2-1 0 0,9-4-23 0 0,-1 1 0 0 0,1-1 0 0 0,-1 0 0 0 0,1-1 0 0 0,-1 1 0 0 0,1-1 0 0 0,-1 1 0 0 0,1-1 0 0 0,-1-1 0 0 0,1 1 0 0 0,-7-2 0 0 0,9 2-25 0 0,1-1 0 0 0,0 1-1 0 0,0-1 1 0 0,0 1 0 0 0,0-1-1 0 0,0 0 1 0 0,0 1 0 0 0,0-1-1 0 0,1 0 1 0 0,-1 0 0 0 0,0 0 0 0 0,0 1-1 0 0,0-1 1 0 0,1 0 0 0 0,-1 0-1 0 0,1 0 1 0 0,-1 0 0 0 0,0 0-1 0 0,1-1 1 0 0,0 1 0 0 0,-1 0 0 0 0,1 0-1 0 0,0 0 1 0 0,-1 0 0 0 0,1 0-1 0 0,0 0 1 0 0,0-1 0 0 0,0 1-1 0 0,0 0 1 0 0,0 0 0 0 0,0 0 0 0 0,1-1-1 0 0,-1 1 1 0 0,0 0 0 0 0,1 0-1 0 0,-1 0 1 0 0,1-2 0 0 0,0 2-92 0 0,-1-1 1 0 0,0 1-1 0 0,1 0 1 0 0,0 0-1 0 0,-1-1 1 0 0,1 1-1 0 0,0 0 1 0 0,0 0-1 0 0,-1 0 1 0 0,1 0-1 0 0,0-1 1 0 0,0 1-1 0 0,0 1 1 0 0,0-1-1 0 0,1 0 1 0 0,-1 0-1 0 0,0 0 1 0 0,0 0-1 0 0,0 1 1 0 0,1-1-1 0 0,-1 1 1 0 0,0-1-1 0 0,1 1 1 0 0,-1-1-1 0 0,0 1 1 0 0,1 0-1 0 0,-1 0 1 0 0,1 0-1 0 0,-1 0 1 0 0,1 0-1 0 0,-1 0 1 0 0,2 0-1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4.6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8287 0 0,'1'0'77'0'0,"-1"0"-1"0"0,0 0 1 0 0,1 0 0 0 0,-1 0-1 0 0,0 0 1 0 0,0 0-1 0 0,1 0 1 0 0,-1 0-1 0 0,0 0 1 0 0,1 0-1 0 0,-1 0 1 0 0,0 0 0 0 0,1 0-1 0 0,-1 0 1 0 0,0 0-1 0 0,1 0 1 0 0,-1 1-1 0 0,0-1 1 0 0,1 0-1 0 0,-1 0 1 0 0,0 0-1 0 0,0 0 1 0 0,1 1 0 0 0,-1-1-1 0 0,0 0 1 0 0,0 0-1 0 0,0 1 1 0 0,1-1-1 0 0,-1 1 1 0 0,9 13 2670 0 0,3 23 1234 0 0,-10-30-3834 0 0,2 3 310 0 0,-2 1 0 0 0,1 0 1 0 0,-2-1-1 0 0,1 1 0 0 0,-1 0 0 0 0,-1 0 0 0 0,0 0 0 0 0,-2 16 0 0 0,0-16-607 0 0,-1 1 0 0 0,0-1-1 0 0,0 0 1 0 0,-1 0 0 0 0,-1 0 0 0 0,0-1-1 0 0,-11 19 1 0 0,11-20-7150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5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93 6911 0 0,'2'-5'374'0'0,"-1"0"0"0"0,1-1 0 0 0,0 1 0 0 0,1 0 0 0 0,-1 0 0 0 0,1 0 0 0 0,0 0 0 0 0,0 1 0 0 0,1-1 0 0 0,-1 1 0 0 0,9-8 0 0 0,-8 9 8 0 0,-1 0-1 0 0,1 0 1 0 0,1 1-1 0 0,-1-1 1 0 0,0 1-1 0 0,0 0 1 0 0,1 0-1 0 0,0 1 1 0 0,-1-1-1 0 0,1 1 1 0 0,0 0-1 0 0,-1 0 1 0 0,1 0-1 0 0,0 1 1 0 0,7 0-1 0 0,-8 0-239 0 0,-1 1 0 0 0,0-1 0 0 0,0 1-1 0 0,1-1 1 0 0,-1 1 0 0 0,0 0 0 0 0,0 1-1 0 0,0-1 1 0 0,0 0 0 0 0,0 1 0 0 0,0 0-1 0 0,-1-1 1 0 0,1 1 0 0 0,0 0 0 0 0,-1 1-1 0 0,0-1 1 0 0,1 0 0 0 0,-1 1 0 0 0,0-1-1 0 0,0 1 1 0 0,0 0 0 0 0,-1-1 0 0 0,1 1-1 0 0,1 4 1 0 0,0 0-102 0 0,0 1-1 0 0,-1 0 1 0 0,0 0-1 0 0,0 0 1 0 0,0 1-1 0 0,-1-1 1 0 0,-1 0-1 0 0,1 0 1 0 0,-1 1-1 0 0,-1-1 1 0 0,0 0-1 0 0,0 1 1 0 0,0-1-1 0 0,-1 0 1 0 0,0 0-1 0 0,-5 11 1 0 0,-1-2-6 0 0,-1 0 1 0 0,0 0-1 0 0,-1-1 0 0 0,0-1 1 0 0,-2 0-1 0 0,-15 17 0 0 0,14-18 31 0 0,7-9-17 0 0,1 0 0 0 0,0 1 0 0 0,0-1 0 0 0,1 1 0 0 0,-1 0-1 0 0,1 1 1 0 0,-3 7 0 0 0,7-14-38 0 0,-1 0-1 0 0,1 1 1 0 0,0-1-1 0 0,0 0 1 0 0,0 1-1 0 0,0-1 1 0 0,0 0-1 0 0,0 1 1 0 0,0-1 0 0 0,0 0-1 0 0,0 1 1 0 0,0-1-1 0 0,0 0 1 0 0,0 1-1 0 0,0-1 1 0 0,0 0-1 0 0,1 0 1 0 0,-1 1-1 0 0,0-1 1 0 0,0 0-1 0 0,0 1 1 0 0,0-1-1 0 0,0 0 1 0 0,1 0 0 0 0,-1 1-1 0 0,0-1 1 0 0,0 0-1 0 0,1 0 1 0 0,-1 1-1 0 0,0-1 1 0 0,0 0-1 0 0,1 0 1 0 0,13 4 195 0 0,14-5 95 0 0,-27 1-296 0 0,50-7 475 0 0,-20 2-300 0 0,0 2 0 0 0,61 1 0 0 0,-74 6-84 0 0,-18-4-144 0 0,1 1 0 0 0,0-1 0 0 0,-1 0 0 0 0,1 0 0 0 0,-1 1 0 0 0,1-1 0 0 0,-1 0 0 0 0,1 1 0 0 0,0-1 0 0 0,-1 1 0 0 0,0-1 0 0 0,1 1 0 0 0,-1-1 0 0 0,1 1 0 0 0,-1-1 0 0 0,1 1-1 0 0,-1-1 1 0 0,0 1 0 0 0,0-1 0 0 0,1 1 0 0 0,-1 0 0 0 0,0-1 0 0 0,0 1 0 0 0,1 0 0 0 0,-1 0 0 0 0,0 2-1043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5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52 2759 0 0,'6'-11'243'0'0,"-5"8"-102"0"0,1 1-1 0 0,-1-1 1 0 0,1 1-1 0 0,-1-1 1 0 0,1 1-1 0 0,0-1 1 0 0,0 1-1 0 0,0 0 1 0 0,0 0-1 0 0,0 0 1 0 0,0 0-1 0 0,5-3 1 0 0,-5 4 168 0 0,1 0-1 0 0,-1 0 1 0 0,0 0 0 0 0,0 0 0 0 0,1 0 0 0 0,-1 1-1 0 0,0-1 1 0 0,1 1 0 0 0,-1-1 0 0 0,1 1 0 0 0,-1 0-1 0 0,1 0 1 0 0,-1 0 0 0 0,1 0 0 0 0,-1 1 0 0 0,0-1-1 0 0,1 1 1 0 0,-1-1 0 0 0,0 1 0 0 0,1 0 0 0 0,-1 0-1 0 0,0 0 1 0 0,0 0 0 0 0,0 0 0 0 0,1 1 0 0 0,-1-1-1 0 0,-1 1 1 0 0,1-1 0 0 0,0 1 0 0 0,0 0 0 0 0,-1 0-1 0 0,3 2 1 0 0,2 4 216 0 0,0 1-1 0 0,-1 0 1 0 0,0 1-1 0 0,0-1 1 0 0,-1 1-1 0 0,-1 0 1 0 0,5 15 0 0 0,9 76 1460 0 0,-13-64-1737 0 0,-2-1 0 0 0,-1 1 1 0 0,-2 0-1 0 0,-2 0 0 0 0,-13 66 1 0 0,5-59-12 0 0,-2 0 1 0 0,-1-1 0 0 0,-3 0-1 0 0,-29 53 1 0 0,8-27-4538 0 0,29-54 2026 0 0,-17 30-5160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7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50 5527 0 0,'-2'-5'1419'0'0,"8"5"853"0"0,5 1 1588 0 0,89-8 1764 0 0,-12 0-3344 0 0,-71 6-2118 0 0,1-1 0 0 0,-1 0-1 0 0,1-2 1 0 0,32-10 0 0 0,-45 12-324 0 0,1 0 0 0 0,0 1 0 0 0,0 0 0 0 0,-1 0 0 0 0,8-1 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07.2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9 6447 0 0,'-13'-5'1076'0'0,"21"10"2439"0"0,-6-4-3044 0 0,2-1 8 0 0,4 1 2854 0 0,119-8 2624 0 0,-116 5-5846 0 0,1 1 0 0 0,-1 0 1 0 0,0 1-1 0 0,1 1 0 0 0,-1 0 0 0 0,1 0 1 0 0,-1 1-1 0 0,12 3 0 0 0,-5-2-1672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0.5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233 262 4143 0 0,'40'-104'1920'0'0,"-22"60"952"0"0,17-62-1 0 0,-34 98-1056 0 0,-6 14-930 0 0,-6 13-200 0 0,-27 59 499 0 0,-45 136 0 0 0,20 29 1409 0 0,-47 350-1 0 0,102-525-2298 0 0,-1 119 0 0 0,11-150-191 0 0,1-1 0 0 0,1 0 0 0 0,2 0 0 0 0,21 69 0 0 0,-23-95-57 0 0,0 0 0 0 0,1 0 0 0 0,10 17 0 0 0,-12-23-25 0 0,-1 0 0 0 0,1 0 0 0 0,1-1 0 0 0,-1 1 0 0 0,0-1-1 0 0,1 0 1 0 0,0 0 0 0 0,-1 0 0 0 0,1 0 0 0 0,8 4-1 0 0,-11-7-14 0 0,0 0-1 0 0,-1 1 0 0 0,1-1 1 0 0,0 0-1 0 0,0 0 0 0 0,-1 0 1 0 0,1 0-1 0 0,0 0 0 0 0,0 0 1 0 0,-1 0-1 0 0,1 0 0 0 0,0 0 1 0 0,0 0-1 0 0,0 0 0 0 0,-1 0 1 0 0,1 0-1 0 0,0-1 0 0 0,-1 1 1 0 0,1 0-1 0 0,0-1 0 0 0,0 1 0 0 0,-1 0 1 0 0,1-1-1 0 0,-1 1 0 0 0,1-1 1 0 0,0 1-1 0 0,-1-1 0 0 0,1 1 1 0 0,-1-1-1 0 0,1 0 0 0 0,12-22-1328 0 0,-12 19 528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0.9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6911 0 0,'7'-3'11343'0'0,"50"-10"-10231"0"0,-24 5-144 0 0,1 1 1 0 0,-1 2-1 0 0,43-2 0 0 0,-69 7-897 0 0,-1 0-303 0 0,0 0 0 0 0,0 0 0 0 0,-1 1 0 0 0,1-1 1 0 0,0 1-1 0 0,8 3 0 0 0,-4 1-7528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1.6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168 260 3223 0 0,'5'-15'848'0'0,"-2"-1"0"0"0,3-25 0 0 0,-6 35 75 0 0,0 0-1 0 0,0-1 0 0 0,0 1 1 0 0,-1 0-1 0 0,0 0 1 0 0,0 0-1 0 0,0 0 0 0 0,-1 0 1 0 0,-6-11 2149 0 0,6 21-1987 0 0,1 8-18 0 0,2-3-797 0 0,0 1 0 0 0,0-1 1 0 0,1 0-1 0 0,0 0 1 0 0,1 1-1 0 0,0-1 0 0 0,6 11 1 0 0,4 6 260 0 0,17 27 1 0 0,-6-18-158 0 0,17 32 177 0 0,-38-60-486 0 0,1 0-1 0 0,-1 0 0 0 0,-1 1 1 0 0,1-1-1 0 0,-1 1 0 0 0,-1 0 1 0 0,2 11-1 0 0,-3-15-53 0 0,0-1 0 0 0,0 1 1 0 0,-1 0-1 0 0,1-1 0 0 0,-1 1 0 0 0,0-1 0 0 0,0 0 0 0 0,0 1 1 0 0,-1-1-1 0 0,1 0 0 0 0,-1 1 0 0 0,0-1 0 0 0,1 0 0 0 0,-2 0 0 0 0,1-1 1 0 0,0 1-1 0 0,0 0 0 0 0,-1-1 0 0 0,0 1 0 0 0,1-1 0 0 0,-1 0 1 0 0,0 0-1 0 0,0 0 0 0 0,0 0 0 0 0,-5 2 0 0 0,0 0 16 0 0,-1 0 1 0 0,1-1-1 0 0,-1 0 0 0 0,0-1 1 0 0,-1 0-1 0 0,1 0 0 0 0,0-1 1 0 0,-16 1-1 0 0,12-3-20 0 0,1-1-1 0 0,0-1 0 0 0,1 1 1 0 0,-1-2-1 0 0,0 0 1 0 0,1 0-1 0 0,0-1 0 0 0,0 0 1 0 0,-18-12-1 0 0,25 14-6 0 0,0 0 0 0 0,0 1 0 0 0,0-2 0 0 0,0 1 0 0 0,0 0 0 0 0,-4-6 0 0 0,8 8 0 0 0,-1 1 0 0 0,1-1 0 0 0,-1 0 0 0 0,1 0 0 0 0,0 0 0 0 0,-1 0 0 0 0,1 0 0 0 0,0 0 0 0 0,-1 0 0 0 0,1 0 0 0 0,0 0 0 0 0,0 0 0 0 0,0 0 0 0 0,0 0 0 0 0,0 0 0 0 0,0 1 0 0 0,0-1 0 0 0,0 0 0 0 0,1 0 0 0 0,-1 0 0 0 0,0 0 0 0 0,1 0 0 0 0,-1 0 0 0 0,0 0 0 0 0,1 0 0 0 0,-1 0 0 0 0,1 0 0 0 0,-1 1 0 0 0,1-1 0 0 0,0 0 0 0 0,-1 0 0 0 0,1 1 0 0 0,0-1 0 0 0,-1 0 0 0 0,1 1 0 0 0,0-1 0 0 0,2 0 0 0 0,8-7 0 0 0,1 1 0 0 0,0 0 0 0 0,25-10 0 0 0,-13 6 0 0 0,8-2 0 0 0,-2-3 0 0 0,0 0 0 0 0,0-2 0 0 0,44-36 0 0 0,-65 46 0 0 0,-1 0 0 0 0,0-1 0 0 0,0 0 0 0 0,-1-1 0 0 0,0 1 0 0 0,0-2 0 0 0,6-13 0 0 0,-10 16 0 0 0,1 0 0 0 0,-2-1 0 0 0,1 1 0 0 0,-1-1 0 0 0,0 0 0 0 0,-1 1 0 0 0,0-1 0 0 0,-1 0 0 0 0,1 0 0 0 0,-3-18 0 0 0,1 22 0 0 0,0 0 0 0 0,0-1 0 0 0,0 1 0 0 0,-1 0 0 0 0,1 0 0 0 0,-1 0 0 0 0,-1 0 0 0 0,1 0 0 0 0,-1 1 0 0 0,1-1 0 0 0,-1 1 0 0 0,-1-1 0 0 0,-3-3 0 0 0,5 6 0 0 0,-1 0 0 0 0,1-1 0 0 0,-1 1 0 0 0,0 1 0 0 0,0-1 0 0 0,1 0 0 0 0,-1 1 0 0 0,-1 0 0 0 0,1-1 0 0 0,0 1 0 0 0,0 0 0 0 0,0 1 0 0 0,-1-1 0 0 0,1 0 0 0 0,0 1 0 0 0,-1 0 0 0 0,1 0 0 0 0,0 0 0 0 0,-1 0 0 0 0,1 1 0 0 0,-7 0 0 0 0,5 1-12 0 0,-1-1 0 0 0,0 1 0 0 0,1 0 0 0 0,-1 0 0 0 0,1 1 0 0 0,0 0 0 0 0,0 0 0 0 0,0 0 1 0 0,0 0-1 0 0,0 1 0 0 0,1-1 0 0 0,-1 1 0 0 0,1 1 0 0 0,0-1 0 0 0,0 0 0 0 0,1 1 0 0 0,-1 0 0 0 0,1 0 0 0 0,0 0 0 0 0,0 0 0 0 0,1 1 0 0 0,0-1 0 0 0,0 1 0 0 0,0-1 0 0 0,0 1 0 0 0,1 0 0 0 0,0 0 0 0 0,0-1 0 0 0,1 1 0 0 0,0 9 0 0 0,1 49-3739 0 0,1-42-3735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2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1 2039 0 0,'-3'1'117'0'0,"-1"0"0"0"0,1 0 0 0 0,-1 0 0 0 0,1 0 0 0 0,0 1 0 0 0,0-1 0 0 0,0 1 0 0 0,0 0 0 0 0,0 0 0 0 0,0 0 0 0 0,0 1 0 0 0,1-1 0 0 0,-4 4 0 0 0,3-2 495 0 0,0-2 212 0 0,1 1 0 0 0,0 0 0 0 0,0-1-1 0 0,0 1 1 0 0,0 0 0 0 0,-2 4 0 0 0,4-6-631 0 0,0 0-1 0 0,-1 0 1 0 0,1-1-1 0 0,0 1 1 0 0,0 0-1 0 0,0 0 1 0 0,0 0 0 0 0,0 0-1 0 0,0-1 1 0 0,0 1-1 0 0,0 0 1 0 0,0 0-1 0 0,1 0 1 0 0,-1-1-1 0 0,0 1 1 0 0,0 0-1 0 0,1 0 1 0 0,-1 0-1 0 0,1-1 1 0 0,-1 1 0 0 0,0 0-1 0 0,1-1 1 0 0,-1 1-1 0 0,1 0 1 0 0,0-1-1 0 0,-1 1 1 0 0,1-1-1 0 0,-1 1 1 0 0,1-1-1 0 0,0 1 1 0 0,0-1-1 0 0,0 1 1 0 0,6 2 342 0 0,0 0 0 0 0,0 0 0 0 0,0-1 0 0 0,0 0 0 0 0,0 0 0 0 0,1-1 0 0 0,-1 0 0 0 0,1 0 0 0 0,10 0 0 0 0,9 1 230 0 0,15 1-275 0 0,0-1 0 0 0,72-7 0 0 0,81-23 386 0 0,-153 19-716 0 0,0-1 0 0 0,48-20 0 0 0,-77 27-323 0 0,-11 4 13 0 0,-9 3 4 0 0,2 0-1724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2.8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40 1839 0 0,'5'-14'46'0'0,"2"-3"1751"0"0,-2 9 3995 0 0,-5 13-1620 0 0,-2 17-1219 0 0,-9 42 1423 0 0,-11 31-2256 0 0,9-40-1843 0 0,-23 81-58 0 0,27-101-199 0 0,5-18 13 0 0,-4 23 1 0 0,7-36-30 0 0,0 1 0 0 0,1 0 1 0 0,0-1-1 0 0,0 1 0 0 0,1 0 0 0 0,-1 0 0 0 0,1-1 0 0 0,0 1 0 0 0,3 7 0 0 0,-4-11-10 0 0,0 0 1 0 0,1 0-1 0 0,-1-1 0 0 0,1 1 1 0 0,-1 0-1 0 0,1 0 0 0 0,-1-1 1 0 0,1 1-1 0 0,-1 0 0 0 0,1-1 1 0 0,0 1-1 0 0,-1 0 0 0 0,1-1 1 0 0,0 1-1 0 0,0-1 0 0 0,-1 1 1 0 0,1-1-1 0 0,0 0 0 0 0,0 1 1 0 0,0-1-1 0 0,0 0 0 0 0,0 0 1 0 0,-1 1-1 0 0,1-1 0 0 0,0 0 1 0 0,0 0-1 0 0,0 0 0 0 0,1 0 0 0 0,2-1-83 0 0,0 1 0 0 0,0-1 0 0 0,0 0-1 0 0,0 0 1 0 0,4-2 0 0 0,-8 3 80 0 0,12-5-786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3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6911 0 0,'2'-5'682'0'0,"1"1"-1"0"0,1 0 1 0 0,-1 1-1 0 0,1-1 0 0 0,-1 1 1 0 0,1-1-1 0 0,0 1 1 0 0,0 0-1 0 0,1 0 0 0 0,-1 1 1 0 0,0-1-1 0 0,1 1 1 0 0,0 0-1 0 0,-1 0 0 0 0,1 1 1 0 0,0-1-1 0 0,8 0 1 0 0,-11 2-577 0 0,-1 0 1 0 0,1 0 0 0 0,0 0 0 0 0,-1 0-1 0 0,1 0 1 0 0,0 0 0 0 0,-1 1 0 0 0,1-1-1 0 0,-1 1 1 0 0,1-1 0 0 0,-1 1 0 0 0,1-1-1 0 0,-1 1 1 0 0,1 0 0 0 0,-1 0 0 0 0,1 0-1 0 0,-1 0 1 0 0,0 0 0 0 0,0 0 0 0 0,1 0-1 0 0,-1 0 1 0 0,0 1 0 0 0,0-1 0 0 0,0 0-1 0 0,0 1 1 0 0,-1-1 0 0 0,1 1 0 0 0,0-1-1 0 0,-1 1 1 0 0,1-1 0 0 0,-1 1 0 0 0,1-1-1 0 0,-1 1 1 0 0,1 0 0 0 0,-1-1 0 0 0,0 4-1 0 0,1 2-67 0 0,-1 0-1 0 0,0 0 0 0 0,-1 0 0 0 0,1 1 0 0 0,-1-1 1 0 0,0 0-1 0 0,-3 8 0 0 0,-12 25 17 0 0,11-28-7 0 0,-8 24 0 0 0,13-36-46 0 0,0 1-1 0 0,0-1 1 0 0,0 0-1 0 0,-1 1 1 0 0,1-1 0 0 0,0 0-1 0 0,0 1 1 0 0,0-1-1 0 0,0 0 1 0 0,0 1-1 0 0,0-1 1 0 0,0 0 0 0 0,1 1-1 0 0,-1-1 1 0 0,0 0-1 0 0,0 1 1 0 0,0-1-1 0 0,0 0 1 0 0,0 1 0 0 0,0-1-1 0 0,1 0 1 0 0,-1 1-1 0 0,0-1 1 0 0,0 0-1 0 0,0 0 1 0 0,1 1 0 0 0,-1-1-1 0 0,0 0 1 0 0,0 0-1 0 0,1 0 1 0 0,-1 1-1 0 0,0-1 1 0 0,1 0 0 0 0,-1 0-1 0 0,0 0 1 0 0,0 0-1 0 0,1 0 1 0 0,-1 1-1 0 0,0-1 1 0 0,1 0 0 0 0,-1 0-1 0 0,0 0 1 0 0,1 0-1 0 0,-1 0 1 0 0,0 0-1 0 0,1 0 1 0 0,-1 0 0 0 0,0 0-1 0 0,1 0 1 0 0,-1 0-1 0 0,0-1 1 0 0,1 1-1 0 0,-1 0 1 0 0,1 0 0 0 0,23-7 42 0 0,-18 4-54 0 0,11-2 32 0 0,0 1 1 0 0,21-3-1 0 0,-32 6-16 0 0,-1 0 1 0 0,1 1-1 0 0,-1 0 0 0 0,1 0 1 0 0,-1 0-1 0 0,1 1 0 0 0,-1 0 1 0 0,1 0-1 0 0,-1 0 0 0 0,1 1 1 0 0,5 2-1 0 0,-9-2 6 0 0,1-1 1 0 0,0 1-1 0 0,-1 0 0 0 0,0 0 1 0 0,1 0-1 0 0,-1 0 0 0 0,0 0 0 0 0,0 1 1 0 0,0-1-1 0 0,0 1 0 0 0,-1-1 1 0 0,1 1-1 0 0,-1-1 0 0 0,1 1 0 0 0,-1 0 1 0 0,0 0-1 0 0,0 0 0 0 0,0 0 1 0 0,-1 0-1 0 0,1 0 0 0 0,-1 0 0 0 0,0 0 1 0 0,1 0-1 0 0,-1 0 0 0 0,0 0 1 0 0,-1 0-1 0 0,0 3 0 0 0,0 4 33 0 0,-1-1-1 0 0,0 0 1 0 0,0 0-1 0 0,-1 0 1 0 0,0-1-1 0 0,-1 1 1 0 0,-7 12-1 0 0,8-15-7 0 0,-1-1 0 0 0,0 0 1 0 0,-1 0-1 0 0,1 0 0 0 0,-1-1 0 0 0,0 0 0 0 0,0 0 0 0 0,0 0 0 0 0,0 0 1 0 0,-1-1-1 0 0,1 0 0 0 0,-1 0 0 0 0,0 0 0 0 0,0-1 0 0 0,0 0 0 0 0,0 0 0 0 0,-1 0 1 0 0,1-1-1 0 0,0 0 0 0 0,-1 0 0 0 0,1-1 0 0 0,-1 0 0 0 0,1 0 0 0 0,-1 0 1 0 0,1-1-1 0 0,-1 0 0 0 0,1 0 0 0 0,-9-3 0 0 0,15 4-41 0 0,0 0 1 0 0,0 0-1 0 0,-1 0 0 0 0,1 0 0 0 0,0 0 1 0 0,-1 0-1 0 0,1 0 0 0 0,0 0 0 0 0,0-1 0 0 0,-1 1 1 0 0,1 0-1 0 0,0 0 0 0 0,0 0 0 0 0,-1 0 1 0 0,1 0-1 0 0,0 0 0 0 0,0-1 0 0 0,0 1 1 0 0,-1 0-1 0 0,1 0 0 0 0,0 0 0 0 0,0-1 1 0 0,0 1-1 0 0,0 0 0 0 0,-1 0 0 0 0,1-1 1 0 0,0 1-1 0 0,0 0 0 0 0,0 0 0 0 0,0-1 1 0 0,0 1-1 0 0,0 0 0 0 0,0 0 0 0 0,0-1 0 0 0,0 1 1 0 0,0 0-1 0 0,0-1 0 0 0,8-5-983 0 0,-3 4 197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3.5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23 7367 0 0,'9'-5'664'0'0,"-7"4"-471"0"0,0 0 1 0 0,0 0 0 0 0,0 0-1 0 0,1 0 1 0 0,-1 0-1 0 0,4-1 1 0 0,-6 2-185 0 0,12-3 1080 0 0,0 1 1 0 0,-1 0 0 0 0,1 0-1 0 0,16 1 1 0 0,-25 1-809 0 0,1 1 0 0 0,-1-1 0 0 0,0 1 0 0 0,1 0 0 0 0,-1-1-1 0 0,0 1 1 0 0,0 1 0 0 0,0-1 0 0 0,1 0 0 0 0,-1 1 0 0 0,0 0 0 0 0,-1-1 0 0 0,1 1 0 0 0,0 0-1 0 0,0 1 1 0 0,-1-1 0 0 0,1 0 0 0 0,-1 1 0 0 0,0-1 0 0 0,3 5 0 0 0,-3-3-146 0 0,1 1 0 0 0,-1 0 0 0 0,0 0 0 0 0,0 0 0 0 0,-1 0 0 0 0,1 0 0 0 0,-1 0 0 0 0,0 0 0 0 0,-1 0 0 0 0,1 1 0 0 0,-1-1-1 0 0,0 0 1 0 0,0 1 0 0 0,-1-1 0 0 0,1 0 0 0 0,-1 0 0 0 0,-2 6 0 0 0,-3 8-12 0 0,0 0 0 0 0,-1 0 0 0 0,-11 18 0 0 0,2-7 97 0 0,-2-1 0 0 0,-27 34 0 0 0,32-45-145 0 0,-21 24 19 0 0,16-19-1123 0 0,-19 29 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4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17 408 3223 0 0,'-1'-2'1595'0'0,"0"-1"-1"0"0,1 1 0 0 0,-1-1 0 0 0,0 1 0 0 0,1-1 0 0 0,0 0 1 0 0,-1-4-1 0 0,2-2-49 0 0,-1 1-1 0 0,4-16 1 0 0,13-37-327 0 0,2 1-1 0 0,44-95 0 0 0,-54 133-1123 0 0,-6 13-45 0 0,1-1 0 0 0,9-15 0 0 0,-13 43-122 0 0,-11 59 66 0 0,-19 102-37 0 0,23-151 39 0 0,-1 0-1 0 0,-1 0 0 0 0,-1-1 0 0 0,-17 32 0 0 0,17-42 11 0 0,-13 26 3 0 0,21-39-15 0 0,1 0 0 0 0,-1 0-1 0 0,1 0 1 0 0,0 0 0 0 0,0 0-1 0 0,0 0 1 0 0,1 0 0 0 0,0 1-1 0 0,0 3 1 0 0,2 1-297 0 0,2-2-76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4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 7367 0 0,'5'-6'444'0'0,"0"0"1"0"0,0 1-1 0 0,0 0 0 0 0,1 0 0 0 0,0 0 0 0 0,0 1 0 0 0,0-1 0 0 0,0 2 0 0 0,12-6 0 0 0,-6 2 351 0 0,-6 4-180 0 0,0 0 0 0 0,1 0 0 0 0,-1 0 0 0 0,1 1-1 0 0,-1 0 1 0 0,1 0 0 0 0,0 1 0 0 0,0 0 0 0 0,9 0 0 0 0,-14 1-508 0 0,0 0 1 0 0,0 0-1 0 0,0 0 1 0 0,0 0 0 0 0,1 1-1 0 0,-1-1 1 0 0,0 1-1 0 0,0 0 1 0 0,0-1-1 0 0,0 1 1 0 0,-1 0-1 0 0,1 0 1 0 0,0 0 0 0 0,0 0-1 0 0,0 1 1 0 0,-1-1-1 0 0,1 0 1 0 0,-1 1-1 0 0,1-1 1 0 0,-1 1 0 0 0,1 0-1 0 0,-1-1 1 0 0,0 1-1 0 0,0 0 1 0 0,0 0-1 0 0,0 0 1 0 0,0 0 0 0 0,0 0-1 0 0,-1 0 1 0 0,1 0-1 0 0,-1 0 1 0 0,1 0-1 0 0,-1 0 1 0 0,0 3-1 0 0,1 4-72 0 0,-1 1-1 0 0,0-1 0 0 0,-1 0 1 0 0,0 0-1 0 0,0 0 0 0 0,-1 0 0 0 0,0 0 1 0 0,-1 0-1 0 0,0 0 0 0 0,0 0 1 0 0,-9 14-1 0 0,-4 5 70 0 0,-1-1-1 0 0,-21 26 1 0 0,20-30-100 0 0,-20 26 28 0 0,35-44-25 0 0,0 0 0 0 0,0 0 0 0 0,1 1 1 0 0,-1-1-1 0 0,1 1 0 0 0,0-1 0 0 0,-2 11 0 0 0,4-14 10 0 0,0 0 0 0 0,0 0 0 0 0,0-1-1 0 0,0 1 1 0 0,0 0 0 0 0,0 0 0 0 0,0-1-1 0 0,0 1 1 0 0,1 0 0 0 0,-1-1 0 0 0,1 1-1 0 0,-1 0 1 0 0,1-1 0 0 0,-1 1-1 0 0,1-1 1 0 0,0 1 0 0 0,0-1 0 0 0,2 3-1 0 0,-1-2 9 0 0,-1-1 1 0 0,1 1-1 0 0,0-1 0 0 0,0 1 0 0 0,0-1 0 0 0,0 0 0 0 0,1 0 0 0 0,-1 0 0 0 0,0 0 0 0 0,0-1 0 0 0,1 1 0 0 0,2 0 0 0 0,7 1 71 0 0,0-1-1 0 0,0-1 0 0 0,0 0 0 0 0,17-3 1 0 0,-18 2-57 0 0,91-12 27 0 0,-89 13 159 0 0,-8 3-1585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4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51 3223 0 0,'-23'3'2132'0'0,"20"-2"-1125"0"0,0-1-1 0 0,0 1 1 0 0,-8 9 8694 0 0,11-10-9600 0 0,11 2 1803 0 0,10-1-571 0 0,110-6 134 0 0,143-26 1 0 0,-3 0-1569 0 0,-271 31 100 0 0,19-2-156 0 0,28 2 1 0 0,-20 5-6459 0 0,-17-2-825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5.1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39 150 919 0 0,'-2'0'804'0'0,"0"-1"0"0"0,0 1 0 0 0,0-1 0 0 0,0 0 0 0 0,0 0 0 0 0,0 0-1 0 0,0 0 1 0 0,1 0 0 0 0,-1 0 0 0 0,0 0 0 0 0,1-1 0 0 0,-1 1-1 0 0,1 0 1 0 0,-1-1 0 0 0,1 0 0 0 0,-1 1 0 0 0,0-3 0 0 0,1 2-414 0 0,1 0 1 0 0,-1 0 0 0 0,1 0 0 0 0,-1 0-1 0 0,1 0 1 0 0,0-1 0 0 0,0 1 0 0 0,0 0-1 0 0,0 0 1 0 0,0 0 0 0 0,0 0 0 0 0,1 0-1 0 0,-1 0 1 0 0,1-1 0 0 0,0 1 0 0 0,1-3-1 0 0,16-32 550 0 0,-14 30-817 0 0,-1 1-41 0 0,1 0 1 0 0,-1 1-1 0 0,1 0 1 0 0,0 0-1 0 0,0 0 1 0 0,6-5-1 0 0,-10 10-80 0 0,0-1-1 0 0,0 1 1 0 0,0 0 0 0 0,0 0-1 0 0,0 0 1 0 0,1 0 0 0 0,-1 0-1 0 0,0 0 1 0 0,0 0-1 0 0,0-1 1 0 0,0 1 0 0 0,0 0-1 0 0,1 0 1 0 0,-1 0 0 0 0,0 0-1 0 0,0 0 1 0 0,0 0-1 0 0,0 0 1 0 0,0 0 0 0 0,1 0-1 0 0,-1 0 1 0 0,0 0 0 0 0,0 0-1 0 0,0 0 1 0 0,0 0 0 0 0,1 0-1 0 0,-1 0 1 0 0,0 0-1 0 0,0 0 1 0 0,0 0 0 0 0,0 0-1 0 0,1 0 1 0 0,-1 0 0 0 0,0 0-1 0 0,0 1 1 0 0,0-1-1 0 0,0 0 1 0 0,0 0 0 0 0,1 0-1 0 0,-1 0 1 0 0,0 0 0 0 0,0 0-1 0 0,0 0 1 0 0,0 1 0 0 0,0-1-1 0 0,2 10 112 0 0,-5 12 35 0 0,-17 138-104 0 0,14-102-2 0 0,-12 60 0 0 0,11-89 14 0 0,-6 31 73 0 0,11-52-100 0 0,2-1-1 0 0,-1 0 1 0 0,1 1-1 0 0,0-1 1 0 0,2 15-1 0 0,-2-21-39 0 0,0-1 0 0 0,0 0 1 0 0,1 1-1 0 0,-1-1 0 0 0,0 1 0 0 0,0-1 0 0 0,0 1 0 0 0,0-1 0 0 0,1 1 1 0 0,-1-1-1 0 0,0 0 0 0 0,0 1 0 0 0,1-1 0 0 0,-1 1 0 0 0,0-1 1 0 0,1 0-1 0 0,-1 1 0 0 0,0-1 0 0 0,1 0 0 0 0,-1 1 0 0 0,0-1 0 0 0,1 0 1 0 0,-1 0-1 0 0,1 1 0 0 0,-1-1 0 0 0,1 0 0 0 0,-1 0 0 0 0,1 0 1 0 0,-1 0-1 0 0,1 1 0 0 0,10-3-6638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5.5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66 6911 0 0,'1'-1'97'0'0,"3"-5"25"0"0,0 1 1 0 0,0 0-1 0 0,0 0 0 0 0,1 1 1 0 0,6-6-1 0 0,8 0 2817 0 0,-9 6-1891 0 0,1 0 1 0 0,0 1-1 0 0,-1 0 1 0 0,1 1 0 0 0,0 0-1 0 0,0 1 1 0 0,13 0-1 0 0,-20 1-776 0 0,0 1-1 0 0,-1-1 1 0 0,1 1-1 0 0,0-1 0 0 0,-1 1 1 0 0,1 0-1 0 0,0 1 1 0 0,-1-1-1 0 0,1 1 1 0 0,5 3-1 0 0,-7-4-201 0 0,0 1-1 0 0,0 0 1 0 0,0 0-1 0 0,0 0 1 0 0,0 0 0 0 0,0 0-1 0 0,-1 1 1 0 0,1-1-1 0 0,-1 0 1 0 0,1 1-1 0 0,-1-1 1 0 0,0 1 0 0 0,0 0-1 0 0,0-1 1 0 0,-1 1-1 0 0,2 3 1 0 0,-2-1-56 0 0,1 0-1 0 0,-1 1 1 0 0,0-1 0 0 0,-1 0-1 0 0,1 1 1 0 0,-1-1 0 0 0,0 0-1 0 0,0 0 1 0 0,-1 0 0 0 0,0 0-1 0 0,-3 7 1 0 0,-1 0 17 0 0,0 1 1 0 0,-1-1-1 0 0,-10 12 0 0 0,9-13 25 0 0,-1-2-1 0 0,-10 10 1 0 0,5-5 129 0 0,23-17-153 0 0,1 0 0 0 0,0 0 0 0 0,11-1 0 0 0,-13 3-27 0 0,0 0 0 0 0,1 0-1 0 0,-1 1 1 0 0,0 0 0 0 0,0 0 0 0 0,0 1-1 0 0,0 0 1 0 0,0 1 0 0 0,0 0 0 0 0,0 0-1 0 0,0 0 1 0 0,-1 1 0 0 0,1 0 0 0 0,12 8-1 0 0,-14-7 1 0 0,-1 0 0 0 0,0 0 0 0 0,0 0 0 0 0,-1 0 0 0 0,1 1 0 0 0,-1 0 0 0 0,0 0 0 0 0,0 0 0 0 0,-1 1 0 0 0,1-1 0 0 0,-1 1 0 0 0,-1 0 0 0 0,1 0 0 0 0,-1 0 0 0 0,0 0 0 0 0,0 0 0 0 0,0 1 0 0 0,-1-1 0 0 0,0 8 0 0 0,0-10 22 0 0,-1 0 0 0 0,0 1 0 0 0,0-1 0 0 0,0 1-1 0 0,0-1 1 0 0,-1 0 0 0 0,0 1 0 0 0,0-1 0 0 0,0 0 0 0 0,-1 1 0 0 0,1-1 0 0 0,-1 0 0 0 0,0 0 0 0 0,-3 5 0 0 0,2-6-1 0 0,1 0 1 0 0,-1 0-1 0 0,0 0 0 0 0,1-1 1 0 0,-1 1-1 0 0,-1-1 1 0 0,1 0-1 0 0,0 1 1 0 0,0-2-1 0 0,-1 1 1 0 0,1 0-1 0 0,-1-1 0 0 0,0 1 1 0 0,1-1-1 0 0,-1 0 1 0 0,-6 1-1 0 0,-6 0 24 0 0,1-1 0 0 0,-1-1 0 0 0,1 0 0 0 0,-1-1 0 0 0,1 0 1 0 0,-1-1-1 0 0,1-1 0 0 0,-21-7 0 0 0,25 5-68 0 0,7 0-1442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5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31 3623 0 0,'2'-6'316'0'0,"-1"1"0"0"0,0-1 0 0 0,0 1-1 0 0,2-4 4120 0 0,7 19-2683 0 0,-5-6-594 0 0,122 152 6942 0 0,-110-131-7738 0 0,-1 0 0 0 0,-2 2 0 0 0,0-1 0 0 0,16 48-1 0 0,-15-23-155 0 0,-2 0 0 0 0,-3 0 0 0 0,-1 1 0 0 0,-4 0 0 0 0,-1 0 0 0 0,-6 95 0 0 0,-6-63 26 0 0,-3 0 0 0 0,-5-1 1 0 0,-36 118-1 0 0,25-124 0 0 0,-2 0 0 0 0,-4-3 0 0 0,-3 0 0 0 0,-4-3 0 0 0,-83 116 0 0 0,85-139-1670 0 0,-7 8-4290 0 0,30-32-2330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7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22 249 5527 0 0,'-2'-2'301'0'0,"0"-1"0"0"0,0 1-1 0 0,0-1 1 0 0,0 1 0 0 0,1-1-1 0 0,-1 0 1 0 0,1 1-1 0 0,-1-1 1 0 0,1 0 0 0 0,0 0-1 0 0,0 0 1 0 0,1 0 0 0 0,-1 0-1 0 0,0-5 1 0 0,1 3 43 0 0,0-1 0 0 0,0 1 0 0 0,1-1 0 0 0,-1 1 0 0 0,1 0 0 0 0,1 0 0 0 0,2-10 0 0 0,3-1 121 0 0,1 1 0 0 0,0 0 0 0 0,1 1 0 0 0,13-18 0 0 0,-16 24-321 0 0,0-1 47 0 0,0 1 1 0 0,9-9 0 0 0,-14 15-166 0 0,1 1 0 0 0,-1 0 0 0 0,1-1 0 0 0,-1 1 0 0 0,1 0 0 0 0,-1 0 0 0 0,1 0 0 0 0,0 0-1 0 0,0 0 1 0 0,-1 0 0 0 0,1 1 0 0 0,0-1 0 0 0,0 0 0 0 0,0 1 0 0 0,0 0 0 0 0,0-1 0 0 0,0 1 0 0 0,2 0 0 0 0,-2 0-20 0 0,-1 1 0 0 0,1-1 0 0 0,-1 1 0 0 0,0 0 0 0 0,1 0 0 0 0,-1-1 0 0 0,1 1 0 0 0,-1 0 0 0 0,0 0 0 0 0,0 0 0 0 0,0 0 0 0 0,0 0 0 0 0,1 1 0 0 0,-1-1 0 0 0,-1 0 0 0 0,1 0 0 0 0,0 1 0 0 0,0-1 0 0 0,0 1 0 0 0,0 1-1 0 0,12 35 125 0 0,-10-29-120 0 0,3 8-1 0 0,1 8 67 0 0,14 30 1 0 0,-18-49-62 0 0,0 0 0 0 0,0 0 0 0 0,1 0 0 0 0,0 0-1 0 0,0-1 1 0 0,0 0 0 0 0,1 1 0 0 0,0-1 0 0 0,10 8 0 0 0,-13-12-1 0 0,0 0-1 0 0,0 0 1 0 0,0 0 0 0 0,0 0 0 0 0,0 0 0 0 0,0 0-1 0 0,0 0 1 0 0,1-1 0 0 0,-1 1 0 0 0,0-1 0 0 0,1 0-1 0 0,-1 0 1 0 0,0 0 0 0 0,5 0 0 0 0,-3-1 37 0 0,0 0 0 0 0,1 0 1 0 0,-1 0-1 0 0,0 0 1 0 0,0-1-1 0 0,0 0 0 0 0,5-3 1 0 0,1-1 45 0 0,-1-1 0 0 0,-1 0 0 0 0,1 0 1 0 0,-1-1-1 0 0,10-12 0 0 0,-8 6-289 0 0,-10 13 163 0 0,1 1 1 0 0,-1-1-1 0 0,1 0 1 0 0,-1 1-1 0 0,0-1 1 0 0,1 0-1 0 0,-1 0 1 0 0,0 0-1 0 0,0 1 1 0 0,1-1 0 0 0,-1 0-1 0 0,0 0 1 0 0,0 0-1 0 0,0 1 1 0 0,0-1-1 0 0,0 0 1 0 0,0 0-1 0 0,-1-1 1 0 0,-2-2-695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7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4 5983 0 0,'-2'0'276'0'0,"2"0"-251"0"0,-1 0 0 0 0,1 0 0 0 0,0-1 0 0 0,-1 1-1 0 0,1 0 1 0 0,0 0 0 0 0,-1 0 0 0 0,1 0 0 0 0,0 0-1 0 0,-1 0 1 0 0,1 0 0 0 0,-1 0 0 0 0,1 0 0 0 0,0 0 0 0 0,-1 1-1 0 0,1-1 1 0 0,0 0 0 0 0,-1 0 0 0 0,1 0 0 0 0,-4 7 5670 0 0,8-5-4987 0 0,2 0-435 0 0,0 0 0 0 0,1 0-1 0 0,-1 0 1 0 0,1-1 0 0 0,-1 0-1 0 0,1-1 1 0 0,0 1 0 0 0,-1-1-1 0 0,13-1 1 0 0,91-21 1487 0 0,-108 22-1757 0 0,-1-1 1 0 0,0 1-1 0 0,0 0 0 0 0,1 0 1 0 0,-1 0-1 0 0,0 0 0 0 0,0 1 1 0 0,0-1-1 0 0,1 0 0 0 0,-1 0 1 0 0,0 1-1 0 0,0-1 0 0 0,0 0 1 0 0,0 1-1 0 0,0 0 1 0 0,0-1-1 0 0,0 1 0 0 0,0-1 1 0 0,0 1-1 0 0,0 0 0 0 0,1 1 1 0 0,1 1 11 0 0,-1 0 0 0 0,0 0 1 0 0,0 0-1 0 0,0 1 0 0 0,2 4 1 0 0,-3-6-11 0 0,0 1 0 0 0,0-1 0 0 0,0 1 0 0 0,0-1 1 0 0,1 0-1 0 0,-1 0 0 0 0,1 1 0 0 0,-1-1 1 0 0,1 0-1 0 0,0-1 0 0 0,0 1 0 0 0,0 0 1 0 0,0 0-1 0 0,0-1 0 0 0,5 3 0 0 0,8 0-4958 0 0,-3-1-614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8.6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164 152 1839 0 0,'0'-5'552'0'0,"0"-1"0"0"0,-1 1-1 0 0,0-1 1 0 0,0 1-1 0 0,0-1 1 0 0,-1 1-1 0 0,-2-6 1 0 0,3 9-271 0 0,1 0-1 0 0,-1-1 1 0 0,-1 1 0 0 0,1 0-1 0 0,0 0 1 0 0,0 1 0 0 0,-1-1 0 0 0,1 0-1 0 0,-1 0 1 0 0,0 1 0 0 0,1-1-1 0 0,-1 1 1 0 0,0-1 0 0 0,0 1-1 0 0,0 0 1 0 0,0 0 0 0 0,0 0 0 0 0,0 0-1 0 0,-4-1 1 0 0,3 1-69 0 0,1 1 1 0 0,0 0-1 0 0,-1 0 0 0 0,1 0 0 0 0,0 0 1 0 0,-1 0-1 0 0,1 1 0 0 0,0-1 0 0 0,-1 1 1 0 0,1 0-1 0 0,0-1 0 0 0,0 1 1 0 0,0 0-1 0 0,-1 0 0 0 0,1 0 0 0 0,0 1 1 0 0,0-1-1 0 0,1 0 0 0 0,-1 1 0 0 0,0 0 1 0 0,0-1-1 0 0,1 1 0 0 0,-1 0 1 0 0,1 0-1 0 0,-3 3 0 0 0,-2 5 217 0 0,-1 0 0 0 0,2 1 1 0 0,-8 18-1 0 0,11-24-292 0 0,-4 12 133 0 0,0 0-1 0 0,1 1 1 0 0,1 0-1 0 0,-3 30 1 0 0,6-34-196 0 0,0-1-1 0 0,1 1 1 0 0,1 0 0 0 0,0 0 0 0 0,1-1-1 0 0,6 24 1 0 0,-6-31-58 0 0,0 0 0 0 0,0 0 0 0 0,1 0-1 0 0,0-1 1 0 0,0 1 0 0 0,0-1 0 0 0,1 0 0 0 0,0 0 0 0 0,0 0-1 0 0,0-1 1 0 0,0 1 0 0 0,1-1 0 0 0,-1 0 0 0 0,10 6 0 0 0,-10-8 30 0 0,1 1 0 0 0,-1-1 0 0 0,0-1 0 0 0,1 1 0 0 0,0-1 0 0 0,-1 1 0 0 0,1-1 1 0 0,0-1-1 0 0,-1 1 0 0 0,1-1 0 0 0,0 1 0 0 0,0-1 0 0 0,0-1 0 0 0,-1 1 1 0 0,1-1-1 0 0,0 0 0 0 0,-1 0 0 0 0,1 0 0 0 0,7-3 0 0 0,-1-1 0 0 0,0-1-1 0 0,0 0 1 0 0,0 0-1 0 0,-1-1 1 0 0,0-1-1 0 0,-1 0 1 0 0,0 0-1 0 0,0 0 1 0 0,0-1 0 0 0,-1-1-1 0 0,0 0 1 0 0,-1 0-1 0 0,-1 0 1 0 0,1-1-1 0 0,-1 0 1 0 0,-1 0-1 0 0,5-13 1 0 0,-6 12-27 0 0,0-1 1 0 0,0 0 0 0 0,-2 0-1 0 0,1 0 1 0 0,-2 0-1 0 0,1-1 1 0 0,-2 1 0 0 0,0 0-1 0 0,-1-1 1 0 0,0 1-1 0 0,-1 0 1 0 0,0 0 0 0 0,-1 0-1 0 0,0 0 1 0 0,-9-21-1 0 0,8 25-12 0 0,-1 0-1 0 0,0 0 1 0 0,0 0-1 0 0,0 1 1 0 0,-1-1-1 0 0,-10-9 1 0 0,14 16-6 0 0,1 1-1 0 0,-1-1 1 0 0,1 1 0 0 0,-1-1 0 0 0,0 1 0 0 0,0 0 0 0 0,0 0-1 0 0,0 0 1 0 0,0 0 0 0 0,0 0 0 0 0,0 0 0 0 0,0 0-1 0 0,0 1 1 0 0,0-1 0 0 0,0 1 0 0 0,-1-1 0 0 0,1 1-1 0 0,0 0 1 0 0,0 0 0 0 0,0 0 0 0 0,-1 0 0 0 0,1 1 0 0 0,0-1-1 0 0,0 0 1 0 0,0 1 0 0 0,0 0 0 0 0,0-1 0 0 0,-1 1-1 0 0,1 0 1 0 0,0 0 0 0 0,1 0 0 0 0,-1 0 0 0 0,0 1-1 0 0,0-1 1 0 0,-3 3 0 0 0,0 2-1 0 0,-1-1 0 0 0,1 2 0 0 0,0-1 0 0 0,0 0 0 0 0,1 1 0 0 0,0 0 0 0 0,0 0 0 0 0,0 0 0 0 0,-3 12 0 0 0,0 1 0 0 0,1 1 0 0 0,-4 27 0 0 0,8-40-422 0 0,2 0-1 0 0,-1 0 1 0 0,1 13-1 0 0,1-15-423 0 0,0 0 0 0 0,0-1-1 0 0,0 1 1 0 0,0-1 0 0 0,5 11-1 0 0,2 1-6329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8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5527 0 0,'7'51'4531'0'0,"2"95"-1"0"0,-9-134-3669 0 0,1 14 1405 0 0,-7 41 1 0 0,-20 68 305 0 0,23-118-2497 0 0,3-17-90 0 0,0 1 1 0 0,0-1-1 0 0,0 1 1 0 0,0 0-1 0 0,0-1 1 0 0,0 1-1 0 0,0 0 1 0 0,0-1-1 0 0,0 1 1 0 0,1 0-1 0 0,-1-1 1 0 0,0 1-1 0 0,0-1 1 0 0,0 1-1 0 0,1 0 1 0 0,-1-1-1 0 0,0 1 1 0 0,1-1-1 0 0,-1 1 1 0 0,1-1-1 0 0,0 2 1 0 0,3-2-377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19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169 126 919 0 0,'2'-11'1176'0'0,"-1"0"0"0"0,0 0 0 0 0,-1 0 0 0 0,-1-17 0 0 0,0 0 1632 0 0,1 26-2349 0 0,0 0 0 0 0,0 0 0 0 0,0 0 0 0 0,0 0 0 0 0,0 0 0 0 0,-1 0 0 0 0,1 0-1 0 0,-1 0 1 0 0,-1-4 0 0 0,2 6-367 0 0,0 0 1 0 0,0 0-1 0 0,0 0 0 0 0,0-1 1 0 0,-1 1-1 0 0,1 0 0 0 0,0 0 0 0 0,0 0 1 0 0,0 0-1 0 0,-1 0 0 0 0,1 0 1 0 0,0-1-1 0 0,0 1 0 0 0,0 0 0 0 0,-1 0 1 0 0,1 0-1 0 0,0 0 0 0 0,0 0 1 0 0,0 0-1 0 0,-1 0 0 0 0,1 0 0 0 0,0 0 1 0 0,0 0-1 0 0,-1 0 0 0 0,1 0 1 0 0,0 0-1 0 0,0 0 0 0 0,0 0 0 0 0,-1 1 1 0 0,-10 6 1236 0 0,9-4-1204 0 0,0 0 1 0 0,0 0-1 0 0,0 0 1 0 0,0 0-1 0 0,1 0 1 0 0,-1 0-1 0 0,1 0 0 0 0,0 1 1 0 0,0-1-1 0 0,-1 4 1 0 0,1-3-49 0 0,0-1 1 0 0,0 1-1 0 0,0-1 1 0 0,0 0 0 0 0,-1 1-1 0 0,0-1 1 0 0,1 0-1 0 0,-1 0 1 0 0,0 0 0 0 0,-3 3-1 0 0,-5 5 39 0 0,0 1-1 0 0,1 0 1 0 0,0 1-1 0 0,1 0 0 0 0,1 0 1 0 0,0 1-1 0 0,1 0 1 0 0,0 0-1 0 0,1 0 1 0 0,-6 27-1 0 0,3 6 97 0 0,1 0-1 0 0,-1 53 0 0 0,8-96-195 0 0,-1 27 156 0 0,2 35 1 0 0,-1-58-148 0 0,1 0 0 0 0,0 0 0 0 0,1-1 1 0 0,0 1-1 0 0,0 0 0 0 0,0-1 1 0 0,1 1-1 0 0,0-1 0 0 0,9 14 0 0 0,-11-19-16 0 0,1-1 0 0 0,-1 1 0 0 0,1 0 0 0 0,0 0 0 0 0,0-1 0 0 0,0 1-1 0 0,0-1 1 0 0,0 1 0 0 0,0-1 0 0 0,0 0 0 0 0,1 0 0 0 0,-1 0 0 0 0,0 0-1 0 0,1 0 1 0 0,-1 0 0 0 0,1-1 0 0 0,-1 1 0 0 0,0-1 0 0 0,1 0 0 0 0,-1 0-1 0 0,1 0 1 0 0,-1 0 0 0 0,1 0 0 0 0,-1 0 0 0 0,1-1 0 0 0,-1 1-1 0 0,1-1 1 0 0,-1 0 0 0 0,0 1 0 0 0,4-3 0 0 0,4-1 20 0 0,-1-1 1 0 0,1 0-1 0 0,-1-1 0 0 0,-1 0 1 0 0,16-13-1 0 0,-12 8-29 0 0,0 0 0 0 0,-1-1 0 0 0,-1 0 0 0 0,13-19 0 0 0,-19 25 0 0 0,0 0 0 0 0,-1 1 0 0 0,0-1 0 0 0,0-1 0 0 0,-1 1 0 0 0,0 0 0 0 0,0-1 0 0 0,0 1 0 0 0,-1-1 0 0 0,1 1 0 0 0,-2-1 0 0 0,1 0 0 0 0,-1-8 0 0 0,0 13 0 0 0,0 0 0 0 0,-1-1 0 0 0,1 1 0 0 0,-1 0 0 0 0,0 0 0 0 0,1 0 0 0 0,-1-1 0 0 0,0 1 0 0 0,0 0 0 0 0,0 0 0 0 0,0 0 0 0 0,-1 0 0 0 0,1 0 0 0 0,-1 1-1 0 0,1-1 1 0 0,-1 0 0 0 0,1 1 0 0 0,-1-1 0 0 0,0 1 0 0 0,0-1 0 0 0,0 1 0 0 0,0 0 0 0 0,0 0 0 0 0,0 0 0 0 0,0 0 0 0 0,0 0 0 0 0,0 1 0 0 0,-1-1 0 0 0,1 0 0 0 0,0 1 0 0 0,0 0 0 0 0,-1-1 0 0 0,1 1 0 0 0,-4 0 0 0 0,-1 1 2 0 0,0-1-1 0 0,-1 1 1 0 0,1 0 0 0 0,0 1 0 0 0,0-1 0 0 0,0 1 0 0 0,1 1 0 0 0,-1-1 0 0 0,-12 8-1 0 0,10-5 26 0 0,0 2 0 0 0,1-1-1 0 0,0 1 1 0 0,0 0 0 0 0,0 0-1 0 0,1 1 1 0 0,0 0 0 0 0,-8 14-1 0 0,10-15-43 0 0,1 0 0 0 0,1-1 1 0 0,-1 2-1 0 0,1-1 0 0 0,1 0 0 0 0,-1 1 0 0 0,1-1 0 0 0,0 1 0 0 0,1 0 0 0 0,0-1 0 0 0,0 1 0 0 0,1 10 0 0 0,0-16-70 0 0,0 1 0 0 0,1-1 0 0 0,-1 1 0 0 0,1-1 0 0 0,-1 0 0 0 0,1 1 0 0 0,0-1 0 0 0,0 1 0 0 0,0-1 0 0 0,0 0 0 0 0,1 0 0 0 0,1 3 0 0 0,9 6-5816 0 0,-1-5-1196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0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0 386 2759 0 0,'52'-65'2505'0'0,"29"-43"3323"0"0,-67 86-4233 0 0,0 0-1 0 0,-2 0 1 0 0,12-29 0 0 0,-21 42-974 0 0,0 0 0 0 0,0 0 0 0 0,1-11 0 0 0,-4 17-463 0 0,1 0 0 0 0,-1 0-1 0 0,0 1 1 0 0,0-1 0 0 0,0 0-1 0 0,0 1 1 0 0,0-1 0 0 0,-1 0-1 0 0,1 0 1 0 0,-1 1 0 0 0,1-1-1 0 0,-1 1 1 0 0,0-1 0 0 0,0 1-1 0 0,-3-4 1 0 0,4 5-145 0 0,0 1 0 0 0,0 0 0 0 0,0 0 0 0 0,0 0 0 0 0,0 0 1 0 0,0 0-1 0 0,0-1 0 0 0,-1 1 0 0 0,1 0 0 0 0,0 0 0 0 0,0 0 0 0 0,0 0 0 0 0,0 0 0 0 0,0 0 1 0 0,0 0-1 0 0,-1 0 0 0 0,1 0 0 0 0,0 0 0 0 0,0 0 0 0 0,0 0 0 0 0,0 0 0 0 0,-1 0 0 0 0,1-1 1 0 0,0 1-1 0 0,0 0 0 0 0,0 0 0 0 0,0 1 0 0 0,-1-1 0 0 0,1 0 0 0 0,0 0 0 0 0,0 0 0 0 0,0 0 1 0 0,0 0-1 0 0,0 0 0 0 0,-1 0 0 0 0,1 0 0 0 0,0 0 0 0 0,-5 7 206 0 0,-1 8-40 0 0,-1 14-74 0 0,1 0 1 0 0,-4 54-1 0 0,7 62-28 0 0,3-119-48 0 0,0-8-479 0 0,1 1 0 0 0,1-1 0 0 0,5 25 1 0 0,-3-25-7437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1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56 5063 0 0,'-2'-9'352'0'0,"-5"-18"555"0"0,6 25-528 0 0,1 1 0 0 0,0 0 0 0 0,0-1 0 0 0,0 1 0 0 0,0-1 0 0 0,0 1 0 0 0,1-1 1 0 0,-1 1-1 0 0,1-2 0 0 0,-1 2-296 0 0,0 1 0 0 0,1 0 1 0 0,-1 0-1 0 0,0-1 1 0 0,1 1-1 0 0,-1 0 1 0 0,0 0-1 0 0,1 0 0 0 0,-1-1 1 0 0,0 1-1 0 0,1 0 1 0 0,-1 0-1 0 0,0 0 0 0 0,1 0 1 0 0,-1 0-1 0 0,0 0 1 0 0,1 0-1 0 0,-1 0 0 0 0,1 0 1 0 0,-1 0-1 0 0,0 0 1 0 0,1 0-1 0 0,-1 0 0 0 0,0 0 1 0 0,1 0-1 0 0,-1 0 1 0 0,1 0-1 0 0,-1 1 0 0 0,0-1 1 0 0,1 0-1 0 0,-1 0 1 0 0,0 0-1 0 0,1 0 0 0 0,-1 1 1 0 0,0-1-1 0 0,0 0 1 0 0,1 0-1 0 0,-1 1 0 0 0,0-1 1 0 0,1 1-1 0 0,14 12 1034 0 0,-13-12-888 0 0,53 55 1750 0 0,82 109 0 0 0,-62-71-1888 0 0,-53-69-883 0 0,2-1 0 0 0,48 39 0 0 0,-59-53-5208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2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4 1839 0 0,'13'-1'5'0'0,"-10"0"523"0"0,-1 0 0 0 0,0 1 1 0 0,1 0-1 0 0,-1-1 0 0 0,1 1 1 0 0,-1 0-1 0 0,1 0 0 0 0,-1 1 1 0 0,0-1-1 0 0,1 0 0 0 0,-1 1 1 0 0,1 0-1 0 0,-1-1 0 0 0,3 3 1 0 0,-4-3-365 0 0,-1 0 0 0 0,0 1 0 0 0,0-1 0 0 0,0 1 0 0 0,0-1 0 0 0,1 1 0 0 0,-1-1 1 0 0,0 1-1 0 0,0-1 0 0 0,0 1 0 0 0,0-1 0 0 0,0 1 0 0 0,0-1 0 0 0,0 1 0 0 0,0-1 0 0 0,0 1 0 0 0,-1-1 1 0 0,1 1-1 0 0,0-1 0 0 0,0 1 0 0 0,0-1 0 0 0,0 1 0 0 0,-1-1 0 0 0,1 1 0 0 0,-1 0 0 0 0,-9 14 1375 0 0,6-9-879 0 0,-10 17 507 0 0,0 2 0 0 0,2-1 0 0 0,-17 52 0 0 0,25-64-1055 0 0,1 0 1 0 0,1 0-1 0 0,-1 0 1 0 0,2 0-1 0 0,0 0 0 0 0,0 1 1 0 0,1-1-1 0 0,1 0 1 0 0,0 0-1 0 0,1 0 1 0 0,4 16-1 0 0,-5-25-92 0 0,0 0 0 0 0,0 0 0 0 0,0 0 0 0 0,0 0 0 0 0,1 0 0 0 0,0 0 0 0 0,-1 0 0 0 0,1-1-1 0 0,0 1 1 0 0,0 0 0 0 0,0-1 0 0 0,1 0 0 0 0,-1 0 0 0 0,1 0 0 0 0,-1 0 0 0 0,1 0 0 0 0,0 0 0 0 0,5 2 0 0 0,-5-3 9 0 0,1 1-1 0 0,0-1 1 0 0,0-1 0 0 0,0 1 0 0 0,0 0 0 0 0,0-1 0 0 0,0 0 0 0 0,0 0 0 0 0,0 0 0 0 0,0-1 0 0 0,0 1-1 0 0,0-1 1 0 0,0 0 0 0 0,7-3 0 0 0,-1 1-12 0 0,-1-2 0 0 0,0 0 0 0 0,0 0 0 0 0,0 0-1 0 0,-1-1 1 0 0,1-1 0 0 0,-1 1 0 0 0,-1-1 0 0 0,0-1 0 0 0,0 1 0 0 0,0-1 0 0 0,-1 0-1 0 0,0-1 1 0 0,0 0 0 0 0,-1 0 0 0 0,0 0 0 0 0,-1 0 0 0 0,5-15 0 0 0,-6 15-15 0 0,0 0 0 0 0,-1 0 0 0 0,0-1 1 0 0,0 1-1 0 0,-1 0 0 0 0,-1-1 0 0 0,1 1 1 0 0,-1-1-1 0 0,-1 1 0 0 0,0-1 1 0 0,0 1-1 0 0,-1-1 0 0 0,0 1 0 0 0,-1 0 1 0 0,0 0-1 0 0,0 0 0 0 0,-1 0 0 0 0,0 1 1 0 0,0-1-1 0 0,-8-9 0 0 0,10 15 1 0 0,-1-1 0 0 0,1 1 0 0 0,-1 0 0 0 0,0 1 0 0 0,1-1 0 0 0,-1 0 0 0 0,-1 1-1 0 0,1-1 1 0 0,0 1 0 0 0,0 0 0 0 0,-1 0 0 0 0,0 1 0 0 0,1-1 0 0 0,-1 1 0 0 0,0-1 0 0 0,1 1 0 0 0,-1 0 0 0 0,0 1-1 0 0,0-1 1 0 0,0 1 0 0 0,0 0 0 0 0,0 0 0 0 0,0 0 0 0 0,0 0 0 0 0,0 0 0 0 0,0 1 0 0 0,0 0 0 0 0,0 0 0 0 0,1 0-1 0 0,-1 0 1 0 0,0 1 0 0 0,1-1 0 0 0,-1 1 0 0 0,1 0 0 0 0,-1 0 0 0 0,1 0 0 0 0,0 1 0 0 0,0-1 0 0 0,0 1 0 0 0,0 0-1 0 0,0 0 1 0 0,1 0 0 0 0,-3 3 0 0 0,2-3-51 0 0,1 1-1 0 0,0 0 1 0 0,0 0-1 0 0,0 0 1 0 0,0 0-1 0 0,1 0 1 0 0,0 0-1 0 0,0 0 0 0 0,0 0 1 0 0,0 0-1 0 0,0 1 1 0 0,1-1-1 0 0,0 0 1 0 0,0 1-1 0 0,0-1 1 0 0,0 0-1 0 0,2 7 1 0 0,3 6-895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2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 8287 0 0,'9'29'3879'0'0,"-4"0"-272"0"0,2 56 1 0 0,-7-51-2954 0 0,-2 0 0 0 0,-1 0 1 0 0,-8 35-1 0 0,9-59-1100 0 0,-3 21 1664 0 0,5-17-2721 0 0,4-1-3791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2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191 128 7367 0 0,'1'-11'603'0'0,"0"-1"0"0"0,-1 0 0 0 0,-3-23 0 0 0,2 32-344 0 0,1 0 0 0 0,-1 0-1 0 0,1 0 1 0 0,-1 0 0 0 0,0 1-1 0 0,0-1 1 0 0,-1 0 0 0 0,1 0 0 0 0,0 1-1 0 0,-1-1 1 0 0,0 1 0 0 0,1-1 0 0 0,-1 1-1 0 0,0 0 1 0 0,0 0 0 0 0,-1 0 0 0 0,1 0-1 0 0,0 0 1 0 0,-1 0 0 0 0,1 1 0 0 0,-4-3-1 0 0,3 4-110 0 0,1-1-1 0 0,0 1 0 0 0,0-1 0 0 0,-1 1 1 0 0,1 0-1 0 0,0 0 0 0 0,-1 0 1 0 0,1 0-1 0 0,0 0 0 0 0,-1 1 0 0 0,1-1 1 0 0,0 1-1 0 0,0-1 0 0 0,0 1 1 0 0,-1 0-1 0 0,1 0 0 0 0,0 0 0 0 0,0 0 1 0 0,0 1-1 0 0,0-1 0 0 0,0 0 1 0 0,1 1-1 0 0,-1-1 0 0 0,-2 4 0 0 0,-5 3 146 0 0,1 1 0 0 0,0 0 0 0 0,-8 14 0 0 0,7-9-5 0 0,0 1 1 0 0,-11 24 0 0 0,17-31-191 0 0,0-1-1 0 0,1 2 1 0 0,-1-1 0 0 0,2 0-1 0 0,-1 0 1 0 0,1 1 0 0 0,0 9 0 0 0,1-17-83 0 0,0 1 0 0 0,-1-1 0 0 0,1 1 1 0 0,1 0-1 0 0,-1-1 0 0 0,0 1 0 0 0,0-1 1 0 0,0 1-1 0 0,1 0 0 0 0,-1-1 0 0 0,1 1 1 0 0,0-1-1 0 0,-1 1 0 0 0,1-1 1 0 0,0 1-1 0 0,0-1 0 0 0,0 0 0 0 0,0 1 1 0 0,0-1-1 0 0,0 0 0 0 0,0 0 0 0 0,0 0 1 0 0,0 0-1 0 0,1 0 0 0 0,-1 0 0 0 0,0 0 1 0 0,1 0-1 0 0,-1 0 0 0 0,1-1 1 0 0,-1 1-1 0 0,1 0 0 0 0,-1-1 0 0 0,1 0 1 0 0,-1 1-1 0 0,4-1 0 0 0,-1 1 5 0 0,1-2 1 0 0,-1 1-1 0 0,0 0 0 0 0,1-1 1 0 0,-1 0-1 0 0,0 0 0 0 0,0 0 0 0 0,0 0 1 0 0,1-1-1 0 0,-1 0 0 0 0,-1 0 1 0 0,6-3-1 0 0,1-2-7 0 0,0 0 0 0 0,0-2 0 0 0,-1 1 0 0 0,0-1 1 0 0,0 0-1 0 0,-1-1 0 0 0,-1 0 0 0 0,1 0 0 0 0,-2-1 0 0 0,1 0 1 0 0,-1 0-1 0 0,-1 0 0 0 0,0-1 0 0 0,5-20 0 0 0,-9 31 8 0 0,-1 6 34 0 0,-1 18 114 0 0,-2 32 95 0 0,-9 61-190 0 0,-2 48-81 0 0,14-158 5 0 0,0 0 1 0 0,0 0-1 0 0,0 0 0 0 0,0 0 0 0 0,1 0 1 0 0,0 0-1 0 0,0 0 0 0 0,1 0 1 0 0,4 9-1 0 0,-6-14-69 0 0,0-1 1 0 0,0 0-1 0 0,1 1 1 0 0,-1-1-1 0 0,0 0 1 0 0,1 1-1 0 0,-1-1 1 0 0,0 0-1 0 0,1 0 1 0 0,-1 0-1 0 0,1 1 1 0 0,-1-1-1 0 0,0 0 1 0 0,1 0-1 0 0,-1 0 1 0 0,1 0-1 0 0,-1 0 0 0 0,0 0 1 0 0,1 0-1 0 0,-1 0 1 0 0,1 0-1 0 0,-1 0 1 0 0,1 0-1 0 0,-1 0 1 0 0,0 0-1 0 0,2 0 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3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0 165 455 0 0,'22'-44'2221'0'0,"18"-18"9305"0"0,-37 58-10760 0 0,1 0 0 0 0,0 0 0 0 0,0 0-1 0 0,1 0 1 0 0,-1 0 0 0 0,1 1 0 0 0,8-6 0 0 0,-6 6-517 0 0,0-1 1 0 0,0 1 0 0 0,0 1 0 0 0,0-1-1 0 0,1 1 1 0 0,-1 0 0 0 0,1 1-1 0 0,-1-1 1 0 0,10 1 0 0 0,-15 1-226 0 0,0 0 0 0 0,0 0 0 0 0,1 0 0 0 0,-1 1 0 0 0,0-1 1 0 0,0 1-1 0 0,1-1 0 0 0,-1 1 0 0 0,0 0 0 0 0,0 0 0 0 0,0 0 0 0 0,0 0 0 0 0,0 0 1 0 0,0 0-1 0 0,0 1 0 0 0,0-1 0 0 0,2 3 0 0 0,-2-1-8 0 0,0-1 0 0 0,0 1 0 0 0,-1 0 0 0 0,1-1 0 0 0,-1 1 0 0 0,1 0 0 0 0,-1 0 1 0 0,0 0-1 0 0,0 1 0 0 0,0-1 0 0 0,0 3 0 0 0,0 3-11 0 0,0 1 0 0 0,-1-1 1 0 0,0 0-1 0 0,-1 0 0 0 0,0 0 1 0 0,0 0-1 0 0,-4 15 0 0 0,-2-6-7 0 0,0-1 1 0 0,-1-1-1 0 0,-1 0 0 0 0,0 0 0 0 0,-1 0 0 0 0,-16 17 1 0 0,10-12 210 0 0,1 1 1 0 0,-13 25-1 0 0,23-31 168 0 0,7-14-86 0 0,7-7-75 0 0,10-13-115 0 0,-17 15-86 0 0,0 1-1 0 0,0-1 0 0 0,0 1 0 0 0,1 0 0 0 0,-1 0 1 0 0,1 0-1 0 0,-1 0 0 0 0,1 1 0 0 0,0-1 0 0 0,0 1 1 0 0,-1-1-1 0 0,1 1 0 0 0,5-1 0 0 0,15-3-39 0 0,-1 2-1 0 0,0 1 1 0 0,1 1-1 0 0,-1 0 0 0 0,1 2 1 0 0,29 4-1 0 0,-33 1-1983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7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48 447 5063 0 0,'0'0'82'0'0,"-1"-1"0"0"0,0 1-1 0 0,1 0 1 0 0,-1 0 0 0 0,0-1 0 0 0,1 1-1 0 0,-1 0 1 0 0,0 0 0 0 0,1 0-1 0 0,-1 0 1 0 0,0 0 0 0 0,0 0-1 0 0,1 0 1 0 0,-1 0 0 0 0,0 0-1 0 0,1 1 1 0 0,-1-1 0 0 0,0 0-1 0 0,1 0 1 0 0,-1 1 0 0 0,0-1 0 0 0,0 1-1 0 0,-2 0 172 0 0,1 1-1 0 0,0-1 1 0 0,0 1-1 0 0,0-1 0 0 0,0 1 1 0 0,0 0-1 0 0,-2 2 1 0 0,3-2-87 0 0,0-1 1 0 0,0 0 0 0 0,0 1-1 0 0,0-1 1 0 0,0 1-1 0 0,0-1 1 0 0,0 1 0 0 0,0-1-1 0 0,0 1 1 0 0,1 0 0 0 0,-1-1-1 0 0,1 1 1 0 0,-1 0-1 0 0,1 0 1 0 0,0-1 0 0 0,0 1-1 0 0,0 0 1 0 0,0 0 0 0 0,0 0-1 0 0,0-1 1 0 0,0 1-1 0 0,0 0 1 0 0,1 0 0 0 0,0 1-1 0 0,1 0 10 0 0,-1-1-1 0 0,1 0 1 0 0,1 0-1 0 0,-1 0 0 0 0,0 0 1 0 0,0-1-1 0 0,1 1 1 0 0,-1-1-1 0 0,1 1 1 0 0,-1-1-1 0 0,1 0 0 0 0,0 0 1 0 0,-1 0-1 0 0,1 0 1 0 0,0 0-1 0 0,0-1 0 0 0,0 1 1 0 0,-1-1-1 0 0,5 0 1 0 0,8 1 129 0 0,0-1 1 0 0,22-3 0 0 0,-21 1 11 0 0,4 1-34 0 0,1-2 0 0 0,-1-1 1 0 0,29-8-1 0 0,-39 8-187 0 0,0 1 1 0 0,-1-1-1 0 0,1-1 1 0 0,-1 0-1 0 0,0 0 1 0 0,0-1-1 0 0,-1 0 1 0 0,13-12-1 0 0,-10 8-3 0 0,-1-1 0 0 0,-1 0 0 0 0,0 0 0 0 0,0-1 0 0 0,-2 0 0 0 0,1 0 0 0 0,-1-1 0 0 0,-1 0 0 0 0,0 0-1 0 0,-1 0 1 0 0,-1-1 0 0 0,5-22 0 0 0,-6 17-31 0 0,-1 1 0 0 0,0-1 0 0 0,-2 0 0 0 0,0 0-1 0 0,-3-20 1 0 0,2 30-41 0 0,-1 0 0 0 0,0 0 1 0 0,0 0-1 0 0,-1 1 0 0 0,0-1 0 0 0,0 1 0 0 0,-1-1 0 0 0,0 1 0 0 0,-1 0 0 0 0,1 1 0 0 0,-1-1 0 0 0,-11-11 1 0 0,15 18-11 0 0,-1-1 0 0 0,1 1 1 0 0,-1-1-1 0 0,0 1 1 0 0,1 0-1 0 0,-1 0 1 0 0,0 0-1 0 0,0 0 0 0 0,1 0 1 0 0,-1 0-1 0 0,0 0 1 0 0,0 0-1 0 0,0 1 1 0 0,0-1-1 0 0,0 1 0 0 0,-1-1 1 0 0,1 1-1 0 0,0 0 1 0 0,0 0-1 0 0,0 0 1 0 0,-3 0-1 0 0,2 1 7 0 0,1 0-1 0 0,0 0 1 0 0,-1 0 0 0 0,1 0 0 0 0,0 1 0 0 0,-1-1-1 0 0,1 1 1 0 0,0-1 0 0 0,0 1 0 0 0,0 0-1 0 0,0 0 1 0 0,0-1 0 0 0,1 1 0 0 0,-1 1-1 0 0,1-1 1 0 0,-3 4 0 0 0,-3 6 3 0 0,2 1 0 0 0,-1-1-1 0 0,2 1 1 0 0,0 0 0 0 0,0 0 0 0 0,1 0 0 0 0,1 1 0 0 0,0-1 0 0 0,0 23 0 0 0,2 4-26 0 0,3-1-1 0 0,7 41 1 0 0,42 148 5 0 0,-18-94 0 0 0,51 264 0 0 0,-83-391-72 0 0,1 4-346 0 0,-1 0 1 0 0,0 1-1 0 0,0-1 0 0 0,-1 0 0 0 0,-1 18 1 0 0,-3-17-6773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7.6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14 166 6911 0 0,'-1'-2'-9'0'0,"-1"0"133"0"0,1-1 0 0 0,-1 1 0 0 0,1 0 0 0 0,-1-1 0 0 0,1 1 0 0 0,0-1 0 0 0,-1-3 0 0 0,2 6-26 0 0,0-1 0 0 0,0 0-1 0 0,0 0 1 0 0,0 0 0 0 0,0 1 0 0 0,0-1 0 0 0,0 0-1 0 0,0 0 1 0 0,0 1 0 0 0,1-1 0 0 0,-1 0-1 0 0,0 0 1 0 0,1 1 0 0 0,-1-1 0 0 0,0 0 0 0 0,1 1-1 0 0,-1-1 1 0 0,1 0 0 0 0,-1 1 0 0 0,1-1-1 0 0,-1 1 1 0 0,1-1 0 0 0,0 1 0 0 0,-1-1-1 0 0,1 1 1 0 0,0-1 0 0 0,-1 1 0 0 0,1-1 0 0 0,1 1-1 0 0,7-4 839 0 0,0 0 1 0 0,0 1-1 0 0,1 0 0 0 0,-1 1 0 0 0,11-1 0 0 0,6-2 202 0 0,166-46 3036 0 0,-129 31-5571 0 0,-1-1-3628 0 0,-48 16-1566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8.0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63 4143 0 0,'0'-8'165'0'0,"-2"-23"2141"0"0,2 30-2127 0 0,0-1 0 0 0,-1 1 0 0 0,1 0 0 0 0,0-1 0 0 0,-1 1 0 0 0,0 0 0 0 0,1 0 0 0 0,-1-1 0 0 0,0 1-1 0 0,0 0 1 0 0,0 0 0 0 0,0 0 0 0 0,1 0 0 0 0,-2 0 0 0 0,1 0 0 0 0,0 0 0 0 0,0 0 0 0 0,0 0 0 0 0,-2 0 0 0 0,2 1-63 0 0,0-1 0 0 0,0 1 0 0 0,0 0 1 0 0,0 0-1 0 0,0 0 0 0 0,0 0 0 0 0,0 0 1 0 0,0 0-1 0 0,0 1 0 0 0,0-1 0 0 0,0 0 1 0 0,0 0-1 0 0,0 1 0 0 0,0-1 0 0 0,0 0 1 0 0,0 1-1 0 0,0-1 0 0 0,1 1 0 0 0,-1 0 1 0 0,0-1-1 0 0,0 1 0 0 0,0 0 1 0 0,1-1-1 0 0,-1 1 0 0 0,-1 1 0 0 0,-17 23 1450 0 0,12-12-1074 0 0,0 0 1 0 0,1 0-1 0 0,1 1 0 0 0,0 0 1 0 0,-3 15-1 0 0,-11 74 924 0 0,-2 238 1402 0 0,19-262-2285 0 0,1-14-238 0 0,9 79 1 0 0,-3-111-243 0 0,0 0-1 0 0,2-1 1 0 0,1 0 0 0 0,18 42-1 0 0,-21-59-66 0 0,0 2-1 0 0,4 22 0 0 0,-4-17-503 0 0,-3-15-141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9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58 252 3223 0 0,'-4'-4'507'0'0,"0"1"-1"0"0,0-1 1 0 0,1 0-1 0 0,-1 0 0 0 0,1 0 1 0 0,0-1-1 0 0,0 1 0 0 0,0-1 1 0 0,1 0-1 0 0,-3-5 1 0 0,2 3 136 0 0,0 0 0 0 0,1 0 0 0 0,0-1 0 0 0,0 1 0 0 0,1 0 0 0 0,-2-14 0 0 0,4 13-262 0 0,-1 1 0 0 0,1 0 0 0 0,1-1 1 0 0,-1 1-1 0 0,1 0 0 0 0,1 0 0 0 0,-1 0 0 0 0,1 0 0 0 0,0 0 0 0 0,1 0 0 0 0,-1 1 0 0 0,9-11 0 0 0,-10 14-284 0 0,0 1 0 0 0,0-1 0 0 0,1 1 0 0 0,-1-1 0 0 0,1 1 0 0 0,-1 0 0 0 0,1 0 0 0 0,0 0 0 0 0,0 0 0 0 0,0 0 1 0 0,0 1-1 0 0,0-1 0 0 0,0 1 0 0 0,0 0 0 0 0,1 0 0 0 0,-1 0 0 0 0,0 1 0 0 0,1-1 0 0 0,-1 1 0 0 0,0-1 0 0 0,1 1 0 0 0,-1 0 0 0 0,1 0 0 0 0,-1 1 0 0 0,0-1 0 0 0,1 1 0 0 0,-1 0 0 0 0,0 0 0 0 0,7 2 1 0 0,-6-1-47 0 0,0 1 0 0 0,0-1 0 0 0,-1 1 0 0 0,1 0 1 0 0,-1 0-1 0 0,1 1 0 0 0,-1-1 0 0 0,0 1 1 0 0,0-1-1 0 0,0 1 0 0 0,-1 0 0 0 0,1 0 0 0 0,-1 0 1 0 0,4 9-1 0 0,-1-1 5 0 0,-1 1-1 0 0,0 0 1 0 0,3 26-1 0 0,-5-19-38 0 0,0 0-1 0 0,-2 0 0 0 0,-1 0 1 0 0,0-1-1 0 0,-1 1 0 0 0,-2 0 1 0 0,0-1-1 0 0,0 1 0 0 0,-2-1 1 0 0,-16 35-1 0 0,0-9 22 0 0,-2-2-1 0 0,-2-1 1 0 0,-37 48 0 0 0,30-44 90 0 0,62-70-11 0 0,31-37-45 0 0,-1-2 0 0 0,93-134 0 0 0,-137 176-72 0 0,23-48 0 0 0,-33 57 0 0 0,0 0 0 0 0,-1 0 0 0 0,0-1 0 0 0,-1 1 0 0 0,3-26 0 0 0,-6 38 1 0 0,0-1 0 0 0,1 1 0 0 0,-1-1 0 0 0,0 1 0 0 0,0-1 0 0 0,0 1 0 0 0,0-1 0 0 0,0 1 0 0 0,0-1 0 0 0,0 1 0 0 0,0-1 0 0 0,0 1 0 0 0,-1-1 0 0 0,1 1 0 0 0,0-1 0 0 0,0 1 0 0 0,0-1 0 0 0,-1 1 0 0 0,1 0 0 0 0,0-1 0 0 0,0 1 0 0 0,-1-1 0 0 0,1 1 0 0 0,0 0 0 0 0,-1-1 0 0 0,1 1 0 0 0,0-1 0 0 0,-1 1 0 0 0,1 0 0 0 0,-1 0 0 0 0,0-1 0 0 0,1 1 0 0 0,-1 0 1 0 0,1 0-1 0 0,-1 0 0 0 0,0 0 0 0 0,1 1 1 0 0,-1-1-1 0 0,1 0 0 0 0,-1 0 0 0 0,0 1 0 0 0,1-1 1 0 0,-1 0-1 0 0,1 1 0 0 0,-1-1 0 0 0,1 0 1 0 0,-1 1-1 0 0,1-1 0 0 0,-1 1 0 0 0,1-1 1 0 0,0 1-1 0 0,-1-1 0 0 0,1 1 0 0 0,0-1 0 0 0,-1 1 1 0 0,1-1-1 0 0,-1 1 0 0 0,-13 26-1 0 0,2 0 0 0 0,0 1 0 0 0,1 0 0 0 0,-12 55 0 0 0,-10 121 0 0 0,33-199 1 0 0,-3 11 43 0 0,2 1 0 0 0,0 0-1 0 0,0-1 1 0 0,4 27 0 0 0,-2-39-32 0 0,-1 0-1 0 0,1 0 1 0 0,0-1 0 0 0,1 1 0 0 0,-1 0-1 0 0,1-1 1 0 0,-1 1 0 0 0,1-1 0 0 0,0 0-1 0 0,0 1 1 0 0,4 2 0 0 0,-4-4-9 0 0,0 0 1 0 0,0 0-1 0 0,0-1 1 0 0,1 1-1 0 0,-1-1 1 0 0,0 1-1 0 0,1-1 1 0 0,0 0-1 0 0,-1 0 1 0 0,1 0 0 0 0,0 0-1 0 0,-1 0 1 0 0,1-1-1 0 0,0 1 1 0 0,0-1-1 0 0,-1 0 1 0 0,5 0-1 0 0,0-1 9 0 0,0 1-1 0 0,0-1 1 0 0,0-1-1 0 0,0 1 1 0 0,0-1-1 0 0,-1-1 1 0 0,13-5-1 0 0,-3 0-698 0 0,28-20 1 0 0,-37 23-545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9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3 186 8751 0 0,'0'-2'130'0'0,"-1"1"0"0"0,1-1 0 0 0,0 1 0 0 0,-1-1 0 0 0,1 1 0 0 0,0-1 0 0 0,0 1 0 0 0,0-1 0 0 0,0 1-1 0 0,0-1 1 0 0,0 0 0 0 0,1 1 0 0 0,-1-1 0 0 0,0 1 0 0 0,1-1 0 0 0,-1 1 0 0 0,1-1 0 0 0,-1 1 0 0 0,1 0 0 0 0,0-1 0 0 0,0 1-1 0 0,1-2 1 0 0,2-4 925 0 0,1 0 1 0 0,10-11-1 0 0,-7 9-495 0 0,1 1 0 0 0,1 0 1 0 0,-1 1-1 0 0,1 0 1 0 0,1 0-1 0 0,-1 1 0 0 0,12-5 1 0 0,0 2-136 0 0,0 0 0 0 0,38-8 0 0 0,47-1-1919 0 0,-86 16-5380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29.7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173 51 6159 0 0,'0'-9'65'0'0,"1"2"71"0"0,-1 0 0 0 0,-1 0 1 0 0,-1-9-1 0 0,2 16-104 0 0,0-1 1 0 0,0 1-1 0 0,0 0 1 0 0,-1-1-1 0 0,1 1 1 0 0,0 0-1 0 0,-1 0 0 0 0,1-1 1 0 0,0 1-1 0 0,-1 0 1 0 0,1 0-1 0 0,0-1 1 0 0,-1 1-1 0 0,1 0 1 0 0,0 0-1 0 0,-1 0 1 0 0,1 0-1 0 0,-1-1 1 0 0,1 1-1 0 0,0 0 0 0 0,-1 0 1 0 0,1 0-1 0 0,-1 0 1 0 0,1 0-1 0 0,0 0 1 0 0,-1 0-1 0 0,1 0 1 0 0,-1 0-1 0 0,1 0 1 0 0,0 0-1 0 0,-1 0 1 0 0,1 1-1 0 0,-1-1 1 0 0,1 0-1 0 0,0 0 0 0 0,-1 0 1 0 0,1 0-1 0 0,0 1 1 0 0,-1-1-1 0 0,-16 11 2204 0 0,8-1-1512 0 0,0 2 0 0 0,0-1 0 0 0,1 1 0 0 0,0 1-1 0 0,-12 25 1 0 0,7-6 191 0 0,-14 47 1 0 0,16-41-260 0 0,2 0 0 0 0,-4 45-1 0 0,11-65-368 0 0,1-1 0 0 0,1 0 0 0 0,0 1 0 0 0,1-1 1 0 0,1 0-1 0 0,1 0 0 0 0,7 25 0 0 0,-8-38-226 0 0,-1 0 1 0 0,1 1-1 0 0,0-1 1 0 0,0 0 0 0 0,0 0-1 0 0,1 0 1 0 0,0 0 0 0 0,-1 0-1 0 0,1-1 1 0 0,1 1 0 0 0,-1-1-1 0 0,0 0 1 0 0,1 0 0 0 0,5 4-1 0 0,-4-4-55 0 0,1 0-1 0 0,0-1 0 0 0,0 1 0 0 0,0-1 1 0 0,0 0-1 0 0,0-1 0 0 0,0 0 0 0 0,0 0 1 0 0,1 0-1 0 0,6 0 0 0 0,7-1-1526 0 0,0-3-5714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0.1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45 2303 0 0,'1'-1'147'0'0,"-1"-1"-1"0"0,1 1 0 0 0,0-1 1 0 0,-1 1-1 0 0,1-1 0 0 0,0 1 1 0 0,0-1-1 0 0,0 1 0 0 0,0 0 1 0 0,0 0-1 0 0,0-1 0 0 0,0 1 1 0 0,1 0-1 0 0,-1 0 0 0 0,0 0 1 0 0,0 0-1 0 0,1 0 0 0 0,-1 1 0 0 0,2-2 1 0 0,4-1 867 0 0,0-1-1 0 0,-1 1 1 0 0,9-2 0 0 0,-12 4-565 0 0,1 0-1 0 0,-1 0 1 0 0,1 1 0 0 0,-1-1 0 0 0,1 1 0 0 0,-1 0 0 0 0,1 0-1 0 0,-1 0 1 0 0,1 0 0 0 0,-1 1 0 0 0,1-1 0 0 0,-1 1 0 0 0,1 0 0 0 0,5 3-1 0 0,-7-3-263 0 0,0 0 0 0 0,-1 0-1 0 0,1 0 1 0 0,0 0-1 0 0,0 1 1 0 0,-1-1 0 0 0,1 1-1 0 0,-1 0 1 0 0,1-1-1 0 0,-1 1 1 0 0,0 0 0 0 0,1 0-1 0 0,-1 0 1 0 0,0 0-1 0 0,0 0 1 0 0,-1 0 0 0 0,1 0-1 0 0,0 0 1 0 0,-1 0-1 0 0,1 0 1 0 0,-1 0 0 0 0,0 0-1 0 0,1 1 1 0 0,-1 3 0 0 0,-1 6-106 0 0,-1 0 0 0 0,0 0 0 0 0,0 0 0 0 0,-1 0 0 0 0,-1 0 0 0 0,0-1 0 0 0,0 0 0 0 0,-1 0 0 0 0,-1 0 0 0 0,1 0 0 0 0,-2-1 0 0 0,0 0 0 0 0,0 0 0 0 0,-1-1 0 0 0,0 0 0 0 0,0 0 0 0 0,-1-1 0 0 0,0 0 0 0 0,-15 10-1 0 0,1-6-10 0 0,22-12-68 0 0,0 0 0 0 0,0 1 0 0 0,0-1 0 0 0,0 0 0 0 0,0 1 0 0 0,0-1-1 0 0,0 0 1 0 0,1 0 0 0 0,-1 0 0 0 0,0 0 0 0 0,0 0 0 0 0,0 0 0 0 0,0 0 0 0 0,0 0 0 0 0,0 0 0 0 0,0 0 0 0 0,0 0 0 0 0,0-1 0 0 0,0 1 0 0 0,0 0 0 0 0,0-1 0 0 0,0 1 0 0 0,0-1 0 0 0,0 0 0 0 0,1 1 0 0 0,0-1 0 0 0,0 1 0 0 0,-1-1 0 0 0,1 1 0 0 0,0-1 0 0 0,0 1 0 0 0,0-1 0 0 0,0 1 0 0 0,0-1 0 0 0,-1 1 0 0 0,1-1 0 0 0,0 1 0 0 0,0-1 0 0 0,0 1 0 0 0,1-1 0 0 0,-1 0 0 0 0,0 1 0 0 0,0-1 0 0 0,0 1 0 0 0,0-1 0 0 0,0 1 0 0 0,1-1 0 0 0,-1 1 0 0 0,0-1 0 0 0,0 1 0 0 0,1-1 0 0 0,-1 1 0 0 0,0 0 0 0 0,1-1 0 0 0,-1 1 0 0 0,0-1 0 0 0,1 1 0 0 0,-1 0 0 0 0,1-1 0 0 0,-1 1 0 0 0,1 0 0 0 0,-1 0 0 0 0,1-1 0 0 0,-1 1 0 0 0,1 0 0 0 0,21-11 0 0 0,-18 10 0 0 0,0 0 0 0 0,0 0 0 0 0,0 1 0 0 0,0 0 0 0 0,0-1 0 0 0,0 2 0 0 0,0-1 0 0 0,0 0 0 0 0,0 1 0 0 0,0 0 0 0 0,0 0 0 0 0,-1 0 0 0 0,7 2 0 0 0,1 3 0 0 0,0-1 0 0 0,0 2 0 0 0,9 7 0 0 0,18 10 0 0 0,-35-22 5 0 0,0-1 0 0 0,0 0 0 0 0,1 0 0 0 0,-1 0 0 0 0,0 0 0 0 0,1-1 0 0 0,-1 1 0 0 0,1-1 0 0 0,-1 0 0 0 0,0 0 0 0 0,1 0-1 0 0,-1 0 1 0 0,1-1 0 0 0,-1 1 0 0 0,0-1 0 0 0,0 0 0 0 0,1 0 0 0 0,-1 0 0 0 0,0-1 0 0 0,0 1 0 0 0,5-3 0 0 0,0-2 50 0 0,1 1 1 0 0,-1-1-1 0 0,-1 0 1 0 0,1-1-1 0 0,-1 0 1 0 0,7-9-1 0 0,2-9 82 0 0,-15 25-189 0 0,-1-1-1 0 0,1 0 1 0 0,-1 0 0 0 0,1 0 0 0 0,-1 0 0 0 0,1 0 0 0 0,-1 0 0 0 0,0 0 0 0 0,1 0 0 0 0,-1 0-1 0 0,0 0 1 0 0,0 0 0 0 0,0 0 0 0 0,0 0 0 0 0,0 0 0 0 0,0 0 0 0 0,0 0 0 0 0,0 0-1 0 0,-1 0 1 0 0,1 0 0 0 0,0 0 0 0 0,0 0 0 0 0,-1-1 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0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9 5063 0 0,'-9'-8'509'0'0,"9"12"1092"0"0,13 18 1842 0 0,-10-18-3080 0 0,11 18 1579 0 0,-2 1-1 0 0,0-1 0 0 0,13 38 1 0 0,-21-47-1579 0 0,-1 1 0 0 0,0 0 0 0 0,0-1 1 0 0,-1 1-1 0 0,-1 0 0 0 0,0 0 0 0 0,-1 0 1 0 0,-3 17-1 0 0,0-7-210 0 0,-2-1 0 0 0,0 0 0 0 0,-2 0 0 0 0,-15 35 0 0 0,-49 81-21 0 0,60-118-124 0 0,-3 7-296 0 0,12-18-64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0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5527 0 0,'0'0'15'0'0,"0"-1"-1"0"0,0 1 1 0 0,0 0-1 0 0,0 0 1 0 0,0 0-1 0 0,0 0 0 0 0,0 0 1 0 0,0 0-1 0 0,0 0 1 0 0,0 0-1 0 0,0 0 0 0 0,0-1 1 0 0,0 1-1 0 0,0 0 1 0 0,0 0-1 0 0,0 0 1 0 0,0 0-1 0 0,0 0 0 0 0,0 0 1 0 0,0 0-1 0 0,0 0 1 0 0,0 0-1 0 0,0-1 1 0 0,0 1-1 0 0,0 0 0 0 0,0 0 1 0 0,1 0-1 0 0,-1 0 1 0 0,0 0-1 0 0,0 0 1 0 0,0 0-1 0 0,0 0 0 0 0,0 0 1 0 0,0 0-1 0 0,0 0 1 0 0,0 0-1 0 0,0 0 0 0 0,0-1 1 0 0,0 1-1 0 0,1 0 1 0 0,-1 0-1 0 0,0 0 1 0 0,0 0-1 0 0,0 0 0 0 0,0 0 1 0 0,0 0-1 0 0,0 0 1 0 0,0 0-1 0 0,0 0 1 0 0,0 0-1 0 0,1 0 0 0 0,-1 0 1 0 0,0 0-1 0 0,0 0 1 0 0,0 0-1 0 0,0 0 1 0 0,0 0-1 0 0,0 1 0 0 0,0-1 1 0 0,0 0-1 0 0,1 0 1 0 0,6 7 1435 0 0,11 17 1184 0 0,-15-19-2371 0 0,19 28 2489 0 0,-1 1 0 0 0,20 47 1 0 0,-24-42-1686 0 0,-3 0 1 0 0,11 43-1 0 0,-15-37-881 0 0,-2 1-1 0 0,-1 0 0 0 0,-3 0 1 0 0,-2 0-1 0 0,-4 62 0 0 0,-7-20-154 0 0,-3-1 0 0 0,-4 0 0 0 0,-4-1 0 0 0,-39 107 0 0 0,38-129 319 0 0,4-13-1443 0 0,5-18-4662 0 0,5-14-1555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1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14 8287 0 0,'-2'-2'394'0'0,"2"1"-358"0"0,-1 1-1 0 0,1-1 1 0 0,-1 0 0 0 0,1 1-1 0 0,-1-1 1 0 0,0 1 0 0 0,1-1-1 0 0,-1 1 1 0 0,0-1 0 0 0,1 1-1 0 0,-1 0 1 0 0,0-1-1 0 0,1 1 1 0 0,-1 0 0 0 0,-1-1-1 0 0,-4 0 1147 0 0,-5-2 1384 0 0,10 5-1213 0 0,7 5-104 0 0,-2-5-872 0 0,1 0 1 0 0,-1 0 0 0 0,1 0 0 0 0,0 0 0 0 0,0 0 0 0 0,0-1 0 0 0,0 0 0 0 0,6 0-1 0 0,2 2 19 0 0,21 3 396 0 0,-23-5-601 0 0,0 1-1 0 0,-1 0 1 0 0,16 6-1 0 0,-25-8-189 0 0,0 1 1 0 0,0-1-1 0 0,0 0 0 0 0,0 1 0 0 0,0-1 1 0 0,-1 1-1 0 0,1-1 0 0 0,0 1 0 0 0,0 0 1 0 0,-1-1-1 0 0,1 1 0 0 0,0 0 0 0 0,-1-1 1 0 0,1 1-1 0 0,0 0 0 0 0,-1 0 0 0 0,1 0 1 0 0,-1 0-1 0 0,1-1 0 0 0,-1 1 1 0 0,0 0-1 0 0,1 0 0 0 0,-1 0 0 0 0,0 0 1 0 0,0 0-1 0 0,0 0 0 0 0,0 0 0 0 0,0 0 1 0 0,0 0-1 0 0,0 0 0 0 0,0 0 0 0 0,0 0 1 0 0,0 0-1 0 0,0 0 0 0 0,0 0 0 0 0,-1 0 1 0 0,1 0-1 0 0,0-1 0 0 0,-1 1 0 0 0,1 0 1 0 0,-1 0-1 0 0,1 0 0 0 0,-2 1 0 0 0,-1 3-81 0 0,-1 0 0 0 0,1 0 0 0 0,-1 0 0 0 0,-1 0 0 0 0,-6 6 0 0 0,-14 9-846 0 0,-1-1 1 0 0,-50 26-1 0 0,46-28 626 0 0,29-16 292 0 0,0-1 0 0 0,0 0 0 0 0,1 1 1 0 0,-1-1-1 0 0,0 1 0 0 0,1-1 1 0 0,-1 1-1 0 0,0-1 0 0 0,1 1 0 0 0,-1-1 1 0 0,0 1-1 0 0,1 0 0 0 0,-1-1 1 0 0,1 1-1 0 0,-1 1 0 0 0,1-2 16 0 0,0 1 0 0 0,0-1 0 0 0,1 0-1 0 0,-1 0 1 0 0,0 0 0 0 0,0 1 0 0 0,1-1 0 0 0,-1 0-1 0 0,0 0 1 0 0,1 0 0 0 0,-1 0 0 0 0,0 0 0 0 0,0 0-1 0 0,1 1 1 0 0,-1-1 0 0 0,0 0 0 0 0,1 0 0 0 0,-1 0 0 0 0,0 0-1 0 0,1 0 1 0 0,-1 0 0 0 0,0 0 0 0 0,1 0 0 0 0,-1 0-1 0 0,1-1 1 0 0,28-3 946 0 0,63-29 1468 0 0,10-3-1553 0 0,-82 31-906 0 0,0 0 1 0 0,0 1 0 0 0,26-2-1 0 0,-19 6-279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1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0 614 12439 0 0,'3'-5'215'0'0,"0"0"0"0"0,0 0 0 0 0,0 0 0 0 0,1 0 0 0 0,0 1 0 0 0,-1 0 0 0 0,2-1 0 0 0,-1 1 0 0 0,0 1 0 0 0,1-1 0 0 0,0 1 0 0 0,8-5 0 0 0,-11 6-88 0 0,211-147 5451 0 0,-120 79-4657 0 0,-82 60-852 0 0,-1 1 0 0 0,-1-2 0 0 0,1 1 0 0 0,-1-1 0 0 0,-1-1 0 0 0,9-15 0 0 0,-14 21-62 0 0,-1-1 1 0 0,1 1-1 0 0,-1-1 0 0 0,0 1 0 0 0,-1-1 0 0 0,0 0 0 0 0,0 0 1 0 0,0 0-1 0 0,-1 0 0 0 0,0 0 0 0 0,0 0 0 0 0,-1 0 1 0 0,1 1-1 0 0,-2-1 0 0 0,1 0 0 0 0,-1 0 0 0 0,-4-10 1 0 0,3 9-1 0 0,-1 0 0 0 0,1 1 1 0 0,-1 0-1 0 0,-1 0 0 0 0,0 0 1 0 0,0 1-1 0 0,0-1 1 0 0,0 1-1 0 0,-1 0 0 0 0,0 1 1 0 0,-1-1-1 0 0,1 1 0 0 0,-1 1 1 0 0,-11-7-1 0 0,15 9 1 0 0,0 1 0 0 0,-1-1 0 0 0,1 1 1 0 0,0 0-1 0 0,-1 0 0 0 0,1 0 0 0 0,-1 1 0 0 0,1-1 0 0 0,-1 1 0 0 0,1 0 0 0 0,-1 0 0 0 0,1 0 0 0 0,-1 0 0 0 0,1 0 1 0 0,-1 1-1 0 0,1 0 0 0 0,0 0 0 0 0,-1 0 0 0 0,-5 3 0 0 0,4-2-5 0 0,1 1 1 0 0,0 0-1 0 0,0 0 0 0 0,0 0 1 0 0,0 1-1 0 0,0-1 0 0 0,1 1 0 0 0,0 0 1 0 0,-1 0-1 0 0,2 0 0 0 0,-1 0 1 0 0,0 1-1 0 0,-2 6 0 0 0,-1 3-3 0 0,0 1 0 0 0,2 0 0 0 0,-1 1 0 0 0,-2 24 0 0 0,3-7 0 0 0,1 41 0 0 0,5-18 19 0 0,15 99-1 0 0,26 54 97 0 0,-28-137-135 0 0,27 165-56 0 0,-36-183 255 0 0,-3 1-1 0 0,-4 75 1 0 0,0-104-153 0 0,1-19-27 0 0,0 0 0 0 0,0 0 0 0 0,-1 0-1 0 0,0 0 1 0 0,0 0 0 0 0,0 0 0 0 0,-1-1 0 0 0,-3 9 0 0 0,4-14-76 0 0,1-1-1 0 0,-1 1 1 0 0,1 0-1 0 0,-1-1 1 0 0,1 1-1 0 0,-1-1 1 0 0,0 1 0 0 0,1-1-1 0 0,-1 0 1 0 0,1 1-1 0 0,-1-1 1 0 0,0 1-1 0 0,0-1 1 0 0,1 0-1 0 0,-1 0 1 0 0,0 1 0 0 0,1-1-1 0 0,-1 0 1 0 0,0 0-1 0 0,0 0 1 0 0,1 0-1 0 0,-1 0 1 0 0,0 0-1 0 0,0 0 1 0 0,1 0 0 0 0,-1 0-1 0 0,0 0 1 0 0,0-1-1 0 0,1 1 1 0 0,-1 0-1 0 0,0 0 1 0 0,0-1-1 0 0,0 0 1 0 0,-1 1-458 0 0,-10-3-6825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1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18 221 7831 0 0,'-4'-4'318'0'0,"3"3"-289"0"0,-1-1 1 0 0,1 1-1 0 0,-1-1 1 0 0,1 1-1 0 0,0-1 0 0 0,-1 1 1 0 0,1-1-1 0 0,-1-3 0 0 0,2 4 106 0 0,0 1 0 0 0,-1-1 0 0 0,1 0 0 0 0,0 0-1 0 0,0 0 1 0 0,1 0 0 0 0,-1 0 0 0 0,0 0 0 0 0,0 0-1 0 0,0 0 1 0 0,0 0 0 0 0,1 1 0 0 0,-1-1 0 0 0,0 0-1 0 0,1 0 1 0 0,-1 0 0 0 0,1 0 0 0 0,-1 1 0 0 0,1-1-1 0 0,-1 0 1 0 0,1 1 0 0 0,0-1 0 0 0,0 0 0 0 0,12-13 1515 0 0,0 1 0 0 0,1 1 0 0 0,0 1 0 0 0,24-16 0 0 0,69-30 775 0 0,-32 26-2000 0 0,-64 28-472 0 0,0 0-1 0 0,0 0 1 0 0,0 1-1 0 0,0 0 1 0 0,13 0 0 0 0,-2 6-2096 0 0,-11-1-5196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2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171 214 3679 0 0,'0'-34'701'0'0,"7"-36"0"0"0,-4 47 1220 0 0,-1 0 0 0 0,-1-32 1 0 0,-1 55-1820 0 0,0 0 1 0 0,0-1-1 0 0,0 1 1 0 0,0-1 0 0 0,0 1-1 0 0,0 0 1 0 0,0-1 0 0 0,0 1-1 0 0,0 0 1 0 0,0-1-1 0 0,0 1 1 0 0,0 0 0 0 0,0-1-1 0 0,0 1 1 0 0,-1 0-1 0 0,1-1 1 0 0,0 1 0 0 0,0 0-1 0 0,0-1 1 0 0,-1 1-1 0 0,1 0 1 0 0,0 0 0 0 0,0-1-1 0 0,-1 1 1 0 0,1 0 0 0 0,0 0-1 0 0,-1-1 1 0 0,-6 7 1741 0 0,-7 19-199 0 0,12-22-1473 0 0,-21 44 702 0 0,2 0-1 0 0,2 1 0 0 0,2 1 1 0 0,-20 99-1 0 0,20-40-200 0 0,-5 142 0 0 0,23-19 24 0 0,3-176-507 0 0,3-1 0 0 0,17 65 0 0 0,-14-78-82 0 0,22 77 157 0 0,-29-112-270 0 0,-1 1 0 0 0,1-1 0 0 0,1 1-1 0 0,-1-1 1 0 0,9 11 0 0 0,3 2-7162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3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64 10591 0 0,'-1'-1'2293'0'0,"10"0"-410"0"0,12-3 9 0 0,15-5-76 0 0,115-31 626 0 0,-145 38-2542 0 0,1 0 0 0 0,0 1 1 0 0,0-1-1 0 0,0 1 1 0 0,0 1-1 0 0,0-1 1 0 0,1 1-1 0 0,-1 0 1 0 0,0 1-1 0 0,0 0 1 0 0,0 0-1 0 0,0 0 1 0 0,9 4-1 0 0,-2 0-6896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3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77 326 1839 0 0,'1'-7'239'0'0,"0"-1"0"0"0,0 0-1 0 0,1 1 1 0 0,4-12-1 0 0,0 0 667 0 0,-2 5 17 0 0,0-1 1021 0 0,0 1-1 0 0,-1 0 1 0 0,3-27 0 0 0,-8 37 327 0 0,0 8-847 0 0,-3 10-28 0 0,5-8-1194 0 0,0 0 1 0 0,1 0 0 0 0,-1 0-1 0 0,1 0 1 0 0,1 0-1 0 0,-1 0 1 0 0,1 0-1 0 0,0 0 1 0 0,0-1-1 0 0,0 1 1 0 0,5 6-1 0 0,5 9 112 0 0,22 28 0 0 0,-25-36-104 0 0,13 16 133 0 0,-8-11-94 0 0,0 1-1 0 0,-2 0 1 0 0,0 1 0 0 0,16 36-1 0 0,-27-54-232 0 0,-1 1 1 0 0,1-1-1 0 0,0 0 0 0 0,-1 1 1 0 0,0-1-1 0 0,1 1 0 0 0,-1-1 0 0 0,0 1 1 0 0,0-1-1 0 0,-1 1 0 0 0,1-1 0 0 0,0 1 1 0 0,-1-1-1 0 0,0 1 0 0 0,1-1 1 0 0,-3 5-1 0 0,1-4 0 0 0,0 1 0 0 0,0-1 0 0 0,-1 0 0 0 0,1 0 0 0 0,-1 0 1 0 0,0 0-1 0 0,0 0 0 0 0,0 0 0 0 0,-6 3 0 0 0,-1 0 20 0 0,-1 0-1 0 0,0-1 1 0 0,0 0 0 0 0,0 0-1 0 0,-24 5 1 0 0,22-7-11 0 0,0 0 1 0 0,-1-1 0 0 0,1-1-1 0 0,-1 0 1 0 0,0 0 0 0 0,1-2-1 0 0,-22-2 1 0 0,34 3-25 0 0,-1-1 0 0 0,1 1 0 0 0,-1 0 0 0 0,1 0 0 0 0,0-1 0 0 0,-1 1 0 0 0,1-1 0 0 0,-1 1 0 0 0,1-1 0 0 0,0 0 0 0 0,0 0 0 0 0,-1 1 0 0 0,1-1 0 0 0,0 0 0 0 0,0 0 0 0 0,0 0 0 0 0,0 0 0 0 0,0 0 0 0 0,0-1 0 0 0,0 1 0 0 0,0 0 0 0 0,1 0 0 0 0,-1-1 0 0 0,0 1 0 0 0,1 0 0 0 0,-2-2 0 0 0,2 1 0 0 0,0 0 0 0 0,0 0 0 0 0,1 0 0 0 0,-1 1 0 0 0,0-1 0 0 0,0 0 0 0 0,1 0 0 0 0,-1 0 0 0 0,1 1 0 0 0,0-1 0 0 0,-1 0 0 0 0,1 1 0 0 0,0-1 0 0 0,0 0 0 0 0,0 1 0 0 0,0-1 0 0 0,0 1 0 0 0,0 0 0 0 0,1-1 0 0 0,-1 1 0 0 0,2-1 0 0 0,17-15 0 0 0,2 1 0 0 0,-1 2 0 0 0,33-17 0 0 0,-5 4 0 0 0,-17 7 0 0 0,41-32 0 0 0,-62 43 0 0 0,0-1 0 0 0,-1 0 0 0 0,0-1 0 0 0,-1 0 0 0 0,0-1 0 0 0,13-22 0 0 0,-16 21 19 0 0,0 0-1 0 0,0 0 1 0 0,-1 0-1 0 0,-1-1 0 0 0,0 1 1 0 0,-1-1-1 0 0,2-21 1 0 0,-4 28-13 0 0,-1-1 0 0 0,0 1 1 0 0,0-1-1 0 0,-1 1 0 0 0,0-1 0 0 0,0 1 1 0 0,0 0-1 0 0,-1-1 0 0 0,0 1 1 0 0,-1 0-1 0 0,0 0 0 0 0,0 0 0 0 0,0 0 1 0 0,-1 1-1 0 0,-8-11 0 0 0,10 14-11 0 0,0 1 0 0 0,-1-1 0 0 0,1 1 0 0 0,-1 0 0 0 0,1-1 0 0 0,-1 1 0 0 0,0 1 0 0 0,0-1 0 0 0,0 0 0 0 0,0 1 0 0 0,0-1 0 0 0,0 1 0 0 0,-1 0 0 0 0,-5-1 0 0 0,4 2 1 0 0,0-1-1 0 0,0 1 1 0 0,0 0-1 0 0,0 0 1 0 0,0 1-1 0 0,0-1 1 0 0,0 1-1 0 0,0 0 1 0 0,-5 3-1 0 0,-1 0 3 0 0,0 0 0 0 0,0 2 0 0 0,1-1 0 0 0,-1 1 0 0 0,1 1 0 0 0,1 0 0 0 0,-16 14 0 0 0,16-12 4 0 0,1 0 1 0 0,0 0-1 0 0,0 0 0 0 0,1 1 1 0 0,0 0-1 0 0,1 1 0 0 0,0-1 1 0 0,1 1-1 0 0,-6 18 0 0 0,8-21-22 0 0,1 0-1 0 0,0 1 1 0 0,1 0-1 0 0,0-1 1 0 0,0 1-1 0 0,1 0 1 0 0,0 0-1 0 0,1-1 1 0 0,0 1-1 0 0,0 0 1 0 0,1-1-1 0 0,0 1 1 0 0,6 16-1 0 0,6 7-3289 0 0,-9-20 86 0 0,5 10-3946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4.0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82 6911 0 0,'0'0'68'0'0,"0"0"-1"0"0,-1 0 1 0 0,1 0-1 0 0,0 0 0 0 0,0 0 1 0 0,-1-1-1 0 0,1 1 1 0 0,0 0-1 0 0,0 0 1 0 0,-1 0-1 0 0,1 0 0 0 0,0 1 1 0 0,0-1-1 0 0,-1 0 1 0 0,1 0-1 0 0,0 0 0 0 0,0 0 1 0 0,-1 0-1 0 0,1 0 1 0 0,0 0-1 0 0,0 0 0 0 0,-1 0 1 0 0,1 1-1 0 0,0-1 1 0 0,0 0-1 0 0,0 0 1 0 0,-1 0-1 0 0,1 1 0 0 0,0-1 1 0 0,0 0-1 0 0,0 0 1 0 0,0 0-1 0 0,-1 1 0 0 0,1-1 1 0 0,0 0-1 0 0,0 0 1 0 0,0 1-1 0 0,0-1 0 0 0,0 0 1 0 0,0 0-1 0 0,0 1 1 0 0,0-1-1 0 0,0 0 1 0 0,0 0-1 0 0,0 1 0 0 0,0 0 326 0 0,1-1 0 0 0,-1 1 0 0 0,1 0 0 0 0,-1-1 0 0 0,1 1-1 0 0,-1-1 1 0 0,1 1 0 0 0,0 0 0 0 0,0-1 0 0 0,-1 0 0 0 0,1 1 0 0 0,0-1-1 0 0,0 1 1 0 0,-1-1 0 0 0,1 0 0 0 0,0 0 0 0 0,0 1 0 0 0,1-1 0 0 0,20 4 742 0 0,1-1 1 0 0,-1-1 0 0 0,23-1-1 0 0,-1-4-411 0 0,86-16 0 0 0,39-23-471 0 0,-30 6-122 0 0,-136 36-112 0 0,30-6 115 0 0,-32 6-141 0 0,1 0-1 0 0,-1-1 1 0 0,0 1 0 0 0,1 0 0 0 0,-1 0-1 0 0,0 0 1 0 0,1 1 0 0 0,-1-1 0 0 0,0 0-1 0 0,1 0 1 0 0,-1 1 0 0 0,0-1-1 0 0,0 1 1 0 0,1-1 0 0 0,-1 1 0 0 0,0-1-1 0 0,0 1 1 0 0,0 0 0 0 0,0-1-1 0 0,2 3 1 0 0,-3-1-224 0 0,1 0 1 0 0,-1 1-1 0 0,0-1 0 0 0,0 0 0 0 0,0 1 1 0 0,0-1-1 0 0,0 1 0 0 0,-1-1 0 0 0,1 0 1 0 0,-1 1-1 0 0,1-1 0 0 0,-1 0 0 0 0,-1 4 1 0 0,-3 5-7264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4.6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1 393 8751 0 0,'0'-6'502'0'0,"1"-1"-1"0"0,0 0 0 0 0,1 1 0 0 0,2-7 1 0 0,2-10 803 0 0,41-190 7906 0 0,-45 204-9124 0 0,1-1 1 0 0,0 1 0 0 0,0 0-1 0 0,1 1 1 0 0,0-1-1 0 0,0 1 1 0 0,1-1-1 0 0,0 1 1 0 0,0 1-1 0 0,1-1 1 0 0,9-8-1 0 0,-15 15-83 0 0,1 0 0 0 0,-1 1-1 0 0,1-1 1 0 0,0 1 0 0 0,-1-1-1 0 0,1 1 1 0 0,0-1 0 0 0,-1 1-1 0 0,1-1 1 0 0,0 1-1 0 0,-1 0 1 0 0,1-1 0 0 0,0 1-1 0 0,0 0 1 0 0,-1 0 0 0 0,1 0-1 0 0,0 0 1 0 0,0-1 0 0 0,0 1-1 0 0,-1 0 1 0 0,1 0-1 0 0,0 0 1 0 0,1 1 0 0 0,-1-1 0 0 0,0 1-1 0 0,-1-1 1 0 0,1 1 0 0 0,0-1 0 0 0,-1 1 0 0 0,1 0 0 0 0,-1-1 0 0 0,1 1 0 0 0,-1 0 0 0 0,0-1 0 0 0,1 1-1 0 0,-1 0 1 0 0,1 0 0 0 0,-1 0 0 0 0,0-1 0 0 0,0 1 0 0 0,1 0 0 0 0,-1 1 0 0 0,1 3 8 0 0,-1 1 0 0 0,1-1 0 0 0,-1 1 0 0 0,-1-1 0 0 0,0 10 0 0 0,-37 160 189 0 0,5-29-61 0 0,31-132-229 0 0,0 0 0 0 0,0 25 0 0 0,2-32-201 0 0,0 0 0 0 0,1-1 0 0 0,0 1 1 0 0,0-1-1 0 0,0 1 0 0 0,1-1 0 0 0,0 1 0 0 0,3 5 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5.0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1 140 5063 0 0,'1'-5'130'0'0,"0"0"-1"0"0,0 0 0 0 0,1 1 0 0 0,0-1 1 0 0,0 0-1 0 0,0 1 0 0 0,1 0 0 0 0,-1-1 1 0 0,1 1-1 0 0,0 0 0 0 0,0 0 0 0 0,0 1 1 0 0,1-1-1 0 0,-1 1 0 0 0,7-5 0 0 0,2-1 875 0 0,0 0-1 0 0,1 1 1 0 0,-1 1 0 0 0,1 0-1 0 0,1 1 1 0 0,-1 1-1 0 0,1 0 1 0 0,19-5-1 0 0,-31 10-831 0 0,1-1 0 0 0,-1 1-1 0 0,1 0 1 0 0,-1-1 0 0 0,1 1-1 0 0,-1 0 1 0 0,1 1 0 0 0,-1-1-1 0 0,1 0 1 0 0,-1 1 0 0 0,0-1-1 0 0,1 1 1 0 0,-1 0 0 0 0,0 0-1 0 0,1 0 1 0 0,-1 0 0 0 0,0 0-1 0 0,0 0 1 0 0,0 0 0 0 0,0 1-1 0 0,0-1 1 0 0,0 1 0 0 0,0 0-1 0 0,0 0 1 0 0,-1-1 0 0 0,1 1-1 0 0,1 3 1 0 0,-1-2-100 0 0,-1 1 0 0 0,1-1-1 0 0,-1 1 1 0 0,0-1 0 0 0,0 1 0 0 0,0-1-1 0 0,-1 1 1 0 0,1 0 0 0 0,-1 0 0 0 0,0-1-1 0 0,0 1 1 0 0,0 0 0 0 0,-1-1 0 0 0,1 1 0 0 0,-1 0-1 0 0,0-1 1 0 0,-2 6 0 0 0,-1 1-32 0 0,-1 0 0 0 0,-1-1 0 0 0,1 0 0 0 0,-1 0 1 0 0,-1-1-1 0 0,0 1 0 0 0,0-1 0 0 0,-12 11 0 0 0,16-17-16 0 0,3-2-21 0 0,0 0 0 0 0,0 0 0 0 0,0 0 0 0 0,1 0 0 0 0,-1 0 0 0 0,0 0 1 0 0,0 0-1 0 0,0 0 0 0 0,0 0 0 0 0,0 0 0 0 0,0 1 0 0 0,1-1 0 0 0,-1 0 0 0 0,0 0 0 0 0,0 0 0 0 0,0 0 0 0 0,0 0 0 0 0,0 0 0 0 0,0 0 0 0 0,1 0 0 0 0,-1 0 0 0 0,0 0 0 0 0,0 0 0 0 0,0 1 0 0 0,0-1 1 0 0,0 0-1 0 0,0 0 0 0 0,0 0 0 0 0,0 0 0 0 0,0 0 0 0 0,0 0 0 0 0,1 1 0 0 0,-1-1 0 0 0,0 0 0 0 0,0 0 0 0 0,0 0 0 0 0,0 0 0 0 0,0 0 0 0 0,0 1 0 0 0,0-1 0 0 0,0 0 0 0 0,0 0 0 0 0,0 0 0 0 0,0 0 1 0 0,0 0-1 0 0,0 0 0 0 0,0 1 0 0 0,-1-1 0 0 0,1 0 0 0 0,0 0 0 0 0,0 0 0 0 0,0 0 0 0 0,0 0 0 0 0,0 1 0 0 0,0-1 0 0 0,0 0 0 0 0,18-4 26 0 0,-13 3-16 0 0,4-1-13 0 0,1 1-1 0 0,0 0 0 0 0,0 1 1 0 0,-1 0-1 0 0,1 0 1 0 0,0 1-1 0 0,0 1 1 0 0,16 4-1 0 0,-22-5 5 0 0,0 0 0 0 0,1 1 0 0 0,-2-1-1 0 0,1 1 1 0 0,0 0 0 0 0,0 0 0 0 0,0 1 0 0 0,-1-1-1 0 0,0 1 1 0 0,1-1 0 0 0,-1 1 0 0 0,0 0 0 0 0,0 1-1 0 0,0-1 1 0 0,-1 0 0 0 0,1 1 0 0 0,-1-1 0 0 0,0 1 0 0 0,0 0-1 0 0,0 0 1 0 0,0 0 0 0 0,1 6 0 0 0,-2-5 8 0 0,0 1 0 0 0,0 0 0 0 0,0 1 0 0 0,-1-1 1 0 0,0 0-1 0 0,0 0 0 0 0,0 0 0 0 0,-1 0 0 0 0,0 0 0 0 0,0 0 1 0 0,-1 0-1 0 0,0 0 0 0 0,0-1 0 0 0,0 1 0 0 0,0 0 0 0 0,-1-1 1 0 0,0 0-1 0 0,0 1 0 0 0,-1-1 0 0 0,1-1 0 0 0,-1 1 0 0 0,0 0 1 0 0,0-1-1 0 0,-6 5 0 0 0,3-3 31 0 0,-1-1 1 0 0,0 0-1 0 0,1 0 1 0 0,-2 0-1 0 0,1-1 0 0 0,0 0 1 0 0,-1-1-1 0 0,0 0 1 0 0,1 0-1 0 0,-1-1 0 0 0,0 0 1 0 0,-1-1-1 0 0,1 1 1 0 0,0-2-1 0 0,-12 0 0 0 0,-12-4 41 0 0,31 3-85 0 0,0 1 1 0 0,1 0-1 0 0,-1-1 0 0 0,1 0 1 0 0,-1 1-1 0 0,1-1 0 0 0,-1 0 1 0 0,1 0-1 0 0,-1 0 1 0 0,1 0-1 0 0,0 0 0 0 0,-1 0 1 0 0,1 0-1 0 0,0 0 0 0 0,0 0 1 0 0,0-1-1 0 0,-1-1 0 0 0,1 3-25 0 0,1 0 0 0 0,0-1 0 0 0,0 1-1 0 0,0-1 1 0 0,0 1 0 0 0,0 0-1 0 0,0-1 1 0 0,0 1 0 0 0,0-1-1 0 0,0 1 1 0 0,0 0 0 0 0,0-1-1 0 0,0 1 1 0 0,0-1 0 0 0,0 1-1 0 0,0 0 1 0 0,0-1 0 0 0,1 1-1 0 0,-1-1 1 0 0,0 1 0 0 0,0 0-1 0 0,0-1 1 0 0,0 1 0 0 0,1 0-1 0 0,-1-1 1 0 0,0 1 0 0 0,1 0 0 0 0,-1-1-1 0 0,0 1 1 0 0,0 0 0 0 0,1-1-1 0 0,13-6-4798 0 0,-13 6 3549 0 0,16-6-6062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5.2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5 13359 0 0,'1'-1'94'0'0,"0"0"0"0"0,0 1 0 0 0,1-1 0 0 0,-1 1 1 0 0,0-1-1 0 0,0 1 0 0 0,1 0 0 0 0,-1 0 0 0 0,0-1 0 0 0,1 1 0 0 0,-1 0 0 0 0,0 0 0 0 0,1 0 0 0 0,-1 0 0 0 0,0 0 0 0 0,0 1 0 0 0,1-1 0 0 0,-1 0 0 0 0,0 1 0 0 0,1-1 0 0 0,-1 0 0 0 0,0 1 0 0 0,0 0 0 0 0,0-1 0 0 0,0 1 0 0 0,2 1 1 0 0,2 1 300 0 0,0 0 0 0 0,-1 0 0 0 0,0 0 0 0 0,0 1 1 0 0,6 6-1 0 0,-5-4-58 0 0,-1 0 0 0 0,0 1 0 0 0,-1-1 0 0 0,0 1 0 0 0,0 0 0 0 0,0 0 0 0 0,-1 0 0 0 0,0 1 0 0 0,0-1 0 0 0,-1 0 0 0 0,0 1 0 0 0,-1-1 0 0 0,1 9 0 0 0,-1 2-143 0 0,-1 1 1 0 0,-1-1-1 0 0,-1 0 0 0 0,-6 22 0 0 0,1-14-48 0 0,-2 0-1 0 0,-1 0 0 0 0,-23 40 1 0 0,17-35-1122 0 0,-21 53 1 0 0,33-70-7120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5.8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14 488 10135 0 0,'-1'-1'196'0'0,"0"1"0"0"0,0-1 0 0 0,0 0-1 0 0,0 0 1 0 0,0 0 0 0 0,1 1-1 0 0,-1-1 1 0 0,0 0 0 0 0,0 0 0 0 0,1 0-1 0 0,-1 0 1 0 0,1 0 0 0 0,-1 0-1 0 0,1 0 1 0 0,-1 0 0 0 0,1 0 0 0 0,0-1-1 0 0,-1 1 1 0 0,1 0 0 0 0,0 0-1 0 0,0 0 1 0 0,0-2 0 0 0,2-26 2473 0 0,-1 23-2305 0 0,5-23 534 0 0,2 0 0 0 0,0 0 0 0 0,2 1-1 0 0,16-32 1 0 0,3-9-309 0 0,-21 46-501 0 0,-1 1 0 0 0,-1-1 0 0 0,6-39 0 0 0,-12 32-21 0 0,0 28-63 0 0,0 1 1 0 0,-1 0-1 0 0,1-1 0 0 0,0 1 1 0 0,0 0-1 0 0,-1-1 1 0 0,1 1-1 0 0,-1 0 1 0 0,1-1-1 0 0,-1 1 1 0 0,1 0-1 0 0,-1 0 0 0 0,0-1 1 0 0,0 1-1 0 0,0 0 1 0 0,1 0-1 0 0,-1 0 1 0 0,-1-1-1 0 0,1 2 0 0 0,1 0 0 0 0,-1 0 1 0 0,1 0-1 0 0,-1 0 0 0 0,1 1 0 0 0,0-1 0 0 0,-1 0 0 0 0,1 0 1 0 0,0 0-1 0 0,-1 0 0 0 0,1 1 0 0 0,-1-1 0 0 0,1 0 0 0 0,0 0 0 0 0,-1 1 1 0 0,1-1-1 0 0,0 0 0 0 0,0 1 0 0 0,-1-1 0 0 0,1 0 0 0 0,0 1 0 0 0,0-1 1 0 0,0 0-1 0 0,-1 1 0 0 0,1-1 0 0 0,0 1 0 0 0,0-1 0 0 0,0 0 1 0 0,0 1-1 0 0,-6 15 90 0 0,5-14-85 0 0,-13 49-45 0 0,3 1 0 0 0,-8 83 0 0 0,8-57 8 0 0,5-33 28 0 0,-11 91 0 0 0,17-134-16 0 0,0 1-1 0 0,0 0 1 0 0,0-1-1 0 0,0 1 1 0 0,1 0 0 0 0,0 5-1 0 0,-1-8-51 0 0,1 1 0 0 0,-1-1 0 0 0,0 1 0 0 0,0-1 0 0 0,1 1 0 0 0,-1-1 0 0 0,0 1 0 0 0,1-1 0 0 0,-1 1 0 0 0,1-1 0 0 0,-1 1 0 0 0,1-1 0 0 0,-1 0 0 0 0,1 1 0 0 0,-1-1 0 0 0,1 0 0 0 0,-1 1 0 0 0,1-1 0 0 0,-1 0 0 0 0,1 0 0 0 0,-1 1 0 0 0,1-1 0 0 0,0 0 0 0 0,-1 0-1 0 0,1 0 1 0 0,-1 0 0 0 0,1 0 0 0 0,0 0 0 0 0,-1 0 0 0 0,1 0 0 0 0,-1 0 0 0 0,1 0 0 0 0,0 0 0 0 0,-1 0 0 0 0,2-1 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6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0 128 2759 0 0,'2'-6'79'0'0,"0"0"0"0"0,0 0-1 0 0,0 1 1 0 0,5-8-1 0 0,-4 8 556 0 0,1 0 0 0 0,-1 1 0 0 0,1-1 0 0 0,0 1 0 0 0,0 0 0 0 0,1 0-1 0 0,8-6 1 0 0,-1 2 548 0 0,-1 1-1 0 0,1 0 1 0 0,0 1-1 0 0,0 0 1 0 0,20-6 0 0 0,-28 11-839 0 0,0 0 0 0 0,0 0 0 0 0,0 1 0 0 0,-1-1 0 0 0,1 1 0 0 0,0 0 0 0 0,0 0 0 0 0,0 0 0 0 0,0 1 0 0 0,6 1 1 0 0,-7-1-179 0 0,-1 0 1 0 0,0 0-1 0 0,1 0 1 0 0,-1 0-1 0 0,0 0 1 0 0,0 1-1 0 0,0 0 1 0 0,0-1-1 0 0,0 1 1 0 0,0 0-1 0 0,0 0 1 0 0,-1 0-1 0 0,1 0 1 0 0,0 0-1 0 0,-1 0 1 0 0,0 0-1 0 0,2 5 1 0 0,-1-4-111 0 0,-1 1 1 0 0,0 0 0 0 0,-1 0-1 0 0,1-1 1 0 0,-1 1 0 0 0,1 0-1 0 0,-1 0 1 0 0,0 0-1 0 0,0 0 1 0 0,-1-1 0 0 0,1 1-1 0 0,-1 0 1 0 0,0 0-1 0 0,0-1 1 0 0,0 1 0 0 0,-4 6-1 0 0,-2 5-7 0 0,0-1-1 0 0,-15 21 1 0 0,-2-1-16 0 0,13-19-14 0 0,0 1 0 0 0,1 0 0 0 0,0 0 1 0 0,2 1-1 0 0,-8 18 0 0 0,15-31 3 0 0,1-1 0 0 0,-1 1-1 0 0,0 0 1 0 0,1 0 0 0 0,0-1 0 0 0,0 1-1 0 0,0 0 1 0 0,0-1 0 0 0,1 1-1 0 0,1 6 1 0 0,-2-8-13 0 0,1-1 0 0 0,-1 1 1 0 0,1-1-1 0 0,-1 1 0 0 0,1-1 0 0 0,0 1 0 0 0,0-1 0 0 0,0 1 0 0 0,0-1 1 0 0,0 0-1 0 0,0 0 0 0 0,0 1 0 0 0,0-1 0 0 0,0 0 0 0 0,0 0 0 0 0,1 0 1 0 0,-1 0-1 0 0,0 0 0 0 0,1-1 0 0 0,-1 1 0 0 0,1 0 0 0 0,-1-1 0 0 0,1 1 1 0 0,-1 0-1 0 0,1-1 0 0 0,-1 0 0 0 0,3 1 0 0 0,18-1 27 0 0,1-1 1 0 0,-1-1-1 0 0,38-8 0 0 0,29-2 48 0 0,-88 12-115 0 0,-1 0 1 0 0,1 0-1 0 0,0 0 0 0 0,0 0 0 0 0,0 0 0 0 0,0 0 1 0 0,0 0-1 0 0,0 0 0 0 0,0 0 0 0 0,0 0 0 0 0,-1 1 1 0 0,1-1-1 0 0,2 1 0 0 0,-3-1-9 0 0,0 0-1 0 0,0 1 1 0 0,0-1-1 0 0,0 0 1 0 0,0 0 0 0 0,0 0-1 0 0,1 1 1 0 0,-1-1 0 0 0,0 0-1 0 0,0 0 1 0 0,0 1-1 0 0,0-1 1 0 0,0 0 0 0 0,0 0-1 0 0,0 1 1 0 0,0-1 0 0 0,0 0-1 0 0,0 0 1 0 0,0 0-1 0 0,0 1 1 0 0,0-1 0 0 0,0 0-1 0 0,0 0 1 0 0,0 1-1 0 0,-1-1 1 0 0,1 0 0 0 0,0 0-1 0 0,0 0 1 0 0,0 1 0 0 0,0-1-1 0 0,0 0 1 0 0,-2 3-829 0 0,-1-1 1 0 0,1 1-1 0 0,0-1 1 0 0,-1 0-1 0 0,-4 4 1 0 0,-11 7-6433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6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2 114 7831 0 0,'0'-1'56'0'0,"-1"0"0"0"0,1 1-1 0 0,0-1 1 0 0,0 0-1 0 0,0 0 1 0 0,0 1 0 0 0,0-1-1 0 0,0 0 1 0 0,0 0-1 0 0,0 1 1 0 0,0-1 0 0 0,0 0-1 0 0,1 0 1 0 0,-1 1-1 0 0,0-1 1 0 0,0 0 0 0 0,1 1-1 0 0,-1-1 1 0 0,1 0-1 0 0,-1 1 1 0 0,0-1 0 0 0,1 0-1 0 0,-1 1 1 0 0,1-1-1 0 0,-1 1 1 0 0,1-1 0 0 0,0 1-1 0 0,-1-1 1 0 0,1 1-1 0 0,-1-1 1 0 0,1 1 0 0 0,1-1-1 0 0,1 0 437 0 0,1 0-1 0 0,0 0 1 0 0,0 0 0 0 0,0 0-1 0 0,5 1 1 0 0,6-2 502 0 0,166-23 7518 0 0,-9 3-6920 0 0,-114 10-1569 0 0,81-12-25 0 0,-137 24 5 0 0,30-2 116 0 0,-30 2-236 0 0,-1 0 0 0 0,1 0 0 0 0,-1 1 0 0 0,1-1 0 0 0,-1 0 0 0 0,0 1-1 0 0,1-1 1 0 0,-1 0 0 0 0,1 1 0 0 0,-1 0 0 0 0,0-1 0 0 0,1 1 0 0 0,-1 0 0 0 0,0 0 0 0 0,0 0 0 0 0,0 0 0 0 0,0 0 0 0 0,2 1 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6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25 312 4143 0 0,'-2'-2'123'0'0,"1"1"-1"0"0,-1-1 0 0 0,1 1 0 0 0,-1-1 0 0 0,1 1 0 0 0,-1-1 1 0 0,1 0-1 0 0,0 0 0 0 0,0 1 0 0 0,-1-1 0 0 0,1 0 0 0 0,1 0 0 0 0,-1 0 1 0 0,0 0-1 0 0,0-1 0 0 0,1 1 0 0 0,0 0 0 0 0,-1-2 0 0 0,-1-6 758 0 0,1 0-1 0 0,0-15 0 0 0,2 14-112 0 0,0 0 0 0 0,0 1 0 0 0,1-1 0 0 0,0 1 0 0 0,7-17 0 0 0,23-50 3119 0 0,-19 49-2569 0 0,4-17 1663 0 0,-27 77-2572 0 0,1 0 0 0 0,-6 52 0 0 0,-17 171-280 0 0,32-254-128 0 0,-1 32-195 0 0,1-32 175 0 0,0 0-1 0 0,0 0 0 0 0,0 0 0 0 0,0 0 0 0 0,0 0 0 0 0,0 0 0 0 0,1 0 1 0 0,-1 0-1 0 0,1 0 0 0 0,-1 0 0 0 0,0 0 0 0 0,1 0 0 0 0,0 0 0 0 0,-1 0 1 0 0,1 0-1 0 0,-1 0 0 0 0,1-1 0 0 0,0 1 0 0 0,0 0 0 0 0,-1-1 0 0 0,1 1 1 0 0,0 0-1 0 0,0-1 0 0 0,0 1 0 0 0,0-1 0 0 0,0 1 0 0 0,1 0 0 0 0,6-1-832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7.0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77 6911 0 0,'2'-4'186'0'0,"0"0"-1"0"0,1 0 1 0 0,-1 0-1 0 0,1 0 0 0 0,0 0 1 0 0,0 1-1 0 0,0-1 1 0 0,1 1-1 0 0,-1 0 1 0 0,1 0-1 0 0,0 0 0 0 0,-1 0 1 0 0,1 1-1 0 0,5-3 1 0 0,-8 5-86 0 0,10-5 1218 0 0,1 0 1 0 0,20-6-1 0 0,-30 11-1049 0 0,0-1-1 0 0,0 0 1 0 0,1 1 0 0 0,-1 0-1 0 0,0-1 1 0 0,1 1 0 0 0,-1 0-1 0 0,0 0 1 0 0,1 0 0 0 0,-1 0-1 0 0,0 1 1 0 0,0-1 0 0 0,1 1-1 0 0,-1-1 1 0 0,0 1 0 0 0,0 0-1 0 0,0 0 1 0 0,0 0 0 0 0,1 0-1 0 0,-2 0 1 0 0,1 0 0 0 0,3 3-1 0 0,-4-2-156 0 0,1 0-1 0 0,-1 0 0 0 0,0 0 1 0 0,-1 0-1 0 0,1 0 0 0 0,0 1 1 0 0,0-1-1 0 0,-1 0 0 0 0,0 0 1 0 0,1 0-1 0 0,-1 1 0 0 0,0-1 1 0 0,0 0-1 0 0,0 1 1 0 0,0-1-1 0 0,0 0 0 0 0,-1 0 1 0 0,1 1-1 0 0,-1-1 0 0 0,-1 4 1 0 0,-1 4 17 0 0,-1-1 0 0 0,0 1 0 0 0,-6 9 0 0 0,-14 14-24 0 0,19-27-91 0 0,-1 1 0 0 0,1 0 0 0 0,-4 9 0 0 0,10-16-14 0 0,1 0 0 0 0,-1 0 0 0 0,1 0 0 0 0,0 0 0 0 0,-1 0 0 0 0,1-1 0 0 0,-1 1 0 0 0,1 0 0 0 0,1-1 0 0 0,-3 1 0 0 0,14-4 4 0 0,0 1 0 0 0,1 1-1 0 0,-1 0 1 0 0,16 1 0 0 0,-25 1-2 0 0,-1 0 0 0 0,1 1 0 0 0,0 0 0 0 0,-1 0 0 0 0,1 0 0 0 0,0 0 0 0 0,-1 1 0 0 0,0-1 0 0 0,1 1 0 0 0,-1 0 0 0 0,0 1 0 0 0,0-1 0 0 0,0 1 0 0 0,0 0 0 0 0,0 0 0 0 0,5 5 0 0 0,-6-4 15 0 0,-1-1-1 0 0,1 1 0 0 0,0 0 0 0 0,-1 0 0 0 0,0 0 0 0 0,0 0 0 0 0,0 0 0 0 0,0 0 0 0 0,-1 0 0 0 0,1 1 0 0 0,-1-1 0 0 0,0 1 1 0 0,-1-1-1 0 0,1 1 0 0 0,-1-1 0 0 0,0 1 0 0 0,0-1 0 0 0,0 1 0 0 0,-1-1 0 0 0,1 1 0 0 0,-1-1 0 0 0,0 1 0 0 0,-1-1 0 0 0,1 1 1 0 0,-4 6-1 0 0,1-3 20 0 0,1-1 1 0 0,-1 0-1 0 0,-1 0 1 0 0,1-1 0 0 0,-1 1-1 0 0,-1-1 1 0 0,1 0-1 0 0,-1 0 1 0 0,0-1 0 0 0,0 0-1 0 0,-1 0 1 0 0,1 0 0 0 0,-13 6-1 0 0,8-6 37 0 0,0 0 0 0 0,-1-1 0 0 0,1 0 0 0 0,-1-1 0 0 0,-21 4 0 0 0,27-7-45 0 0,-1 1 0 0 0,1-1 1 0 0,0 0-1 0 0,0-1 0 0 0,0 1 0 0 0,0-1 0 0 0,0-1 0 0 0,0 1 0 0 0,0-1 1 0 0,0 0-1 0 0,0 0 0 0 0,1-1 0 0 0,-8-3 0 0 0,3-3-1670 0 0,9 9 1392 0 0,1-1-1 0 0,-1 1 1 0 0,1-1-1 0 0,0 1 0 0 0,0-1 1 0 0,-1 1-1 0 0,1-1 0 0 0,0 1 1 0 0,0-1-1 0 0,-1 1 0 0 0,1-1 1 0 0,0 1-1 0 0,0-1 0 0 0,0 1 1 0 0,0-1-1 0 0,0 0 0 0 0,0 1 1 0 0,0-1-1 0 0,0 1 1 0 0,0-2-1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7.5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285 122 2759 0 0,'-8'-54'1915'0'0,"-3"-14"5098"0"0,30 127-930 0 0,19 33-3285 0 0,9 27-1856 0 0,-32-72-733 0 0,-3 1 1 0 0,-2 1 0 0 0,-2 0-1 0 0,3 79 1 0 0,-11-45-37 0 0,-20 163 0 0 0,-102 328 149 0 0,78-403-283 0 0,-11 40 286 0 0,-16-5 331 0 0,52-157-580 0 0,-14 31 94 0 0,29-72-159 0 0,0 0 1 0 0,-1 0-1 0 0,0-1 0 0 0,-1 1 1 0 0,1-1-1 0 0,-1-1 1 0 0,-9 9-1 0 0,15-15-41 0 0,0 0 0 0 0,0 0 1 0 0,-1 0-1 0 0,1 1 0 0 0,0-1 0 0 0,0 0 0 0 0,0 0 1 0 0,0 0-1 0 0,-1 0 0 0 0,1 1 0 0 0,0-1 0 0 0,0 0 0 0 0,0 0 1 0 0,-1 0-1 0 0,1 0 0 0 0,0 0 0 0 0,0 0 0 0 0,-1 0 1 0 0,1 1-1 0 0,0-1 0 0 0,0 0 0 0 0,-1 0 0 0 0,1 0 1 0 0,0 0-1 0 0,0 0 0 0 0,-1 0 0 0 0,1 0 0 0 0,0 0 0 0 0,0-1 1 0 0,-1 1-1 0 0,1 0 0 0 0,0 0 0 0 0,0 0 0 0 0,-1 0 1 0 0,1 0-1 0 0,0 0 0 0 0,0 0 0 0 0,-1 0 0 0 0,1-1 0 0 0,0 1 1 0 0,0 0-1 0 0,0 0 0 0 0,-1 0 0 0 0,1 0 0 0 0,0-1 1 0 0,0 1-1 0 0,0 0 0 0 0,0 0 0 0 0,0-1 0 0 0,0 1 0 0 0,-1 0 1 0 0,1 0-1 0 0,0-1 0 0 0,0 1 0 0 0,0 0 0 0 0,0 0 1 0 0,0-1-1 0 0,0 1 0 0 0,0 0 0 0 0,0 0 0 0 0,0-1 0 0 0,0 1 1 0 0,0 0-1 0 0,0 0 0 0 0,0-1 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8.1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0 6911 0 0,'-4'0'8282'0'0,"9"1"-7076"0"0,22 2 710 0 0,-13-3 165 0 0,23 5 1 0 0,-37-5-2075 0 0,1 0-1 0 0,-1 1 1 0 0,0-1 0 0 0,0 0 0 0 0,1 0 0 0 0,-1 0-1 0 0,0 0 1 0 0,0 1 0 0 0,0-1 0 0 0,1 0 0 0 0,-1 0-1 0 0,0 1 1 0 0,0-1 0 0 0,0 0 0 0 0,0 0 0 0 0,1 1-1 0 0,-1-1 1 0 0,0 0 0 0 0,0 0 0 0 0,0 1 0 0 0,0-1-1 0 0,0 0 1 0 0,0 1 0 0 0,0-1 0 0 0,0 0 0 0 0,0 0-1 0 0,0 1 1 0 0,0-1 0 0 0,0 0 0 0 0,0 1 0 0 0,0-1-1 0 0,0 0 1 0 0,0 0 0 0 0,0 1 0 0 0,0-1 0 0 0,0 0-1 0 0,-1 1 1 0 0,1-1 0 0 0,0 0 0 0 0,0 0 0 0 0,0 1-1 0 0,0-1 1 0 0,-1 0 0 0 0,1 0 0 0 0,0 0 0 0 0,-1 1-1 0 0,-8 11-13 0 0,-33 26 143 0 0,25-25-306 0 0,-26 30 1 0 0,42-42 165 0 0,-1 1-1 0 0,1 0 0 0 0,0 0 1 0 0,0 0-1 0 0,-1 1 0 0 0,1-1 1 0 0,1 0-1 0 0,-1 0 1 0 0,0 1-1 0 0,0-1 0 0 0,1 0 1 0 0,-1 1-1 0 0,1-1 0 0 0,0 0 1 0 0,0 1-1 0 0,0 3 1 0 0,0-4 5 0 0,1-1 0 0 0,-1 0 0 0 0,0 0 0 0 0,1 1-1 0 0,-1-1 1 0 0,1 0 0 0 0,-1 0 0 0 0,1 0 0 0 0,0 0 0 0 0,-1 0 0 0 0,1 0 0 0 0,0 0 0 0 0,0 0 0 0 0,0 0 0 0 0,0 0 0 0 0,0 0 0 0 0,0-1 0 0 0,0 1 0 0 0,0 0 0 0 0,0-1 0 0 0,0 1 0 0 0,0-1 0 0 0,0 1 0 0 0,0-1 0 0 0,1 1 0 0 0,-1-1 0 0 0,0 0 0 0 0,0 1 0 0 0,0-1 0 0 0,1 0 0 0 0,-1 0 0 0 0,0 0 0 0 0,2 0 0 0 0,10-1 141 0 0,-1-1-1 0 0,0 0 1 0 0,0 0 0 0 0,-1-1 0 0 0,16-6-1 0 0,-13 4 56 0 0,1 0 0 0 0,27-4 0 0 0,-42 9-192 0 0,0 0 0 0 0,1 0 0 0 0,-1 0 0 0 0,0 0 0 0 0,1 0-1 0 0,-1 0 1 0 0,0 0 0 0 0,1-1 0 0 0,-1 1 0 0 0,1 0 0 0 0,-1 0 0 0 0,0 0 0 0 0,1 0 0 0 0,-1 1-1 0 0,0-1 1 0 0,1 0 0 0 0,-1 0 0 0 0,0 0 0 0 0,1 0 0 0 0,-1 0 0 0 0,0 0 0 0 0,1 0 0 0 0,-1 1-1 0 0,0-1 1 0 0,1 0 0 0 0,-1 0 0 0 0,0 0 0 0 0,0 1 0 0 0,1-1 0 0 0,-1 0 0 0 0,0 1 0 0 0,0-1 0 0 0,1 0-1 0 0,-1 0 1 0 0,0 1 0 0 0,0-1 0 0 0,0 0 0 0 0,0 1 0 0 0,1-1 0 0 0,-1 0 0 0 0,0 1 0 0 0,0-1-1 0 0,0 0 1 0 0,0 1 0 0 0,0-1 0 0 0,0 1 0 0 0,0-1 0 0 0,0 0 0 0 0,0 1 0 0 0,0-1 0 0 0,0 1-1 0 0,-9 18-1058 0 0,6-14-62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9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190 155 7831 0 0,'2'-24'655'0'0,"0"9"347"0"0,0 0 0 0 0,-2-18 1 0 0,0 32-886 0 0,0 0-1 0 0,0 1 1 0 0,0-1 0 0 0,0 0 0 0 0,0 0 0 0 0,-1 0 0 0 0,1 0 0 0 0,0 0-1 0 0,0 0 1 0 0,-1 0 0 0 0,1 0 0 0 0,-1 0 0 0 0,1 1 0 0 0,-1-1 0 0 0,0-1 0 0 0,0 1-47 0 0,1 1 1 0 0,-1 0-1 0 0,1 0 1 0 0,0 0-1 0 0,-1-1 1 0 0,1 1-1 0 0,-1 0 1 0 0,1 0-1 0 0,0 0 1 0 0,-1 0 0 0 0,1 0-1 0 0,-1 0 1 0 0,1 0-1 0 0,-1 0 1 0 0,1 0-1 0 0,0 0 1 0 0,-1 0-1 0 0,1 0 1 0 0,-1 0-1 0 0,1 0 1 0 0,0 1-1 0 0,-1-1 1 0 0,1 0 0 0 0,-1 0-1 0 0,-2 2 140 0 0,1 0 0 0 0,-1-1 0 0 0,1 1 0 0 0,0 0 0 0 0,0 0 0 0 0,0 1-1 0 0,0-1 1 0 0,-3 4 0 0 0,-16 26 690 0 0,0 1 0 0 0,-18 42-1 0 0,30-54-578 0 0,0 1-1 0 0,2 0 1 0 0,0 0-1 0 0,-7 45 1 0 0,14-62-250 0 0,-1 1 1 0 0,1-1 0 0 0,0 0-1 0 0,0 0 1 0 0,1 0 0 0 0,-1 0 0 0 0,1 0-1 0 0,0 0 1 0 0,0 0 0 0 0,4 8 0 0 0,-4-10-55 0 0,1-1 0 0 0,-1 0 0 0 0,1 1 0 0 0,-1-1 0 0 0,1 0 0 0 0,0 0 0 0 0,-1 0 0 0 0,1 0 0 0 0,0 0 0 0 0,1-1 0 0 0,-1 1 0 0 0,0-1 0 0 0,0 1 0 0 0,1-1 0 0 0,-1 0 0 0 0,0 0 0 0 0,1 0 0 0 0,0 0 0 0 0,-1 0 0 0 0,1-1 0 0 0,4 2 0 0 0,1-2 26 0 0,0 0-1 0 0,0 0 0 0 0,1-1 0 0 0,-1 1 0 0 0,0-2 0 0 0,0 1 0 0 0,0-1 1 0 0,0-1-1 0 0,0 1 0 0 0,-1-1 0 0 0,1-1 0 0 0,-1 0 0 0 0,0 1 0 0 0,0-2 0 0 0,0 1 1 0 0,9-9-1 0 0,-1 0 7 0 0,-1 0-1 0 0,0-1 1 0 0,0 0 0 0 0,-2-2 0 0 0,20-29 0 0 0,-25 34-30 0 0,0-1-1 0 0,-1 0 1 0 0,-1 0 0 0 0,0-1 0 0 0,-1 0 0 0 0,0 1 0 0 0,3-18-1 0 0,-6 22-10 0 0,0 1-1 0 0,-1-1 1 0 0,0 1-1 0 0,0-1 0 0 0,0 1 1 0 0,-1-1-1 0 0,0 0 0 0 0,-1 1 1 0 0,0 0-1 0 0,0-1 1 0 0,-1 1-1 0 0,1 0 0 0 0,-1 0 1 0 0,-6-9-1 0 0,4 9-7 0 0,0-1 0 0 0,0 1 0 0 0,-1 0 0 0 0,1 1 0 0 0,-11-9 0 0 0,13 12 0 0 0,1 1 0 0 0,-1 0 0 0 0,0 0 0 0 0,0 1 0 0 0,0-1 0 0 0,0 0 0 0 0,0 1 0 0 0,-1 0 0 0 0,1 0 0 0 0,0 0 0 0 0,-1 0 0 0 0,1 0 0 0 0,0 1 0 0 0,-1 0 0 0 0,1-1 0 0 0,-1 1 0 0 0,-4 1 0 0 0,-4 1 0 0 0,-1 1 0 0 0,1 1 0 0 0,1 0 0 0 0,-1 0 0 0 0,0 1 0 0 0,1 1 0 0 0,0 0 0 0 0,0 0 0 0 0,-19 16 0 0 0,19-13 0 0 0,0 0 0 0 0,1 1 0 0 0,0 1 0 0 0,1 0 0 0 0,0 0 0 0 0,0 0 0 0 0,2 1 0 0 0,-11 20 0 0 0,15-25-320 0 0,0 1 0 0 0,0 0 0 0 0,1 0 0 0 0,-3 14 0 0 0,4-17-186 0 0,1 0-1 0 0,0 0 1 0 0,0 0 0 0 0,0 0-1 0 0,0 0 1 0 0,1 0-1 0 0,0 0 1 0 0,0 0 0 0 0,2 5-1 0 0,6 11-6837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39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0 11055 0 0,'1'1'104'0'0,"-1"0"-1"0"0,1 0 0 0 0,0-1 0 0 0,0 1 0 0 0,0 0 1 0 0,-1 0-1 0 0,1 0 0 0 0,-1 0 0 0 0,1 0 1 0 0,-1 0-1 0 0,1 0 0 0 0,-1 0 0 0 0,1 0 0 0 0,-1 1 1 0 0,0-1-1 0 0,0 0 0 0 0,1 0 0 0 0,-1 0 0 0 0,0 0 1 0 0,0 1-1 0 0,0-1 0 0 0,0 0 0 0 0,0 0 1 0 0,-1 2-1 0 0,-6 34 2004 0 0,5-27-901 0 0,-3 9-150 0 0,-1 0 0 0 0,-11 25 0 0 0,9-26-207 0 0,2 0-1 0 0,-8 31 1 0 0,13-33-2355 0 0,3 0-3313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40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5 126 4607 0 0,'78'-111'9442'0'0,"-76"109"-9036"0"0,-1 0 0 0 0,0 1 0 0 0,1-1 1 0 0,-1 1-1 0 0,1-1 0 0 0,0 1 0 0 0,2-2 0 0 0,-4 3-338 0 0,1 0 0 0 0,-1 0 0 0 0,0 0 0 0 0,0 0 0 0 0,0 0 0 0 0,0 0 0 0 0,1 0 0 0 0,-1 0 0 0 0,0 0 0 0 0,0 0-1 0 0,0 0 1 0 0,1 0 0 0 0,-1 0 0 0 0,0 0 0 0 0,0 0 0 0 0,0 0 0 0 0,0 0 0 0 0,1 0 0 0 0,-1 0 0 0 0,0 0 0 0 0,0 0-1 0 0,0 0 1 0 0,1 0 0 0 0,-1 0 0 0 0,0 0 0 0 0,0 0 0 0 0,0 0 0 0 0,0 0 0 0 0,0 1 0 0 0,1-1 0 0 0,0 10 1141 0 0,-3 6-762 0 0,-1-1 0 0 0,-1 0 0 0 0,-1 0 1 0 0,-7 18-1 0 0,3-8-284 0 0,-17 36 116 0 0,-6 18-124 0 0,29-70-113 0 0,1 0 0 0 0,0 0 0 0 0,0 0 0 0 0,1 0 0 0 0,0 1 0 0 0,0 14 0 0 0,1-22-41 0 0,0 0-1 0 0,1-1 1 0 0,-1 1-1 0 0,0 0 1 0 0,1-1 0 0 0,-1 1-1 0 0,1 0 1 0 0,-1-1-1 0 0,1 1 1 0 0,0-1-1 0 0,-1 1 1 0 0,1-1-1 0 0,0 1 1 0 0,0-1-1 0 0,0 0 1 0 0,0 1-1 0 0,0-1 1 0 0,1 0-1 0 0,-1 0 1 0 0,2 1-1 0 0,-1 0 0 0 0,1-1 0 0 0,-1 0 0 0 0,0 0 0 0 0,1 0 0 0 0,0-1 0 0 0,-1 1 0 0 0,1-1 0 0 0,-1 1 0 0 0,1-1 0 0 0,0 0 0 0 0,4 0 0 0 0,4-1 2 0 0,0-1 0 0 0,0 0 1 0 0,0 0-1 0 0,21-9 0 0 0,-11 4 63 0 0,36-20 0 0 0,-51 24-54 0 0,0-1-1 0 0,-1 0 1 0 0,1 0-1 0 0,-1 0 1 0 0,0-1-1 0 0,0 1 0 0 0,0-1 1 0 0,0-1-1 0 0,-1 1 1 0 0,5-8-1 0 0,-4-8-10 0 0,-6 10 0 0 0,1 10 0 0 0,0 1 0 0 0,-1 0 0 0 0,1 0 0 0 0,0 0 0 0 0,0-1 0 0 0,0 1 0 0 0,0 0 0 0 0,0 0 0 0 0,-1 0 0 0 0,1 0 0 0 0,0-1 0 0 0,0 1 0 0 0,0 0 0 0 0,0 0 0 0 0,-1 0 0 0 0,1 0 0 0 0,0 0 0 0 0,0 0 0 0 0,-1-1 0 0 0,1 1 0 0 0,0 0 0 0 0,0 0 0 0 0,0 0 0 0 0,-1 0 0 0 0,1 0 0 0 0,0 0 0 0 0,0 0 0 0 0,-1 0 0 0 0,1 0 0 0 0,0 0 0 0 0,0 0 0 0 0,-1 0 0 0 0,1 0 0 0 0,0 0 0 0 0,-2 2 0 0 0,0 0 0 0 0,1-1 1 0 0,-1 1-1 0 0,1 0 0 0 0,-1 0 0 0 0,1 0 0 0 0,0 0 1 0 0,-1 0-1 0 0,1 0 0 0 0,0 0 0 0 0,1 0 0 0 0,-1 1 0 0 0,-1 2 1 0 0,0 1 7 0 0,-6 21 32 0 0,1 0 1 0 0,0 1-1 0 0,3 0 1 0 0,-3 34 0 0 0,-1 5 1 0 0,8-63-96 0 0,-1 1 0 0 0,0-1 0 0 0,1 1 1 0 0,0 0-1 0 0,0-1 0 0 0,0 1 0 0 0,0 0 0 0 0,1-1 0 0 0,0 1 0 0 0,0-1 0 0 0,0 1 0 0 0,0-1 0 0 0,4 6 0 0 0,1-1-807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40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0 104 7831 0 0,'0'-4'354'0'0,"1"-1"-1"0"0,-1 1 1 0 0,1 0-1 0 0,0 0 0 0 0,0-1 1 0 0,1 1-1 0 0,-1 0 0 0 0,1 0 1 0 0,0 0-1 0 0,0 0 0 0 0,0 1 1 0 0,0-1-1 0 0,1 0 1 0 0,-1 1-1 0 0,1 0 0 0 0,0-1 1 0 0,0 1-1 0 0,0 0 0 0 0,1 1 1 0 0,-1-1-1 0 0,1 0 1 0 0,-1 1-1 0 0,1 0 0 0 0,0 0 1 0 0,0 0-1 0 0,0 0 0 0 0,0 1 1 0 0,6-2-1 0 0,12 0 366 0 0,-1 0-1 0 0,1 1 1 0 0,-1 2-1 0 0,1 0 1 0 0,29 4-1 0 0,0 0-528 0 0,-41-4-177 0 0,-7 0 10 0 0,1 0-1 0 0,0 0 0 0 0,-1 0 1 0 0,1 0-1 0 0,5 2 1 0 0,-9-2-20 0 0,1 0 1 0 0,-1 0 0 0 0,0 1-1 0 0,1-1 1 0 0,-1 0-1 0 0,1 0 1 0 0,-1 1-1 0 0,1-1 1 0 0,-1 0 0 0 0,0 1-1 0 0,1-1 1 0 0,-1 0-1 0 0,0 1 1 0 0,1-1 0 0 0,-1 0-1 0 0,0 1 1 0 0,1-1-1 0 0,-1 1 1 0 0,0-1-1 0 0,0 1 1 0 0,0-1 0 0 0,1 0-1 0 0,-1 1 1 0 0,0-1-1 0 0,0 1 1 0 0,0-1 0 0 0,0 1-1 0 0,0-1 1 0 0,0 1-1 0 0,0-1 1 0 0,0 1-1 0 0,0-1 1 0 0,0 1 0 0 0,0-1-1 0 0,0 1 1 0 0,0-1-1 0 0,-1 1 1 0 0,1-1-1 0 0,0 1 1 0 0,0-1 0 0 0,0 1-1 0 0,-1-1 1 0 0,1 0-1 0 0,0 1 1 0 0,-1 0-1 0 0,-25 49 35 0 0,-38 84 143 0 0,7 28 91 0 0,49-136-173 0 0,2 1 1 0 0,1 0-1 0 0,1 0 0 0 0,0 36 0 0 0,4-52 13 0 0,0 0 0 0 0,4 19 0 0 0,-3-26-84 0 0,0-1-1 0 0,0 1 1 0 0,0 0 0 0 0,1 0-1 0 0,-1-1 1 0 0,1 1 0 0 0,0-1-1 0 0,0 1 1 0 0,0-1-1 0 0,5 6 1 0 0,-19-20-2421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40.5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0 157 4607 0 0,'0'-1'144'0'0,"0"0"-1"0"0,0-1 0 0 0,0 1 0 0 0,0 0 0 0 0,1 0 0 0 0,-1 0 0 0 0,0-1 0 0 0,0 1 0 0 0,1 0 0 0 0,-1 0 0 0 0,1 0 0 0 0,-1 0 1 0 0,1 0-1 0 0,-1 0 0 0 0,1 0 0 0 0,1-2 0 0 0,0 1 667 0 0,0 1 1 0 0,0-1-1 0 0,1 1 1 0 0,-1 0-1 0 0,0 0 1 0 0,5-2-1 0 0,-5 3-660 0 0,79-34 7594 0 0,-22 8-5308 0 0,111-31 0 0 0,-131 50-2751 0 0,-37 6 289 0 0,1 1 0 0 0,0 0 1 0 0,0 0-1 0 0,-1 1 0 0 0,1-1 0 0 0,0 0 1 0 0,-1 1-1 0 0,1 0 0 0 0,0 0 1 0 0,-1-1-1 0 0,6 4 0 0 0,-8-4-77 0 0,1 1 1 0 0,-1-1-1 0 0,1 0 0 0 0,0 1 1 0 0,-1-1-1 0 0,1 1 0 0 0,-1-1 1 0 0,0 1-1 0 0,1-1 0 0 0,-1 1 1 0 0,1-1-1 0 0,-1 1 0 0 0,0 0 1 0 0,1-1-1 0 0,-1 1 0 0 0,0 0 1 0 0,0 15-8177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44.18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440 141 4143 0 0,'0'-8'456'0'0,"0"0"0"0"0,-1-1 0 0 0,0 1 0 0 0,-1 0 0 0 0,1-1 0 0 0,-2 1 0 0 0,-2-8 0 0 0,4 13-381 0 0,0 0-1 0 0,0 1 1 0 0,-1-1-1 0 0,1 1 1 0 0,-1 0-1 0 0,1-1 0 0 0,-1 1 1 0 0,0 0-1 0 0,0 0 1 0 0,0 0-1 0 0,0 0 1 0 0,0 1-1 0 0,-1-1 1 0 0,1 0-1 0 0,0 1 1 0 0,-1-1-1 0 0,1 1 0 0 0,-1 0 1 0 0,1 0-1 0 0,-1 0 1 0 0,0 0-1 0 0,1 1 1 0 0,-1-1-1 0 0,-5 0 1 0 0,-3 1 238 0 0,1 0 0 0 0,-1 1 0 0 0,1 1 0 0 0,-1-1 0 0 0,-14 6 0 0 0,-52 20 974 0 0,31-10-584 0 0,-4-2-65 0 0,25-8-200 0 0,2 1 0 0 0,-1 1 0 0 0,-22 12 0 0 0,46-21-427 0 0,0 0-1 0 0,0 0 1 0 0,0 0-1 0 0,0 0 1 0 0,0 0-1 0 0,0 0 1 0 0,0 0-1 0 0,1 0 1 0 0,0 1 188 0 0,-1-1-189 0 0,0 0 1 0 0,0 0-1 0 0,0 0 0 0 0,0 0 1 0 0,0 0-1 0 0,0 0 1 0 0,0 1-1 0 0,0-1 1 0 0,0 0-1 0 0,0 0 1 0 0,0 0-1 0 0,0 0 1 0 0,0 0-1 0 0,0 0 1 0 0,0 0-1 0 0,0 0 1 0 0,0 0-1 0 0,0 0 1 0 0,0 1-1 0 0,0-1 1 0 0,0 0-1 0 0,0 0 0 0 0,0 0 1 0 0,0 0-1 0 0,0 0 1 0 0,0 0 10 0 0,0 0-11 0 0,10 0 209 0 0,118-23 1021 0 0,-72 11-792 0 0,39-7 152 0 0,211-37 557 0 0,-207 41-859 0 0,109 0-1 0 0,-191 14-249 0 0,1 1 21 0 0,22 1-1 0 0,-36-1-51 0 0,0 1-1 0 0,0-1 0 0 0,-1 1 0 0 0,1 0 1 0 0,0 0-1 0 0,0 1 0 0 0,0-1 0 0 0,-1 1 0 0 0,1-1 1 0 0,0 1-1 0 0,3 3 0 0 0,-7-4-15 0 0,1-1 0 0 0,-1 0 0 0 0,1 1 0 0 0,-1-1 0 0 0,1 1 0 0 0,-1 0 0 0 0,1-1 0 0 0,-1 1-1 0 0,0-1 1 0 0,1 1 0 0 0,-1 0 0 0 0,0-1 0 0 0,1 1 0 0 0,-1 0 0 0 0,0-1 0 0 0,0 1 0 0 0,0 0 0 0 0,0-1 0 0 0,1 1-1 0 0,-1 0 1 0 0,0-1 0 0 0,0 1 0 0 0,-1 1 0 0 0,1 0 2 0 0,0-1-1 0 0,-1 1 1 0 0,0-1-1 0 0,1 1 1 0 0,-1-1-1 0 0,0 1 1 0 0,0-1-1 0 0,0 1 1 0 0,-1 1-1 0 0,-3 2 5 0 0,0 0 1 0 0,0 0-1 0 0,-10 6 0 0 0,-9 4 48 0 0,0-2 0 0 0,-1-1 0 0 0,0-1 0 0 0,-38 11-1 0 0,40-14-16 0 0,-238 67 285 0 0,-5-16 37 0 0,187-42-331 0 0,-30 11 35 0 0,109-28-64 0 0,0 0 0 0 0,0 0 0 0 0,0 0 1 0 0,0 1-1 0 0,0-1 0 0 0,0 0 0 0 0,0 0 0 0 0,0 0 0 0 0,1 0 0 0 0,-1 0 0 0 0,0 0 0 0 0,0 0 1 0 0,0 0-1 0 0,0 0 0 0 0,0 0 0 0 0,0 0 0 0 0,0 0 0 0 0,0 0 0 0 0,0 0 0 0 0,0 0 0 0 0,0 1 1 0 0,0-1-1 0 0,0 0 0 0 0,0 0 0 0 0,0 0 0 0 0,0 0 0 0 0,0 0 0 0 0,0 0 0 0 0,0 0 0 0 0,0 0 1 0 0,0 0-1 0 0,0 0 0 0 0,0 0 0 0 0,0 0 0 0 0,0 0 0 0 0,0 1 0 0 0,0-1 0 0 0,0 0 1 0 0,0 0-1 0 0,0 0 0 0 0,0 0 0 0 0,0 0 0 0 0,0 0 0 0 0,-1 0 0 0 0,1 0 0 0 0,0 0 0 0 0,0 0 0 0 0,15 2 14 0 0,21-2 20 0 0,163-16-20 0 0,-51 4-17 0 0,-3-2 23 0 0,99-4 24 0 0,-239 18-44 0 0,4 0 0 0 0,1 0 0 0 0,-1 0 0 0 0,0 1 0 0 0,1 1 0 0 0,9 2 0 0 0,-19-4 0 0 0,1 0 0 0 0,0 0 0 0 0,-1 0 0 0 0,1 0 0 0 0,0 1 0 0 0,-1-1 0 0 0,1 0 0 0 0,-1 1 0 0 0,1-1 0 0 0,-1 0 0 0 0,1 1 0 0 0,-1-1 0 0 0,1 1 0 0 0,-1-1 0 0 0,1 1 0 0 0,-1-1 0 0 0,1 1 0 0 0,-1-1 0 0 0,0 1 0 0 0,1 1 0 0 0,-1-2 0 0 0,0 1 0 0 0,0-1 0 0 0,0 1 0 0 0,0-1 0 0 0,0 1 0 0 0,0 0 0 0 0,0-1 0 0 0,0 1 0 0 0,0-1 0 0 0,0 1 0 0 0,-1-1 0 0 0,1 1 0 0 0,0-1 0 0 0,0 1 0 0 0,-1-1 0 0 0,1 1 0 0 0,0-1 0 0 0,-1 1 0 0 0,0 0 0 0 0,-2 2 0 0 0,-1 0 0 0 0,0 0 0 0 0,0 0 0 0 0,-5 4 0 0 0,6-6 0 0 0,-26 15 0 0 0,0-1 0 0 0,-51 17 0 0 0,40-17 0 0 0,-61 26 35 0 0,-260 96 250 0 0,340-130-251 0 0,11-4-20 0 0,0 1 0 0 0,0 0 0 0 0,0 0 0 0 0,0 1 0 0 0,-10 6-1 0 0,19-10-11 0 0,1-1 0 0 0,-1 1-1 0 0,0-1 1 0 0,1 0 0 0 0,-1 1-1 0 0,1-1 1 0 0,-1 1-1 0 0,1 0 1 0 0,-1-1 0 0 0,1 1-1 0 0,-1-1 1 0 0,1 1 0 0 0,-1 0-1 0 0,1-1 1 0 0,0 1 0 0 0,-1 0-1 0 0,1 1 1 0 0,0-2-1 0 0,0 0 0 0 0,0 1 1 0 0,0-1-1 0 0,0 0 0 0 0,0 1 0 0 0,0-1 1 0 0,1 0-1 0 0,-1 1 0 0 0,0-1 0 0 0,0 0 1 0 0,0 1-1 0 0,1-1 0 0 0,-1 0 0 0 0,0 1 1 0 0,0-1-1 0 0,1 0 0 0 0,-1 0 1 0 0,0 1-1 0 0,0-1 0 0 0,1 0 0 0 0,-1 0 1 0 0,0 1-1 0 0,1-1 0 0 0,0 0 0 0 0,2 1 3 0 0,0 1 0 0 0,1-1-1 0 0,-1-1 1 0 0,0 1 0 0 0,1 0-1 0 0,4-1 1 0 0,33 0 16 0 0,0-1-1 0 0,70-14 1 0 0,-82 11-8 0 0,435-86 38 0 0,-354 67-47 0 0,-39 11-3 0 0,-236 46 41 0 0,112-20-22 0 0,-46 9 27 0 0,-162 40 513 0 0,252-61-549 0 0,4-1 3 0 0,0 1 0 0 0,0-1 1 0 0,-10 5-1 0 0,9-1-93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2:45.5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428 575 2759 0 0,'-58'-21'743'0'0,"-66"-13"-1"0"0,92 26-219 0 0,-81-14 2549 0 0,36 17 3235 0 0,58 2-4369 0 0,19 3-1905 0 0,0 0 0 0 0,-1 0 0 0 0,1-1 0 0 0,0 1 0 0 0,0 0 0 0 0,-1 0 0 0 0,1 0 0 0 0,0-1 0 0 0,0 1 0 0 0,-1 0 0 0 0,1 0 0 0 0,0-1 0 0 0,0 1-1 0 0,0 0 1 0 0,0 0 0 0 0,-1-1 0 0 0,1 1 0 0 0,0 0 0 0 0,0-1 0 0 0,0 1 0 0 0,0 0 0 0 0,0-1 0 0 0,0 1 0 0 0,0 0 0 0 0,0 0 0 0 0,0-1 0 0 0,0 1 0 0 0,0 0 0 0 0,0-1 0 0 0,0 1 0 0 0,0 0 0 0 0,0-1 0 0 0,0 1 0 0 0,0 0 0 0 0,0-1 0 0 0,0 1 0 0 0,1 0 0 0 0,-1 0 0 0 0,0-1 0 0 0,0 1 0 0 0,0 0 0 0 0,0-1 0 0 0,1 1 0 0 0,-1 0 0 0 0,0 0 0 0 0,0 0 0 0 0,1-1 0 0 0,-1 1 0 0 0,0 0 0 0 0,0 0 0 0 0,1-1 0 0 0,6-5 202 0 0,-1 0 0 0 0,1 0 0 0 0,0 1 0 0 0,0 0 0 0 0,14-8 0 0 0,44-17 364 0 0,-46 22-476 0 0,192-67 795 0 0,-121 47-488 0 0,490-123 309 0 0,-376 105-550 0 0,-42 12-57 0 0,233-18 0 0 0,-388 52-132 0 0,-1-1 0 0 0,-1 0 0 0 0,1 1 0 0 0,0 0 0 0 0,-1 0 0 0 0,1 0 0 0 0,0 1 0 0 0,-1-1 0 0 0,1 1 0 0 0,6 3 0 0 0,-12-4 0 0 0,0 0 0 0 0,0 0 0 0 0,1 0 0 0 0,-1 0 0 0 0,0 0 0 0 0,0 0 0 0 0,0 0 0 0 0,0 1 0 0 0,0-1 0 0 0,1 0 0 0 0,-1 0 0 0 0,0 0 0 0 0,0 0 0 0 0,0 1 0 0 0,0-1 0 0 0,0 0 0 0 0,0 0 0 0 0,0 0 0 0 0,0 1 0 0 0,0-1 0 0 0,1 0 0 0 0,-1 0 0 0 0,0 0 0 0 0,0 1 0 0 0,0-1 0 0 0,0 0 0 0 0,0 0 0 0 0,0 0 0 0 0,0 1 0 0 0,0-1 0 0 0,-1 0 0 0 0,1 0 0 0 0,0 0 0 0 0,0 1 0 0 0,0-1 0 0 0,0 0 0 0 0,0 0 0 0 0,0 0 0 0 0,0 0 0 0 0,0 1 0 0 0,0-1 0 0 0,-1 0 0 0 0,1 0 0 0 0,0 0 0 0 0,0 0 0 0 0,0 1 0 0 0,0-1 0 0 0,-1 0 0 0 0,-8 7 0 0 0,8-7 0 0 0,-21 12 0 0 0,0-1 0 0 0,-1-1 0 0 0,0-2 0 0 0,-34 9 0 0 0,24-7 0 0 0,-427 148 0 0 0,-328 143 6 0 0,542-211 52 0 0,205-76-58 0 0,25-10 0 0 0,-1 2 0 0 0,1 0 0 0 0,1 1 0 0 0,-21 13 0 0 0,35-20 0 0 0,0 0 0 0 0,1 0 0 0 0,-1 1 0 0 0,1-1 0 0 0,-1 1 0 0 0,0-1 0 0 0,1 1 0 0 0,-1-1 0 0 0,1 1 0 0 0,-1-1 0 0 0,1 1 0 0 0,-1-1 0 0 0,1 1 0 0 0,0-1 0 0 0,-1 1 0 0 0,1 0 0 0 0,0-1 0 0 0,-1 1 0 0 0,1 0 0 0 0,0-1 0 0 0,-1 2 0 0 0,2-1 0 0 0,-1-1 0 0 0,0 1 0 0 0,0-1 0 0 0,1 1 0 0 0,-1-1 0 0 0,0 0 0 0 0,1 1 0 0 0,-1-1 0 0 0,0 0 0 0 0,1 1 0 0 0,-1-1 0 0 0,1 0 0 0 0,-1 1 0 0 0,1-1 0 0 0,-1 0 0 0 0,0 0 0 0 0,1 1 0 0 0,-1-1 0 0 0,1 0 0 0 0,-1 0 0 0 0,1 0 0 0 0,0 0 0 0 0,4 1 0 0 0,0 0 0 0 0,0 0 0 0 0,-1-1 0 0 0,1 0 0 0 0,7-1 0 0 0,410-72 0 0 0,542-97 0 0 0,-915 164 0 0 0,165-17 0 0 0,1 17 0 0 0,-211 6 0 0 0,19 2 3 0 0,-22-2 0 0 0,0 0-1 0 0,-1 0 1 0 0,1 0-1 0 0,0 0 1 0 0,0 0-1 0 0,-1 1 0 0 0,1-1 1 0 0,0 0-1 0 0,-1 0 1 0 0,1 1-1 0 0,0-1 1 0 0,-1 1-1 0 0,1-1 0 0 0,0 0 1 0 0,-1 1-1 0 0,1-1 1 0 0,-1 1-1 0 0,1-1 1 0 0,-1 1-1 0 0,1 0 0 0 0,-1-1 1 0 0,1 1-1 0 0,-1-1 1 0 0,1 2-1 0 0,-1-1 2 0 0,-1-1 0 0 0,1 1 0 0 0,0 0 0 0 0,0 0 0 0 0,-1-1 0 0 0,1 1 0 0 0,0 0 0 0 0,-1-1 0 0 0,1 1 0 0 0,0 0 0 0 0,-1-1 0 0 0,1 1 0 0 0,-1-1 0 0 0,1 1 0 0 0,-1-1 0 0 0,1 1 0 0 0,-1-1 0 0 0,0 1 0 0 0,1-1 0 0 0,-1 1 0 0 0,0-1 0 0 0,1 0 0 0 0,-1 1 0 0 0,0-1 0 0 0,0 1 0 0 0,-22 7 81 0 0,22-8-82 0 0,-204 51 445 0 0,104-28-312 0 0,-396 84 234 0 0,372-81-332 0 0,63-14-25 0 0,29-7 4 0 0,1 2 0 0 0,-54 18 0 0 0,81-23-161 0 0,1 0-1 0 0,-1 0 1 0 0,1 0-1 0 0,0 0 1 0 0,-1 1-1 0 0,1 0 1 0 0,0-1-1 0 0,0 2 1 0 0,1-1-1 0 0,-6 5 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31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296 488 2764 0 0,'-9'5'2070'0'0,"0"-1"1"0"0,0 0 0 0 0,0-1 0 0 0,-15 4-1 0 0,17-5-1297 0 0,1-1 0 0 0,-1 0 0 0 0,0-1 0 0 0,1 1 0 0 0,-1-1 0 0 0,0 0 0 0 0,-10-2 0 0 0,15 1-741 0 0,0 0 0 0 0,-1 0-1 0 0,1 0 1 0 0,0 0 0 0 0,0 0 0 0 0,0 0 0 0 0,-1-1 0 0 0,1 1 0 0 0,0-1 0 0 0,1 1 0 0 0,-1-1-1 0 0,-2-2 1 0 0,-18-27-709 0 0,8 11-698 0 0,-49-65-7048 0 0,34 45 3103 0 0,27 37 5351 0 0,1 0 0 0 0,-1 0-1 0 0,0 0 1 0 0,1 0 0 0 0,0 0 0 0 0,-1 0 0 0 0,1 0 0 0 0,0 0 0 0 0,1-1 0 0 0,-1 1 0 0 0,1 0 0 0 0,-1-1 0 0 0,1 1 0 0 0,0-4 0 0 0,1 2-14 0 0,0 0 1 0 0,-1 0-1 0 0,2 0 1 0 0,-1 1-1 0 0,1-1 1 0 0,-1 0 0 0 0,1 1-1 0 0,5-9 1 0 0,-2 5-18 0 0,1 0 0 0 0,0 1 0 0 0,0 0 0 0 0,1 0 1 0 0,-1 0-1 0 0,1 1 0 0 0,1 0 0 0 0,-1 0 0 0 0,15-7 1 0 0,-18 11 11 0 0,0 1-1 0 0,0-1 1 0 0,0 1 0 0 0,1 0 0 0 0,-1 0 0 0 0,0 0 0 0 0,1 1-1 0 0,-1-1 1 0 0,1 1 0 0 0,-1 0 0 0 0,1 1 0 0 0,-1-1 0 0 0,0 1-1 0 0,1 0 1 0 0,-1 0 0 0 0,0 0 0 0 0,1 0 0 0 0,-1 1 0 0 0,7 4 0 0 0,5 2 78 0 0,-1 1 1 0 0,0 1 0 0 0,22 19 0 0 0,16 17 94 0 0,-21-17-109 0 0,37 24 0 0 0,-57-45-79 0 0,-1-1 1 0 0,2 0-1 0 0,-1-1 1 0 0,1 0 0 0 0,-1-1-1 0 0,2 0 1 0 0,18 3 0 0 0,-26-7-24 0 0,1 0 0 0 0,0 0 0 0 0,0-1 0 0 0,0 0 0 0 0,0 0-1 0 0,0-1 1 0 0,0 0 0 0 0,0 0 0 0 0,0-1 0 0 0,0 0 0 0 0,0 0 0 0 0,-1 0 0 0 0,1-1 0 0 0,-1 0 0 0 0,0 0 0 0 0,0-1 0 0 0,0 0 0 0 0,0 0 0 0 0,8-8 0 0 0,-5 4-13 0 0,0-2 0 0 0,-1 1 1 0 0,0-1-1 0 0,-1 0 0 0 0,0 0 0 0 0,0-1 1 0 0,-1 0-1 0 0,-1-1 0 0 0,0 1 0 0 0,4-13 0 0 0,1-20-8 0 0,-7 31 306 0 0,0 1 0 0 0,8-22-1 0 0,-10 32-2 0 0,-1 1 0 0 0,1 0 0 0 0,0-1 0 0 0,0 1 0 0 0,0 0 0 0 0,1 0 0 0 0,-1 0-1 0 0,0 0 1 0 0,0 0 0 0 0,1 0 0 0 0,-1 0 0 0 0,0 0 0 0 0,1 0 0 0 0,-1 1 0 0 0,1-1 0 0 0,-1 0-1 0 0,1 1 1 0 0,-1 0 0 0 0,1-1 0 0 0,-1 1 0 0 0,1 0 0 0 0,0 0 0 0 0,-1-1 0 0 0,3 2 0 0 0,6-1 1332 0 0,-1 0 0 0 0,1 1-1 0 0,9 3 1 0 0,-5-2-263 0 0,11 1-1247 0 0,1-1 0 0 0,-1-2-1 0 0,1-1 1 0 0,-1 0-1 0 0,42-10 1 0 0,-12-1-3006 0 0,78-30 0 0 0,-104 33 214 0 0,-1 0-1 0 0,1 3 1 0 0,45-6-1 0 0,-58 10 1558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32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68 3684 0 0,'-5'-2'532'0'0,"0"0"1"0"0,0-1 0 0 0,0 1-1 0 0,1-1 1 0 0,-1 0 0 0 0,1 0-1 0 0,-19-18 8823 0 0,22 20-9311 0 0,0 0-1 0 0,0 0 1 0 0,0-1-1 0 0,0 1 1 0 0,0 0-1 0 0,0-1 0 0 0,0 1 1 0 0,0 0-1 0 0,1-1 1 0 0,-1 1-1 0 0,1-1 1 0 0,-1 1-1 0 0,1-1 1 0 0,-1-1-1 0 0,1 2 12 0 0,0 1-1 0 0,1 0 1 0 0,-1-1 0 0 0,0 1 0 0 0,0 0-1 0 0,0-1 1 0 0,1 1 0 0 0,-1 0-1 0 0,0-1 1 0 0,1 1 0 0 0,-1 0 0 0 0,0 0-1 0 0,1-1 1 0 0,-1 1 0 0 0,0 0-1 0 0,1 0 1 0 0,-1 0 0 0 0,0-1 0 0 0,1 1-1 0 0,-1 0 1 0 0,1 0 0 0 0,-1 0 0 0 0,1 0-1 0 0,-1 0 1 0 0,0 0 0 0 0,1 0-1 0 0,-1 0 1 0 0,1 0 0 0 0,-1 0 0 0 0,0 0-1 0 0,1 0 1 0 0,-1 0 0 0 0,1 0-1 0 0,-1 0 1 0 0,0 0 0 0 0,1 0 0 0 0,0 1-1 0 0,15 4 108 0 0,2 4-445 0 0,20 13-1 0 0,-26-14 398 0 0,0-1-1 0 0,0 0 0 0 0,0-1 1 0 0,19 6-1 0 0,-14-9-317 0 0,0 0 0 0 0,1-1 0 0 0,-1-1 0 0 0,0 0 0 0 0,35-5 0 0 0,9 1-8191 0 0,-60 3 8220 0 0,0 0 0 0 0,-1 0-1 0 0,1 0 1 0 0,0 0 0 0 0,-1 0-1 0 0,1 0 1 0 0,0 0 0 0 0,-1 1-1 0 0,1-1 1 0 0,-1 0 0 0 0,1 0-1 0 0,0 0 1 0 0,-1 1 0 0 0,1-1-1 0 0,-1 0 1 0 0,1 0 0 0 0,0 1-1 0 0,-1-1 1 0 0,1 1 0 0 0,-1 0 110 0 0,1-1-1 0 0,-1 0 1 0 0,0 1 0 0 0,0-1-1 0 0,0 0 1 0 0,0 1 0 0 0,0-1-1 0 0,0 1 1 0 0,0-1 0 0 0,0 0-1 0 0,0 1 1 0 0,0-1 0 0 0,0 1-1 0 0,-1-1 1 0 0,1 0 0 0 0,0 1-1 0 0,0-1 1 0 0,0 0 0 0 0,0 1-1 0 0,0-1 1 0 0,-1 0 0 0 0,1 1-1 0 0,-1-1 1 0 0,-21 23 18 0 0,16-18 203 0 0,-20 20 178 0 0,1 1-1 0 0,-38 50 1 0 0,52-59-301 0 0,-1 0 0 0 0,2 1 0 0 0,1 0 0 0 0,0 1-1 0 0,1 0 1 0 0,-7 26 0 0 0,12-34-120 0 0,1 0 0 0 0,1 1 0 0 0,0-1 0 0 0,0 1 0 0 0,2 18 0 0 0,7 22-1990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3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246 643 1152 0 0,'18'-2'12829'0'0,"-10"-1"-10263"0"0,10-5 1780 0 0,-3-5-3956 0 0,-13 12-628 0 0,0-2 0 0 0,-1 1 0 0 0,1 0 0 0 0,-1 0 0 0 0,1 0 0 0 0,-1-1 0 0 0,0 1-1 0 0,0 0 1 0 0,0-1 0 0 0,0 1 0 0 0,0-1 0 0 0,0-3 0 0 0,-1 4 401 0 0,0-1 1 0 0,0 1 0 0 0,0-1-1 0 0,0 1 1 0 0,0-1-1 0 0,-1 0 1 0 0,1 1 0 0 0,-2-5-1 0 0,0 0-163 0 0,-1 0 0 0 0,0 1 0 0 0,-1-1 0 0 0,1 0 0 0 0,-1 1 0 0 0,-1 0 0 0 0,1 0 0 0 0,-1 0 0 0 0,0 0 0 0 0,0 1 0 0 0,-1 0 0 0 0,1 0 0 0 0,-1 0 0 0 0,-10-5 0 0 0,12 7 0 0 0,-1 1 0 0 0,0 0 0 0 0,0 0 0 0 0,0 0 0 0 0,0 0 0 0 0,0 1 0 0 0,0 0 0 0 0,0 0 0 0 0,0 1 0 0 0,0-1 0 0 0,-1 1 0 0 0,1 0 0 0 0,0 0 0 0 0,0 1 0 0 0,0 0 0 0 0,0 0 0 0 0,-1 0 0 0 0,1 0 0 0 0,0 1 0 0 0,1 0 0 0 0,-10 4 0 0 0,5-1 0 0 0,1 1 0 0 0,0 0 0 0 0,-1 1 0 0 0,2-1 0 0 0,-1 2 0 0 0,1-1 0 0 0,0 1 0 0 0,1 0 0 0 0,-1 0 0 0 0,2 1 0 0 0,-1 0 0 0 0,1 0 0 0 0,1 0 0 0 0,0 1 0 0 0,-5 15 0 0 0,5-14 0 0 0,1 1 0 0 0,1-1 0 0 0,0 1 0 0 0,0-1 0 0 0,1 1 0 0 0,1 0 0 0 0,0-1 0 0 0,0 1 0 0 0,2 0 0 0 0,-1 0 0 0 0,1-1 0 0 0,1 1 0 0 0,6 18 0 0 0,-8-28 0 0 0,0 1 0 0 0,0-1 0 0 0,0 0 0 0 0,0 1 0 0 0,1-1 0 0 0,-1 0 0 0 0,1 0 0 0 0,-1 0 0 0 0,1 0 0 0 0,0 0 0 0 0,0 0 0 0 0,0-1 0 0 0,0 1 0 0 0,0 0 0 0 0,0-1 0 0 0,0 0 0 0 0,0 1 0 0 0,1-1 0 0 0,-1 0 0 0 0,4 1 0 0 0,-3-1 0 0 0,0-1 0 0 0,1 0 0 0 0,-1 0 0 0 0,0 0 0 0 0,0 0 0 0 0,0-1 0 0 0,0 1 0 0 0,0-1 0 0 0,0 0 0 0 0,0 0 0 0 0,0 0 0 0 0,0 0 0 0 0,0 0 0 0 0,-1-1 0 0 0,1 1 0 0 0,4-4 0 0 0,3-3-167 0 0,-1 1 1 0 0,0-2-1 0 0,0 1 0 0 0,-1-1 1 0 0,0-1-1 0 0,0 0 0 0 0,-1 0 0 0 0,0 0 1 0 0,-1-1-1 0 0,7-15 0 0 0,3-14-3053 0 0,19-65 1 0 0,12-65 1741 0 0,6-26 629 0 0,-41 155 849 0 0,-4 12 0 0 0,2 0 0 0 0,14-33 0 0 0,-23 60 0 0 0,-1 1 0 0 0,1 1 0 0 0,-1-1 0 0 0,0 0 0 0 0,0 0 0 0 0,1 0 0 0 0,-1 0 0 0 0,1 1 0 0 0,-1-1 0 0 0,0 0 0 0 0,1 1 0 0 0,-1-1 0 0 0,1 0 0 0 0,0 1 0 0 0,-1-1 0 0 0,1 0 0 0 0,0 1 0 0 0,-1-1 0 0 0,1 1 0 0 0,0-1 0 0 0,0 1 0 0 0,1-1 0 0 0,-9 21 64 0 0,-1 2-66 0 0,1-1 0 0 0,0 1 0 0 0,2 0 0 0 0,-3 25 0 0 0,-3 95-41 0 0,3-35 91 0 0,-3-13-14 0 0,-10 165 97 0 0,24-232-752 0 0,-1-14-2482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3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51 1152 0 0,'-3'-37'11369'0'0,"2"35"-10770"0"0,-12-6 3627 0 0,11 7-4043 0 0,0 1 0 0 0,0-1-1 0 0,-1 1 1 0 0,1-1-1 0 0,0 1 1 0 0,0 0 0 0 0,-1 0-1 0 0,1 0 1 0 0,0 0-1 0 0,-1 0 1 0 0,-2 1 0 0 0,-1 1-174 0 0,0 1 1 0 0,0 0-1 0 0,0 0 1 0 0,1 0-1 0 0,-1 0 1 0 0,1 1-1 0 0,0 0 1 0 0,0 0-1 0 0,0 1 1 0 0,0-1-1 0 0,1 1 1 0 0,0 0-1 0 0,-5 7 1 0 0,-3 6-14 0 0,1 1 1 0 0,-14 31-1 0 0,13-25 4 0 0,2 1 0 0 0,-9 38 0 0 0,15-51 0 0 0,2 1 0 0 0,0-1 0 0 0,0 0 0 0 0,1 1 0 0 0,1-1 0 0 0,0 1 0 0 0,3 13 0 0 0,-2-21 0 0 0,1 0 0 0 0,0 0 0 0 0,0 0 0 0 0,0 0 0 0 0,1 0 0 0 0,0 0 0 0 0,0-1 0 0 0,0 1 0 0 0,1-1 0 0 0,-1 0 0 0 0,1 0 0 0 0,1-1 0 0 0,-1 1 0 0 0,1-1 0 0 0,-1 0 0 0 0,9 5 0 0 0,0 0 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4.1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93 1612 0 0,'-6'-9'668'0'0,"4"6"-264"0"0,0 0 0 0 0,0 0 0 0 0,0 0 0 0 0,0-1 0 0 0,0 1-1 0 0,1 0 1 0 0,0-1 0 0 0,0 1 0 0 0,-2-8 0 0 0,3 9 255 0 0,0 1-1 0 0,0-1 1 0 0,0 0 0 0 0,1 0 0 0 0,-1 0-1 0 0,0 1 1 0 0,1-1 0 0 0,-1 0-1 0 0,1 1 1 0 0,0-1 0 0 0,-1 0 0 0 0,5-5 2634 0 0,-2 4-2634 0 0,-2 2-479 0 0,1-1-1 0 0,0 1 1 0 0,0 0 0 0 0,-1 0 0 0 0,1 0-1 0 0,0 0 1 0 0,0 0 0 0 0,0 0-1 0 0,0 1 1 0 0,0-1 0 0 0,0 1-1 0 0,4-1 1 0 0,-1 1-265 0 0,1 0 0 0 0,0 0-1 0 0,-1 0 1 0 0,1 1 0 0 0,0 0 0 0 0,-1 0 0 0 0,1 0 0 0 0,-1 1-1 0 0,9 3 1 0 0,-5-1 85 0 0,-1 1 0 0 0,0-1 0 0 0,1 2 0 0 0,-2-1 0 0 0,1 1 0 0 0,-1 0 0 0 0,0 1 0 0 0,0 0 0 0 0,0 0 0 0 0,-1 0 0 0 0,7 13 0 0 0,-10-16 0 0 0,-1 0 0 0 0,0 0 0 0 0,0 0 0 0 0,0 0 0 0 0,0 1 0 0 0,-1-1 0 0 0,0 1 0 0 0,0-1 0 0 0,0 1 0 0 0,0 0 0 0 0,-1-1 0 0 0,0 1 0 0 0,0 0 0 0 0,0-1 0 0 0,0 1 0 0 0,-1 0 0 0 0,0-1 0 0 0,0 1 0 0 0,0-1 0 0 0,0 1 0 0 0,-1-1 0 0 0,0 0 0 0 0,0 1 0 0 0,0-1 0 0 0,-4 6 0 0 0,2-4 0 0 0,-1 0 0 0 0,0-1 0 0 0,0 0 0 0 0,0 1 0 0 0,-11 7 0 0 0,13-11 0 0 0,-1 0 0 0 0,1 1 0 0 0,-1-1 0 0 0,1-1 0 0 0,-1 1 0 0 0,0-1 0 0 0,0 1 0 0 0,0-1 0 0 0,0 0 0 0 0,0 0 0 0 0,0-1 0 0 0,-4 1 0 0 0,13-5 0 0 0,6-1 0 0 0,19-4-256 0 0,0 0 0 0 0,1 2 0 0 0,0 1 0 0 0,37-2 0 0 0,28-5-5447 0 0,-77 9 4511 0 0,-2-1-787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4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 1380 0 0,'0'0'215'0'0,"6"-15"6254"0"0,-6 15-6254 0 0,1-1 1 0 0,-1 1 0 0 0,1 0-1 0 0,-1 0 1 0 0,1 0-1 0 0,0-1 1 0 0,-1 1 0 0 0,1 0-1 0 0,-1 0 1 0 0,1 0-1 0 0,-1 0 1 0 0,2 0 0 0 0,0 0 735 0 0,1 0 0 0 0,0-1 0 0 0,0 1 0 0 0,0 0 0 0 0,-1 1 0 0 0,1-1 0 0 0,0 0 0 0 0,4 2 0 0 0,1 2-942 0 0,0-1 1 0 0,0 1 0 0 0,-1 1 0 0 0,0 0 0 0 0,0 0 0 0 0,0 0 0 0 0,0 1 0 0 0,-1 0 0 0 0,0 0-1 0 0,0 0 1 0 0,-1 1 0 0 0,1 0 0 0 0,-1 0 0 0 0,-1 0 0 0 0,0 1 0 0 0,0 0 0 0 0,0-1 0 0 0,-1 1-1 0 0,3 11 1 0 0,-2-6-312 0 0,-1 0-1 0 0,0 1 0 0 0,-1-1 1 0 0,0 1-1 0 0,-1 0 1 0 0,-1 0-1 0 0,0 0 0 0 0,-1-1 1 0 0,0 1-1 0 0,-1 0 0 0 0,-5 17 1 0 0,-4-1-1332 0 0,-1 0 0 0 0,-1 0 0 0 0,-23 36 1 0 0,12-23 1371 0 0,13-20 175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5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 99 3456 0 0,'6'-9'2057'0'0,"0"0"0"0"0,1 1 1 0 0,0-1-1 0 0,0 2 0 0 0,12-11 1 0 0,15-5 2264 0 0,-29 20-4414 0 0,0 1 0 0 0,0 0-1 0 0,0 0 1 0 0,9-2-1 0 0,-10 3 93 0 0,0 0 0 0 0,0 1 0 0 0,0-1 0 0 0,-1 1 0 0 0,1 0 0 0 0,0 1 0 0 0,0-1 0 0 0,0 1 0 0 0,-1-1 0 0 0,1 1 0 0 0,0 0 0 0 0,-1 0 0 0 0,1 1 0 0 0,0-1 0 0 0,-1 1 0 0 0,0 0 0 0 0,1 0 0 0 0,-1 0 0 0 0,0 0 0 0 0,0 1 0 0 0,0-1 0 0 0,0 1 0 0 0,-1-1 0 0 0,1 1 0 0 0,-1 0 0 0 0,0 0 0 0 0,1 1 0 0 0,-1-1 0 0 0,3 7 0 0 0,-2-3 0 0 0,0 1 0 0 0,0 0 0 0 0,0-1 0 0 0,-1 1 0 0 0,0 0 0 0 0,-1 0 0 0 0,0 1 0 0 0,0-1 0 0 0,0 0 0 0 0,-1 0 0 0 0,-1 0 0 0 0,1 1 0 0 0,-3 7 0 0 0,0-3 1 0 0,-2 0 0 0 0,1 0 0 0 0,-2 0-1 0 0,0-1 1 0 0,0 0 0 0 0,-1 0 0 0 0,-1 0-1 0 0,-15 17 1 0 0,-9 7-617 0 0,-41 36-1 0 0,48-49-115 0 0,-149 122-5232 0 0,132-115 1801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2.1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 5296 0 0,'10'-4'1158'0'0,"0"4"522"0"0,11 0 3903 0 0,-9-1-5459 0 0,6 1 2931 0 0,8-2-2671 0 0,-1 0 1996 0 0,-1 2-2380 0 0,-2-3 0 0 0,-5 1 0 0 0,-1 0 0 0 0,-3 4 0 0 0,-2-2 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2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10828 0 0,'7'-8'3450'0'0,"2"3"-2874"0"0,1 1-460 0 0,-3 3 2179 0 0,-2 2-2295 0 0,-2-1 0 0 0,2 2-140 0 0,6 0 2675 0 0,6 3-2735 0 0,-4 9 400 0 0,-11 4-1817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6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58 295 1152 0 0,'-6'-7'1947'0'0,"0"0"-1"0"0,1 0 1 0 0,1-1 0 0 0,-1 1 0 0 0,1-1 0 0 0,-3-9-1 0 0,-4-9 874 0 0,9 22-2758 0 0,1 0 1 0 0,-1 0-1 0 0,1 0 1 0 0,0 0-1 0 0,0-1 0 0 0,0 1 1 0 0,1 0-1 0 0,-1 0 1 0 0,1-1-1 0 0,0 1 1 0 0,0 0-1 0 0,1 0 1 0 0,-1-1-1 0 0,1 1 1 0 0,0 0-1 0 0,0 0 1 0 0,1 0-1 0 0,-1 0 1 0 0,1 0-1 0 0,0 0 1 0 0,0 0-1 0 0,0 0 0 0 0,0 1 1 0 0,1-1-1 0 0,-1 1 1 0 0,1 0-1 0 0,0 0 1 0 0,0 0-1 0 0,0 0 1 0 0,1 0-1 0 0,-1 0 1 0 0,8-3-1 0 0,-2 0-62 0 0,1 1 1 0 0,-1 0-1 0 0,1 1 0 0 0,1 0 0 0 0,-1 1 0 0 0,1 0 0 0 0,-1 0 0 0 0,1 1 1 0 0,0 1-1 0 0,0 0 0 0 0,15 0 0 0 0,-19 1 0 0 0,-1 1-1 0 0,0 0 1 0 0,-1 0 0 0 0,1 0 0 0 0,0 1-1 0 0,0 0 1 0 0,0 0 0 0 0,-1 0-1 0 0,10 6 1 0 0,-11-6-1 0 0,-1 1-1 0 0,1 0 1 0 0,-1-1-1 0 0,0 2 1 0 0,0-1 0 0 0,0 0-1 0 0,0 0 1 0 0,0 1 0 0 0,-1 0-1 0 0,0-1 1 0 0,0 1 0 0 0,0 0-1 0 0,0 0 1 0 0,2 7 0 0 0,-2-3-228 0 0,0-1 0 0 0,-1 1 0 0 0,0 0 0 0 0,0 0 0 0 0,0 0 0 0 0,-1-1 0 0 0,-1 1 0 0 0,1 0 0 0 0,-3 12 0 0 0,0-9-563 0 0,0 0 0 0 0,-1 1 0 0 0,0-1 0 0 0,-1-1-1 0 0,-10 19 1 0 0,3-11-319 0 0,0 0-1 0 0,-1-1 1 0 0,-18 18 0 0 0,-20 13 1471 0 0,43-40-273 0 0,-15 12 419 0 0,-35 17 4270 0 0,66-52 345 0 0,101-110-4465 0 0,-51 63-653 0 0,86-103-930 0 0,-55 50-5703 0 0,-82 105 4712 0 0,-12 16 2712 0 0,-12 17 1713 0 0,-45 80 2893 0 0,46-71-7177 0 0,-16 46 1 0 0,28-64 454 0 0,0 0 0 0 0,0 0 1 0 0,0 15-1 0 0,3-19 1157 0 0,0 1 1 0 0,1-1-1 0 0,0 1 0 0 0,1-1 0 0 0,2 11 0 0 0,-2-16 201 0 0,0 1 0 0 0,0-1 0 0 0,1 0 0 0 0,-1 0 0 0 0,2 0 0 0 0,-1 0 0 0 0,0 0 0 0 0,1-1 0 0 0,0 1 0 0 0,0-1 0 0 0,0 0 0 0 0,0 1 0 0 0,1-1-1 0 0,0-1 1 0 0,0 1 0 0 0,0 0 0 0 0,0-1 0 0 0,0 0 0 0 0,1 0 0 0 0,-1 0 0 0 0,1-1 0 0 0,0 0 0 0 0,0 0 0 0 0,10 3 0 0 0,-1-2 78 0 0,0 0 1 0 0,1-1-1 0 0,-1-1 1 0 0,1 0-1 0 0,23-3 1 0 0,-17 1-939 0 0,-1-2 1 0 0,0-1-1 0 0,29-9 0 0 0,-38 9-2267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6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88 3224 0 0,'-1'-1'213'0'0,"1"1"-1"0"0,-1-1 1 0 0,0 0 0 0 0,1 0 0 0 0,-1 0 0 0 0,1 0 0 0 0,-1-1-1 0 0,1 1 1 0 0,-1 0 0 0 0,1 0 0 0 0,0 0 0 0 0,0 0 0 0 0,0 0-1 0 0,-1 0 1 0 0,1-1 0 0 0,0 1 0 0 0,0 0 0 0 0,1-1-1 0 0,17-13 7753 0 0,-1 7-6586 0 0,0 1 0 0 0,26-7-1 0 0,-18 8-1017 0 0,32-4 0 0 0,-13 5-815 0 0,77 3 0 0 0,-109 2-8 0 0,0 1 0 0 0,0 0 0 0 0,0 1 0 0 0,13 3 0 0 0,-5 3-2326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7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44 920 0 0,'-16'-26'12445'0'0,"12"22"-11314"0"0,1 2-697 0 0,1 1 0 0 0,0-1-1 0 0,0 1 1 0 0,0 0 0 0 0,-1 0-1 0 0,1 0 1 0 0,-1 0 0 0 0,1 0-1 0 0,-1 0 1 0 0,-4 0 0 0 0,4 1-415 0 0,-1 0 1 0 0,1 0 0 0 0,0 0-1 0 0,-1 0 1 0 0,1 0 0 0 0,0 1-1 0 0,-1 0 1 0 0,1 0 0 0 0,0 0-1 0 0,0 0 1 0 0,0 0 0 0 0,0 1-1 0 0,0-1 1 0 0,0 1 0 0 0,0 0-1 0 0,0 0 1 0 0,1 0 0 0 0,-1 0 0 0 0,-3 4-1 0 0,-7 10-19 0 0,1 0 0 0 0,0 0 0 0 0,2 1 0 0 0,0 1 0 0 0,0-1 0 0 0,2 2 0 0 0,0-1 0 0 0,1 1 0 0 0,1 0 0 0 0,1 1 0 0 0,1 0 0 0 0,0-1 0 0 0,2 1 0 0 0,0 0 0 0 0,1 25 0 0 0,2-36 6 0 0,0 0-1 0 0,0-1 1 0 0,1 1 0 0 0,0 0-1 0 0,0-1 1 0 0,1 1 0 0 0,0-1-1 0 0,0 1 1 0 0,8 11-1 0 0,-9-16-41 0 0,1 0-1 0 0,0 0 0 0 0,0 0 1 0 0,0 0-1 0 0,1 0 0 0 0,-1-1 0 0 0,1 1 1 0 0,0-1-1 0 0,0 0 0 0 0,0 0 1 0 0,0-1-1 0 0,1 1 0 0 0,-1-1 0 0 0,1 0 1 0 0,0 0-1 0 0,-1 0 0 0 0,1-1 1 0 0,8 2-1 0 0,-1-1-3042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7.7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87 1380 0 0,'2'-5'1167'0'0,"0"1"-883"0"0,0 0 1 0 0,0-1-1 0 0,0 1 1 0 0,0 0-1 0 0,1 0 1 0 0,-1 1-1 0 0,1-1 1 0 0,0 1-1 0 0,0-1 1 0 0,15-12 7247 0 0,3-1-1164 0 0,-20 16-6331 0 0,1 0 0 0 0,0 0-1 0 0,0 0 1 0 0,0 0 0 0 0,0 0 0 0 0,0 0 0 0 0,0 0 0 0 0,0 1-1 0 0,3-1 1 0 0,-4 1-37 0 0,-1 0 0 0 0,1 0 0 0 0,-1 0 0 0 0,1 0 0 0 0,0 0 0 0 0,-1 0 0 0 0,1 0 0 0 0,0 1 0 0 0,-1-1 0 0 0,1 0 0 0 0,-1 0 0 0 0,1 1 0 0 0,0-1 0 0 0,-1 0 0 0 0,1 1 0 0 0,-1-1 0 0 0,1 0 0 0 0,-1 1 0 0 0,1-1 0 0 0,-1 1 0 0 0,0-1 0 0 0,1 1 0 0 0,-1-1 0 0 0,1 1 0 0 0,-1-1 0 0 0,0 1 0 0 0,1 0 0 0 0,-1-1 0 0 0,0 1 0 0 0,0-1 0 0 0,0 1 0 0 0,0 0 0 0 0,1-1 0 0 0,-1 1 0 0 0,0 0 0 0 0,0-1 0 0 0,0 1 0 0 0,0 0 0 0 0,0-1 0 0 0,0 1 0 0 0,0 0 0 0 0,-1 0 0 0 0,1 4 0 0 0,-1-1 0 0 0,1 1 0 0 0,-1 0 0 0 0,-2 5 0 0 0,-1 1-175 0 0,-1 0 0 0 0,0-1-1 0 0,-1 0 1 0 0,0 0 0 0 0,0 0 0 0 0,-9 9 0 0 0,7-8-850 0 0,0 0 0 0 0,0 1 0 0 0,-7 16 0 0 0,13-26 135 0 0,2-2 713 0 0,0 1-1 0 0,0-1 0 0 0,0 1 0 0 0,0-1 0 0 0,0 1 0 0 0,-1-1 1 0 0,1 1-1 0 0,0-1 0 0 0,0 1 0 0 0,0-1 0 0 0,0 1 1 0 0,0-1-1 0 0,1 0 0 0 0,-1 1 0 0 0,0-1 0 0 0,0 1 0 0 0,0-1 1 0 0,0 1-1 0 0,0-1 0 0 0,1 1 0 0 0,-1-1 0 0 0,2 2-711 0 0,-1-1 797 0 0,0-1 1 0 0,0 1-1 0 0,0-1 0 0 0,0 1 0 0 0,0-1 0 0 0,0 0 1 0 0,0 0-1 0 0,1 1 0 0 0,-1-1 0 0 0,0 0 0 0 0,0 0 1 0 0,2-1-1 0 0,7 0 432 0 0,-1 0-1 0 0,14-5 1 0 0,-20 5-735 0 0,35-11 411 0 0,-21 6 4 0 0,23-6-1 0 0,-36 11-17 0 0,0 0-1 0 0,0 1 1 0 0,0-1-1 0 0,0 1 1 0 0,0 0-1 0 0,1 0 1 0 0,-1 1 0 0 0,0-1-1 0 0,0 1 1 0 0,0 0-1 0 0,4 1 1 0 0,-6-1 8 0 0,0 0 1 0 0,0 0 0 0 0,0 0 0 0 0,-1 0 0 0 0,1 0 0 0 0,-1 0 0 0 0,1 1-1 0 0,-1-1 1 0 0,1 0 0 0 0,-1 1 0 0 0,1 0 0 0 0,-1-1 0 0 0,0 1 0 0 0,0 0-1 0 0,0-1 1 0 0,0 1 0 0 0,0 0 0 0 0,-1 0 0 0 0,1 0 0 0 0,0 0-1 0 0,-1 0 1 0 0,1 0 0 0 0,-1 0 0 0 0,0 0 0 0 0,0 0 0 0 0,0 0 0 0 0,0 0-1 0 0,0 0 1 0 0,0 0 0 0 0,0 0 0 0 0,-1 0 0 0 0,0 2 0 0 0,0 3 43 0 0,-1 0 0 0 0,0 0 0 0 0,0-1 0 0 0,-1 1 0 0 0,0-1 0 0 0,0 0 0 0 0,-1 0 0 0 0,-5 8 0 0 0,4-9-5 0 0,0 1 0 0 0,-1 0 0 0 0,0-1 0 0 0,0 0 0 0 0,0-1-1 0 0,-9 6 1 0 0,11-7-18 0 0,0-1-1 0 0,0 0 0 0 0,0 0 1 0 0,-1 0-1 0 0,1-1 1 0 0,0 1-1 0 0,-1-1 0 0 0,1 0 1 0 0,-1-1-1 0 0,1 1 0 0 0,-1-1 1 0 0,-5 0-1 0 0,9 0-22 0 0,0 0 0 0 0,0 0 0 0 0,1 0-1 0 0,-1 0 1 0 0,0-1 0 0 0,0 1 0 0 0,0 0 0 0 0,0-1 0 0 0,0 1 0 0 0,1 0 0 0 0,-1-1-1 0 0,0 1 1 0 0,0-1 0 0 0,0 0 0 0 0,1 0-30 0 0,-1 1 0 0 0,1 0 1 0 0,0-1-1 0 0,0 1 0 0 0,0 0 0 0 0,0-1 0 0 0,-1 1 0 0 0,1-1 0 0 0,0 1 0 0 0,0 0 1 0 0,0-1-1 0 0,0 1 0 0 0,0 0 0 0 0,0-1 0 0 0,0 1 0 0 0,0-1 0 0 0,0 1 1 0 0,0 0-1 0 0,0-1 0 0 0,0 1 0 0 0,1-1 0 0 0,-1 1 0 0 0,0 0 0 0 0,0-1 1 0 0,0 1-1 0 0,0 0 0 0 0,1-1 0 0 0,-1 1 0 0 0,0 0 0 0 0,0-1 0 0 0,1 1 0 0 0,-1-1 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47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 2992 0 0,'8'-9'5681'0'0,"4"0"-4275"0"0,-11 9-1370 0 0,-1-1 0 0 0,1 1 1 0 0,0 0-1 0 0,0 0 0 0 0,0 0 0 0 0,0 0 1 0 0,0 0-1 0 0,0 0 0 0 0,-1 0 1 0 0,1 0-1 0 0,0 0 0 0 0,0 0 1 0 0,1 1-1 0 0,10 4 3428 0 0,-3 0-2649 0 0,-1 1-1 0 0,1 0 1 0 0,-1 0 0 0 0,-1 1-1 0 0,1 0 1 0 0,11 15-1 0 0,-12-13-827 0 0,-1 1-1 0 0,-1-1 0 0 0,0 1 0 0 0,0 0 0 0 0,0 0 0 0 0,-2 1 0 0 0,1-1 0 0 0,-1 1 0 0 0,-1 0 1 0 0,0-1-1 0 0,0 1 0 0 0,-1 0 0 0 0,0 1 0 0 0,-1-1 0 0 0,-1 0 0 0 0,-3 21 0 0 0,0-10-359 0 0,-2 0-1 0 0,0-1 0 0 0,-1 0 1 0 0,-1 0-1 0 0,-13 22 1 0 0,-2-1-668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0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289 141 1380 0 0,'37'-47'9280'0'0,"-10"14"-5207"0"0,-23 29-3314 0 0,1-4-64 0 0,1 1-1 0 0,0 0 1 0 0,0 0 0 0 0,0 0-1 0 0,14-10 1 0 0,-20 17-695 0 0,1-1 0 0 0,0 1 0 0 0,-1 0 0 0 0,1-1 0 0 0,0 1 0 0 0,-1 0 0 0 0,1-1 0 0 0,0 1 0 0 0,-1 0 0 0 0,1 0 0 0 0,0 0 0 0 0,0-1 0 0 0,-1 1 0 0 0,1 0 0 0 0,0 0 0 0 0,0 0 0 0 0,-1 0 0 0 0,1 0 0 0 0,0 1 0 0 0,0-1 0 0 0,-1 0 0 0 0,1 0 0 0 0,0 0 0 0 0,-1 1 0 0 0,1-1 0 0 0,1 1 0 0 0,-1 0 0 0 0,0 0 0 0 0,1 1 0 0 0,-1-1 0 0 0,0 0 0 0 0,0 1 0 0 0,0-1 0 0 0,0 0 0 0 0,0 1 0 0 0,0 0 0 0 0,-1-1 0 0 0,2 3 0 0 0,0 3 0 0 0,0 1 0 0 0,0 0 0 0 0,1 15 0 0 0,-2-6-448 0 0,-1-1-1 0 0,0 1 0 0 0,-1-1 0 0 0,-1 1 1 0 0,0-1-1 0 0,-2 1 0 0 0,0-1 1 0 0,-11 28-1 0 0,7-26-445 0 0,-1 0 0 0 0,0-1 1 0 0,-1 0-1 0 0,-1-1 0 0 0,-1 0 0 0 0,-1-1 0 0 0,-15 16 1 0 0,10-13 883 0 0,0-1 1 0 0,-1-1 0 0 0,-1 0 0 0 0,0-1 0 0 0,-1-2 0 0 0,-1 0-1 0 0,-44 19 1 0 0,62-30 12 0 0,0-1-1 0 0,0 0 0 0 0,0 0 1 0 0,1 0-1 0 0,-1-1 0 0 0,-1 0 1 0 0,1 1-1 0 0,0-1 0 0 0,0 0 1 0 0,0-1-1 0 0,0 1 0 0 0,-6-2 1 0 0,7 1-1 0 0,1 0 0 0 0,-1 0 1 0 0,0 0-1 0 0,1-1 0 0 0,-1 1 0 0 0,1-1 1 0 0,0 1-1 0 0,-1-1 0 0 0,1 0 0 0 0,0 0 1 0 0,0 0-1 0 0,0 0 0 0 0,0 0 0 0 0,0 0 1 0 0,1-1-1 0 0,-1 1 0 0 0,1-1 0 0 0,-2-3 1 0 0,-1-3 1 0 0,1 0 1 0 0,1 0 0 0 0,0 0-1 0 0,0 0 1 0 0,1 0 0 0 0,0 0-1 0 0,0 0 1 0 0,1-1 0 0 0,0 1-1 0 0,1 0 1 0 0,0 0 0 0 0,4-15-1 0 0,-2 12 422 0 0,0 0-1 0 0,1 0 0 0 0,1 1 0 0 0,0-1 0 0 0,0 1 0 0 0,1 0 1 0 0,1 1-1 0 0,15-20 0 0 0,-20 28-218 0 0,-1 0 0 0 0,1 0 1 0 0,0 0-1 0 0,1 0 0 0 0,-1 1 0 0 0,0-1 0 0 0,0 1 1 0 0,1-1-1 0 0,-1 1 0 0 0,1 0 0 0 0,-1 0 0 0 0,1 0 1 0 0,-1 0-1 0 0,1 0 0 0 0,0 1 0 0 0,-1-1 0 0 0,1 1 0 0 0,0 0 1 0 0,0 0-1 0 0,-1 0 0 0 0,1 0 0 0 0,0 0 0 0 0,0 0 1 0 0,-1 1-1 0 0,1 0 0 0 0,0-1 0 0 0,-1 1 0 0 0,4 1 1 0 0,6 4 144 0 0,-1 0 1 0 0,1 0-1 0 0,-1 1 1 0 0,17 15 0 0 0,-11-9-824 0 0,50 34-751 0 0,96 55-7672 0 0,-150-94 8960 0 0,28 13-96 0 0,-38-19 79 0 0,0-1-1 0 0,1 0 1 0 0,-1 0 0 0 0,0 0-1 0 0,1-1 1 0 0,-1 1 0 0 0,1-1 0 0 0,-1 0-1 0 0,0 0 1 0 0,7 0 0 0 0,0-3 107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1.1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57 3684 0 0,'-3'-13'712'0'0,"-3"-15"6848"0"0,5 27-7264 0 0,1 1-1 0 0,0-1 0 0 0,-1 0 1 0 0,1 0-1 0 0,0 0 1 0 0,-1 0-1 0 0,1 1 0 0 0,-1-1 1 0 0,0 0-1 0 0,0 0 296 0 0,1 0-296 0 0,-1 1 1 0 0,0-1-1 0 0,0 0 1 0 0,1 1-1 0 0,-1-1 0 0 0,0 1 1 0 0,0 0-1 0 0,0-1 1 0 0,0 1-1 0 0,0 0 0 0 0,-1-1 1 0 0,1 1-268 0 0,0 0 0 0 0,0 0 0 0 0,0 1 0 0 0,0-1 0 0 0,0 0 1 0 0,1 0-1 0 0,-1 1 0 0 0,0-1 0 0 0,0 1 0 0 0,0-1 0 0 0,0 1 0 0 0,1-1 0 0 0,-1 1 0 0 0,0-1 0 0 0,0 1 1 0 0,1 0-1 0 0,-1-1 0 0 0,1 1 0 0 0,-1 0 0 0 0,0 0 0 0 0,1-1 0 0 0,-1 1 0 0 0,0 1 0 0 0,-10 24-138 0 0,9-22 160 0 0,-12 38-50 0 0,2 0 0 0 0,1 1 0 0 0,-6 68 0 0 0,14-91-3 0 0,-1-1 6 0 0,0 36 0 0 0,4-50-5 0 0,0 0-1 0 0,1 0 0 0 0,-1 0 0 0 0,1 0 0 0 0,0-1 1 0 0,0 1-1 0 0,0 0 0 0 0,1 0 0 0 0,0-1 0 0 0,0 1 1 0 0,0-1-1 0 0,4 7 0 0 0,-4-10-8 0 0,-1 1 0 0 0,0-1 1 0 0,0 0-1 0 0,1 1 0 0 0,-1-1 1 0 0,1 0-1 0 0,-1 0 0 0 0,1 0 0 0 0,0 0 1 0 0,-1 0-1 0 0,1 0 0 0 0,0-1 1 0 0,0 1-1 0 0,-1-1 0 0 0,1 1 1 0 0,0-1-1 0 0,2 1 0 0 0,9 2-159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1.4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5 168 4144 0 0,'-1'-2'294'0'0,"0"0"1"0"0,1-1-1 0 0,-1 1 0 0 0,0 0 1 0 0,1 0-1 0 0,0 0 1 0 0,-1 0-1 0 0,1-1 0 0 0,0 1 1 0 0,0 0-1 0 0,0 0 1 0 0,1-1-1 0 0,-1 1 0 0 0,0 0 1 0 0,1 0-1 0 0,-1 0 1 0 0,1-1-1 0 0,0 1 1 0 0,0 0-1 0 0,0 0 0 0 0,0 0 1 0 0,0 0-1 0 0,0 1 1 0 0,1-1-1 0 0,-1 0 0 0 0,1 0 1 0 0,-1 1-1 0 0,3-3 1 0 0,31-26 4712 0 0,-20 16-4310 0 0,0 1 1 0 0,20-13-1 0 0,-30 23-707 0 0,0 0 1 0 0,0 0 0 0 0,1 1 0 0 0,-1-1-1 0 0,1 1 1 0 0,-1 1 0 0 0,1-1 0 0 0,-1 1-1 0 0,1 0 1 0 0,0 0 0 0 0,0 0-1 0 0,6 1 1 0 0,-10 0 9 0 0,0 0-1 0 0,1 1 1 0 0,-1-1-1 0 0,0 0 1 0 0,0 1-1 0 0,0-1 1 0 0,0 1 0 0 0,0 0-1 0 0,0 0 1 0 0,0 0-1 0 0,0 0 1 0 0,0 0-1 0 0,0 0 1 0 0,-1 0-1 0 0,1 1 1 0 0,0-1-1 0 0,2 3 1 0 0,-2-1 2 0 0,-1-1-1 0 0,1 1 1 0 0,-1 0 0 0 0,1-1 0 0 0,-1 1-1 0 0,0 0 1 0 0,0 0 0 0 0,0 0-1 0 0,0 0 1 0 0,-1 0 0 0 0,1 4 0 0 0,-1 1-19 0 0,0 0-1 0 0,0 0 1 0 0,-1 0 0 0 0,0 0 0 0 0,0 0 0 0 0,-1 0 0 0 0,0 0 0 0 0,-6 13 0 0 0,-7 11-2133 0 0,-2 0 0 0 0,-2-2-1 0 0,-38 49 1 0 0,54-74 1846 0 0,2-5 302 0 0,0 1-1 0 0,0 0 0 0 0,0 0 0 0 0,0 0 1 0 0,1 0-1 0 0,-1 0 0 0 0,0 0 0 0 0,1 0 1 0 0,-1 0-1 0 0,1 0 0 0 0,-1 0 0 0 0,1 0 1 0 0,0 0-1 0 0,-1 1 0 0 0,1-1 0 0 0,0 2 1 0 0,0-3 2 0 0,0 1 0 0 0,0-1 0 0 0,0 0 0 0 0,0 0 0 0 0,0 0 0 0 0,1 1 0 0 0,-1-1 0 0 0,0 0 0 0 0,0 0 0 0 0,0 0 0 0 0,1 0 0 0 0,-1 0 0 0 0,0 0 0 0 0,0 1 0 0 0,0-1 0 0 0,1 0 0 0 0,-1 0 0 0 0,0 0 0 0 0,0 0 0 0 0,1 0 0 0 0,-1 0 0 0 0,0 0 0 0 0,0 0 0 0 0,1 0 0 0 0,-1 0 0 0 0,0 0 0 0 0,0 0 0 0 0,0 0 0 0 0,1 0 0 0 0,-1 0 0 0 0,0 0 0 0 0,0-1 0 0 0,1 1 0 0 0,-1 0 0 0 0,0 0 0 0 0,12-5 0 0 0,-9 4 0 0 0,41-19-217 0 0,42-27 0 0 0,-39 19-2774 0 0,-26 17-84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1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2532 0 0,'0'-2'811'0'0,"8"-17"1393"0"0,-8 18-2167 0 0,0 1 1 0 0,0 0-1 0 0,1-1 0 0 0,-1 1 1 0 0,0 0-1 0 0,0 0 0 0 0,0-1 1 0 0,1 1-1 0 0,-1 0 0 0 0,0 0 1 0 0,0-1-1 0 0,1 1 0 0 0,-1 0 1 0 0,0 0-1 0 0,0 0 0 0 0,1-1 1 0 0,-1 1-1 0 0,0 0 0 0 0,1 0 1 0 0,-1 0-1 0 0,0 0 0 0 0,1 0 0 0 0,-1 0 1 0 0,0 0-1 0 0,1 0 0 0 0,-1 0 1 0 0,0 0-1 0 0,1 0 0 0 0,-1 0 1 0 0,0 0-1 0 0,1 0 0 0 0,-1 0 1 0 0,0 0-1 0 0,1 0 0 0 0,-1 0 1 0 0,0 0-1 0 0,0 1 0 0 0,1-1 1 0 0,-1 0-1 0 0,0 0 0 0 0,1 0 1 0 0,-1 0-1 0 0,0 1 0 0 0,12 17 7740 0 0,-2-5-4168 0 0,-3-4-3338 0 0,0 0 0 0 0,-1 0 1 0 0,7 13-1 0 0,-3 2-270 0 0,0 1 0 0 0,-1 0 1 0 0,-2 1-1 0 0,7 34 0 0 0,-11-41-11 0 0,-1 1 0 0 0,-1 0 0 0 0,-1 0 0 0 0,0 0 0 0 0,-2 0 0 0 0,-5 28 0 0 0,1-19 74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1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 6448 0 0,'3'-27'12736'0'0,"4"23"-12544"0"0,1 1 92 0 0,3 1-284 0 0,-1 0 0 0 0,-3 2 0 0 0,0 0 0 0 0,-1 5-128 0 0,-2 1 256 0 0,1 2-320 0 0,3 1 384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2.0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0 155 6680 0 0,'7'-18'3267'0'0,"1"6"-2911"0"0,1 2-284 0 0,-1 3 903 0 0,4 0 2943 0 0,-1 5-3858 0 0,6-4 3413 0 0,10-5-3417 0 0,9-2 747 0 0,4-3-803 0 0,5 3-293 0 0,-1-1-203 0 0,0 4-939 0 0,0 1 555 0 0,-1 4-2462 0 0,-1 5 2262 0 0,-3-1-1318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6:53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2606 383 1152 0 0,'58'-39'9675'0'0,"-44"28"-6771"0"0,25-25 1 0 0,-32 28-2653 0 0,-1 1 0 0 0,1-1 0 0 0,-1 0 0 0 0,-1 0 0 0 0,0-1 0 0 0,0 0 0 0 0,0 0 0 0 0,-1 0 0 0 0,0-1 0 0 0,-1 1 0 0 0,4-18 0 0 0,-7 22-250 0 0,1 1 0 0 0,-1 0-1 0 0,0-1 1 0 0,0 1 0 0 0,0 0-1 0 0,0-1 1 0 0,-1 1 0 0 0,0 0-1 0 0,0-1 1 0 0,0 1 0 0 0,0 0-1 0 0,-1 0 1 0 0,1 0 0 0 0,-1 0-1 0 0,-3-4 1 0 0,2 3-106 0 0,-1 0 0 0 0,0 1 1 0 0,0-1-1 0 0,0 1 0 0 0,-1 0 0 0 0,1 0 0 0 0,-1 1 0 0 0,0-1 1 0 0,-10-4-1 0 0,-3 0-755 0 0,-1 0 0 0 0,-1 2 1 0 0,1 0-1 0 0,-1 1 0 0 0,-27-3 1 0 0,-130-9-5589 0 0,-2 18 5229 0 0,-177 28 2075 0 0,337-27-1046 0 0,-292 41 296 0 0,234-28-33 0 0,-148 51 1 0 0,-303 158-75 0 0,484-200 32 0 0,1 1 1 0 0,1 3-1 0 0,-75 65 0 0 0,-93 121 123 0 0,184-182-141 0 0,1 1-1 0 0,1 1 1 0 0,2 1 0 0 0,-20 40 0 0 0,19-26-10 0 0,3 2-1 0 0,-24 86 1 0 0,39-116-1 0 0,0 0 0 0 0,2 1 0 0 0,1-1 0 0 0,1 1 0 0 0,1 0 0 0 0,0 0 0 0 0,2 0 0 0 0,0-1 0 0 0,2 1 0 0 0,0-1 0 0 0,12 32 0 0 0,-12-40 261 0 0,1 1 0 0 0,1-2-1 0 0,1 1 1 0 0,-1-1-1 0 0,2 0 1 0 0,0 0-1 0 0,0-1 1 0 0,1 0-1 0 0,1 0 1 0 0,-1-1-1 0 0,2-1 1 0 0,-1 0-1 0 0,1 0 1 0 0,1-1-1 0 0,0 0 1 0 0,0-1-1 0 0,0 0 1 0 0,26 9-1 0 0,-13-8-161 0 0,1-2-1 0 0,0-1 0 0 0,0-1 0 0 0,33 1 0 0 0,108-5-347 0 0,-165 0 227 0 0,80-4-712 0 0,-1-3-1 0 0,0-4 1 0 0,144-39-1 0 0,14-28 1028 0 0,-99 26-183 0 0,225-100 140 0 0,30-68-149 0 0,-342 187-102 0 0,-2-3 1 0 0,-1-1 0 0 0,-2-3-1 0 0,-2-2 1 0 0,-1-2 0 0 0,-3-2-1 0 0,-1-2 1 0 0,-3-1 0 0 0,-2-2-1 0 0,-2-1 1 0 0,41-86 0 0 0,-62 108-11 0 0,0 0 1 0 0,-2 0 0 0 0,12-58 0 0 0,-20 75 18 0 0,-1 0 0 0 0,-1 0 0 0 0,0 0 0 0 0,-1 0 0 0 0,0 0 0 0 0,-1 0 0 0 0,-1 0 0 0 0,0 0 0 0 0,0 1 0 0 0,-2-1 0 0 0,1 0 0 0 0,-8-16 0 0 0,5 17 93 0 0,-1 0 1 0 0,0 0-1 0 0,-1 1 1 0 0,0 0-1 0 0,-1 0 0 0 0,0 1 1 0 0,0 0-1 0 0,-1 0 1 0 0,-1 1-1 0 0,1 0 0 0 0,-13-6 1 0 0,13 9 21 0 0,0 0 0 0 0,0 1 1 0 0,-1 1-1 0 0,1 0 0 0 0,-1 0 0 0 0,0 1 0 0 0,0 0 1 0 0,0 1-1 0 0,-1 0 0 0 0,1 1 0 0 0,0 0 1 0 0,-1 1-1 0 0,-20 2 0 0 0,-16 8-3614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32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1040 5063 0 0,'-17'1'347'0'0,"12"0"-331"0"0,0-1 0 0 0,-1 1 0 0 0,1 0 0 0 0,0 0 0 0 0,-8 3 0 0 0,6 6 24 0 0,6-10-14 0 0,1 0 0 0 0,0 0 1 0 0,0 1-1 0 0,0-1 0 0 0,-1 0 0 0 0,1 0 1 0 0,0 1-1 0 0,0-1 0 0 0,0 0 0 0 0,0 1 1 0 0,0-1-1 0 0,-1 0 0 0 0,1 0 0 0 0,0 1 1 0 0,0-1-1 0 0,0 0 0 0 0,0 1 0 0 0,0-1 1 0 0,0 0-1 0 0,0 1 0 0 0,0-1 0 0 0,0 0 1 0 0,1 1-1 0 0,-1-1 0 0 0,0 0 0 0 0,0 1 1 0 0,0-1-1 0 0,0 0 0 0 0,0 1 0 0 0,0-1 1 0 0,1 0-1 0 0,-1 0 0 0 0,0 1 0 0 0,0-1 1 0 0,0 0-1 0 0,1 0 0 0 0,-1 1 0 0 0,5 0 102 0 0,-1 0 0 0 0,0-1 0 0 0,1 1-1 0 0,-1-1 1 0 0,1 0 0 0 0,-1 0 0 0 0,0 0-1 0 0,1 0 1 0 0,-1-1 0 0 0,8-2 0 0 0,1 1 293 0 0,93-15 2121 0 0,250-31 481 0 0,-202 34-2576 0 0,314-24 330 0 0,-194 13-417 0 0,92-5 48 0 0,70 17-48 0 0,-83 6-227 0 0,29-2 54 0 0,-122 1-22 0 0,50-3 22 0 0,671-39 137 0 0,-201 18-243 0 0,-465 21-32 0 0,-40 6 3 0 0,-3 1-14 0 0,668-24-38 0 0,-652 25 0 0 0,17-1 0 0 0,-184 0 0 0 0,377-10 0 0 0,602-24 46 0 0,-873 28-20 0 0,1437-94-26 0 0,897-41 135 0 0,-1024 65 617 0 0,-902 44-639 0 0,180-18-90 0 0,252-11 117 0 0,-378 30-72 0 0,-132 6 1 0 0,24 9-56 0 0,-1 0-14 0 0,71 3 1 0 0,-194 8 0 0 0,541 4 0 0 0,-668 8 0 0 0,693 24 0 0 0,-721-15 0 0 0,303 21-96 0 0,-161-7-153 0 0,-172-11-366 0 0,374 3-1735 0 0,-589-18 2294 0 0,328-4-314 0 0,-77 0 362 0 0,-21-3 214 0 0,26 1 247 0 0,34 4 29 0 0,17-1-63 0 0,-283 4-475 0 0,249-7-908 0 0,-302 4 468 0 0,-4 1-102 0 0,-1-2 0 0 0,1 0-1 0 0,0-1 1 0 0,-1-1-1 0 0,24-9 1 0 0,-46 13 538 0 0,0 1-1 0 0,0 0 1 0 0,0 0 0 0 0,-1 0 0 0 0,1-1 0 0 0,0 1 0 0 0,0 0-1 0 0,0-1 1 0 0,-1 1 0 0 0,1-1 0 0 0,0 1 0 0 0,0-1 0 0 0,-1 0-1 0 0,1 1 1 0 0,-1-1 0 0 0,1 1 0 0 0,0-1 0 0 0,-1 0 0 0 0,1 0-1 0 0,-1 1 1 0 0,1-1 0 0 0,-1 0 0 0 0,0 0 0 0 0,1-1 0 0 0,-2 2-33 0 0,1-1 1 0 0,-1 0-1 0 0,0 0 1 0 0,1 1 0 0 0,-1-1-1 0 0,0 0 1 0 0,0 1-1 0 0,1-1 1 0 0,-1 1-1 0 0,0-1 1 0 0,0 1 0 0 0,0-1-1 0 0,0 1 1 0 0,0 0-1 0 0,0-1 1 0 0,0 1-1 0 0,0 0 1 0 0,0 0 0 0 0,0 0-1 0 0,0 0 1 0 0,-1 0-1 0 0,-176-19-2204 0 0,21 3 630 0 0,24-8 1667 0 0,86 11 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32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279 25 2759 0 0,'0'-1'10'0'0,"0"0"8"0"0,-1-1 0 0 0,1 1-1 0 0,0 0 1 0 0,0-1 0 0 0,0 1 0 0 0,0 0-1 0 0,0 0 1 0 0,0-1 0 0 0,0 1 0 0 0,0 0-1 0 0,1-1 1 0 0,0-1 0 0 0,0 2 4 0 0,-1 1 0 0 0,1-1 0 0 0,0 1 0 0 0,0-1 0 0 0,0 1 0 0 0,0 0-1 0 0,0-1 1 0 0,0 1 0 0 0,0 0 0 0 0,0 0 0 0 0,0 0 0 0 0,0 0 0 0 0,0 0 0 0 0,0 0 0 0 0,0 0 0 0 0,0 0 0 0 0,0 0 0 0 0,2 0 0 0 0,38 6 675 0 0,0 1 1 0 0,0 2-1 0 0,43 16 0 0 0,-47-14-372 0 0,38 10 346 0 0,9 3 305 0 0,123 50-1 0 0,-198-69-833 0 0,1 0 0 0 0,-1 0 0 0 0,0 1 0 0 0,15 11 0 0 0,-22-15-103 0 0,0 0 0 0 0,0 0 0 0 0,0 0 0 0 0,-1 0 0 0 0,1 0 0 0 0,0 1 0 0 0,-1-1 1 0 0,0 1-1 0 0,1-1 0 0 0,0 4 0 0 0,-2-4-17 0 0,1-1 0 0 0,-1 1 0 0 0,0-1 0 0 0,0 1 1 0 0,0 0-1 0 0,0-1 0 0 0,0 1 0 0 0,0-1 0 0 0,0 1 0 0 0,0 0 0 0 0,-1-1 0 0 0,1 1 1 0 0,-1-1-1 0 0,1 1 0 0 0,-1-1 0 0 0,0 1 0 0 0,1-1 0 0 0,-1 0 0 0 0,-1 2 0 0 0,-2 2 66 0 0,0 0 0 0 0,0-1-1 0 0,0 1 1 0 0,-1-1 0 0 0,0 0-1 0 0,1-1 1 0 0,-1 1-1 0 0,-1-1 1 0 0,1 0 0 0 0,0 0-1 0 0,-8 2 1 0 0,-8 3 320 0 0,-38 8 0 0 0,49-14-321 0 0,-92 17 1369 0 0,-126 9 1 0 0,33-7-420 0 0,136-12-722 0 0,-74 22 0 0 0,74-11-1352 0 0,5 3-4733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0.5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27 339 1839 0 0,'3'-29'1049'0'0,"0"-37"0"0"0,-2 41-269 0 0,-1-8 1021 0 0,0 0-1 0 0,-2-1 0 0 0,-2 1 0 0 0,-9-42 0 0 0,13 74-1703 0 0,0 1 0 0 0,0-1 1 0 0,0 0-1 0 0,-1 1 0 0 0,1-1 0 0 0,0 0 0 0 0,0 1 1 0 0,-1-1-1 0 0,1 0 0 0 0,0 1 0 0 0,-1-1 0 0 0,1 1 1 0 0,0-1-1 0 0,-1 1 0 0 0,1-1 0 0 0,-1 0 1 0 0,1 1-51 0 0,-1 0 0 0 0,1 1 0 0 0,0-1 1 0 0,0 0-1 0 0,-1 0 0 0 0,1 0 1 0 0,0 0-1 0 0,0 0 0 0 0,0 0 1 0 0,-1 1-1 0 0,1-1 0 0 0,0 0 1 0 0,0 0-1 0 0,0 0 0 0 0,0 0 0 0 0,0 1 1 0 0,-1-1-1 0 0,1 0 0 0 0,0 0 1 0 0,0 1-1 0 0,0-1 0 0 0,0 0 1 0 0,0 0-1 0 0,0 0 0 0 0,0 1 1 0 0,0-1-1 0 0,0 1 0 0 0,-5 23 793 0 0,5 39-572 0 0,12 103-1 0 0,-8-128-204 0 0,26 257 114 0 0,35 407 328 0 0,-53-530-293 0 0,45 830 668 0 0,-40 503-496 0 0,-7-967 542 0 0,131 880 0 0 0,-126-1321-927 0 0,83 577-33 0 0,-28 5 5 0 0,-32 318-48 0 0,-33 0-27 0 0,-5-862 98 0 0,54 1470-111 0 0,16-454 128 0 0,-45-639 191 0 0,25 828 494 0 0,12-63-829 0 0,-28-872-743 0 0,-30-384 1063 0 0,-1-6-1431 0 0,-3-6-4020 0 0,0-18-1339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1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153 356 6911 0 0,'1'-14'122'0'0,"1"0"1"0"0,0 1-1 0 0,1-1 0 0 0,1 1 0 0 0,8-20 0 0 0,-4 9 88 0 0,11-27 1695 0 0,31-60 1 0 0,-45 101-932 0 0,-4 9-385 0 0,-2 2 6 0 0,-8 14 906 0 0,7-10-1619 0 0,-28 48 771 0 0,-101 193-777 0 0,116-213 46 0 0,-17 62 0 0 0,-4 13 10 0 0,32-99 267 0 0,7-15 254 0 0,8-14 359 0 0,115-286 1126 0 0,-63 145-1800 0 0,-53 135-85 0 0,-4 8 61 0 0,1 2 0 0 0,0-1-1 0 0,20-30 1 0 0,-27 46-102 0 0,1 1 0 0 0,-1 0 1 0 0,0-1-1 0 0,0 1 0 0 0,1 0 0 0 0,-1-1 0 0 0,0 1 0 0 0,1 0 0 0 0,-1 0 1 0 0,0-1-1 0 0,1 1 0 0 0,-1 0 0 0 0,0 0 0 0 0,1-1 0 0 0,-1 1 0 0 0,1 0 1 0 0,-1 0-1 0 0,0 0 0 0 0,1 0 0 0 0,-1 0 0 0 0,1 0 0 0 0,-1 0 0 0 0,1-1 1 0 0,-1 1-1 0 0,0 0 0 0 0,1 1 0 0 0,-1-1 0 0 0,1 0 0 0 0,-1 0 0 0 0,1 0 0 0 0,-1 0 1 0 0,0 0-1 0 0,1 0 0 0 0,-1 0 0 0 0,1 1 0 0 0,-1-1 0 0 0,0 0 0 0 0,1 0 1 0 0,-1 1-1 0 0,0-1 0 0 0,1 0 0 0 0,-1 0 0 0 0,0 1 0 0 0,1-1 0 0 0,-1 0 1 0 0,0 1-1 0 0,0-1 0 0 0,1 1 0 0 0,-1-1 0 0 0,0 0 0 0 0,0 1 0 0 0,0-1 1 0 0,1 1-1 0 0,-1 0 0 0 0,11 26 383 0 0,-10-25-370 0 0,17 57 415 0 0,49 135 426 0 0,-54-161-800 0 0,2-2-1 0 0,1 0 1 0 0,39 54-1 0 0,-34-57-110 0 0,28 40-1454 0 0,-34-43-5901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2.7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4 243 3455 0 0,'3'-8'99'0'0,"0"2"190"0"0,0-1 0 0 0,0 1 0 0 0,-1-1 0 0 0,0 0 0 0 0,0 0 0 0 0,-1 0 0 0 0,1 0 0 0 0,-2 0 0 0 0,1 0 0 0 0,-1 0 0 0 0,0 0 0 0 0,-2-11 0 0 0,-3-34 3204 0 0,4 37-2118 0 0,-1 0 0 0 0,0 0 0 0 0,-6-21 1 0 0,8 36-1337 0 0,0 0 1 0 0,0 0 0 0 0,0 0-1 0 0,-1 0 1 0 0,1 0-1 0 0,0 0 1 0 0,0 0 0 0 0,0 0-1 0 0,0 0 1 0 0,0 0 0 0 0,0 0-1 0 0,0 0 1 0 0,0 0 0 0 0,0 0-1 0 0,0 0 1 0 0,0 0 0 0 0,0 0-1 0 0,0 0 1 0 0,0 0-1 0 0,-1 0 1 0 0,1 0 0 0 0,0 0-1 0 0,0 0 1 0 0,0 0 0 0 0,0 0-1 0 0,0 0 1 0 0,0 0 0 0 0,0 0-1 0 0,0 0 1 0 0,0 0 0 0 0,0 0-1 0 0,0 0 1 0 0,0 0 0 0 0,0 0-1 0 0,0 0 1 0 0,0 0-1 0 0,0 0 1 0 0,0 0 0 0 0,0 0-1 0 0,0-1 1 0 0,-1 1 0 0 0,1 0-1 0 0,0 0 1 0 0,0 0 0 0 0,0 0-1 0 0,0 0 1 0 0,0 0 0 0 0,0 0-1 0 0,0 0 1 0 0,0 0-1 0 0,0 0 1 0 0,0 0 0 0 0,-1 11 869 0 0,0 29-822 0 0,1-17 198 0 0,6 195 923 0 0,0-101-570 0 0,-7-23-332 0 0,-1-55-63 0 0,8 78-1 0 0,-2-100-157 0 0,-3-12-130 0 0,0-1-1 0 0,0 0 0 0 0,0 1 1 0 0,-1-1-1 0 0,0 6 0 0 0,-1-10-1071 0 0,1-2 10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4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3 269 6447 0 0,'0'-1'118'0'0,"-1"1"-1"0"0,1-1 0 0 0,0 1 0 0 0,-1-1 1 0 0,1 0-1 0 0,0 1 0 0 0,0-1 0 0 0,0 0 0 0 0,-1 1 1 0 0,1-1-1 0 0,0 0 0 0 0,0 1 0 0 0,0-1 1 0 0,0 0-1 0 0,0 1 0 0 0,0-1 0 0 0,0 0 0 0 0,1 1 1 0 0,-1-1-1 0 0,0 0 0 0 0,0 1 0 0 0,0-1 1 0 0,1 0-1 0 0,-1 1 0 0 0,0-1 0 0 0,1 1 1 0 0,-1-1-1 0 0,0 1 0 0 0,1-1 0 0 0,0 0 0 0 0,12-15 1761 0 0,-7 12-1178 0 0,0-1-1 0 0,0 1 1 0 0,1 1-1 0 0,-1-1 1 0 0,1 1-1 0 0,7-3 0 0 0,46-12 1944 0 0,1-1-1512 0 0,-7-5-857 0 0,66-41 0 0 0,-49 22-4032 0 0,-50 31 1416 0 0,18-11-4136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6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1 455 0 0,'8'201'112'0'0,"0"-56"-53"0"0,-7 871 474 0 0,-6-919-539 0 0,-2 143 423 0 0,7-194-305 0 0,10 242-3 0 0,95 431-109 0 0,-49-282 5220 0 0,-50-286-4417 0 0,-6-88-650 0 0,4 0-1 0 0,18 103 0 0 0,-9-110-160 0 0,4 2-112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2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29 168 5063 0 0,'4'-64'2265'0'0,"-2"43"-431"0"0,0 0 1 0 0,-3-30-1 0 0,-1 41 589 0 0,-1 15-671 0 0,-1 18-55 0 0,3-20-1610 0 0,-10 67 239 0 0,3 0 0 0 0,2 0 0 0 0,5 79 0 0 0,2-133-1135 0 0,5 26-1 0 0,1-13-5826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4.0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7831 0 0,'1'-4'696'0'0,"3"1"-560"0"0,1 1-136 0 0,0 2 0 0 0,2 2-848 0 0,1-4-200 0 0,6-1-40 0 0,8 0 0 0 0,9-1 864 0 0,3 2 224 0 0,-2 2 0 0 0,0 2-64 0 0,4 0 64 0 0,0-2 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4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1 118 5983 0 0,'101'-11'748'0'0,"-40"5"-1390"0"0,223-35-2214 0 0,-136 18 2878 0 0,63-5-94 0 0,-149 20 72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4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93 6071 0 0,'24'-10'128'0'0,"-11"4"32"0"0,-1 1 8 0 0,-2 0 8 0 0,-1 2-176 0 0,-1 1 0 0 0,4-1 0 0 0,10-2 0 0 0,14-2 704 0 0,7-3 96 0 0,3 1 32 0 0,-4 2 0 0 0,-1 2-416 0 0,-4 2-72 0 0,2 1-24 0 0,2 0 0 0 0,5 2-320 0 0,2-8 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4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15199 0 0,'18'-14'672'0'0,"-6"7"144"0"0,4 4-656 0 0,-6-1-160 0 0,-3 3 0 0 0,-2 1 0 0 0,3 1 240 0 0,9 1 16 0 0,9 3 0 0 0,-2-5 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3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86 5983 0 0,'7'-14'1771'0'0,"16"-19"0"0"0,-1 1 1495 0 0,-22 31-3178 0 0,0 1-1 0 0,0 0 1 0 0,0-1 0 0 0,0 1-1 0 0,0 0 1 0 0,0 0-1 0 0,0-1 1 0 0,1 1-1 0 0,-1 0 1 0 0,0 0-1 0 0,0-1 1 0 0,0 1 0 0 0,0 0-1 0 0,0 0 1 0 0,1 0-1 0 0,-1-1 1 0 0,0 1-1 0 0,0 0 1 0 0,1 0 0 0 0,-1 0-1 0 0,0 0 1 0 0,0-1-1 0 0,0 1 1 0 0,1 0-1 0 0,-1 0 1 0 0,0 0-1 0 0,0 0 1 0 0,1 0 0 0 0,-1 0-1 0 0,0 0 1 0 0,1 0-1 0 0,-1 0 1 0 0,0 0-1 0 0,1 10 1432 0 0,-5 19-534 0 0,3-27-884 0 0,-25 121 1397 0 0,-9 46 449 0 0,30-132-4009 0 0,1 0 1 0 0,2 61-1 0 0,4-59-4644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5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1 109 455 0 0,'5'7'-1'0'0,"-4"-7"4"0"0,-1 0 0 0 0,0 0 0 0 0,0 0 0 0 0,0 0-1 0 0,0 0 1 0 0,0 0 0 0 0,0 0 0 0 0,1 0 0 0 0,-1 0 0 0 0,0 0 0 0 0,0 0 0 0 0,0 0 0 0 0,0 0 0 0 0,0 0 0 0 0,0 0 0 0 0,0 0 0 0 0,1 0 0 0 0,-1 0 0 0 0,0-1 0 0 0,0 1 0 0 0,0 0-1 0 0,0 0 1 0 0,0 0 0 0 0,0 0 0 0 0,0 0 0 0 0,0 0 0 0 0,0 0 0 0 0,1 0 0 0 0,-1 0 0 0 0,0 0 0 0 0,0 0 0 0 0,0-1 0 0 0,0 1 0 0 0,0 0 0 0 0,0 0 0 0 0,0 0 0 0 0,0 0-1 0 0,0 0 1 0 0,0 0 0 0 0,0 0 0 0 0,0-1 0 0 0,0 1 0 0 0,0 0 0 0 0,0 0 0 0 0,0 0 0 0 0,0 0 0 0 0,0 0 0 0 0,0 0 0 0 0,0 0 0 0 0,0-1 0 0 0,0 1 0 0 0,0 0 0 0 0,0 0 0 0 0,0 0-1 0 0,0 0 1 0 0,0 0 0 0 0,0 0 0 0 0,0 0 0 0 0,-1-1 0 0 0,13-4 1465 0 0,-7 1-1077 0 0,82-57 4706 0 0,-76 54-5865 0 0,0-1 0 0 0,11-10 0 0 0,-15 10-115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5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27 109 9671 0 0,'-10'3'424'0'0,"5"-1"96"0"0,0 0-416 0 0,1-2-104 0 0,3-2 0 0 0,1 4 64 0 0,-2-1 0 0 0,2 1-64 0 0,0-4 96 0 0,2 1 392 0 0,1-6 80 0 0,1-5 8 0 0,1-3 8 0 0,0-2-864 0 0,0-4-168 0 0,0 1-40 0 0,0-4-8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6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94 641 8703 0 0,'-1'-15'0'0'0,"-1"2"0"0"0,2 2 0 0 0,0 5 0 0 0,-2-1 0 0 0,1-7 72 0 0,-3-11-136 0 0,-1-21-32 0 0,-3-21-8 0 0,-4-8 0 0 0,1 1 104 0 0,-2-1 96 0 0,1 2-24 0 0,0 1-2344 0 0,2 4-480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6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134 935 2759 0 0,'-1'-8'19'0'0,"-7"-282"1370"0"0,8 248-1385 0 0,-3 0 0 0 0,0 0 0 0 0,-13-53 0 0 0,-40-119-252 0 0,28 115-214 0 0,22 78 451 0 0,-2-28 0 0 0,4 17 71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7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197 560 1375 0 0,'-8'-196'1655'0'0,"7"121"1382"0"0,-13-96-1 0 0,13 158-3103 0 0,-2 1 0 0 0,0 0 0 0 0,-1 0 0 0 0,0 1 0 0 0,0-1-1 0 0,-1 1 1 0 0,-11-18 0 0 0,15 28 53 0 0,1 1-1 0 0,0 0 1 0 0,0-1 0 0 0,0 1-1 0 0,-1 0 1 0 0,1-1 0 0 0,0 1-1 0 0,-1 0 1 0 0,1-1-1 0 0,0 1 1 0 0,-1 0 0 0 0,1 0-1 0 0,0-1 1 0 0,-1 1 0 0 0,1 0-1 0 0,-1 0 1 0 0,1 0 0 0 0,0 0-1 0 0,-1-1 1 0 0,1 1-1 0 0,-1 0 1 0 0,1 0 0 0 0,0 0-1 0 0,-1 0 1 0 0,1 0 0 0 0,-1 0-1 0 0,1 0 1 0 0,-1 0 0 0 0,0 1-7 0 0,0-1 1 0 0,0 1 0 0 0,0-1 0 0 0,0 1 0 0 0,0-1-1 0 0,0 1 1 0 0,1-1 0 0 0,-1 1 0 0 0,0 0-1 0 0,0-1 1 0 0,0 2 0 0 0,-2 2-8 0 0,0-1 0 0 0,1 1 0 0 0,-1 0 0 0 0,-2 6 0 0 0,-2 7 59 0 0,3-6 36 0 0,0 0 1 0 0,-1 0-1 0 0,-1-1 0 0 0,0 0 0 0 0,0 1 0 0 0,-1-2 0 0 0,-9 11 0 0 0,19-23 38 0 0,0 1 0 0 0,0 0 0 0 0,0-1 0 0 0,1 1 0 0 0,-1 1 0 0 0,0-1 0 0 0,1 0 0 0 0,0 1 0 0 0,-1 0 0 0 0,1 0 0 0 0,0 0 0 0 0,-1 0 0 0 0,1 1 0 0 0,0-1 0 0 0,0 1 0 0 0,0 0 0 0 0,-1 0 0 0 0,1 0 0 0 0,0 1 0 0 0,0-1 0 0 0,6 3 0 0 0,-9-3-104 0 0,-1 0 0 0 0,0 0 1 0 0,1 0-1 0 0,-1 0 1 0 0,1 0-1 0 0,-1 0 0 0 0,0 0 1 0 0,1 0-1 0 0,-1 0 1 0 0,0 0-1 0 0,1 0 0 0 0,-1 0 1 0 0,0 0-1 0 0,1 0 1 0 0,-1 0-1 0 0,1 0 0 0 0,-1-1 1 0 0,0 1-1 0 0,1 0 1 0 0,-1 0-1 0 0,0 0 0 0 0,0-1 1 0 0,1 1-1 0 0,-1 0 1 0 0,0 0-1 0 0,1-1 0 0 0,-1 1 1 0 0,0 0-1 0 0,0 0 1 0 0,1-1-1 0 0,1-14 280 0 0,-8-13 556 0 0,4 22-685 0 0,0 1-1 0 0,0 0 1 0 0,0 0 0 0 0,-1 1-1 0 0,0-1 1 0 0,0 0 0 0 0,0 1-1 0 0,-1 0 1 0 0,1 0 0 0 0,-7-6-1 0 0,9 9-121 0 0,-1 0 0 0 0,1 0-1 0 0,0 0 1 0 0,0 0-1 0 0,-1 0 1 0 0,1 0 0 0 0,0 1-1 0 0,-1-1 1 0 0,1 0-1 0 0,-1 1 1 0 0,1-1-1 0 0,-1 1 1 0 0,1 0 0 0 0,-1 0-1 0 0,1-1 1 0 0,-1 1-1 0 0,1 0 1 0 0,-1 0-1 0 0,1 0 1 0 0,-1 0 0 0 0,1 1-1 0 0,-1-1 1 0 0,1 0-1 0 0,-1 1 1 0 0,1-1 0 0 0,-1 1-1 0 0,1-1 1 0 0,0 1-1 0 0,-1 0 1 0 0,1-1-1 0 0,0 1 1 0 0,-1 0 0 0 0,1 0-1 0 0,0 0 1 0 0,0 0-1 0 0,0 0 1 0 0,0 0 0 0 0,0 0-1 0 0,0 1 1 0 0,-2 2-1 0 0,-1 3 79 0 0,-1 0-1 0 0,2 0 1 0 0,-1 1-1 0 0,1 0 1 0 0,0 0-1 0 0,0 0 1 0 0,1 0-1 0 0,0 0 1 0 0,1 0-1 0 0,0 1 1 0 0,0-1-1 0 0,0 0 1 0 0,1 1-1 0 0,1-1 1 0 0,1 11-1 0 0,-2-17-84 0 0,0 0 0 0 0,1-1 1 0 0,-1 1-1 0 0,1 0 0 0 0,-1-1 0 0 0,1 1 0 0 0,-1-1 0 0 0,1 1 0 0 0,0-1 0 0 0,0 0 1 0 0,0 1-1 0 0,0-1 0 0 0,0 0 0 0 0,0 1 0 0 0,0-1 0 0 0,0 0 0 0 0,0 0 0 0 0,1 0 0 0 0,-1 0 1 0 0,0 0-1 0 0,1 0 0 0 0,-1 0 0 0 0,1-1 0 0 0,-1 1 0 0 0,1 0 0 0 0,-1-1 0 0 0,1 1 0 0 0,0-1 1 0 0,-1 0-1 0 0,3 1 0 0 0,1-1 63 0 0,-1-1-1 0 0,0 1 1 0 0,-1-1 0 0 0,1 0 0 0 0,0 0 0 0 0,0 0 0 0 0,0-1 0 0 0,0 1-1 0 0,-1-1 1 0 0,1 0 0 0 0,4-3 0 0 0,-3 1-22 0 0,0 0 0 0 0,-1 0 0 0 0,0 0-1 0 0,0-1 1 0 0,0 1 0 0 0,0-1 0 0 0,-1 0 0 0 0,1-1 0 0 0,-1 1 0 0 0,-1 0 0 0 0,1-1 0 0 0,-1 0 0 0 0,0 1-1 0 0,0-1 1 0 0,0 0 0 0 0,-1 0 0 0 0,0 0 0 0 0,0 0 0 0 0,-1 0 0 0 0,0 0 0 0 0,0-1 0 0 0,0 1 0 0 0,-1 0-1 0 0,0 0 1 0 0,-2-8 0 0 0,3 12-63 0 0,-1 1 1 0 0,1-1-1 0 0,-1 1 0 0 0,1 0 0 0 0,-1-1 0 0 0,0 1 0 0 0,1 0 0 0 0,-1-1 1 0 0,0 1-1 0 0,0 0 0 0 0,0 0 0 0 0,-2-1 0 0 0,3 1 1 0 0,-1 1 0 0 0,1 0-1 0 0,-1-1 1 0 0,0 1 0 0 0,1 0 0 0 0,-1-1-1 0 0,1 1 1 0 0,-1 0 0 0 0,0 0 0 0 0,0 0-1 0 0,1-1 1 0 0,-1 1 0 0 0,0 0 0 0 0,1 0-1 0 0,-1 0 1 0 0,0 0 0 0 0,1 0-1 0 0,-2 1 1 0 0,0 0 1 0 0,0-1 0 0 0,0 1 0 0 0,0 0-1 0 0,1 0 1 0 0,-1 0 0 0 0,1 0 0 0 0,-1 0 0 0 0,1 1 0 0 0,-1-1-1 0 0,1 0 1 0 0,0 1 0 0 0,-1-1 0 0 0,1 1 0 0 0,0-1 0 0 0,0 1-1 0 0,-1 3 1 0 0,-3 6 19 0 0,1 0-1 0 0,0 0 0 0 0,1 0 1 0 0,0 0-1 0 0,1 1 0 0 0,0 0 1 0 0,1-1-1 0 0,0 1 0 0 0,1 0 1 0 0,0-1-1 0 0,4 23 0 0 0,-3-32-21 0 0,-1 0 0 0 0,0 0 0 0 0,1 0 0 0 0,0 0 0 0 0,-1 0 0 0 0,1 0 0 0 0,0 0 0 0 0,0 0 0 0 0,0 0 0 0 0,0-1-1 0 0,0 1 1 0 0,1 0 0 0 0,-1-1 0 0 0,0 1 0 0 0,1-1 0 0 0,-1 1 0 0 0,1-1 0 0 0,0 0 0 0 0,-1 0 0 0 0,4 2 0 0 0,-3-3 12 0 0,0 1 0 0 0,0-1 1 0 0,0 1-1 0 0,0-1 0 0 0,1 0 1 0 0,-1 0-1 0 0,0 0 0 0 0,0 0 0 0 0,1 0 1 0 0,-1 0-1 0 0,0-1 0 0 0,0 1 0 0 0,0-1 1 0 0,0 1-1 0 0,0-1 0 0 0,1 0 1 0 0,-1 0-1 0 0,3-2 0 0 0,12-5 174 0 0,-15 7-148 0 0,1 0 1 0 0,0 0-1 0 0,-1 0 1 0 0,1-1-1 0 0,-1 1 0 0 0,0-1 1 0 0,1 1-1 0 0,-1-1 0 0 0,0 0 1 0 0,0 0-1 0 0,0 0 1 0 0,0 0-1 0 0,0 0 0 0 0,-1 0 1 0 0,3-5-1 0 0,-2 4-10 0 0,-1-1 0 0 0,1 0-1 0 0,-1 0 1 0 0,0 0 0 0 0,0 0-1 0 0,-1 0 1 0 0,1 0 0 0 0,-1 0-1 0 0,0 0 1 0 0,0 0 0 0 0,0 0-1 0 0,-1 0 1 0 0,1 0 0 0 0,-3-7 0 0 0,-1-3 70 0 0,-1 1 1 0 0,-13-24-1 0 0,15 30-49 0 0,2 6-39 0 0,1 0 1 0 0,0 0-1 0 0,0 1 0 0 0,-1-1 0 0 0,1 0 0 0 0,-1 0 1 0 0,1 1-1 0 0,-1-1 0 0 0,1 1 0 0 0,-1-1 0 0 0,1 0 1 0 0,-1 1-1 0 0,1-1 0 0 0,-1 1 0 0 0,0-1 0 0 0,1 1 1 0 0,-1-1-1 0 0,0 1 0 0 0,0 0 0 0 0,1-1 0 0 0,-1 1 1 0 0,-1 0-1 0 0,1 0 0 0 0,0 0-1 0 0,0 0 1 0 0,1 0 0 0 0,-1 0-1 0 0,0 1 1 0 0,1-1 0 0 0,-1 0-1 0 0,0 1 1 0 0,0-1 0 0 0,1 1 0 0 0,-1-1-1 0 0,1 1 1 0 0,-1-1 0 0 0,0 1-1 0 0,1-1 1 0 0,-1 1 0 0 0,1 0-1 0 0,-1 0 1 0 0,-3 6 22 0 0,0-1 0 0 0,1 1 0 0 0,-5 12 0 0 0,6-14-56 0 0,-1 3 38 0 0,1-5 2 0 0,1 0 1 0 0,0 1-1 0 0,-1-1 0 0 0,1 0 1 0 0,1 1-1 0 0,-2 5 0 0 0,2-8-14 0 0,0 0 0 0 0,0-1 0 0 0,0 1 0 0 0,1 0 0 0 0,-1-1 0 0 0,0 1 0 0 0,0 0-1 0 0,1-1 1 0 0,-1 1 0 0 0,0 0 0 0 0,1-1 0 0 0,-1 1 0 0 0,0-1 0 0 0,1 1 0 0 0,-1-1 0 0 0,1 1 0 0 0,-1-1 0 0 0,1 1 0 0 0,-1-1 0 0 0,1 1 0 0 0,0-1-1 0 0,-1 1 1 0 0,1-1 0 0 0,-1 0 0 0 0,1 0 0 0 0,0 1 0 0 0,-1-1 0 0 0,1 0 0 0 0,0 0 0 0 0,-1 0 0 0 0,1 1 0 0 0,0-1 0 0 0,0 0 0 0 0,-1 0 0 0 0,1 0-1 0 0,0 0 1 0 0,-1-1 0 0 0,1 1 0 0 0,1 0 0 0 0,-1 0-2 0 0,-1 0 0 0 0,1 0 0 0 0,0 0 0 0 0,0 1 0 0 0,0-1 0 0 0,-1 0 0 0 0,1-1 0 0 0,0 1 0 0 0,0 0 0 0 0,-1 0 0 0 0,1 0 0 0 0,0 0 0 0 0,0-1 0 0 0,-1 1 0 0 0,1 0 0 0 0,0-1 0 0 0,0 1 0 0 0,-1 0 0 0 0,1-1 0 0 0,0 1 0 0 0,-1-1 0 0 0,1 1 0 0 0,-1-1 0 0 0,1 1 0 0 0,-1-1 0 0 0,1 0 0 0 0,-1 1 0 0 0,1-1 0 0 0,-1 0 0 0 0,1 1 0 0 0,-1-1 0 0 0,0 0 0 0 0,0 1 0 0 0,1-1 0 0 0,-1 0 0 0 0,0-1 0 0 0,0-2 0 0 0,0 1 0 0 0,-1-1 0 0 0,1 1 0 0 0,-1-1 0 0 0,0 0 0 0 0,-2-5 0 0 0,2 5 0 0 0,-1 0 18 0 0,0-1 0 0 0,0 0-1 0 0,0 1 1 0 0,0-1 0 0 0,0 1-1 0 0,-7-8 1 0 0,9 11-14 0 0,-1 0 0 0 0,0 1 0 0 0,1-1 0 0 0,-1 1 0 0 0,1-1 1 0 0,-1 1-1 0 0,0-1 0 0 0,1 1 0 0 0,-1 0 0 0 0,0-1 0 0 0,0 1 0 0 0,1 0 0 0 0,-1-1 0 0 0,0 1 0 0 0,0 0 0 0 0,1 0 0 0 0,-1 0 0 0 0,0 0 0 0 0,0 0 0 0 0,0 0 0 0 0,-1 0-1 0 0,1 0-1 0 0,0 1 0 0 0,0-1 0 0 0,0 1 0 0 0,0 0 0 0 0,0-1 0 0 0,-1 1 1 0 0,1 0-1 0 0,0 0 0 0 0,1-1 0 0 0,-1 1 0 0 0,0 0 0 0 0,0 0 1 0 0,0 0-1 0 0,0 0 0 0 0,1 0 0 0 0,-2 2 0 0 0,0-1-7 0 0,0 1-1 0 0,1 1 1 0 0,-1-1 0 0 0,0 0-1 0 0,1 0 1 0 0,0 1 0 0 0,0-1-1 0 0,0 0 1 0 0,0 1 0 0 0,0-1-1 0 0,1 1 1 0 0,-1 0 0 0 0,1-1-1 0 0,0 1 1 0 0,0-1 0 0 0,0 1-1 0 0,1-1 1 0 0,-1 1 0 0 0,1-1-1 0 0,0 1 1 0 0,0-1 0 0 0,0 1-1 0 0,1-1 1 0 0,-1 0 0 0 0,1 0-1 0 0,-1 1 1 0 0,1-1 0 0 0,0 0-1 0 0,3 3 1 0 0,7 4-155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8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247 701 3679 0 0,'0'-3'379'0'0,"1"-1"0"0"0,0 0 0 0 0,0 1-1 0 0,0-1 1 0 0,1 1 0 0 0,-1 0-1 0 0,1-1 1 0 0,-1 1 0 0 0,4-3 0 0 0,0-4 1281 0 0,0-1 93 0 0,-1 1 0 0 0,0-1 0 0 0,0 1 0 0 0,2-15 0 0 0,-5 16-1191 0 0,1 0 0 0 0,-2 0 0 0 0,1 0 0 0 0,-1 0 1 0 0,-2-15-1 0 0,1 18-521 0 0,0 0 1 0 0,0 0-1 0 0,-1 1 0 0 0,0-1 1 0 0,0 1-1 0 0,0 0 0 0 0,0-1 1 0 0,-1 1-1 0 0,0 0 1 0 0,0 0-1 0 0,-1 1 0 0 0,1-1 1 0 0,-1 0-1 0 0,0 1 1 0 0,0 0-1 0 0,0 0 0 0 0,-1 1 1 0 0,0-1-1 0 0,1 1 0 0 0,-1 0 1 0 0,-11-5-1 0 0,11 5-37 0 0,-1 1 0 0 0,0 0 0 0 0,1 0 0 0 0,-1 0 0 0 0,0 1-1 0 0,0 0 1 0 0,0 0 0 0 0,0 1 0 0 0,0-1 0 0 0,0 1 0 0 0,0 1 0 0 0,-1-1 0 0 0,1 1 0 0 0,0 0-1 0 0,0 0 1 0 0,1 1 0 0 0,-1 0 0 0 0,0 0 0 0 0,0 0 0 0 0,1 0 0 0 0,0 1 0 0 0,-1 0 0 0 0,1 1-1 0 0,0-1 1 0 0,0 1 0 0 0,1 0 0 0 0,-1 0 0 0 0,1 0 0 0 0,0 1 0 0 0,0-1 0 0 0,0 1 0 0 0,1 0-1 0 0,-1 0 1 0 0,-4 11 0 0 0,3-5-4 0 0,1 0 0 0 0,1 1 0 0 0,0-1 0 0 0,0 1 0 0 0,1 0 0 0 0,1 0 0 0 0,-1 18 0 0 0,2-22 0 0 0,1 0 0 0 0,-1 1 0 0 0,1-1 0 0 0,1 0 0 0 0,-1 1 0 0 0,2-1 0 0 0,-1 0 0 0 0,1 0 0 0 0,0 0 0 0 0,0-1 0 0 0,7 11 0 0 0,-8-15 0 0 0,0-1 1 0 0,0 1-1 0 0,0-1 0 0 0,0 0 0 0 0,0 0 0 0 0,0 1 1 0 0,0-2-1 0 0,1 1 0 0 0,-1 0 0 0 0,1 0 0 0 0,-1-1 1 0 0,1 0-1 0 0,0 1 0 0 0,0-1 0 0 0,-1 0 1 0 0,1 0-1 0 0,5 1 0 0 0,-4-2-1 0 0,1 0 0 0 0,-1 0 1 0 0,0 0-1 0 0,0-1 0 0 0,0 1 0 0 0,0-1 0 0 0,0 0 1 0 0,0 0-1 0 0,0 0 0 0 0,0-1 0 0 0,6-2 1 0 0,0-2 7 0 0,-1 0 1 0 0,0 0 0 0 0,0-1-1 0 0,0 0 1 0 0,-1 0 0 0 0,0-1 0 0 0,0 0-1 0 0,11-16 1 0 0,-5 2 33 0 0,-2 0-1 0 0,-1 0 1 0 0,0-1-1 0 0,-2-1 1 0 0,-1 1-1 0 0,0-2 1 0 0,-2 1-1 0 0,6-50 1 0 0,-5-2-16 0 0,-6-126 1 0 0,-9 100-26 0 0,7 101 3 0 0,0 4 4 0 0,-3 9 15 0 0,-2 15 10 0 0,-2 38 0 0 0,0 86 0 0 0,15 65 32 0 0,-6-197-64 0 0,1-1 0 0 0,6 26 0 0 0,-7-39 0 0 0,1 0 0 0 0,-1 1 0 0 0,1-1 0 0 0,1 0 0 0 0,-1 0 0 0 0,1 0 0 0 0,0 0 0 0 0,0-1 0 0 0,0 1 0 0 0,0-1 0 0 0,1 1 0 0 0,5 3 0 0 0,-7-6-94 0 0,0-1-1 0 0,0 0 1 0 0,0 0 0 0 0,0 0-1 0 0,0 0 1 0 0,0 0 0 0 0,1 0-1 0 0,-1 0 1 0 0,0-1-1 0 0,1 1 1 0 0,-1-1 0 0 0,0 0-1 0 0,1 0 1 0 0,-1 0 0 0 0,1 0-1 0 0,-1 0 1 0 0,0 0-1 0 0,1 0 1 0 0,-1-1 0 0 0,0 0-1 0 0,1 1 1 0 0,1-2 0 0 0,13-6-7392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8.6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 51 5983 0 0,'2'-8'542'0'0,"2"-16"992"0"0,-4 23-1373 0 0,0 0 0 0 0,0 0 0 0 0,0 1 0 0 0,0-1 1 0 0,0 0-1 0 0,0 0 0 0 0,0 0 0 0 0,0 1 0 0 0,0-1 0 0 0,-1 0 1 0 0,1 0-1 0 0,0 0 0 0 0,0 1 0 0 0,-1-1 0 0 0,1 0 1 0 0,-1 0-1 0 0,1 1 0 0 0,0-1 0 0 0,-1 0 0 0 0,1 1 1 0 0,-1-1-1 0 0,0 0 0 0 0,0 1-56 0 0,1 0 0 0 0,-1-1 0 0 0,1 1 0 0 0,0 0-1 0 0,-1 0 1 0 0,1 0 0 0 0,-1 0 0 0 0,1 0 0 0 0,0 0 0 0 0,-1 0 0 0 0,1 0 0 0 0,-1 1 0 0 0,1-1 0 0 0,0 0-1 0 0,-1 0 1 0 0,1 0 0 0 0,-1 0 0 0 0,1 0 0 0 0,0 1 0 0 0,-1-1 0 0 0,1 0 0 0 0,0 0 0 0 0,-1 0 0 0 0,1 1-1 0 0,0-1 1 0 0,0 0 0 0 0,-1 1 0 0 0,1-1 0 0 0,0 1 0 0 0,-9 10 987 0 0,8-9-946 0 0,-14 24 551 0 0,2 2-1 0 0,0-1 1 0 0,2 2-1 0 0,1 0 1 0 0,1 0 0 0 0,-5 33-1 0 0,10-39-424 0 0,0-1-1 0 0,-1 33 0 0 0,5-48-239 0 0,0 1 0 0 0,1 0-1 0 0,-1 0 1 0 0,2-1 0 0 0,-1 1-1 0 0,1 0 1 0 0,0-1 0 0 0,0 1-1 0 0,1-1 1 0 0,6 12 0 0 0,-8-16-129 0 0,1-1-1 0 0,-1 0 1 0 0,1 0 0 0 0,-1 0 0 0 0,1 0-1 0 0,0 0 1 0 0,0-1 0 0 0,0 1 0 0 0,0 0-1 0 0,0-1 1 0 0,0 0 0 0 0,0 1-1 0 0,1-1 1 0 0,-1 0 0 0 0,0 0 0 0 0,1 0-1 0 0,2 0 1 0 0,11 2-7231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8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1 258 5063 0 0,'-1'-18'1220'0'0,"2"-1"0"0"0,0 0 0 0 0,1 1 0 0 0,1-1 0 0 0,6-22 0 0 0,-2 9 303 0 0,-6 27-1046 0 0,1-8 834 0 0,1 0-1 0 0,0 0 1 0 0,1 1 0 0 0,10-23 0 0 0,-14 35-1297 0 0,0 0 1 0 0,0 0 0 0 0,0 0 0 0 0,0 0 0 0 0,0 0 0 0 0,0 0 0 0 0,0 0-1 0 0,0 0 1 0 0,0 0 0 0 0,0 0 0 0 0,0 0 0 0 0,0 0 0 0 0,0 0 0 0 0,0 0 0 0 0,0 0-1 0 0,0 0 1 0 0,0 1 0 0 0,0-1 0 0 0,0 0 0 0 0,0 0 0 0 0,0 0 0 0 0,0 0-1 0 0,0 0 1 0 0,0 0 0 0 0,0 0 0 0 0,0 0 0 0 0,0 0 0 0 0,0 0 0 0 0,0 0 0 0 0,0 0-1 0 0,0 0 1 0 0,0 0 0 0 0,0 0 0 0 0,0 0 0 0 0,1 0 0 0 0,-1 0 0 0 0,0 0 0 0 0,0 0-1 0 0,0 0 1 0 0,0 0 0 0 0,0 0 0 0 0,0 0 0 0 0,0 0 0 0 0,0 0 0 0 0,0 0-1 0 0,0 0 1 0 0,0 0 0 0 0,0 0 0 0 0,0 0 0 0 0,0 0 0 0 0,0 0 0 0 0,0 0 0 0 0,0 0-1 0 0,0 0 1 0 0,0 0 0 0 0,0 0 0 0 0,0 0 0 0 0,0 0 0 0 0,0 0 0 0 0,1-1 0 0 0,-1 1-1 0 0,0 0 1 0 0,0 0 0 0 0,0 0 0 0 0,0 0 0 0 0,0 0 0 0 0,0 0 0 0 0,1 7 387 0 0,-1 8-231 0 0,-10 74 72 0 0,6-62-204 0 0,1 0 0 0 0,1 0 0 0 0,1 0 0 0 0,5 51 0 0 0,-4-77-37 0 0,0 1 0 0 0,1 0 0 0 0,-1 0 0 0 0,1 0 0 0 0,-1-1 1 0 0,1 1-1 0 0,0 0 0 0 0,-1 0 0 0 0,1-1 0 0 0,0 1 0 0 0,0-1 0 0 0,0 1 0 0 0,1-1 0 0 0,-1 1 0 0 0,0-1 0 0 0,0 0 0 0 0,1 1 0 0 0,-1-1 0 0 0,4 2 0 0 0,-4-3-78 0 0,1 1 0 0 0,-1-1 0 0 0,1 0 0 0 0,-1 1 0 0 0,1-1 0 0 0,0 0 0 0 0,-1 0 0 0 0,1 0-1 0 0,-1 0 1 0 0,1 0 0 0 0,0 0 0 0 0,-1-1 0 0 0,1 1 0 0 0,-1-1 0 0 0,1 1 0 0 0,-1-1 0 0 0,1 1 0 0 0,-1-1-1 0 0,0 0 1 0 0,1 1 0 0 0,-1-1 0 0 0,0 0 0 0 0,1 0 0 0 0,0-2 0 0 0,11-8-2109 0 0,-1-2-4769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9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68 2303 0 0,'0'-3'154'0'0,"0"-11"-182"0"0,0 14 55 0 0,0-1 0 0 0,0 1 0 0 0,0 0 0 0 0,0-1 0 0 0,0 1 0 0 0,0 0 0 0 0,0 0 0 0 0,0-1 0 0 0,0 1 1 0 0,0 0-1 0 0,0-1 0 0 0,0 1 0 0 0,0 0 0 0 0,1-1 0 0 0,-1 1 0 0 0,0 0 0 0 0,0-1 0 0 0,0 1 0 0 0,1 0 0 0 0,-1 0 0 0 0,0-1 0 0 0,0 1 0 0 0,1 0 0 0 0,-1 0 0 0 0,0 0 1 0 0,0-1-1 0 0,1 1 0 0 0,-1 0 0 0 0,1 0 0 0 0,6-14 2605 0 0,-6 11-2439 0 0,0 1 410 0 0,0-1 1 0 0,1 1-1 0 0,-1-1 1 0 0,1 1-1 0 0,-1-1 1 0 0,1 1-1 0 0,3-3 1 0 0,-5 5-449 0 0,1-1 0 0 0,0 1 0 0 0,0 0 0 0 0,-1-1 0 0 0,1 1 0 0 0,0-1 0 0 0,0 1 0 0 0,0 0 0 0 0,-1 0 0 0 0,1 0 0 0 0,0 0 0 0 0,0-1 0 0 0,0 1 0 0 0,0 0 0 0 0,0 0 0 0 0,-1 0 0 0 0,1 1 0 0 0,0-1 0 0 0,0 0 0 0 0,0 0 0 0 0,0 0 0 0 0,-1 1 0 0 0,1-1 0 0 0,0 0 0 0 0,0 1 0 0 0,0-1 0 0 0,-1 1 0 0 0,1-1 0 0 0,0 1 0 0 0,0 0 0 0 0,4 3 266 0 0,0 0-1 0 0,0 0 0 0 0,-1 0 1 0 0,0 1-1 0 0,1-1 0 0 0,-2 1 1 0 0,5 6-1 0 0,20 40 717 0 0,-22-40-725 0 0,3 6-177 0 0,-2 0 0 0 0,0 0 0 0 0,9 32 0 0 0,-14-38-222 0 0,0-1 1 0 0,-1 0-1 0 0,0 0 0 0 0,0 0 1 0 0,-1 1-1 0 0,-1-1 0 0 0,0 0 1 0 0,-3 15-1 0 0,-14 41-426 0 0,7-39-5143 0 0,0-2-1187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00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1 185 4703 0 0,'5'-17'6465'0'0,"-1"3"-3778"0"0,0 0-1159 0 0,10-24 0 0 0,-7 22-68 0 0,-3 6-503 0 0,0 0-1 0 0,10-15 1 0 0,-11 22-841 0 0,-1 0 0 0 0,1 0 0 0 0,0 0 1 0 0,0 0-1 0 0,0 0 0 0 0,0 1 0 0 0,0-1 1 0 0,0 1-1 0 0,1 0 0 0 0,5-3 0 0 0,-6 3-100 0 0,0 1 0 0 0,0 0 0 0 0,0 0 0 0 0,0 0 0 0 0,-1 0-1 0 0,1 0 1 0 0,0 1 0 0 0,1 0 0 0 0,-1-1 0 0 0,0 1 0 0 0,0 0 0 0 0,0 0 0 0 0,0 1-1 0 0,0-1 1 0 0,0 1 0 0 0,4 1 0 0 0,-4-1-17 0 0,-1 0 1 0 0,0 0-1 0 0,0 1 0 0 0,1-1 1 0 0,-1 1-1 0 0,0 0 0 0 0,0-1 0 0 0,-1 1 1 0 0,1 0-1 0 0,0 0 0 0 0,0 0 1 0 0,-1 1-1 0 0,1-1 0 0 0,-1 0 1 0 0,0 0-1 0 0,0 1 0 0 0,0-1 1 0 0,0 1-1 0 0,1 3 0 0 0,0 2-17 0 0,-1 0 0 0 0,1 0 0 0 0,-2 1 1 0 0,1-1-1 0 0,-1 0 0 0 0,0 0 0 0 0,-1 1 0 0 0,0-1 0 0 0,-3 14 0 0 0,1-12-6 0 0,0 0-1 0 0,-1 0 0 0 0,0 0 1 0 0,0 0-1 0 0,-1-1 0 0 0,0 0 1 0 0,-7 10-1 0 0,16-25 41 0 0,1-3 24 0 0,2 0 0 0 0,12-14 0 0 0,-15 20-37 0 0,0-1-1 0 0,0 1 1 0 0,0 0 0 0 0,0 0-1 0 0,1 0 1 0 0,-1 1 0 0 0,1 0 0 0 0,0 0-1 0 0,-1 0 1 0 0,10-2-1 0 0,-12 4 0 0 0,0-1 0 0 0,1 1 0 0 0,-1 0-1 0 0,0 0 1 0 0,1 0 0 0 0,-1 0 0 0 0,0 1-1 0 0,1-1 1 0 0,-1 1 0 0 0,0-1 0 0 0,0 1-1 0 0,1 0 1 0 0,-1 0 0 0 0,0 0 0 0 0,0 0-1 0 0,0 0 1 0 0,0 1 0 0 0,0-1 0 0 0,0 0-1 0 0,0 1 1 0 0,-1 0 0 0 0,1-1 0 0 0,-1 1-1 0 0,1 0 1 0 0,1 3 0 0 0,2 3 6 0 0,0 0 1 0 0,-1 0-1 0 0,0 0 1 0 0,-1 1-1 0 0,0 0 0 0 0,0-1 1 0 0,-1 1-1 0 0,0 0 1 0 0,0 0-1 0 0,0 13 1 0 0,-2-11 22 0 0,1 0 0 0 0,-2 1 0 0 0,0-1 0 0 0,0 0 0 0 0,-1 1 1 0 0,0-1-1 0 0,-1 0 0 0 0,-4 10 0 0 0,6-17-11 0 0,0-1-1 0 0,-1 0 1 0 0,1 0 0 0 0,-1 0-1 0 0,0 0 1 0 0,0 0-1 0 0,0-1 1 0 0,0 1 0 0 0,0-1-1 0 0,-1 1 1 0 0,1-1 0 0 0,-1 0-1 0 0,0 0 1 0 0,0 0-1 0 0,1 0 1 0 0,-1 0 0 0 0,0-1-1 0 0,-1 1 1 0 0,1-1 0 0 0,-5 2-1 0 0,3-2 11 0 0,0 0 0 0 0,-1-1 0 0 0,1 0 0 0 0,0 0-1 0 0,0 0 1 0 0,0 0 0 0 0,-1-1 0 0 0,1 0 0 0 0,0 0 0 0 0,0 0-1 0 0,0-1 1 0 0,-8-3 0 0 0,9 3-478 0 0,0 1 0 0 0,0-1 0 0 0,0 1 0 0 0,0 0 0 0 0,0 0 0 0 0,-8 0 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00.6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25 5983 0 0,'-14'-10'496'0'0,"-6"-5"-298"0"0,18 16 42 0 0,-1 0-1 0 0,1 0 1 0 0,-1 0 0 0 0,1 0 0 0 0,0 1 0 0 0,-1-1 0 0 0,1 1 0 0 0,0-1 0 0 0,-3 4-1 0 0,-7 6 397 0 0,2 1-1 0 0,-1 0 0 0 0,2 0 0 0 0,-1 1 0 0 0,2 0 0 0 0,0 0 1 0 0,0 1-1 0 0,1 0 0 0 0,1 1 0 0 0,-5 17 0 0 0,-2 12 560 0 0,2 0-1 0 0,-7 57 1 0 0,14-67-412 0 0,-1 66 0 0 0,6-85-660 0 0,0 0 0 0 0,0 0-1 0 0,2 0 1 0 0,0 0 0 0 0,0 0-1 0 0,11 26 1 0 0,-11-35-104 0 0,0 1 0 0 0,1-1 0 0 0,-1 0 0 0 0,1 0 0 0 0,1 0-1 0 0,-1-1 1 0 0,1 0 0 0 0,0 1 0 0 0,0-2 0 0 0,1 1 0 0 0,-1 0 0 0 0,1-1-1 0 0,0 0 1 0 0,0-1 0 0 0,1 1 0 0 0,-1-1 0 0 0,11 4 0 0 0,-1-3-154 0 0,-1-1 1 0 0,1 0-1 0 0,-1 0 0 0 0,1-2 1 0 0,0 0-1 0 0,30-3 1 0 0,-17 1-1685 0 0,-1-1-5304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00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31 6447 0 0,'0'-2'56'0'0,"-1"0"-1"0"0,1 0 0 0 0,0 0 0 0 0,0 0 1 0 0,0 0-1 0 0,0 0 0 0 0,0 0 0 0 0,0 0 1 0 0,1 0-1 0 0,0-2 0 0 0,-1 3 9 0 0,1 1 0 0 0,-1-1 0 0 0,1 1 0 0 0,-1-1 0 0 0,1 1 0 0 0,-1-1 0 0 0,1 1 0 0 0,0 0 0 0 0,-1-1 1 0 0,1 1-1 0 0,-1 0 0 0 0,1-1 0 0 0,0 1 0 0 0,-1 0 0 0 0,1 0 0 0 0,0-1 0 0 0,-1 1 0 0 0,1 0 0 0 0,0 0 0 0 0,0 0 0 0 0,-1 0 0 0 0,1 0 0 0 0,0 0 0 0 0,-1 0 0 0 0,1 0 0 0 0,0 0 0 0 0,-1 1 0 0 0,1-1 0 0 0,0 0 1 0 0,0 0-1 0 0,-1 1 0 0 0,2-1 0 0 0,2 2 299 0 0,0-1 1 0 0,0 1 0 0 0,0 0-1 0 0,0 0 1 0 0,0 0-1 0 0,0 0 1 0 0,0 1 0 0 0,-1-1-1 0 0,1 1 1 0 0,-1 0 0 0 0,1 0-1 0 0,2 4 1 0 0,-2-1-21 0 0,0 0 1 0 0,0 0 0 0 0,0 0-1 0 0,-1 0 1 0 0,0 1-1 0 0,0-1 1 0 0,2 9-1 0 0,-2-3-65 0 0,0 0-1 0 0,-1 0 1 0 0,0 1-1 0 0,-1-1 1 0 0,-1 1-1 0 0,0-1 1 0 0,0 0-1 0 0,-4 19 1 0 0,-1-7-37 0 0,-1-1 1 0 0,-2 0 0 0 0,0 0-1 0 0,-1 0 1 0 0,-14 24-1 0 0,15-37-1605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01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4 155 6911 0 0,'-1'-4'88'0'0,"0"0"-1"0"0,1 0 1 0 0,-1 1-1 0 0,1-1 1 0 0,0 0-1 0 0,0 0 1 0 0,0 0-1 0 0,1 0 1 0 0,-1 0-1 0 0,3-5 0 0 0,-1 3 347 0 0,1-1-1 0 0,0 1 0 0 0,0 0 0 0 0,1 0 0 0 0,4-6 1 0 0,-2 5 197 0 0,-1-1 1 0 0,1 1 0 0 0,0 1-1 0 0,1-1 1 0 0,-1 1 0 0 0,9-6-1 0 0,-13 11-501 0 0,-1-1-1 0 0,1 1 1 0 0,-1 0-1 0 0,1 0 1 0 0,0 1-1 0 0,-1-1 1 0 0,1 0-1 0 0,0 0 1 0 0,0 1-1 0 0,-1-1 1 0 0,1 1-1 0 0,0 0 0 0 0,0-1 1 0 0,0 1-1 0 0,-1 0 1 0 0,1 0-1 0 0,0 0 1 0 0,0 0-1 0 0,0 0 1 0 0,0 1-1 0 0,0-1 1 0 0,-1 1-1 0 0,1-1 0 0 0,0 1 1 0 0,0-1-1 0 0,-1 1 1 0 0,1 0-1 0 0,0 0 1 0 0,-1 0-1 0 0,1 0 1 0 0,-1 0-1 0 0,1 0 1 0 0,-1 1-1 0 0,0-1 0 0 0,0 0 1 0 0,1 1-1 0 0,0 1 1 0 0,2 3-20 0 0,-1 0 0 0 0,1 0 0 0 0,-1 0 1 0 0,-1 0-1 0 0,1 1 0 0 0,-1-1 0 0 0,-1 1 1 0 0,1-1-1 0 0,-1 1 0 0 0,0 0 0 0 0,0-1 0 0 0,-1 1 1 0 0,0 0-1 0 0,0 0 0 0 0,-1-1 0 0 0,-1 9 0 0 0,-2 6-7 0 0,-1-1-1 0 0,-1 0 0 0 0,0 0 1 0 0,-10 19-1 0 0,13-31-80 0 0,-1-1-1 0 0,1 0 1 0 0,-1 0 0 0 0,-1 0-1 0 0,1-1 1 0 0,-1 1-1 0 0,0-1 1 0 0,-1 0 0 0 0,-8 7-1 0 0,14-12-21 0 0,0-1 1 0 0,-1 0-1 0 0,1 1 0 0 0,0-1 1 0 0,0 0-1 0 0,-1 0 0 0 0,1 1 1 0 0,-1-1-1 0 0,1 0 1 0 0,0 0-1 0 0,-1 0 0 0 0,1 1 1 0 0,0-1-1 0 0,-1 0 0 0 0,1 0 1 0 0,-1 0-1 0 0,1 0 0 0 0,0 0 1 0 0,-1 0-1 0 0,1 0 0 0 0,-1 0 1 0 0,1 0-1 0 0,0 0 0 0 0,-1 0 1 0 0,1 0-1 0 0,-1 0 0 0 0,1 0 1 0 0,0 0-1 0 0,-1-1 0 0 0,0 1 1 0 0,1-1 1 0 0,0 0-1 0 0,-1 1 0 0 0,1-1 1 0 0,0 1-1 0 0,0-1 0 0 0,-1 0 1 0 0,1 1-1 0 0,0-1 0 0 0,0 1 0 0 0,0-1 1 0 0,0 0-1 0 0,0 1 0 0 0,0-1 1 0 0,0 0-1 0 0,0 0 0 0 0,1-3 6 0 0,-1 0-1 0 0,1 0 0 0 0,0 0 1 0 0,3-7-1 0 0,-3 8-6 0 0,1 1 0 0 0,-1-1 0 0 0,1 0 0 0 0,0 1 0 0 0,0-1 0 0 0,0 1 0 0 0,0 0 0 0 0,0-1 0 0 0,0 1 0 0 0,1 0 0 0 0,-1 1 0 0 0,1-1 0 0 0,-1 0 0 0 0,1 1 0 0 0,0-1 0 0 0,-1 1 0 0 0,1 0 0 0 0,0 0 0 0 0,0 0 0 0 0,0 0 0 0 0,0 0 0 0 0,0 1 0 0 0,6-1 0 0 0,-3 1 0 0 0,0 1 0 0 0,1-1 0 0 0,-1 1 0 0 0,-1 1 0 0 0,1-1 0 0 0,0 1 0 0 0,0 0 0 0 0,0 0 0 0 0,-1 0 0 0 0,1 1 0 0 0,6 4 0 0 0,-3-1 0 0 0,1 0 0 0 0,0-1 0 0 0,0 0 0 0 0,20 7 0 0 0,-25-11 0 0 0,-1 0 0 0 0,1 0 0 0 0,-1-1 0 0 0,1 0 0 0 0,-1 1 0 0 0,1-2 0 0 0,-1 1 0 0 0,1 0 0 0 0,-1-1 0 0 0,0 0 0 0 0,1 0 0 0 0,-1 0 0 0 0,0-1 0 0 0,1 1 0 0 0,3-3 0 0 0,0 0-603 0 0,0-1-1 0 0,0 1 1 0 0,-1-2 0 0 0,0 1-1 0 0,0-1 1 0 0,0 0-1 0 0,-1 0 1 0 0,1-1 0 0 0,-2 0-1 0 0,7-9 1 0 0,-4 4-6216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01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30 2303 0 0,'-1'-2'87'0'0,"0"-1"26"0"0,0 0 0 0 0,0 0 0 0 0,0 0 1 0 0,0 0-1 0 0,0 0 0 0 0,0-6 0 0 0,16 26 5767 0 0,7 11-2840 0 0,-2 1 0 0 0,23 44 0 0 0,23 67 23 0 0,-56-114-2905 0 0,-1 1 0 0 0,-1 0 0 0 0,-1 0 0 0 0,-1 0 1 0 0,-2 1-1 0 0,0-1 0 0 0,-2 1 0 0 0,-2 0 0 0 0,0 0 1 0 0,-2 0-1 0 0,-9 50 0 0 0,-25 66-446 0 0,22-93 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15.4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6512 688 0 0,'-9'11'13048'0'0,"0"-1"-9113"0"0,8-9-3811 0 0,0 0 0 0 0,0 0 1 0 0,0 0-1 0 0,0 0 0 0 0,0 0 1 0 0,0 0-1 0 0,0 0 0 0 0,0 0 1 0 0,-1 0-1 0 0,1-1 0 0 0,0 1 1 0 0,-1 0-1 0 0,1-1 1 0 0,-1 1-1 0 0,-1 0 0 0 0,2-2-124 0 0,1 1 1 0 0,-1 0-1 0 0,1 0 0 0 0,-1-1 0 0 0,1 1 0 0 0,-1 0 1 0 0,1 0-1 0 0,-1-1 0 0 0,1 1 0 0 0,-1-1 0 0 0,1 1 0 0 0,0 0 1 0 0,-1-1-1 0 0,1 1 0 0 0,0-1 0 0 0,-1 1 0 0 0,1-1 1 0 0,0 1-1 0 0,0-1 0 0 0,-1 1 0 0 0,1-1 0 0 0,0 1 1 0 0,0-1-1 0 0,0 1 0 0 0,0-1 0 0 0,0 1 0 0 0,0-1 0 0 0,0 0 1 0 0,0 1-1 0 0,0-1 0 0 0,0 1 0 0 0,0-1 0 0 0,0 1 1 0 0,0-1-1 0 0,1 0 0 0 0,3-32-46 0 0,-2 22-54 0 0,1-1-1717 0 0,1 0 0 0 0,6-16 0 0 0,-5 16 290 0 0,36-127-1671 0 0,-7 18 3789 0 0,25-23-196 0 0,-1 2-98 0 0,120-288 28 0 0,-10 47-106 0 0,27-30-152 0 0,-79 180-38 0 0,111-237 3 0 0,-166 349-12 0 0,34-74 16 0 0,-3-13-74 0 0,-22 53 40 0 0,14-23-2 0 0,-23 53 0 0 0,252-502 32 0 0,-99 226-32 0 0,10-49 0 0 0,-163 322 0 0 0,112-174 0 0 0,52-88 0 0 0,-132 197 245 0 0,-35 63 2789 0 0,-15 38 1915 0 0,67-115-4869 0 0,-98 190-80 0 0,-9 13 0 0 0,0-1 0 0 0,-1 1 0 0 0,1 0 0 0 0,2-6 0 0 0,-17 21 0 0 0,6-3-18 0 0,1-2-17 0 0,0-1 0 0 0,1 2-1 0 0,0-1 1 0 0,0 0 0 0 0,-5 14 0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15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132 215 964 0 0,'-7'0'2677'0'0,"0"1"1"0"0,-1-1-1 0 0,-11 4 1 0 0,-22 11 4405 0 0,27-9-6631 0 0,-22 15-1 0 0,36-21-451 0 0,0 0 0 0 0,0 0 0 0 0,0 1 0 0 0,1-1 0 0 0,-1 0 0 0 0,0 0 0 0 0,0 0 0 0 0,0 0 0 0 0,0 0 0 0 0,0 0 0 0 0,0 0 0 0 0,0 0 0 0 0,0 0 0 0 0,0 0 0 0 0,1 0 0 0 0,-1 0 0 0 0,0 1 0 0 0,0-1 0 0 0,0 0 0 0 0,0 0 0 0 0,0 0 0 0 0,0 0 0 0 0,0 0 0 0 0,0 0 0 0 0,0 0 0 0 0,0 1 0 0 0,0-1 0 0 0,0 0 0 0 0,0 0 0 0 0,0 0 0 0 0,0 0 0 0 0,0 0 0 0 0,0 0 0 0 0,0 0 0 0 0,0 1 0 0 0,0-1 0 0 0,0 0 0 0 0,0 0 0 0 0,0 0 0 0 0,0 0 0 0 0,0 0 0 0 0,0 0 0 0 0,0 0 0 0 0,-1 0 0 0 0,1 1 0 0 0,0-1 0 0 0,0 0 0 0 0,0 0 0 0 0,0 0 0 0 0,11-1 0 0 0,-10 1 0 0 0,14-10 0 0 0,36-31-434 0 0,80-48-8880 0 0,47-24 9838 0 0,-175 111-498 0 0,0 0 1 0 0,0 1-1 0 0,0-1 0 0 0,1 1 1 0 0,-1 0-1 0 0,6-2 1 0 0,-8 3-24 0 0,0 0-1 0 0,-1 0 1 0 0,1 0 0 0 0,0 0 0 0 0,0 0 0 0 0,-1 0 0 0 0,1 0-1 0 0,0 0 1 0 0,0 0 0 0 0,-1 0 0 0 0,1 0 0 0 0,0 1-1 0 0,-1-1 1 0 0,1 0 0 0 0,0 0 0 0 0,-1 1 0 0 0,1-1-1 0 0,0 1 1 0 0,-1-1 0 0 0,1 0 0 0 0,-1 1 0 0 0,1-1-1 0 0,-1 1 1 0 0,1-1 0 0 0,-1 1 0 0 0,1 0 0 0 0,-1-1-1 0 0,1 1 1 0 0,-1 0 0 0 0,0-1 0 0 0,1 1 0 0 0,-1 0 0 0 0,0-1-1 0 0,0 1 1 0 0,1 0 0 0 0,-1-1 0 0 0,0 2 0 0 0,17 115 1153 0 0,-10-80-1225 0 0,-3-1 0 0 0,0 1 0 0 0,-2 0 0 0 0,-2 0 0 0 0,-2 0 0 0 0,-12 72 0 0 0,11-88-189 0 0,-9 50 880 0 0,12-62-1199 0 0,-1 0 0 0 0,1 0 1 0 0,1 0-1 0 0,-1 0 1 0 0,4 15-1 0 0,3-5-2988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18.2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116 6974 604 0 0,'-3'0'1153'0'0,"-1"0"0"0"0,1 0 0 0 0,-1 0 1 0 0,1 0-1 0 0,0-1 0 0 0,-1 1 1 0 0,1-1-1 0 0,-1 0 0 0 0,1 0 0 0 0,0 0 1 0 0,-1 0-1 0 0,1 0 0 0 0,0-1 0 0 0,-4-2 1 0 0,-15-6 1629 0 0,19 9-2930 0 0,1 0 1 0 0,-1 0-1 0 0,0 1 1 0 0,0-1-1 0 0,1 1 1 0 0,-4-1-1 0 0,5 1 147 0 0,0 1 0 0 0,0-1 0 0 0,0 0 0 0 0,1 1 0 0 0,-1-1 0 0 0,0 0 0 0 0,0 1 0 0 0,0-1 0 0 0,1 1 0 0 0,-1-1 0 0 0,0 1 0 0 0,1-1 0 0 0,-1 1 0 0 0,0-1 0 0 0,1 1 0 0 0,-1 0 0 0 0,0 0 0 0 0,1 0 0 0 0,0-1 0 0 0,-1 0 0 0 0,1 1 0 0 0,0-1 0 0 0,-1 1 0 0 0,1-1 0 0 0,0 1 0 0 0,0-1 0 0 0,-1 0 0 0 0,1 1 0 0 0,0-1 0 0 0,0 1 0 0 0,0-1 0 0 0,0 1 0 0 0,0-1 0 0 0,0 1 0 0 0,0-1 0 0 0,0 1 0 0 0,0-1 0 0 0,0 1 0 0 0,0-1 0 0 0,0 1 0 0 0,0-1 0 0 0,0 1 0 0 0,0-1 0 0 0,1 1 0 0 0,-1-1 0 0 0,0 0 0 0 0,0 1 0 0 0,1 0 0 0 0,4-1 0 0 0,23-2 0 0 0,-25 1 0 0 0,0 0 0 0 0,0 0 0 0 0,-1 0 0 0 0,1-1 0 0 0,0 1 0 0 0,-1-1 0 0 0,1 0 0 0 0,-1 1 0 0 0,0-1 0 0 0,1-1 0 0 0,1-1 0 0 0,5-4 0 0 0,93-66-6388 0 0,21-9 4394 0 0,7-7 2234 0 0,-70 41-187 0 0,0-2-8 0 0,131-85 1 0 0,-60 68-30 0 0,-80 44-9 0 0,-1-3 1 0 0,67-48-1 0 0,22-33 13 0 0,56-43 43 0 0,10 14-20 0 0,67-42-7 0 0,-13-18-24 0 0,-182 138 10 0 0,107-73-22 0 0,-86 64 0 0 0,351-228 32 0 0,8-18-32 0 0,-176 113 0 0 0,21-13 23 0 0,-37 25-14 0 0,165-99-9 0 0,171-130 3 0 0,-443 307 20 0 0,169-94-17 0 0,-29 20-6 0 0,-96 48 0 0 0,269-188 0 0 0,-43 52 0 0 0,-201 135 0 0 0,31-40 0 0 0,-231 158 0 0 0,206-147 0 0 0,10-30 0 0 0,-77 57 0 0 0,84-47 0 0 0,-72 54 0 0 0,21-16 0 0 0,-23 18 0 0 0,-67 47 0 0 0,94-70 4116 0 0,-134 101-1248 0 0,-31 22-2214 0 0,-19 15-639 0 0,41-27 0 0 0,119-77-15 0 0,-171 114 0 0 0,1-1 0 0 0,-1 0 0 0 0,8-9 0 0 0,-13 13 0 0 0,-1 0 0 0 0,1-1 0 0 0,-1 1 0 0 0,0-1 0 0 0,0 1 0 0 0,0-1 0 0 0,0 0 0 0 0,-1 1 0 0 0,1-1 0 0 0,-1 0 0 0 0,1-6 0 0 0,2-8 0 0 0,0-11 0 0 0,-4 29 0 0 0,0 0 0 0 0,0 0 0 0 0,0 0 0 0 0,0 1 0 0 0,0-1 0 0 0,0 0 0 0 0,0 0 0 0 0,0 0 0 0 0,-1 0 0 0 0,1 0 0 0 0,0 0 0 0 0,0 0 0 0 0,0 0 0 0 0,0 0 0 0 0,0 0 0 0 0,0 0 0 0 0,0 0 0 0 0,0 1 0 0 0,-1-1 0 0 0,1 0 0 0 0,0 0 0 0 0,0 0 0 0 0,0 0 0 0 0,0 0 0 0 0,0 0 0 0 0,0 0 0 0 0,-1 0 0 0 0,1 0 0 0 0,0 0 0 0 0,0 0 0 0 0,0 0 0 0 0,0 0 0 0 0,0 0 0 0 0,0 0 0 0 0,0 0 0 0 0,-1-1 0 0 0,1 1 0 0 0,0 0 0 0 0,0 0 0 0 0,0 0 0 0 0,0 0 0 0 0,0 0 0 0 0,0 0 0 0 0,0 0 0 0 0,0 0 0 0 0,-1 0 0 0 0,1 0 0 0 0,0 0 0 0 0,0-1 0 0 0,0 1 0 0 0,0 0 0 0 0,0 0 0 0 0,0 0 0 0 0,0 0 0 0 0,0 0 0 0 0,0 0 0 0 0,0 0 0 0 0,0-1 0 0 0,0 1 0 0 0,0 0 0 0 0,0 0 0 0 0,0 0 0 0 0,0 0 0 0 0,0 0 0 0 0,-5 6 0 0 0,-19 21-322 0 0,17-16 644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18.8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51 155 1612 0 0,'-38'-36'13750'0'0,"37"33"-12396"0"0,-1-1 1 0 0,-1-4 0 0 0,1 3-1165 0 0,-3-17-146 0 0,11 24-44 0 0,0-1 0 0 0,0 1 0 0 0,0-1 0 0 0,0-1 0 0 0,1 1 0 0 0,9-1 0 0 0,96-13-4044 0 0,-45 5-244 0 0,-24 1 4184 0 0,-23 4 139 0 0,-1-1 0 0 0,0-1 0 0 0,23-10 0 0 0,-24 8-18 0 0,1 1 0 0 0,-1 1 1 0 0,23-4-1 0 0,-41 9-16 0 0,1 0 1 0 0,0-1-1 0 0,0 1 1 0 0,-1 0-1 0 0,1 0 1 0 0,0 0-1 0 0,0 0 1 0 0,-1 0-1 0 0,1 0 0 0 0,0 0 1 0 0,0 0-1 0 0,-1 0 1 0 0,1 0-1 0 0,0 0 1 0 0,-1 1-1 0 0,1-1 1 0 0,0 0-1 0 0,0 0 0 0 0,-1 1 1 0 0,1-1-1 0 0,0 0 1 0 0,0 2-1 0 0,-1-1 1 0 0,0 0 0 0 0,0 0 0 0 0,0 0 0 0 0,0 1 0 0 0,0-1 0 0 0,0 0 0 0 0,0 0 0 0 0,0 1 0 0 0,-1-1 0 0 0,1 0 0 0 0,-1 0 0 0 0,0 2 0 0 0,-1 5 241 0 0,1-1 1 0 0,0 1 0 0 0,0-1-1 0 0,0 1 1 0 0,2 12 0 0 0,-1-12-38 0 0,0 0 0 0 0,0-1 0 0 0,-1 1 0 0 0,0 0 0 0 0,-2 9 0 0 0,-4 1-605 0 0,0 0 0 0 0,-1 0 0 0 0,-1-1 0 0 0,-1 0 0 0 0,-21 28 0 0 0,-57 91 727 0 0,83-124-442 0 0,0-1-1 0 0,0 0 1 0 0,2 1 0 0 0,-1 0-1 0 0,1 0 1 0 0,-1 17 0 0 0,2-14-3926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33.5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62 106 5983 0 0,'0'-10'1200'0'0,"0"0"0"0"0,0 0-1 0 0,2 1 1 0 0,-1-1 0 0 0,1 0 0 0 0,0 1-1 0 0,1-1 1 0 0,7-16 0 0 0,-10 26-1164 0 0,0 0 1 0 0,0 0-1 0 0,0 0 1 0 0,0 0-1 0 0,0 0 1 0 0,0 0-1 0 0,0 0 1 0 0,0 0-1 0 0,0 0 1 0 0,0 0-1 0 0,0-1 1 0 0,0 1-1 0 0,0 0 1 0 0,0 0-1 0 0,0 0 1 0 0,0 0-1 0 0,0 0 1 0 0,0 0 0 0 0,0 0-1 0 0,1 0 1 0 0,-1 0-1 0 0,0 0 1 0 0,0 0-1 0 0,0 0 1 0 0,0 0-1 0 0,0 0 1 0 0,0-1-1 0 0,0 1 1 0 0,0 0-1 0 0,0 0 1 0 0,0 0-1 0 0,0 0 1 0 0,1 0-1 0 0,-1 0 1 0 0,0 0-1 0 0,0 0 1 0 0,0 0-1 0 0,0 0 1 0 0,0 0-1 0 0,0 0 1 0 0,0 0 0 0 0,0 0-1 0 0,0 0 1 0 0,0 0-1 0 0,1 0 1 0 0,-1 0-1 0 0,0 0 1 0 0,0 1-1 0 0,0-1 1 0 0,0 0-1 0 0,0 0 1 0 0,0 0-1 0 0,0 0 1 0 0,0 0-1 0 0,2 7 651 0 0,-2 10-245 0 0,-25 105 347 0 0,7-47-785 0 0,14-51-140 0 0,-23 95-2136 0 0,15-77-4352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4.5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11 250 919 0 0,'-1'0'108'0'0,"1"0"0"0"0,0 0-1 0 0,-1 0 1 0 0,1 0 0 0 0,0 1-1 0 0,-1-1 1 0 0,1 0 0 0 0,0 0-1 0 0,-1 0 1 0 0,1-1 0 0 0,0 1-1 0 0,-1 0 1 0 0,1 0-1 0 0,0 0 1 0 0,-1 0 0 0 0,1 0-1 0 0,0 0 1 0 0,0 0 0 0 0,-1 0-1 0 0,1-1 1 0 0,0 1 0 0 0,0 0-1 0 0,-1 0 1 0 0,1 0 0 0 0,0-1-1 0 0,0 1 1 0 0,-1 0-1 0 0,1 0 1 0 0,0-1 0 0 0,0 1-1 0 0,0 0 1 0 0,-1 0 0 0 0,1-1-1 0 0,0 1 1 0 0,0 0 0 0 0,0-1-1 0 0,0 1 1 0 0,0 0 0 0 0,0 0-1 0 0,0-1 1 0 0,0 1-1 0 0,0 0 1 0 0,0-1 0 0 0,0 1-1 0 0,0 0 1 0 0,0-1 0 0 0,0 1-1 0 0,0 0 1 0 0,0-1 0 0 0,0 1-1 0 0,0 0 1 0 0,0-1-1 0 0,0 1 1 0 0,0 0 0 0 0,1 0-1 0 0,-1-1 1 0 0,0 1 0 0 0,0-1-1 0 0,12-15 1995 0 0,-11 15-2581 0 0,12-18 757 0 0,0 1 1 0 0,1 1-1 0 0,1 0 1 0 0,1 1-1 0 0,0 1 1 0 0,1 0-1 0 0,1 1 1 0 0,22-13-1 0 0,35-24-1095 0 0,-55 39-2982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4.8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17 447 5063 0 0,'-2'-1'62'0'0,"1"0"1"0"0,0 0-1 0 0,0 0 0 0 0,0 0 0 0 0,0 0 0 0 0,0-1 0 0 0,0 1 0 0 0,0 0 0 0 0,0 0 0 0 0,0-1 0 0 0,1 1 0 0 0,-1-1 0 0 0,0 1 0 0 0,1-1 0 0 0,-1 1 1 0 0,1-1-1 0 0,0 1 0 0 0,-1-1 0 0 0,1-1 0 0 0,0 0 175 0 0,0 0-1 0 0,1 0 1 0 0,-1 0 0 0 0,1 0-1 0 0,-1 0 1 0 0,1 0 0 0 0,0 0 0 0 0,3-5-1 0 0,-1 3 159 0 0,0-1-1 0 0,0 1 0 0 0,1 0 1 0 0,0 0-1 0 0,0 0 0 0 0,0 0 0 0 0,0 0 1 0 0,1 1-1 0 0,9-6 0 0 0,3-2 490 0 0,31-15-1 0 0,-29 17-704 0 0,23-15 0 0 0,-6-3-179 0 0,-1-1 0 0 0,41-45 0 0 0,45-37-1090 0 0,-103 96-3724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5.0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14 383 5983 0 0,'-1'-1'148'0'0,"0"0"0"0"0,-1 0 0 0 0,1-1-1 0 0,0 1 1 0 0,0 0 0 0 0,0-1 0 0 0,0 0 0 0 0,0 1-1 0 0,1-1 1 0 0,-1 1 0 0 0,0-1 0 0 0,1 0-1 0 0,-1 1 1 0 0,0-4 0 0 0,1 3 217 0 0,0-1 1 0 0,1 1-1 0 0,-1 0 0 0 0,0 0 1 0 0,1-1-1 0 0,0 1 1 0 0,-1 0-1 0 0,1 0 0 0 0,0 0 1 0 0,0 0-1 0 0,3-4 1 0 0,6-9 750 0 0,1-1 1 0 0,1 2-1 0 0,0-1 1 0 0,25-21-1 0 0,63-46-326 0 0,11 0-1032 0 0,-34 30-3800 0 0,-55 37-1440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7.0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689 87 919 0 0,'8'-16'191'0'0,"-3"9"788"0"0,-2 0-1 0 0,1-1 1 0 0,-1 0 0 0 0,0 0-1 0 0,3-15 1 0 0,-5 23-906 0 0,-1 0 1 0 0,0-1-1 0 0,0 1 0 0 0,0 0 0 0 0,0-1 1 0 0,0 1-1 0 0,0 0 0 0 0,0-1 0 0 0,0 1 1 0 0,0 0-1 0 0,0 0 0 0 0,0-1 0 0 0,0 1 1 0 0,0 0-1 0 0,0-1 0 0 0,0 1 0 0 0,0 0 1 0 0,0-1-1 0 0,0 1 0 0 0,0 0 0 0 0,-1-1 1 0 0,1 1-1 0 0,0 0 0 0 0,0 0 0 0 0,0-1 1 0 0,0 1-1 0 0,-1 0 0 0 0,1 0 0 0 0,0-1 1 0 0,0 1-1 0 0,-1 0 0 0 0,1 0 1 0 0,0-1-1 0 0,-11 5 1728 0 0,-8 12-209 0 0,-207 188-435 0 0,77-72-701 0 0,36-31-152 0 0,70-63-1483 0 0,2 1 0 0 0,-67 83 0 0 0,99-111-300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7.2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625 0 1375 0 0,'-133'126'5604'0'0,"73"-66"-3700"0"0,-37 38 886 0 0,-97 127-1 0 0,67-79-5286 0 0,113-130-1893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7.4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567 0 2303 0 0,'-198'159'3829'0'0,"2"-1"305"0"0,95-58-2172 0 0,39-29-7097 0 0,53-60 2065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7.6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361 0 1119 0 0,'-154'148'532'0'0,"42"-43"400"0"0,98-90-807 0 0,0 0 0 0 0,0 1 0 0 0,2 1 0 0 0,-20 34-1 0 0,24-38-236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7.7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362 0 6447 0 0,'-20'10'210'0'0,"7"-5"-146"0"0,0 1 0 0 0,1 0 0 0 0,0 1 0 0 0,-11 9 0 0 0,-3 3-145 0 0,-37 20 1 0 0,-8 5 1766 0 0,60-37-1302 0 0,1 1 1 0 0,0 0-1 0 0,1 0 1 0 0,0 1-1 0 0,0 0 1 0 0,1 1-1 0 0,0 0 1 0 0,-13 21-1 0 0,12-14-2307 0 0,5-8-1797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7.9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378 0 3023 0 0,'-312'350'5696'0'0,"310"-348"-5658"0"0,-11 14 47 0 0,1 0-1 0 0,1 1 1 0 0,-11 19-1 0 0,17-23-3324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28.3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814 0 1375 0 0,'-558'586'5146'0'0,"351"-368"-717"0"0,195-205-4145 0 0,7-9-148 0 0,1 1 0 0 0,-1-1-1 0 0,1 1 1 0 0,1 0-1 0 0,-1 0 1 0 0,1 0 0 0 0,-5 9-1 0 0,9-11-428 0 0,1-4-126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39.4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9119 1 2759 0 0,'-19'16'2472'0'0,"6"-8"-1449"0"0,4-1-187 0 0,-1 0 0 0 0,0-1 0 0 0,-1 0 0 0 0,0-1 0 0 0,-16 6 0 0 0,14-7-499 0 0,0 1-1 0 0,0 1 1 0 0,1 0-1 0 0,-15 9 1 0 0,-44 35 885 0 0,65-45-1110 0 0,-160 124 2663 0 0,10-5-814 0 0,83-64-1075 0 0,-87 93-1 0 0,123-116-716 0 0,-196 165-104 0 0,-17-21-70 0 0,36-13-2793 0 0,91-66 2138 0 0,54-47 667 0 0,0 1 246 0 0,-104 65 0 0 0,-273 192 2172 0 0,368-255-2384 0 0,-123 101 62 0 0,-34 33-103 0 0,79-67 0 0 0,-76 53-33 0 0,13-11 2 0 0,-70 65 31 0 0,-163 137 0 0 0,139-110 0 0 0,18-15 0 0 0,76-50 0 0 0,23-19 0 0 0,-300 268 0 0 0,342-296 61 0 0,-106 97 90 0 0,-43 40-38 0 0,-102 92 53 0 0,-34 29 195 0 0,111-99 99 0 0,-64 65-162 0 0,141-130-159 0 0,-188 178 240 0 0,413-394-371 0 0,-232 227 0 0 0,251-244-312 0 0,-1 1 0 0 0,1 0 0 0 0,1 0 0 0 0,-7 11 0 0 0,6-3-7296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40.8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77 6298 919 0 0,'-38'5'2129'0'0,"0"-5"6292"0"0,58-1-4110 0 0,-13 0-4109 0 0,-1-1 0 0 0,0 1 0 0 0,1-1 0 0 0,-1-1-1 0 0,10-4 1 0 0,83-50 1770 0 0,9-3-568 0 0,-3 9-629 0 0,158-101 0 0 0,-122 65-652 0 0,-10 7-15 0 0,96-77 176 0 0,114-75-245 0 0,21-8-39 0 0,612-472 416 0 0,-599 415-326 0 0,-135 104-44 0 0,-50 51 4 0 0,47-38 39 0 0,-128 89-40 0 0,318-258 8 0 0,-107 75-34 0 0,-27 23 178 0 0,-173 153-207 0 0,482-386 23 0 0,-457 370 10 0 0,363-272 154 0 0,-408 314-181 0 0,423-293 0 0 0,128-76 0 0 0,-469 314 0 0 0,377-302 552 0 0,-502 381-570 0 0,79-60-52 0 0,-134 107 58 0 0,8-5 34 0 0,-10 6-27 0 0,0-1 0 0 0,0 1 1 0 0,0 0-1 0 0,0 0 0 0 0,1 0 0 0 0,-1 0 0 0 0,0 0 0 0 0,0 0 0 0 0,0 0 0 0 0,0 0 0 0 0,1 0 1 0 0,-1 0-1 0 0,0 0 0 0 0,0 0 0 0 0,0 0 0 0 0,1 0 0 0 0,-1 0 0 0 0,0 0 0 0 0,0 0 0 0 0,0 0 1 0 0,0 0-1 0 0,1 0 0 0 0,-1 0 0 0 0,0 0 0 0 0,0 0 0 0 0,0 0 0 0 0,0 0 0 0 0,1 0 1 0 0,-1 0-1 0 0,0 0 0 0 0,0 1 0 0 0,0-1 0 0 0,0 0 0 0 0,1 0 0 0 0,-1 0 0 0 0,0 0 0 0 0,0 0 1 0 0,0 0-1 0 0,0 1 0 0 0,0-1 0 0 0,0 0 0 0 0,0 0 0 0 0,0 0 0 0 0,0 0 0 0 0,1 1 0 0 0,-1-1 1 0 0,0 0-1 0 0,0 0 0 0 0,-1 8-246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49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560 3 5527 0 0,'1'-1'69'0'0,"-1"1"-1"0"0,0 0 0 0 0,0 0 0 0 0,0 0 0 0 0,0 0 0 0 0,0 0 0 0 0,1 0 1 0 0,-1-1-1 0 0,0 1 0 0 0,0 0 0 0 0,0 0 0 0 0,0 0 0 0 0,1 0 0 0 0,-1 0 1 0 0,0 0-1 0 0,0 0 0 0 0,0 0 0 0 0,1 0 0 0 0,-1 0 0 0 0,0 0 0 0 0,0 0 1 0 0,0 0-1 0 0,1 0 0 0 0,-1 0 0 0 0,0 0 0 0 0,0 0 0 0 0,0 0 1 0 0,1 0-1 0 0,-1 0 0 0 0,0 0 0 0 0,0 0 0 0 0,0 0 0 0 0,0 0 0 0 0,1 1 1 0 0,-1-1-1 0 0,0 0 0 0 0,0 0 0 0 0,6 9 1981 0 0,0 12 202 0 0,-5-10-1623 0 0,0 0 1 0 0,-1-1-1 0 0,0 1 1 0 0,0 0 0 0 0,-2-1-1 0 0,-3 21 1 0 0,-2-5 474 0 0,-16 40 0 0 0,13-43-838 0 0,-1-1 0 0 0,0-1-1 0 0,-2 1 1 0 0,-1-2 0 0 0,0 0-1 0 0,-2-1 1 0 0,0 0 0 0 0,-36 31-1 0 0,22-26-52 0 0,-1 0-1 0 0,-1-2 1 0 0,-1-2 0 0 0,-69 32-1 0 0,99-50-194 0 0,-14 5 68 0 0,-27 8-1 0 0,40-13-73 0 0,0-1 0 0 0,0 0 0 0 0,0-1-1 0 0,0 1 1 0 0,0-1 0 0 0,0 0 0 0 0,0 0 0 0 0,0 0 0 0 0,0 0 0 0 0,0-1 0 0 0,0 0 0 0 0,0 0 0 0 0,-6-1 0 0 0,8 0-6 0 0,0 1 0 0 0,-1-1 0 0 0,1 1 1 0 0,0-1-1 0 0,0 0 0 0 0,0 0 0 0 0,0 0 0 0 0,0 0 1 0 0,1 0-1 0 0,-1 0 0 0 0,1 0 0 0 0,-1-1 0 0 0,1 1 1 0 0,0-1-1 0 0,0 1 0 0 0,0-1 0 0 0,0 1 0 0 0,0-1 1 0 0,0 0-1 0 0,1 1 0 0 0,-1-1 0 0 0,1 0 0 0 0,0 1 0 0 0,0-6 1 0 0,1-2 13 0 0,-1 0 1 0 0,2 0 0 0 0,-1 0-1 0 0,1 0 1 0 0,5-13 0 0 0,-2 9 2 0 0,1-1-1 0 0,0 2 1 0 0,1-1 0 0 0,0 1 0 0 0,1 0 0 0 0,13-17-1 0 0,-16 24-12 0 0,0 0 0 0 0,1 0 0 0 0,-1 1 0 0 0,1-1 0 0 0,0 2 0 0 0,0-1-1 0 0,1 0 1 0 0,0 1 0 0 0,-1 0 0 0 0,1 1 0 0 0,0 0 0 0 0,1 0-1 0 0,-1 0 1 0 0,9-1 0 0 0,-12 3-5 0 0,-1 1-1 0 0,0 0 1 0 0,1 0 0 0 0,-1 0-1 0 0,1 0 1 0 0,-1 1-1 0 0,0-1 1 0 0,0 1 0 0 0,1 0-1 0 0,-1 0 1 0 0,0 0-1 0 0,0 0 1 0 0,0 1 0 0 0,0-1-1 0 0,0 1 1 0 0,0 0 0 0 0,0 0-1 0 0,-1 0 1 0 0,4 3-1 0 0,4 4 27 0 0,-1 2 0 0 0,0-1-1 0 0,11 18 1 0 0,-1-2-1 0 0,-4-8 6 0 0,-3-2 22 0 0,1 0-1 0 0,0-2 0 0 0,23 20 0 0 0,-12-14 28 0 0,-7-5 26 0 0,32 20 0 0 0,-27-17-58 0 0,-19-15-45 0 0,0-1 0 0 0,0 1 0 0 0,0 0 0 0 0,0-1 0 0 0,1 0 0 0 0,-1 0 0 0 0,0 0 1 0 0,1 0-1 0 0,0 0 0 0 0,-1-1 0 0 0,1 1 0 0 0,7 1 0 0 0,-8-4 2 0 0,-1 1 0 0 0,0-1 0 0 0,1 1 0 0 0,-1-1 1 0 0,0 0-1 0 0,1 0 0 0 0,-1 0 0 0 0,0 0 0 0 0,0 0 0 0 0,0-1 0 0 0,4-2 0 0 0,20-19-1530 0 0,-13 9-4036 0 0,0-3-1882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49.3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5 121 5063 0 0,'-5'-15'336'0'0,"5"14"-276"0"0,0 1 0 0 0,0-1 0 0 0,1 1 1 0 0,-1-1-1 0 0,0 1 0 0 0,0-1 0 0 0,0 1 1 0 0,0-1-1 0 0,1 1 0 0 0,-1-1 0 0 0,0 1 1 0 0,0-1-1 0 0,1 1 0 0 0,-1-1 0 0 0,0 1 1 0 0,1 0-1 0 0,-1-1 0 0 0,1 1 0 0 0,-1-1 1 0 0,1 1-1 0 0,-1 0 0 0 0,0 0 0 0 0,1-1 0 0 0,0 1 1 0 0,36-29 6013 0 0,-16 17-4019 0 0,1 0 0 0 0,40-15-1 0 0,-50 24-2035 0 0,0-1-1 0 0,22-2 0 0 0,-26 5-837 0 0,-1 0 1 0 0,1 1-1 0 0,-1 0 0 0 0,1 1 1 0 0,11 2-1 0 0,-9 0-5316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49.4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10 131 4607 0 0,'-2'3'69'0'0,"-5"6"269"0"0,31-20 3681 0 0,51-32 1659 0 0,32-16-2015 0 0,-60 37-3283 0 0,-25 14-615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49.7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1 134 10591 0 0,'1'-5'113'0'0,"0"1"-1"0"0,1-1 0 0 0,0 1 0 0 0,0 0 1 0 0,0-1-1 0 0,1 1 0 0 0,-1 0 0 0 0,1 1 0 0 0,0-1 1 0 0,0 0-1 0 0,0 1 0 0 0,1 0 0 0 0,-1-1 1 0 0,1 2-1 0 0,0-1 0 0 0,7-4 0 0 0,9-5 678 0 0,0 2-1 0 0,0 0 1 0 0,1 1-1 0 0,1 1 1 0 0,23-5-1 0 0,-38 12-525 0 0,0 0 0 0 0,0 0 0 0 0,0 1 0 0 0,0 0 1 0 0,0 0-1 0 0,1 0 0 0 0,-1 1 0 0 0,13 3 0 0 0,-15-2-150 0 0,0 0 0 0 0,0 0-1 0 0,0 1 1 0 0,0-1 0 0 0,0 1 0 0 0,-1 0-1 0 0,1 0 1 0 0,-1 1 0 0 0,0-1 0 0 0,0 1 0 0 0,0 0-1 0 0,0 0 1 0 0,3 5 0 0 0,-4-3-61 0 0,1 0-1 0 0,-1 0 1 0 0,0 0 0 0 0,0 0 0 0 0,-1 0 0 0 0,0 1 0 0 0,0-1-1 0 0,0 1 1 0 0,-1-1 0 0 0,0 1 0 0 0,0 0 0 0 0,-1 0 0 0 0,0-1-1 0 0,0 1 1 0 0,0 0 0 0 0,-1 0 0 0 0,-3 11 0 0 0,1-4 12 0 0,-2 1 0 0 0,0-1 1 0 0,0 1-1 0 0,-2-1 0 0 0,0-1 1 0 0,-15 24-1 0 0,-12 5 94 0 0,25-32-111 0 0,1 0 1 0 0,0 0-1 0 0,0 1 1 0 0,-9 18-1 0 0,17-29-47 0 0,-1 1 0 0 0,1 0-1 0 0,0-1 1 0 0,0 1 0 0 0,-1 0-1 0 0,1-1 1 0 0,0 1 0 0 0,0 0 0 0 0,0 0-1 0 0,0-1 1 0 0,0 1 0 0 0,0 0 0 0 0,0-1-1 0 0,0 1 1 0 0,0 0 0 0 0,0-1-1 0 0,0 1 1 0 0,0 0 0 0 0,1 0 0 0 0,-1-1-1 0 0,0 1 1 0 0,0 0 0 0 0,1-1-1 0 0,-1 1 1 0 0,0-1 0 0 0,1 1 0 0 0,-1 0-1 0 0,1-1 1 0 0,-1 1 0 0 0,1-1 0 0 0,-1 1-1 0 0,1-1 1 0 0,-1 0 0 0 0,1 1-1 0 0,-1-1 1 0 0,1 1 0 0 0,0-1 0 0 0,-1 0-1 0 0,1 1 1 0 0,0-1 0 0 0,0 0 0 0 0,4 2 6 0 0,0-1 1 0 0,0 0 0 0 0,1 0 0 0 0,7 0 0 0 0,-6 0-6 0 0,9 1-300 0 0,0 0 0 0 0,23 8-1 0 0,-19-4-686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49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 5527 0 0,'-17'3'12304'0'0,"-10"6"-7593"0"0,18-3-4086 0 0,0-1 1 0 0,1 2 0 0 0,-9 8-1 0 0,14-13-665 0 0,1 0 0 0 0,-1 1 0 0 0,1 0 0 0 0,0 0 0 0 0,0-1-1 0 0,0 1 1 0 0,0 0 0 0 0,0 1 0 0 0,1-1 0 0 0,-1 0-1 0 0,1 0 1 0 0,0 1 0 0 0,-1 3 0 0 0,3 3-5861 0 0,3 0-2073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4:58.2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51 145 3223 0 0,'-1'-1'23'0'0,"-11"-22"2439"0"0,1 0-1 0 0,-14-47 0 0 0,24 69-2357 0 0,1 0 0 0 0,0 0 0 0 0,0 0 0 0 0,0 1 0 0 0,0-1 0 0 0,-1 0 0 0 0,1 0 0 0 0,0 0 0 0 0,0 0 0 0 0,0 0 0 0 0,1 1 0 0 0,-1-1 0 0 0,0 0 0 0 0,0 0 0 0 0,0 0 0 0 0,1 0 0 0 0,-1 1 0 0 0,0-1 0 0 0,1 0 0 0 0,-1 0 0 0 0,1 1 0 0 0,-1-1 0 0 0,1 0 0 0 0,-1 1 0 0 0,1-1 0 0 0,-1 0 0 0 0,1 1 0 0 0,0-1 0 0 0,-1 1 0 0 0,1-1 0 0 0,0 1 0 0 0,-1-1 0 0 0,1 1 0 0 0,0 0 0 0 0,0-1 0 0 0,-1 1 0 0 0,1 0 0 0 0,0-1 0 0 0,0 1 0 0 0,0 0 0 0 0,0 0 0 0 0,-1 0 0 0 0,1 0 0 0 0,0 0 0 0 0,0 0 0 0 0,0 0 0 0 0,1 0 0 0 0,2 0 115 0 0,0 1-1 0 0,0-1 0 0 0,0 1 1 0 0,0-1-1 0 0,0 1 0 0 0,0 0 1 0 0,0 1-1 0 0,6 2 0 0 0,-2 1-40 0 0,-1 1 0 0 0,1 0 0 0 0,-1 0 0 0 0,0 1 0 0 0,0 0 0 0 0,-1 0 0 0 0,0 1 0 0 0,-1-1 0 0 0,1 1 0 0 0,-1 0 0 0 0,-1 1 0 0 0,0-1 0 0 0,0 1-1 0 0,5 16 1 0 0,-2 0 37 0 0,-1-1-1 0 0,-2 1 0 0 0,0 0 0 0 0,1 35 0 0 0,-5-34-33 0 0,-2 1-1 0 0,0-1 1 0 0,-2 0-1 0 0,0-1 0 0 0,-9 27 1 0 0,-48 123 356 0 0,45-132-405 0 0,2-9-55 0 0,8-22-37 0 0,1 1 1 0 0,0-1-1 0 0,1 1 1 0 0,1 0 0 0 0,-4 19-1 0 0,7-31-27 0 0,0 0 1 0 0,0 0-1 0 0,0 0 0 0 0,0 0 1 0 0,1 0-1 0 0,-1 0 0 0 0,0 0 1 0 0,0 0-1 0 0,1 0 0 0 0,-1 0 0 0 0,0 0 1 0 0,1 0-1 0 0,-1 0 0 0 0,1 0 1 0 0,-1 0-1 0 0,1 0 0 0 0,0 0 1 0 0,-1 0-1 0 0,1-1 0 0 0,0 1 0 0 0,0 0 1 0 0,-1 0-1 0 0,1-1 0 0 0,0 1 1 0 0,0-1-1 0 0,0 1 0 0 0,0 0 1 0 0,0-1-1 0 0,1 1 0 0 0,1 0-231 0 0,0 0 0 0 0,0-1 0 0 0,-1 1 0 0 0,1-1 0 0 0,0 1-1 0 0,0-1 1 0 0,0 0 0 0 0,6-1 0 0 0,6 0-7602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5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35 6911 0 0,'-5'-1'435'0'0,"-18"-6"977"0"0,23 7-1328 0 0,-1 0 0 0 0,0 0 0 0 0,1 0 1 0 0,-1-1-1 0 0,1 1 0 0 0,-1 0 0 0 0,1 0 0 0 0,-1-1 0 0 0,1 1 0 0 0,-1 0 0 0 0,1-1 0 0 0,0 1 0 0 0,-1 0 0 0 0,1-1 0 0 0,-1 1 0 0 0,1-1 0 0 0,0 1 1 0 0,-1 0-1 0 0,1-1 0 0 0,0 1 0 0 0,0-1 0 0 0,-1 1 0 0 0,1-1 0 0 0,0 1 0 0 0,0-1 0 0 0,0 0 0 0 0,-1 1 0 0 0,1-1 0 0 0,0 1 0 0 0,0-1 0 0 0,0 1 1 0 0,0-1-1 0 0,0 0 0 0 0,1 0 43 0 0,-1 0 1 0 0,1 0 0 0 0,0 1 0 0 0,-1-1 0 0 0,1 0 0 0 0,0 0-1 0 0,-1 1 1 0 0,1-1 0 0 0,0 1 0 0 0,0-1 0 0 0,0 1-1 0 0,0-1 1 0 0,-1 1 0 0 0,1-1 0 0 0,0 1 0 0 0,0 0-1 0 0,0 0 1 0 0,0-1 0 0 0,0 1 0 0 0,0 0 0 0 0,2 0-1 0 0,23-1 1681 0 0,-22 1-1529 0 0,30 1 956 0 0,62 13-1 0 0,-2-1 1163 0 0,-78-12-2111 0 0,0 0 1 0 0,1-2 0 0 0,29-3-1 0 0,-18-2-1689 0 0,2 0-3402 0 0,-10 3-2203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5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4 10591 0 0,'-4'0'944'0'0,"2"0"-752"0"0,4-2-192 0 0,0 2-664 0 0,1-1-1032 0 0,1 1 832 0 0,1 0-72 0 0,2 1-16 0 0,-1 3 0 0 0,5-1 0 0 0,0 2 752 0 0,3 0 200 0 0,3 2-64 0 0,0-3 64 0 0,4-1 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6.1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 5527 0 0,'23'-4'304'0'0,"-1"1"0"0"0,1 1 0 0 0,27 0 0 0 0,26-2 384 0 0,-42 1-829 0 0,39-6-2711 0 0,-51 4 2533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6.2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3679 0 0,'2'0'328'0'0,"-1"2"-264"0"0,1-2-64 0 0,0 0 0 0 0,-1 0 264 0 0,1 0 40 0 0,3 1 8 0 0,5 1-1144 0 0,6-2-232 0 0,4-3-48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6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7367 0 0,'-4'0'656'0'0,"3"0"-528"0"0,1 2-128 0 0,0 0 224 0 0,0-1 24 0 0,0 5 0 0 0,-2 2 0 0 0,4 4-88 0 0,-1 5-24 0 0,3 3 0 0 0,-1 4 0 0 0,2 2-280 0 0,0 4-56 0 0,4 6-16 0 0,-1 3-3464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8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17 2303 0 0,'-2'2'392'0'0,"0"-1"0"0"0,-1 0 0 0 0,1-1-1 0 0,-1 1 1 0 0,1 0 0 0 0,0-1-1 0 0,-4 1 1 0 0,-4 1 764 0 0,6-1-703 0 0,1 0 1 0 0,-1 1 0 0 0,1-1 0 0 0,-1 1-1 0 0,1 0 1 0 0,0-1 0 0 0,0 2-1 0 0,0-1 1 0 0,0 0 0 0 0,0 0 0 0 0,0 1-1 0 0,-4 5 1 0 0,4-4-75 0 0,0 1 0 0 0,1 0 0 0 0,-1 0 0 0 0,1-1 0 0 0,0 1 0 0 0,1 1 0 0 0,-1-1 0 0 0,-1 8 0 0 0,2-8-136 0 0,0 1 0 0 0,0 0 0 0 0,0 0 0 0 0,1 0 0 0 0,0 0 0 0 0,0 0 0 0 0,1 0 0 0 0,1 11 0 0 0,-2-17-230 0 0,0 0 0 0 0,0 1 0 0 0,0-1 0 0 0,1 0 0 0 0,-1 1 0 0 0,0-1 0 0 0,0 0 0 0 0,0 0 1 0 0,0 1-1 0 0,1-1 0 0 0,-1 0 0 0 0,0 0 0 0 0,0 1 0 0 0,1-1 0 0 0,-1 0 0 0 0,0 0 0 0 0,0 0 0 0 0,1 1 1 0 0,-1-1-1 0 0,0 0 0 0 0,1 0 0 0 0,-1 0 0 0 0,0 0 0 0 0,1 0 0 0 0,-1 0 0 0 0,0 1 0 0 0,1-1 1 0 0,-1 0-1 0 0,0 0 0 0 0,1 0 0 0 0,-1 0 0 0 0,13-6 259 0 0,7-13 115 0 0,-15 12-214 0 0,1 0 0 0 0,-1 0 0 0 0,0-1 0 0 0,-1 1 0 0 0,7-17 0 0 0,-9 20-114 0 0,0-1 0 0 0,-1 1 0 0 0,0-1 0 0 0,1 0 0 0 0,-2 1 0 0 0,1-1 0 0 0,0 0 0 0 0,-1 0 0 0 0,0 0 0 0 0,0 1 0 0 0,-1-1 0 0 0,0-8 1 0 0,0 12-49 0 0,1 0 0 0 0,0 0 1 0 0,-1-1-1 0 0,1 1 1 0 0,-1 0-1 0 0,1 0 0 0 0,-1 0 1 0 0,0 0-1 0 0,1 0 1 0 0,-1 0-1 0 0,0 0 0 0 0,0 0 1 0 0,1 0-1 0 0,-1 0 1 0 0,0 0-1 0 0,0 1 0 0 0,0-1 1 0 0,0 0-1 0 0,0 1 1 0 0,0-1-1 0 0,-1 0 0 0 0,1 1 1 0 0,0-1-1 0 0,0 1 1 0 0,0 0-1 0 0,-1-1 0 0 0,1 1 1 0 0,0 0-1 0 0,0 0 1 0 0,0 0-1 0 0,-1 0 0 0 0,1 0 1 0 0,0 0-1 0 0,0 0 1 0 0,-1 0-1 0 0,1 0 0 0 0,0 1 1 0 0,0-1-1 0 0,0 1 1 0 0,-1-1-1 0 0,1 0 0 0 0,-1 2 1 0 0,-3 0 78 0 0,0 1 1 0 0,0-1-1 0 0,0 1 0 0 0,1 0 1 0 0,-1 1-1 0 0,1-1 1 0 0,0 1-1 0 0,-5 5 0 0 0,4-2-57 0 0,0 0 0 0 0,0 0 0 0 0,0 1 0 0 0,1-1 0 0 0,1 1 0 0 0,-1 0 0 0 0,-4 16 0 0 0,7-19-19 0 0,0 0-1 0 0,0-1 1 0 0,0 1 0 0 0,1 0-1 0 0,-1 0 1 0 0,1-1 0 0 0,0 1-1 0 0,1 0 1 0 0,-1 0 0 0 0,1 0 0 0 0,0-1-1 0 0,0 1 1 0 0,0 0 0 0 0,1-1-1 0 0,3 8 1 0 0,-4-10-11 0 0,1 0-1 0 0,-1 0 1 0 0,0-1-1 0 0,1 1 1 0 0,-1 0-1 0 0,1-1 1 0 0,-1 1-1 0 0,1-1 1 0 0,0 0-1 0 0,0 1 1 0 0,0-1-1 0 0,0 0 1 0 0,-1 0-1 0 0,1 0 1 0 0,1-1-1 0 0,3 2 1 0 0,-3-1 6 0 0,1-1 0 0 0,-1 1 1 0 0,1-1-1 0 0,0 0 0 0 0,-1 0 1 0 0,1 0-1 0 0,0-1 0 0 0,-1 1 1 0 0,7-3-1 0 0,-6 2-2 0 0,0 0 0 0 0,0 0 1 0 0,0-1-1 0 0,0 0 0 0 0,0 0 0 0 0,-1 0 0 0 0,1 0 0 0 0,-1 0 1 0 0,1-1-1 0 0,-1 0 0 0 0,0 1 0 0 0,0-1 0 0 0,0 0 0 0 0,0-1 1 0 0,-1 1-1 0 0,1 0 0 0 0,-1-1 0 0 0,2-3 0 0 0,-4 5-2 0 0,1 0 0 0 0,-1 0-1 0 0,1 0 1 0 0,-1 0 0 0 0,0 1 0 0 0,0-1-1 0 0,0 0 1 0 0,0 0 0 0 0,0 0 0 0 0,-1 0-1 0 0,1 0 1 0 0,-1 1 0 0 0,1-1 0 0 0,-1 0-1 0 0,1 0 1 0 0,-1 1 0 0 0,0-1 0 0 0,0 0-1 0 0,0 1 1 0 0,0-1 0 0 0,0 1 0 0 0,0-1-1 0 0,0 1 1 0 0,-1-1 0 0 0,-1-1 0 0 0,-5-3 38 0 0,1 0 0 0 0,-1 0 0 0 0,-14-7 0 0 0,14 8-28 0 0,2 2 19 0 0,-1 0 0 0 0,1 0 0 0 0,0 0 0 0 0,-1 1 0 0 0,0 0 0 0 0,1 1 1 0 0,-1-1-1 0 0,0 1 0 0 0,0 1 0 0 0,0-1 0 0 0,-7 1 0 0 0,13 0-33 0 0,1 0 1 0 0,-1 0-1 0 0,1 0 1 0 0,-1 0-1 0 0,1 1 0 0 0,-1-1 1 0 0,1 0-1 0 0,-1 0 0 0 0,0 0 1 0 0,1 0-1 0 0,-1 0 0 0 0,1 1 1 0 0,-1-1-1 0 0,1 0 1 0 0,-1 1-1 0 0,1-1 0 0 0,0 0 1 0 0,-1 1-1 0 0,1-1 0 0 0,-1 0 1 0 0,1 1-1 0 0,0-1 0 0 0,-1 1 1 0 0,1-1-1 0 0,0 1 0 0 0,-1-1 1 0 0,1 1-1 0 0,0 0 2 0 0,0 0-1 0 0,0 0 1 0 0,0 0 0 0 0,0 0-1 0 0,0 0 1 0 0,0-1 0 0 0,1 1-1 0 0,-1 0 1 0 0,0 0-1 0 0,0 0 1 0 0,1 0 0 0 0,-1-1-1 0 0,1 1 1 0 0,-1 0 0 0 0,1 1-1 0 0,2 1 5 0 0,-1 1 0 0 0,1-1 0 0 0,0 0 0 0 0,0 0-1 0 0,0 0 1 0 0,5 2 0 0 0,-2-1-7 0 0,1 0 0 0 0,0-1 0 0 0,0 0 0 0 0,0 0 0 0 0,0-1 0 0 0,1 0 0 0 0,-1 0 0 0 0,1-1 0 0 0,12 1 0 0 0,-14-1 0 0 0,0-1 0 0 0,0 0 0 0 0,-1-1 0 0 0,1 0 0 0 0,0 0 0 0 0,0 0 0 0 0,-1 0 0 0 0,1-1 0 0 0,-1 0 0 0 0,1 0 0 0 0,-1 0 0 0 0,0-1 0 0 0,7-4 0 0 0,-10 6 0 0 0,-1 0 0 0 0,1-1 0 0 0,0 1 0 0 0,-1-1 0 0 0,1 1 0 0 0,-1-1 0 0 0,0 0 0 0 0,0 0 0 0 0,1 1 0 0 0,-1-1 0 0 0,0 0 0 0 0,0 0 0 0 0,-1 0 0 0 0,1 0 0 0 0,0 0 0 0 0,-1 0 0 0 0,1-1 0 0 0,-1 1 0 0 0,0 0 0 0 0,0 0 0 0 0,1 0 0 0 0,-1 0 0 0 0,-1-1 0 0 0,1 1 0 0 0,0 0 0 0 0,0 0 0 0 0,-1 0 0 0 0,0 0 0 0 0,1 0 0 0 0,-1 0 0 0 0,0 0 0 0 0,0 0 0 0 0,0 0 0 0 0,0 0 0 0 0,0 0 0 0 0,0 0 0 0 0,-1 1 0 0 0,1-1 0 0 0,0 1 0 0 0,-4-4 0 0 0,3 3 0 0 0,0 1 0 0 0,0-1 0 0 0,0 1 0 0 0,0-1 0 0 0,0 1 0 0 0,0 0 0 0 0,0 0 0 0 0,-1 0 0 0 0,1 0 0 0 0,0 0 0 0 0,-1 0 0 0 0,1 1 0 0 0,0-1 0 0 0,-1 1 0 0 0,-3-1 0 0 0,4 1 0 0 0,0 0 0 0 0,0 1 0 0 0,0-1 0 0 0,0 0 0 0 0,0 1 0 0 0,0 0 0 0 0,1-1 0 0 0,-1 1 0 0 0,0 0 0 0 0,0 0 0 0 0,1 0 0 0 0,-1 0 0 0 0,0 0 0 0 0,1 0 0 0 0,-1 0 0 0 0,1 1 0 0 0,-1-1 0 0 0,1 1 0 0 0,0-1 0 0 0,0 1 0 0 0,0-1 0 0 0,-2 3 0 0 0,0 2 17 0 0,1 0 0 0 0,-1 0-1 0 0,1 1 1 0 0,0-1 0 0 0,1 0-1 0 0,-1 1 1 0 0,1-1 0 0 0,1 1-1 0 0,-1-1 1 0 0,1 1 0 0 0,0-1-1 0 0,1 1 1 0 0,-1-1 0 0 0,1 1 0 0 0,1-1-1 0 0,-1 1 1 0 0,1-1 0 0 0,0 0-1 0 0,0 1 1 0 0,1-1 0 0 0,0-1-1 0 0,6 10 1 0 0,-8-13-32 0 0,1 0 0 0 0,-1-1-1 0 0,1 1 1 0 0,0-1 0 0 0,0 1 0 0 0,-1-1-1 0 0,1 0 1 0 0,0 1 0 0 0,4 0 0 0 0,-6-1 2 0 0,1-1 0 0 0,-1 0 0 0 0,1 0 1 0 0,0 0-1 0 0,-1 1 0 0 0,1-1 0 0 0,0 0 0 0 0,-1 0 1 0 0,1 0-1 0 0,-1 0 0 0 0,1 0 0 0 0,0 0 0 0 0,-1 0 1 0 0,1-1-1 0 0,0 1 0 0 0,-1 0 0 0 0,1 0 0 0 0,-1 0 1 0 0,1-1-1 0 0,0 1 0 0 0,-1 0 0 0 0,1 0 0 0 0,-1-1 1 0 0,1 1-1 0 0,-1-1 0 0 0,1 1 0 0 0,-1 0 0 0 0,1-1 1 0 0,-1 1-1 0 0,0-1 0 0 0,1 1 0 0 0,-1-1 0 0 0,0 1 1 0 0,1-1-1 0 0,-1 0 0 0 0,0 1 0 0 0,1-2 0 0 0,2-4-684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8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187 74 6911 0 0,'-2'-5'258'0'0,"1"0"0"0"0,-1 0-1 0 0,0 1 1 0 0,-1-1 0 0 0,1 0 0 0 0,-1 1-1 0 0,0-1 1 0 0,0 1 0 0 0,0 0-1 0 0,-1 0 1 0 0,1 0 0 0 0,-7-4-1 0 0,9 7-37 0 0,-1-1 0 0 0,0 1 0 0 0,0 0 0 0 0,0 0 0 0 0,0 0 0 0 0,0 0 0 0 0,0 1 0 0 0,0-1 0 0 0,0 0 0 0 0,0 1 0 0 0,0-1 0 0 0,0 1 0 0 0,0 0 0 0 0,0 0-1 0 0,-1 0 1 0 0,1 0 0 0 0,0 0 0 0 0,0 0 0 0 0,0 1 0 0 0,0-1 0 0 0,0 1 0 0 0,0-1 0 0 0,0 1 0 0 0,0 0 0 0 0,0 0 0 0 0,0 0 0 0 0,0 0 0 0 0,0 0 0 0 0,0 0-1 0 0,0 0 1 0 0,1 1 0 0 0,-1-1 0 0 0,-1 2 0 0 0,-2 3 73 0 0,0 0 0 0 0,0 0-1 0 0,0 1 1 0 0,1-1 0 0 0,0 1-1 0 0,0 0 1 0 0,1 0 0 0 0,0 1 0 0 0,-3 10-1 0 0,-3 11 183 0 0,-3 33 0 0 0,9-48-260 0 0,-1 7-82 0 0,2 0-1 0 0,0 1 0 0 0,1-1 1 0 0,1 1-1 0 0,1-1 1 0 0,1 1-1 0 0,1-1 1 0 0,10 41-1 0 0,-11-56-119 0 0,1 1-1 0 0,0-1 1 0 0,0 0 0 0 0,0 0-1 0 0,1-1 1 0 0,-1 1 0 0 0,1 0-1 0 0,1-1 1 0 0,-1 0 0 0 0,1 0-1 0 0,0-1 1 0 0,0 1 0 0 0,0-1-1 0 0,1 0 1 0 0,-1 0 0 0 0,1-1-1 0 0,0 0 1 0 0,0 0 0 0 0,12 4-1 0 0,-12-5-308 0 0,1 0-1 0 0,-1-1 1 0 0,1 0-1 0 0,-1 0 1 0 0,1-1-1 0 0,-1 1 1 0 0,11-2 0 0 0,-1-2-7242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8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3 282 4143 0 0,'-2'-18'618'0'0,"1"-1"-1"0"0,3-29 0 0 0,2-36 2423 0 0,6-28 9372 0 0,-5 128-11228 0 0,3 22-952 0 0,34 165 336 0 0,-18-96-448 0 0,-22-98-245 0 0,1 0 1 0 0,0 0-1 0 0,8 17 0 0 0,-8-19-448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8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10135 0 0,'1'0'135'0'0,"0"-1"-1"0"0,0 1 0 0 0,0-1 0 0 0,0 1 1 0 0,0 0-1 0 0,0 0 0 0 0,1 0 0 0 0,-1-1 1 0 0,0 1-1 0 0,0 0 0 0 0,0 0 0 0 0,0 1 1 0 0,0-1-1 0 0,0 0 0 0 0,0 0 0 0 0,0 0 1 0 0,0 1-1 0 0,0-1 0 0 0,0 1 0 0 0,0-1 1 0 0,0 0-1 0 0,0 1 0 0 0,0 0 0 0 0,1 0 1 0 0,24 17 2827 0 0,-23-15-2725 0 0,0-1 1 0 0,1 2 0 0 0,-1-1-1 0 0,-1 0 1 0 0,1 1-1 0 0,0-1 1 0 0,-1 1-1 0 0,0 0 1 0 0,0 0 0 0 0,0 0-1 0 0,0 0 1 0 0,0 0-1 0 0,-1 0 1 0 0,0 1-1 0 0,0-1 1 0 0,0 0 0 0 0,-1 1-1 0 0,1-1 1 0 0,-1 0-1 0 0,0 9 1 0 0,-3 2-345 0 0,0 0 0 0 0,0 0 0 0 0,-1 0 1 0 0,-11 23-1 0 0,2-2-1891 0 0,9-25-4874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9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0 112 3679 0 0,'1'-4'340'0'0,"-1"0"0"0"0,1 0-1 0 0,0 1 1 0 0,0-1 0 0 0,0 1 0 0 0,1-1-1 0 0,-1 1 1 0 0,1-1 0 0 0,0 1-1 0 0,0 0 1 0 0,0 0 0 0 0,4-4-1 0 0,1-2 680 0 0,0 2-1 0 0,1-1 0 0 0,10-7 1 0 0,-15 12-702 0 0,1 0 0 0 0,0 1 1 0 0,0-1-1 0 0,0 1 0 0 0,0 0 1 0 0,1 1-1 0 0,-1-1 0 0 0,0 1 1 0 0,1-1-1 0 0,-1 1 0 0 0,1 1 1 0 0,-1-1-1 0 0,1 1 0 0 0,0-1 1 0 0,-1 1-1 0 0,1 1 0 0 0,-1-1 1 0 0,1 1-1 0 0,-1-1 0 0 0,6 3 1 0 0,-6-2-191 0 0,0 1 1 0 0,0-1 0 0 0,0 1-1 0 0,0 0 1 0 0,0 1 0 0 0,-1-1-1 0 0,1 1 1 0 0,-1-1-1 0 0,1 1 1 0 0,-1 0 0 0 0,0 0-1 0 0,0 1 1 0 0,0-1 0 0 0,-1 1-1 0 0,1-1 1 0 0,-1 1-1 0 0,0 0 1 0 0,0 0 0 0 0,0 0-1 0 0,-1 0 1 0 0,3 6 0 0 0,-3-3-64 0 0,0 1 0 0 0,0-1 0 0 0,0 0 0 0 0,-1 1 1 0 0,0-1-1 0 0,0 0 0 0 0,-1 0 0 0 0,1 1 0 0 0,-2-1 1 0 0,1 0-1 0 0,-1 0 0 0 0,-4 9 0 0 0,-3 7 60 0 0,-2-1-1 0 0,-17 27 1 0 0,7-12-3 0 0,20-36-116 0 0,1 0 0 0 0,-1-1 0 0 0,1 1 0 0 0,-1 0 0 0 0,1 0 0 0 0,0 0 0 0 0,-1 0 0 0 0,1-1 0 0 0,0 1 0 0 0,0 0 0 0 0,0 0 0 0 0,-1 0 0 0 0,1 0 0 0 0,0 0 0 0 0,0 0-1 0 0,0 0 1 0 0,0-1 0 0 0,1 1 0 0 0,-1 0 0 0 0,0 2 0 0 0,1-3 0 0 0,-1 1-1 0 0,1-1 1 0 0,-1 1-1 0 0,1-1 0 0 0,-1 1 1 0 0,1-1-1 0 0,0 0 1 0 0,-1 1-1 0 0,1-1 1 0 0,-1 0-1 0 0,1 1 0 0 0,0-1 1 0 0,-1 0-1 0 0,1 0 1 0 0,0 1-1 0 0,-1-1 1 0 0,1 0-1 0 0,0 0 1 0 0,0 0-1 0 0,0 0 0 0 0,4 0 17 0 0,1-1 0 0 0,-1 1 0 0 0,0-1 0 0 0,0 0 0 0 0,8-3 0 0 0,26-10-441 0 0,0-2 0 0 0,-1-2 1 0 0,43-26-1 0 0,-71 36-4872 0 0,-1-2-1724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49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 2759 0 0,'0'0'56'0'0,"0"-1"0"0"0,0 1 0 0 0,0-1 0 0 0,0 1 0 0 0,0-1-1 0 0,0 1 1 0 0,0-1 0 0 0,1 1 0 0 0,-1-1 0 0 0,0 1-1 0 0,0-1 1 0 0,0 1 0 0 0,1-1 0 0 0,-1 1 0 0 0,0-1 0 0 0,1 1-1 0 0,-1 0 1 0 0,0-1 0 0 0,1 1 0 0 0,-1-1 0 0 0,1 1-1 0 0,-1 0 1 0 0,0-1 0 0 0,1 1 0 0 0,-1 0 0 0 0,1 0 0 0 0,-1 0-1 0 0,1-1 1 0 0,0 1 0 0 0,1-1 329 0 0,1 1-1 0 0,-1 0 1 0 0,0-1 0 0 0,0 1-1 0 0,1 0 1 0 0,-1 0 0 0 0,4 1-1 0 0,4 1 1162 0 0,1 0 1 0 0,10 4-1 0 0,-21-6-1543 0 0,10 4 780 0 0,0 0 1 0 0,0 0 0 0 0,0 1-1 0 0,-1 1 1 0 0,1-1-1 0 0,-2 1 1 0 0,17 14 0 0 0,-16-11-365 0 0,1 1 1 0 0,-2 0-1 0 0,1 1 0 0 0,-1 0 1 0 0,-1 0-1 0 0,7 13 1 0 0,-8-11-291 0 0,0 1 0 0 0,0 0 0 0 0,-2 0 0 0 0,1 0 0 0 0,-2 1 0 0 0,0-1 0 0 0,-1 1 0 0 0,0 0 0 0 0,-1 0 0 0 0,-1 0 0 0 0,0-1 0 0 0,-3 23 0 0 0,-1-17-73 0 0,-1 0 1 0 0,-1-1-1 0 0,0 0 0 0 0,-2 0 0 0 0,-16 30 1 0 0,11-26-629 0 0,-2 0 0 0 0,-1 0 1 0 0,-32 34-1 0 0,35-44-7011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0.0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59 245 2759 0 0,'-5'-3'670'0'0,"0"-1"0"0"0,1 0 0 0 0,-1 1 0 0 0,1-1 0 0 0,0-1-1 0 0,0 1 1 0 0,0-1 0 0 0,0 1 0 0 0,1-1 0 0 0,0 0 0 0 0,-5-9-1 0 0,7 11-363 0 0,0-1 1 0 0,0 1-1 0 0,1 0 0 0 0,-1 0 0 0 0,0-1 0 0 0,1 1 0 0 0,0-1 0 0 0,0 1 0 0 0,0 0 0 0 0,0-1 0 0 0,1 1 0 0 0,-1-1 0 0 0,1 1 1 0 0,0 0-1 0 0,0 0 0 0 0,0-1 0 0 0,0 1 0 0 0,1 0 0 0 0,-1 0 0 0 0,1 0 0 0 0,3-4 0 0 0,-2 2-136 0 0,1 1 0 0 0,0 0 0 0 0,-1-1 0 0 0,2 2 0 0 0,-1-1 0 0 0,0 0 0 0 0,1 1 0 0 0,-1 0 0 0 0,1 0 0 0 0,0 0 0 0 0,0 1 0 0 0,0 0 0 0 0,1 0 0 0 0,-1 0 0 0 0,0 0 0 0 0,1 1 0 0 0,7-1 0 0 0,-9 1-113 0 0,0 1 0 0 0,0 0 0 0 0,0 0 0 0 0,0 0 0 0 0,0 1 0 0 0,0-1 0 0 0,0 1 0 0 0,0 0-1 0 0,0 0 1 0 0,-1 0 0 0 0,1 1 0 0 0,0-1 0 0 0,0 1 0 0 0,-1 0 0 0 0,1 0 0 0 0,-1 0 0 0 0,0 1 0 0 0,0-1-1 0 0,0 1 1 0 0,0 0 0 0 0,0-1 0 0 0,0 1 0 0 0,-1 1 0 0 0,5 5 0 0 0,-1 3-15 0 0,-1-1-1 0 0,0 1 1 0 0,0 0 0 0 0,-1 0 0 0 0,-1 1-1 0 0,0-1 1 0 0,-1 1 0 0 0,2 22-1 0 0,-3-1 59 0 0,-1 0-1 0 0,-6 35 0 0 0,-26 133-99 0 0,32-194 0 0 0,3-13 0 0 0,5-12 0 0 0,12-41-25 0 0,-2 0-1 0 0,13-79 1 0 0,3-123-51 0 0,-32 250 76 0 0,-2 6 0 0 0,1-1 0 0 0,-1 1 0 0 0,0 0 0 0 0,0-1 0 0 0,-1-6 0 0 0,1 18 44 0 0,0 0 0 0 0,0-1-1 0 0,-1 1 1 0 0,-2 8 0 0 0,0 5 38 0 0,-6 56-8 0 0,0 141-1 0 0,10-204-73 0 0,0-1 0 0 0,0 0 0 0 0,2 0 0 0 0,-1 0 0 0 0,2 0 0 0 0,6 16 0 0 0,-9-25 0 0 0,0 0 0 0 0,1 0 0 0 0,-1 0 0 0 0,1 0 0 0 0,0 0 0 0 0,0 0 0 0 0,0-1 0 0 0,0 1 0 0 0,0-1 0 0 0,1 0 0 0 0,-1 1 0 0 0,1-1 0 0 0,0 0 0 0 0,-1 0 0 0 0,1-1 0 0 0,0 1 0 0 0,0-1 0 0 0,0 1 0 0 0,0-1 0 0 0,1 0 0 0 0,-1 0 0 0 0,0 0 0 0 0,0-1 0 0 0,1 1 0 0 0,-1-1 0 0 0,0 1 0 0 0,1-1 0 0 0,4-1 0 0 0,5-1-166 0 0,-1-1-1 0 0,1 0 1 0 0,-1-1-1 0 0,0-1 0 0 0,0 0 1 0 0,-1 0-1 0 0,1-1 1 0 0,-1-1-1 0 0,16-12 1 0 0,-11 7-7465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0.1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6 227 10591 0 0,'-4'-3'472'0'0,"3"-1"96"0"0,1 1-456 0 0,1-1-112 0 0,3 3 0 0 0,1-1 0 0 0,2-3 256 0 0,6-4 32 0 0,8-2 8 0 0,9-8 0 0 0,10-5 568 0 0,-1-1 120 0 0,1-1 16 0 0,0 2 8 0 0,-1 4-648 0 0,-5 3-128 0 0,-2 1-24 0 0,-3 3-7208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0.3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100 49 9671 0 0,'-18'-44'1167'0'0,"18"44"-1084"0"0,0 0 0 0 0,0 0 0 0 0,0-1 0 0 0,-1 1 0 0 0,1 0-1 0 0,0-1 1 0 0,0 1 0 0 0,0 0 0 0 0,0 0 0 0 0,-1-1 0 0 0,1 1 0 0 0,0 0 0 0 0,0 0 0 0 0,-1 0 0 0 0,1-1 0 0 0,0 1-1 0 0,0 0 1 0 0,-1 0 0 0 0,1 0 0 0 0,0 0 0 0 0,-1-1 0 0 0,1 1 0 0 0,0 0 0 0 0,0 0 0 0 0,-1 0 0 0 0,1 0 0 0 0,0 0-1 0 0,-1 0 1 0 0,1 0 0 0 0,0 0 0 0 0,-1 0 0 0 0,1 0 0 0 0,0 0 0 0 0,-1 0 0 0 0,1 0 0 0 0,0 0 0 0 0,-1 0 0 0 0,1 1 0 0 0,0-1-1 0 0,-1 0 1 0 0,1 0 0 0 0,0 0 0 0 0,0 0 0 0 0,-1 1 0 0 0,-11 10 1869 0 0,6 0-1389 0 0,1 1 0 0 0,1-1 0 0 0,0 1 1 0 0,0 0-1 0 0,2 0 0 0 0,-3 15 0 0 0,0 1-68 0 0,-3 6-195 0 0,2 1 1 0 0,2-1-1 0 0,1 1 1 0 0,2 41-1 0 0,1-70-244 0 0,1 0-1 0 0,-1 0 0 0 0,2 0 0 0 0,-1 0 0 0 0,1-1 0 0 0,0 1 0 0 0,0 0 0 0 0,0-1 0 0 0,5 8 0 0 0,-6-10-171 0 0,1-1 0 0 0,0 1 0 0 0,0-1 0 0 0,0 0 0 0 0,0 0 0 0 0,1 0 0 0 0,-1 0 0 0 0,5 3 0 0 0,-5-4-425 0 0,1 1 0 0 0,0-1 0 0 0,-1 0 0 0 0,1 0 0 0 0,0 0 0 0 0,0-1 0 0 0,0 1-1 0 0,0-1 1 0 0,-1 0 0 0 0,5 1 0 0 0,11-2-6339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3:50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1 286 5527 0 0,'0'-21'1092'0'0,"0"0"0"0"0,1 1 0 0 0,1-1 0 0 0,9-38 0 0 0,-5 27 482 0 0,-4 18-370 0 0,0 0-1 0 0,2-1 0 0 0,0 1 0 0 0,0 0 0 0 0,11-21 1 0 0,-15 34-1159 0 0,0 1 1 0 0,0 0-1 0 0,0 0 0 0 0,0-1 1 0 0,0 1-1 0 0,0 0 1 0 0,0 0-1 0 0,1 0 1 0 0,-1-1-1 0 0,0 1 1 0 0,0 0-1 0 0,0 0 1 0 0,0-1-1 0 0,1 1 1 0 0,-1 0-1 0 0,0 0 1 0 0,0 0-1 0 0,1 0 1 0 0,-1 0-1 0 0,0-1 1 0 0,0 1-1 0 0,1 0 1 0 0,-1 0-1 0 0,0 0 1 0 0,0 0-1 0 0,1 0 1 0 0,-1 0-1 0 0,0 0 1 0 0,0 0-1 0 0,1 0 1 0 0,-1 0-1 0 0,1 0 1 0 0,4 7 507 0 0,0 14-293 0 0,-4 2-185 0 0,-1 0 0 0 0,0-1 0 0 0,-6 37 0 0 0,2-40-30 0 0,2 1-1 0 0,1-1 1 0 0,1 1 0 0 0,0 0-1 0 0,4 24 1 0 0,1-29 238 0 0,-5-14-370 0 0,0 0 1 0 0,0-1-1 0 0,1 1 1 0 0,-1-1-1 0 0,0 1 1 0 0,1-1-1 0 0,-1 0 1 0 0,0 1-1 0 0,1-1 1 0 0,-1 1-1 0 0,0-1 1 0 0,1 1-1 0 0,-1-1 1 0 0,1 0-1 0 0,-1 1 1 0 0,1-1-1 0 0,-1 0 1 0 0,1 0-1 0 0,-1 1 1 0 0,1-1-1 0 0,-1 0 1 0 0,2 0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24.4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1087 68 1807 0 0,'12'-10'129'0'0,"-1"1"0"0"0,22-13 0 0 0,0-1 1320 0 0,-23 19 2603 0 0,-13 8-3634 0 0,-12 15 448 0 0,0 1 0 0 0,-13 25 0 0 0,-17 22-266 0 0,-15 7-86 0 0,-77 72-1 0 0,-29 32 988 0 0,11 36 634 0 0,121-164-1494 0 0,18-28-450 0 0,-2-1 0 0 0,0-1 0 0 0,-34 31-1 0 0,-69 44 394 0 0,38-32-136 0 0,75-57-427 0 0,-96 84 361 0 0,99-84-310 0 0,-1 1 1 0 0,2 0-1 0 0,-1 0 1 0 0,-4 11-1 0 0,9-18-71 0 0,0 0 0 0 0,0 0-1 0 0,0 0 1 0 0,0 0 0 0 0,0 0-1 0 0,0 0 1 0 0,0 0 0 0 0,0 1 0 0 0,0-1-1 0 0,0 0 1 0 0,0 0 0 0 0,0 0-1 0 0,0 0 1 0 0,0 0 0 0 0,0 0-1 0 0,0 0 1 0 0,0 0 0 0 0,0 0 0 0 0,0 0-1 0 0,0 1 1 0 0,0-1 0 0 0,0 0-1 0 0,-1 0 1 0 0,1 0 0 0 0,0 0 0 0 0,0 0-1 0 0,0 0 1 0 0,0 0 0 0 0,0 0-1 0 0,0 0 1 0 0,0 0 0 0 0,0 0-1 0 0,0 0 1 0 0,0 0 0 0 0,0 0 0 0 0,0 0-1 0 0,-1 1 1 0 0,1-1 0 0 0,0 0-1 0 0,0 0 1 0 0,0 0 0 0 0,0 0 0 0 0,0 0-1 0 0,0 0 1 0 0,0 0 0 0 0,0 0-1 0 0,0 0 1 0 0,-1 0 0 0 0,1 0-1 0 0,0 0 1 0 0,0 0 0 0 0,0-1 0 0 0,0 1-1 0 0,0 0 1 0 0,0 0 0 0 0,0 0-1 0 0,0 0 1 0 0,0 0 0 0 0,0 0 0 0 0,0 0-1 0 0,-1 0 1 0 0,1 0 0 0 0,0 0-1 0 0,0 0 1 0 0,0 0 0 0 0,0 0-1 0 0,0 0 1 0 0,0 0 0 0 0,0-1 0 0 0,-1-14 1 0 0,0 11-14 0 0,1 3 8 0 0,-1 0 0 0 0,1 0 0 0 0,0-1 0 0 0,0 1 0 0 0,0 0 0 0 0,0-1 0 0 0,0 1-1 0 0,0 0 1 0 0,0 0 0 0 0,1-1 0 0 0,-1 1 0 0 0,0 0 0 0 0,1 0 0 0 0,0-3 0 0 0,2-2-329 0 0,1 1 0 0 0,0 0 0 0 0,0-1 0 0 0,6-4 0 0 0,2-3-2737 0 0,-25 25 1042 0 0,8-7 2066 0 0,0 0 0 0 0,0 0-1 0 0,-7 11 1 0 0,0 2 882 0 0,0 0 1 0 0,2 1-1 0 0,-11 25 0 0 0,16-33-89 0 0,3-6-470 0 0,1-1 0 0 0,-1 1 0 0 0,0-1 0 0 0,1 1 0 0 0,0-1 0 0 0,0 1 0 0 0,0 0 0 0 0,0 5 0 0 0,2-10-333 0 0,-1 0 0 0 0,0 1-1 0 0,0-1 1 0 0,1 0 0 0 0,-1 0 0 0 0,0 0-1 0 0,1 0 1 0 0,-1 0 0 0 0,0 0-1 0 0,1 1 1 0 0,-1-1 0 0 0,0 0 0 0 0,0 0-1 0 0,1 0 1 0 0,-1 0 0 0 0,0 0-1 0 0,1 0 1 0 0,-1 0 0 0 0,0 0 0 0 0,1 0-1 0 0,-1 0 1 0 0,0-1 0 0 0,1 1-1 0 0,-1 0 1 0 0,0 0 0 0 0,1 0 0 0 0,-1 0-1 0 0,0 0 1 0 0,0-1 0 0 0,1 1-1 0 0,8-2-1486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15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54 3423 0 0,'2'-4'73'0'0,"0"1"-1"0"0,0 0 1 0 0,1 0-1 0 0,-1 0 0 0 0,4-4 1 0 0,8-11 354 0 0,-7 13-515 0 0,-7 5 67 0 0,1 0 0 0 0,-1 0 1 0 0,0 0-1 0 0,1 0 0 0 0,-1-1 1 0 0,0 1-1 0 0,1 0 1 0 0,-1 0-1 0 0,0 0 0 0 0,0-1 1 0 0,1 1-1 0 0,-1 0 0 0 0,0 0 1 0 0,1-1-1 0 0,-1 1 0 0 0,0 0 1 0 0,0 0-1 0 0,0-1 1 0 0,1 1-1 0 0,-1 0 0 0 0,0-1 1 0 0,0 1-1 0 0,0 0 0 0 0,0-1 1 0 0,0 1-1 0 0,1-1 0 0 0,-19 15 164 0 0,15-10-48 0 0,-1-1 1 0 0,1 1-1 0 0,-1 0 0 0 0,-2 5 1 0 0,4-6-74 0 0,0-1 0 0 0,0 1 0 0 0,0-1 0 0 0,0 1 0 0 0,0-1 0 0 0,-4 3 0 0 0,-33 24 700 0 0,14-7-154 0 0,26-23-532 0 0,17-17-150 0 0,23-18-1 0 0,-38 34-68 0 0,2-1-1482 0 0,-2 9 150 0 0,-2-3 1431 0 0,1 2 84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16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123 70 2647 0 0,'9'-9'216'0'0,"-1"-1"-1"0"0,-1-1 0 0 0,1 1 0 0 0,8-19 0 0 0,-21 39 2666 0 0,3-4-2502 0 0,0 0-1 0 0,0 0 0 0 0,-1-1 0 0 0,0 1 0 0 0,0-1 0 0 0,-6 8 0 0 0,5-10-211 0 0,0 0 0 0 0,0-1 0 0 0,0 0 0 0 0,-7 4 0 0 0,-8 4 282 0 0,13-5-270 0 0,-8 3 607 0 0,13-8-760 0 0,1 1 1 0 0,-1-1-1 0 0,1 0 1 0 0,-1 0-1 0 0,1 0 1 0 0,-1 0-1 0 0,1 0 1 0 0,-1 0-1 0 0,1 0 1 0 0,-1 0-1 0 0,1 0 1 0 0,-1 0-1 0 0,1 0 1 0 0,-1 0-1 0 0,1 0 1 0 0,-1 0-1 0 0,1-1 1 0 0,-1 1-1 0 0,1 0 1 0 0,-1 0-1 0 0,1-1 1 0 0,-1 1-1 0 0,1 0 1 0 0,0 0-1 0 0,-1-1 1 0 0,0 0 887 0 0,-2 1-845 0 0,1 0-30 0 0,0 0 1 0 0,0 0-1 0 0,0 0 1 0 0,0 0-1 0 0,0 0 1 0 0,0 0 0 0 0,0 1-1 0 0,0-1 1 0 0,0 1-1 0 0,0-1 1 0 0,0 1-1 0 0,0 0 1 0 0,0 0-1 0 0,0 0 1 0 0,-2 2 0 0 0,-12 8 189 0 0,9-6-82 0 0,7-5-145 0 0,0 0 0 0 0,0 0-1 0 0,0 0 1 0 0,0 0 0 0 0,0 0-1 0 0,0 0 1 0 0,0 0 0 0 0,0 0-1 0 0,0 0 1 0 0,0 0 0 0 0,0 0-1 0 0,0 0 1 0 0,0 0 0 0 0,0 0 0 0 0,0 0-1 0 0,0 0 1 0 0,-1-1 0 0 0,1 1-1 0 0,0 0 1 0 0,0 0 0 0 0,0 0-1 0 0,0 0 1 0 0,0 0 0 0 0,0 0 0 0 0,0 0-1 0 0,0 0 1 0 0,0 0 0 0 0,0 0-1 0 0,0 0 1 0 0,0 0 0 0 0,0 0-1 0 0,0 0 1 0 0,0 0 0 0 0,0 0-1 0 0,0 0 1 0 0,0 0 0 0 0,0 0 0 0 0,0 1-1 0 0,0-2-1 0 0,2-2-15 0 0,1-1-1 0 0,0 1 0 0 0,0 0 0 0 0,1 0 1 0 0,-1 0-1 0 0,0 0 0 0 0,1 0 1 0 0,6-3-1 0 0,6-4-615 0 0,-13 8 35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17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2474 17 455 0 0,'9'-17'3575'0'0,"-43"51"-2369"0"0,14-16 166 0 0,-17 22-1 0 0,-70 74-217 0 0,76-83-880 0 0,-81 74 103 0 0,20-20-287 0 0,-180 202 332 0 0,223-233-291 0 0,-298 307-55 0 0,30-41-977 0 0,-58 55-366 0 0,304-310 513 0 0,-91 108 0 0 0,-108 119-2898 0 0,128-154 3159 0 0,121-121 482 0 0,-3-6 11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18.5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1194 1 455 0 0,'-45'44'1269'0'0,"-30"31"214"0"0,-167 159 976 0 0,111-112-1048 0 0,-8 17-1051 0 0,-47 45 98 0 0,-1-37 532 0 0,181-143-969 0 0,-31 22 1103 0 0,-71 40 0 0 0,96-61-1067 0 0,9-5-43 0 0,1 1 0 0 0,0 0-1 0 0,0 0 1 0 0,0 0 0 0 0,0 0 0 0 0,-1 1 0 0 0,2-1 0 0 0,-4 3-1 0 0,3-2 84 0 0,1-1-214 0 0,2-2-79 0 0,-1 1 68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19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17 1839 0 0,'-14'-14'546'0'0,"13"14"-392"0"0,1-1 1 0 0,-1 1 0 0 0,1 0 0 0 0,-1-1-1 0 0,0 1 1 0 0,1 0 0 0 0,-1 0-1 0 0,0 0 1 0 0,1-1 0 0 0,-1 1-1 0 0,0 0 1 0 0,0 0 0 0 0,1 0-1 0 0,-1 0 1 0 0,0 0 0 0 0,1 0 0 0 0,-1 0-1 0 0,0 0 1 0 0,0 1 0 0 0,1-1-1 0 0,-1 0 1 0 0,0 0 0 0 0,1 1-1 0 0,-1-1 1 0 0,0 0 0 0 0,1 1-1 0 0,-1-1 1 0 0,1 0 0 0 0,-2 1-1 0 0,0 1 379 0 0,0-1 0 0 0,0 0 0 0 0,1 1 0 0 0,-1 0 0 0 0,0-1 0 0 0,1 1 0 0 0,-3 3 0 0 0,-31 67 2955 0 0,7-14-2930 0 0,-139 246 2152 0 0,161-293-2621 0 0,-12 22 280 0 0,-27 67-1 0 0,46-98-47 0 0,5-3-112 0 0,11-7 69 0 0,-9 4-22 0 0,32-6 492 0 0,-29 8-651 0 0,0 0-1 0 0,15-6 1 0 0,-24 7-82 0 0,1 0 0 0 0,-1 0 0 0 0,1 0 0 0 0,-1 0 0 0 0,0-1 0 0 0,0 1 0 0 0,0-1 0 0 0,1 1 0 0 0,-2-1 0 0 0,1 0 0 0 0,0 0 0 0 0,0 0 0 0 0,0 0 0 0 0,-1 0 0 0 0,2-3 0 0 0,-3 5-13 0 0,0 0 1 0 0,0 0 0 0 0,0 0-1 0 0,0 0 1 0 0,0 0 0 0 0,0 0 0 0 0,0 0-1 0 0,0 0 1 0 0,0 0 0 0 0,-1 0-1 0 0,1 0 1 0 0,0 0 0 0 0,0 0 0 0 0,0 0-1 0 0,0 0 1 0 0,0 0 0 0 0,0 0-1 0 0,0 0 1 0 0,0 0 0 0 0,0 0 0 0 0,0 0-1 0 0,0 0 1 0 0,0 0 0 0 0,0 0 0 0 0,0 0-1 0 0,0 0 1 0 0,0 0 0 0 0,0 0-1 0 0,0 0 1 0 0,0 0 0 0 0,0 0 0 0 0,0 0-1 0 0,0 0 1 0 0,0 0 0 0 0,0 0-1 0 0,0 0 1 0 0,0 0 0 0 0,-1 0 0 0 0,1-1-1 0 0,0 1 1 0 0,0 0 0 0 0,0 0 0 0 0,0 0-1 0 0,0 0 1 0 0,0 0 0 0 0,0 0-1 0 0,0 0 1 0 0,0 0 0 0 0,0 0 0 0 0,0 0-1 0 0,0 0 1 0 0,0 0 0 0 0,1 0-1 0 0,-1 0 1 0 0,0 0 0 0 0,0 0 0 0 0,0 0-1 0 0,0 0 1 0 0,0 0 0 0 0,0 0-1 0 0,0-1 1 0 0,0 1 0 0 0,0 0 0 0 0,0 0-1 0 0,0 0 1 0 0,0 0 0 0 0,0 0 0 0 0,0 0-1 0 0,-6 3 79 0 0,-5 5-35 0 0,8-5-189 0 0,1 0-1 0 0,-1-1 1 0 0,1 1-1 0 0,0 0 1 0 0,0 0-1 0 0,0 1 0 0 0,0-1 1 0 0,1 0-1 0 0,0 1 1 0 0,-1-1-1 0 0,1 1 1 0 0,0-1-1 0 0,1 1 1 0 0,-1-1-1 0 0,0 1 1 0 0,1 5-1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19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0 143 1695 0 0,'5'-7'27'0'0,"0"-1"0"0"0,0 0-1 0 0,-1-1 1 0 0,5-12 0 0 0,4-9-9 0 0,-8 21-18 0 0,1 1 0 0 0,0 0 0 0 0,9-10 0 0 0,-5 6 0 0 0,-6 7 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20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2454 6 1535 0 0,'2'-5'3552'0'0,"-44"56"-3284"0"0,-88 84 0 0 0,13-27-716 0 0,-38 34-830 0 0,106-101 999 0 0,-203 183-768 0 0,148-121 975 0 0,-4-4 0 0 0,-183 128-1 0 0,75-56 5 0 0,12 16-5 0 0,143-130 67 0 0,-118 95-27 0 0,4-3-16 0 0,111-90 27 0 0,4 3 1 0 0,-72 92 0 0 0,110-121-3 0 0,1 1 1 0 0,2 0-1 0 0,1 1 1 0 0,-14 41-1 0 0,28-64 24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20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1551 0 0,'-5'5'113'0'0,"4"-5"-60"0"0,1 0 0 0 0,0 1 0 0 0,-1-1 0 0 0,1 0 0 0 0,0 0-1 0 0,-1 0 1 0 0,1 0 0 0 0,0 1 0 0 0,-1-1 0 0 0,1 0 0 0 0,0 0 0 0 0,-1 1 0 0 0,1-1 0 0 0,0 0 0 0 0,0 0 0 0 0,-1 1 0 0 0,1-1 0 0 0,0 0 0 0 0,0 1 0 0 0,0-1 0 0 0,0 0-1 0 0,-1 1 1 0 0,1-1 0 0 0,0 0 0 0 0,0 1 0 0 0,0-1 0 0 0,0 1 0 0 0,0-1 0 0 0,0 0 0 0 0,0 1 0 0 0,0-1 0 0 0,0 0 0 0 0,0 1 0 0 0,0-1 0 0 0,0 1 0 0 0,0-1 0 0 0,0 1-1 0 0,9 17-25 0 0,-4-10 46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33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52 111 3223 0 0,'-2'-3'283'0'0,"0"0"-1"0"0,0 0 1 0 0,0 0-1 0 0,0 0 1 0 0,1-1-1 0 0,-1 1 0 0 0,1-1 1 0 0,0 1-1 0 0,0-1 1 0 0,0 1-1 0 0,0-7 1 0 0,0 5 864 0 0,0-1 1 0 0,-1 1-1 0 0,1-1 1 0 0,-4-6-1 0 0,5 11-1012 0 0,-1 0 0 0 0,1 0 0 0 0,0 0 0 0 0,-1-1 1 0 0,1 1-1 0 0,0 0 0 0 0,0 0 0 0 0,-1-1 0 0 0,1 1 0 0 0,0 0 0 0 0,0 0 0 0 0,1-1 0 0 0,-1 1 1 0 0,0 0-1 0 0,0 0 0 0 0,1-1 0 0 0,-1 1 0 0 0,0 0 0 0 0,1 0 0 0 0,-1 0 0 0 0,1 0 0 0 0,0 0 0 0 0,1-2 1 0 0,-5 67 1261 0 0,-8 142 764 0 0,11-199-2082 0 0,1 0 110 0 0,-1 1-1 0 0,0-1 1 0 0,-1 0 0 0 0,0 1-1 0 0,0-1 1 0 0,0 0 0 0 0,-4 9-1 0 0,5-15-56 0 0,8-32-110 0 0,16-77 85 0 0,-21 90-92 0 0,0-1 1 0 0,-2 0 0 0 0,-1-34 0 0 0,0 50-9 0 0,-1 1 0 0 0,1-1 0 0 0,-1 1 0 0 0,1-1-1 0 0,-1 0 1 0 0,-1-3 0 0 0,2 6-6 0 0,0 0 0 0 0,0 0 0 0 0,0 0-1 0 0,0 0 1 0 0,0 0 0 0 0,0 0 0 0 0,-1-1 0 0 0,1 1-1 0 0,0 0 1 0 0,0 0 0 0 0,0 0 0 0 0,0 0 0 0 0,0 0 0 0 0,0 0-1 0 0,0 0 1 0 0,0 0 0 0 0,0 0 0 0 0,0 0 0 0 0,0 0-1 0 0,0 0 1 0 0,-1 0 0 0 0,1 0 0 0 0,0 0 0 0 0,0-1-1 0 0,0 1 1 0 0,0 0 0 0 0,0 0 0 0 0,0 0 0 0 0,0 0-1 0 0,0 0 1 0 0,0 0 0 0 0,-1 0 0 0 0,1 0 0 0 0,0 0-1 0 0,0 0 1 0 0,0 0 0 0 0,0 1 0 0 0,0-1 0 0 0,0 0 0 0 0,0 0-1 0 0,0 0 1 0 0,0 0 0 0 0,-1 0 0 0 0,1 0 0 0 0,0 0-1 0 0,0 0 1 0 0,0 0 0 0 0,0 0 0 0 0,0 0 0 0 0,0 0-1 0 0,0 0 1 0 0,-5 13 37 0 0,-5 34 693 0 0,2 1-1 0 0,-4 95 1 0 0,13-123-1059 0 0,1 0 0 0 0,1 0 1 0 0,9 33-1 0 0,-10-47-139 0 0,2 12-7275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34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426 112 1839 0 0,'-6'-13'1149'0'0,"4"9"-569"0"0,0-1 1 0 0,0 1 0 0 0,-1-1 0 0 0,0 1 0 0 0,1 0 0 0 0,-5-4 0 0 0,7 8-517 0 0,-1-1 0 0 0,1 1-1 0 0,0 0 1 0 0,-1 0 0 0 0,1-1 0 0 0,0 1-1 0 0,-1 0 1 0 0,1 0 0 0 0,-1 0 0 0 0,1 0-1 0 0,-1 0 1 0 0,1 0 0 0 0,0-1 0 0 0,-1 1-1 0 0,1 0 1 0 0,-1 0 0 0 0,1 0 0 0 0,-1 0-1 0 0,1 1 1 0 0,0-1 0 0 0,-1 0 0 0 0,1 0-1 0 0,-1 0 1 0 0,1 0 0 0 0,0 0 0 0 0,-1 0 0 0 0,1 1-1 0 0,-1-1 1 0 0,1 0 0 0 0,-1 1 0 0 0,-12 9 1281 0 0,7-5-691 0 0,-19 1 887 0 0,14-4-945 0 0,9-2-555 0 0,1 0 0 0 0,0 0 0 0 0,0 0-1 0 0,-1 0 1 0 0,1 0 0 0 0,0-1 0 0 0,0 1 0 0 0,0 0-1 0 0,-1-1 1 0 0,1 1 0 0 0,0-1 0 0 0,0 1 0 0 0,0-1-1 0 0,0 0 1 0 0,0 1 0 0 0,0-1 0 0 0,0 0 0 0 0,-1-1-1 0 0,-20-20 321 0 0,9 7-153 0 0,8 10-89 0 0,-1 1-1 0 0,0-1 1 0 0,0 1-1 0 0,0 0 0 0 0,0 1 1 0 0,-1-1-1 0 0,1 1 1 0 0,-1 0-1 0 0,-9-2 0 0 0,13 4-71 0 0,1 1 0 0 0,-1 0 0 0 0,1-1-1 0 0,-1 1 1 0 0,1 0 0 0 0,-1 0-1 0 0,1 0 1 0 0,-1 0 0 0 0,1 1-1 0 0,-1-1 1 0 0,1 1 0 0 0,-1 0 0 0 0,1-1-1 0 0,0 1 1 0 0,-1 0 0 0 0,1 0-1 0 0,0 1 1 0 0,0-1 0 0 0,0 0-1 0 0,-1 1 1 0 0,1-1 0 0 0,1 1 0 0 0,-1 0-1 0 0,0 0 1 0 0,0-1 0 0 0,1 1-1 0 0,-1 0 1 0 0,1 1 0 0 0,-1-1 0 0 0,0 3-1 0 0,-2 2-6 0 0,1 1-1 0 0,1 0 0 0 0,-1 0 1 0 0,1-1-1 0 0,0 1 1 0 0,1 0-1 0 0,0 1 0 0 0,0-1 1 0 0,1 0-1 0 0,0 0 1 0 0,1 0-1 0 0,2 14 1 0 0,-1-8 224 0 0,1 0 1 0 0,1 0 0 0 0,0-1 0 0 0,1 0 0 0 0,0 0 0 0 0,13 20 0 0 0,-18-32-247 0 0,1 0 0 0 0,-1 0 0 0 0,1 0 0 0 0,-1 0 0 0 0,1 0 0 0 0,0 0 1 0 0,0 0-1 0 0,-1 0 0 0 0,1 0 0 0 0,0-1 0 0 0,0 1 0 0 0,0 0 0 0 0,0-1 0 0 0,0 1 0 0 0,0-1 0 0 0,0 1 1 0 0,0-1-1 0 0,2 1 0 0 0,-3-1-8 0 0,1 0 0 0 0,0 0 0 0 0,-1 0 0 0 0,1 0 1 0 0,0 0-1 0 0,0 0 0 0 0,-1-1 0 0 0,1 1 0 0 0,0 0 0 0 0,-1 0 1 0 0,1-1-1 0 0,0 1 0 0 0,-1 0 0 0 0,1-1 0 0 0,0 1 0 0 0,-1-1 1 0 0,1 1-1 0 0,-1-1 0 0 0,1 1 0 0 0,-1-1 0 0 0,1 0 0 0 0,1-2 16 0 0,0 0 0 0 0,0 0-1 0 0,-1 0 1 0 0,1 0 0 0 0,-1 0-1 0 0,1-1 1 0 0,-1 1-1 0 0,0 0 1 0 0,-1-1 0 0 0,2-5-1 0 0,-2 1 4 0 0,0 0 0 0 0,-1 0 0 0 0,0 0 0 0 0,0 0 0 0 0,-1 1 0 0 0,1-1 0 0 0,-2 0 0 0 0,-5-14 0 0 0,6 18-3 0 0,1 0 1 0 0,-1 1 0 0 0,0 0 0 0 0,0-1 0 0 0,0 1 0 0 0,0 0-1 0 0,-1 0 1 0 0,1 0 0 0 0,-1 0 0 0 0,0 0 0 0 0,0 1 0 0 0,0-1-1 0 0,0 1 1 0 0,0 0 0 0 0,-1 0 0 0 0,1 0 0 0 0,-1 0 0 0 0,1 1-1 0 0,-1-1 1 0 0,-5-1 0 0 0,6 3-25 0 0,0 0-1 0 0,0 0 0 0 0,0 0 0 0 0,0 0 1 0 0,0 0-1 0 0,0 0 0 0 0,0 1 1 0 0,0-1-1 0 0,0 1 0 0 0,0 0 1 0 0,0 0-1 0 0,1 0 0 0 0,-1 0 1 0 0,-3 3-1 0 0,2-2 15 0 0,0 1 1 0 0,0 1-1 0 0,0-1 0 0 0,0 0 0 0 0,1 1 1 0 0,0 0-1 0 0,-6 7 0 0 0,2 0 23 0 0,1 0-1 0 0,0 1 1 0 0,1 0-1 0 0,1 0 1 0 0,-7 21 0 0 0,10-25-19 0 0,-1 0 1 0 0,1 0-1 0 0,0 0 1 0 0,1 0-1 0 0,0 0 1 0 0,0 0-1 0 0,0 0 1 0 0,1 0-1 0 0,2 8 1 0 0,-2-13-14 0 0,0 0 0 0 0,0 0 0 0 0,0 0 0 0 0,0 0 0 0 0,0 0 0 0 0,0-1 0 0 0,1 1 0 0 0,0 0 0 0 0,-1-1 0 0 0,1 1 0 0 0,0-1 0 0 0,0 0 0 0 0,0 1 0 0 0,1-1 0 0 0,-1 0 0 0 0,0 0 0 0 0,1-1 0 0 0,0 1 0 0 0,-1 0 0 0 0,1-1 0 0 0,0 0 0 0 0,0 1 0 0 0,-1-1 0 0 0,1 0 0 0 0,0 0 0 0 0,4 0 0 0 0,-2 0 0 0 0,-1-1 0 0 0,1 0 0 0 0,-1 0 0 0 0,1 0 0 0 0,-1 0-1 0 0,1-1 1 0 0,-1 0 0 0 0,1 0 0 0 0,-1 0 0 0 0,0 0 0 0 0,1-1 0 0 0,-1 0-1 0 0,0 1 1 0 0,4-4 0 0 0,-2 2 19 0 0,-1-1-1 0 0,0-1 0 0 0,0 1 1 0 0,0-1-1 0 0,0 1 1 0 0,0-1-1 0 0,-1-1 1 0 0,7-10-1 0 0,-6 9-4 0 0,-2 0 0 0 0,1 0 0 0 0,-1 0 0 0 0,0-1 0 0 0,0 1 0 0 0,-1-1 0 0 0,0 0 0 0 0,0 0 0 0 0,-1 0 0 0 0,0 0 0 0 0,0 0-1 0 0,-1 0 1 0 0,0 0 0 0 0,-1 0 0 0 0,0 0 0 0 0,-2-12 0 0 0,1 16-8 0 0,1 0 0 0 0,-1 0 0 0 0,1 0 0 0 0,-1 0 0 0 0,0 0 0 0 0,-1 0 0 0 0,1 1 0 0 0,-1-1-1 0 0,1 1 1 0 0,-1 0 0 0 0,0 0 0 0 0,0 0 0 0 0,-1 0 0 0 0,1 0 0 0 0,-1 1 0 0 0,1-1 0 0 0,-1 1 0 0 0,0 0 0 0 0,0 0 0 0 0,0 0 0 0 0,0 1-1 0 0,0-1 1 0 0,0 1 0 0 0,0 0 0 0 0,-7-1 0 0 0,9 3-13 0 0,1-1 0 0 0,-1 0 0 0 0,1 0 0 0 0,0 1 0 0 0,-1-1 0 0 0,1 1 0 0 0,-1-1 0 0 0,1 1 0 0 0,0-1 0 0 0,0 1 0 0 0,-1 0 0 0 0,1 0 0 0 0,0-1 0 0 0,0 1 0 0 0,0 0 0 0 0,0 0 0 0 0,0 0 0 0 0,0 1 0 0 0,0-1 0 0 0,-1 1 0 0 0,0 1 0 0 0,-1 1 0 0 0,1-1 0 0 0,0 1 0 0 0,0-1 0 0 0,-3 9 0 0 0,3-5 0 0 0,0 1 0 0 0,1-1 0 0 0,0 1 0 0 0,0-1 0 0 0,1 1 0 0 0,-1 0 0 0 0,2 8 0 0 0,-1-14 0 0 0,1 0 0 0 0,-1 1 0 0 0,0-1 0 0 0,1 1 0 0 0,-1-1 0 0 0,1 1 0 0 0,0-1 0 0 0,0 0 0 0 0,0 1 0 0 0,0-1 0 0 0,0 0 0 0 0,1 0 0 0 0,-1 0 0 0 0,1 0 0 0 0,-1 0 0 0 0,1 0 0 0 0,0 0 0 0 0,-1 0 0 0 0,1-1 0 0 0,0 1 0 0 0,0-1 0 0 0,0 1 0 0 0,0-1 0 0 0,1 0 0 0 0,3 2 0 0 0,-4-3 1 0 0,1 0 0 0 0,-1 1 0 0 0,1-1 0 0 0,0 0 0 0 0,-1 0 0 0 0,1 0 0 0 0,0-1 0 0 0,-1 1 0 0 0,1-1 0 0 0,-1 1 0 0 0,1-1 0 0 0,-1 0 0 0 0,1 0 0 0 0,-1 0 0 0 0,1 0 0 0 0,-1-1 0 0 0,0 1 0 0 0,3-2 0 0 0,3-3 7 0 0,0-1 1 0 0,-1 1 0 0 0,9-11-1 0 0,-11 13 6 0 0,-2-1-1 0 0,1 0 0 0 0,0 0 0 0 0,-1-1 0 0 0,0 1 0 0 0,-1-1 1 0 0,1 1-1 0 0,-1-1 0 0 0,0 0 0 0 0,0 0 0 0 0,-1 0 0 0 0,1 0 0 0 0,0-8 1 0 0,-2 10-4 0 0,0 0 0 0 0,0 0 0 0 0,0 0 0 0 0,-1 0 0 0 0,1 1 0 0 0,-1-1 0 0 0,0 0 0 0 0,0 0 0 0 0,0 1 0 0 0,0-1 0 0 0,-1 0 0 0 0,0 1 0 0 0,0-1 0 0 0,1 1 0 0 0,-2 0 0 0 0,1 0 1 0 0,0-1-1 0 0,-1 2 0 0 0,1-1 0 0 0,-1 0 0 0 0,-6-4 0 0 0,8 6-6 0 0,-1 0 1 0 0,1 0-1 0 0,0 1 1 0 0,-1-1 0 0 0,1 1-1 0 0,-1-1 1 0 0,1 1-1 0 0,-1-1 1 0 0,1 1-1 0 0,-1 0 1 0 0,1 0 0 0 0,-1 0-1 0 0,1-1 1 0 0,-1 2-1 0 0,1-1 1 0 0,-1 0-1 0 0,1 0 1 0 0,-1 0-1 0 0,1 1 1 0 0,-1-1 0 0 0,1 1-1 0 0,-1-1 1 0 0,1 1-1 0 0,0-1 1 0 0,-1 1-1 0 0,1 0 1 0 0,0 0 0 0 0,0 0-1 0 0,-1 0 1 0 0,1 0-1 0 0,0 0 1 0 0,0 0-1 0 0,0 0 1 0 0,-1 2-1 0 0,-4 4 26 0 0,0 0 0 0 0,1 1 0 0 0,0 0 0 0 0,-5 10 0 0 0,9-17-30 0 0,-2 4 21 0 0,1 1 1 0 0,-1 1-1 0 0,1-1 0 0 0,0 0 1 0 0,-2 11-1 0 0,4-15-14 0 0,-1 0-1 0 0,1 1 0 0 0,0-1 1 0 0,0 0-1 0 0,0 0 1 0 0,0 1-1 0 0,0-1 0 0 0,0 0 1 0 0,1 0-1 0 0,-1 1 1 0 0,1-1-1 0 0,0 0 0 0 0,-1 0 1 0 0,1 0-1 0 0,0 0 1 0 0,0 0-1 0 0,0 0 0 0 0,1 0 1 0 0,1 3-1 0 0,-3-5-6 0 0,1 0 0 0 0,-1 0 0 0 0,0 1 0 0 0,0-1 0 0 0,1 0 0 0 0,-1 0 0 0 0,0 0 0 0 0,0 0 0 0 0,1 1 0 0 0,-1-1 0 0 0,0 0 0 0 0,0 0 0 0 0,1 0 0 0 0,-1 0 0 0 0,0 0 0 0 0,1 0 0 0 0,-1 0 0 0 0,0 0 0 0 0,1 0 0 0 0,-1 0 0 0 0,0 0 0 0 0,0 0 0 0 0,1 0 0 0 0,-1 0 0 0 0,0 0 0 0 0,1 0 0 0 0,-1 0 0 0 0,0 0 0 0 0,1 0 0 0 0,-1 0 0 0 0,0 0 0 0 0,0-1 0 0 0,1 1 0 0 0,-1 0 0 0 0,1-1 0 0 0,8-10 0 0 0,-9 10 0 0 0,1 1 0 0 0,-1-1 0 0 0,0 0 0 0 0,1 0 0 0 0,-1 1 0 0 0,1-1 0 0 0,-1 0 0 0 0,1 1 0 0 0,-1-1 0 0 0,1 1 0 0 0,0-1 0 0 0,-1 0 0 0 0,1 1 0 0 0,0-1 0 0 0,-1 1 0 0 0,1 0 0 0 0,0-1 0 0 0,0 1 0 0 0,-1 0 0 0 0,1-1 0 0 0,0 1 0 0 0,0 0 0 0 0,1-1 0 0 0,6 6-276 0 0,-3-1-48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35.1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28 5983 0 0,'-1'0'75'0'0,"1"-1"-1"0"0,-1 1 1 0 0,1-1-1 0 0,0 1 1 0 0,-1-1-1 0 0,1 1 1 0 0,-1-1-1 0 0,1 1 1 0 0,0-1-1 0 0,-1 1 1 0 0,1-1-1 0 0,0 1 0 0 0,-1-1 1 0 0,1 0-1 0 0,0 1 1 0 0,0-1-1 0 0,0 1 1 0 0,0-1-1 0 0,-1 0 1 0 0,1 1-1 0 0,0-1 1 0 0,0 0-1 0 0,0 1 1 0 0,0-1-1 0 0,0 0 0 0 0,1 1 1 0 0,-1-1-1 0 0,0 1 1 0 0,0-1-1 0 0,0 0 1 0 0,1 1-1 0 0,-1-1 1 0 0,0 1-1 0 0,0-1 1 0 0,1 0-1 0 0,-1 1 1 0 0,1-1-1 0 0,-1 1 1 0 0,0-1-1 0 0,1 1 0 0 0,-1 0 1 0 0,1-1-1 0 0,-1 1 1 0 0,1-1-1 0 0,-1 1 1 0 0,1 0-1 0 0,-1-1 1 0 0,1 1-1 0 0,0 0 1 0 0,-1 0-1 0 0,1-1 1 0 0,1 1-1 0 0,9 0 434 0 0,1 0 1 0 0,-1 1-1 0 0,1 0 0 0 0,20 5 1 0 0,22 3-414 0 0,-46-9-103 0 0,13 2-318 0 0,0 0-1 0 0,0-2 1 0 0,0-1 0 0 0,-1 0-1 0 0,27-6 1 0 0,-21 0-3556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35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1 106 3223 0 0,'8'1'-68'0'0,"0"0"-1"0"0,0 0 0 0 0,0-1 0 0 0,0 0 0 0 0,0-1 0 0 0,0 0 0 0 0,9-2 1 0 0,54-18 391 0 0,-48 14 891 0 0,34-13 364 0 0,-21 8-490 0 0,40-10-1 0 0,-47 16-952 0 0,-9 1-691 0 0,-1 1 0 0 0,1 1 0 0 0,0 1 0 0 0,20 0 0 0 0,-33 3 477 0 0,38 0-493 0 0,70 11 0 0 0,-91-6 530 0 0,43 15-1 0 0,-57-18 254 0 0,0-1-1 0 0,0 0 1 0 0,0 0 0 0 0,0-1-1 0 0,20-1 1 0 0,-17 0 1023 0 0,1 0 0 0 0,23 5 1 0 0,-33-4-953 0 0,0-1 1 0 0,0 1-1 0 0,0-1 1 0 0,0 0-1 0 0,0 0 0 0 0,0-1 1 0 0,0 1-1 0 0,0-1 1 0 0,0 0-1 0 0,0 0 1 0 0,0 0-1 0 0,6-3 1 0 0,-8 4-238 0 0,31-9 1825 0 0,1 0-1276 0 0,-13 0-4323 0 0,-7 1-1173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36.2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99 4143 0 0,'-5'-7'448'0'0,"1"0"-1"0"0,-1 0 0 0 0,0 1 0 0 0,-6-6 0 0 0,10 11-209 0 0,0-1 0 0 0,-1 1 0 0 0,1 0 0 0 0,0 0-1 0 0,-1 0 1 0 0,1 0 0 0 0,-1 0 0 0 0,1 0 0 0 0,-1 0-1 0 0,1 0 1 0 0,-1 1 0 0 0,0-1 0 0 0,0 0 0 0 0,1 1 0 0 0,-1 0-1 0 0,0-1 1 0 0,0 1 0 0 0,1 0 0 0 0,-1 0 0 0 0,0 0-1 0 0,0 0 1 0 0,0 0 0 0 0,1 0 0 0 0,-4 2 0 0 0,3-1-109 0 0,0 0 1 0 0,1 0 0 0 0,-1 0 0 0 0,0 1-1 0 0,1-1 1 0 0,-1 1 0 0 0,1 0-1 0 0,0-1 1 0 0,0 1 0 0 0,-1 0 0 0 0,1 0-1 0 0,0-1 1 0 0,0 1 0 0 0,1 0 0 0 0,-1 0-1 0 0,0 0 1 0 0,1 0 0 0 0,-2 4-1 0 0,0 5 217 0 0,1 0-1 0 0,-1 13 1 0 0,2-17-89 0 0,0 1 1 0 0,1 0-1 0 0,-1 0 1 0 0,2-1-1 0 0,-1 1 1 0 0,1-1-1 0 0,0 1 1 0 0,6 12-1 0 0,-7-18-174 0 0,0 1-1 0 0,1-1 1 0 0,-1 0-1 0 0,1 0 1 0 0,-1 0-1 0 0,1 0 1 0 0,0 0-1 0 0,0 0 0 0 0,-1 0 1 0 0,1-1-1 0 0,1 1 1 0 0,-1 0-1 0 0,2 0 1 0 0,-2-1-47 0 0,0 0-1 0 0,0-1 1 0 0,0 1 0 0 0,0-1 0 0 0,0 0 0 0 0,0 1-1 0 0,-1-1 1 0 0,1 0 0 0 0,0 0 0 0 0,0 0 0 0 0,0-1-1 0 0,0 1 1 0 0,0 0 0 0 0,0-1 0 0 0,0 1 0 0 0,0-1-1 0 0,0 0 1 0 0,0 1 0 0 0,2-3 0 0 0,1 1 24 0 0,-1-1 1 0 0,1 0-1 0 0,-1-1 1 0 0,0 1-1 0 0,0-1 1 0 0,0 0-1 0 0,0 0 1 0 0,-1 0-1 0 0,1 0 0 0 0,-1-1 1 0 0,0 1-1 0 0,-1-1 1 0 0,1 0-1 0 0,-1 0 1 0 0,3-7-1 0 0,-3 5-8 0 0,0 0 1 0 0,0 0-1 0 0,-1 0 0 0 0,0 0 1 0 0,0 0-1 0 0,0 0 0 0 0,-1 0 0 0 0,0-1 1 0 0,-1 1-1 0 0,0 0 0 0 0,-1-8 1 0 0,0 10-15 0 0,1 0 0 0 0,-1 1 1 0 0,0-1-1 0 0,0 1 1 0 0,-1-1-1 0 0,1 1 1 0 0,-1 0-1 0 0,0 0 1 0 0,0 0-1 0 0,0 0 1 0 0,-7-5-1 0 0,9 8-18 0 0,0-1-1 0 0,-1 1 0 0 0,1 0 0 0 0,-1 0 0 0 0,0 0 0 0 0,1 0 1 0 0,-1 1-1 0 0,0-1 0 0 0,1 0 0 0 0,-1 1 0 0 0,0-1 0 0 0,0 1 1 0 0,0-1-1 0 0,1 1 0 0 0,-1 0 0 0 0,0 0 0 0 0,0 0 0 0 0,0 0 0 0 0,0 0 1 0 0,1 0-1 0 0,-1 1 0 0 0,0-1 0 0 0,0 1 0 0 0,0-1 0 0 0,1 1 1 0 0,-1 0-1 0 0,0-1 0 0 0,1 1 0 0 0,-1 0 0 0 0,0 0 0 0 0,1 0 1 0 0,-1 0-1 0 0,-2 3 0 0 0,1 0 4 0 0,0 0 0 0 0,0 0 0 0 0,0 0 0 0 0,0 1 0 0 0,0-1 0 0 0,1 1 0 0 0,0 0 0 0 0,0-1 0 0 0,0 1 0 0 0,1 0 0 0 0,0 0 0 0 0,0 0 0 0 0,0 0 0 0 0,0 1 0 0 0,1 4 1 0 0,-1 5 61 0 0,1 0 0 0 0,1 0 0 0 0,5 29 0 0 0,-5-39-47 0 0,0 1-1 0 0,1-1 1 0 0,0 1 0 0 0,0-1-1 0 0,0 0 1 0 0,0 0 0 0 0,1 0-1 0 0,4 6 1 0 0,-6-10-27 0 0,-1 0 1 0 0,1 0-1 0 0,0 0 0 0 0,0 0 1 0 0,0 0-1 0 0,0-1 1 0 0,0 1-1 0 0,0 0 1 0 0,1-1-1 0 0,-1 1 0 0 0,0 0 1 0 0,0-1-1 0 0,0 1 1 0 0,1-1-1 0 0,-1 0 0 0 0,2 1 1 0 0,-1-1-8 0 0,-1 0-1 0 0,1 0 1 0 0,0-1 0 0 0,-1 1 0 0 0,1 0 0 0 0,-1-1-1 0 0,1 1 1 0 0,0-1 0 0 0,-1 0 0 0 0,1 1 0 0 0,-1-1-1 0 0,0 0 1 0 0,1 0 0 0 0,-1 0 0 0 0,0 0 0 0 0,3-2-1 0 0,11-10-1659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2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0 5296 0 0,'-11'17'10503'0'0,"18"-6"-8932"0"0,2 4 137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3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432 171 1380 0 0,'-33'-11'10506'0'0,"-16"-5"-4103"0"0,-22-10-5032 0 0,41 14-1376 0 0,19 6-7 0 0,0 2-1 0 0,0 0 1 0 0,-1 0-1 0 0,0 1 0 0 0,-23-3 1 0 0,24 5-817 0 0,0 0 0 0 0,0-1 0 0 0,0 0 1 0 0,0 0-1 0 0,0-1 0 0 0,-10-5 0 0 0,-16-8-3803 0 0,13 3 4950 0 0,23 13-285 0 0,1-1 0 0 0,-1 1 0 0 0,0-1 1 0 0,1 1-1 0 0,-1-1 0 0 0,1 1 0 0 0,-1-1 1 0 0,1 0-1 0 0,-1 1 0 0 0,1-1 0 0 0,-1 0 1 0 0,1 0-1 0 0,0 1 0 0 0,-1-1 0 0 0,1 0 1 0 0,0 0-1 0 0,0 0 0 0 0,-1 1 0 0 0,1-1 1 0 0,0 0-1 0 0,0 0 0 0 0,0 0 0 0 0,0 0 1 0 0,0 1-1 0 0,0-1 0 0 0,0 0 0 0 0,1 0 1 0 0,-1-1-1 0 0,1-6 155 0 0,-1 7-116 0 0,4 7 360 0 0,-3-3-375 0 0,12 25 160 0 0,17 28 0 0 0,-25-47-211 0 0,1 0-1 0 0,0 0 1 0 0,1-1 0 0 0,0 0-1 0 0,0-1 1 0 0,1 1-1 0 0,12 9 1 0 0,50 29 28 0 0,73 55 33 0 0,-81-49-6 0 0,124 76 1 0 0,-35-36-52 0 0,239 191 0 0 0,-287-199 72 0 0,92 99 0 0 0,147 152-16 0 0,-309-306-99 0 0,1-2 0 0 0,2 0 0 0 0,62 33 0 0 0,112 64 1490 0 0,-152-85 1646 0 0,79 70-1 0 0,-111-82-3102 0 0,39 48 0 0 0,-40-45 0 0 0,40 40 0 0 0,-24-34 4 0 0,-17-16-6 0 0,33 37 0 0 0,-52-49-1 0 0,-9-5-16 0 0,3-3 16 0 0,-1 0 0 0 0,1 0 0 0 0,0 0 0 0 0,0-1 0 0 0,-1 1 0 0 0,1 0 0 0 0,0-1 0 0 0,0 1 0 0 0,0-1 0 0 0,0 1 0 0 0,-2-2 0 0 0,-10-6-225 0 0,-4-4-86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4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153 141 2420 0 0,'-28'-40'6870'0'0,"22"31"-5750"0"0,1 0 0 0 0,-1 1 0 0 0,0 0 0 0 0,0 0 0 0 0,-1 1-1 0 0,0-1 1 0 0,-1 1 0 0 0,-12-8 0 0 0,19 14-1107 0 0,0 0-1 0 0,0 1 0 0 0,0-1 1 0 0,0 0-1 0 0,0 1 1 0 0,-1 0-1 0 0,1-1 1 0 0,0 1-1 0 0,0 0 1 0 0,0-1-1 0 0,-1 1 0 0 0,1 0 1 0 0,0 0-1 0 0,0 0 1 0 0,0 0-1 0 0,-1 0 1 0 0,1 0-1 0 0,0 1 1 0 0,0-1-1 0 0,-1 0 0 0 0,-1 1 1 0 0,2 0-10 0 0,-1 0 0 0 0,1 0 0 0 0,0 0 0 0 0,-1 1 0 0 0,1-1 0 0 0,0 0 0 0 0,0 0 0 0 0,0 1 0 0 0,0-1 0 0 0,0 1 1 0 0,0-1-1 0 0,0 1 0 0 0,-1 2 0 0 0,0 1-6 0 0,1 0 1 0 0,-1 0-1 0 0,1 0 1 0 0,0 0-1 0 0,1 0 0 0 0,-1 1 1 0 0,1-1-1 0 0,0 0 1 0 0,1 8-1 0 0,29 144 3 0 0,5 51-2449 0 0,-23-146-928 0 0,-6-37 2984 0 0,-1 0-1 0 0,-2 1 1 0 0,0 0 0 0 0,-2 34 0 0 0,-1-42 1021 0 0,2-15-547 0 0,1-12-128 0 0,0-16 1 0 0,-1-1 0 0 0,-2 1 0 0 0,0 0 0 0 0,-5-33 0 0 0,3 37-101 0 0,-21-151 6347 0 0,3 32-4985 0 0,16 98-2974 0 0,2-56 0 0 0,2 92 1413 0 0,0 0 0 0 0,1 0 0 0 0,0 0 1 0 0,0 0-1 0 0,3-9 0 0 0,-3 14 321 0 0,-1-1 0 0 0,1 1 0 0 0,-1 0 0 0 0,1 0-1 0 0,0 0 1 0 0,-1-1 0 0 0,1 1 0 0 0,0 0 0 0 0,0 0 0 0 0,0 0 0 0 0,0 0-1 0 0,0 0 1 0 0,0 1 0 0 0,0-1 0 0 0,0 0 0 0 0,0 0 0 0 0,0 1 0 0 0,1-1-1 0 0,-1 1 1 0 0,0-1 0 0 0,0 1 0 0 0,1-1 0 0 0,-1 1 0 0 0,0 0 0 0 0,0-1-1 0 0,1 1 1 0 0,-1 0 0 0 0,0 0 0 0 0,1 0 0 0 0,-1 0 0 0 0,3 1 0 0 0,10 2 1184 0 0,0 1 1 0 0,-1 0-1 0 0,0 1 0 0 0,25 13 1 0 0,17 7-576 0 0,-31-18-1739 0 0,0-1 1 0 0,0 0 0 0 0,1-2-1 0 0,0-1 1 0 0,49 0-1 0 0,-56-3 1115 0 0,54 2 201 0 0,-59 1 840 0 0,-12-2-736 0 0,1 0 0 0 0,-1-1 1 0 0,0 1-1 0 0,1-1 0 0 0,-1 0 0 0 0,0 1 0 0 0,1-1 0 0 0,-1 0 0 0 0,0 0 0 0 0,1 1 0 0 0,-1-1 0 0 0,0 0 0 0 0,1-1 1 0 0,-1 1-1 0 0,0 0 0 0 0,1 0 0 0 0,-1 0 0 0 0,0-1 0 0 0,1 1 0 0 0,1-1 0 0 0,-2-1-651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5.1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90 490 1152 0 0,'-25'25'17901'0'0,"24"-24"-17880"0"0,1-1 0 0 0,-1 1 0 0 0,0-1 0 0 0,1 1 0 0 0,-1-1 0 0 0,0 1 0 0 0,1-1 0 0 0,-1 1 0 0 0,0-1 0 0 0,1 0 1 0 0,-1 0-1 0 0,0 1 0 0 0,0-1 0 0 0,0 0 0 0 0,1 0 0 0 0,-1 0 0 0 0,0 0 0 0 0,0 0 0 0 0,0 0 0 0 0,1 0 0 0 0,-1 0 0 0 0,0 0 0 0 0,0 0 0 0 0,0 0 0 0 0,0-1 0 0 0,-1 1-12 0 0,1-1-1 0 0,0 0 1 0 0,0 0-1 0 0,0 0 1 0 0,0 0-1 0 0,0 0 1 0 0,0 0-1 0 0,0 0 1 0 0,0 0-1 0 0,0-1 1 0 0,1 1-1 0 0,-1 0 1 0 0,0-2-1 0 0,-3-6-34 0 0,1 0 1 0 0,0-1-1 0 0,-2-13 1 0 0,4 17 68 0 0,-4-20-43 0 0,1 1 0 0 0,1-1 0 0 0,1 0 0 0 0,2 0 0 0 0,0 0 0 0 0,2-1 0 0 0,7-38 0 0 0,-8 61 0 0 0,0 1 0 0 0,0-1 0 0 0,0 1 0 0 0,0 0 0 0 0,1-1 0 0 0,-1 1 0 0 0,1 0 0 0 0,0 0 0 0 0,0 0 0 0 0,0 0 0 0 0,1 0 0 0 0,-1 1 0 0 0,6-6 0 0 0,-6 7 0 0 0,0-1 0 0 0,0 1 0 0 0,0 0 0 0 0,0 0 0 0 0,1 0 0 0 0,-1 0 0 0 0,0 0 0 0 0,1 1 0 0 0,-1-1 0 0 0,1 1 0 0 0,-1-1 0 0 0,1 1 0 0 0,-1 0 0 0 0,1 0 0 0 0,-1 0 0 0 0,1 0 0 0 0,-1 1 0 0 0,1-1 0 0 0,-1 0 0 0 0,0 1 0 0 0,4 1 0 0 0,6 3-3 0 0,1 0 0 0 0,-1 2 0 0 0,0-1 0 0 0,-1 1-1 0 0,0 1 1 0 0,0 0 0 0 0,0 1 0 0 0,14 16 0 0 0,-19-19-48 0 0,-1 1 1 0 0,1-1 0 0 0,-2 2 0 0 0,1-1 0 0 0,-1 0 0 0 0,0 1-1 0 0,3 11 1 0 0,17 58-1250 0 0,-21-63 980 0 0,7 31-1536 0 0,-3 0 0 0 0,3 83 0 0 0,-2-17 2451 0 0,-8-104-465 0 0,0-5-182 0 0,0 1 1 0 0,0 0 0 0 0,1-1-1 0 0,-1 1 1 0 0,0-1-1 0 0,1 1 1 0 0,0-1 0 0 0,0 1-1 0 0,-1-1 1 0 0,1 1 0 0 0,1-1-1 0 0,1 4 1 0 0,-3-6 95 0 0,0 0-1 0 0,1 0 1 0 0,-1 0-1 0 0,0 0 1 0 0,1 0-1 0 0,-1 0 1 0 0,0 0-1 0 0,1 0 1 0 0,-1 0 0 0 0,1 0-1 0 0,-1 0 1 0 0,0 0-1 0 0,1 0 1 0 0,-1 0-1 0 0,0 0 1 0 0,1-1 0 0 0,-1 1-1 0 0,0 0 1 0 0,0 0-1 0 0,1 0 1 0 0,-1 0-1 0 0,0-1 1 0 0,1 1 0 0 0,-1 0-1 0 0,0 0 1 0 0,0-1-1 0 0,1 1 1 0 0,-1 0-1 0 0,0 0 1 0 0,0-1 0 0 0,0 1-1 0 0,1 0 1 0 0,-1-1-1 0 0,0 1 1 0 0,0 0-1 0 0,0-1 1 0 0,7-12 1697 0 0,-4 2-941 0 0,1 0-1 0 0,-2 0 1 0 0,0 0 0 0 0,2-18-1 0 0,-3-48-1160 0 0,-17-115 288 0 0,-19 1-3904 0 0,8 89 1064 0 0,-5 2 5111 0 0,53 215 1645 0 0,-10-45-2502 0 0,-9-61-1353 0 0,6 39-1555 0 0,27 85 0 0 0,-31-120 1274 0 0,1 0 0 0 0,1 0 0 0 0,0 0 0 0 0,1-1 0 0 0,0 0 0 0 0,1-1 0 0 0,0 1 0 0 0,1-1 0 0 0,0-1 0 0 0,0 0 0 0 0,15 11 0 0 0,-22-19 306 0 0,1 1 1 0 0,1-1-1 0 0,-1-1 1 0 0,0 1-1 0 0,0 0 0 0 0,1-1 1 0 0,-1 0-1 0 0,1 0 1 0 0,-1 0-1 0 0,1 0 1 0 0,0 0-1 0 0,-1-1 0 0 0,1 1 1 0 0,0-1-1 0 0,-1 0 1 0 0,1 0-1 0 0,5-1 0 0 0,-3-1 26 0 0,0 1 0 0 0,-1-1 0 0 0,1 0-1 0 0,-1-1 1 0 0,1 1 0 0 0,-1-1 0 0 0,0 0-1 0 0,0 0 1 0 0,-1 0 0 0 0,8-7-1 0 0,-6 5-131 0 0,0-1 0 0 0,0 0-1 0 0,-1-1 1 0 0,0 1-1 0 0,0-1 1 0 0,0 0-1 0 0,-1 0 1 0 0,0-1-1 0 0,0 1 1 0 0,-1-1-1 0 0,0 0 1 0 0,0 0 0 0 0,-1 0-1 0 0,0 0 1 0 0,1-15-1 0 0,-4 9-442 0 0,-2 3 18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5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1 330 3916 0 0,'0'-20'15377'0'0,"5"16"-15579"0"0,84-76 821 0 0,-76 66-629 0 0,-1 0 0 0 0,0 0 0 0 0,-1-2 0 0 0,13-23 0 0 0,-11 13-354 0 0,15-45 1 0 0,-18 39-224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5.5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121 12 3456 0 0,'-5'-3'1927'0'0,"-19"-6"-1139"0"0,2 15 6106 0 0,14 2-5270 0 0,0 1-1 0 0,0 0 1 0 0,-5 10-1 0 0,8-11-1615 0 0,1 0-1 0 0,0 0 0 0 0,0 0 0 0 0,1 0 0 0 0,0 0 1 0 0,1 1-1 0 0,-1-1 0 0 0,2 1 0 0 0,-1 0 0 0 0,1 0 1 0 0,1 0-1 0 0,0-1 0 0 0,0 11 0 0 0,3 6-5 0 0,1-1-1 0 0,0 0 1 0 0,2 0-1 0 0,1 0 1 0 0,12 28-1 0 0,-6-23-29 0 0,1 0-1 0 0,1-1 1 0 0,31 42-1 0 0,-39-61-202 0 0,1 0 0 0 0,0 0-1 0 0,0-1 1 0 0,10 8 0 0 0,-13-12-34 0 0,0 0-1 0 0,0-1 1 0 0,1 0 0 0 0,-1 0-1 0 0,1 0 1 0 0,0 0 0 0 0,0-1 0 0 0,0 0-1 0 0,7 1 1 0 0,-10-2 391 0 0,1-1 0 0 0,-1 0 0 0 0,0 0 0 0 0,1 0 0 0 0,-1-1 0 0 0,0 1-1 0 0,0-1 1 0 0,0 0 0 0 0,1 0 0 0 0,4-2 0 0 0,0 0 101 0 0,-1-1 0 0 0,15-9 1 0 0,-3-2 182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5.9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43 207 1612 0 0,'-13'-17'8207'0'0,"2"-3"-3367"0"0,7 10-3840 0 0,1 0 0 0 0,0 0 1 0 0,0-1-1 0 0,-1-13 0 0 0,3 16-1000 0 0,1-1 0 0 0,0 1 0 0 0,0 0 0 0 0,1 0 0 0 0,0-1 0 0 0,4-13 0 0 0,-5 20 0 0 0,1 0 0 0 0,0 0 0 0 0,0-1 0 0 0,0 1 0 0 0,0 0 0 0 0,0 1 0 0 0,0-1 0 0 0,0 0 0 0 0,1 0 0 0 0,-1 0 0 0 0,1 1 0 0 0,3-4 0 0 0,-4 5 0 0 0,0-1 0 0 0,1 0 0 0 0,-1 1 0 0 0,1-1 0 0 0,-1 1 0 0 0,1-1 0 0 0,-1 1 0 0 0,1-1 0 0 0,-1 1 0 0 0,1 0 0 0 0,0 0 0 0 0,-1 0 0 0 0,1 0 0 0 0,-1 0 0 0 0,1 0 0 0 0,-1 1 0 0 0,1-1 0 0 0,0 0 0 0 0,-1 1 0 0 0,3 1 0 0 0,1 0 0 0 0,0 0 0 0 0,0 1 0 0 0,-1 0 0 0 0,1 0 0 0 0,-1 1 0 0 0,0-1 0 0 0,1 1 0 0 0,-2 0 0 0 0,1 0 0 0 0,4 5 0 0 0,3 6 0 0 0,14 26 0 0 0,-14-20 0 0 0,0 0 0 0 0,-2 1 0 0 0,-1 0 0 0 0,-1 0 0 0 0,6 29 0 0 0,-6-15 0 0 0,-3 0 0 0 0,1 61 0 0 0,-7-84 0 0 0,-1-18 0 0 0,-4-20 0 0 0,3 4 0 0 0,-2-34 0 0 0,6 48 0 0 0,0 0 0 0 0,0 0 0 0 0,1-1 0 0 0,0 1 0 0 0,0 0 0 0 0,1 0 0 0 0,0 0 0 0 0,3-10 0 0 0,-4 16-5 0 0,-1-1-1 0 0,1 1 1 0 0,0-1 0 0 0,0 1-1 0 0,-1-1 1 0 0,1 1 0 0 0,0 0-1 0 0,0-1 1 0 0,0 1 0 0 0,0 0-1 0 0,0 0 1 0 0,1 0-1 0 0,-1 0 1 0 0,0 0 0 0 0,0 0-1 0 0,1 0 1 0 0,-1 0 0 0 0,1 1-1 0 0,-1-1 1 0 0,1 0 0 0 0,-1 1-1 0 0,1-1 1 0 0,-1 1-1 0 0,1 0 1 0 0,-1-1 0 0 0,1 1-1 0 0,-1 0 1 0 0,1 0 0 0 0,0 0-1 0 0,-1 0 1 0 0,1 0 0 0 0,-1 0-1 0 0,1 1 1 0 0,0-1-1 0 0,1 1 1 0 0,4 2 19 0 0,1 0 0 0 0,-1 1 0 0 0,1 0 0 0 0,-1 1-1 0 0,10 7 1 0 0,1 1 96 0 0,-14-11-110 0 0,-1 0 0 0 0,1 0-1 0 0,-1 0 1 0 0,1 0 0 0 0,0-1 0 0 0,0 1-1 0 0,0-1 1 0 0,0 0 0 0 0,0-1-1 0 0,0 1 1 0 0,5 0 0 0 0,-7-1 0 0 0,0-1 0 0 0,0 1 0 0 0,0 0 0 0 0,0-1 1 0 0,0 1-1 0 0,0-1 0 0 0,0 0 0 0 0,0 1 0 0 0,-1-1 0 0 0,1 0 0 0 0,0 0 0 0 0,0 0 1 0 0,-1-1-1 0 0,1 1 0 0 0,-1 0 0 0 0,1-1 0 0 0,-1 1 0 0 0,0-1 0 0 0,0 1 0 0 0,1-1 1 0 0,-1 1-1 0 0,0-1 0 0 0,0 0 0 0 0,0 0 0 0 0,0-2 0 0 0,3-5-240 0 0,-1 0-1 0 0,0 0 0 0 0,-1 0 1 0 0,0 0-1 0 0,1-16 1 0 0,-1-51 1920 0 0,-2 31-3636 0 0,2 18 183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46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 2072 0 0,'12'-16'16197'0'0,"-2"19"-14806"0"0,2 2-1390 0 0,0 1 0 0 0,0 0 0 0 0,-1 1 0 0 0,0 1 0 0 0,0 0 0 0 0,-1 0 0 0 0,12 12 0 0 0,3 7-49 0 0,32 42-1 0 0,-28-27-401 0 0,-1 2-1 0 0,-2 1 0 0 0,31 74 0 0 0,42 150-5901 0 0,-66-169 1201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57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1380 0 0,'-5'0'6455'0'0,"-3"0"-7069"0"0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58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0 460 0 0,'-14'11'16689'0'0,"6"7"-14178"0"0,5-11-2511 0 0,5-4 0 0 0,-1-2 0 0 0,2 0 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58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1 1220 0 0,'-25'28'7381'0'0,"6"-6"1264"0"0,5-8-6231 0 0,-14 7-2414 0 0,20-15 0 0 0,0-1 0 0 0,1 1 0 0 0,0 0 0 0 0,-8 10 0 0 0,8-11-30 0 0,4-3 24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5:58.5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 0 864 0 0,'-22'16'12664'0'0,"3"4"-7104"0"0,4-3-4988 0 0,2-9-590 0 0,12-8 19 0 0,-1 1 0 0 0,1-1 0 0 0,0 1 0 0 0,-1 0 0 0 0,1-1 0 0 0,0 1 0 0 0,0 0 0 0 0,0 0-1 0 0,-1 0 1 0 0,1 0 0 0 0,0 0 0 0 0,-1 3 0 0 0,-3 3 82 0 0,3-4-318 0 0,0 0 1 0 0,0 0 0 0 0,0 0-1 0 0,-1 0 1 0 0,1 0 0 0 0,-6 4-1 0 0,1-2-368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7:35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256 443 1612 0 0,'-1'-12'865'0'0,"-1"-1"0"0"0,2-23 0 0 0,-2-173-345 0 0,2 186-484 0 0,-7-23 7376 0 0,10 32-7298 0 0,-1 7 855 0 0,-1-11 2482 0 0,-1 12-3123 0 0,1-1 0 0 0,0 1 0 0 0,0-1 0 0 0,0 1 0 0 0,0-1-1 0 0,1 1 1 0 0,0 0 0 0 0,4-8 0 0 0,-8 37-328 0 0,-11 33-853 0 0,-5 37-5503 0 0,16-81 5306 0 0,0 1-1 0 0,-1 0 1 0 0,0-1-1 0 0,-1 0 1 0 0,-8 18-1 0 0,-50 72 1227 0 0,11-21-14 0 0,34-57-156 0 0,14-20 42 0 0,-1 0 0 0 0,1 1 0 0 0,0 0 0 0 0,0 0 0 0 0,1 0 0 0 0,-4 9 1 0 0,6-14-24 0 0,-1 0 1 0 0,1 1 0 0 0,0-1-1 0 0,0 0 1 0 0,0 0 0 0 0,0 1-1 0 0,0-1 1 0 0,0 0 0 0 0,0 0-1 0 0,0 1 1 0 0,0-1 0 0 0,0 0-1 0 0,0 0 1 0 0,0 1 0 0 0,0-1-1 0 0,0 0 1 0 0,0 0 0 0 0,0 1 0 0 0,0-1-1 0 0,0 0 1 0 0,0 0 0 0 0,0 1-1 0 0,0-1 1 0 0,0 0 0 0 0,0 0-1 0 0,0 1 1 0 0,1-1 0 0 0,-1 0-1 0 0,0 0 1 0 0,0 0 0 0 0,0 1-1 0 0,0-1 1 0 0,1 0 0 0 0,-1 0-1 0 0,0 0 1 0 0,0 0 0 0 0,0 1-1 0 0,1-1 1 0 0,-1 0 0 0 0,0 0 0 0 0,0 0-1 0 0,1 0 1 0 0,-1 0 0 0 0,0 0-1 0 0,1 0 1 0 0,12-3 1155 0 0,-19-4-1181 0 0,2 4-1 0 0,0 0-76 0 0,1 0-1 0 0,-1 0 1 0 0,0-1-1 0 0,1 1 0 0 0,-4-5 1 0 0,7 7 25 0 0,0 1 0 0 0,0-1 1 0 0,-1 1-1 0 0,1-1 0 0 0,10-19 9021 0 0,-16 29-8651 0 0,1 0 0 0 0,0 1 0 0 0,0 0 0 0 0,1 0 0 0 0,0 1-1 0 0,-3 16 1 0 0,4-8-318 0 0,2-12 0 0 0,0 0 0 0 0,0 1 0 0 0,0-1 0 0 0,1 1 0 0 0,1 10 0 0 0,-1-17-4 0 0,0-1-1 0 0,1 1 1 0 0,-1-1-1 0 0,0 1 0 0 0,0-1 1 0 0,1 1-1 0 0,-1-1 1 0 0,0 0-1 0 0,1 1 1 0 0,-1-1-1 0 0,1 1 1 0 0,-1-1-1 0 0,0 0 0 0 0,1 1 1 0 0,-1-1-1 0 0,1 0 1 0 0,-1 0-1 0 0,1 1 1 0 0,-1-1-1 0 0,1 0 1 0 0,-1 0-1 0 0,1 0 0 0 0,-1 1 1 0 0,1-1-1 0 0,-1 0 1 0 0,1 0-1 0 0,-1 0 1 0 0,1 0-1 0 0,-1 0 0 0 0,1 0 1 0 0,-1 0-1 0 0,1 0 1 0 0,0-1-1 0 0,-1 1 1 0 0,1 0-1 0 0,-1 0 1 0 0,1 0-1 0 0,-1 0 0 0 0,1-1 1 0 0,27-11-577 0 0,-17 7 1026 0 0,53-17-5526 0 0,100-20-1 0 0,70 1 1107 0 0,-164 30 5119 0 0,455-37-1185 0 0,-355 38 34 0 0,-141 8 7 0 0,196-16 41 0 0,-4-20-6 0 0,-152 21 233 0 0,14-5 1402 0 0,139-17 0 0 0,-148 31 7411 0 0,-68 5-8521 0 0,-12 1-473 0 0,-12 0-139 0 0,-71 7 52 0 0,88-5 0 0 0,1 0 0 0 0,-1 0 0 0 0,1 0 0 0 0,-1-1 0 0 0,1 1 0 0 0,-1 0 0 0 0,1 0 0 0 0,-1 0 0 0 0,1-1 0 0 0,-1 1 0 0 0,1 0 0 0 0,-1 0 0 0 0,1-1 1 0 0,-1 1-1 0 0,1 0 0 0 0,0-1 0 0 0,-1 1 0 0 0,1-1 0 0 0,-1 1 0 0 0,1-1 0 0 0,0 1 0 0 0,-1-1 0 0 0,1 1 0 0 0,0-1 0 0 0,0 1 0 0 0,0-1 0 0 0,-1 1 0 0 0,1-1 0 0 0,0 1 0 0 0,0-1 0 0 0,0 1 0 0 0,0-1 0 0 0,0 1 0 0 0,0-1 0 0 0,0 1 0 0 0,0-1 0 0 0,0 0 0 0 0,0 1 0 0 0,0-1 0 0 0,0 1 0 0 0,0-1 0 0 0,1 0 0 0 0,8-31-598 0 0,-5 19 11 0 0,-2-2-2150 0 0,0-23 0 0 0,-2 25 486 0 0,1 1-1 0 0,4-24 1 0 0,-17 71 2366 0 0,-1-1 1 0 0,-34 61 0 0 0,14-30-500 0 0,8-13-1823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7:42.7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26 254 2072 0 0,'9'-34'14231'0'0,"-4"26"-13552"0"0,0 0-1235 0 0,-1 3 1062 0 0,0 0 1 0 0,0 0 0 0 0,1 0 0 0 0,-1 1 0 0 0,1-1 0 0 0,7-4 0 0 0,41-24-1054 0 0,-20 13 780 0 0,3-4-233 0 0,-5 3 0 0 0,0 1 0 0 0,59-27 0 0 0,-90 47 0 0 0,0 0 0 0 0,0 0 0 0 0,0 0 0 0 0,0 0 0 0 0,0 0 0 0 0,0 0 0 0 0,0 1 0 0 0,0-1 0 0 0,0 0 0 0 0,0 0 0 0 0,0 0 0 0 0,0 0 0 0 0,0 0 0 0 0,0 0 0 0 0,1 0 0 0 0,-1 0 0 0 0,0 0 0 0 0,0 0 0 0 0,0 0 0 0 0,0 0 0 0 0,0 0 0 0 0,0 0 0 0 0,0 0 0 0 0,0 1 0 0 0,0-1 0 0 0,0 0 0 0 0,0 0 0 0 0,0 0 0 0 0,0 0 0 0 0,0 0 0 0 0,0 0 0 0 0,0 0 0 0 0,0 0 0 0 0,0 0 0 0 0,0 0 0 0 0,1 0 0 0 0,-1 0 0 0 0,0 0 0 0 0,0 0 0 0 0,0 0 0 0 0,0 0 0 0 0,0 0 0 0 0,0 0 0 0 0,0 0 0 0 0,0 0 0 0 0,0 0 0 0 0,0 0 0 0 0,0 0 0 0 0,0 0 0 0 0,0 0 0 0 0,1 0 0 0 0,-1 0 0 0 0,0 0 0 0 0,0 0 0 0 0,0 0 0 0 0,0 0 0 0 0,0 0 0 0 0,0 0 0 0 0,0 0 0 0 0,0-1 0 0 0,0 1 0 0 0,0 0 0 0 0,0 0 0 0 0,0 0 0 0 0,0 0 0 0 0,0 0 0 0 0,0 0 0 0 0,-4 7 0 0 0,-9 6 0 0 0,-115 90 110 0 0,43-37-2154 0 0,60-46 859 0 0,11-10-173 0 0,1 1 0 0 0,0 0 0 0 0,0 1-1 0 0,1 0 1 0 0,1 1 0 0 0,-11 16 0 0 0,21-28 1387 0 0,0 0 0 0 0,1 0 0 0 0,-1 0 0 0 0,0 0 0 0 0,1 0 0 0 0,-1 0 0 0 0,1 0 0 0 0,0 0 0 0 0,-1 0 0 0 0,1 0 0 0 0,0 0 0 0 0,0 0 0 0 0,0 0 0 0 0,0 1 0 0 0,0-1 0 0 0,0 0 1 0 0,0 0-1 0 0,0 1 0 0 0,0-1 10 0 0,0-1 1 0 0,0 0 0 0 0,1 0-1 0 0,-1 1 1 0 0,0-1-1 0 0,0 0 1 0 0,1 0 0 0 0,-1 0-1 0 0,0 1 1 0 0,0-1 0 0 0,1 0-1 0 0,-1 0 1 0 0,0 0 0 0 0,0 0-1 0 0,1 0 1 0 0,-1 0-1 0 0,0 1 1 0 0,1-1 0 0 0,-1 0-1 0 0,0 0 1 0 0,0 0 0 0 0,1 0-1 0 0,0 0 1 0 0,13-4 2542 0 0,78-39 5329 0 0,113-79-7281 0 0,-195 116-630 0 0,-1 2 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7:49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527 94 460 0 0,'-3'-13'4350'0'0,"3"8"-2863"0"0,-1 1 1 0 0,0 0-1 0 0,-1 0 1 0 0,1 0-1 0 0,-4-7 1 0 0,5 10-1347 0 0,-1 0 0 0 0,1 1 0 0 0,-1-1 0 0 0,1 1 0 0 0,-1-1 0 0 0,1 1 0 0 0,-1-1 0 0 0,1 1 1 0 0,-1-1-1 0 0,1 1 0 0 0,-1 0 0 0 0,0-1 0 0 0,1 1 0 0 0,-1 0 0 0 0,0 0 0 0 0,1-1 0 0 0,-1 1 0 0 0,0 0 0 0 0,1 0 0 0 0,-1 0 1 0 0,0 0-1 0 0,1 0 0 0 0,-1 0 0 0 0,0 0 0 0 0,0 0 0 0 0,1 0 0 0 0,-1 0 0 0 0,0 0 0 0 0,1 0 0 0 0,-1 0 0 0 0,0 1 0 0 0,1-1 0 0 0,-1 0 1 0 0,0 1-1 0 0,1-1 0 0 0,-1 0 0 0 0,1 1 0 0 0,-1-1 0 0 0,0 1 0 0 0,1-1 0 0 0,-1 1 0 0 0,-7 6-141 0 0,1 0 0 0 0,0 0 0 0 0,1 1 0 0 0,0 0 0 0 0,0 0 0 0 0,0 0 0 0 0,-5 13 0 0 0,-7 8 0 0 0,-79 132 3 0 0,30-47-36 0 0,63-108-16 0 0,-64 105-1584 0 0,24-36-3349 0 0,43-73 4279 0 0,-5 14 3554 0 0,13-21-2463 0 0,-2 1 99 0 0,0-1 0 0 0,0 0 0 0 0,-1 0 0 0 0,1 0 0 0 0,-1-1 0 0 0,-1 1 0 0 0,1-1 0 0 0,4-9 0 0 0,-7 12-499 0 0,0-1 0 0 0,0 1 0 0 0,0-1 1 0 0,0 1-1 0 0,0-1 0 0 0,-1 1 0 0 0,0-1 0 0 0,0 1 0 0 0,0-1 1 0 0,0 1-1 0 0,0-1 0 0 0,0 1 0 0 0,-1-1 0 0 0,0 1 1 0 0,0-1-1 0 0,0 1 0 0 0,0 0 0 0 0,-2-5 0 0 0,1 5 12 0 0,0-1 0 0 0,0 0 0 0 0,-1 0 0 0 0,1 1 0 0 0,-1-1 0 0 0,0 1 0 0 0,0 0 0 0 0,0 0 0 0 0,0 0 0 0 0,-6-4 0 0 0,6 5 0 0 0,0 1 0 0 0,1 0 0 0 0,-1-1 0 0 0,0 1 0 0 0,0 0 0 0 0,0 1 0 0 0,0-1 0 0 0,0 1 0 0 0,0-1 0 0 0,0 1 0 0 0,0 0 0 0 0,-1 0 0 0 0,1 0 0 0 0,0 0 0 0 0,-5 2 0 0 0,6-2 0 0 0,-38 10 0 0 0,36-9 0 0 0,1 1 0 0 0,0-1 0 0 0,0 0 0 0 0,0 1 0 0 0,0 0 0 0 0,0 0 0 0 0,0 0 0 0 0,0 0 0 0 0,-4 4 0 0 0,6-4 0 0 0,0 0 0 0 0,0 0 0 0 0,0-1 0 0 0,0 1 0 0 0,0 0 0 0 0,0 0 0 0 0,1 0 0 0 0,-1 0 0 0 0,1 0 0 0 0,0 0 0 0 0,-1 0 0 0 0,1 3 0 0 0,2 28 0 0 0,-1-19 0 0 0,0 3-118 0 0,-1-5 135 0 0,1 1 0 0 0,0 0 0 0 0,1-1 0 0 0,0 1 0 0 0,1-1-1 0 0,7 20 1 0 0,-9-31-17 0 0,-1 0 0 0 0,1 1 0 0 0,0-1 0 0 0,-1 0 0 0 0,1 0 0 0 0,0 0-1 0 0,-1 0 1 0 0,1 0 0 0 0,0 0 0 0 0,0 0 0 0 0,0-1 0 0 0,0 1 0 0 0,0 0 0 0 0,0 0 0 0 0,0-1-1 0 0,0 1 1 0 0,1-1 0 0 0,-1 1 0 0 0,2 0 0 0 0,-1-1 1 0 0,0 1-1 0 0,0-1 1 0 0,0 0-1 0 0,0 0 1 0 0,0 0 0 0 0,0-1-1 0 0,0 1 1 0 0,0 0-1 0 0,0-1 1 0 0,0 1 0 0 0,3-2-1 0 0,4-3-66 0 0,0 0 0 0 0,0 0 0 0 0,0-1 0 0 0,8-7 0 0 0,-11 8-73 0 0,188-161-1967 0 0,-76 61-3024 0 0,2 5 3942 0 0,42-30 967 0 0,21-28 4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0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123 362 1100 0 0,'3'-18'1635'0'0,"-3"-6"5570"0"0,-1 23-6577 0 0,1-1 0 0 0,-1 0 0 0 0,1 1 0 0 0,-1-1 0 0 0,-4-7 3140 0 0,2 6-3140 0 0,-12-8 1266 0 0,13 10-1952 0 0,-1 0-1 0 0,1 0 1 0 0,0 0 0 0 0,-1 0 0 0 0,1 1 0 0 0,0-1 0 0 0,-1 1 0 0 0,1-1 0 0 0,-1 1 0 0 0,1 0 0 0 0,0 0 0 0 0,-1 0 0 0 0,1 0 0 0 0,-1 0 0 0 0,1 1 0 0 0,-1-1 0 0 0,1 1 0 0 0,0 0 0 0 0,-1-1 0 0 0,1 1 0 0 0,0 0 0 0 0,0 0 0 0 0,0 1 0 0 0,0-1 0 0 0,0 0 0 0 0,-2 2 0 0 0,1 0-471 0 0,0 0-1 0 0,0-1 1 0 0,0 1 0 0 0,1 0-1 0 0,-1 0 1 0 0,1 1 0 0 0,0-1-1 0 0,0 0 1 0 0,0 1 0 0 0,0 0-1 0 0,1-1 1 0 0,-1 1 0 0 0,1 0-1 0 0,0 0 1 0 0,-1 4 0 0 0,1 3-427 0 0,0 0 1 0 0,1-1-1 0 0,1 1 1 0 0,0-1-1 0 0,0 1 1 0 0,3 10 0 0 0,0-6 561 0 0,1 1 0 0 0,0-1 0 0 0,11 20 0 0 0,6 5 1295 0 0,52 68 1 0 0,-44-67-1547 0 0,201 331 1377 0 0,-223-357-707 0 0,0 0 1 0 0,-1 0-1 0 0,-1 1 1 0 0,0 0-1 0 0,-1 0 1 0 0,3 21-1 0 0,-7-31-10 0 0,0 0-1 0 0,-1 0 0 0 0,0 0 0 0 0,0 0 1 0 0,-1 0-1 0 0,0 0 0 0 0,0 0 0 0 0,0-1 0 0 0,-3 8 1 0 0,3-9 3 0 0,-1 0 1 0 0,0 0-1 0 0,-1 0 1 0 0,1 0-1 0 0,-1 0 1 0 0,1 0-1 0 0,-1-1 1 0 0,0 0-1 0 0,-1 1 1 0 0,1-1-1 0 0,0 0 1 0 0,-1-1-1 0 0,-5 5 1 0 0,0-2 21 0 0,0-1 0 0 0,-1 1 1 0 0,1-1-1 0 0,-1-1 0 0 0,1 0 1 0 0,-1 0-1 0 0,0-1 0 0 0,0 0 1 0 0,-1-1-1 0 0,1 0 0 0 0,0-1 1 0 0,-14-1-1 0 0,15 1-14 0 0,1-1 0 0 0,0-1 0 0 0,0 1 0 0 0,0-2 0 0 0,0 1 0 0 0,0-1 0 0 0,0 0 0 0 0,0-1 0 0 0,1 1 0 0 0,0-1 0 0 0,0-1 0 0 0,0 0 0 0 0,0 0 0 0 0,1 0 0 0 0,-9-9 0 0 0,6 3 19 0 0,1 1 0 0 0,0-1-1 0 0,1-1 1 0 0,0 1-1 0 0,1-1 1 0 0,1-1 0 0 0,-1 1-1 0 0,2-1 1 0 0,-6-21 0 0 0,9 26 3 0 0,-1 0 1 0 0,1 1-1 0 0,0-1 1 0 0,1 0-1 0 0,0 0 1 0 0,0 0-1 0 0,1 1 1 0 0,0-1-1 0 0,0 0 1 0 0,1 1-1 0 0,0-1 1 0 0,0 1-1 0 0,0-1 1 0 0,1 1-1 0 0,1 0 1 0 0,-1 0-1 0 0,9-12 1 0 0,-2 7 1545 0 0,0 1 0 0 0,20-17 0 0 0,26-16-530 0 0,-25 21-1697 0 0,-5 2 378 0 0,107-86-2338 0 0,-99 77 928 0 0,52-61 1 0 0,-57 56 1804 0 0,-1-1 1 0 0,-2-2 0 0 0,-2 0-1 0 0,-1-2 1 0 0,-3-1 0 0 0,-1 0 0 0 0,-1-2-1 0 0,19-76 1 0 0,-35 111-200 0 0,4-18 23 0 0,4-34 0 0 0,-9 53 100 0 0,-1 0 0 0 0,0 0 0 0 0,0 1 0 0 0,0-1-1 0 0,-1 0 1 0 0,0 0 0 0 0,0 0 0 0 0,-1 1 0 0 0,0-1 0 0 0,-4-9 0 0 0,5 14-61 0 0,0-1 0 0 0,-1 1 1 0 0,1 0-1 0 0,-1 0 0 0 0,0 0 0 0 0,1 0 0 0 0,-1 0 1 0 0,0 0-1 0 0,0 0 0 0 0,-1 0 0 0 0,1 1 0 0 0,0-1 0 0 0,0 1 1 0 0,-1 0-1 0 0,-2-1 0 0 0,1 0 4 0 0,-1 1 1 0 0,0-1-1 0 0,1 2 1 0 0,-1-1-1 0 0,0 0 1 0 0,0 1-1 0 0,1 0 1 0 0,-6 0-1 0 0,-1 1-33 0 0,0 1 0 0 0,0 0-1 0 0,0 1 1 0 0,0 0 0 0 0,1 0 0 0 0,-18 9-1 0 0,23-9 83 0 0,-1 1 0 0 0,1-1-1 0 0,-1 1 1 0 0,1 0 0 0 0,0 1 0 0 0,0-1-1 0 0,1 1 1 0 0,-1 0 0 0 0,1 0 0 0 0,0 1-1 0 0,1-1 1 0 0,-1 1 0 0 0,-3 8 0 0 0,6-11 117 0 0,-1 1 0 0 0,1 0 0 0 0,-1-1 0 0 0,1 1 0 0 0,0 0 0 0 0,1 0 0 0 0,-1 0 0 0 0,1 0 0 0 0,0 0 1 0 0,0 0-1 0 0,0 0 0 0 0,0-1 0 0 0,1 1 0 0 0,-1 0 0 0 0,1 0 0 0 0,0 0 0 0 0,0 0 0 0 0,1-1 0 0 0,-1 1 0 0 0,1 0 0 0 0,-1-1 0 0 0,1 1 1 0 0,3 2-1 0 0,-1-1 504 0 0,1 0 1 0 0,-1 0-1 0 0,1-1 1 0 0,0 0-1 0 0,0 0 1 0 0,1 0 0 0 0,-1-1-1 0 0,1 1 1 0 0,0-1-1 0 0,6 2 1 0 0,10 3-340 0 0,34 7-1 0 0,-32-8-462 0 0,247 45-4740 0 0,-254-50 4467 0 0,29 5-2010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1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16 460 0 0,'4'-7'9388'0'0,"18"4"-2090"0"0,-19 3-7820 0 0,82-5 3611 0 0,-39 5-3107 0 0,0 3 1 0 0,61 11-1 0 0,-85-11 0 0 0,26 5-56 0 0,0 2-1 0 0,78 27 1 0 0,-124-36 82 0 0,0-1-1 0 0,1 1 1 0 0,-1 0 0 0 0,0 1 0 0 0,1-1 0 0 0,-1 0-1 0 0,0 1 1 0 0,0-1 0 0 0,0 1 0 0 0,-1 0 0 0 0,1 0-1 0 0,3 3 1 0 0,-2 0 68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1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15 102 912 0 0,'-4'-9'2095'0'0,"2"7"-1833"0"0,1 0 0 0 0,0 0 1 0 0,0 0-1 0 0,0 0 1 0 0,0 0-1 0 0,0 0 1 0 0,0 0-1 0 0,1 0 1 0 0,-1-1-1 0 0,1 1 0 0 0,0 0 1 0 0,-1-1-1 0 0,1-3 1 0 0,2 5 203 0 0,-1-1-1 0 0,1 1 1 0 0,-1-1 0 0 0,1 1 0 0 0,-1 0 0 0 0,13-8 5118 0 0,-7 5-4886 0 0,0 0 1 0 0,0 0-1 0 0,1 1 0 0 0,-1 0 0 0 0,1 0 1 0 0,14-2-1 0 0,46-6-988 0 0,-68 11 292 0 0,54-5-6 0 0,106 5-1 0 0,-113 2 14 0 0,-24-2-9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1.9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198 263 1612 0 0,'-32'-44'17545'0'0,"27"48"-18233"0"0,-7 6 460 0 0,-1 0-1 0 0,2 1 1 0 0,0 1 0 0 0,0 0 0 0 0,-12 17-1 0 0,18-21-700 0 0,0 1-1 0 0,0-1 0 0 0,0 1 1 0 0,1-1-1 0 0,1 1 0 0 0,-1 1 1 0 0,1-1-1 0 0,1 0 0 0 0,0 1 1 0 0,-1 9-1 0 0,2-15 673 0 0,1 0 0 0 0,0-1 0 0 0,1 1 0 0 0,-1-1 1 0 0,0 1-1 0 0,1-1 0 0 0,0 1 0 0 0,0-1 0 0 0,0 0 0 0 0,0 1 0 0 0,1-1 0 0 0,-1 0 0 0 0,1 0 0 0 0,0 0 1 0 0,4 5-1 0 0,-3-4 201 0 0,1 0 0 0 0,-1-1 1 0 0,1 0-1 0 0,0 0 0 0 0,1 0 1 0 0,-1 0-1 0 0,0 0 0 0 0,1-1 1 0 0,9 4-1 0 0,0-2 135 0 0,0-1-1 0 0,0 0 1 0 0,0 0-1 0 0,0-2 1 0 0,1 0-1 0 0,26-1 1 0 0,-21-2-65 0 0,1-1 0 0 0,-1-1 0 0 0,0-1 0 0 0,0 0 0 0 0,0-2 0 0 0,-1 0 0 0 0,0-1 1 0 0,0-1-1 0 0,-1-1 0 0 0,0 0 0 0 0,21-17 0 0 0,-33 22-9 0 0,-1 0 1 0 0,1-1-1 0 0,-1 1 0 0 0,0-1 1 0 0,0 0-1 0 0,-1 0 0 0 0,0-1 1 0 0,0 1-1 0 0,-1-1 0 0 0,1 0 1 0 0,-1 0-1 0 0,-1 0 0 0 0,0 0 1 0 0,3-12-1 0 0,-4 8 28 0 0,1 1 0 0 0,-2-1-1 0 0,0 1 1 0 0,0-1 0 0 0,-1 1-1 0 0,0-1 1 0 0,-1 1 0 0 0,0-1 0 0 0,-7-19-1 0 0,2 10 73 0 0,0 0-1 0 0,-2 1 1 0 0,-19-32-1 0 0,24 44-95 0 0,-1 1 0 0 0,0 0 0 0 0,1 0 0 0 0,-2 1 0 0 0,1 0-1 0 0,-1 0 1 0 0,0 0 0 0 0,0 0 0 0 0,0 1 0 0 0,0 0 0 0 0,-1 0 0 0 0,0 1 0 0 0,1 0 0 0 0,-9-3 0 0 0,1 3-7 0 0,1 0 1 0 0,-1 1-1 0 0,0 0 1 0 0,1 2-1 0 0,-1-1 1 0 0,0 1 0 0 0,0 1-1 0 0,1 1 1 0 0,-20 4-1 0 0,12-1-16 0 0,1 0 1 0 0,0 2-1 0 0,0 1 0 0 0,1 0 0 0 0,-26 16 0 0 0,36-19-106 0 0,1 1-1 0 0,0 0 0 0 0,0 0 1 0 0,0 1-1 0 0,1-1 0 0 0,0 2 1 0 0,0-1-1 0 0,-7 12 0 0 0,-1 7-1063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2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2112 0 0,'2'1'1644'0'0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2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1 1612 0 0,'5'4'10509'0'0,"-1"20"-3821"0"0,-3-12-5837 0 0,-3 0-851 0 0,1 0 0 0 0,-1-1 0 0 0,-1 1 0 0 0,0-1 0 0 0,0 1 0 0 0,-1-1 0 0 0,-1 0 0 0 0,0 0 0 0 0,0-1 0 0 0,-10 15 0 0 0,-7 8-2 0 0,-21 35 7 0 0,38-58-10 0 0,0 0 0 0 0,0 0 0 0 0,1 0 1 0 0,1 0-1 0 0,-3 13 0 0 0,6-20-5 0 0,-1 0 0 0 0,1 0 1 0 0,0 0-1 0 0,0 0 0 0 0,0 0 0 0 0,1 5 0 0 0,-1-7 13 0 0,1 0-1 0 0,-1-1 1 0 0,0 1 0 0 0,0 0-1 0 0,0-1 1 0 0,0 1-1 0 0,1 0 1 0 0,-1-1 0 0 0,0 1-1 0 0,1 0 1 0 0,-1-1 0 0 0,0 1-1 0 0,1-1 1 0 0,-1 1 0 0 0,1-1-1 0 0,-1 1 1 0 0,1-1 0 0 0,-1 1-1 0 0,1-1 1 0 0,-1 1-1 0 0,1-1 1 0 0,0 0 0 0 0,-1 1-1 0 0,1-1 1 0 0,0 0 0 0 0,-1 0-1 0 0,1 1 1 0 0,0-1 0 0 0,-1 0-1 0 0,1 0 1 0 0,0 0 0 0 0,-1 0-1 0 0,1 0 1 0 0,0 0 0 0 0,1 0-1 0 0,10-5-2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2.7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319 293 1020 0 0,'10'-35'1501'0'0,"-2"6"4537"0"0,7-50-1 0 0,-14 69-4935 0 0,-1 0 0 0 0,1 0 0 0 0,-2 0 0 0 0,-2-15 0 0 0,2 19-1191 0 0,0-1 0 0 0,-1 1 0 0 0,0 0-1 0 0,-5-9 1 0 0,6 12 93 0 0,-1 1-1 0 0,0-1 0 0 0,0 0 1 0 0,0 1-1 0 0,0-1 0 0 0,0 1 1 0 0,0 0-1 0 0,0 0 0 0 0,-1-1 1 0 0,1 2-1 0 0,-1-1 0 0 0,0 0 1 0 0,-3-1-1 0 0,1 1-18 0 0,0 0 0 0 0,0 0 1 0 0,0 0-1 0 0,-1 1 0 0 0,1 0 0 0 0,-1 0 0 0 0,-6 0 0 0 0,0 1-333 0 0,0 1 0 0 0,-1 0-1 0 0,1 0 1 0 0,0 1 0 0 0,0 1-1 0 0,-14 4 1 0 0,9-1-1004 0 0,1 0 0 0 0,0 1 0 0 0,1 1 0 0 0,-16 10 0 0 0,26-16 923 0 0,1 1-1 0 0,0 0 0 0 0,0 1 0 0 0,0-1 0 0 0,0 1 1 0 0,0-1-1 0 0,1 1 0 0 0,-1 0 0 0 0,1 0 1 0 0,0 1-1 0 0,1-1 0 0 0,-1 1 0 0 0,1-1 0 0 0,0 1 1 0 0,0 0-1 0 0,0 0 0 0 0,-2 9 0 0 0,4-12 431 0 0,0 1-1 0 0,0 0 1 0 0,0 0-1 0 0,0 0 0 0 0,0 0 1 0 0,1 0-1 0 0,-1 0 1 0 0,1 0-1 0 0,0-1 0 0 0,0 1 1 0 0,0 0-1 0 0,0-1 1 0 0,1 1-1 0 0,-1 0 0 0 0,2 2 1 0 0,0-1 5 0 0,1 0 0 0 0,-1-1 1 0 0,1 1-1 0 0,0-1 0 0 0,0 1 0 0 0,0-1 1 0 0,0 0-1 0 0,5 2 0 0 0,0 0-6 0 0,-1-1-1 0 0,1-1 0 0 0,0 1 1 0 0,0-2-1 0 0,0 1 1 0 0,1-1-1 0 0,-1 0 0 0 0,18 0 1 0 0,-16-2 2 0 0,-1-1 0 0 0,1 0 0 0 0,-1 0 0 0 0,0-1 0 0 0,0 0 0 0 0,0-1 0 0 0,19-8 0 0 0,-23 8 8 0 0,0 0-1 0 0,0-1 1 0 0,0 1-1 0 0,-1-1 1 0 0,0 0 0 0 0,0 0-1 0 0,0-1 1 0 0,0 0-1 0 0,0 0 1 0 0,-1 0-1 0 0,0 0 1 0 0,0-1-1 0 0,5-20 10912 0 0,-12 32-9821 0 0,-27 66 3217 0 0,2 2-5560 0 0,-15 37-4297 0 0,3 0-1965 0 0,34-91 6933 0 0,1 1-1 0 0,1 0 1 0 0,-3 33 0 0 0,6-37 503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13.8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235 227 1612 0 0,'35'-51'11537'0'0,"-20"30"-8419"0"0,14-25 1 0 0,-25 39-3085 0 0,-1 0 0 0 0,1-1 1 0 0,-2 1-1 0 0,1-1 0 0 0,-1 0 1 0 0,0 0-1 0 0,1-13 0 0 0,-2 20-34 0 0,-1 0 0 0 0,0-1 0 0 0,0 1 0 0 0,0 0 0 0 0,0 0 0 0 0,0-1 0 0 0,0 1 0 0 0,-1 0 0 0 0,1 0 0 0 0,0 0 0 0 0,0-1 0 0 0,-1 1 0 0 0,1 0 0 0 0,-1 0 0 0 0,1 0 0 0 0,-1 0 0 0 0,0 0 0 0 0,1 0 0 0 0,-1 0 0 0 0,0 0 0 0 0,0 0 0 0 0,0 0 0 0 0,0 0 0 0 0,-1-1 0 0 0,0 2 0 0 0,0-1 0 0 0,0 0 0 0 0,0 0 0 0 0,0 1 0 0 0,0-1 0 0 0,0 1 0 0 0,0-1 0 0 0,0 1 0 0 0,-1 0 0 0 0,1 0 0 0 0,0 0 0 0 0,-4 1 0 0 0,-4 0 0 0 0,1 1 0 0 0,-1 1 0 0 0,1-1 0 0 0,0 2 0 0 0,-9 4 0 0 0,-5 3 25 0 0,0 2 0 0 0,1 0 0 0 0,-34 28-1 0 0,44-31-251 0 0,0 1 0 0 0,1 0 0 0 0,0 1 0 0 0,1 0-1 0 0,1 0 1 0 0,0 1 0 0 0,-10 18 0 0 0,17-27-79 0 0,0 1 1 0 0,1-1-1 0 0,-1 0 0 0 0,1 0 0 0 0,0 1 1 0 0,0-1-1 0 0,0 1 0 0 0,0-1 1 0 0,1 1-1 0 0,0-1 0 0 0,0 1 1 0 0,0 0-1 0 0,2 5 0 0 0,-2-8 43 0 0,1 1 0 0 0,0-1 0 0 0,0 1 0 0 0,0-1 0 0 0,0 1 0 0 0,0-1 0 0 0,0 0 0 0 0,1 0-1 0 0,-1 1 1 0 0,1-1 0 0 0,0 0 0 0 0,3 3 0 0 0,-3-3 380 0 0,1-1-1 0 0,-1 1 0 0 0,1 0 1 0 0,-1-1-1 0 0,1 0 1 0 0,-1 1-1 0 0,7 1 1 0 0,-3-2-157 0 0,0 1 0 0 0,1-1 0 0 0,-1-1 1 0 0,0 1-1 0 0,9-1 0 0 0,-5-1 672 0 0,-1 0-1 0 0,0 0 1 0 0,0-1 0 0 0,1 0-1 0 0,15-7 1 0 0,-13 4 88 0 0,0-1 0 0 0,-1 0 0 0 0,19-13 0 0 0,5-11-2576 0 0,-19 13-707 0 0,23-36 1 0 0,-105 168 759 0 0,-64 123-1859 0 0,99-166 3459 0 0,3 3 203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25.93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28 55 455 212237 43723,'0'-2'0'0'0,"0"-2"0"0"0,-1-2 0 0 0,0-1 208 0 0,0 1 208 0 0,-1-1 104 0 0,-2 1 144 0 0,0 0 64 0 0,-2 0 88 0 0,1 2-88 0 0,2 4-112 0 0,2 3-88 0 0,2 7-104 0 0,3 7-8 0 0,2 11 0 0 0,1 14 88 0 0,0 14 136 0 0,0 14 56 0 0,0 15 80 0 0,0 14-152 0 0,0 15-232 0 0,0 9-72 0 0,0 3-112 0 0,0-11-104 0 0,-2-17 32 0 0,1-8 152 0 0,0-3 72 0 0,0 5 96 0 0,2 9-24 0 0,1 12-48 0 0,1 16 8 0 0,2 14 8 0 0,3 14-96 0 0,5 15-136 0 0,4 9-88 0 0,7 6 16 0 0,7 2 0 0 0,5-4-24 0 0,4-8-8 0 0,4-6 0 0 0,3-4 88 0 0,-1-6 136 0 0,0-2-8 0 0,-5-12-144 0 0,-4-13 0-546-1,3 7 104-533 5,7 14-48 568-5,9 13 0 511 1,9 5-16-501 3,7-2-88 1-3,5-8-8-523-2,1-12 128-16 2,0-13 56 538-3,1-8-24-1 6,2-6-48 3-2,1-6-96-48-3,-1-7-24-561 4,0-10-8 528-6,-5-11 16-586 8,-3-10 64 620-4,0-10-48-8-2,0-9-32-455 1,3-6 8-35 6,0-6-72-40-5,-3-5 64 55-9,-10-7-64 511 17,-11-6 0 13-5,-7-1 0-54-6,-4 0 0-574 2,-4 1 0 641 2,-1 1 64-590 505,-1-2-64-32-507,3-1 0 608 511,3-4 0-523-505,-1-7 0 1029-5,-2-7 0-559-3,0-8 72-507 506,5-7 8 566-508,2-9-80-26 10,2-5 0 21-4,-2-5 0 1-2,-1-3 0-20-1,-2-1 0 24 6,-2 3-64 500-4,-6 3 64 0 0,-8 5 0 1 510,-3 5 0-511-518,-1 4 0 2 8,-1 2 0 508 0,-2 2 0 0 0,5 1 0 3 510,5 1 0-497-503,6-1 0 494-7,5 0 0 0 0,3-1 0 0 0,-1-4 0 0 0,-3-2 0 0 0,-6-3 0-7 510,-6-2 0 7-510,-8 1 0 0 0,-8 2 0 0 0,-6 3 0 0 0,-8 3-224 0 0,-5 2-872 0 0,-5 1-96 0 0,0 2-15055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28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0 130 2072 0 0,'1'-46'10586'0'0,"5"-22"-3584"0"0,-6 67-7002 0 0,0 0 0 0 0,0 0 0 0 0,0 0 0 0 0,0 0 0 0 0,1 0 0 0 0,-1 0 0 0 0,0 0 0 0 0,1 0 0 0 0,-1 1 0 0 0,0-1 0 0 0,1 0 0 0 0,-1 0 0 0 0,1 0 0 0 0,-1 0 0 0 0,2-1 0 0 0,-1 2 0 0 0,-1 0 0 0 0,0 0 0 0 0,0 0 0 0 0,1 0 0 0 0,-1 0 0 0 0,0 0 0 0 0,1 0 0 0 0,-1 0 0 0 0,0 0 0 0 0,1 0 0 0 0,-1 1 0 0 0,0-1 0 0 0,0 0 0 0 0,1 0 0 0 0,-1 0 0 0 0,0 0 0 0 0,1 0 0 0 0,-1 0 0 0 0,0 1 0 0 0,0-1 0 0 0,1 0 0 0 0,-1 0 0 0 0,0 0 0 0 0,0 1 0 0 0,0-1 0 0 0,1 0 0 0 0,-1 0 0 0 0,0 1 0 0 0,0-1 0 0 0,0 1 0 0 0,3 3 0 0 0,0 1 0 0 0,-1 0 0 0 0,0 0 0 0 0,2 5 0 0 0,1 6 1 0 0,-2 0 0 0 0,1 0 0 0 0,-2 0 0 0 0,1 17 0 0 0,-3 67-27 0 0,0-50-87 0 0,15 541-8575 0 0,52 200 4744 0 0,59-7 4496 0 0,95 115-198 0 0,-113-480-230 0 0,79 243 38 0 0,52-19 4 0 0,-233-630-153 0 0,320 721 488 0 0,-111-314-381 0 0,-175-355-68 0 0,2-3-1 0 0,3-1 1 0 0,3-3-1 0 0,67 65 1 0 0,-67-79-16 0 0,1-2 0 0 0,3-2 0 0 0,1-2 1 0 0,91 47-1 0 0,-28-28-35 0 0,138 47 0 0 0,-177-78-22 0 0,1-4 0 0 0,161 24 0 0 0,-187-42 17 0 0,0-2 0 0 0,0-2 0 0 0,0-3 0 0 0,0-2 0 0 0,-1-2 0 0 0,1-3 1 0 0,54-17-1 0 0,-8-5-9 0 0,-2-4 0 0 0,148-78 0 0 0,62-39-2 0 0,69-36 4 0 0,-296 143 22 0 0,-2-2 0 0 0,-2-4 0 0 0,81-74 0 0 0,-79 55 11 0 0,-4-4 0 0 0,97-124 0 0 0,-67 59 61 0 0,-7-3 0 0 0,-7-4 0 0 0,-5-5 0 0 0,-8-2 0 0 0,93-270 0 0 0,-34-41 103 0 0,-21-5 4 0 0,-23 88-48 0 0,16-35-5 0 0,50-205 76 0 0,-74 193-213 0 0,-22-4 0 0 0,-30 206 0 0 0,17-52 216 0 0,-7 57-36 0 0,-35 180 105 0 0,10-51-173 0 0,-11 74 2255 0 0,8-22 1 0 0,-8 29-3096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1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34 228 0 0,'-13'-15'17595'0'0,"9"15"-16119"0"0,-3 0-1440 0 0,1 1 1 0 0,0 0-1 0 0,0 0 0 0 0,0 0 0 0 0,1 1 0 0 0,-1 0 0 0 0,0 0 0 0 0,1 0 0 0 0,-7 4 0 0 0,-2 1-36 0 0,1 1 0 0 0,1 0 0 0 0,-1 1 0 0 0,1 0 0 0 0,1 1 0 0 0,0 0 0 0 0,0 1 0 0 0,-15 20 0 0 0,13-11 0 0 0,-14 25 0 0 0,24-38 0 0 0,0-1 0 0 0,0 1 0 0 0,1 0 0 0 0,-1 0 0 0 0,2 0 0 0 0,-1 0 0 0 0,1 0 0 0 0,-1 10 0 0 0,2-15 0 0 0,0-1 0 0 0,0 0 0 0 0,0 0 0 0 0,0 0 0 0 0,0 0 0 0 0,0 0 0 0 0,0 0 0 0 0,1 0 0 0 0,-1 0 0 0 0,0 0 0 0 0,1 0 0 0 0,-1 0 0 0 0,0 0 0 0 0,1 0 0 0 0,-1 0 0 0 0,1 0 0 0 0,0 0 0 0 0,-1 0 0 0 0,1 0 0 0 0,0 0 0 0 0,0-1 0 0 0,-1 1 0 0 0,2 1 0 0 0,0-2 0 0 0,-1 1 0 0 0,1-1 0 0 0,-1 1 0 0 0,0-1 0 0 0,1 0 0 0 0,-1 0 0 0 0,1 0 0 0 0,-1 0 0 0 0,0 0 0 0 0,1 0 0 0 0,-1 0 0 0 0,1 0 0 0 0,-1 0 0 0 0,0-1 0 0 0,3 0 0 0 0,2-1 0 0 0,1-1 0 0 0,-1 0 0 0 0,0 0 0 0 0,0 0 0 0 0,0-1 0 0 0,7-6 0 0 0,0-1-83 0 0,0-1 0 0 0,-1 0-1 0 0,17-22 1 0 0,-23 25-754 0 0,0 0 0 0 0,7-13 0 0 0,-9 13-639 0 0,-1 0 0 0 0,0-1 0 0 0,3-9 0 0 0,2-7-2438 0 0,-5 19 3717 0 0,-1 1-1 0 0,0-1 0 0 0,-1 1 0 0 0,1-1 0 0 0,-1-8 1 0 0,-1 15 186 0 0,1 0 1 0 0,-1-1 0 0 0,0 1-1 0 0,0-1 1 0 0,0 1-1 0 0,-1 0 1 0 0,1-1 0 0 0,0 1-1 0 0,0 0 1 0 0,0-1 0 0 0,0 1-1 0 0,0 0 1 0 0,0-1 0 0 0,0 1-1 0 0,-1-1 1 0 0,1 1-1 0 0,0 0 1 0 0,0 0 0 0 0,0-1-1 0 0,-1 1 1 0 0,1 0 0 0 0,0-1-1 0 0,-1 1 1 0 0,1 0-1 0 0,0 0 1 0 0,0-1 0 0 0,-1 1-1 0 0,1 0 1 0 0,-1 0 0 0 0,-11 1 1471 0 0,-11 12-381 0 0,12-3-1340 0 0,0 0 1 0 0,0 1 0 0 0,1 0-1 0 0,1 0 1 0 0,0 1 0 0 0,1 0-1 0 0,0 1 1 0 0,-9 17 0 0 0,13-22 251 0 0,1 0 1 0 0,-1 0 0 0 0,1 0 0 0 0,1 0-1 0 0,0 0 1 0 0,-2 13 0 0 0,3-19 23 0 0,1-1 1 0 0,0 1 0 0 0,0 0-1 0 0,0 0 1 0 0,0-1-1 0 0,0 1 1 0 0,1 0 0 0 0,-1 0-1 0 0,0-1 1 0 0,1 1-1 0 0,0 0 1 0 0,-1 0-1 0 0,1-1 1 0 0,0 1 0 0 0,0-1-1 0 0,0 1 1 0 0,0-1-1 0 0,0 1 1 0 0,0-1 0 0 0,0 0-1 0 0,0 1 1 0 0,0-1-1 0 0,1 0 1 0 0,-1 0 0 0 0,1 0-1 0 0,-1 0 1 0 0,1 0-1 0 0,-1 0 1 0 0,1 0 0 0 0,0-1-1 0 0,-1 1 1 0 0,1 0-1 0 0,0-1 1 0 0,-1 1-1 0 0,1-1 1 0 0,0 0 0 0 0,2 0-1 0 0,6 1-5 0 0,1 0 1 0 0,-1-1-1 0 0,0 0 0 0 0,1-1 1 0 0,-1 0-1 0 0,0-1 0 0 0,0 0 0 0 0,0-1 1 0 0,0 0-1 0 0,0 0 0 0 0,13-7 0 0 0,-13 5-4 0 0,0-1-1 0 0,0 0 0 0 0,-1 0 0 0 0,1 0 0 0 0,-2-1 0 0 0,1-1 1 0 0,-1 0-1 0 0,0 0 0 0 0,0 0 0 0 0,7-13 0 0 0,-10 13 15 0 0,0-1-1 0 0,-1 0 0 0 0,0 0 1 0 0,-1 0-1 0 0,0 0 1 0 0,3-13-1 0 0,-5 17-12 0 0,0 0 0 0 0,0 0 0 0 0,-1 0 1 0 0,0 1-1 0 0,1-1 0 0 0,-2 0 0 0 0,1 0 0 0 0,-1 0 1 0 0,1 0-1 0 0,-1 0 0 0 0,-1 0 0 0 0,1 1 0 0 0,-1-1 0 0 0,-2-6 1 0 0,3 10-5 0 0,0 0 0 0 0,0-1 1 0 0,0 1-1 0 0,1 0 0 0 0,-2 0 1 0 0,1 0-1 0 0,0 0 0 0 0,0 0 1 0 0,0 0-1 0 0,0 0 1 0 0,-1 0-1 0 0,1 0 0 0 0,0 0 1 0 0,-1 0-1 0 0,1 1 0 0 0,0-1 1 0 0,-1 1-1 0 0,1-1 0 0 0,-1 1 1 0 0,-2-1-1 0 0,1 1 40 0 0,1 0 1 0 0,-1 0-1 0 0,1 1 1 0 0,-1-1-1 0 0,1 1 1 0 0,-1-1-1 0 0,1 1 1 0 0,-1 0-1 0 0,1 0 0 0 0,-1 0 1 0 0,-2 2-1 0 0,-4 3-17 0 0,1-1 0 0 0,1 2 0 0 0,-1-1 0 0 0,1 1-1 0 0,-9 10 1 0 0,2 0-17 0 0,1 0-1 0 0,-19 35 1 0 0,26-42-6 0 0,2 0 0 0 0,-1 0 1 0 0,1 1-1 0 0,0-1 0 0 0,1 1 0 0 0,1 0 0 0 0,-2 14 1 0 0,3-24-23 0 0,1 1 0 0 0,0-1 1 0 0,0 1-1 0 0,0-1 1 0 0,0 1-1 0 0,1-1 1 0 0,-1 1-1 0 0,0-1 0 0 0,0 1 1 0 0,1-1-1 0 0,-1 0 1 0 0,1 1-1 0 0,-1-1 0 0 0,1 1 1 0 0,0-1-1 0 0,0 0 1 0 0,-1 0-1 0 0,1 1 1 0 0,0-1-1 0 0,0 0 0 0 0,0 0 1 0 0,0 0-1 0 0,1 0 1 0 0,-1 0-1 0 0,0 0 1 0 0,0-1-1 0 0,0 1 0 0 0,1 0 1 0 0,-1 0-1 0 0,0-1 1 0 0,1 1-1 0 0,-1-1 0 0 0,1 1 1 0 0,-1-1-1 0 0,1 0 1 0 0,-1 0-1 0 0,0 0 1 0 0,1 1-1 0 0,-1-1 0 0 0,1 0 1 0 0,-1-1-1 0 0,3 1 1 0 0,13-4-255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1.9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82 114 1152 0 0,'-7'-17'11032'0'0,"7"14"-10342"0"0,1 0 192 0 0,-1-1 0 0 0,0 1 0 0 0,1 0 0 0 0,0-1-1 0 0,2-4 1 0 0,-1 2-668 0 0,0 0 0 0 0,1 1-1 0 0,0-1 1 0 0,0 1-1 0 0,1-1 1 0 0,4-5-1 0 0,-6 9-254 0 0,0 0 0 0 0,0 0 1 0 0,0 0-1 0 0,1 0 0 0 0,-1 1 0 0 0,0-1 0 0 0,1 1 0 0 0,0-1 0 0 0,-1 1 1 0 0,1 0-1 0 0,0 0 0 0 0,-1 0 0 0 0,1 0 0 0 0,0 0 0 0 0,0 1 0 0 0,0-1 1 0 0,0 1-1 0 0,0 0 0 0 0,0 0 0 0 0,0 0 0 0 0,0 0 0 0 0,0 1 0 0 0,-1-1 1 0 0,1 1-1 0 0,0-1 0 0 0,0 1 0 0 0,0 0 0 0 0,-1 0 0 0 0,1 0 0 0 0,0 1 1 0 0,4 2-1 0 0,-4-2-229 0 0,-1 0 0 0 0,1 0 0 0 0,-1 1 0 0 0,1-1 0 0 0,-1 0 0 0 0,0 1 1 0 0,0 0-1 0 0,0-1 0 0 0,0 1 0 0 0,-1 0 0 0 0,1 0 0 0 0,-1 0 0 0 0,1 0 0 0 0,-1 0 1 0 0,0 1-1 0 0,-1-1 0 0 0,1 0 0 0 0,0 4 0 0 0,0 5-1032 0 0,-1 0 1 0 0,0 0-1 0 0,-3 21 0 0 0,-1-15 946 0 0,0 0 0 0 0,-1-1 0 0 0,-13 31 1 0 0,-1-8 652 0 0,-2-1 1 0 0,-26 35 0 0 0,-46 56 38 0 0,91-126-286 0 0,-1 0 0 0 0,1 0 0 0 0,0 1 0 0 0,1-1 0 0 0,-3 7 1 0 0,4-10-40 0 0,0 0 0 0 0,-1-1 0 0 0,1 1 0 0 0,0 0 0 0 0,0-1 0 0 0,0 1 0 0 0,0 0 0 0 0,-1-1 0 0 0,1 1 0 0 0,0 0 0 0 0,0-1 0 0 0,0 1 0 0 0,1 0 0 0 0,-1-1 0 0 0,0 1 0 0 0,0 0 0 0 0,0-1 0 0 0,0 1 0 0 0,1 0 0 0 0,-1-1 0 0 0,0 1 0 0 0,1 0 0 0 0,-1-1 0 0 0,0 1 0 0 0,1-1 0 0 0,-1 1 0 0 0,1 0 0 0 0,-1-1 0 0 0,1 0 0 0 0,-1 1 0 0 0,1-1 0 0 0,-1 1 0 0 0,1-1 0 0 0,-1 1 0 0 0,1-1 0 0 0,0 0 0 0 0,-1 1 0 0 0,1-1 0 0 0,0 0 0 0 0,-1 0 0 0 0,1 0 0 0 0,0 0 0 0 0,-1 1 0 0 0,1-1 0 0 0,0 0 0 0 0,1 0 0 0 0,3-1-69 0 0,0-1 1 0 0,0 1 0 0 0,0-1-1 0 0,0 0 1 0 0,0 0 0 0 0,0-1-1 0 0,0 0 1 0 0,8-5 0 0 0,-10 5-202 0 0,19-12 1157 0 0,-1-1 0 0 0,-1-1 1 0 0,-1-1-1 0 0,0-1 0 0 0,-1-1 0 0 0,28-39 1 0 0,16-42-1710 0 0,-9-3-5005 0 0,-41 79 5818 0 0,-4 12 2 0 0,-1-1 1 0 0,-1 0-1 0 0,0 0 0 0 0,-1-1 0 0 0,-1 1 0 0 0,4-25 1 0 0,-7 38 69 0 0,-1 0 1 0 0,0 0-1 0 0,0 0 1 0 0,0 0 0 0 0,0 0-1 0 0,0 0 1 0 0,0 0-1 0 0,0 0 1 0 0,-1 0 0 0 0,1 0-1 0 0,0-1 1 0 0,0 1-1 0 0,-1 0 1 0 0,1 1 0 0 0,-1-1-1 0 0,1 0 1 0 0,-1 0 0 0 0,0-1-1 0 0,0 1 65 0 0,1 1 0 0 0,-1 0 0 0 0,1 0 0 0 0,-1-1 0 0 0,1 1 0 0 0,-1 0 0 0 0,1 0 0 0 0,-1 0 0 0 0,0-1 0 0 0,1 1 0 0 0,-1 0 0 0 0,1 0 0 0 0,-1 0 0 0 0,0 0 0 0 0,1 0 0 0 0,-1 0 0 0 0,1 0 0 0 0,-1 0 0 0 0,1 1 0 0 0,-1-1 0 0 0,0 0 0 0 0,0 1 0 0 0,-3 0 536 0 0,0 1-1 0 0,1 0 1 0 0,-1 1-1 0 0,1-1 1 0 0,-1 1 0 0 0,1-1-1 0 0,-5 7 1 0 0,-12 13 405 0 0,-17 27 1 0 0,-37 70-3696 0 0,64-101 2116 0 0,-6 11-1972 0 0,-16 37 0 0 0,28-57 2157 0 0,1 0 1 0 0,0 1-1 0 0,1-1 0 0 0,0 0 1 0 0,0 1-1 0 0,1-1 0 0 0,0 1 1 0 0,1 19-1 0 0,1-27 317 0 0,-1 1 0 0 0,0-1 1 0 0,1 1-1 0 0,-1 0 0 0 0,1-1 0 0 0,0 1 0 0 0,0-1 1 0 0,0 0-1 0 0,0 1 0 0 0,0-1 0 0 0,1 0 0 0 0,-1 0 1 0 0,1 1-1 0 0,0-1 0 0 0,-1 0 0 0 0,1-1 0 0 0,0 1 1 0 0,0 0-1 0 0,0 0 0 0 0,0-1 0 0 0,0 1 0 0 0,1-1 1 0 0,-1 0-1 0 0,0 0 0 0 0,1 0 0 0 0,-1 0 0 0 0,1 0 1 0 0,-1 0-1 0 0,1 0 0 0 0,-1-1 0 0 0,1 0 1 0 0,-1 1-1 0 0,1-1 0 0 0,0 0 0 0 0,-1 0 0 0 0,1 0 1 0 0,0-1-1 0 0,4 0 0 0 0,5-1 1 0 0,-1-1-1 0 0,1 0 1 0 0,-1 0 0 0 0,0-1-1 0 0,0-1 1 0 0,-1 1 0 0 0,1-2-1 0 0,-1 0 1 0 0,14-10 0 0 0,-13 6-2099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2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37 2304 0 0,'-1'0'316'0'0,"-1"-1"-136"0"0,-22 11 10078 0 0,25-10-9916 0 0,10 3 4211 0 0,15-3-2374 0 0,-20-1-2651 0 0,13-1 472 0 0,27-6 0 0 0,-20 3 0 0 0,31-10 20 0 0,-25 6-373 0 0,0 1-1316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2.4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236 35 1612 0 0,'-15'-17'311'0'0,"13"15"592"0"0,-1 0 0 0 0,1 0-1 0 0,0 1 1 0 0,-1-1-1 0 0,1 0 1 0 0,-1 1-1 0 0,1 0 1 0 0,-5-2 0 0 0,5 3-245 0 0,0-1 0 0 0,0 1 0 0 0,0 0 0 0 0,0 0 0 0 0,0 0-1 0 0,0 0 1 0 0,0 0 0 0 0,1 0 0 0 0,-1 0 0 0 0,0 0 0 0 0,0 1 0 0 0,-4 0 0 0 0,-15 12 402 0 0,13-7-1060 0 0,1 1 0 0 0,0 1 0 0 0,1-1 0 0 0,0 1 0 0 0,0 0 0 0 0,-6 11 0 0 0,-26 56 0 0 0,34-66 0 0 0,-32 78 2 0 0,33-76-5 0 0,0 0 1 0 0,0 0-1 0 0,1 0 1 0 0,1 0 0 0 0,-1 0-1 0 0,2 16 1 0 0,0-24-4 0 0,0-1 0 0 0,1 1 0 0 0,-1-1-1 0 0,0 0 1 0 0,1 1 0 0 0,0-1 0 0 0,0 1 0 0 0,0-1 0 0 0,0 0 0 0 0,1 3 0 0 0,3 1 88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2.6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40 127 1380 0 0,'-24'-24'15675'0'0,"24"22"-15288"0"0,3-5-202 0 0,-1-1 0 0 0,1 1-1 0 0,1 0 1 0 0,-1 0 0 0 0,1 0 0 0 0,0 0 0 0 0,1 0 0 0 0,-1 1 0 0 0,2 0-1 0 0,-1 0 1 0 0,7-6 0 0 0,-10 10-185 0 0,0 0 0 0 0,0 1 0 0 0,0-1 0 0 0,0 1 0 0 0,1 0 0 0 0,4-3 0 0 0,-7 4 0 0 0,0 0 0 0 0,0 0 0 0 0,0 0 0 0 0,0 0 0 0 0,1 0 0 0 0,-1 0 0 0 0,0 0 0 0 0,0 0 0 0 0,0 0 0 0 0,1 0 0 0 0,-1 0 0 0 0,0 0 0 0 0,0 0 0 0 0,0 0 0 0 0,1 0 0 0 0,-1 0 0 0 0,0 0 0 0 0,0 0 0 0 0,0 0 0 0 0,0 0 0 0 0,1 0 0 0 0,-1 1 0 0 0,0-1 0 0 0,0 0 0 0 0,0 0 0 0 0,0 0 0 0 0,0 0 0 0 0,1 0 0 0 0,-1 1 0 0 0,0-1 0 0 0,0 0 0 0 0,0 0 0 0 0,0 0 0 0 0,0 13 0 0 0,-9 19-1009 0 0,-2-1-1 0 0,-18 39 0 0 0,-11 30-6711 0 0,38-95 7336 0 0,1 0 0 0 0,0 0 0 0 0,0 1 0 0 0,-1 7-1 0 0,4-9-86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2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8 460 0 0,'23'-7'14694'0'0,"-22"8"-14371"0"0,1 0-20 0 0,0 1-1 0 0,0 0 0 0 0,-1-1 1 0 0,0 1-1 0 0,1 0 0 0 0,-1 0 1 0 0,0 0-1 0 0,0 0 0 0 0,0 1 1 0 0,0-1-1 0 0,0 0 0 0 0,0 0 1 0 0,-1 0-1 0 0,1 4 0 0 0,5 36-981 0 0,-5-33 1006 0 0,1 12-320 0 0,-2 1-1 0 0,0 0 1 0 0,-2-1-1 0 0,0 1 1 0 0,-9 37-1 0 0,3-31-127 0 0,-1 0 0 0 0,-1-1 0 0 0,-25 48 0 0 0,19-47-2104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7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5760 15 1500 0 0,'9'-3'15339'0'0,"5"-7"-12518"0"0,-13 9-2821 0 0,0 1 1 0 0,-3 7-6 0 0,1-5 3 0 0,1-1-30 0 0,-2 3 34 0 0,-8 12 34 0 0,10-15-36 0 0,-1 0 0 0 0,0 0 0 0 0,0 0 0 0 0,0 0 0 0 0,0 0 0 0 0,0 0 0 0 0,0 0 0 0 0,0-1 0 0 0,0 1 0 0 0,0 0 0 0 0,0-1 0 0 0,-1 1 0 0 0,1 0 0 0 0,-2 0 0 0 0,-8 4 0 0 0,-2 4 0 0 0,8-4 0 0 0,-8 10 0 0 0,13-15 0 0 0,0 0 0 0 0,0 1 0 0 0,-1-1 0 0 0,1 0 0 0 0,0 1 0 0 0,-1-1 0 0 0,1 0 0 0 0,0 0 0 0 0,-1 1 0 0 0,1-1 0 0 0,-1 0 0 0 0,1 0 0 0 0,0 0 0 0 0,-1 1 0 0 0,1-1 0 0 0,-1 0 0 0 0,1 0 0 0 0,0 0 0 0 0,-1 0 0 0 0,1 0 0 0 0,-1 0 0 0 0,1 0 0 0 0,-1 0 0 0 0,0 0 0 0 0,-4 1 0 0 0,-13 10-1492 0 0,-5 9-6613 0 0,4-2 3525 0 0,13-14 4683 0 0,1 0-1 0 0,-1-1 1 0 0,0 1-1 0 0,1-2 1 0 0,-2 1-1 0 0,1 0 0 0 0,0-1 1 0 0,0 0-1 0 0,-1-1 1 0 0,1 1-1 0 0,-1-1 1 0 0,-12 0-1 0 0,6 1 60 0 0,0 1 1 0 0,0 1-1 0 0,-16 6 1 0 0,-23 6-88 0 0,0-3 38 0 0,-31 5 58 0 0,-50-3 281 0 0,114-14-387 0 0,-27 3 126 0 0,-71 15 1 0 0,-83 35 16 0 0,122-33-98 0 0,-140 18 0 0 0,158-29-82 0 0,-572 90 208 0 0,142-7-174 0 0,409-75-55 0 0,-295 73 8 0 0,-94 18-3 0 0,434-102-12 0 0,-249 51 0 0 0,180-32 4 0 0,-124 28 18 0 0,-79 27-161 0 0,44-10 1781 0 0,194-53 2507 0 0,-126 49-1 0 0,-58 49-3826 0 0,215-97-322 0 0,-111 51 0 0 0,112-55 0 0 0,-79 22 0 0 0,101-34 0 0 0,-53 15 0 0 0,22 0 0 0 0,38-14 0 0 0,0-1 0 0 0,-17 2 0 0 0,20-4 0 0 0,1 0 0 0 0,-1 0 0 0 0,1 0 0 0 0,0 1 0 0 0,0 0 0 0 0,0 0 0 0 0,0 0 0 0 0,0 0 0 0 0,0 1 0 0 0,0 0 0 0 0,-6 5 0 0 0,7-4 0 0 0,-18 20 0 0 0,21-23 0 0 0,0 0 0 0 0,1 0 0 0 0,-1 0 0 0 0,0 0 0 0 0,1 0 0 0 0,-1 0 0 0 0,1 0 0 0 0,0 0 0 0 0,-1 0 0 0 0,1 1 0 0 0,0-1 0 0 0,-1 0 0 0 0,1 0 0 0 0,0 0 0 0 0,0 0 0 0 0,0 1 0 0 0,0-1 0 0 0,0 0 0 0 0,0 0 0 0 0,0 0 0 0 0,1 1 0 0 0,-1 0 0 0 0,1-1 0 0 0,-1-1 0 0 0,1 0 0 0 0,-1 1 0 0 0,1-1 0 0 0,-1 0 0 0 0,1 1 0 0 0,0-1 0 0 0,-1 0 0 0 0,1 0 0 0 0,-1 1 0 0 0,1-1 0 0 0,-1 0 0 0 0,1 0 0 0 0,0 0 0 0 0,-1 0 0 0 0,1 0 0 0 0,-1 0 0 0 0,1 0 0 0 0,0 0 0 0 0,-1 0 0 0 0,1 0 0 0 0,-1 0 0 0 0,1-1 0 0 0,0 1 0 0 0,-1 0 0 0 0,2-1 0 0 0,18-6 0 0 0,-18 6 0 0 0,5-2-391 0 0,1-1-1 0 0,-1 0 1 0 0,0 0-1 0 0,0-1 0 0 0,-1 0 1 0 0,1 0-1 0 0,-1 0 1 0 0,0-1-1 0 0,0 0 1 0 0,-1 0-1 0 0,0-1 0 0 0,6-8 1 0 0,-8 9 91 0 0,0 1 1 0 0,0-1 0 0 0,-1 0-1 0 0,0 0 1 0 0,0 0-1 0 0,0 0 1 0 0,-1 0-1 0 0,0 0 1 0 0,0-1 0 0 0,0 1-1 0 0,-1 0 1 0 0,0 0-1 0 0,0-1 1 0 0,-1 1-1 0 0,0 0 1 0 0,-2-11 0 0 0,2 16 324 0 0,1 0 1 0 0,0 0-1 0 0,0 0 1 0 0,-1-1-1 0 0,1 1 0 0 0,0 0 1 0 0,-1 0-1 0 0,1 0 1 0 0,-1 1-1 0 0,1-1 1 0 0,-1 0-1 0 0,0 0 1 0 0,1 0-1 0 0,-1 0 1 0 0,0 0-1 0 0,0 1 1 0 0,1-1-1 0 0,-1 0 1 0 0,0 1-1 0 0,0-1 1 0 0,0 0-1 0 0,0 1 1 0 0,0-1-1 0 0,-1 0 1 0 0,0 1 65 0 0,1 0 1 0 0,-1 0 0 0 0,1 1 0 0 0,0-1 0 0 0,-1 0 0 0 0,1 0 0 0 0,-1 1 0 0 0,1-1 0 0 0,0 1 0 0 0,-1-1 0 0 0,1 1-1 0 0,0 0 1 0 0,0-1 0 0 0,-1 1 0 0 0,-1 2 0 0 0,-5 3 608 0 0,1 1 1 0 0,0 1-1 0 0,-12 14 0 0 0,18-21-655 0 0,-19 29 4879 0 0,4 5-4182 0 0,14-31-982 0 0,0 1-1 0 0,1-1 1 0 0,0 0 0 0 0,0 1-1 0 0,0-1 1 0 0,0 1 0 0 0,1-1-1 0 0,-1 1 1 0 0,1-1 0 0 0,0 1-1 0 0,1-1 1 0 0,-1 1 0 0 0,1-1-1 0 0,1 5 1 0 0,-1-7-354 0 0,0 0 0 0 0,-1-1 0 0 0,1 1 0 0 0,0 0 0 0 0,0-1-1 0 0,0 1 1 0 0,0-1 0 0 0,2 2 0 0 0,-2-2 427 0 0,0 0 0 0 0,0 0-1 0 0,0 0 1 0 0,0-1-1 0 0,0 1 1 0 0,0 0 0 0 0,0-1-1 0 0,1 1 1 0 0,-1-1 0 0 0,2 1-1 0 0,-1-1 386 0 0,0 0 0 0 0,1 0 0 0 0,-1 1-1 0 0,0-2 1 0 0,0 1 0 0 0,1 0-1 0 0,-1 0 1 0 0,0-1 0 0 0,0 1-1 0 0,1-1 1 0 0,-1 0 0 0 0,4-2-1 0 0,-1 0 673 0 0,1 0-1 0 0,0 0 0 0 0,-1-1 0 0 0,0 0 1 0 0,6-5-1 0 0,6-10-2567 0 0,-6 4 442 0 0,-1 0 0 0 0,9-21 1 0 0,-16 32 1044 0 0,-1-1 0 0 0,0 1 0 0 0,-1-1 0 0 0,1 0 1 0 0,-1 0-1 0 0,0 0 0 0 0,0 0 0 0 0,0 0 1 0 0,-1 0-1 0 0,0 0 0 0 0,0 0 0 0 0,0 0 0 0 0,-1-6 1 0 0,0 9 191 0 0,1 1 0 0 0,0-1-1 0 0,0 1 1 0 0,-1 0 0 0 0,1-1 0 0 0,-1 1 0 0 0,1 0 0 0 0,-1-1 0 0 0,0 1 0 0 0,0 0 0 0 0,1 0 0 0 0,-1 0 0 0 0,0 0 0 0 0,0 0 0 0 0,0 0 0 0 0,0 0 0 0 0,0 0 0 0 0,0 0 0 0 0,0 0 0 0 0,-1 0 0 0 0,1 1 0 0 0,0-1 0 0 0,0 0 0 0 0,-1 1 0 0 0,1-1 0 0 0,0 1 0 0 0,-1 0 0 0 0,1-1 0 0 0,0 1-1 0 0,-1 0 1 0 0,1 0 0 0 0,-1 0 0 0 0,1 0 0 0 0,-1 0 0 0 0,1 0 0 0 0,0 0 0 0 0,-1 0 0 0 0,1 0 0 0 0,0 1 0 0 0,-1-1 0 0 0,1 1 0 0 0,0-1 0 0 0,-3 2 0 0 0,-1 0-2 0 0,0 1 0 0 0,0-1 0 0 0,0 1 1 0 0,1 0-1 0 0,-1 1 0 0 0,1-1 0 0 0,0 1 0 0 0,0 0 0 0 0,-7 8 1 0 0,5-3-4 0 0,1 1 1 0 0,0 0 0 0 0,1 0 0 0 0,0 0 0 0 0,1 1 0 0 0,0-1 0 0 0,0 1 0 0 0,1 0 0 0 0,0-1 0 0 0,0 19 0 0 0,2-29 3 0 0,0 1 0 0 0,0-1 0 0 0,0 1 0 0 0,0-1 0 0 0,0 1 0 0 0,0-1 0 0 0,0 1 0 0 0,0-1 0 0 0,1 1 0 0 0,-1-1 0 0 0,0 1 0 0 0,0-1 0 0 0,0 1 0 0 0,1-1 0 0 0,-1 1 0 0 0,0-1 0 0 0,0 0 0 0 0,1 1 0 0 0,-1-1 0 0 0,0 1 0 0 0,1-1 0 0 0,-1 0 0 0 0,0 1 0 0 0,1-1 0 0 0,-1 0 0 0 0,1 1 0 0 0,0-1 0 0 0,0 0 0 0 0,0 1 0 0 0,0-1 0 0 0,0 0 0 0 0,0 0 0 0 0,0 0 0 0 0,0 0 0 0 0,0 0 0 0 0,0 0 0 0 0,0 0 0 0 0,0-1 0 0 0,0 1 0 0 0,0 0 0 0 0,1-1 0 0 0,5-2 0 0 0,0 0 0 0 0,0 0 0 0 0,6-6 0 0 0,-9 7 0 0 0,5-3 0 0 0,-1-1 0 0 0,0 0 0 0 0,0-1 0 0 0,-1 0 0 0 0,0 0 0 0 0,11-14 0 0 0,-15 18 0 0 0,0-1 0 0 0,-1 0 0 0 0,0 1 0 0 0,1-1 0 0 0,-1 0 0 0 0,-1-1 0 0 0,1 1 0 0 0,-1 0 0 0 0,1 0 0 0 0,-1-1 0 0 0,0 1 0 0 0,-1 0 0 0 0,1-1 0 0 0,-1 1 0 0 0,0-1 0 0 0,0 1 0 0 0,-1-7 0 0 0,1 10 0 0 0,0 0 0 0 0,0 0-1 0 0,0 0 1 0 0,-1 0 0 0 0,1 1 0 0 0,0-1 0 0 0,0 0 0 0 0,-1 0 0 0 0,1 1 0 0 0,0-1 0 0 0,-1 0 0 0 0,1 0 0 0 0,-1 1 0 0 0,1-1 0 0 0,-1 1 0 0 0,1-1 0 0 0,-1 0 0 0 0,1 1 0 0 0,-1-1 0 0 0,0 1 0 0 0,1-1 0 0 0,-1 1 0 0 0,0-1 0 0 0,1 1 0 0 0,-1 0 0 0 0,-1-1 0 0 0,1 1-1 0 0,0 0 1 0 0,0 0 0 0 0,0 0-1 0 0,0 1 1 0 0,-1-1 0 0 0,1 0-1 0 0,0 1 1 0 0,0-1 0 0 0,0 0-1 0 0,0 1 1 0 0,0-1 0 0 0,0 1 0 0 0,0 0-1 0 0,0-1 1 0 0,-1 2 0 0 0,-5 4-9 0 0,1 0 1 0 0,0 1-1 0 0,-7 10 1 0 0,1-2-412 0 0,-14 30 0 0 0,14-23-2648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8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21 371 1840 0 0,'-13'-35'9916'0'0,"7"-4"-4717"0"0,5 28-4899 0 0,0-1 1 0 0,2 1-1 0 0,-1-1 1 0 0,2 1 0 0 0,-1 0-1 0 0,1-1 1 0 0,1 1 0 0 0,5-13-1 0 0,-7 21-300 0 0,0 0 0 0 0,1-1 0 0 0,-1 1 0 0 0,1 0 0 0 0,0 0 0 0 0,0 0 0 0 0,0 0 0 0 0,0 1 0 0 0,0-1 0 0 0,1 1 0 0 0,-1-1 0 0 0,1 1 0 0 0,0 0 0 0 0,0 0 0 0 0,0 0 0 0 0,0 0 0 0 0,0 0 0 0 0,0 1 0 0 0,0-1 0 0 0,0 1 0 0 0,1 0 0 0 0,-1 0 0 0 0,1 0 0 0 0,-1 1 0 0 0,0-1 0 0 0,1 1 0 0 0,-1 0 0 0 0,1 0 0 0 0,0 0 0 0 0,-1 0 0 0 0,1 0 0 0 0,5 2 0 0 0,-4 0 0 0 0,0-1 0 0 0,0 1 0 0 0,-1-1 0 0 0,1 1 0 0 0,-1 1 0 0 0,0-1 0 0 0,0 1 0 0 0,0-1 0 0 0,0 1 0 0 0,0 0 0 0 0,0 1 0 0 0,-1-1 0 0 0,1 1 0 0 0,-1-1 0 0 0,0 1 0 0 0,0 0 0 0 0,-1 0 0 0 0,1 0 0 0 0,-1 1 0 0 0,0-1 0 0 0,0 1 0 0 0,0-1 0 0 0,2 7 0 0 0,-2 4-534 0 0,0 0 0 0 0,-1 0 0 0 0,0 1 0 0 0,-1-1 0 0 0,-1 0-1 0 0,-3 19 1 0 0,-25 92-5597 0 0,11-50 4473 0 0,15-60 1674 0 0,3-16-16 0 0,0 1 1 0 0,0-1-1 0 0,0 0 1 0 0,0 1-1 0 0,0-1 1 0 0,0 1-1 0 0,0-1 1 0 0,0 1 0 0 0,0-1-1 0 0,0 0 1 0 0,0 1-1 0 0,0-1 1 0 0,0 1-1 0 0,0-1 1 0 0,0 1-1 0 0,0-1 1 0 0,1 0 0 0 0,-1 1-1 0 0,0-1 1 0 0,0 0-1 0 0,0 1 1 0 0,1-1-1 0 0,-1 1 1 0 0,0-1-1 0 0,1 0 1 0 0,-1 1 0 0 0,0-1-1 0 0,1 0 1 0 0,1-1 254 0 0,0-1 1 0 0,-1 1-1 0 0,1-1 1 0 0,-1 0-1 0 0,1 0 1 0 0,-1 0-1 0 0,0 0 1 0 0,0 0-1 0 0,0 0 1 0 0,0 0-1 0 0,1-4 1 0 0,0 4-500 0 0,39-98-625 0 0,29-108 1 0 0,-8 22 183 0 0,-60 181 759 0 0,0 0 1 0 0,1 1 0 0 0,-1-1 0 0 0,1 1 0 0 0,-1-1-1 0 0,1 1 1 0 0,5-5 0 0 0,-8 9-82 0 0,0-1-1 0 0,0 1 1 0 0,0 0 0 0 0,1 0 0 0 0,-1 0-1 0 0,0 0 1 0 0,0-1 0 0 0,0 1 0 0 0,0 0-1 0 0,0 0 1 0 0,1 0 0 0 0,-1 0 0 0 0,0 0-1 0 0,0 0 1 0 0,0 0 0 0 0,0-1 0 0 0,1 1 0 0 0,-1 0-1 0 0,0 0 1 0 0,0 0 0 0 0,0 0 0 0 0,1 0-1 0 0,-1 0 1 0 0,0 0 0 0 0,0 0 0 0 0,0 0-1 0 0,1 0 1 0 0,-1 0 0 0 0,0 0 0 0 0,0 0-1 0 0,0 0 1 0 0,0 0 0 0 0,1 0 0 0 0,-1 0-1 0 0,0 1 1 0 0,2 6-47 0 0,-3 11-83 0 0,-42 134 7217 0 0,6-27-2851 0 0,21-40-4702 0 0,15-78 452 0 0,1-1 1 0 0,-1 1-1 0 0,1 0 1 0 0,0-1 0 0 0,1 1-1 0 0,0-1 1 0 0,0 1-1 0 0,0-1 1 0 0,1 1-1 0 0,0-1 1 0 0,5 12-1 0 0,-5-15-2 0 0,0 1 0 0 0,1-1 0 0 0,-1 0-1 0 0,0 0 1 0 0,1 0 0 0 0,0 0 0 0 0,0-1 0 0 0,-1 1-1 0 0,2-1 1 0 0,-1 1 0 0 0,0-1 0 0 0,0 0 0 0 0,1 0-1 0 0,-1-1 1 0 0,1 1 0 0 0,0-1 0 0 0,-1 0 0 0 0,1 0-1 0 0,0 0 1 0 0,0 0 0 0 0,4 0 0 0 0,1 0-321 0 0,-1-1-1 0 0,1 0 1 0 0,10-1 0 0 0,-4-1-1512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38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72 226 2304 0 0,'-19'-9'2595'0'0,"15"7"-2250"0"0,0 0 0 0 0,0 1 0 0 0,0-1 0 0 0,0 0 0 0 0,-29-17 13061 0 0,33 17-13042 0 0,3-8-1098 0 0,2 5 724 0 0,0 1-1 0 0,1-1 0 0 0,-1 1 1 0 0,1-1-1 0 0,0 2 0 0 0,0-1 1 0 0,0 1-1 0 0,11-5 0 0 0,4-2-206 0 0,50-23-2685 0 0,111-36 0 0 0,-153 59 1610 0 0,9-4-1960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40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122 211 228 0 0,'12'-28'4340'0'0,"17"-43"4682"0"0,-26 63-8263 0 0,-1 1 0 0 0,0-1-1 0 0,-1 1 1 0 0,0-1 0 0 0,0 0 0 0 0,-1 0-1 0 0,-1-12 1 0 0,1 18-759 0 0,0 0 0 0 0,-1 0 0 0 0,1-1 0 0 0,-1 1 0 0 0,1 0 0 0 0,-1 0 0 0 0,0 0 0 0 0,0 0 0 0 0,0 0 0 0 0,0 1 0 0 0,0-1 0 0 0,-1 0 0 0 0,1 0 0 0 0,0 1 0 0 0,-2-2 0 0 0,2 2 0 0 0,0 0 0 0 0,0 1 0 0 0,0-1 0 0 0,0 1 0 0 0,0 0 0 0 0,0-1 0 0 0,1 1 0 0 0,-1-1 0 0 0,0 1 0 0 0,0 0 0 0 0,0 0 0 0 0,0 0 0 0 0,0 0 0 0 0,0-1 0 0 0,0 1 0 0 0,0 0 0 0 0,0 1 0 0 0,0-1 0 0 0,0 0 0 0 0,0 0 0 0 0,0 0 0 0 0,0 1 0 0 0,0-1 0 0 0,0 0 0 0 0,0 1 0 0 0,0-1 0 0 0,0 1 0 0 0,0-1 0 0 0,0 1 0 0 0,1-1 0 0 0,-1 1 0 0 0,-1 1 0 0 0,-8 7-18 0 0,0 1-1 0 0,1 0 0 0 0,1 1 1 0 0,-1 0-1 0 0,2 0 0 0 0,-1 1 1 0 0,2 0-1 0 0,-10 22 0 0 0,7-11-1095 0 0,1 1-1 0 0,1 0 1 0 0,-7 48-1 0 0,12-56-681 0 0,0 1 0 0 0,2 32-1 0 0,1-42 1525 0 0,0 1 0 0 0,0 0 1 0 0,1-1-1 0 0,0 1 0 0 0,0-1 0 0 0,1 0 0 0 0,0 0 0 0 0,6 12 0 0 0,28 34 255 0 0,-15-22-736 0 0,-15-21-1567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40.3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1 251 1840 0 0,'0'-7'1230'0'0,"0"0"1"0"0,0 0-1 0 0,3-13 0 0 0,4 2 5626 0 0,21-48-780 0 0,4-7-6109 0 0,-8 21-229 0 0,-38 87 222 0 0,0 1 0 0 0,3 0 1 0 0,-9 45-1 0 0,17-66 270 0 0,-4 16-1621 0 0,-5 59 1 0 0,11-66-430 0 0,1-1 0 0 0,1 1 1 0 0,5 27-1 0 0,-6-49 1733 0 0,0 0-1 0 0,0 0 1 0 0,0 0 0 0 0,1 0 0 0 0,-1 0-1 0 0,1 0 1 0 0,0 0 0 0 0,-1 0 0 0 0,1 0-1 0 0,0 0 1 0 0,0-1 0 0 0,0 1 0 0 0,0 0 0 0 0,0-1-1 0 0,1 1 1 0 0,-1-1 0 0 0,3 3 0 0 0,2-3-689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40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93 460 0 0,'-1'-18'2503'0'0,"1"15"-1363"0"0,0 0 0 0 0,1 0 0 0 0,-1 0 0 0 0,1 0 0 0 0,0 1 0 0 0,0-1 0 0 0,6-10 4560 0 0,-3 7-4560 0 0,-2 4-872 0 0,0-1 0 0 0,0 1 0 0 0,1 0 0 0 0,-1 0 1 0 0,1 0-1 0 0,4-2 0 0 0,0 1-268 0 0,0 0 0 0 0,0 0 0 0 0,0 1 0 0 0,1 0 0 0 0,-1 0 0 0 0,1 1 0 0 0,-1 0 0 0 0,1 0 0 0 0,-1 1 0 0 0,16 1 0 0 0,-19-1 0 0 0,0 0 0 0 0,1 1 0 0 0,-1-1 0 0 0,0 1 0 0 0,0 1 0 0 0,0-1 0 0 0,0 0 0 0 0,0 1 0 0 0,0 0 0 0 0,0 0 0 0 0,0 0 0 0 0,0 0 0 0 0,-1 1 0 0 0,1-1 0 0 0,-1 1 0 0 0,0 0 0 0 0,0 0 0 0 0,0 0 0 0 0,0 1 0 0 0,3 4 0 0 0,-5-5 0 0 0,0-1 0 0 0,0 0 0 0 0,0 1 0 0 0,0-1 0 0 0,-1 1 0 0 0,1-1 0 0 0,-1 1 0 0 0,1-1 0 0 0,-1 1 0 0 0,0 0 0 0 0,0-1 0 0 0,0 1 0 0 0,-1-1 0 0 0,0 6 0 0 0,-1-3 0 0 0,1 0 0 0 0,-1 1 0 0 0,-1-1 0 0 0,1 0 0 0 0,-1 0 0 0 0,-4 7 0 0 0,-5 2 0 0 0,0 0 0 0 0,0 0 0 0 0,-17 13 0 0 0,-12 7 0 0 0,26-22 0 0 0,0 0 0 0 0,1 0 0 0 0,-24 30 0 0 0,37-42 0 0 0,0 1 0 0 0,1 0 0 0 0,-1 0 0 0 0,1-1 0 0 0,-1 1 0 0 0,1 0 0 0 0,-1 0 0 0 0,1 0 0 0 0,0 0 0 0 0,-1-1 0 0 0,1 1 0 0 0,0 0 0 0 0,0 0 0 0 0,-1 0 0 0 0,1 0 0 0 0,0 0 0 0 0,0 0 0 0 0,0 0 0 0 0,0 0 0 0 0,0 0 0 0 0,1 1 0 0 0,-1-2 0 0 0,0 1 0 0 0,1 0 0 0 0,-1-1 0 0 0,1 1 0 0 0,-1-1 0 0 0,1 1 0 0 0,0-1 0 0 0,-1 1 0 0 0,1-1 0 0 0,-1 0 0 0 0,1 1 0 0 0,0-1 0 0 0,-1 0 0 0 0,1 1 0 0 0,0-1 0 0 0,0 0 0 0 0,-1 0 0 0 0,1 0 0 0 0,0 1 0 0 0,0-1 0 0 0,4 0 0 0 0,1 0 0 0 0,-1 0 0 0 0,0 0 0 0 0,0 0 0 0 0,0-1 0 0 0,6-1 0 0 0,108-33-792 0 0,-44 3-4439 0 0,-60 24 2355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41.1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12 1152 0 0,'-16'-10'8148'0'0,"15"9"-7605"0"0,0 1 0 0 0,0 0 0 0 0,-3 0 0 0 0,3 0-163 0 0,-1 0 0 0 0,1 1 0 0 0,0-1 0 0 0,0 1 0 0 0,0-1 1 0 0,0 1-1 0 0,0-1 0 0 0,-1 1 0 0 0,1 0 0 0 0,0-1 0 0 0,0 1 0 0 0,1 0 0 0 0,-1 0 0 0 0,0 0 0 0 0,0 0 0 0 0,-1 1 0 0 0,0 0 5 0 0,1 1 0 0 0,-1 0 1 0 0,0 0-1 0 0,1 0 0 0 0,0 0 1 0 0,-2 4-1 0 0,2-4-547 0 0,1 0 1 0 0,-1 1-1 0 0,0-1 0 0 0,1 0 1 0 0,0 6-1 0 0,3 15 162 0 0,0-1 0 0 0,2 1 0 0 0,1-1 0 0 0,14 34 0 0 0,4 18 0 0 0,-17-47-144 0 0,-2-1 0 0 0,0 1 0 0 0,-2 1 0 0 0,-1-1-1 0 0,-1 0 1 0 0,-1 1 0 0 0,-2-1 0 0 0,-1 0 0 0 0,-1 0-1 0 0,-9 35 1 0 0,-3-8-2939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44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32 579 920 0 0,'-26'-14'20256'0'0,"21"12"-21772"0"0,9 4 1516 0 0,19 11 0 0 0,-17-9-76 0 0,1-1 0 0 0,-1 1 0 0 0,1-1 0 0 0,0 0 0 0 0,0 0-1 0 0,0-1 1 0 0,0 0 0 0 0,10 2 0 0 0,3-3-1023 0 0,0-1-1 0 0,1-1 0 0 0,-1-1 1 0 0,20-4-1 0 0,-9 2 139 0 0,109-17-4575 0 0,-2-2 3651 0 0,304-37 2682 0 0,-194 41-759 0 0,185-7 20 0 0,102 0-58 0 0,-430 18 0 0 0,481-50 52 0 0,-186 14-8 0 0,74-7-31 0 0,-197 21 110 0 0,272-39 398 0 0,-472 59-506 0 0,449-54 99 0 0,-517 63-231 0 0,-5 1 118 0 0,-1-1-1 0 0,0 1 0 0 0,1 0 0 0 0,-1-1 1 0 0,0 0-1 0 0,0 1 0 0 0,0-1 0 0 0,1-1 0 0 0,3-1 1 0 0,-8 2 47 0 0,0-1 0 0 0,-1 1 0 0 0,1 0 0 0 0,-1 0 0 0 0,1 0 0 0 0,-1 0 0 0 0,0 1-1 0 0,1-1 1 0 0,-4-1 0 0 0,-1 0 159 0 0,5 0-215 0 0,0 2-26 0 0,30-4-989 0 0,1 0 4860 0 0,1 1-8255 0 0,18-6 7451 0 0,-28 4-2598 0 0,7 0 3030 0 0,0-2 1 0 0,28-11-1 0 0,-52 16-3465 0 0,-4 0 0 0 0,-11 1 0 0 0,-15 3 0 0 0,25-2 0 0 0,-1 1 0 0 0,1-1 0 0 0,-1 1 0 0 0,0-1 0 0 0,1 1 0 0 0,-1-1 0 0 0,1 1 0 0 0,-1 0 0 0 0,1 0 0 0 0,-1 0 0 0 0,1 0 0 0 0,0 0 0 0 0,0 0 0 0 0,-1 0 0 0 0,1 1 0 0 0,0-1 0 0 0,0 0 0 0 0,-1 3 0 0 0,2-4 0 0 0,0 1 0 0 0,-1-1 0 0 0,1 1 0 0 0,0-1 0 0 0,0 1 0 0 0,0-1 0 0 0,0 1 0 0 0,0-1 0 0 0,0 1 0 0 0,0-1 0 0 0,0 1 0 0 0,0 0 0 0 0,0-1 0 0 0,0 1 0 0 0,0-1 0 0 0,0 1 0 0 0,1-1 0 0 0,-1 1 0 0 0,0-1 0 0 0,0 1 0 0 0,1 0 0 0 0,0 0 0 0 0,0 0 0 0 0,0 0 0 0 0,0 0 0 0 0,0-1 0 0 0,0 1 0 0 0,0 0 0 0 0,0 0 0 0 0,0-1 0 0 0,0 1 0 0 0,0 0 0 0 0,1-1 0 0 0,1 1 0 0 0,6 5 0 0 0,-9-6 0 0 0,0 0 0 0 0,0 0 0 0 0,0 1 0 0 0,0-1 0 0 0,0 0 0 0 0,0 0 0 0 0,0 0 0 0 0,0 1 0 0 0,-1-1 0 0 0,1 0 0 0 0,0 0 0 0 0,0 0 0 0 0,0 0 0 0 0,0 1 0 0 0,0-1 0 0 0,-1 0 0 0 0,1 0 0 0 0,0 0 0 0 0,0 0 0 0 0,0 0 0 0 0,-1 1 0 0 0,1-1 0 0 0,0 0 0 0 0,0 0 0 0 0,0 0 0 0 0,-1 0 0 0 0,1 0 0 0 0,0 0 0 0 0,-27 4 0 0 0,4-3 45 0 0,0 1-1 0 0,-24 6 1 0 0,-17 2-3040 0 0,-5 0-5802 0 0,-36 13 6091 0 0,-64 31 3634 0 0,-261 103-954 0 0,165-57 136 0 0,-385 113-62 0 0,475-156 53 0 0,-56 18-100 0 0,-136 39-70 0 0,127-38 78 0 0,152-48 11 0 0,-253 81-31 0 0,11 26-4 0 0,-89 62 89 0 0,360-169-64 0 0,-114 49-18 0 0,-262 131 476 0 0,339-155-300 0 0,-60 31 1754 0 0,49-35 4233 0 0,73-37-2586 0 0,-17 2-2659 0 0,42-18-910 0 0,8 0 0 0 0,9 0 0 0 0,-4 2 0 0 0,-2 1 0 0 0,0 1 0 0 0,0-1 0 0 0,-1 0 0 0 0,1 1 0 0 0,0 0 0 0 0,0-1 0 0 0,0 1 0 0 0,3 0 0 0 0,22 4-73 0 0,-25-4 64 0 0,0 1 0 0 0,0-1 0 0 0,1 1 0 0 0,-1-1 0 0 0,0 0-1 0 0,0 0 1 0 0,0 0 0 0 0,1 0 0 0 0,-1 0 0 0 0,0-1 0 0 0,0 1 0 0 0,0-1 0 0 0,0 1 0 0 0,0-1 0 0 0,3-1 0 0 0,40-19-150 0 0,-32 16-224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47.2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202 2553 1584 0 0,'-8'-20'15675'0'0,"7"20"-15443"0"0,0-1 0 0 0,1 1 0 0 0,-1 0 0 0 0,0 0 0 0 0,0-1 0 0 0,0 1 0 0 0,0 0 0 0 0,-1 0 0 0 0,1 0 0 0 0,0 0 0 0 0,0 0 0 0 0,0 0 0 0 0,0 0 0 0 0,0 1 0 0 0,0-1 0 0 0,-1 1 0 0 0,-6 2-826 0 0,1 0 1 0 0,-1 1 0 0 0,1-1 0 0 0,-7 7 0 0 0,4-4 2016 0 0,-104 61-1423 0 0,106-64 0 0 0,16-7 0 0 0,-1 1 0 0 0,-9 4 0 0 0,-5 3 0 0 0,8-2 0 0 0,12-1 0 0 0,-5-1 0 0 0,-1-2 0 0 0,-6 1 0 0 0,0 0 0 0 0,0 1 0 0 0,0-1 0 0 0,0 1 0 0 0,1 0 0 0 0,-1-1 0 0 0,0 1 0 0 0,0 0 0 0 0,0 0 0 0 0,1 0 0 0 0,-1-1 0 0 0,2 2 0 0 0,23-2 0 0 0,-21-1 0 0 0,0 3 0 0 0,21 10 0 0 0,-26-12 0 0 0,0 1 0 0 0,0 0 0 0 0,0 0 0 0 0,0 0 0 0 0,0 0 0 0 0,0 0 0 0 0,0 0 0 0 0,0 0 0 0 0,0 0 0 0 0,0 0 0 0 0,0 0 0 0 0,0 0 0 0 0,0 0 0 0 0,0 0 0 0 0,0 0 0 0 0,0 0 0 0 0,0 0 0 0 0,0 0 0 0 0,0 0 0 0 0,0 0 0 0 0,0 0 0 0 0,0-1 0 0 0,0 1 0 0 0,0 0 0 0 0,47-8 0 0 0,-46 8 0 0 0,1-1 0 0 0,-1 1 0 0 0,0 0 0 0 0,1-1 0 0 0,-1 1 0 0 0,1-1 0 0 0,-1 0 0 0 0,0 1 0 0 0,2-2 0 0 0,-2 1 0 0 0,0 0 0 0 0,0 1 0 0 0,0-1 0 0 0,0 1 0 0 0,0-1 0 0 0,0 1 0 0 0,0-1 0 0 0,0 1 0 0 0,0-1 0 0 0,0 1 0 0 0,0 0 0 0 0,0 0 0 0 0,0 0 0 0 0,0-1 0 0 0,0 1 0 0 0,0 0 0 0 0,0 0 0 0 0,0 1 0 0 0,0-1 0 0 0,2 0 0 0 0,4-1 0 0 0,32-13-332 0 0,21-15-4519 0 0,39-32-3466 0 0,-50 30 9813 0 0,229-159-1496 0 0,-200 135 0 0 0,90-66 0 0 0,210-140 0 0 0,54-3 36 0 0,-74 53 33 0 0,-63 39-66 0 0,72-68-3 0 0,-106 68 0 0 0,-165 114 0 0 0,2 5 0 0 0,190-72 0 0 0,224-41 0 0 0,-357 119 0 0 0,173-68 0 0 0,-28 9 0 0 0,-70 25 0 0 0,-197 67 327 0 0,-22 8-378 0 0,1 1 0 0 0,-1 0 0 0 0,1 1 0 0 0,14-3 1 0 0,0 8 510 0 0,0 0-407 0 0,-24-2-82 0 0,0 1 1 0 0,1 0-1 0 0,-1-1 1 0 0,0 1-1 0 0,1 0 1 0 0,-1 0-1 0 0,1 1 1 0 0,-1-1 0 0 0,1 0-1 0 0,-1 1 1 0 0,0-1-1 0 0,1 1 1 0 0,-1 0-1 0 0,4 2 1 0 0,8 8 5794 0 0,-11-8-5526 0 0,-1-2 0 0 0,1 1 1 0 0,0 0-1 0 0,0-1 0 0 0,0 1 0 0 0,0-1 1 0 0,0 0-1 0 0,0 0 0 0 0,1 0 1 0 0,5 1-1 0 0,17 6-453 0 0,-26-8 240 0 0,0 0 0 0 0,0 0 0 0 0,0 0 0 0 0,0 0 0 0 0,0 0 0 0 0,0 0-1 0 0,0 0 1 0 0,0 0 0 0 0,0 0 0 0 0,1 0 0 0 0,-1 0 0 0 0,0 0-1 0 0,0 0 1 0 0,0 1 0 0 0,0-1 0 0 0,0 0 0 0 0,0 0 0 0 0,0 0-1 0 0,0 0 1 0 0,0 0 0 0 0,0 0 0 0 0,0 0 0 0 0,0 0 0 0 0,0 0 0 0 0,0 1-1 0 0,0-1 1 0 0,0 0 0 0 0,0 0 0 0 0,0 0 0 0 0,0 0 0 0 0,0 0-1 0 0,0 0 1 0 0,0 0 0 0 0,0 0 0 0 0,0 1 0 0 0,0-1 0 0 0,0 0 0 0 0,0 0-1 0 0,0 0 1 0 0,0 0 0 0 0,0 0 0 0 0,0 0 0 0 0,0 0 0 0 0,0 0-1 0 0,0 0 1 0 0,0 0 0 0 0,0 1 0 0 0,0-1 0 0 0,0 0 0 0 0,-11 10-721 0 0,-18 18 1581 0 0,24-26 468 0 0,4-1-1290 0 0,-1-1 0 0 0,0 1 0 0 0,1-1 0 0 0,-1 1 0 0 0,1 0 0 0 0,0 0 0 0 0,-1 0 0 0 0,1 0 0 0 0,-2 1 0 0 0,3 0-65 0 0,-8-24-1781 0 0,8 21 1819 0 0,0 0-1 0 0,1 1 1 0 0,-1-1-1 0 0,0 0 1 0 0,1 1 0 0 0,-1-1-1 0 0,1 1 1 0 0,-1-1-1 0 0,1 1 1 0 0,-1-1 0 0 0,1 1-1 0 0,-1-1 1 0 0,1 1-1 0 0,0-1 1 0 0,-1 1-1 0 0,1-1 1 0 0,0 1 0 0 0,-1 0-1 0 0,1 0 1 0 0,0-1-1 0 0,-1 1 1 0 0,1 0-1 0 0,0 0 1 0 0,-1 0 0 0 0,1 0-1 0 0,0 0 1 0 0,0 0-1 0 0,1 0 1 0 0,-2 0 34 0 0,4 0 422 0 0,20 5-381 0 0,-23-5-131 0 0,-2 1-1 0 0,2 0-66 0 0,-1 0 0 0 0,1 0 1 0 0,0 0-1 0 0,-1 0 0 0 0,1 0 0 0 0,-1 0 1 0 0,1 0-1 0 0,-1 0 0 0 0,1 0 0 0 0,-1 1 1 0 0,0-1-1 0 0,0 0 0 0 0,1 0 0 0 0,-1 0 1 0 0,0 0-1 0 0,0 2 0 0 0,0 0 683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47.5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35 1612 0 0,'-9'-16'19107'0'0,"0"10"-19683"0"0,7 5 516 0 0,0 0-1 0 0,0 0 1 0 0,1-1 0 0 0,-1 1-1 0 0,1 0 1 0 0,-1-1 0 0 0,-1-1-1 0 0,3 3 39 0 0,0 0 19 0 0,0 0-1 0 0,0 0 1 0 0,0 0-1 0 0,0 0 0 0 0,0 1 1 0 0,0-1-1 0 0,0 0 1 0 0,0 0-1 0 0,0 0 0 0 0,0 0 1 0 0,0 1-1 0 0,0-1 1 0 0,-1 0-1 0 0,1 0 0 0 0,0 0 1 0 0,0 0-1 0 0,0 0 1 0 0,0 1-1 0 0,0-1 0 0 0,0 0 1 0 0,0 0-1 0 0,0 0 1 0 0,0 0-1 0 0,0 0 0 0 0,-1 0 1 0 0,1 0-1 0 0,0 1 1 0 0,0-1-1 0 0,0 0 0 0 0,0 0 1 0 0,0 0-1 0 0,-1 0 1 0 0,1 0-1 0 0,0 0 0 0 0,0 0 1 0 0,0 0-1 0 0,0 0 1 0 0,0 0-1 0 0,-1 0 0 0 0,1 0 1 0 0,0 0-1 0 0,0 0 1 0 0,0 0-1 0 0,0 0 0 0 0,-1 0 1 0 0,1 0-1 0 0,0 0 1 0 0,0 0-1 0 0,0 0 0 0 0,0 0 1 0 0,0 0-1 0 0,-1 0 1 0 0,1 0-1 0 0,0 0 0 0 0,0 0 1 0 0,0-1-1 0 0,0 1 1 0 0,0 0-1 0 0,0 0 0 0 0,-1 0 1 0 0,1 0-1 0 0,0 0 1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53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410 390 228 0 0,'-31'1'7245'0'0,"-16"-1"-504"0"0,28-1-4018 0 0,-34-5 0 0 0,46 5-2723 0 0,0 0 0 0 0,0 0 0 0 0,0 1 0 0 0,0 0 0 0 0,-1 0 0 0 0,1 1 0 0 0,0-1 0 0 0,0 2 0 0 0,-9 2 0 0 0,5-1 0 0 0,1 2 0 0 0,0-1 0 0 0,0 1 0 0 0,1 1 0 0 0,-13 8 0 0 0,-51 45 0 0 0,48-38 0 0 0,25-21 0 0 0,-1 0 0 0 0,1 1 0 0 0,-1-1 0 0 0,0 0 0 0 0,1 1 0 0 0,-1-1 0 0 0,1 1 0 0 0,-1-1 0 0 0,1 1 0 0 0,-1-1 0 0 0,1 1 0 0 0,0-1 0 0 0,-1 1 0 0 0,1-1 0 0 0,0 1 0 0 0,-1 0 0 0 0,1-1 0 0 0,0 1 0 0 0,0-1 0 0 0,-1 1 0 0 0,1 0 0 0 0,0-1 0 0 0,0 1 0 0 0,0 0 0 0 0,0-1 0 0 0,0 1 0 0 0,0 0 0 0 0,0 0 0 0 0,0-1 0 0 0,0 1 0 0 0,0 0 0 0 0,0-1 0 0 0,1 1 0 0 0,-1 0 0 0 0,0-1 0 0 0,0 1 0 0 0,1-1 0 0 0,-1 1 0 0 0,0 0 0 0 0,1-1 0 0 0,-1 1 0 0 0,1-1 0 0 0,-1 1 0 0 0,0-1 0 0 0,1 1 0 0 0,-1-1 0 0 0,1 1 0 0 0,0-1 0 0 0,-1 0 0 0 0,1 1 0 0 0,-1-1 0 0 0,1 0 0 0 0,0 1 0 0 0,-1-1 0 0 0,2 0 0 0 0,4 3 0 0 0,-1-1 0 0 0,1 0 0 0 0,0 0 0 0 0,9 1 0 0 0,7-1-55 0 0,0-1 0 0 0,0-1 0 0 0,0-1 0 0 0,0-1 0 0 0,31-6-1 0 0,-21 3-295 0 0,0 1 108 0 0,343-55-8187 0 0,-217 28 7445 0 0,381-47 1231 0 0,-329 55-203 0 0,56 0 19 0 0,-21 2-7 0 0,727-63 47 0 0,-756 75-90 0 0,80-6 8 0 0,-153 2 12 0 0,199-23 88 0 0,49-39 299 0 0,-321 63-531 0 0,-46 8 137 0 0,1-1-1 0 0,30-9 1 0 0,-54 13-27 0 0,8-2-143 0 0,-1 0 1 0 0,12-6-1 0 0,-20 8 162 0 0,0 1-1 0 0,0 0 0 0 0,0 0 0 0 0,0 0 0 0 0,0 0 1 0 0,1-1-1 0 0,-1 1 0 0 0,0 0 0 0 0,0 0 0 0 0,0 0 0 0 0,0 0 1 0 0,0-1-1 0 0,0 1 0 0 0,0 0 0 0 0,0 0 0 0 0,0 0 1 0 0,0 0-1 0 0,0-1 0 0 0,0 1 0 0 0,-1 0 0 0 0,1 0 1 0 0,0 0-1 0 0,0 0 0 0 0,0-1 0 0 0,0 1 0 0 0,0 0 1 0 0,0 0-1 0 0,0 0 0 0 0,0 0 0 0 0,0 0 0 0 0,-1-1 0 0 0,1 1 1 0 0,0 0-1 0 0,0 0 0 0 0,0 0 0 0 0,0 0 0 0 0,0 0 1 0 0,0 0-1 0 0,-1 0 0 0 0,1 0 0 0 0,0 0 0 0 0,0 0 1 0 0,0-1-1 0 0,0 1 0 0 0,-1 0 0 0 0,1 0 0 0 0,0 0 1 0 0,0 0-1 0 0,0 0 0 0 0,-1 0 0 0 0,1 0 0 0 0,-11-3-184 0 0,-2 3 48 0 0,1 0 1 0 0,-1 1 0 0 0,1 1 0 0 0,-18 3 0 0 0,7 0 90 0 0,-278 70 1666 0 0,172-39-979 0 0,-772 198-2863 0 0,538-121 2205 0 0,99-27 0 0 0,-101 27 31 0 0,227-70-31 0 0,-245 112 11 0 0,370-149 3 0 0,-454 193-62 0 0,463-198 51 0 0,-160 71 2698 0 0,131-56 806 0 0,-38 12 0 0 0,13-6-3669 0 0,45-16 147 0 0,8-3 18 0 0,-1-1-1 0 0,0 1 0 0 0,1-1 0 0 0,-1 0 0 0 0,0-1 0 0 0,-8 2 0 0 0,27-3-2 0 0,0 0 0 0 0,0-1 0 0 0,0-1 0 0 0,24-5 0 0 0,277-60-617 0 0,-120 31-1627 0 0,186-31-1189 0 0,-30 6 919 0 0,-198 33 2492 0 0,158-10 0 0 0,-69 15 34 0 0,99-5 8 0 0,-203 17 501 0 0,171-35 1 0 0,-301 45-699 0 0,86-17 463 0 0,46-11 6313 0 0,-109 23-6242 0 0,1 1-1 0 0,59-2 0 0 0,-128 17-356 0 0,-289 82-2 0 0,-33 8-103 0 0,290-84-464 0 0,-262 71-5203 0 0,257-64 4965 0 0,-133 38-762 0 0,49-19 1562 0 0,-268 74-22 0 0,108-1 802 0 0,176-60 3465 0 0,-17 7-389 0 0,122-47-3849 0 0,23-9 0 0 0,0 0 0 0 0,0 1 0 0 0,-13 9 0 0 0,25-14 0 0 0,1-1 0 0 0,0 1 0 0 0,-1-1 0 0 0,1 0 0 0 0,0 0 0 0 0,-1 0 0 0 0,0 0 0 0 0,-4 1 0 0 0,25-2 0 0 0,0-1 0 0 0,34-6 0 0 0,197-47 0 0 0,72-4-1075 0 0,14-5 797 0 0,-237 39 567 0 0,222-52-1034 0 0,4 19-6130 0 0,-250 47 7486 0 0,236-35-299 0 0,-292 42-187 0 0,53-11 2049 0 0,-25 0 2471 0 0,-37 8-4166 0 0,-9 6-473 0 0,0 0 0 0 0,0 0-1 0 0,0 0 1 0 0,0 0 0 0 0,0 0 0 0 0,0 0 0 0 0,0 0 0 0 0,0 0-1 0 0,0 0 1 0 0,0-1 0 0 0,0 1 0 0 0,0 0 0 0 0,0 0 0 0 0,0 0-1 0 0,0 0 1 0 0,0 0 0 0 0,0 0 0 0 0,0 0 0 0 0,0 0-1 0 0,0 0 1 0 0,0 0 0 0 0,0 0 0 0 0,1 0 0 0 0,-1 0 0 0 0,0 0-1 0 0,0 0 1 0 0,0 0 0 0 0,0 0 0 0 0,0 0 0 0 0,0 0 0 0 0,0 0-1 0 0,0 0 1 0 0,0 0 0 0 0,0 0 0 0 0,0-1 0 0 0,0 1 0 0 0,0 0-1 0 0,0 0 1 0 0,0 0 0 0 0,0 0 0 0 0,-1 0 0 0 0,1 0-1 0 0,0 0 1 0 0,0 0 0 0 0,0 0 0 0 0,0 0 0 0 0,0 0 0 0 0,0 0-1 0 0,0 0 1 0 0,0 0 0 0 0,0 0 0 0 0,0 0 0 0 0,0 0 0 0 0,0 0-1 0 0,0 0 1 0 0,0 0 0 0 0,0 0 0 0 0,0 0 0 0 0,0 0 0 0 0,0 0-1 0 0,0 0 1 0 0,0 0 0 0 0,0 0 0 0 0,0 0 0 0 0,0 0-1 0 0,0 0 1 0 0,0 0 0 0 0,-1 0 0 0 0,-9 2-70 0 0,-130 30 127 0 0,15-4-774 0 0,-120 54 618 0 0,-173 70-7954 0 0,-10 2 8047 0 0,422-151 0 0 0,-185 84 0 0 0,172-78 1464 0 0,1 0 1 0 0,-1-2 0 0 0,-1 0 0 0 0,0-1-1 0 0,-35 6 1 0 0,43-10-1465 0 0,0 0 0 0 0,0 1 0 0 0,-17 6 0 0 0,11-5 0 0 0,12-3 0 0 0,14-6 0 0 0,28-6-1268 0 0,1 1 1 0 0,0 1-1 0 0,39-3 0 0 0,-26 4-591 0 0,57-16 1 0 0,-52 7 1858 0 0,104-32 0 0 0,87-20 39 0 0,5 17-69 0 0,-146 32-57 0 0,-97 18 145 0 0,60-10 1710 0 0,-23 9 3319 0 0,-82 15-3134 0 0,-55 24-1896 0 0,25-8-712 0 0,-116 33-1116 0 0,57-29-4616 0 0,-84 29 5574 0 0,174-49 826 0 0,26-9 360 0 0,1 0 0 0 0,-1 1 1 0 0,1 0-1 0 0,0 0 1 0 0,0 1-1 0 0,-13 10 1 0 0,21-15-333 0 0,1 1 1 0 0,0-1 0 0 0,-1 0-1 0 0,1 0 1 0 0,0 1-1 0 0,-1-1 1 0 0,1 0 0 0 0,0 0-1 0 0,0 1 1 0 0,-1-1 0 0 0,1 0-1 0 0,0 1 1 0 0,0-1-1 0 0,0 0 1 0 0,-1 1 0 0 0,1-1-1 0 0,0 1 1 0 0,0-1 0 0 0,0 0-1 0 0,0 1 1 0 0,0-1-1 0 0,0 1 1 0 0,0-1 0 0 0,0 0-1 0 0,0 1 1 0 0,0-1 0 0 0,0 1-1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55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1180 0 0,'0'6'17819'0'0,"0"2"-17164"0"0,0-7-673 0 0,3 1 36 0 0,13 8-12 0 0,-12-6-6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55.7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62 460 0 0,'-2'-19'17727'0'0,"0"9"-15444"0"0,-11-12-3093 0 0,13 21 810 0 0,-1 0 0 0 0,1 1 0 0 0,0-1 0 0 0,-1 1 0 0 0,1-1 0 0 0,0 1 0 0 0,-1-1 0 0 0,1 1 0 0 0,0-1 0 0 0,-1 1 0 0 0,1-1 0 0 0,-1 1 0 0 0,1-1 0 0 0,-1 1 0 0 0,0 0 0 0 0,1-1 0 0 0,-1 1 0 0 0,1 0 0 0 0,-1-1 0 0 0,1 1 0 0 0,-1 0 0 0 0,0 0 0 0 0,1 0 0 0 0,-1 0 0 0 0,0 0 0 0 0,1 0 0 0 0,-1-1 0 0 0,0 1 0 0 0,1 1 0 0 0,-1-1 0 0 0,1 0 0 0 0,-1 0 0 0 0,-1 0 0 0 0,-20 8 0 0 0,21-7 0 0 0,1-1 0 0 0,0 0 0 0 0,0 0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0,-2 3 0 0 0,1 0 0 0 0,-1 0 0 0 0,1 0 0 0 0,-1 0 0 0 0,1 0 0 0 0,0 1 0 0 0,0-1 0 0 0,1 0 0 0 0,-1 1 0 0 0,1-1 0 0 0,0 1 0 0 0,0-1 0 0 0,0 5 0 0 0,-1 11 0 0 0,-3 25-377 0 0,4 24-6072 0 0,0-34 4035 0 0,3 39 2539 0 0,-1-42-23 0 0,-2 0 0 0 0,-5 53 1 0 0,4-69-38 0 0,0 0 0 0 0,1 0 0 0 0,4 29 1 0 0,-2-29 21 0 0,-1-1 1 0 0,0 0 0 0 0,-1 1-1 0 0,-2 17 1 0 0,1-30-57 0 0,1 1 1 0 0,-1 0-1 0 0,1-1 0 0 0,0 1 1 0 0,0-1-1 0 0,0 1 0 0 0,6 10 2971 0 0,-6-13-2790 0 0,1 0 1 0 0,-1 1-1 0 0,1-1 0 0 0,-1 0 0 0 0,1 0 0 0 0,0 0 1 0 0,-1 1-1 0 0,1-1 0 0 0,-1 0 0 0 0,1 0 0 0 0,-1 0 1 0 0,1 0-1 0 0,0 0 0 0 0,-1 0 0 0 0,1 0 0 0 0,-1 0 1 0 0,1 0-1 0 0,-1 0 0 0 0,1 0 0 0 0,0-1 0 0 0,-1 1 1 0 0,1 0-1 0 0,0-1-220 0 0,0 1 0 0 0,-1 0 0 0 0,1-1 0 0 0,0 1 0 0 0,-1 0 0 0 0,1-1 0 0 0,-1 1 0 0 0,1-1 0 0 0,0 1 0 0 0,-1-1 1 0 0,1 1-1 0 0,-1-1 0 0 0,0 1 0 0 0,1-1 0 0 0,-1 0 0 0 0,1 1 0 0 0,-1-1 0 0 0,0 1 0 0 0,1-1 0 0 0,-1 0 0 0 0,0 1 0 0 0,0-1 0 0 0,0 0 0 0 0,0 0 0 0 0,1 1 1 0 0,-1-1-1 0 0,0 0 0 0 0,0-1 0 0 0,-3-20-341 0 0,0 10-1949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8:56.5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219 78 684 0 0,'0'-9'5357'0'0,"-1"-27"4981"0"0,1 34-10085 0 0,0-1-1 0 0,-1 1 0 0 0,1 0 1 0 0,-1 0-1 0 0,0 0 1 0 0,1-1-1 0 0,-1 1 0 0 0,0 0 1 0 0,0 0-1 0 0,0 0 0 0 0,-1 0 1 0 0,-1-2-1 0 0,3 3-252 0 0,-1 1 0 0 0,1 0 0 0 0,-1 0 0 0 0,1-1 0 0 0,-1 1 0 0 0,1 0 0 0 0,0 0 0 0 0,-1 0 0 0 0,1-1 0 0 0,-1 1 0 0 0,1 0 0 0 0,-1 0 0 0 0,1 0 0 0 0,-1 0 0 0 0,1 0 0 0 0,-1 0 0 0 0,1 0 0 0 0,-1 0 0 0 0,1 0 0 0 0,-1 0 0 0 0,1 0 0 0 0,-1 1 0 0 0,1-1 0 0 0,-1 0 0 0 0,1 0 0 0 0,-1 0 0 0 0,1 1 0 0 0,0-1 0 0 0,-1 0 0 0 0,1 0 0 0 0,-1 1 0 0 0,1-1 0 0 0,0 0 0 0 0,-1 1 0 0 0,1-1 0 0 0,0 0 0 0 0,-1 1 0 0 0,1-1 0 0 0,0 1 0 0 0,0-1 0 0 0,-1 1 0 0 0,1-1 0 0 0,0 0 0 0 0,0 2 0 0 0,-13 24 0 0 0,11-20 0 0 0,0-2-87 0 0,-35 70-2892 0 0,29-60 152 0 0,-15 18-1 0 0,-18 12-801 0 0,30-34 3914 0 0,1 1 1 0 0,0 0-1 0 0,-14 21 1 0 0,18-24-188 0 0,13-20 6 0 0,1 0-265 0 0,-1 1 324 0 0,0 0 0 0 0,1 1 0 0 0,12-14 0 0 0,-12 17-55 0 0,72-69 395 0 0,-67 62-435 0 0,0-1-1 0 0,-1 0 1 0 0,16-28 0 0 0,-17 27-2498 0 0,-10 15 2868 0 0,0 0 0 0 0,1-1 0 0 0,-1 1-1 0 0,0 0 1 0 0,1 0 0 0 0,-1 0 0 0 0,1 0 0 0 0,0 0 0 0 0,-1 0 0 0 0,3 0 0 0 0,-2 0 158 0 0,0 1 1 0 0,-1-1 0 0 0,1 1 0 0 0,0 0 0 0 0,0 0 0 0 0,-1 0 0 0 0,1 0 0 0 0,0 0 0 0 0,0 0 0 0 0,2 1 0 0 0,14 6 83 0 0,-12-4-679 0 0,0 1 0 0 0,0 0 0 0 0,0 1 0 0 0,0-1-1 0 0,-1 1 1 0 0,10 10 0 0 0,24 37-37 0 0,-22-28-73 0 0,2 3-1036 0 0,17 22-5524 0 0,-18-29 6198 0 0,-14-12 481 0 0,-3-8-24 0 0,-1 1 0 0 0,0 0 0 0 0,0-1 0 0 0,1 1 0 0 0,-1 0 0 0 0,1-1 0 0 0,-1 1 0 0 0,0 0 0 0 0,1-1 0 0 0,-1 1 0 0 0,1-1 0 0 0,0 1 0 0 0,-1-1 0 0 0,1 1 0 0 0,1 0-214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04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0 876 0 0,'-9'15'18784'0'0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07.2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142 217 2072 0 0,'-41'7'8345'0'0,"-10"3"-1302"0"0,1-6-4843 0 0,65-5-2200 0 0,26-6 0 0 0,-3 0 0 0 0,126-12 51 0 0,198-33-4829 0 0,8-9-1408 0 0,68 22 6539 0 0,-44 9 42 0 0,-385 30-89 0 0,-3 0 96 0 0,0 0 1 0 0,0-1-1 0 0,0 0 1 0 0,-1 0 0 0 0,1 0-1 0 0,0-1 1 0 0,-1 1-1 0 0,9-5 1 0 0,-14 6-386 0 0,0 0 0 0 0,0 0 0 0 0,0 0 0 0 0,0 0 0 0 0,1 0 0 0 0,-1-1 1 0 0,0 1-1 0 0,0 0 0 0 0,0 0 0 0 0,0 0 0 0 0,0 0 0 0 0,0 0 0 0 0,0 0 0 0 0,0 0 0 0 0,0 0 0 0 0,0 0 1 0 0,0 0-1 0 0,0 0 0 0 0,0 0 0 0 0,0-1 0 0 0,0 1 0 0 0,0 0 0 0 0,0 0 0 0 0,0 0 0 0 0,0 0 0 0 0,0 0 0 0 0,0 0 1 0 0,-1 0-1 0 0,1 0 0 0 0,0 0 0 0 0,0 0 0 0 0,0 0 0 0 0,0 0 0 0 0,0 0 0 0 0,0-1 0 0 0,0 1 0 0 0,0 0 1 0 0,0 0-1 0 0,0 0 0 0 0,0 0 0 0 0,0 0 0 0 0,0 0 0 0 0,0 0 0 0 0,0 0 0 0 0,0 0 0 0 0,-1 0 0 0 0,1 0 0 0 0,0 0 1 0 0,0 0-1 0 0,0 0 0 0 0,0 0 0 0 0,0 0 0 0 0,0 0 0 0 0,0 0 0 0 0,0 0 0 0 0,0 0 0 0 0,-10-3 2127 0 0,-8 1 974 0 0,4 3-3158 0 0,0 0 0 0 0,1 1 0 0 0,-1 1 0 0 0,-25 8 0 0 0,0 1-83 0 0,27-10 188 0 0,0 0-1 0 0,0 0 1 0 0,0-1 0 0 0,-15 0-1 0 0,25-1-64 0 0,1 0 0 0 0,0 0 0 0 0,1-1 0 0 0,-1 1 0 0 0,0 0 0 0 0,0 0 0 0 0,1 0 0 0 0,-1 0 0 0 0,0 1 0 0 0,0-1 0 0 0,1 0 0 0 0,-1 0 0 0 0,0 0 0 0 0,0 0 0 0 0,1 1 0 0 0,-1-1 0 0 0,-1 1 0 0 0,2 0 0 0 0,0-1 0 0 0,0 1 0 0 0,1-1 0 0 0,-1 0 0 0 0,0 0 0 0 0,0 0 0 0 0,0 0 0 0 0,0 0 0 0 0,0 0 0 0 0,1 1 0 0 0,-1-1 0 0 0,0 0 0 0 0,0 0 0 0 0,0 0 0 0 0,0 0 0 0 0,0 0 0 0 0,0 1 0 0 0,0-1 0 0 0,0 0 0 0 0,0 0 0 0 0,0 0 0 0 0,1 1 0 0 0,-1-1 0 0 0,0 0 0 0 0,0 0 0 0 0,0 0 0 0 0,0 0 0 0 0,0 1 0 0 0,0-1 0 0 0,0 0 0 0 0,-1 0 0 0 0,1 0 0 0 0,0 1 0 0 0,0-1 0 0 0,0 0 0 0 0,0 0 0 0 0,0 0 0 0 0,0 0 0 0 0,0 1 0 0 0,0-1 0 0 0,-1 2 0 0 0,1 0 0 0 0,-1 1 0 0 0,0-1 0 0 0,1 0 0 0 0,-1 0 0 0 0,0 0 0 0 0,0 0 0 0 0,0 0 0 0 0,-1 0 0 0 0,1 0 0 0 0,0 0 0 0 0,-1-1 0 0 0,1 1 0 0 0,-1 0 0 0 0,0-1 0 0 0,0 1 0 0 0,1-1 0 0 0,-4 2 0 0 0,-21 10-324 0 0,0 0-1 0 0,-37 10 0 0 0,-60 13-1992 0 0,101-30 1886 0 0,-335 74-6190 0 0,13-3 6140 0 0,225-46 1203 0 0,116-31-699 0 0,0 1 0 0 0,0 0 0 0 0,0 1 0 0 0,0-1 0 0 0,0 0 0 0 0,1 1 0 0 0,-1 0 0 0 0,1-1 0 0 0,-1 1 0 0 0,1 0 0 0 0,-1 0 0 0 0,1 1 0 0 0,-4 4 0 0 0,5-6-9 0 0,1 1 0 0 0,-1-1 0 0 0,0 1 0 0 0,1 0 0 0 0,-1-1 0 0 0,1 1 0 0 0,-1-1-1 0 0,1 1 1 0 0,0 0 0 0 0,0 0 0 0 0,0-1 0 0 0,0 1 0 0 0,0 0 0 0 0,0-1 0 0 0,0 1 0 0 0,1 0 0 0 0,-1-1 0 0 0,0 1 0 0 0,1 0 0 0 0,0-1 0 0 0,-1 1-1 0 0,1-1 1 0 0,0 1 0 0 0,0-1 0 0 0,0 1 0 0 0,1 1 0 0 0,-2-3-56 0 0,0 1-1 0 0,0-1 1 0 0,1 1-1 0 0,-1-1 1 0 0,0 1 0 0 0,1-1-1 0 0,-1 1 1 0 0,1-1-1 0 0,-1 0 1 0 0,1 1-1 0 0,-1-1 1 0 0,0 1 0 0 0,1-1-1 0 0,-1 0 1 0 0,1 0-1 0 0,0 1 1 0 0,-1-1-1 0 0,1 0 1 0 0,-1 0 0 0 0,1 1-1 0 0,0-1 1 0 0,-2-2-92 0 0,-7 0 421 0 0,-56-12-2030 0 0,46 9 2962 0 0,15 4-1002 0 0,0 0-1 0 0,0 0 1 0 0,0 0-1 0 0,0 0 1 0 0,0 0 0 0 0,-5 1-1 0 0,112-6-3198 0 0,53-15 5545 0 0,-87 11-3213 0 0,77-12-433 0 0,141-17 1498 0 0,-277 37-396 0 0,596-53 457 0 0,-210 29 125 0 0,-357 19-601 0 0,-64 4 379 0 0,-15 5 2480 0 0,1 2 0 0 0,-68 16 1 0 0,32-5-2242 0 0,-117 20-1003 0 0,-566 126-11195 0 0,677-140 11577 0 0,-101 40 1 0 0,98-34 2 0 0,10-5 0 0 0,-146 61 148 0 0,169-69 282 0 0,29-8 712 0 0,-28 12 3982 0 0,58-17-2762 0 0,15-4-579 0 0,-20 2-1620 0 0,211-31 160 0 0,-56 12-2768 0 0,27-3-805 0 0,-71 11 1208 0 0,61-4-117 0 0,-45 7 2179 0 0,453-27 273 0 0,-345 12-279 0 0,-109 8-2 0 0,24-7 2038 0 0,-127 20 476 0 0,-48 4 2417 0 0,-14 3-3720 0 0,-19 3-1676 0 0,-136 18-697 0 0,153-18 288 0 0,-512 97-7618 0 0,186-21 8297 0 0,145-34 313 0 0,-244 70 296 0 0,348-80 574 0 0,106-36-898 0 0,-7 2 4499 0 0,26-11-139 0 0,12 1-4694 0 0,-11 3 439 0 0,223-51-778 0 0,211-21-1362 0 0,-440 73 1871 0 0,173-24-2786 0 0,231-23-1442 0 0,44 1 4322 0 0,-360 30-13 0 0,70-10 31 0 0,-140 24 28 0 0,-10 2 61 0 0,0 0 1 0 0,0-2 0 0 0,0 1 0 0 0,-1-2-1 0 0,16-5 1 0 0,-29 9-38 0 0,0 0-1 0 0,1 0 1 0 0,-1-1 0 0 0,0 1 0 0 0,1 0-1 0 0,-1 0 1 0 0,0 0 0 0 0,1 0 0 0 0,-1 0-1 0 0,0-1 1 0 0,1 1 0 0 0,-1 0 0 0 0,0 0-1 0 0,0 0 1 0 0,1-1 0 0 0,-1 1 0 0 0,0 0-1 0 0,0-1 1 0 0,0 1 0 0 0,1 0 0 0 0,-1 0 0 0 0,0-1-1 0 0,0 1 1 0 0,0 0 0 0 0,0-1 0 0 0,0 1-1 0 0,0 0 1 0 0,0-1 0 0 0,0 1 0 0 0,1 0-1 0 0,-1-1 1 0 0,0 1 0 0 0,-1-1 0 0 0,1 0 117 0 0,0 1 0 0 0,-1-1 1 0 0,1 0-1 0 0,-1 0 1 0 0,1 1-1 0 0,-1-1 1 0 0,0 1-1 0 0,1-1 1 0 0,-1 0-1 0 0,0 1 0 0 0,1-1 1 0 0,-2 0-1 0 0,-26-11 2156 0 0,20 10-2375 0 0,-1 0 0 0 0,1 1 0 0 0,-1 1 0 0 0,1-1 0 0 0,-1 1 0 0 0,-13 2 0 0 0,11-1 0 0 0,1-1 0 0 0,-1 0 0 0 0,-20-2 0 0 0,23 0 0 0 0,-1 2 0 0 0,1-1 0 0 0,-1 1 0 0 0,1 0 0 0 0,-13 3 0 0 0,-45 11 0 0 0,8-2 0 0 0,-118 8 0 0 0,121-10 0 0 0,21-3 0 0 0,26-5 0 0 0,7-1 0 0 0,0-1 0 0 0,0 1 0 0 0,0-1 0 0 0,-1 0 0 0 0,1 1 0 0 0,0-1 0 0 0,0 0 0 0 0,-1 0 0 0 0,1 0 0 0 0,0 1 0 0 0,0-1 0 0 0,-1-1 0 0 0,1 1 0 0 0,-3 0 0 0 0,18 2-192 0 0,-5-1 384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08.0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46 2764 0 0,'-10'-12'11873'0'0,"6"10"-10794"0"0,-17-6 2801 0 0,17 8-3873 0 0,0-1 0 0 0,0 1 0 0 0,-1-1 1 0 0,1 1-1 0 0,0 0 0 0 0,0 1 0 0 0,-1-1 0 0 0,-3 2 0 0 0,4-1-7 0 0,0 1 0 0 0,1 0 0 0 0,-1 0 0 0 0,1 0 0 0 0,-1 0 0 0 0,1 1 0 0 0,0-1 0 0 0,0 1 0 0 0,0 0 0 0 0,1 0 0 0 0,-1 0 0 0 0,0 0 0 0 0,1 0 0 0 0,0 1 0 0 0,0-1 0 0 0,0 1 0 0 0,0-1 0 0 0,1 1 0 0 0,-1 0 0 0 0,1-1 0 0 0,0 1 0 0 0,0 0 0 0 0,0 0 0 0 0,0 7 0 0 0,1-7 0 0 0,-1 0 0 0 0,1 0 0 0 0,0 0 0 0 0,0 0 0 0 0,0 0 0 0 0,1 0 0 0 0,-1 0 0 0 0,1 0 0 0 0,0 0 0 0 0,0 0 0 0 0,0-1 0 0 0,1 1 0 0 0,-1 0 0 0 0,1-1 0 0 0,0 1 0 0 0,0-1 0 0 0,0 1 0 0 0,0-1 0 0 0,1 0 0 0 0,-1 0 0 0 0,1 0 0 0 0,0 0 0 0 0,0 0 0 0 0,6 3 0 0 0,-6-4 0 0 0,0-1 0 0 0,1 0 0 0 0,-1 0 0 0 0,0 0 0 0 0,1 0 0 0 0,-1 0 0 0 0,1-1 0 0 0,-1 0 0 0 0,1 0 0 0 0,-1 0 0 0 0,1 0 0 0 0,-1 0 0 0 0,1 0 0 0 0,-1-1 0 0 0,0 0 0 0 0,1 0 0 0 0,-1 0 0 0 0,0 0 0 0 0,1 0 0 0 0,-1-1 0 0 0,0 1 0 0 0,0-1 0 0 0,0 0 0 0 0,5-4 0 0 0,-4 2 0 0 0,1 1 0 0 0,-1-1 0 0 0,0 0 0 0 0,-1 0 0 0 0,1 0 0 0 0,-1 0 0 0 0,0-1 0 0 0,0 1 0 0 0,0-1 0 0 0,-1 0 0 0 0,1 0 0 0 0,-1 0 0 0 0,0 0 0 0 0,-1-1 0 0 0,2-7 0 0 0,-2 5 0 0 0,0 0 0 0 0,-1 0 0 0 0,0 0 0 0 0,0 0 0 0 0,-4-14 0 0 0,4 20 0 0 0,0-1 0 0 0,-1 1 0 0 0,0 0 0 0 0,0-1 0 0 0,0 1 0 0 0,0-1 0 0 0,0 1 0 0 0,0 0 0 0 0,0 0 0 0 0,-1 0 0 0 0,1 0 0 0 0,-1 0 0 0 0,0 0 0 0 0,0 0 0 0 0,1 0 0 0 0,-1 1 0 0 0,0-1 0 0 0,0 1 0 0 0,-1-1 0 0 0,1 1 0 0 0,0 0 0 0 0,-3-2 0 0 0,3 3 0 0 0,0 0 0 0 0,0 0 0 0 0,0 0 0 0 0,1 0 0 0 0,-1 0 0 0 0,0 0 0 0 0,0 1 0 0 0,0-1 0 0 0,0 1 0 0 0,1-1 0 0 0,-1 1 0 0 0,0-1 0 0 0,1 1 0 0 0,-1 0 0 0 0,0 0 0 0 0,1 0 0 0 0,-1 0 0 0 0,1 0 0 0 0,-1 0 0 0 0,1 1 0 0 0,0-1 0 0 0,-1 0 0 0 0,1 1 0 0 0,0-1 0 0 0,-2 3 0 0 0,-2 4 0 0 0,-1 0 0 0 0,1 0 0 0 0,-6 14 0 0 0,8-17-42 0 0,1 0-1 0 0,0 0 1 0 0,0 1-1 0 0,1-1 1 0 0,0 1-1 0 0,0-1 1 0 0,0 1-1 0 0,0 10 1 0 0,1-14-170 0 0,0 0 0 0 0,0 0 0 0 0,1 0 0 0 0,-1 0 0 0 0,1 0 0 0 0,-1 0 0 0 0,1 0 0 0 0,0 0 0 0 0,-1 0 1 0 0,1-1-1 0 0,0 1 0 0 0,0 0 0 0 0,1 0 0 0 0,-1-1 0 0 0,0 1 0 0 0,0 0 0 0 0,1-1 0 0 0,-1 0 0 0 0,1 1 1 0 0,0-1-1 0 0,-1 0 0 0 0,1 0 0 0 0,0 1 0 0 0,0-1 0 0 0,-1-1 0 0 0,1 1 0 0 0,3 1 0 0 0,-1-1 458 0 0,0 0 0 0 0,1-1-1 0 0,-1 1 1 0 0,0-1 0 0 0,0 0-1 0 0,0 0 1 0 0,0-1 0 0 0,1 1-1 0 0,-1-1 1 0 0,0 0 0 0 0,0 0-1 0 0,0 0 1 0 0,0-1 0 0 0,0 1 0 0 0,6-5-1 0 0,-8 6-189 0 0,-1-1-1 0 0,1 0 1 0 0,-1 0-1 0 0,0 0 1 0 0,1 0-1 0 0,-1 0 0 0 0,0 0 1 0 0,0 0-1 0 0,0 0 1 0 0,0-1-1 0 0,0 1 1 0 0,0 0-1 0 0,0-1 1 0 0,0 1-1 0 0,0 0 1 0 0,0-1-1 0 0,-1 1 1 0 0,1-1-1 0 0,-1 0 1 0 0,1 1-1 0 0,-1-1 0 0 0,0 1 1 0 0,0-1-1 0 0,1 0 1 0 0,-1 1-1 0 0,0-1 1 0 0,0 0-1 0 0,-1 1 1 0 0,1-1-1 0 0,0 1 1 0 0,0-1-1 0 0,-1 0 1 0 0,1 1-1 0 0,-1-1 1 0 0,1 1-1 0 0,-1-1 0 0 0,0 1 1 0 0,0-1-1 0 0,0 1 1 0 0,0 0-1 0 0,0-1 1 0 0,-1 0-1 0 0,-2-4-220 0 0,-1 1 0 0 0,0 0 0 0 0,0 1 0 0 0,-1-1 0 0 0,1 1-1 0 0,-1 0 1 0 0,0 1 0 0 0,0-1 0 0 0,-11-4 0 0 0,11 6-290 0 0,-1-1-1 0 0,1 1 1 0 0,0 1 0 0 0,0-1-1 0 0,-1 1 1 0 0,1 0 0 0 0,-1 0-1 0 0,1 1 1 0 0,-1 0 0 0 0,-9 1-1 0 0,14-1 305 0 0,0 1-1 0 0,1-1 0 0 0,-1 1 0 0 0,0-1 1 0 0,1 1-1 0 0,-1-1 0 0 0,1 1 0 0 0,-1 0 1 0 0,1 0-1 0 0,-1 0 0 0 0,1 0 0 0 0,-1 0 1 0 0,1 0-1 0 0,-2 1 0 0 0,-4 11-3672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24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1 848 0 0,'-14'3'12924'0'0,"-1"4"-8232"0"0,-9 2-3496 0 0,16-7-1196 0 0,0 0 0 0 0,0 0 0 0 0,1 0 0 0 0,-14 7 0 0 0,-9 8 0 0 0,21-14 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25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103 1 832 0 0,'-17'12'18493'0'0,"15"-11"-18158"0"0,-3 3-335 0 0,-2 2 0 0 0,0 0 0 0 0,0 0 0 0 0,1 0 0 0 0,0 1 0 0 0,0 0 0 0 0,1 0 0 0 0,-7 11 0 0 0,-8 13 0 0 0,17-23 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25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251 0 960 0 0,'-43'42'15555'0'0,"11"-13"-11165"0"0,-2 0-3995 0 0,-37 22-3522 0 0,19-21 4614 0 0,33-22-1487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41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14 960 0 0,'26'-12'17737'0'0,"-20"11"-16774"0"0,-41 12-963 0 0,31-9 0 0 0,0 0 0 0 0,0-1 0 0 0,-1 0 0 0 0,1 0 0 0 0,0 0 0 0 0,0-1 0 0 0,-1 1 0 0 0,1-1 0 0 0,0 0 0 0 0,-1-1 0 0 0,1 1 0 0 0,0-1 0 0 0,-7-1 0 0 0,7 1 0 0 0,-15-4 0 0 0,13 8 0 0 0,7 7 0 0 0,-3-3 0 0 0,-10 17-681 0 0,-2-1-1 0 0,-18 22 1 0 0,20-25-1463 0 0,7-10 1762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41.9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1 820 0 0,'-6'11'9638'0'0,"6"-10"-9294"0"0,7 17 6553 0 0,6-1-3637 0 0,-3-4-4559 0 0,-4-9 1299 0 0,0 1 0 0 0,0-1 0 0 0,0 0 0 0 0,0 0 0 0 0,1-1 0 0 0,-1 1 0 0 0,14 3 0 0 0,-3-1 0 0 0,36 5 0 0 0,-50-10 0 0 0,-1-1 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42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516 8 864 0 0,'-28'5'17198'0'0,"12"-7"-14289"0"0,-8-3-3872 0 0,17 3 876 0 0,0 1 0 0 0,0 0 0 0 0,-10-1 0 0 0,15 3 103 0 0,-1 0 0 0 0,1-1-1 0 0,0 1 1 0 0,-1 0 0 0 0,1 0 0 0 0,0 1-1 0 0,0-1 1 0 0,0 0 0 0 0,0 1 0 0 0,-2 1-1 0 0,-10 6-2672 0 0,-11 3-1723 0 0,17-9 2480 0 0,0 1 0 0 0,-1 0 0 0 0,2 1 0 0 0,-1 0-1 0 0,-14 11 1 0 0,-5 11 1941 0 0,1 2 0 0 0,-25 37 1 0 0,27-34-65 0 0,-4 4 20 0 0,1 2 1 0 0,3 1 0 0 0,-40 81-1 0 0,62-113 23 0 0,0 0-1 0 0,0 0 1 0 0,0 0-1 0 0,1 0 1 0 0,0 1-1 0 0,0-1 1 0 0,1 0-1 0 0,0 0 1 0 0,2 13-1 0 0,-2-15 16 0 0,1 0-1 0 0,0 0 0 0 0,0 0 0 0 0,1 0 1 0 0,0 0-1 0 0,-1-1 0 0 0,2 1 0 0 0,-1 0 1 0 0,0-1-1 0 0,1 0 0 0 0,0 1 0 0 0,0-1 1 0 0,0-1-1 0 0,7 8 0 0 0,-1-4-31 0 0,1-1-1 0 0,13 7 0 0 0,-7 25 14919 0 0,7-45-22111 0 0,-6 4 10592 0 0,-14 2-3673 0 0,-3 1 309 0 0,1 0-1 0 0,-1 1 1 0 0,0-1-1 0 0,0 0 1 0 0,0 0-1 0 0,0 0 1 0 0,1 0-1 0 0,-1 0 1 0 0,0 0 0 0 0,0 1-1 0 0,0-1 1 0 0,0 0-1 0 0,1 0 1 0 0,-1 0-1 0 0,0 1 1 0 0,0-1-1 0 0,0 0 1 0 0,0 0-1 0 0,0 0 1 0 0,0 1-1 0 0,0-1 1 0 0,0 0-1 0 0,0 0 1 0 0,0 0 0 0 0,0 1-1 0 0,0-1 1 0 0,0 0-1 0 0,0 0 1 0 0,0 1-1 0 0,0-1 1 0 0,0 0-1 0 0,0 0 1 0 0,0 0-1 0 0,0 1 1 0 0,0-1-1 0 0,0 0 1 0 0,0 0 0 0 0,0 1-1 0 0,-5 30 5095 0 0,4-24-5132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43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526 40 1380 0 0,'-5'-40'15448'0'0,"-12"50"-14852"0"0,-49 23 490 0 0,-101 37 1 0 0,62-29-1024 0 0,67-27-63 0 0,25-10 0 0 0,0 1 0 0 0,0 1 0 0 0,1 0 0 0 0,-14 8 0 0 0,23-11 0 0 0,-1 0 0 0 0,0 0 0 0 0,1 0 0 0 0,0 1 0 0 0,-1-1 0 0 0,2 1 0 0 0,-1-1 0 0 0,0 1 0 0 0,1 0 0 0 0,-1 0 0 0 0,1 1 0 0 0,0-1 0 0 0,0 0 0 0 0,1 1 0 0 0,0-1 0 0 0,-2 6 0 0 0,1 1 0 0 0,0-1 0 0 0,1 0 0 0 0,0 0 0 0 0,1 1 0 0 0,0-1 0 0 0,2 11 0 0 0,-2-18 0 0 0,1 0 0 0 0,-1 0 0 0 0,1 0 0 0 0,0-1 0 0 0,0 1 0 0 0,0 0 0 0 0,0-1 0 0 0,0 1 0 0 0,0 0 0 0 0,1-1 0 0 0,-1 0 0 0 0,1 1 0 0 0,0-1 0 0 0,0 0 0 0 0,0 0 0 0 0,0 0 0 0 0,0 0 0 0 0,0 0 0 0 0,1-1 0 0 0,-1 1 0 0 0,0 0 0 0 0,1-1 0 0 0,-1 0 0 0 0,1 0 0 0 0,0 0 0 0 0,3 1 0 0 0,16 2-9 0 0,0-2-1 0 0,-1 0 1 0 0,1-1-1 0 0,38-5 1 0 0,-34 3 56 0 0,-16 0-47 0 0,0 0-1 0 0,0-1 1 0 0,0 0 0 0 0,0-1-1 0 0,0 0 1 0 0,18-8-1 0 0,-2-3-32 0 0,26-18 0 0 0,-35 22-42 0 0,30-17 219 0 0,-77 48-144 0 0,4-7 0 0 0,-39 14 0 0 0,22-10 0 0 0,38-16 1 0 0,0 1 0 0 0,0 0 0 0 0,0 0 0 0 0,0 0 0 0 0,0 0 0 0 0,0 1 0 0 0,1 0 0 0 0,0 0 0 0 0,-8 8 0 0 0,10-8-9 0 0,0-1 1 0 0,0 1 0 0 0,0-1-1 0 0,1 1 1 0 0,-1-1 0 0 0,1 1-1 0 0,-1 0 1 0 0,1 0 0 0 0,1 0-1 0 0,-1 0 1 0 0,0 0 0 0 0,1 0-1 0 0,0 0 1 0 0,0 0 0 0 0,1 4-1 0 0,-1 23 80 0 0,0-25-36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47.2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1138 17 688 0 0,'-39'-16'16173'0'0,"35"16"-15168"0"0,4 0-958 0 0,-1 0 0 0 0,1 0 0 0 0,0 0 0 0 0,0 0 0 0 0,0 0-1 0 0,-1 0 1 0 0,1 0 0 0 0,0 1 0 0 0,0-1 0 0 0,0 0 0 0 0,-1 0 0 0 0,1 0-1 0 0,0 0 1 0 0,0 0 0 0 0,0 1 0 0 0,0-1 0 0 0,0 0 0 0 0,-1 0 0 0 0,1 0 0 0 0,0 1-1 0 0,0-1 1 0 0,0 0 0 0 0,0 0 0 0 0,0 0 0 0 0,0 1 0 0 0,0-1 0 0 0,0 0-1 0 0,0 0 1 0 0,0 0 0 0 0,0 1 0 0 0,0-1 0 0 0,0 0 0 0 0,0 0 0 0 0,0 1 0 0 0,0-1-1 0 0,4 11 219 0 0,10 6-423 0 0,-2-6 158 0 0,0 0 0 0 0,18 9 0 0 0,-21-14 0 0 0,0 1 0 0 0,0-1 0 0 0,0 1 0 0 0,-1 1 0 0 0,0 0 0 0 0,12 15 0 0 0,-18-21 0 0 0,-1 1 0 0 0,0 0 0 0 0,0-1 0 0 0,0 1 0 0 0,0 0 0 0 0,0 0 0 0 0,-1 0 0 0 0,1-1 0 0 0,-1 1 0 0 0,0 0 0 0 0,0 0 0 0 0,0 0 0 0 0,0 0 0 0 0,0 0 0 0 0,-1 0 0 0 0,1-1 0 0 0,-1 1 0 0 0,0 0 0 0 0,0 0 0 0 0,0-1 0 0 0,0 1 0 0 0,-2 3 0 0 0,-2 2 0 0 0,0 1 0 0 0,0 0 0 0 0,-1-1 0 0 0,0 0 0 0 0,-8 7 0 0 0,-3 2 0 0 0,-1-1 0 0 0,0-1 0 0 0,-2-1 0 0 0,-37 22 0 0 0,-90 35 0 0 0,121-59 0 0 0,-4-1 0 0 0,20-7 0 0 0,0 0 0 0 0,0 0 0 0 0,-11 8 0 0 0,33-19 0 0 0,1 1 0 0 0,-1 1 0 0 0,19-6 0 0 0,-3 2 0 0 0,-14 3-2 0 0,1 2-1 0 0,0 0 0 0 0,-1 1 1 0 0,1 1-1 0 0,1 0 0 0 0,-1 1 1 0 0,0 0-1 0 0,18 2 0 0 0,17 0-84 0 0,61-7 0 0 0,-65 3-52 0 0,-43 3-198 0 0,-1-1-1 0 0,0 1 1 0 0,1 0 0 0 0,-1 0-1 0 0,0 0 1 0 0,0 1 0 0 0,1-1-1 0 0,-1 0 1 0 0,0 1-1 0 0,0 0 1 0 0,1-1 0 0 0,3 3-1 0 0,-6-2 73 0 0,1 0 0 0 0,0 0 0 0 0,0 0 0 0 0,-1 0 0 0 0,1 0 0 0 0,-1 0 0 0 0,1 0 1 0 0,-1 0-1 0 0,1 0 0 0 0,-1 0 0 0 0,1 0 0 0 0,-1 0 0 0 0,0 0 0 0 0,0 1 0 0 0,0-1 0 0 0,1 0 0 0 0,-1 0 0 0 0,0 0 0 0 0,-1 0 0 0 0,1 1 0 0 0,0-1 0 0 0,0 0 0 0 0,0 0 0 0 0,-1 0 0 0 0,1 0 0 0 0,0 0 0 0 0,-1 1 1 0 0,-14 38-3169 0 0,7-26 4844 0 0,1 0-1 0 0,-12 14 0 0 0,-23 24 3303 0 0,13-21-7288 0 0,-41 38-4203 0 0,-6-10 5674 0 0,55-46 1264 0 0,-1 0-1 0 0,0-1 1 0 0,0-1-1 0 0,-1-2 1 0 0,-43 13-1 0 0,63-21-158 0 0,-22 6 22 0 0,-46 6 1 0 0,63-13-21 0 0,0 1 1 0 0,1-1-1 0 0,-1 0 1 0 0,1-1-1 0 0,-1 1 1 0 0,0-2-1 0 0,1 1 0 0 0,-1-1 1 0 0,1 0-1 0 0,-13-6 1 0 0,0-5-4 0 0,19 16-12 0 0,2-2 11 0 0,-1-1 0 0 0,0 0 0 0 0,1 1 0 0 0,-1-1 0 0 0,1 0 0 0 0,-1 0 0 0 0,0 1 0 0 0,1-1 0 0 0,-1 0 0 0 0,1 0 0 0 0,-1 0 0 0 0,1 1 0 0 0,-1-1 0 0 0,0 0 0 0 0,1 0 0 0 0,-1 0 0 0 0,1 0 0 0 0,-1 0 0 0 0,1 0 0 0 0,-1 0 0 0 0,1 0 0 0 0,21 0 2777 0 0,41-6 0 0 0,-8 0 4707 0 0,-40 6-6978 0 0,0 0 1 0 0,0 1-1 0 0,-1 1 1 0 0,1 0-1 0 0,21 6 0 0 0,71 29-2751 0 0,-27-7-5440 0 0,-71-28 6487 0 0,48 19-3340 0 0,-52-19 4481 0 0,1 1 0 0 0,-1-1-1 0 0,1 1 1 0 0,-1 1-1 0 0,0-1 1 0 0,-1 1-1 0 0,8 7 1 0 0,-11-10 58 0 0,0 0 0 0 0,0 0 0 0 0,0 1 0 0 0,0-1 0 0 0,0 0 0 0 0,-1 1 0 0 0,1-1 0 0 0,0 1 0 0 0,-1-1 0 0 0,1 1 0 0 0,-1-1 0 0 0,0 1 0 0 0,1-1 0 0 0,-1 1 0 0 0,0-1 0 0 0,0 1 0 0 0,0 2 0 0 0,-1-1 0 0 0,1-1 0 0 0,-1 1 0 0 0,0 0 0 0 0,0 0 0 0 0,0-1-1 0 0,0 1 1 0 0,0 0 0 0 0,-3 4 0 0 0,-3 2 6 0 0,-1 1 0 0 0,0-1-1 0 0,-15 13 1 0 0,18-17 4 0 0,-12 10-10 0 0,-1-2 0 0 0,0 1 0 0 0,-1-2 0 0 0,-1-1 0 0 0,1 0 0 0 0,-2-2 0 0 0,-23 9 0 0 0,17-10 18 0 0,1-1 1 0 0,-53 5-1 0 0,17-2-9 0 0,20-4 29 0 0,0-2 1 0 0,0-1 0 0 0,-67-5-1 0 0,104 2 89 0 0,-1-1 0 0 0,0 0 0 0 0,1 0 1 0 0,-35-17 16384 0 0,50 22-17651 0 0,4-1 1147 0 0,1 0 1 0 0,-1-1-1 0 0,1-1 1 0 0,-1 0-1 0 0,20-2 1 0 0,-19 0-96 0 0,0 1 1 0 0,0 1-1 0 0,0 0 0 0 0,-1 0 1 0 0,1 2-1 0 0,21 5 1 0 0,5 5-7397 0 0,82 14 1 0 0,-122-27 7482 0 0,2 1 0 0 0,1-1 0 0 0,-1 1 0 0 0,1 0 0 0 0,-1 0 0 0 0,0 0 0 0 0,0 1 0 0 0,1-1 0 0 0,-1 1 0 0 0,0 0 0 0 0,5 4 0 0 0,-7-5 0 0 0,0 0 0 0 0,0 0 0 0 0,0 0 0 0 0,0 0 0 0 0,-1 1 0 0 0,1-1 0 0 0,0 0 0 0 0,-1 1 0 0 0,1-1 0 0 0,-1 1 0 0 0,1-1 0 0 0,-1 0 0 0 0,0 1 0 0 0,1-1 0 0 0,-1 1 0 0 0,0-1 0 0 0,0 1 0 0 0,0-1 0 0 0,0 1 0 0 0,0-1 0 0 0,-1 1 0 0 0,1-1 0 0 0,0 1 0 0 0,-1-1 0 0 0,1 1 0 0 0,-1-1 0 0 0,0 2 0 0 0,-5 9 3 0 0,0-1 0 0 0,0 0-1 0 0,-1 0 1 0 0,-1-1 0 0 0,0 0 0 0 0,0 0 0 0 0,0-1 0 0 0,-2 0 0 0 0,1 0 0 0 0,-19 12 0 0 0,-4 1 7 0 0,-2-2 1 0 0,-42 19 0 0 0,70-36-7 0 0,-95 42-19 0 0,80-36 57 0 0,0-2-1 0 0,-42 9 1 0 0,57-15 123 0 0,1-1 0 0 0,-1 1 1 0 0,0-1-1 0 0,1 0 0 0 0,-12-1 0 0 0,16 0-112 0 0,-1 1 0 0 0,0 0-1 0 0,1-1 1 0 0,-1 1 0 0 0,1-1 0 0 0,-1 1-1 0 0,1-1 1 0 0,0 0 0 0 0,-1 1-1 0 0,1-1 1 0 0,-1 0 0 0 0,1 0-1 0 0,0 0 1 0 0,0 0 0 0 0,0 0-1 0 0,0-1 1 0 0,0 1 0 0 0,0 0 0 0 0,0 0-1 0 0,0-1 1 0 0,0 1 0 0 0,0 0-1 0 0,1-1 1 0 0,-1 1 0 0 0,0-3-1 0 0,1 3 125 0 0,0 0-1 0 0,-1 1 1 0 0,1-1-1 0 0,1 1 1 0 0,-1-1-1 0 0,0 0 1 0 0,0 1-1 0 0,0-1 0 0 0,0 0 1 0 0,0 1-1 0 0,0-1 1 0 0,1 0-1 0 0,-1 1 1 0 0,0-1-1 0 0,1 1 1 0 0,-1-1-1 0 0,0 1 1 0 0,1-1-1 0 0,-1 1 0 0 0,0-1 1 0 0,1 1-1 0 0,-1-1 1 0 0,1 1-1 0 0,-1-1 1 0 0,1 1-1 0 0,-1 0 1 0 0,1-1-1 0 0,0 1 0 0 0,-1 0 1 0 0,1-1-1 0 0,1 1 1 0 0,23-8 7856 0 0,-15 6-8716 0 0,4-2 620 0 0,1 0-1 0 0,0 1 1 0 0,0 1-1 0 0,0 1 1 0 0,21 0-1 0 0,76 9 62 0 0,-102-7-427 0 0,-1 1 1 0 0,0 0 0 0 0,0 0 0 0 0,0 1 0 0 0,0 0 0 0 0,0 0 0 0 0,0 1 0 0 0,13 8-1 0 0,-20-10 385 0 0,0-1 0 0 0,0 0 0 0 0,0 1-1 0 0,0 0 1 0 0,0-1 0 0 0,0 1 0 0 0,-1 0-1 0 0,1 0 1 0 0,0 0 0 0 0,-1 0 0 0 0,0 0-1 0 0,1 1 1 0 0,-1-1 0 0 0,0 0 0 0 0,0 1-1 0 0,0-1 1 0 0,-1 1 0 0 0,1-1-1 0 0,-1 1 1 0 0,1-1 0 0 0,-1 1 0 0 0,0-1-1 0 0,0 1 1 0 0,0-1 0 0 0,0 1 0 0 0,0-1-1 0 0,-1 1 1 0 0,1-1 0 0 0,-1 1 0 0 0,1-1-1 0 0,-1 1 1 0 0,0-1 0 0 0,0 0 0 0 0,0 1-1 0 0,0-1 1 0 0,-3 4 0 0 0,-2 3 670 0 0,0-1 0 0 0,0 0 0 0 0,0 0 0 0 0,-1 0 0 0 0,0-1 0 0 0,-10 8 0 0 0,5-6-741 0 0,-2 1 1 0 0,1-2 0 0 0,-19 10 0 0 0,-9 0-5372 0 0,-79 22 1 0 0,110-37 4411 0 0,-64 15-49 0 0,32 1 13729 0 0,142-28-10249 0 0,2 1-2795 0 0,-87 8-161 0 0,-8-1 770 0 0,0 1 1 0 0,0 0 0 0 0,12 2-1 0 0,-17-1-153 0 0,-1-1 0 0 0,1 1 0 0 0,0-1 0 0 0,0 1 0 0 0,-1-1-1 0 0,1 1 1 0 0,-1 0 0 0 0,1 0 0 0 0,-1 0 0 0 0,1 0-1 0 0,-1 0 1 0 0,1 0 0 0 0,-1 0 0 0 0,0 1 0 0 0,0-1 0 0 0,1 0-1 0 0,-1 1 1 0 0,0-1 0 0 0,1 3 0 0 0,-1-1-11 0 0,0-1 0 0 0,-1 1 0 0 0,1-1 0 0 0,-1 1 0 0 0,1-1 0 0 0,-1 1 0 0 0,0-1 0 0 0,0 1 0 0 0,0 0 0 0 0,-1-1 0 0 0,1 1 0 0 0,0-1 0 0 0,-1 1 0 0 0,0-1 0 0 0,1 1 0 0 0,-1-1 0 0 0,0 1 0 0 0,0-1 0 0 0,-1 0 0 0 0,1 1 0 0 0,0-1 0 0 0,-3 2 0 0 0,-3 6-10 0 0,0-1 0 0 0,0-1-1 0 0,-15 14 1 0 0,9-11-44 0 0,-1-1-1 0 0,0 0 0 0 0,0-1 1 0 0,-1 0-1 0 0,0-1 0 0 0,0-1 1 0 0,-26 8-1 0 0,-4-2-141 0 0,-68 11 1 0 0,108-23-25 0 0,0 0 1 0 0,0 0 0 0 0,0-1-1 0 0,0 1 1 0 0,0-1 0 0 0,-1 0-1 0 0,1-1 1 0 0,0 1-1 0 0,0-1 1 0 0,-8-2 0 0 0,36-2-8505 0 0,56 0 10524 0 0,39 3-6266 0 0,-54 5 3327 0 0,-57-2 1143 0 0,0 0-1 0 0,-1 0 1 0 0,1 1 0 0 0,-1 0 0 0 0,1 0 0 0 0,-1 1 0 0 0,8 3 0 0 0,-13-5-12 0 0,1 0 1 0 0,-1 0-1 0 0,0-1 1 0 0,0 1-1 0 0,1 0 1 0 0,-1 0-1 0 0,0 0 1 0 0,0 0-1 0 0,0 0 1 0 0,0 0-1 0 0,0 1 1 0 0,0-1-1 0 0,-1 0 1 0 0,1 0-1 0 0,0 1 1 0 0,0-1-1 0 0,-1 0 1 0 0,1 1-1 0 0,-1-1 1 0 0,0 1-1 0 0,1-1 1 0 0,-1 2-1 0 0,0-1 2 0 0,0 0-1 0 0,-1 0 0 0 0,1 0 0 0 0,-1 0 0 0 0,1 0 0 0 0,-1 0 1 0 0,0 0-1 0 0,1 0 0 0 0,-1-1 0 0 0,0 1 0 0 0,0 0 1 0 0,-1 0-1 0 0,1-1 0 0 0,-2 2 0 0 0,-5 6 2 0 0,0-2 0 0 0,-1 1-1 0 0,0-1 1 0 0,-13 8 0 0 0,22-15-2 0 0,-32 18-13 0 0,-1-2 0 0 0,0 0 0 0 0,-56 16 0 0 0,43-16 582 0 0,-46 31 14417 0 0,97-49-14995 0 0,1 1 1 0 0,0 0-1 0 0,-1 0 1 0 0,1 0-1 0 0,0 1 1 0 0,0 0-1 0 0,-1 0 0 0 0,1 1 1 0 0,0-1-1 0 0,0 1 1 0 0,-1 1-1 0 0,1-1 1 0 0,-1 1-1 0 0,1 0 1 0 0,-1 0-1 0 0,0 0 0 0 0,0 1 1 0 0,1 0-1 0 0,5 5 1 0 0,-2-2-28 0 0,-1 0 0 0 0,0 1 0 0 0,-1 0 0 0 0,0 0 0 0 0,0 1 0 0 0,-1 0 0 0 0,1 1 0 0 0,-2-1 0 0 0,1 1 1 0 0,4 10-1 0 0,-9-17-25 0 0,-1 0 1 0 0,1-1 0 0 0,-1 1-1 0 0,1-1 1 0 0,-1 1 0 0 0,1 0-1 0 0,-1-1 1 0 0,0 1 0 0 0,0 0-1 0 0,0-1 1 0 0,0 1-1 0 0,0 0 1 0 0,0-1 0 0 0,0 1-1 0 0,-1 0 1 0 0,1-1 0 0 0,-1 1-1 0 0,1 0 1 0 0,-2 1 0 0 0,1 0-243 0 0,-1-1 0 0 0,1 0-1 0 0,-1 0 1 0 0,0 1 0 0 0,0-1 0 0 0,0 0 0 0 0,0 0 0 0 0,0-1 0 0 0,0 1 0 0 0,-5 2 0 0 0,-3 2-1310 0 0,-1-1 1 0 0,-1-1-1 0 0,1 1 1 0 0,-15 2-1 0 0,-2 0 852 0 0,-1-2 0 0 0,-46 4-1 0 0,-59-7 1645 0 0,109-2-947 0 0,22 0-36 0 0,1 0-42 0 0,0 0 1 0 0,0 0-1 0 0,-1 0 1 0 0,1 0-1 0 0,0 0 0 0 0,0-1 1 0 0,0 1-1 0 0,-5-2 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0:09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47 292 720 0 0,'-12'-19'4227'0'0,"6"10"-1620"0"0,1 0-1 0 0,0 0 1 0 0,0 0 0 0 0,-6-18-1 0 0,10 24-2219 0 0,0 0-1 0 0,1-1 1 0 0,-1 1 0 0 0,1 0-1 0 0,0 0 1 0 0,0 0-1 0 0,0 0 1 0 0,1-5-1 0 0,0 5-566 0 0,0 0 1 0 0,0 0-1 0 0,0 0 0 0 0,0 0 0 0 0,0 0 0 0 0,1 0 0 0 0,-1 1 0 0 0,1-1 0 0 0,3-4 0 0 0,-1 3 180 0 0,0-1 0 0 0,0 1 0 0 0,0 0 0 0 0,0 1 0 0 0,1-1 0 0 0,-1 1 0 0 0,1 0 0 0 0,0 0 0 0 0,0 0 0 0 0,0 0 0 0 0,0 1 0 0 0,0 0 0 0 0,1 0 0 0 0,-1 1 0 0 0,1-1 0 0 0,-1 1 0 0 0,1 0 0 0 0,0 1 0 0 0,0-1 0 0 0,-1 1 0 0 0,1 0 0 0 0,0 1 0 0 0,-1-1 0 0 0,1 1 0 0 0,0 0 0 0 0,-1 1 0 0 0,1-1 0 0 0,-1 1 0 0 0,0 0 0 0 0,0 1 0 0 0,1-1 0 0 0,-1 1 0 0 0,-1 0 0 0 0,1 0 0 0 0,8 8 0 0 0,21 20 91 0 0,-20-17-1154 0 0,25 19 0 0 0,-33-28 621 0 0,0-1-1 0 0,1 0 1 0 0,0-1-1 0 0,-1 0 0 0 0,1 0 1 0 0,0 0-1 0 0,14 2 1 0 0,-8-2 179 0 0,0-1 0 0 0,0-1 0 0 0,0 0 0 0 0,0-1 1 0 0,0-1-1 0 0,1 0 0 0 0,14-3 0 0 0,-10 0-523 0 0,0-1 0 0 0,0-1 0 0 0,-1 0 0 0 0,24-13 0 0 0,5-8-1176 0 0,-1-2 0 0 0,64-53 1 0 0,-99 74 1938 0 0,0 0 197 0 0,0 1 0 0 0,0 0 0 0 0,1 1 1 0 0,16-8-1 0 0,-24 12-121 0 0,0 1-1 0 0,0 0 1 0 0,0 0 0 0 0,0 0 0 0 0,0 1 0 0 0,0-1-1 0 0,0 0 1 0 0,0 1 0 0 0,0 0 0 0 0,0 0 0 0 0,0 0-1 0 0,0 0 1 0 0,0 0 0 0 0,0 1 0 0 0,0-1 0 0 0,0 1-1 0 0,0 0 1 0 0,0 0 0 0 0,0 0 0 0 0,-1 0 0 0 0,1 1-1 0 0,0-1 1 0 0,4 4 0 0 0,5 7 991 0 0,0 0 1 0 0,-1 1-1 0 0,13 19 0 0 0,-15-19-893 0 0,0 0 0 0 0,1 0 0 0 0,22 19 0 0 0,-28-28-174 0 0,1-1 1 0 0,-1 0 0 0 0,1 0-1 0 0,0 0 1 0 0,-1-1 0 0 0,1 0-1 0 0,1 0 1 0 0,-1 0 0 0 0,0 0-1 0 0,0-1 1 0 0,1 0 0 0 0,-1 0 0 0 0,0 0-1 0 0,1-1 1 0 0,7 0 0 0 0,7-3-663 0 0,0 0 0 0 0,0-1 1 0 0,0-2-1 0 0,-1 0 1 0 0,33-15-1 0 0,-14 6-832 0 0,4-2 1328 0 0,-13 5 200 0 0,48-13 0 0 0,-67 23-6 0 0,0 0 0 0 0,0 1 0 0 0,1-1 1 0 0,-1 2-1 0 0,0 0 0 0 0,0 0 1 0 0,1 1-1 0 0,18 3 0 0 0,-6 3 5 0 0,-1 1-1 0 0,0 1 1 0 0,0 1 0 0 0,21 14 0 0 0,-25-14-23 0 0,1 0 1 0 0,-1-1 0 0 0,2 0-1 0 0,0-2 1 0 0,37 9 0 0 0,-28-12 17 0 0,1-2 0 0 0,-1-1 0 0 0,1-1-1 0 0,-1-2 1 0 0,1-1 0 0 0,31-7 0 0 0,172-54 36 0 0,-203 55-40 0 0,-13 4 0 0 0,0 1 0 0 0,1 1 0 0 0,0 1 0 0 0,0 0 0 0 0,-1 1-1 0 0,1 1 1 0 0,0 1 0 0 0,0 1 0 0 0,20 3 0 0 0,17 8 8 0 0,83 30-1 0 0,4 1-2 0 0,-78-30-6 0 0,1-3-1 0 0,120 4 1 0 0,132-25 6 0 0,-111 3 23 0 0,-159 8-30 0 0,-1 3 0 0 0,68 13 1 0 0,121 46-9 0 0,18 3-9 0 0,-206-57 16 0 0,0-2 0 0 0,0-2-1 0 0,72-1 1 0 0,-51-8 11 0 0,102-20 0 0 0,63-33 9 0 0,-134 24-19 0 0,99-47 1 0 0,12-5 59 0 0,-194 79 52 0 0,0 1 0 0 0,1 1 0 0 0,-1 0 0 0 0,1 1 0 0 0,19 0 0 0 0,-26 3 295 0 0,1 0-1 0 0,0 1 0 0 0,-1 0 0 0 0,1 1 0 0 0,-1 0 0 0 0,1 1 0 0 0,-1 0 0 0 0,0 0 0 0 0,13 7 0 0 0,17 9 3652 0 0,76 24 1 0 0,-91-36-3869 0 0,1-1 1 0 0,33 3 0 0 0,62-3 169 0 0,138-10-1 0 0,-55-1-651 0 0,-54 6 813 0 0,70-1-1383 0 0,0-8-3412 0 0,-160 2 2143 0 0,1-3 0 0 0,72-20 0 0 0,114-46 2059 0 0,-237 72 53 0 0,-2 0 30 0 0,5-2 18 0 0,1 1-1 0 0,0 0 1 0 0,0 1-1 0 0,25-2 1 0 0,-38 5-21 0 0,-1 0 0 0 0,0 0 1 0 0,1-1-1 0 0,-1 1 0 0 0,0 0 1 0 0,1 0-1 0 0,-1 0 0 0 0,0 0 1 0 0,1 0-1 0 0,-1 1 0 0 0,0-1 1 0 0,0 0-1 0 0,1 0 0 0 0,-1 0 0 0 0,0 0 1 0 0,1 0-1 0 0,-1 0 0 0 0,0 0 1 0 0,0 0-1 0 0,1 1 0 0 0,-1-1 1 0 0,0 0-1 0 0,0 0 0 0 0,1 0 1 0 0,-1 1-1 0 0,0-1 0 0 0,0 0 0 0 0,0 0 1 0 0,1 1-1 0 0,-1-1 0 0 0,0 0 1 0 0,0 0-1 0 0,0 1 0 0 0,0-1 1 0 0,0 0-1 0 0,1 1 0 0 0,-1-1 1 0 0,0 0-1 0 0,0 1 0 0 0,0-1 0 0 0,0 0 1 0 0,0 0-1 0 0,0 1 0 0 0,0-1 1 0 0,0 0-1 0 0,0 1 0 0 0,0-1 1 0 0,0 0-1 0 0,0 1 0 0 0,-1-1 1 0 0,1 0-1 0 0,0 0 0 0 0,0 1 0 0 0,0-1 1 0 0,0 0-1 0 0,0 1 0 0 0,-1-1 1 0 0,-9 13-1594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0:57.59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191 289 1375 0 0,'-14'1'692'0'0,"0"0"-1"0"0,-22 6 0 0 0,7-1 53 0 0,-68 20 5422 0 0,96-25-6085 0 0,1 0 13 0 0,0 0 0 0 0,0 0 0 0 0,0 0 0 0 0,0 0 0 0 0,1 0 0 0 0,-1 0 0 0 0,0 0 0 0 0,0 0 0 0 0,1 0 0 0 0,-1 0 0 0 0,1 2 0 0 0,1 0 28 0 0,0 0 1 0 0,-1-1 0 0 0,1 1-1 0 0,0 0 1 0 0,0-1-1 0 0,1 1 1 0 0,2 1 0 0 0,-3-2-63 0 0,1-1 1 0 0,-1 0 0 0 0,1 0-1 0 0,0 0 1 0 0,-1 0 0 0 0,1 0-1 0 0,0-1 1 0 0,0 1 0 0 0,-1-1 0 0 0,1 0-1 0 0,0 0 1 0 0,0 0 0 0 0,4 0-1 0 0,40-9 444 0 0,-36 6-405 0 0,158-45 1109 0 0,-72 18-600 0 0,296-66 1121 0 0,-85 18-1397 0 0,-69 17-27 0 0,-100 35-99 0 0,-19 4-220 0 0,-98 18 14 0 0,-57 24 0 0 0,-279 97-10 0 0,-271 73-68 0 0,517-172 149 0 0,31-7 75 0 0,0-1-1 0 0,-63 6 1 0 0,88-15-97 0 0,6-1-37 0 0,0 0 1 0 0,0 1-1 0 0,0 0 1 0 0,0 0 0 0 0,-7 2-1 0 0,5 1-12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1:00.41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115 138 2759 0 0,'-5'-1'277'0'0,"1"1"-1"0"0,-1 0 1 0 0,1 0-1 0 0,0 0 1 0 0,-1 1-1 0 0,1 0 1 0 0,-1 0-1 0 0,1 0 1 0 0,0 0-1 0 0,-66 23 9878 0 0,83-25-9650 0 0,-11 0-360 0 0,18-2 370 0 0,0-1 1 0 0,0-2-1 0 0,-1 0 1 0 0,35-16-1 0 0,11-3 27 0 0,90-17 484 0 0,-57 18-586 0 0,2-1-239 0 0,-85 23-188 0 0,0 0-1 0 0,0 0 0 0 0,1 2 0 0 0,26 1 0 0 0,-39-1-11 0 0,-1 1 0 0 0,0-1 0 0 0,0 0 0 0 0,0 1 0 0 0,0 0 0 0 0,0-1 0 0 0,0 1 0 0 0,0 0 0 0 0,0 0 0 0 0,0 0 0 0 0,-1 0 0 0 0,1 0 0 0 0,0 0 0 0 0,0 1 0 0 0,-1-1 0 0 0,1 1 0 0 0,-1-1 0 0 0,2 3 0 0 0,-3-3 0 0 0,1 0 0 0 0,-1 0 0 0 0,1 1 0 0 0,-1-1 0 0 0,1 0 0 0 0,-1 1 0 0 0,0-1 0 0 0,0 0 0 0 0,0 1 0 0 0,0-1 0 0 0,0 0 0 0 0,0 1 0 0 0,0-1 0 0 0,0 0 0 0 0,-1 1 0 0 0,1-1 0 0 0,0 0 0 0 0,-1 0 0 0 0,1 1 0 0 0,-1-1 0 0 0,0 0 0 0 0,1 0 0 0 0,-1 0 0 0 0,0 1 0 0 0,0-1 0 0 0,1 0 0 0 0,-1 0 0 0 0,0 0 0 0 0,-2 1 0 0 0,-7 8 1 0 0,0-1-1 0 0,-1 0 1 0 0,0 0-1 0 0,-1-1 0 0 0,-24 12 1 0 0,-68 26 72 0 0,71-33-31 0 0,-78 33-5 0 0,-152 41 0 0 0,256-86-31 0 0,5 0-2 0 0,-1-1 1 0 0,1 0-1 0 0,-1 1 1 0 0,1 0-1 0 0,0-1 1 0 0,-1 1-1 0 0,1 0 1 0 0,0 0-1 0 0,-1 0 1 0 0,1 1-1 0 0,0-1 1 0 0,-3 3-1 0 0,5-4-4 0 0,0 0 0 0 0,1 1 0 0 0,-1-1 0 0 0,0 0-1 0 0,1 1 1 0 0,-1-1 0 0 0,0 0 0 0 0,1 0 0 0 0,-1 0 0 0 0,0 1 0 0 0,1-1-1 0 0,-1 0 1 0 0,1 0 0 0 0,-1 0 0 0 0,0 0 0 0 0,1 0 0 0 0,-1 0-1 0 0,1 0 1 0 0,-1 0 0 0 0,0 0 0 0 0,1 0 0 0 0,-1 0 0 0 0,1 0 0 0 0,-1 0-1 0 0,0 0 1 0 0,1 0 0 0 0,14 0 20 0 0,20-4 52 0 0,68-17 0 0 0,33-19 56 0 0,-130 38-128 0 0,44-13 31 0 0,196-55 386 0 0,-244 69-403 0 0,-1 1-1 0 0,0 0 1 0 0,1-1-1 0 0,-1 1 1 0 0,0 0-1 0 0,1 0 1 0 0,-1 0-1 0 0,0 0 1 0 0,1 0-1 0 0,-1 0 1 0 0,0 0 0 0 0,1 1-1 0 0,-1-1 1 0 0,0 0-1 0 0,1 1 1 0 0,1 0-1 0 0,-3-1-7 0 0,0 0 0 0 0,0 1-1 0 0,0-1 1 0 0,0 0 0 0 0,0 0-1 0 0,1 0 1 0 0,-1 1 0 0 0,0-1-1 0 0,0 0 1 0 0,0 0 0 0 0,0 1-1 0 0,0-1 1 0 0,0 0 0 0 0,0 0-1 0 0,0 1 1 0 0,0-1 0 0 0,0 0-1 0 0,0 0 1 0 0,0 1 0 0 0,0-1-1 0 0,0 0 1 0 0,0 0 0 0 0,0 1-1 0 0,0-1 1 0 0,0 0 0 0 0,0 0-1 0 0,0 0 1 0 0,0 1 0 0 0,-1-1-1 0 0,-9 11 107 0 0,-31 24-1562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1:05.8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153 138 2303 0 0,'-72'-15'1207'0'0,"23"11"3756"0"0,46 4-4651 0 0,1 0 0 0 0,-1 0 0 0 0,0 0 1 0 0,1 1-1 0 0,-1-1 0 0 0,1 1 0 0 0,-1 0 1 0 0,1 0-1 0 0,-1 0 0 0 0,-2 2 236 0 0,19-5 436 0 0,220-59 584 0 0,-152 40-1326 0 0,103-13 0 0 0,-111 30-165 0 0,-5 0 40 0 0,-54 4-37 0 0,-12 0 123 0 0,-10 2 44 0 0,-35 6 35 0 0,-78 27-1 0 0,75-21-238 0 0,-29 14 15 0 0,-122 62 1 0 0,173-78-42 0 0,8-4 27 0 0,-26 17-1 0 0,36-21-35 0 0,0-1 0 0 0,0 1-1 0 0,1 0 1 0 0,0 1 0 0 0,-1-1-1 0 0,2 1 1 0 0,-1 0 0 0 0,-5 8-1 0 0,9-12-4 0 0,-1 1 0 0 0,0 0 0 0 0,0 1 0 0 0,1-1 0 0 0,-1 0 0 0 0,1 0 0 0 0,-1 0 0 0 0,1 0-1 0 0,0 0 1 0 0,0 4 0 0 0,0-5-2 0 0,0-1 0 0 0,0 1 0 0 0,1-1-1 0 0,-1 1 1 0 0,0 0 0 0 0,0-1 0 0 0,0 1 0 0 0,1-1-1 0 0,-1 1 1 0 0,0 0 0 0 0,1-1 0 0 0,-1 1 0 0 0,0-1-1 0 0,1 1 1 0 0,-1-1 0 0 0,0 0 0 0 0,1 1 0 0 0,-1-1-1 0 0,1 1 1 0 0,-1-1 0 0 0,1 0 0 0 0,-1 1 0 0 0,1-1-1 0 0,0 0 1 0 0,-1 1 0 0 0,1-1 0 0 0,-1 0 0 0 0,1 0-1 0 0,-1 0 1 0 0,1 0 0 0 0,0 1 0 0 0,-1-1 0 0 0,1 0-1 0 0,0 0 1 0 0,-1 0 0 0 0,1 0 0 0 0,-1 0 0 0 0,1-1-1 0 0,1 1 1 0 0,28-6 93 0 0,37-11 0 0 0,16-4 94 0 0,-77 19-145 0 0,125-18 673 0 0,-104 17-498 0 0,0 1 0 0 0,50 4 1 0 0,-53 4 10 0 0,-24-6-221 0 0,1 0-1 0 0,-1 0 0 0 0,0 0 1 0 0,0 0-1 0 0,1 1 1 0 0,-1-1-1 0 0,0 0 1 0 0,1 0-1 0 0,-1 0 0 0 0,0 0 1 0 0,1 1-1 0 0,-1-1 1 0 0,0 0-1 0 0,0 0 1 0 0,1 1-1 0 0,-1-1 0 0 0,0 0 1 0 0,0 1-1 0 0,0-1 1 0 0,0 0-1 0 0,1 0 1 0 0,-1 1-1 0 0,0-1 0 0 0,0 0 1 0 0,0 1-1 0 0,0-1 1 0 0,0 0-1 0 0,0 1 1 0 0,0-1-1 0 0,0 0 0 0 0,0 1 1 0 0,0-1-1 0 0,0 1 1 0 0,0-1-1 0 0,0 0 1 0 0,0 1-1 0 0,0-1 0 0 0,0 0 1 0 0,0 1-1 0 0,0-1 1 0 0,-1 0-1 0 0,1 0 1 0 0,0 1-1 0 0,0-1 0 0 0,0 0 1 0 0,0 1-1 0 0,-1-1 1 0 0,1 0-1 0 0,0 0 1 0 0,0 1-1 0 0,-1-1 0 0 0,1 0 1 0 0,0 0-1 0 0,-1 0 1 0 0,1 1-1 0 0,0-1 0 0 0,0 0 1 0 0,-1 0-1 0 0,1 0 1 0 0,-1 0-1 0 0,-18 12 111 0 0,-1-1 1 0 0,-1 0-1 0 0,-40 13 0 0 0,-5 3 33 0 0,-113 46 1485 0 0,186-70-1282 0 0,-3-1-354 0 0,0 0 1 0 0,-1-1 0 0 0,1 1 0 0 0,0-1 0 0 0,0 0 0 0 0,0-1 0 0 0,1 1 0 0 0,-1-1 0 0 0,0 1 0 0 0,7-2 0 0 0,16-3 1 0 0,39-11-1 0 0,17-3-17 0 0,-54 14-19 0 0,223-25 3 0 0,118-7 32 0 0,-297 28 0 0 0,72 2 0 0 0,-103 6 0 0 0,0-2 0 0 0,83-13 0 0 0,-121 13 0 0 0,0 1 0 0 0,1 1 0 0 0,0-1 0 0 0,-1 1 0 0 0,1-1 0 0 0,-1 1 0 0 0,8 1 0 0 0,-12 0 0 0 0,0-1 0 0 0,0 0 0 0 0,0 0 0 0 0,0 0 0 0 0,0 0 0 0 0,0 0 0 0 0,0 1 0 0 0,0-1 0 0 0,0 0 0 0 0,0 0 0 0 0,0 0 0 0 0,0 1 0 0 0,0-1 0 0 0,0 0 0 0 0,0 0 0 0 0,0 0 0 0 0,0 0 0 0 0,0 1 0 0 0,0-1 0 0 0,0 0 0 0 0,0 0 0 0 0,0 0 0 0 0,0 0 0 0 0,0 1 0 0 0,0-1 0 0 0,-1 0 0 0 0,1 0 0 0 0,0 0 0 0 0,0 0 0 0 0,0 0 0 0 0,0 0 0 0 0,0 1 0 0 0,0-1 0 0 0,-1 0 0 0 0,1 0 0 0 0,0 0 0 0 0,0 0 0 0 0,0 0 0 0 0,0 0 0 0 0,-1 0 0 0 0,1 0 0 0 0,0 0 0 0 0,0 0 0 0 0,0 0 0 0 0,0 0 0 0 0,-1 0 0 0 0,1 0 0 0 0,-10 6 0 0 0,10-6 0 0 0,-124 60-104 0 0,48-26 56 0 0,1-2 37 0 0,-2-4 0 0 0,-87 20 0 0 0,80-25-5 0 0,-130 54 1 0 0,86-24 15 0 0,125-52 0 0 0,-1 0 0 0 0,1 1 0 0 0,0-1 0 0 0,-1 1 0 0 0,1 0 0 0 0,0 0 0 0 0,0 0 0 0 0,0 0 0 0 0,0 1 0 0 0,1-1 0 0 0,-5 6 0 0 0,6-8 0 0 0,1 5 0 0 0,0-4 0 0 0,1-1 0 0 0,0 1 0 0 0,-1-1 0 0 0,1 1 0 0 0,0-1 0 0 0,-1 0 0 0 0,1 1 0 0 0,0-1 0 0 0,0 0 0 0 0,-1 1 0 0 0,1-1 0 0 0,0 0 0 0 0,0 0 0 0 0,0 0 0 0 0,1 0 0 0 0,14 2 0 0 0,0-2 0 0 0,0 0 0 0 0,19-2 0 0 0,177-35 0 0 0,-96 13 0 0 0,-6 4 0 0 0,224-35 0 0 0,-277 44 23 0 0,-41 7-9 0 0,1 1-1 0 0,33-2 1 0 0,-78 15 50 0 0,-28 3 287 0 0,34-9-1224 0 0,-38 13 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1:14.94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104 634 3223 0 0,'-9'1'961'0'0,"1"0"0"0"0,0 0 0 0 0,-10 3 0 0 0,10-2 4 0 0,0 0 0 0 0,-25-3 3523 0 0,33 1-4442 0 0,9-9 1079 0 0,15-7 2 0 0,119-68 929 0 0,-66 35-1592 0 0,35-16-240 0 0,58-36 104 0 0,-109 58-276 0 0,70-64 0 0 0,-58 46-28 0 0,-53 44-26 0 0,2 1 1 0 0,0 0-1 0 0,1 2 0 0 0,0 1 0 0 0,26-11 1 0 0,-47 24-13 0 0,1-2 10 0 0,0 1 0 0 0,0 0 1 0 0,-1 0-1 0 0,1 0 1 0 0,0 1-1 0 0,0-1 1 0 0,0 0-1 0 0,0 1 0 0 0,0 0 1 0 0,6 0-1 0 0,-9 0 4 0 0,0 0-1 0 0,1 1 1 0 0,-1-1 0 0 0,0 0-1 0 0,0 0 1 0 0,1 0 0 0 0,-1 0-1 0 0,0 1 1 0 0,1-1-1 0 0,-1 0 1 0 0,0 0 0 0 0,0 1-1 0 0,1-1 1 0 0,-1 0 0 0 0,0 0-1 0 0,0 1 1 0 0,0-1-1 0 0,0 0 1 0 0,1 1 0 0 0,-1-1-1 0 0,0 0 1 0 0,0 1 0 0 0,0-1-1 0 0,0 0 1 0 0,0 1-1 0 0,0-1 1 0 0,0 0 0 0 0,0 1-1 0 0,0-1 1 0 0,-3 13-25 0 0,-11 9-11 0 0,7-14 6 0 0,-1 0-1 0 0,0 0 1 0 0,-1 0-1 0 0,-15 10 1 0 0,-43 23-251 0 0,22-15 152 0 0,-357 232-882 0 0,143-69 1000 0 0,103-72 535 0 0,144-111-405 0 0,10-6 15 0 0,8-5-23 0 0,28-16 189 0 0,1 1-1 0 0,0 2 1 0 0,50-18-1 0 0,-14 6-105 0 0,261-86 308 0 0,-13 5-276 0 0,-270 90-213 0 0,59-25 38 0 0,-104 45-60 0 0,-8 2-18 0 0,-30 13-243 0 0,18-5-48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1:22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302 1 1839 0 0,'9'0'666'0'0,"-9"0"-638"0"0,0 0 0 0 0,0 0 1 0 0,0 0-1 0 0,1 1 0 0 0,-1-1 1 0 0,0 0-1 0 0,0 0 0 0 0,0 1 1 0 0,0-1-1 0 0,0 0 0 0 0,0 0 1 0 0,0 1-1 0 0,0-1 0 0 0,0 0 1 0 0,0 0-1 0 0,0 1 1 0 0,0-1-1 0 0,0 0 0 0 0,0 0 1 0 0,0 1-1 0 0,0-1 0 0 0,0 0 1 0 0,0 0-1 0 0,0 0 0 0 0,-1 1 1 0 0,1-1-1 0 0,0 0 0 0 0,0 0 1 0 0,0 1-1 0 0,-1-1 0 0 0,-33 82 1420 0 0,8-29-890 0 0,-17 38 39 0 0,37-77-391 0 0,1 0 1 0 0,1 0-1 0 0,1 1 1 0 0,-4 25-1 0 0,7-39-181 0 0,0 0 1 0 0,0 0-1 0 0,0 0 1 0 0,0 0-1 0 0,0 0 1 0 0,0 0-1 0 0,0 0 1 0 0,0 0-1 0 0,0 0 0 0 0,0-1 1 0 0,1 1-1 0 0,-1 0 1 0 0,0 0-1 0 0,0 0 1 0 0,1 0-1 0 0,-1 0 0 0 0,1-1 1 0 0,-1 1-1 0 0,1 0 1 0 0,-1 0-1 0 0,1-1 1 0 0,0 1-1 0 0,-1 0 1 0 0,1-1-1 0 0,0 1 0 0 0,-1-1 1 0 0,1 1-1 0 0,0 0 1 0 0,1 0-1 0 0,-1-1 14 0 0,0 0 0 0 0,0 0 0 0 0,0 0-1 0 0,0 0 1 0 0,1 0 0 0 0,-1 0 0 0 0,0 0 0 0 0,0 0-1 0 0,0 0 1 0 0,0-1 0 0 0,0 1 0 0 0,0 0 0 0 0,0-1 0 0 0,0 1-1 0 0,1-1 1 0 0,-1 1 0 0 0,-1-1 0 0 0,1 1 0 0 0,0-1-1 0 0,0 0 1 0 0,0 1 0 0 0,0-1 0 0 0,1-1 0 0 0,-2 2-37 0 0,0 0 0 0 0,0 0 1 0 0,0-1-1 0 0,0 1 0 0 0,1 0 1 0 0,-1 0-1 0 0,0 0 0 0 0,0 0 0 0 0,0 0 1 0 0,0 0-1 0 0,0 0 0 0 0,0-1 1 0 0,0 1-1 0 0,0 0 0 0 0,0 0 1 0 0,0 0-1 0 0,1 0 0 0 0,-1 0 0 0 0,0-1 1 0 0,0 1-1 0 0,0 0 0 0 0,0 0 1 0 0,0 0-1 0 0,0 0 0 0 0,0-1 1 0 0,0 1-1 0 0,0 0 0 0 0,0 0 0 0 0,0 0 1 0 0,0 0-1 0 0,-1 0 0 0 0,1-1 1 0 0,0 1-1 0 0,0 0 0 0 0,0 0 1 0 0,0 0-1 0 0,0 0 0 0 0,0 0 0 0 0,0 0 1 0 0,0-1-1 0 0,0 1 0 0 0,0 0 1 0 0,-1 0-1 0 0,1 0 0 0 0,0 0 1 0 0,0 0-1 0 0,-8-2 1224 0 0,10-3-1090 0 0,11-22 70 0 0,2 1 0 0 0,29-39 0 0 0,-11 17-289 0 0,44-62 207 0 0,-72 99-26 0 0,-12 16 33 0 0,-13 18 223 0 0,-152 193 328 0 0,37-49-506 0 0,71-83 28 0 0,64-84-204 0 0,0 0-1 0 0,0 0 1 0 0,-1 0-1 0 0,1 0 1 0 0,0 0-1 0 0,0 0 1 0 0,0 0-1 0 0,0 0 1 0 0,0 1-1 0 0,0-1 1 0 0,-1 0-1 0 0,1 0 1 0 0,0 0-1 0 0,0 0 1 0 0,0 0-1 0 0,0 0 1 0 0,0 0-1 0 0,0 0 1 0 0,0 0-1 0 0,0 1 1 0 0,0-1-1 0 0,0 0 1 0 0,0 0-1 0 0,-1 0 1 0 0,1 0-1 0 0,0 0 0 0 0,0 0 1 0 0,0 1-1 0 0,0-1 1 0 0,0 0-1 0 0,0 0 1 0 0,0 0-1 0 0,0 0 1 0 0,0 0-1 0 0,0 1 1 0 0,0-1-1 0 0,0 0 1 0 0,0 0-1 0 0,0 0 1 0 0,0 0-1 0 0,1 0 1 0 0,-1 0-1 0 0,0 1 1 0 0,0-1-1 0 0,0 0 1 0 0,0 0-1 0 0,0 0 1 0 0,0 0-1 0 0,8-2-61 0 0,11-9-100 0 0,4-8-118 0 0,0-1 0 0 0,-2-1 0 0 0,0-1 0 0 0,21-29 0 0 0,63-103-313 0 0,-99 145 598 0 0,63-110 456 0 0,-87 148 764 0 0,-63 89-642 0 0,-38 25-391 0 0,116-139-117 0 0,1-1 0 0 0,-1 1-1 0 0,1 0 1 0 0,0 0 0 0 0,-3 8-1 0 0,5-12-62 0 0,-1 0 1 0 0,1 1-1 0 0,0-1 0 0 0,0 1 0 0 0,0-1 0 0 0,0 1 0 0 0,0-1 0 0 0,0 0 0 0 0,0 1 0 0 0,0-1 0 0 0,0 1 0 0 0,0-1 0 0 0,0 1 0 0 0,0-1 0 0 0,0 0 0 0 0,0 1 0 0 0,0-1 0 0 0,1 1 0 0 0,-1-1 1 0 0,0 1-1 0 0,0-1 0 0 0,0 0 0 0 0,1 1 0 0 0,-1-1 0 0 0,0 0 0 0 0,1 1 0 0 0,0-1-2 0 0,0 1 1 0 0,0-1-1 0 0,-1 0 1 0 0,1 0-1 0 0,0 0 0 0 0,0 0 1 0 0,0 1-1 0 0,0-1 1 0 0,0-1-1 0 0,0 1 1 0 0,0 0-1 0 0,0 0 0 0 0,0 0 1 0 0,0 0-1 0 0,0-1 1 0 0,0 1-1 0 0,1-1 1 0 0,6-3-47 0 0,0 0 1 0 0,-1 0 0 0 0,1-1 0 0 0,-1 0-1 0 0,-1-1 1 0 0,1 1 0 0 0,7-9 0 0 0,6-4-146 0 0,58-56-658 0 0,12-10 371 0 0,-151 164 1660 0 0,-17 18 336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1:27.57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378 297 5183 0 0,'-5'16'536'0'0,"5"-14"-520"0"0,4 3-16 0 0,-4-5 0 0 0,0 1 0 0 0,0-1 0 0 0,0 0 0 0 0,0 0 0 0 0,0 1 0 0 0,0-1 0 0 0,0 0 0 0 0,0 1 0 0 0,0-1 0 0 0,1 0 0 0 0,-1 0 0 0 0,0 1 0 0 0,0-1 0 0 0,0 0 0 0 0,0 0 0 0 0,0 1 0 0 0,1-1 0 0 0,-1 0 0 0 0,0 0 0 0 0,0 0 0 0 0,1 1 0 0 0,-1-1 0 0 0,0 0 0 0 0,0 0 0 0 0,0 0 0 0 0,1 0 0 0 0,-1 1 0 0 0,0-1 0 0 0,1 0 0 0 0,-1 0 0 0 0,0 0 0 0 0,0 0 0 0 0,1 0 0 0 0,-1 0 0 0 0,0 0 0 0 0,1 0 0 0 0,-1 0 0 0 0,0 0 0 0 0,0 0 0 0 0,1 0 0 0 0,-1 0 0 0 0,0 0 0 0 0,1 0 0 0 0,-1 0 0 0 0,0 0 0 0 0,0-1 0 0 0,1 1 0 0 0,-1 0 0 0 0,0 0 0 0 0,1-1 0 0 0,1-1-18 0 0,1 0 0 0 0,-1 0 0 0 0,0 0 0 0 0,0-1 0 0 0,0 1 0 0 0,0-1 0 0 0,0 0-1 0 0,0 0 1 0 0,-1 0 0 0 0,1 1 0 0 0,-1-1 0 0 0,0 0 0 0 0,0-1 0 0 0,1-3 0 0 0,8-16-772 0 0,10-9 1145 0 0,3 1 0 0 0,0 1 0 0 0,36-35 0 0 0,-9 11-348 0 0,-48 51-6 0 0,1 1-14 0 0,-1-1 0 0 0,1 1 0 0 0,-1-1-1 0 0,0 0 1 0 0,0 0 0 0 0,0 0 0 0 0,-1 0-1 0 0,1 0 1 0 0,-1 0 0 0 0,1 0 0 0 0,0-6-1 0 0,-2 9 14 0 0,0 0 0 0 0,0 0 0 0 0,0 0 0 0 0,0 0 0 0 0,0-1 0 0 0,0 1 0 0 0,0 0 0 0 0,0 0 0 0 0,0 0 0 0 0,0 0 0 0 0,0 0 0 0 0,0 0 0 0 0,0-1 0 0 0,0 1 0 0 0,0 0 0 0 0,0 0 0 0 0,0 0 0 0 0,-1 0 0 0 0,1 0 0 0 0,0 0 0 0 0,0 0 0 0 0,0 0 0 0 0,0 0 0 0 0,0 0 0 0 0,0-1 0 0 0,0 1 0 0 0,-1 0 0 0 0,1 0 0 0 0,0 0 0 0 0,0 0 0 0 0,0 0 0 0 0,0 0 0 0 0,0 0 0 0 0,0 0 0 0 0,-1 0 0 0 0,1 0 0 0 0,0 0 0 0 0,0 0 0 0 0,0 0 0 0 0,0 0 0 0 0,-1 0 0 0 0,-8 3 0 0 0,-7 6 0 0 0,-19 14 73 0 0,2 2 0 0 0,0 1 0 0 0,-31 33-1 0 0,13-11-24 0 0,-5 1 18 0 0,-198 195 503 0 0,237-227-552 0 0,5-4-17 0 0,1 0 1 0 0,-19 27-1 0 0,30-40 1 0 0,0 0-1 0 0,0 0 0 0 0,0 0 0 0 0,0 0 0 0 0,0 0 0 0 0,0 0 0 0 0,0 0 1 0 0,0 0-1 0 0,0 0 0 0 0,0 0 0 0 0,0 0 0 0 0,0 0 0 0 0,-1 0 1 0 0,1 0-1 0 0,0 1 0 0 0,0-1 0 0 0,0 0 0 0 0,0 0 0 0 0,0 0 0 0 0,0 0 1 0 0,0 0-1 0 0,0 0 0 0 0,0 0 0 0 0,0 0 0 0 0,0 0 0 0 0,0 0 1 0 0,0 0-1 0 0,0 1 0 0 0,0-1 0 0 0,0 0 0 0 0,0 0 0 0 0,0 0 1 0 0,0 0-1 0 0,0 0 0 0 0,0 0 0 0 0,0 0 0 0 0,0 0 0 0 0,0 0 0 0 0,0 0 1 0 0,0 0-1 0 0,0 1 0 0 0,0-1 0 0 0,1 0 0 0 0,-1 0 0 0 0,0 0 1 0 0,0 0-1 0 0,0 0 0 0 0,0 0 0 0 0,0 0 0 0 0,0 0 0 0 0,0 0 0 0 0,0 0 1 0 0,0 0-1 0 0,0 0 0 0 0,0 0 0 0 0,7-2 21 0 0,6-6 24 0 0,176-137 104 0 0,-67 51-37 0 0,-106 81-81 0 0,0 1 0 0 0,1 1 0 0 0,33-16 0 0 0,-49 26-30 0 0,0 1 0 0 0,0-1-1 0 0,0 1 1 0 0,0 0 0 0 0,0-1-1 0 0,0 1 1 0 0,0 0-1 0 0,1 0 1 0 0,-1 0 0 0 0,0-1-1 0 0,0 1 1 0 0,0 0 0 0 0,0 1-1 0 0,1-1 1 0 0,-1 0-1 0 0,0 0 1 0 0,2 1 0 0 0,-3-1-1 0 0,1 1 0 0 0,-1-1 0 0 0,1 1 0 0 0,0-1 0 0 0,-1 1 0 0 0,1-1 0 0 0,-1 1 0 0 0,1-1 0 0 0,-1 1 1 0 0,0 0-1 0 0,1-1 0 0 0,-1 1 0 0 0,1 0 0 0 0,-1-1 0 0 0,0 1 0 0 0,0 0 0 0 0,1-1 0 0 0,-1 1 0 0 0,0 0 0 0 0,0 0 0 0 0,0 3 0 0 0,0 0 0 0 0,0 0 0 0 0,0 0 0 0 0,0 0 0 0 0,-1 0 0 0 0,0 0 0 0 0,0 0 0 0 0,-2 6-1 0 0,-6 11 25 0 0,-1 0-1 0 0,-2-1 1 0 0,-15 23 0 0 0,11-19 24 0 0,-17 35 1 0 0,32-56-36 0 0,0 0-1 0 0,0 0 1 0 0,0 0-1 0 0,0 1 1 0 0,1-1-1 0 0,-1 0 0 0 0,1 0 1 0 0,-1 6-1 0 0,1-8-10 0 0,0 0 0 0 0,0 0 0 0 0,1-1-1 0 0,-1 1 1 0 0,0 0 0 0 0,0-1 0 0 0,0 1 0 0 0,0 0-1 0 0,1-1 1 0 0,-1 1 0 0 0,0 0 0 0 0,1-1-1 0 0,-1 1 1 0 0,0 0 0 0 0,1-1 0 0 0,-1 1 0 0 0,1-1-1 0 0,-1 1 1 0 0,1-1 0 0 0,-1 1 0 0 0,1-1-1 0 0,0 1 1 0 0,-1-1 0 0 0,1 0 0 0 0,-1 1 0 0 0,1-1-1 0 0,0 0 1 0 0,-1 0 0 0 0,1 1 0 0 0,0-1-1 0 0,-1 0 1 0 0,1 0 0 0 0,0 0 0 0 0,0 0 0 0 0,-1 0-1 0 0,1 0 1 0 0,0 0 0 0 0,-1 0 0 0 0,1 0-1 0 0,0 0 1 0 0,0 0 0 0 0,-1 0 0 0 0,1 0 0 0 0,1-1-1 0 0,6-2-1 0 0,0 0 0 0 0,1 0 0 0 0,-1-1 0 0 0,0 0 0 0 0,-1-1 0 0 0,15-10 0 0 0,18-10 0 0 0,-39 24 0 0 0,0 1 0 0 0,0-1 0 0 0,0 1 0 0 0,0-1 0 0 0,0 1 0 0 0,-1 0 0 0 0,1 0 0 0 0,0-1 0 0 0,0 1 0 0 0,0 0 0 0 0,0 0 0 0 0,0 0 0 0 0,0 0 0 0 0,2 0 0 0 0,-3 0 0 0 0,0 1 0 0 0,1-1 0 0 0,-1 0 0 0 0,0 0 0 0 0,1 0 0 0 0,-1 0 0 0 0,0 1 0 0 0,1-1 0 0 0,-1 0 0 0 0,0 0 0 0 0,0 1 0 0 0,1-1 0 0 0,-1 0 0 0 0,0 1 0 0 0,0-1 0 0 0,1 0 0 0 0,-1 1 0 0 0,0-1 0 0 0,0 0 0 0 0,0 1 0 0 0,0-1 0 0 0,0 0 0 0 0,1 1 0 0 0,-1-1 0 0 0,0 1 0 0 0,0 1 0 0 0,0 0 0 0 0,0-1 0 0 0,0 1 0 0 0,-1 0 0 0 0,1 0 0 0 0,0 0 0 0 0,-1 0 0 0 0,1-1 0 0 0,-1 1 0 0 0,0 0 0 0 0,0 0 0 0 0,1-1 0 0 0,-2 3 0 0 0,-6 7 211 0 0,-1 0 0 0 0,-18 18-1 0 0,19-21-44 0 0,0 1 1 0 0,0 0-1 0 0,1 0 0 0 0,-8 13 0 0 0,14-21-148 0 0,1-1-1 0 0,-1 1 1 0 0,1 0 0 0 0,0-1-1 0 0,-1 1 1 0 0,1 0 0 0 0,0 0 0 0 0,-1-1-1 0 0,1 1 1 0 0,0 0 0 0 0,0 0-1 0 0,0 0 1 0 0,-1-1 0 0 0,1 1-1 0 0,0 0 1 0 0,0 0 0 0 0,0 0 0 0 0,0-1-1 0 0,1 1 1 0 0,-1 2 0 0 0,1-3-13 0 0,-1 0 1 0 0,0 0 0 0 0,1 1 0 0 0,-1-1 0 0 0,1 0-1 0 0,-1 0 1 0 0,1 1 0 0 0,-1-1 0 0 0,1 0 0 0 0,-1 0-1 0 0,1 0 1 0 0,-1 0 0 0 0,1 0 0 0 0,-1 0 0 0 0,1 0-1 0 0,-1 0 1 0 0,1 0 0 0 0,-1 0 0 0 0,1 0 0 0 0,-1 0 0 0 0,1 0-1 0 0,-1 0 1 0 0,2-1 0 0 0,3 0-2 0 0,1-1-1 0 0,-1 0 1 0 0,0-1 0 0 0,7-3-1 0 0,83-58-203 0 0,-92 58 198 0 0,-4 5 4 0 0,-5 6 9 0 0,-77 71 16 0 0,-149 107-1 0 0,228-180-26 0 0,-1 0 0 0 0,0 0 0 0 0,0 0 0 0 0,-1-1 0 0 0,1 0 0 0 0,0 0 0 0 0,-1 0 0 0 0,1-1 0 0 0,-1 1 0 0 0,-6-1 0 0 0,12-1 0 0 0,0 0 0 0 0,0 0 0 0 0,0 0 0 0 0,0 0 0 0 0,0 0 0 0 0,0 0 0 0 0,0 0 0 0 0,0 0 0 0 0,0 0 0 0 0,-1 0 0 0 0,1 0 0 0 0,0 0 0 0 0,0 0 0 0 0,0 0 0 0 0,0 0 0 0 0,0 0 0 0 0,0 0 0 0 0,0 0 0 0 0,0 0 0 0 0,0 0 0 0 0,0 0 0 0 0,0 0 0 0 0,0 0 0 0 0,-1 0 0 0 0,1 0 0 0 0,0 0 0 0 0,0 0 0 0 0,0-1 0 0 0,0 1 0 0 0,0 0 0 0 0,0 0 0 0 0,0 0 0 0 0,0 0 0 0 0,0 0 0 0 0,0 0 0 0 0,0 0 0 0 0,0 0 0 0 0,0 0 0 0 0,0 0 0 0 0,0-1 0 0 0,0 1 0 0 0,0 0 0 0 0,0 0 0 0 0,0 0 0 0 0,0 0 0 0 0,0 0 0 0 0,0 0 0 0 0,3-6 0 0 0,7-6 0 0 0,1 2-25 0 0,-1 1 13 0 0,0 1 0 0 0,0-1 0 0 0,17-8 0 0 0,-24 15 16 0 0,0 0 0 0 0,0 1 0 0 0,1-1 0 0 0,-1 1 0 0 0,1 0 0 0 0,-1 0 0 0 0,1 0 0 0 0,-1 1 1 0 0,1-1-1 0 0,0 1 0 0 0,-1 0 0 0 0,1 0 0 0 0,0 0 0 0 0,-1 0 0 0 0,1 1 0 0 0,-1-1 0 0 0,6 2 0 0 0,-9-1-4 0 0,1-1 0 0 0,-1 0 0 0 0,1 0 0 0 0,-1 1 0 0 0,1-1 0 0 0,-1 0 0 0 0,1 0 0 0 0,-1 1 0 0 0,1-1 0 0 0,-1 1 0 0 0,1-1 0 0 0,-1 0 0 0 0,0 1 0 0 0,1-1 0 0 0,-1 1 0 0 0,0-1 0 0 0,1 1 0 0 0,-1-1 0 0 0,0 1 0 0 0,0-1 0 0 0,0 1 0 0 0,1-1 0 0 0,-1 1 0 0 0,0-1 0 0 0,0 1 0 0 0,0 0 0 0 0,0-1 0 0 0,0 1 0 0 0,0-1 0 0 0,0 1 0 0 0,0-1 0 0 0,0 1 0 0 0,0-1 0 0 0,0 1 0 0 0,0 0 0 0 0,-1-1 0 0 0,1 1 0 0 0,0-1 0 0 0,0 1 0 0 0,-1-1 0 0 0,1 1 0 0 0,0-1 0 0 0,-1 1 0 0 0,1-1 0 0 0,-1 1 0 0 0,-2 5 0 0 0,-1-1 0 0 0,0 0 0 0 0,-6 6 0 0 0,4-3 0 0 0,-46 49 0 0 0,35-39 0 0 0,1 0 0 0 0,-25 36 0 0 0,39-50-80 0 0,-1 0 0 0 0,1 1 0 0 0,0-1 0 0 0,0 0 0 0 0,1 1-1 0 0,-1-1 1 0 0,0 9 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1:30.08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206 755 3767 0 0,'4'-7'54'0'0,"1"0"-1"0"0,0 1 0 0 0,0 0 1 0 0,1 0-1 0 0,7-6 0 0 0,-1 1-299 0 0,164-139-892 0 0,-140 122 1106 0 0,155-130 42 0 0,52-40 52 0 0,-213 175-54 0 0,2 2 0 0 0,0 2 0 0 0,1 0-1 0 0,0 3 1 0 0,2 0 0 0 0,0 2-1 0 0,1 2 1 0 0,45-10 0 0 0,-76 21-29 0 0,1 0 1 0 0,0 1-1 0 0,-1-1 0 0 0,1 1 1 0 0,9 1-1 0 0,-14-1 16 0 0,0 0 0 0 0,0 0 0 0 0,0 0 0 0 0,0 0 0 0 0,0 1 0 0 0,0-1 0 0 0,-1 0 0 0 0,1 1 0 0 0,0-1 0 0 0,0 1 0 0 0,0-1 0 0 0,0 1 0 0 0,-1-1 0 0 0,1 1 0 0 0,0 0 0 0 0,-1-1 0 0 0,2 2 0 0 0,-2-1 3 0 0,1 0-1 0 0,-1 0 1 0 0,0 0-1 0 0,0 0 1 0 0,0 0-1 0 0,1 0 0 0 0,-1 0 1 0 0,0 0-1 0 0,0 0 1 0 0,0 0-1 0 0,-1 0 1 0 0,1 0-1 0 0,0 0 1 0 0,0 0-1 0 0,0 0 1 0 0,-1-1-1 0 0,1 1 1 0 0,0 0-1 0 0,-1 0 1 0 0,1 0-1 0 0,-1 1 0 0 0,-6 8-29 0 0,0 0 0 0 0,-1 0 0 0 0,0-1 0 0 0,0 0 0 0 0,-1 0 0 0 0,-12 9 0 0 0,6-5-34 0 0,-361 295-1089 0 0,233-196 920 0 0,-46 24 303 0 0,104-78 13 0 0,-111 100 1 0 0,25 12 47 0 0,160-158-129 0 0,1 1 0 0 0,0 0 0 0 0,1 0 0 0 0,-10 20 0 0 0,19-33 1 0 0,-1 1-1 0 0,1 0 0 0 0,-1 0 0 0 0,1 0 0 0 0,0 0 0 0 0,-1 0 0 0 0,1 0 0 0 0,0 0 0 0 0,0 0 0 0 0,0 0 0 0 0,-1 1 0 0 0,1-1 0 0 0,1 0 0 0 0,-1 0 0 0 0,0 0 0 0 0,0 1 0 0 0,0-1 0 0 0,1-1 0 0 0,-1 1 0 0 0,0-1 0 0 0,1 0 0 0 0,-1 1 0 0 0,0-1 0 0 0,1 1 0 0 0,-1-1 0 0 0,1 0-1 0 0,-1 1 1 0 0,0-1 0 0 0,1 0 0 0 0,-1 0 0 0 0,1 1 0 0 0,-1-1 0 0 0,1 0 0 0 0,-1 0 0 0 0,1 1 0 0 0,-1-1 0 0 0,1 0 0 0 0,-1 0 0 0 0,2 0 0 0 0,1 0 7 0 0,0 0 0 0 0,0 0 0 0 0,1 0 1 0 0,-1-1-1 0 0,0 1 0 0 0,0-1 0 0 0,0 0 0 0 0,5-2 0 0 0,19-10 111 0 0,0-2-1 0 0,-1-1 0 0 0,-1 0 1 0 0,35-31-1 0 0,-12 9 128 0 0,384-273 579 0 0,-408 295-789 0 0,159-101 266 0 0,168-70-88 0 0,-152 84-178 0 0,54-19-35 0 0,-189 96 0 0 0,1 2 0 0 0,72-15 0 0 0,-131 38 5 0 0,-4 0-2 0 0,0 0 1 0 0,1 1-1 0 0,-1-1 1 0 0,1 0-1 0 0,-1 1 1 0 0,1 0-1 0 0,0 0 1 0 0,-1 0-1 0 0,1 0 1 0 0,-1 0-1 0 0,1 0 1 0 0,-1 1-1 0 0,4 0 1 0 0,-5 0-2 0 0,-1-1 1 0 0,0 0 0 0 0,0 1-1 0 0,1-1 1 0 0,-1 1 0 0 0,0-1-1 0 0,0 1 1 0 0,0 0-1 0 0,0-1 1 0 0,0 1 0 0 0,0-1-1 0 0,0 1 1 0 0,0-1 0 0 0,0 1-1 0 0,0-1 1 0 0,0 1 0 0 0,0-1-1 0 0,0 1 1 0 0,0-1-1 0 0,0 1 1 0 0,-1-1 0 0 0,1 1-1 0 0,0-1 1 0 0,0 1 0 0 0,-1-1-1 0 0,1 1 1 0 0,0-1 0 0 0,-1 0-1 0 0,1 1 1 0 0,-1 0-1 0 0,-12 15 35 0 0,12-15-27 0 0,-27 27 8 0 0,-2-1-1 0 0,-1-1 1 0 0,-39 25 0 0 0,27-20-4 0 0,-301 215 231 0 0,135-103-245 0 0,-161 121 0 0 0,-40 64 0 0 0,401-321-4 0 0,4-4-5 0 0,0 1 1 0 0,0 0 0 0 0,1 0-1 0 0,-1 0 1 0 0,1 1-1 0 0,0-1 1 0 0,-7 11-1 0 0,11-15 9 0 0,0 1 0 0 0,0-1 0 0 0,-1 0 0 0 0,1 0 0 0 0,0 0 0 0 0,0 1 0 0 0,0-1 0 0 0,0 0 0 0 0,0 0 0 0 0,0 1 0 0 0,0-1 0 0 0,0 0 0 0 0,0 0 0 0 0,-1 0 0 0 0,1 1 0 0 0,0-1 0 0 0,0 0 0 0 0,0 1 0 0 0,0-1 0 0 0,0 0 0 0 0,1 0 0 0 0,-1 1 0 0 0,0-1 0 0 0,0 0 0 0 0,0 0 0 0 0,0 0 0 0 0,0 1 0 0 0,0-1 0 0 0,0 0 0 0 0,0 0 0 0 0,1 1 0 0 0,-1-1 0 0 0,0 0 0 0 0,0 0 0 0 0,0 0 0 0 0,0 0 0 0 0,1 1 0 0 0,-1-1 0 0 0,0 0 0 0 0,0 0 0 0 0,0 0 0 0 0,1 0 0 0 0,-1 0 0 0 0,0 1 0 0 0,0-1 0 0 0,1 0 0 0 0,-1 0 0 0 0,0 0 0 0 0,0 0 0 0 0,1 0 0 0 0,-1 0 0 0 0,0 0 0 0 0,0 0 0 0 0,1 0 0 0 0,-1 0 0 0 0,0 0 0 0 0,0 0 0 0 0,1 0 0 0 0,-1 0 0 0 0,0 0 0 0 0,0 0 0 0 0,1-1 0 0 0,18-4 0 0 0,-17 4 0 0 0,25-10 36 0 0,-1 0-1 0 0,38-25 0 0 0,49-38 151 0 0,-89 58-200 0 0,638-409 380 0 0,-152 140-181 0 0,-474 266-166 0 0,15-10-19 0 0,-22 12 0 0 0,0 2 0 0 0,34-13 0 0 0,-41 23 0 0 0,-22 5 0 0 0,1 0 0 0 0,-1 0 0 0 0,1 0 0 0 0,-1 0 0 0 0,0 0 0 0 0,1 0 0 0 0,-1 0 0 0 0,0 0 0 0 0,1 1 0 0 0,-1-1 0 0 0,0 0 0 0 0,1 0 0 0 0,-1 0 0 0 0,0 0 0 0 0,1 1 0 0 0,-1-1 0 0 0,0 0 0 0 0,0 0 0 0 0,1 1 0 0 0,-1-1 0 0 0,0 0 0 0 0,0 0 0 0 0,1 1 0 0 0,-1-1 0 0 0,0 0 0 0 0,0 1 0 0 0,0-1 0 0 0,0 0 0 0 0,1 1 0 0 0,-1-1 0 0 0,0 0 0 0 0,0 1 0 0 0,0-1 0 0 0,0 0 0 0 0,0 1 0 0 0,0-1 0 0 0,0 1 0 0 0,0-1 0 0 0,0 0 0 0 0,0 1 0 0 0,0-1 0 0 0,0 0 0 0 0,0 1 0 0 0,0-1 0 0 0,-1 0 0 0 0,1 1 0 0 0,0-1 0 0 0,0 0 0 0 0,0 1 0 0 0,0-1 0 0 0,-1 0 0 0 0,1 1 0 0 0,0-1 0 0 0,-1 0 0 0 0,-4 11 0 0 0,-2-1 0 0 0,0-1 0 0 0,0 1 0 0 0,0-1 0 0 0,-1-1 0 0 0,0 1 0 0 0,-14 9 0 0 0,1 1 0 0 0,-28 24 82 0 0,-106 69-1 0 0,98-74-60 0 0,-303 230 274 0 0,66-47-58 0 0,245-188-172 0 0,25-17 5 0 0,-33 27-1 0 0,52-37-69 0 0,11-5 0 0 0,16-9 0 0 0,-19 7 0 0 0,54-23 196 0 0,105-61 0 0 0,45-51 20 0 0,-75 38-216 0 0,-65 46 0 0 0,96-56 0 0 0,-149 100-10 0 0,56-31 55 0 0,74-30 0 0 0,-142 68-45 0 0,-1 0 0 0 0,0 1 0 0 0,0-1 0 0 0,0 1 0 0 0,0 0 0 0 0,1-1 0 0 0,-1 1 0 0 0,0 0 0 0 0,0 0 0 0 0,1 0 0 0 0,-1 0 0 0 0,0 0 0 0 0,1 0 0 0 0,-1 0 0 0 0,2 1 0 0 0,-3-1 0 0 0,0 0 0 0 0,1 0 0 0 0,-1 0 0 0 0,0 1 0 0 0,0-1 0 0 0,0 0 0 0 0,0 0 0 0 0,1 0 0 0 0,-1 1 0 0 0,0-1 0 0 0,0 0 0 0 0,0 0 0 0 0,0 0 0 0 0,0 1 0 0 0,0-1 0 0 0,0 0 0 0 0,0 0 0 0 0,1 1 0 0 0,-1-1 0 0 0,0 0 0 0 0,0 0 0 0 0,0 1 0 0 0,0-1 0 0 0,0 0 0 0 0,0 0 0 0 0,-1 1 0 0 0,1-1 0 0 0,-6 13 0 0 0,-1-3 0 0 0,-1 0 0 0 0,0-1 0 0 0,-1 0 0 0 0,-12 10 0 0 0,-44 30 0 0 0,35-27 0 0 0,7-5 3 0 0,-161 127 98 0 0,135-103-89 0 0,-70 79 0 0 0,109-109-67 0 0,0 0 0 0 0,1 1 0 0 0,0 0-1 0 0,1 1 1 0 0,1 0 0 0 0,-11 25 0 0 0,11-11 33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2:12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60 3663 0 0,'0'-2'92'0'0,"-1"0"-1"0"0,1 0 0 0 0,-1 1 0 0 0,0-1 0 0 0,0 0 0 0 0,0 1 0 0 0,0-1 0 0 0,0 1 0 0 0,0-1 0 0 0,0 1 0 0 0,-1-1 1 0 0,1 1-1 0 0,-3-2 0 0 0,0-1 147 0 0,0 0-14 0 0,1 1 0 0 0,-1 0-1 0 0,1 0 1 0 0,-1 0 0 0 0,0 1 0 0 0,0 0 0 0 0,0-1 0 0 0,-1 1 0 0 0,1 1 0 0 0,0-1-1 0 0,-8-1 1 0 0,12 3-150 0 0,9 1-145 0 0,0 0 104 0 0,-1 0-1 0 0,1 0 1 0 0,-1 0 0 0 0,1 1-1 0 0,-1 0 1 0 0,0 1 0 0 0,12 5-1 0 0,20 13 185 0 0,-24-13-117 0 0,0 1 1 0 0,0 1-1 0 0,-1 0 1 0 0,20 17-1 0 0,10 15 45 0 0,63 45-1 0 0,73 43-144 0 0,-164-119 33 0 0,0-1-1 0 0,1 0 1 0 0,0-1-1 0 0,1-1 1 0 0,-1-1-1 0 0,1-1 1 0 0,32 6-1 0 0,12-2 162 0 0,67 3 1 0 0,-55-7-134 0 0,64 5 182 0 0,179-6 0 0 0,-62-23 286 0 0,-177 8-228 0 0,93-23 1 0 0,-166 32-294 0 0,121-34 335 0 0,-99 26-289 0 0,1-2-1 0 0,34-19 1 0 0,-15 6 105 0 0,37-22 430 0 0,-77 40-332 0 0,1 0-1 0 0,-1-1 1 0 0,0 0-1 0 0,-1 0 1 0 0,1-1-1 0 0,-2 1 1 0 0,8-12-1 0 0,-10 8-25 0 0,-3 10-206 0 0,-1-1 0 0 0,0 1-1 0 0,1-1 1 0 0,-1 1 0 0 0,1 0 0 0 0,-1-1 0 0 0,1 1 0 0 0,-1 0 0 0 0,1 0-1 0 0,2-2 1 0 0,-3 2-112 0 0,1 1 0 0 0,0 0 0 0 0,-1 0 0 0 0,1 0-1 0 0,0 0 1 0 0,0 1 0 0 0,-1-1 0 0 0,1 0 0 0 0,0 0-1 0 0,0 0 1 0 0,-1 1 0 0 0,1-1 0 0 0,0 0 0 0 0,-1 1 0 0 0,1-1-1 0 0,-1 0 1 0 0,2 1 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2:39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 3183 0 0,'1'0'0'0'0,"-1"0"0"0"0,1 0 0 0 0,0 0 0 0 0,-1 0 0 0 0,1 0 0 0 0,0 0 0 0 0,-1 0 0 0 0,1-1 0 0 0,0 1 0 0 0,-1 0 0 0 0,1 0 0 0 0,-1 0 0 0 0,1-1 0 0 0,0 1 0 0 0,-1 0 0 0 0,1-1 0 0 0,-1 1 0 0 0,2-1 0 0 0,12-9 0 0 0,-13 9 0 0 0,1 0 0 0 0,15-12 0 0 0,-17 13 0 0 0,1-1 0 0 0,-1 1 0 0 0,1 0 0 0 0,-1-1 0 0 0,1 1 0 0 0,-1-1 0 0 0,1 1 0 0 0,-1-1 0 0 0,1 1 0 0 0,-1-1 0 0 0,0 1 0 0 0,1-1 0 0 0,-1 0 0 0 0,0 1 0 0 0,1-1 0 0 0,-1 0 0 0 0,0 1 0 0 0,0-1 0 0 0,0 0 0 0 0,0 1 0 0 0,1-1 0 0 0,-1-1 0 0 0,-2 1 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03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41 455 0 0,'0'-2'132'0'0,"0"1"0"0"0,0-1-1 0 0,0 0 1 0 0,-1 1-1 0 0,1-1 1 0 0,0 0 0 0 0,-1 1-1 0 0,1-1 1 0 0,-1 0-1 0 0,0 1 1 0 0,0-1 0 0 0,1 1-1 0 0,-1-1 1 0 0,0 1-1 0 0,0-1 1 0 0,0 1-1 0 0,-1 0 1 0 0,1 0 0 0 0,0-1-1 0 0,0 1 1 0 0,-1 0-1 0 0,1 0 1 0 0,-1 0 0 0 0,1 0-1 0 0,-1 1 1 0 0,1-1-1 0 0,-1 0 1 0 0,1 0-1 0 0,-1 1 1 0 0,0-1 0 0 0,1 1-1 0 0,-1 0 1 0 0,0 0-1 0 0,1-1 1 0 0,-1 1 0 0 0,0 0-1 0 0,0 0 1 0 0,1 0-1 0 0,-1 1 1 0 0,0-1-1 0 0,-2 1 1 0 0,2 0-92 0 0,0 0 0 0 0,0 1 0 0 0,0-1-1 0 0,0 0 1 0 0,0 1 0 0 0,0-1 0 0 0,1 1 0 0 0,-1 0 0 0 0,1 0-1 0 0,-1-1 1 0 0,1 1 0 0 0,0 0 0 0 0,-1 0 0 0 0,1 0 0 0 0,0 1 0 0 0,0-1-1 0 0,1 0 1 0 0,-1 0 0 0 0,0 4 0 0 0,-2 6 92 0 0,1 1 1 0 0,-1 18-1 0 0,2-8-42 0 0,0-7 69 0 0,1 0 0 0 0,1 0 0 0 0,0 0 0 0 0,1 0 0 0 0,1 0 0 0 0,1 0-1 0 0,6 18 1 0 0,-4-12 114 0 0,2 14 379 0 0,-6-22-423 0 0,1 1-1 0 0,1-1 0 0 0,0 0 1 0 0,9 19-1 0 0,-11-30-147 0 0,-1 0 1 0 0,1 0-1 0 0,0-1 0 0 0,0 1 0 0 0,0 0 0 0 0,0-1 0 0 0,0 1 0 0 0,1-1 0 0 0,-1 0 1 0 0,1 0-1 0 0,-1 0 0 0 0,1 0 0 0 0,0 0 0 0 0,0 0 0 0 0,0-1 0 0 0,0 0 1 0 0,0 1-1 0 0,0-1 0 0 0,0 0 0 0 0,0 0 0 0 0,0-1 0 0 0,1 1 0 0 0,-1-1 0 0 0,6 1 1 0 0,-2-2 143 0 0,0 1 1 0 0,1-1-1 0 0,-1-1 1 0 0,0 1-1 0 0,0-1 1 0 0,-1 0-1 0 0,14-7 1 0 0,44-27-126 0 0,-40 21 37 0 0,-10 6-113 0 0,1 1 1 0 0,0 0-1 0 0,1 1 1 0 0,21-6-1 0 0,-30 11-14 0 0,0 1-1 0 0,0-1 0 0 0,0 1 1 0 0,0 1-1 0 0,0-1 0 0 0,0 1 1 0 0,0 1-1 0 0,0-1 1 0 0,0 1-1 0 0,0 0 0 0 0,-1 1 1 0 0,1 0-1 0 0,8 3 0 0 0,3 2 64 0 0,-1 1-1 0 0,0 1 1 0 0,0 1 0 0 0,20 15-1 0 0,-31-21-15 0 0,1 1-1 0 0,-2 0 0 0 0,1 1 1 0 0,-1-1-1 0 0,0 1 0 0 0,0 0 1 0 0,0 0-1 0 0,-1 1 0 0 0,0 0 1 0 0,0-1-1 0 0,-1 1 1 0 0,0 0-1 0 0,4 13 0 0 0,-3 4 134 0 0,-1-1-1 0 0,-1 41 0 0 0,-1-49-21 0 0,-2-25 24 0 0,0-2-179 0 0,0 0-1 0 0,1 1 1 0 0,1-1-1 0 0,0 0 1 0 0,0 1-1 0 0,1-1 1 0 0,0 1-1 0 0,1-1 1 0 0,1 1-1 0 0,0 0 1 0 0,0 0-1 0 0,1 0 1 0 0,0 1-1 0 0,1 0 1 0 0,11-15-1 0 0,0 3 18 0 0,1 1-1 0 0,0 0 0 0 0,2 2 1 0 0,0 0-1 0 0,35-23 0 0 0,-39 29-36 0 0,1 2 0 0 0,1 0 0 0 0,-1 0-1 0 0,25-8 1 0 0,-37 16 5 0 0,1 2 1 0 0,-1-1-1 0 0,1 0 0 0 0,0 1 0 0 0,0 0 0 0 0,0 1 1 0 0,-1-1-1 0 0,1 1 0 0 0,0 0 0 0 0,0 1 0 0 0,0-1 1 0 0,0 1-1 0 0,-1 0 0 0 0,1 0 0 0 0,0 1 0 0 0,-1 0 1 0 0,1 0-1 0 0,-1 0 0 0 0,8 5 0 0 0,-2 0 9 0 0,0 0 45 0 0,0-1 1 0 0,1 0 0 0 0,20 8-1 0 0,-28-13-36 0 0,-1 0 0 0 0,1 0-1 0 0,0 0 1 0 0,-1-1-1 0 0,1 0 1 0 0,0 1-1 0 0,-1-1 1 0 0,1 0 0 0 0,0-1-1 0 0,-1 1 1 0 0,1-1-1 0 0,0 0 1 0 0,-1 0-1 0 0,1 0 1 0 0,-1 0-1 0 0,1 0 1 0 0,5-4 0 0 0,3-3 354 0 0,1-1 1 0 0,-1 0 0 0 0,-1-1 0 0 0,17-18 0 0 0,36-50-147 0 0,-49 58-309 0 0,-15 17-366 0 0,-2 2-181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19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2319 0 0,'5'-5'0'0'0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22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87 1791 0 0,'-1'-7'-140'0'0,"0"0"0"0"0,0-1 0 0 0,1 1 0 0 0,0-1-1 0 0,1-8 1 0 0,0-6 567 0 0,-1 22-424 0 0,0-1-1 0 0,0 1 1 0 0,0-1 0 0 0,0 1-1 0 0,0-1 1 0 0,0 0 0 0 0,1 1 0 0 0,-1-1-1 0 0,0 1 1 0 0,0-1 0 0 0,1 1-1 0 0,-1 0 1 0 0,0-1 0 0 0,1 1 0 0 0,-1-1-1 0 0,0 1 1 0 0,1-1 0 0 0,-1 1-1 0 0,0 0 1 0 0,1-1 0 0 0,-1 1 0 0 0,1 0-1 0 0,-1 0 1 0 0,1-1 0 0 0,-1 1-1 0 0,1 0 1 0 0,-1 0 0 0 0,1-1 0 0 0,-1 1-1 0 0,1 0 1 0 0,-1 0 0 0 0,1 0-1 0 0,-1 0 1 0 0,2 0 0 0 0,16 1-18 0 0,-17-1 21 0 0,7 1-6 0 0,-1 1 0 0 0,0-1 0 0 0,0 1 0 0 0,12 6 0 0 0,-1-1 0 0 0,9 4 60 0 0,9 3 280 0 0,-3-5-122 0 0,69 16 524 0 0,-35-10-346 0 0,-46-10-327 0 0,0 0 0 0 0,1-1 0 0 0,35 2 0 0 0,-14-7 3 0 0,0 3 0 0 0,0 1 0 0 0,71 16 0 0 0,-75-12-37 0 0,0-1-1 0 0,60 1 0 0 0,17 2 69 0 0,-97-6-90 0 0,1 1-1 0 0,-1 0 1 0 0,35 14-1 0 0,-33-9-12 0 0,0 0 0 0 0,1-2 0 0 0,0 0 0 0 0,0-2 0 0 0,1 0 0 0 0,31 2 0 0 0,42-7 13 0 0,-51-1 26 0 0,-1 2-1 0 0,71 11 0 0 0,-56 0-100 0 0,115 17 47 0 0,-150-27 24 0 0,0 2 0 0 0,-1 1 0 0 0,0 1 0 0 0,26 10 0 0 0,-25-7-9 0 0,102 43 0 0 0,-101-41 0 0 0,41 12 0 0 0,12 5 0 0 0,-55-17 2 0 0,23 10 35 0 0,95 30 0 0 0,-9-24 39 0 0,24 8 36 0 0,-120-23-63 0 0,67 34 0 0 0,-69-29-15 0 0,0-2 0 0 0,44 13 0 0 0,59 0 113 0 0,-34-9-22 0 0,-6 5 32 0 0,98 18-122 0 0,-155-35 29 0 0,0 1 0 0 0,0 3 0 0 0,61 24 0 0 0,-80-28-64 0 0,0-2 0 0 0,0 0 0 0 0,1-1 0 0 0,36 2 0 0 0,-27-4 0 0 0,41 10 0 0 0,-58-9 0 0 0,10 4 2 0 0,0-2 1 0 0,0 0-1 0 0,0-2 0 0 0,49 0 0 0 0,52-19 492 0 0,4 0 9 0 0,-124 15-513 0 0,-1 1 0 0 0,0 0 0 0 0,1 0 0 0 0,-1 1 0 0 0,0 0 0 0 0,0-1 0 0 0,0 1 0 0 0,1 0 0 0 0,6 3-1 0 0,-9-2-8 0 0,0-1 0 0 0,0 0 0 0 0,0 1 0 0 0,0-1 0 0 0,0 1 0 0 0,0 0 0 0 0,0 0 0 0 0,0-1 0 0 0,-1 1 0 0 0,1 0 0 0 0,-1 1 0 0 0,1-1 0 0 0,-1 0 0 0 0,0 0 0 0 0,0 0 0 0 0,0 1-1 0 0,1 2 1 0 0,0 7-505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24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1679 0 0,'0'0'0'0'0,"6"-1"0"0"0,7 4 0 0 0,58 14 0 0 0,-62-16 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27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1471 0 0,'10'1'0'0'0,"-2"1"0"0"0,-5 0 0 0 0,-1-1 0 0 0,0 1 0 0 0,1-1 0 0 0,6 2 0 0 0,4 2 0 0 0,5 1 0 0 0,4 2 0 0 0,-1 0 0 0 0,-6-3 0 0 0,-2-1 0 0 0,-1 3 0 0 0,2-3 0 0 0,2 3 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28.2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18 1319 0 0,'-13'-6'120'0'0,"5"1"-120"0"0,4 2 0 0 0,1 0 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28.7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1 786 1495 0 0,'1'0'17'0'0,"1"0"0"0"0,0-1 0 0 0,0 1-1 0 0,0-1 1 0 0,0 1 0 0 0,0-1-1 0 0,3-1 1 0 0,6-3-23 0 0,22 0 6 0 0,-20 3 0 0 0,0-1 0 0 0,24-6 0 0 0,-33 7 0 0 0,0 0 0 0 0,0 0 0 0 0,1 0 0 0 0,-1 0 0 0 0,-1-1 0 0 0,1 0 0 0 0,0 1 0 0 0,-1-1 0 0 0,1-1 0 0 0,-1 1 0 0 0,0 0 0 0 0,3-5 0 0 0,17-23-6 0 0,-14 19-3 0 0,0 1-1 0 0,-1-1 1 0 0,0-1-1 0 0,-1 0 0 0 0,-1 0 1 0 0,1 0-1 0 0,5-23 1 0 0,-6 2-14 0 0,-1 0-1 0 0,-3 0 1 0 0,0-1 0 0 0,-4-34-1 0 0,1 3 7 0 0,1 31 45 0 0,-1 1 0 0 0,-2-1 0 0 0,-1 1 0 0 0,-2 0 0 0 0,-20-66 0 0 0,19 81-28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29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287 53 1407 0 0,'-5'6'4'0'0,"2"-3"5"0"0,-1 1-1 0 0,1 1 1 0 0,-1-1 0 0 0,1 0-1 0 0,0 1 1 0 0,-2 6-1 0 0,-2 1 14 0 0,1 0 0 0 0,-12 16-1 0 0,1-2-10 0 0,-136 265-103 0 0,143-268 87 0 0,0 0-1 0 0,2 1 0 0 0,1-1 0 0 0,1 1 0 0 0,1 1 0 0 0,1-1 0 0 0,-2 44 0 0 0,6-51 21 0 0,1 0-1 0 0,1 0 1 0 0,0 0 0 0 0,1-1 0 0 0,1 1-1 0 0,1-1 1 0 0,0 0 0 0 0,1 0 0 0 0,0 0-1 0 0,2-1 1 0 0,0 0 0 0 0,12 17-1 0 0,-12-21-26 0 0,1-1 0 0 0,1 1 0 0 0,0-2 0 0 0,0 1 0 0 0,1-2 0 0 0,0 1 0 0 0,1-1 0 0 0,-1-1 0 0 0,2 0 0 0 0,-1-1 0 0 0,21 7 0 0 0,-27-11 12 0 0,0 0 0 0 0,0-1 0 0 0,0 0 0 0 0,0-1 0 0 0,0 1 0 0 0,0-1 0 0 0,0 0 0 0 0,0-1 0 0 0,0 1 0 0 0,0-1 0 0 0,0 0 0 0 0,0-1 0 0 0,0 0 0 0 0,-1 1 0 0 0,8-5 0 0 0,5-2 0 0 0,-1-2 0 0 0,-1 0 0 0 0,23-17 0 0 0,-30 19 0 0 0,0 1-1 0 0,-1-1 1 0 0,-1-1-1 0 0,1 1 1 0 0,9-16 0 0 0,27-51 24 0 0,-33 54 8 0 0,16-30-50 0 0,-3-2-1 0 0,23-73 1 0 0,19-115-53 0 0,-59 214 84 0 0,-2-1-1 0 0,0 0 1 0 0,-2 0-1 0 0,-1-1 1 0 0,-4-47-1 0 0,2 71-10 0 0,-1 0 0 0 0,1-1 0 0 0,-2 1 0 0 0,1 0-1 0 0,0-1 1 0 0,-1 1 0 0 0,0 0 0 0 0,0 0 0 0 0,-1 0 0 0 0,1 0-1 0 0,-1 1 1 0 0,0-1 0 0 0,-1 1 0 0 0,1 0 0 0 0,-1-1 0 0 0,1 1-1 0 0,-1 1 1 0 0,-1-1 0 0 0,1 1 0 0 0,0 0 0 0 0,-1-1 0 0 0,1 2-1 0 0,-1-1 1 0 0,0 1 0 0 0,0-1 0 0 0,0 2 0 0 0,0-1 0 0 0,-9-2-1 0 0,-19 0-17 0 0,1 1 0 0 0,-58 2 0 0 0,78 1 11 0 0,-49 2-6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2:06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80 145 3223 0 0,'-2'-5'112'0'0,"0"-1"-1"0"0,0 1 1 0 0,0-1-1 0 0,1 0 1 0 0,-1 0-1 0 0,1 0 1 0 0,0-10-1 0 0,9-69 5285 0 0,-8 85-5358 0 0,0 0 0 0 0,0 0-1 0 0,0 0 1 0 0,0 0 0 0 0,0 0-1 0 0,0-1 1 0 0,0 1 0 0 0,0 0-1 0 0,0 0 1 0 0,0 0-1 0 0,0 0 1 0 0,0 0 0 0 0,0 0-1 0 0,0 0 1 0 0,0-1 0 0 0,0 1-1 0 0,0 0 1 0 0,0 0 0 0 0,0 0-1 0 0,0 0 1 0 0,0 0 0 0 0,0 0-1 0 0,0 0 1 0 0,-1 0 0 0 0,1-1-1 0 0,0 1 1 0 0,0 0-1 0 0,0 0 1 0 0,0 0 0 0 0,0 0-1 0 0,0 0 1 0 0,0 0 0 0 0,0 0-1 0 0,0 0 1 0 0,-1 0 0 0 0,1 0-1 0 0,0 0 1 0 0,0 0 0 0 0,0 0-1 0 0,0 0 1 0 0,0 0 0 0 0,0 0-1 0 0,0 0 1 0 0,-1 0-1 0 0,1 0 1 0 0,0 0 0 0 0,0 0-1 0 0,0 0 1 0 0,0 0 0 0 0,0 0-1 0 0,0 0 1 0 0,-1 0 0 0 0,-6 5 806 0 0,-6 10-517 0 0,5 1-103 0 0,0 0 0 0 0,2 1 0 0 0,0 0 1 0 0,1 0-1 0 0,-5 28 0 0 0,6-17-81 0 0,1 1-1 0 0,2 48 1 0 0,1-70-93 0 0,1 0-1 0 0,0 0 0 0 0,0-1 0 0 0,0 1 1 0 0,1-1-1 0 0,0 1 0 0 0,0-1 1 0 0,0 0-1 0 0,1 1 0 0 0,0-1 0 0 0,0-1 1 0 0,1 1-1 0 0,0 0 0 0 0,7 8 1 0 0,-3-6 20 0 0,1-1 1 0 0,-1 0 0 0 0,1 0 0 0 0,0-1-1 0 0,0 0 1 0 0,1-1 0 0 0,0 0 0 0 0,13 5-1 0 0,0-2 44 0 0,0-1 0 0 0,0-1 0 0 0,0-1 0 0 0,1-1 0 0 0,0-1 0 0 0,0-1 0 0 0,0-1 0 0 0,0-1 0 0 0,39-5 0 0 0,65-14 164 0 0,-1-5-1 0 0,162-53 0 0 0,-232 59-233 0 0,1 3 0 0 0,115-15 0 0 0,-149 27-34 0 0,0 2 0 0 0,0 1 0 0 0,-1 1-1 0 0,1 1 1 0 0,0 1 0 0 0,-1 1 0 0 0,0 1 0 0 0,0 1 0 0 0,0 1-1 0 0,30 14 1 0 0,-26-8-10 0 0,-1 2 0 0 0,0 0 0 0 0,-2 2 0 0 0,40 34 0 0 0,-5 10 0 0 0,-58-60 1 0 0,0 0 0 0 0,0 0 0 0 0,0-1-1 0 0,0 1 1 0 0,0 0 0 0 0,0-1 0 0 0,0 1 0 0 0,0-1-1 0 0,1 0 1 0 0,-1 1 0 0 0,0-1 0 0 0,0 0 0 0 0,0 1-1 0 0,1-1 1 0 0,-1 0 0 0 0,0 0 0 0 0,0 0-1 0 0,1 0 1 0 0,-1 0 0 0 0,0 0 0 0 0,0-1 0 0 0,1 1-1 0 0,-1 0 1 0 0,0-1 0 0 0,0 1 0 0 0,0-1 0 0 0,0 1-1 0 0,1-1 1 0 0,0 0 0 0 0,5-3 8 0 0,-1-1-1 0 0,1 1 1 0 0,9-10 0 0 0,-4 4-4 0 0,4-3-5 0 0,51-40 0 0 0,142-85 0 0 0,-185 127 57 0 0,0 0 0 0 0,1 2 0 0 0,0 1 0 0 0,0 1 0 0 0,31-5 0 0 0,-14 6 62 0 0,0 2 0 0 0,62 1 0 0 0,-66 7-79 0 0,-1 1 0 0 0,0 1 0 0 0,-1 2 0 0 0,43 16-1 0 0,-20-7 5 0 0,-29-10 51 0 0,1-1 0 0 0,-1-1 1 0 0,1-2-1 0 0,0-1 1 0 0,1-2-1 0 0,-1-1 0 0 0,0-1 1 0 0,54-11-1 0 0,10-10 154 0 0,131-50 0 0 0,-222 72-256 0 0,22-8 48 0 0,1 0-35 0 0,28-14 0 0 0,-53 22-53 0 0,-3 2-326 0 0,-6 4-95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2:06.5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23 105 6911 0 0,'-22'-40'2698'0'0,"29"42"1052"0"0,-1 0-3483 0 0,0 0 0 0 0,0 0 0 0 0,0 0 0 0 0,1-1 0 0 0,-1 0 0 0 0,1 0 0 0 0,7-1 0 0 0,307-45 5280 0 0,-285 37-5093 0 0,42-16 0 0 0,-72 23-362 0 0,-8 5-65 0 0,-13 8-808 0 0,9-8-393 0 0,-12 12-6069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2:16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5 455 0 0,'-1'-1'122'0'0,"0"0"0"0"0,1 1 0 0 0,-1 0-1 0 0,0-1 1 0 0,0 1 0 0 0,0-1-1 0 0,1 1 1 0 0,-1 0 0 0 0,0 0-1 0 0,0 0 1 0 0,0-1 0 0 0,0 1-1 0 0,0 0 1 0 0,0 0 0 0 0,0 0-1 0 0,0 0 1 0 0,0 0 0 0 0,1 1-1 0 0,-1-1 1 0 0,0 0 0 0 0,0 0-1 0 0,0 1 1 0 0,0-1 0 0 0,-1 1-1 0 0,1 0-75 0 0,1 0 0 0 0,-1-1-1 0 0,1 1 1 0 0,0 0-1 0 0,-1 0 1 0 0,1 0 0 0 0,0 0-1 0 0,0 0 1 0 0,-1 0 0 0 0,1 0-1 0 0,0-1 1 0 0,0 1 0 0 0,0 0-1 0 0,0 0 1 0 0,0 0-1 0 0,0 0 1 0 0,1 0 0 0 0,-1 0-1 0 0,0 0 1 0 0,0 0 0 0 0,1 0-1 0 0,-1-1 1 0 0,0 1-1 0 0,1 1 1 0 0,19 56 940 0 0,-15-41-823 0 0,1 0-1 0 0,0-1 0 0 0,1 0 0 0 0,1 0 1 0 0,11 18-1 0 0,-15-29-140 0 0,0-1 0 0 0,0 1 0 0 0,1-1 0 0 0,0 0 0 0 0,-1-1 0 0 0,1 1 0 0 0,0-1-1 0 0,1 0 1 0 0,-1 0 0 0 0,0-1 0 0 0,1 1 0 0 0,0-1 0 0 0,-1 0 0 0 0,1-1 0 0 0,0 0 0 0 0,6 1 0 0 0,12 1 282 0 0,0-1 0 0 0,40-3 0 0 0,-56 1-185 0 0,13-1 249 0 0,1-1 0 0 0,-1-1 0 0 0,40-10 0 0 0,-53 11-256 0 0,1-1 0 0 0,-1 0 0 0 0,0-1-1 0 0,0 0 1 0 0,0 0 0 0 0,-1 0 0 0 0,1-1-1 0 0,-1 0 1 0 0,0-1 0 0 0,0 0 0 0 0,-1 0 0 0 0,7-8-1 0 0,-10 10-14 0 0,0 0-1 0 0,-1-1 0 0 0,0 1 1 0 0,0-1-1 0 0,0 0 0 0 0,0 1 0 0 0,-1-1 1 0 0,0 0-1 0 0,0 0 0 0 0,0 0 1 0 0,-1 0-1 0 0,1-7 0 0 0,-1 3 43 0 0,-1 0 0 0 0,0 0 0 0 0,0 0 0 0 0,-1 1 0 0 0,0-1-1 0 0,-3-10 1 0 0,-1 10-209 0 0,6 9 83 0 0,-1-1 1 0 0,1 1-1 0 0,0 0 0 0 0,0 0 1 0 0,0 0-1 0 0,0 0 0 0 0,-1 0 1 0 0,1 0-1 0 0,0 0 0 0 0,0 0 1 0 0,0 0-1 0 0,0 0 0 0 0,-1 0 1 0 0,1 0-1 0 0,0 0 0 0 0,0 0 1 0 0,0 0-1 0 0,-1 0 0 0 0,1 0 1 0 0,0 0-1 0 0,0 0 0 0 0,0 0 1 0 0,0 0-1 0 0,-1 0 0 0 0,1 0 1 0 0,0 0-1 0 0,0 0 0 0 0,0 0 1 0 0,0 0-1 0 0,-1 1 0 0 0,1-1-241 0 0,-1 1-1 0 0,0 0 0 0 0,1 0 1 0 0,-1 0-1 0 0,1 0 0 0 0,-1 0 1 0 0,1 0-1 0 0,0 0 1 0 0,-1 0-1 0 0,1 0 0 0 0,0 0 1 0 0,0 0-1 0 0,0 0 0 0 0,0 0 1 0 0,-1 0-1 0 0,2 1 0 0 0,-1 8-3891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2:17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0 100 1295 0 0,'0'-10'-29'0'0,"0"-1"306"0"0,0 1 0 0 0,1 0 0 0 0,0 0 0 0 0,0 0-1 0 0,4-15 1 0 0,-4 24-240 0 0,-1 0-1 0 0,0 0 1 0 0,0 0-1 0 0,1 0 1 0 0,-1 0-1 0 0,1 0 1 0 0,-1 1-1 0 0,1-1 1 0 0,-1 0-1 0 0,1 0 0 0 0,0 1 1 0 0,-1-1-1 0 0,2-1 1 0 0,-2 2-7 0 0,1 0 0 0 0,-1 0 0 0 0,0 0 0 0 0,1 0 1 0 0,-1-1-1 0 0,0 1 0 0 0,1 0 0 0 0,-1 0 0 0 0,0 0 0 0 0,1 0 1 0 0,-1 0-1 0 0,0 0 0 0 0,1 0 0 0 0,-1 0 0 0 0,0 0 0 0 0,0 0 1 0 0,1 0-1 0 0,-1 1 0 0 0,0-1 0 0 0,1 0 0 0 0,-1 0 1 0 0,0 0-1 0 0,1 0 0 0 0,-1 0 0 0 0,1 1 0 0 0,0 0 69 0 0,0 0 1 0 0,0 1-1 0 0,1-1 0 0 0,-1 0 0 0 0,0 1 0 0 0,0-1 0 0 0,0 1 1 0 0,0 0-1 0 0,-1-1 0 0 0,1 1 0 0 0,0-1 0 0 0,0 3 0 0 0,4 17 483 0 0,-1 0-1 0 0,2 32 0 0 0,1 4-309 0 0,-6-46-204 0 0,1 0-1 0 0,0-1 1 0 0,1 1-1 0 0,0-1 1 0 0,1 1-1 0 0,0-1 1 0 0,1 0-1 0 0,0 0 1 0 0,11 16-1 0 0,-11-20 0 0 0,0 0-1 0 0,0 0 1 0 0,0 0 0 0 0,0-1-1 0 0,1 0 1 0 0,0 0 0 0 0,0-1-1 0 0,0 1 1 0 0,1-1 0 0 0,0-1-1 0 0,-1 1 1 0 0,9 2 0 0 0,-9-4 20 0 0,1-1 1 0 0,0 1 0 0 0,0-1 0 0 0,0 0-1 0 0,0-1 1 0 0,0 0 0 0 0,0 0-1 0 0,0 0 1 0 0,0-1 0 0 0,0 0 0 0 0,0 0-1 0 0,0-1 1 0 0,7-2 0 0 0,0-1 25 0 0,0-1 0 0 0,-1-1 0 0 0,0 0 0 0 0,0 0 0 0 0,14-12 0 0 0,55-50 1115 0 0,-61 49-925 0 0,1 1 0 0 0,0 1 0 0 0,45-27 0 0 0,-65 44-344 0 0,0 0-1 0 0,0 0 0 0 0,0 0 1 0 0,0 0-1 0 0,0 0 1 0 0,0 0-1 0 0,1 1 0 0 0,-1-1 1 0 0,0 1-1 0 0,0-1 1 0 0,0 1-1 0 0,1 0 0 0 0,-1 0 1 0 0,0 0-1 0 0,0 0 1 0 0,1 1-1 0 0,-1-1 1 0 0,0 0-1 0 0,4 2 0 0 0,4 5-4438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39.6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1295 0 0,'10'1'14'0'0,"0"1"0"0"0,0 0 0 0 0,0 1-1 0 0,0 0 1 0 0,0 0 0 0 0,-1 1 0 0 0,16 8-1 0 0,-12-5-11 0 0,-11-6-2 0 0,0-1 0 0 0,1 1 0 0 0,-1 0 0 0 0,0 0 0 0 0,0 0 0 0 0,0 1 0 0 0,0-1 0 0 0,0 0 0 0 0,-1 1 0 0 0,1 0 0 0 0,0-1 0 0 0,-1 1 0 0 0,1 0 0 0 0,-1 0 0 0 0,1 0 0 0 0,-1-1 0 0 0,0 2 0 0 0,2 2 0 0 0,-3-4 0 0 0,0 0 0 0 0,-1-1 0 0 0,1 1 0 0 0,0 0 0 0 0,0-1 0 0 0,-1 1 0 0 0,1 0 0 0 0,0-1 0 0 0,-1 1 0 0 0,1-1 0 0 0,0 1 0 0 0,-1-1 0 0 0,1 1 0 0 0,-1-1 0 0 0,1 1 0 0 0,-1-1 0 0 0,1 1 0 0 0,-1-1 0 0 0,-1 1 0 0 0,1 0 0 0 0,-3 2 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41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1 1 1471 0 0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41.8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1063 0 0,'0'1'96'0'0,"2"-1"-96"0"0,-1-1 0 0 0,3-1 0 0 0,-1 2 0 0 0,-2-1 0 0 0,2 1 0 0 0,1 0 0 0 0,-1-2 0 0 0,0 2 0 0 0,5-2 0 0 0,-2 2 0 0 0,3-1 0 0 0,-1 1 64 0 0,-2 0-64 0 0,1 1 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58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3423 0 0,'-4'4'304'0'0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59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38 919 0 0,'-6'-13'80'0'0,"1"4"-80"0"0,0 1 0 0 0,4 2 0 0 0,-1 4 688 0 0,2 5-592 0 0,0 2-8 0 0,2 1 0 0 0,1 7-88 0 0,-2-2 0 0 0,3 1 0 0 0,0 2 0 0 0,4 2 0 0 0,3-3 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04.8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19 143 0 0,'0'-2'5'0'0,"0"2"-3"0"0,1-1 0 0 0,-1 1 0 0 0,0-1 0 0 0,0 1 0 0 0,0-1 0 0 0,0 1 0 0 0,0-1 0 0 0,1 1 0 0 0,-1-1 0 0 0,0 1 0 0 0,0-1 0 0 0,0 1 0 0 0,0-1 0 0 0,-1 0 1 0 0,1 1-1 0 0,0-1 0 0 0,0 1 0 0 0,0-1 0 0 0,0 1 0 0 0,0-1 0 0 0,-1 0 0 0 0,-4-3 1230 0 0,0 4-1046 0 0,1 10-11 0 0,3-1-173 0 0,0-1 1 0 0,0 1-1 0 0,1 0 0 0 0,0 0 0 0 0,0 0 0 0 0,1 0 1 0 0,0 0-1 0 0,1 0 0 0 0,0-1 0 0 0,0 1 0 0 0,7 15 1 0 0,6 9-41 0 0,32 52 1 0 0,-17-32 162 0 0,21 46-45 0 0,64 175 0 0 0,-106-243-73 0 0,-1 1 0 0 0,-1 0-1 0 0,-1 0 1 0 0,1 37 0 0 0,-6 129 56 0 0,-3-54-29 0 0,2-125-9 0 0,1 1-1 0 0,1 0 1 0 0,1-1 0 0 0,1 0-1 0 0,0 0 1 0 0,1 0-1 0 0,1 0 1 0 0,16 33-1 0 0,-18-47-19 0 0,0 0 0 0 0,0-1-1 0 0,0 1 1 0 0,1-1-1 0 0,-1 0 1 0 0,1 0-1 0 0,0 0 1 0 0,0-1 0 0 0,1 0-1 0 0,-1 0 1 0 0,1 0-1 0 0,0-1 1 0 0,7 3-1 0 0,-6-5-4 0 0,-1-4 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06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1 657 2303 0 0,'0'-3'-63'0'0,"0"0"0"0"0,1 0 0 0 0,0 0 0 0 0,0 1 0 0 0,0-1-1 0 0,0 0 1 0 0,0 1 0 0 0,0-1 0 0 0,1 1 0 0 0,-1-1-1 0 0,1 1 1 0 0,-1-1 0 0 0,5-3 0 0 0,2-2 86 0 0,0 0 0 0 0,11-8-1 0 0,-4 6 58 0 0,1 0 0 0 0,0 0 0 0 0,0 2-1 0 0,0 0 1 0 0,31-10 0 0 0,92-18 133 0 0,-83 24-155 0 0,109-29-69 0 0,335-65 599 0 0,307 37 117 0 0,375-15-664 0 0,-315 19 134 0 0,-554 42-175 0 0,112-6 0 0 0,-165 12 40 0 0,208-10 96 0 0,-444 27-132 0 0,686-10 72 0 0,353 44 412 0 0,-518-3-473 0 0,654 35 34 0 0,140-27 145 0 0,-935-31-164 0 0,736 71 100 0 0,-724-23-13 0 0,333 38 239 0 0,-529-77-253 0 0,313-16-1 0 0,-313-25 19 0 0,16-2 14 0 0,-177 22-115 0 0,20-1 184 0 0,-78 5-204 0 0,0 0 0 0 0,0 0 0 0 0,-1 0 0 0 0,1 1 0 0 0,0-1 0 0 0,-1 0 0 0 0,1 1 0 0 0,0-1 0 0 0,-1 0 0 0 0,1 1 0 0 0,0-1 0 0 0,-1 0 0 0 0,1 1 0 0 0,-1-1 0 0 0,1 1 0 0 0,-1 0 0 0 0,1-1 0 0 0,-1 1 0 0 0,1-1 0 0 0,-1 1 0 0 0,0 0 0 0 0,1-1 0 0 0,-1 1 0 0 0,0 0 0 0 0,1-1 0 0 0,-1 1 0 0 0,0 0 0 0 0,0-1 0 0 0,0 1 0 0 0,0 0 0 0 0,0 1 0 0 0,2 28 3 0 0,-2-20 5 0 0,18 259 517 0 0,8-51-573 0 0,-3-55 16 0 0,-11-9 41 0 0,8 79 21 0 0,-11-164-21 0 0,24 90-1 0 0,-14-90-8 0 0,-3 1 0 0 0,-4 0 0 0 0,7 115 0 0 0,-28 96 0 0 0,8-272 4 0 0,0 0 0 0 0,0-1 0 0 0,-1 1 0 0 0,0-1 0 0 0,0 1 0 0 0,-5 9 0 0 0,5-14 0 0 0,0 0-1 0 0,0-1 0 0 0,-1 1 0 0 0,1-1 1 0 0,-1 0-1 0 0,0 0 0 0 0,0 0 0 0 0,0 0 1 0 0,0 0-1 0 0,0-1 0 0 0,-1 1 0 0 0,1-1 1 0 0,-1 0-1 0 0,1 0 0 0 0,-6 2 0 0 0,-27 12 67 0 0,-1-2-1 0 0,-62 15 0 0 0,-20-11-69 0 0,-40 10 0 0 0,91-11-16 0 0,-212 50-295 0 0,-4-15-142 0 0,93-33-612 0 0,-310-9-1 0 0,-191-54 697 0 0,275 9 369 0 0,-295-23 0 0 0,-4 25 0 0 0,-1935 90-1488 0 0,981 73 1430 0 0,1319-99 52 0 0,-606 68-47 0 0,4 24-18 0 0,282-20 49 0 0,-122 72-4 0 0,247-3 841 0 0,543-171-810 0 0,-117 41 123 0 0,69-29-128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14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80 1671 0 0,'-7'0'608'0'0,"-11"6"445"0"0,1 0 1200 0 0,-21 6 7975 0 0,44-18-10097 0 0,1 1-1 0 0,1 0 1 0 0,10-6-1 0 0,139-46 399 0 0,-100 39-390 0 0,-51 17-157 0 0,-20 10 40 0 0,-17 5-64 0 0,-43 14 0 0 0,1-1 38 0 0,56-19-6 0 0,0 1-1 0 0,-18 13 1 0 0,18-11-6 0 0,-33 17-1 0 0,31-19 17 0 0,51-24 16 0 0,21-13 42 0 0,2 2-1 0 0,93-29 0 0 0,-140 53-26 0 0,-4 1 18 0 0,0 0 0 0 0,-1 0 0 0 0,1 0 0 0 0,7 0 0 0 0,-27 8 95 0 0,0-1-29 0 0,5-2-328 0 0,1 0-1 0 0,0 0 0 0 0,0 1 0 0 0,0 1 0 0 0,-10 6 0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16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324 105 455 0 0,'-6'3'424'0'0,"0"-1"0"0"0,0 0 0 0 0,0-1-1 0 0,-13 2 1 0 0,-1 0 572 0 0,8 0-137 0 0,-13 2 1815 0 0,35-5-1941 0 0,-1-2-1 0 0,1 1 1 0 0,-1-1 0 0 0,11-4-1 0 0,43-15-433 0 0,-49 16 42 0 0,110-31 488 0 0,-90 26-540 0 0,42-6 0 0 0,-2 1 273 0 0,-59 11-482 0 0,-1 1-1 0 0,1 1 0 0 0,16-1 1 0 0,-31 3-79 0 0,1 0 0 0 0,-1 0 0 0 0,0 0 0 0 0,0 0 0 0 0,0 0 0 0 0,0 0 0 0 0,0 0 0 0 0,0 0 0 0 0,0 0 1 0 0,0 0-1 0 0,0 0 0 0 0,0 0 0 0 0,0 0 0 0 0,1 0 0 0 0,-1 0 0 0 0,0 0 0 0 0,0 0 0 0 0,0 0 0 0 0,0 0 1 0 0,0 0-1 0 0,0 0 0 0 0,0 0 0 0 0,0 0 0 0 0,0 0 0 0 0,0 0 0 0 0,0 0 0 0 0,1 0 0 0 0,-1 0 0 0 0,0 0 0 0 0,0 0 1 0 0,0 0-1 0 0,0 0 0 0 0,0 0 0 0 0,0 0 0 0 0,0 0 0 0 0,0 0 0 0 0,0 0 0 0 0,0 0 0 0 0,0 1 0 0 0,0-1 1 0 0,0 0-1 0 0,0 0 0 0 0,0 0 0 0 0,0 0 0 0 0,0 0 0 0 0,0 0 0 0 0,0 0 0 0 0,0 0 0 0 0,0 0 0 0 0,0 0 1 0 0,0 0-1 0 0,0 1 0 0 0,0-1 0 0 0,0 0 0 0 0,0 0 0 0 0,0 0 0 0 0,0 0 0 0 0,0 0 0 0 0,0 0 0 0 0,0 0 0 0 0,0 0 1 0 0,0 0-1 0 0,0 0 0 0 0,0 0 0 0 0,0 0 0 0 0,0 1 0 0 0,0-1 0 0 0,0 0 0 0 0,-8 6 98 0 0,-10 5-7 0 0,-203 78-155 0 0,96-42-26 0 0,-208 74 313 0 0,320-117-224 0 0,10-2 0 0 0,-1-1 0 0 0,1 0 0 0 0,0 0 0 0 0,-1 0 0 0 0,-6 1 0 0 0,14-2 52 0 0,-1-1 0 0 0,0 0 0 0 0,0 0 0 0 0,0 0-1 0 0,5-2 1 0 0,11-4 160 0 0,179-61 1598 0 0,-37 12-1511 0 0,-88 35-133 0 0,39-14-30 0 0,-101 32-123 0 0,-9 3-10 0 0,0-1 0 0 0,0 1 0 0 0,0-1 0 0 0,-1 0 1 0 0,1 1-1 0 0,0-1 0 0 0,0 0 0 0 0,0 0 0 0 0,-1 0 1 0 0,1 0-1 0 0,0 0 0 0 0,-1-1 0 0 0,1 1 0 0 0,-1 0 0 0 0,3-3 1 0 0,-4 3-2 0 0,0 1 0 0 0,0 0 0 0 0,0-1 0 0 0,-1 1 0 0 0,1 0 0 0 0,0-1 0 0 0,0 1 0 0 0,0 0 0 0 0,0 0 0 0 0,0-1 1 0 0,-1 1-1 0 0,1 0 0 0 0,0 0 0 0 0,0-1 0 0 0,0 1 0 0 0,-1 0 0 0 0,1 0 0 0 0,0 0 0 0 0,0-1 0 0 0,-1 1 0 0 0,1 0 1 0 0,0 0-1 0 0,-1 0 0 0 0,1 0 0 0 0,0 0 0 0 0,0 0 0 0 0,-1-1 0 0 0,1 1 0 0 0,0 0 0 0 0,-1 0 0 0 0,1 0 0 0 0,0 0 1 0 0,-1 0-1 0 0,1 0 0 0 0,0 0 0 0 0,-1 0 0 0 0,1 0 0 0 0,0 1 0 0 0,0-1 0 0 0,-1 0 0 0 0,-15 1-66 0 0,11 1-1085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21.8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50 194 455 0 0,'-1'0'122'0'0,"-25"-1"1447"0"0,24 1-1372 0 0,1-1 0 0 0,0 1 0 0 0,0 0 0 0 0,0 0 0 0 0,-1 0-1 0 0,1-1 1 0 0,0 1 0 0 0,0-1 0 0 0,0 1 0 0 0,0-1 0 0 0,0 1 0 0 0,-1-1 0 0 0,1 1 0 0 0,0-1-1 0 0,0 0 1 0 0,1 0 0 0 0,-3-1 0 0 0,3 2-156 0 0,0 0 0 0 0,0 0 1 0 0,0 0-1 0 0,0 0 0 0 0,0-1 0 0 0,0 1 0 0 0,0 0 0 0 0,0 0 0 0 0,0 0 1 0 0,0 0-1 0 0,0 0 0 0 0,0 0 0 0 0,0 0 0 0 0,0 0 0 0 0,0-1 0 0 0,0 1 1 0 0,0 0-1 0 0,0 0 0 0 0,0 0 0 0 0,0 0 0 0 0,0 0 0 0 0,0 0 0 0 0,0 0 1 0 0,0-1-1 0 0,0 1 0 0 0,0 0 0 0 0,0 0 0 0 0,0 0 0 0 0,0 0 0 0 0,0 0 1 0 0,0 0-1 0 0,0 0 0 0 0,0 0 0 0 0,0 0 0 0 0,1-1 0 0 0,-1 1 0 0 0,0 0 1 0 0,0 0-1 0 0,0 0 0 0 0,0 0 0 0 0,0 0 0 0 0,0 0 0 0 0,0 0 0 0 0,0 0 1 0 0,1 0-1 0 0,-1 0 0 0 0,0 0 0 0 0,0 0 0 0 0,0 0 0 0 0,0 0 0 0 0,0 0 1 0 0,0 0-1 0 0,10 0 1466 0 0,1 0 1650 0 0,32-8-2071 0 0,-1-2-1 0 0,0-2 0 0 0,45-20 1 0 0,30-8-420 0 0,-30 11-463 0 0,50-13 138 0 0,-132 41-341 0 0,-3 0 0 0 0,1 0 0 0 0,0 0 0 0 0,-1 1 0 0 0,1-1 0 0 0,0 1 0 0 0,0 0 0 0 0,0 0 0 0 0,-1 0 0 0 0,1 0 0 0 0,5 1 0 0 0,-7-1 2 0 0,-1 0 0 0 0,0 1 0 0 0,0-1 0 0 0,0 0 0 0 0,0 1 1 0 0,0-1-1 0 0,0 1 0 0 0,0-1 0 0 0,0 0 0 0 0,0 1 0 0 0,0-1 0 0 0,0 0 0 0 0,0 1 0 0 0,0-1 0 0 0,0 0 0 0 0,-1 1 0 0 0,1-1 0 0 0,0 1 0 0 0,0-1 0 0 0,0 0 0 0 0,0 0 0 0 0,-1 1 0 0 0,1-1 1 0 0,0 0-1 0 0,0 1 0 0 0,-1-1 0 0 0,1 0 0 0 0,0 0 0 0 0,0 1 0 0 0,-1-1 0 0 0,1 0 0 0 0,0 0 0 0 0,-1 0 0 0 0,1 1 0 0 0,0-1 0 0 0,-1 0 0 0 0,-13 10 74 0 0,1-3-68 0 0,-11 7 56 0 0,-28 11 0 0 0,-44 12-64 0 0,-120 52 0 0 0,80-29-137 0 0,104-46 122 0 0,6-7 142 0 0,24-7-2 0 0,3 0 22 0 0,14-2 190 0 0,21-6 107 0 0,0-1 0 0 0,-1-2-1 0 0,47-20 1 0 0,-29 10-243 0 0,44-21-337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22.8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189 110 3223 0 0,'-79'6'7118'0'0,"75"-6"-5126"0"0,7 2-854 0 0,10-1-419 0 0,3-4-292 0 0,0-1-1 0 0,0 0 1 0 0,-1-1 0 0 0,20-9 0 0 0,13-5 144 0 0,3 1 42 0 0,-14 5-185 0 0,44-10 1 0 0,-58 16-410 0 0,-17 5-8 0 0,0 0 0 0 0,0 1 0 0 0,1-1 0 0 0,9 0 0 0 0,-39 13 141 0 0,-329 160-216 0 0,239-114 136 0 0,101-48-21 0 0,11-7-12 0 0,9-3-11 0 0,60-23-22 0 0,74-37 1 0 0,-85 35-8 0 0,0 2 0 0 0,74-20 0 0 0,-127 43 1 0 0,-1 0 0 0 0,0 0 0 0 0,0 0 0 0 0,0 0 0 0 0,0 1 0 0 0,0 0 0 0 0,1-1 0 0 0,-1 1 0 0 0,4 1 0 0 0,-7-1 1 0 0,0 0 0 0 0,0 0 0 0 0,0 1 0 0 0,0-1 1 0 0,0 0-1 0 0,0 1 0 0 0,0-1 0 0 0,-1 0 0 0 0,1 0 0 0 0,0 1 0 0 0,0-1 0 0 0,0 0 0 0 0,0 0 0 0 0,0 1 0 0 0,-1-1 0 0 0,1 0 0 0 0,0 0 0 0 0,0 0 0 0 0,0 1 1 0 0,-1-1-1 0 0,1 0 0 0 0,0 0 0 0 0,0 0 0 0 0,-1 1 0 0 0,1-1 0 0 0,0 0 0 0 0,0 0 0 0 0,-1 0 0 0 0,1 0 0 0 0,-10 6 31 0 0,-26 11-5 0 0,-59 20 0 0 0,50-21-17 0 0,-45 14-10 0 0,48-17 0 0 0,-69 31 0 0 0,96-35-1262 0 0,6 2-5052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23.9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85 174 3223 0 0,'-27'-3'110'0'0,"16"2"1001"0"0,0 0-1 0 0,0-1 1 0 0,-14-4-1 0 0,25 6-1028 0 0,1 0-1 0 0,-1-1 1 0 0,0 1-1 0 0,0 0 1 0 0,0 0-1 0 0,0-1 1 0 0,0 1-1 0 0,1 0 1 0 0,-1 0-1 0 0,0 0 1 0 0,0-1-1 0 0,0 1 1 0 0,0 0-1 0 0,1 0 1 0 0,-1 0-1 0 0,0 0 1 0 0,0 0-1 0 0,1-1 1 0 0,-1 1-1 0 0,0 0 1 0 0,0 0-1 0 0,1 0 1 0 0,-1 0-1 0 0,0 0 1 0 0,0 0-1 0 0,1 0 1 0 0,-1 0-1 0 0,0 0 1 0 0,0 0-1 0 0,1 0 1 0 0,-1 0-1 0 0,1 0 1 0 0,11-3 435 0 0,53-10 1248 0 0,108-37-1 0 0,-104 23-1352 0 0,-29 10-29 0 0,1 2-1 0 0,58-13 1 0 0,-72 25-210 0 0,-27 3-164 0 0,1 0 1 0 0,0 0 0 0 0,0 0 0 0 0,0 0-1 0 0,0 0 1 0 0,0 0 0 0 0,0 0 0 0 0,0 0-1 0 0,0 1 1 0 0,0-1 0 0 0,0 0 0 0 0,-1 0-1 0 0,1 1 1 0 0,0-1 0 0 0,0 1 0 0 0,0-1-1 0 0,-1 1 1 0 0,1-1 0 0 0,0 1 0 0 0,0 0-1 0 0,-1-1 1 0 0,1 1 0 0 0,-1 0 0 0 0,2 1-1 0 0,-2-1-9 0 0,0-1 0 0 0,0 1 0 0 0,-1 0 0 0 0,1-1 0 0 0,0 1 0 0 0,0 0 0 0 0,-1-1 0 0 0,1 1 0 0 0,0-1 0 0 0,-1 1 0 0 0,1 0 0 0 0,-1-1 0 0 0,1 1 0 0 0,0-1 0 0 0,-1 1 0 0 0,1-1 0 0 0,-1 1 0 0 0,0-1 0 0 0,1 0 0 0 0,-1 1 0 0 0,0-1 0 0 0,-15 11 40 0 0,15-11-26 0 0,-18 10-11 0 0,1-2 1 0 0,-30 10-1 0 0,0-1-3 0 0,-21 10-7 0 0,-156 72 153 0 0,216-94-132 0 0,3-2-6 0 0,0 0 0 0 0,0 0-1 0 0,1 1 1 0 0,-9 6 0 0 0,62-30 120 0 0,315-136 432 0 0,-328 144-352 0 0,-22 8-112 0 0,-12 5-48 0 0,-5 1 0 0 0,-16 7-48 0 0,-69 33 0 0 0,70-31 0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27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9 250 919 0 0,'-8'-2'15874'0'0,"9"0"-15842"0"0,1 1 0 0 0,0-1 1 0 0,-1 0-1 0 0,1 0 0 0 0,0 1 1 0 0,0-1-1 0 0,0 1 0 0 0,0-1 1 0 0,0 1-1 0 0,0 0 0 0 0,1 0 1 0 0,-1 0-1 0 0,0 0 0 0 0,1 0 1 0 0,-1 1-1 0 0,0-1 0 0 0,1 1 1 0 0,-1-1-1 0 0,4 1 0 0 0,32-5 468 0 0,0-1 0 0 0,0-1-1 0 0,60-22 1 0 0,-51 15-321 0 0,76-15 0 0 0,52 4 386 0 0,-19 2-311 0 0,233-27-54 0 0,-258 30-152 0 0,-47 6-32 0 0,-76 11-16 0 0,-40 16 0 0 0,23-9 0 0 0,-1 0 0 0 0,-1-1 0 0 0,-14 4 0 0 0,19-6-104 0 0,-1 0-303 0 0,0 0 0 0 0,0 1-1 0 0,-12 4 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27.8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11 255 1927 0 0,'-11'6'4853'0'0,"25"-12"663"0"0,-1 1-5446 0 0,141-34 5566 0 0,1 8-3585 0 0,158-20-1329 0 0,-267 44-306 0 0,52-5-119 0 0,96-20 430 0 0,-172 27-723 0 0,1-1 1 0 0,-1-1-1 0 0,0-1 0 0 0,-1-1 0 0 0,0-1 0 0 0,24-15 0 0 0,-33 17-1897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30.7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175 171 1351 0 0,'-24'-25'57'0'0,"19"18"111"0"0,0 1 0 0 0,-1 0 0 0 0,0 0 0 0 0,0 1 0 0 0,-1-1 0 0 0,0 1 0 0 0,0 1 1 0 0,0-1-1 0 0,-12-5 0 0 0,4 5 108 0 0,9 3-127 0 0,0 0-1 0 0,0 0 0 0 0,0-1 0 0 0,-5-3 1 0 0,9 5-106 0 0,1 0 0 0 0,-1 0 1 0 0,1 0-1 0 0,0 0 1 0 0,-1-1-1 0 0,1 1 0 0 0,0 0 1 0 0,0-1-1 0 0,0 1 0 0 0,0-1 1 0 0,0 1-1 0 0,0-1 0 0 0,0 1 1 0 0,1-1-1 0 0,-1 0 1 0 0,1 1-1 0 0,-1-1 0 0 0,1 0 1 0 0,-1-2-1 0 0,1 1 38 0 0,-1 0-1 0 0,1 0 0 0 0,0 0 1 0 0,0-1-1 0 0,1 1 1 0 0,-1 0-1 0 0,0 0 1 0 0,3-6-1 0 0,-3 42 200 0 0,-2-10-213 0 0,-4 59 291 0 0,6-70-313 0 0,0-1 0 0 0,1 0 0 0 0,1 0 1 0 0,-1-1-1 0 0,6 17 0 0 0,-6-25-29 0 0,0 0-1 0 0,0 0 1 0 0,0-1-1 0 0,0 1 1 0 0,0 0 0 0 0,1 0-1 0 0,-1-1 1 0 0,1 1-1 0 0,-1-1 1 0 0,1 1 0 0 0,-1-1-1 0 0,1 0 1 0 0,0 1-1 0 0,0-1 1 0 0,-1 0 0 0 0,5 1-1 0 0,3 2 55 0 0,0-1 0 0 0,15 3-1 0 0,-9-2-7 0 0,14 5 183 0 0,-1 1 1 0 0,-1 1-1 0 0,0 1 0 0 0,26 17 1 0 0,-42-22-202 0 0,0-1 0 0 0,1 0 0 0 0,0 0 1 0 0,0-1-1 0 0,0-1 0 0 0,0 0 0 0 0,1-1 0 0 0,0 0 1 0 0,0-1-1 0 0,-1 0 0 0 0,15-1 0 0 0,52-3 74 0 0,-43 0-8 0 0,1 2 0 0 0,71 8 0 0 0,-77-4-94 0 0,0-1 0 0 0,57-2 0 0 0,64-13 75 0 0,-27 0-40 0 0,-54 8 1 0 0,13 1-45 0 0,148-27 0 0 0,-192 21-14 0 0,97-17 56 0 0,-122 24 12 0 0,0 1 0 0 0,0 1 0 0 0,0 1 0 0 0,1 0 0 0 0,-1 0 1 0 0,30 8-1 0 0,-35-5-49 0 0,0-1 0 0 0,1-1 1 0 0,0 0-1 0 0,-1-1 0 0 0,1 0 1 0 0,0 0-1 0 0,0-1 1 0 0,0 0-1 0 0,-1-1 0 0 0,1 0 1 0 0,0-1-1 0 0,0-1 0 0 0,-1 1 1 0 0,16-7-1 0 0,13-6 372 0 0,43-10-1 0 0,-63 20-270 0 0,0 2-1 0 0,1 0 0 0 0,-1 1 1 0 0,30 1-1 0 0,-22 2-26 0 0,-1-1 0 0 0,1-1 0 0 0,47-9 0 0 0,-61 7 24 0 0,1-1-1 0 0,-1 0 0 0 0,0-1 1 0 0,0 0-1 0 0,0-1 0 0 0,-1-1 1 0 0,0 0-1 0 0,22-16 0 0 0,-21 12 91 0 0,-4 5-4 0 0,-1 0 0 0 0,0-1 0 0 0,-1 0 0 0 0,1-1 0 0 0,-1 1 0 0 0,-1-1 0 0 0,1-1 0 0 0,-1 1 0 0 0,5-11 0 0 0,-11 19-194 0 0,0 0 0 0 0,0-1 0 0 0,1 1 0 0 0,-1 0 1 0 0,0-1-1 0 0,0 1 0 0 0,0 0 0 0 0,0-1 0 0 0,0 1 0 0 0,1 0 0 0 0,-1-1 0 0 0,0 1 0 0 0,0-1 0 0 0,0 1 0 0 0,0 0 0 0 0,0-1 0 0 0,0 1 0 0 0,0 0 0 0 0,0-1 0 0 0,0 1 0 0 0,0-1 0 0 0,0 1 1 0 0,-1 0-1 0 0,1-1 0 0 0,0 1 0 0 0,0 0 0 0 0,0-1 0 0 0,-9 3 72 0 0,-12 13 18 0 0,4-1-1121 0 0,-3 6-4118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32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57 194 1839 0 0,'-11'-5'1147'0'0,"0"1"0"0"0,0 0 0 0 0,-12-2 0 0 0,34 8-631 0 0,0-1-1 0 0,0 0 1 0 0,1 0-1 0 0,-1-1 1 0 0,0-1-1 0 0,20-3 1 0 0,75-19 282 0 0,-72 15-253 0 0,276-51 2417 0 0,-122 26-1616 0 0,-54 12-824 0 0,142-4 0 0 0,-244 23-505 0 0,106-2 50 0 0,-136 4-92 0 0,1 0 0 0 0,0 1 0 0 0,0-1 0 0 0,0 1-1 0 0,-1-1 1 0 0,1 1 0 0 0,4 2 0 0 0,-7-3 17 0 0,0 0 0 0 0,0 0 0 0 0,1 0 0 0 0,-1 0 0 0 0,0 0 0 0 0,0 1 0 0 0,1-1 0 0 0,-1 0 0 0 0,0 0 0 0 0,0 0 0 0 0,0 1 0 0 0,0-1 0 0 0,1 0 1 0 0,-1 0-1 0 0,0 0 0 0 0,0 1 0 0 0,0-1 0 0 0,0 0 0 0 0,0 0 0 0 0,0 1 0 0 0,0-1 0 0 0,0 0 0 0 0,1 1 0 0 0,-1-1 0 0 0,0 0 0 0 0,0 0 0 0 0,0 1 0 0 0,-1-1 0 0 0,1 1-13 0 0,0 0 0 0 0,-1 0-1 0 0,1 0 1 0 0,-1 0 0 0 0,1-1-1 0 0,-1 1 1 0 0,0 0 0 0 0,1 0-1 0 0,-1-1 1 0 0,0 1 0 0 0,0 0-1 0 0,1-1 1 0 0,-2 1 0 0 0,-6 5-825 0 0,-1-2 1 0 0,1 1 0 0 0,-1-1 0 0 0,-11 4 0 0 0,18-8 680 0 0,-26 11-4290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32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25 121 3223 0 0,'-2'0'104'0'0,"1"0"-1"0"0,-1 0 0 0 0,1 0 0 0 0,-1 0 0 0 0,1 0 0 0 0,-1 1 0 0 0,1-1 0 0 0,-1 0 0 0 0,1 1 0 0 0,0-1 1 0 0,-3 2-1 0 0,-1 2 1859 0 0,13-1 413 0 0,11-2-759 0 0,1-1-1 0 0,-1-1 1 0 0,32-5-1 0 0,-8 0-342 0 0,515-85 2421 0 0,-445 72-3702 0 0,-65 12-5557 0 0,-25 5-730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7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3 377 6911 0 0,'0'0'140'0'0,"-1"1"0"0"0,1-1 0 0 0,0 1 0 0 0,0 0 0 0 0,-1-1 0 0 0,1 1 0 0 0,0-1 0 0 0,0 1 0 0 0,0-1 0 0 0,0 1 0 0 0,-1-1 0 0 0,1 1 0 0 0,0 0 0 0 0,0-1 0 0 0,0 1 0 0 0,0-1 0 0 0,0 1 0 0 0,1 0 0 0 0,-1-1 0 0 0,0 1 0 0 0,0-1 0 0 0,0 1 0 0 0,0-1 0 0 0,1 1 0 0 0,-1-1 0 0 0,0 1 0 0 0,0-1 0 0 0,1 1 0 0 0,-1-1 0 0 0,1 1 0 0 0,-1-1 0 0 0,0 1 0 0 0,1 0 0 0 0,1 0 168 0 0,-1 1-1 0 0,0-1 0 0 0,1 1 0 0 0,0-1 0 0 0,-1 0 0 0 0,1 0 0 0 0,3 2 1 0 0,1-1-11 0 0,-1-1 1 0 0,1 1-1 0 0,0-1 1 0 0,0-1-1 0 0,0 1 1 0 0,0-1 0 0 0,0 0-1 0 0,0-1 1 0 0,0 1-1 0 0,9-3 1 0 0,-4 1-13 0 0,0-1 1 0 0,0-1 0 0 0,0 0-1 0 0,16-7 1 0 0,-20 6-170 0 0,-1 1 0 0 0,1-1 0 0 0,-1 0 0 0 0,0-1 0 0 0,0 0 0 0 0,0 0 1 0 0,-1 0-1 0 0,0 0 0 0 0,0-1 0 0 0,-1 0 0 0 0,0 0 0 0 0,0 0 0 0 0,0-1 0 0 0,-1 1 0 0 0,0-1 0 0 0,-1 0 0 0 0,3-12 1 0 0,-2 6-31 0 0,0-1 0 0 0,-2 1 0 0 0,0-1 0 0 0,0 0 0 0 0,-1 0 1 0 0,-1 0-1 0 0,0 0 0 0 0,-7-26 0 0 0,5 31-70 0 0,0 0-1 0 0,-1 0 0 0 0,-8-15 1 0 0,10 22-10 0 0,0-1 1 0 0,0 0-1 0 0,-1 0 1 0 0,1 1-1 0 0,-1 0 1 0 0,0-1-1 0 0,0 1 1 0 0,0 0 0 0 0,-1 0-1 0 0,1 1 1 0 0,-6-4-1 0 0,9 6-4 0 0,-1-1-1 0 0,0 1 1 0 0,-1-1-1 0 0,1 1 1 0 0,0 0 0 0 0,0 0-1 0 0,0-1 1 0 0,0 1-1 0 0,0 0 1 0 0,0 0-1 0 0,0 0 1 0 0,0 0 0 0 0,0 0-1 0 0,0 0 1 0 0,0 0-1 0 0,0 1 1 0 0,-1-1-1 0 0,1 0 1 0 0,0 1 0 0 0,0-1-1 0 0,0 1 1 0 0,0-1-1 0 0,1 1 1 0 0,-1-1-1 0 0,0 1 1 0 0,0-1 0 0 0,0 1-1 0 0,0 0 1 0 0,0 0-1 0 0,1-1 1 0 0,-1 1-1 0 0,0 0 1 0 0,1 0 0 0 0,-1 0-1 0 0,1 0 1 0 0,-1 0-1 0 0,1 0 1 0 0,-1 0-1 0 0,1 0 1 0 0,-1 1 0 0 0,-2 6 9 0 0,0 0 1 0 0,1 1-1 0 0,0-1 1 0 0,-1 9-1 0 0,2-11-9 0 0,-1 9-2 0 0,1 1 0 0 0,0 0 0 0 0,1 0 0 0 0,2 18 0 0 0,13 62 0 0 0,-9-62 0 0 0,103 395 0 0 0,-96-384 0 0 0,29 87 0 0 0,16 58 0 0 0,-57-188-52 0 0,0 0-1 0 0,-1 0 1 0 0,0-1-1 0 0,1 1 1 0 0,-1 0-1 0 0,0 0 0 0 0,0 0 1 0 0,0 0-1 0 0,0 0 1 0 0,0 0-1 0 0,-1-1 1 0 0,1 1-1 0 0,0 0 1 0 0,-2 2-1 0 0,2-3 19 0 0,0-1 0 0 0,-1 1 0 0 0,1-1 0 0 0,0 0 0 0 0,-1 1 1 0 0,1-1-1 0 0,-1 0 0 0 0,1 1 0 0 0,0-1 0 0 0,-1 0 0 0 0,1 1 0 0 0,-1-1 0 0 0,1 0 0 0 0,-1 0 0 0 0,1 0 0 0 0,0 0 0 0 0,-1 1 0 0 0,1-1 0 0 0,-1 0 0 0 0,0 0 0 0 0,-1 0-34 0 0,1 0 0 0 0,-1 0-1 0 0,1 0 1 0 0,-1-1 0 0 0,1 1-1 0 0,-1-1 1 0 0,1 1 0 0 0,-1-1 0 0 0,-1 0-1 0 0,-10-5-1164 0 0,-4-1-14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7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6 141 7831 0 0,'-1'-1'38'0'0,"1"1"-1"0"0,-1-1 1 0 0,1 0 0 0 0,-1 0-1 0 0,1 1 1 0 0,0-1-1 0 0,-1 0 1 0 0,1 0-1 0 0,0 0 1 0 0,-1 0 0 0 0,1 1-1 0 0,0-1 1 0 0,0 0-1 0 0,0 0 1 0 0,0 0-1 0 0,0 0 1 0 0,0 0-1 0 0,0 0 1 0 0,0 0 0 0 0,0 1-1 0 0,1-1 1 0 0,-1 0-1 0 0,1-1 1 0 0,0 1 55 0 0,0 0 0 0 0,1 0 0 0 0,-1 0 1 0 0,1 0-1 0 0,-1 0 0 0 0,1 1 0 0 0,-1-1 0 0 0,1 1 1 0 0,0-1-1 0 0,2 0 0 0 0,1-1 351 0 0,160-42 6862 0 0,-68 19-5676 0 0,-38 7-1499 0 0,-21 4-5431 0 0,-16 6-702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7.5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180 43 5063 0 0,'-3'-11'206'0'0,"3"8"-174"0"0,-1 1 1 0 0,1-1-1 0 0,-1 1 0 0 0,0-1 0 0 0,0 1 1 0 0,0-1-1 0 0,0 1 0 0 0,-2-4 0 0 0,1 5 73 0 0,1 0 0 0 0,0 1 0 0 0,0-1-1 0 0,-1 1 1 0 0,1-1 0 0 0,0 1-1 0 0,-1-1 1 0 0,1 1 0 0 0,0 0 0 0 0,-1 0-1 0 0,1 0 1 0 0,0 0 0 0 0,-1 0-1 0 0,1 0 1 0 0,-1 0 0 0 0,0 0 0 0 0,-23 5 1438 0 0,20-4-1130 0 0,-1 1-1 0 0,1 0 1 0 0,0 0-1 0 0,0 0 1 0 0,0 0-1 0 0,0 1 1 0 0,1 0-1 0 0,-1 0 1 0 0,1 1-1 0 0,-1-1 1 0 0,1 1-1 0 0,-7 8 1 0 0,6-6 3 0 0,0 1 0 0 0,1 1 0 0 0,0-1 1 0 0,0 1-1 0 0,0-1 0 0 0,1 1 1 0 0,-3 14-1 0 0,0 2 118 0 0,2 1 0 0 0,1 1 0 0 0,1-1 0 0 0,2 39 0 0 0,3-32-304 0 0,0 0 0 0 0,2 1 0 0 0,1-2 1 0 0,2 1-1 0 0,1-1 0 0 0,2 0 0 0 0,16 34 0 0 0,-21-52-235 0 0,1 0-1 0 0,0 0 1 0 0,1 0-1 0 0,1-1 1 0 0,-1 0-1 0 0,2-1 1 0 0,0 0 0 0 0,0 0-1 0 0,1-1 1 0 0,0-1-1 0 0,17 12 1 0 0,-9-14-2154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8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4 164 6447 0 0,'0'-1'177'0'0,"-1"1"-1"0"0,1-1 0 0 0,0 0 0 0 0,-1 0 0 0 0,1 1 0 0 0,0-1 1 0 0,-1 0-1 0 0,1 0 0 0 0,0 0 0 0 0,0 0 0 0 0,0 1 0 0 0,0-1 0 0 0,-1 0 1 0 0,1 0-1 0 0,0 0 0 0 0,1 0 0 0 0,-1 0 0 0 0,0-1 0 0 0,5-17 1814 0 0,-3 14-1253 0 0,0-2-377 0 0,1 0 1 0 0,0 0 0 0 0,0 1-1 0 0,1-1 1 0 0,0 1 0 0 0,0 0-1 0 0,1 0 1 0 0,0 0 0 0 0,0 1 0 0 0,0-1-1 0 0,0 1 1 0 0,1 0 0 0 0,0 1-1 0 0,0 0 1 0 0,0 0 0 0 0,1 0-1 0 0,-1 0 1 0 0,1 1 0 0 0,0 0-1 0 0,11-3 1 0 0,-16 6-322 0 0,0-1-1 0 0,0 1 1 0 0,0 0-1 0 0,0 0 1 0 0,0 0-1 0 0,0 0 1 0 0,0 0-1 0 0,0 0 1 0 0,0 0-1 0 0,0 0 0 0 0,0 1 1 0 0,0-1-1 0 0,0 1 1 0 0,0 0-1 0 0,0-1 1 0 0,0 1-1 0 0,-1 0 1 0 0,1 0-1 0 0,0 0 1 0 0,2 3-1 0 0,-1-2-8 0 0,-1 1-1 0 0,0-1 1 0 0,0 1-1 0 0,0 0 1 0 0,-1 0 0 0 0,1 0-1 0 0,-1 0 1 0 0,1 0-1 0 0,-1 0 1 0 0,0 0-1 0 0,1 5 1 0 0,0 6-9 0 0,0 0-1 0 0,-1-1 1 0 0,0 1 0 0 0,-3 27 0 0 0,-4-2 16 0 0,-1 0 1 0 0,-3 0 0 0 0,-26 70-1 0 0,15-48 56 0 0,18-48-21 0 0,5-10 5 0 0,5-7-12 0 0,3-5-15 0 0,0-1-1 0 0,-1 0 1 0 0,-1-1-1 0 0,11-15 0 0 0,23-50 111 0 0,-13 14-121 0 0,-4-1 0 0 0,26-96 0 0 0,-47 131-39 0 0,-4 28 1 0 0,0 0 0 0 0,0 0 0 0 0,0 0-1 0 0,0 0 1 0 0,0 0 0 0 0,0 0 0 0 0,0 0 0 0 0,0 0-1 0 0,0 0 1 0 0,0 0 0 0 0,0 0 0 0 0,0 0 0 0 0,0 1-1 0 0,0-1 1 0 0,0 0 0 0 0,-1 0 0 0 0,1 0 0 0 0,0 0-1 0 0,0 0 1 0 0,0 0 0 0 0,0 0 0 0 0,0 0 0 0 0,0 0-1 0 0,0 0 1 0 0,0 0 0 0 0,0 0 0 0 0,0 0 0 0 0,-1 0-1 0 0,1 0 1 0 0,0 0 0 0 0,0 0 0 0 0,0 0 0 0 0,0 0-1 0 0,0 0 1 0 0,0 0 0 0 0,0 0 0 0 0,0 0 0 0 0,0 0-1 0 0,0-1 1 0 0,0 1 0 0 0,0 0 0 0 0,-1 0 0 0 0,1 0-1 0 0,0 0 1 0 0,0 0 0 0 0,0 0 0 0 0,0 0 0 0 0,0 0-1 0 0,0 0 1 0 0,0 0 0 0 0,0 0 0 0 0,0 0-1 0 0,0 0 1 0 0,0 0 0 0 0,0-1 0 0 0,0 1 0 0 0,0 0-1 0 0,0 0 1 0 0,0 0 0 0 0,0 0 0 0 0,0 0 0 0 0,0 0-1 0 0,0 0 1 0 0,0 0 0 0 0,0 0 0 0 0,0 0 0 0 0,0-1-1 0 0,0 1 1 0 0,0 0 0 0 0,-4 4 14 0 0,4-3-11 0 0,-9 12-8 0 0,1 1-1 0 0,1 1 1 0 0,0 0 0 0 0,0 0-1 0 0,2 0 1 0 0,0 0 0 0 0,1 1 0 0 0,-3 22-1 0 0,3-6 10 0 0,1 0 0 0 0,1 1-1 0 0,4 39 1 0 0,-1-65 10 0 0,0 1 1 0 0,0-1 0 0 0,0 1-1 0 0,1-1 1 0 0,0 1-1 0 0,1-1 1 0 0,-1 0-1 0 0,1 0 1 0 0,5 7-1 0 0,-7-11-10 0 0,1-1-1 0 0,-1 0 0 0 0,1 0 1 0 0,0 0-1 0 0,-1 0 0 0 0,1-1 1 0 0,0 1-1 0 0,0 0 0 0 0,0-1 1 0 0,0 1-1 0 0,1-1 0 0 0,-1 0 1 0 0,0 0-1 0 0,0 0 0 0 0,1 0 0 0 0,-1 0 1 0 0,1 0-1 0 0,-1-1 0 0 0,1 1 1 0 0,-1-1-1 0 0,1 1 0 0 0,-1-1 1 0 0,1 0-1 0 0,0 0 0 0 0,-1 0 1 0 0,1-1-1 0 0,-1 1 0 0 0,1-1 1 0 0,-1 1-1 0 0,4-2 0 0 0,-2 1-320 0 0,0 0 0 0 0,0-1 0 0 0,0 1 0 0 0,0-1 0 0 0,0 0 0 0 0,-1 0 0 0 0,1 0 0 0 0,-1-1 0 0 0,1 1 0 0 0,-1-1 0 0 0,6-6 0 0 0,-6 3-1028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8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44 6911 0 0,'-16'0'475'0'0,"11"0"994"0"0,16-3 153 0 0,94-13 3007 0 0,3-1-4585 0 0,-79 13-204 0 0,-2 1-7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8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5063 0 0,'12'-17'8942'0'0,"0"-8"-5015"0"0,8-28-900 0 0,-16 35-2329 0 0,5-14 52 0 0,-1 48-670 0 0,-4 3-80 0 0,-1 0 0 0 0,0 0 0 0 0,-1 33 0 0 0,-1-22 0 0 0,-1-12 0 0 0,0-8 0 0 0,1 0 0 0 0,-1 0 0 0 0,2-1 0 0 0,2 12 0 0 0,-4-20-38 0 0,0 0 0 0 0,1 0-1 0 0,-1 0 1 0 0,1 0 0 0 0,0 0 0 0 0,-1 0-1 0 0,1 0 1 0 0,0 0 0 0 0,-1 0 0 0 0,1 0-1 0 0,0-1 1 0 0,0 1 0 0 0,0 0 0 0 0,0 0-1 0 0,1 0 1 0 0,6 1-654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8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9671 0 0,'2'0'130'0'0,"-1"-1"-1"0"0,1 1 1 0 0,-1 0 0 0 0,1 0-1 0 0,-1 0 1 0 0,1 0-1 0 0,-1 0 1 0 0,1 0-1 0 0,-1 1 1 0 0,1-1 0 0 0,-1 0-1 0 0,1 1 1 0 0,-1-1-1 0 0,0 1 1 0 0,1-1-1 0 0,-1 1 1 0 0,0 0-1 0 0,1 0 1 0 0,0 1 0 0 0,28 20 2532 0 0,-24-18-2434 0 0,0 1 181 0 0,1 1 0 0 0,-1 0 0 0 0,0 0 0 0 0,-1 0 0 0 0,1 1 0 0 0,-1-1 0 0 0,0 1 0 0 0,-1 1 0 0 0,4 7 0 0 0,-6-10-329 0 0,0-1 0 0 0,-1 0 1 0 0,1 1-1 0 0,-1-1 0 0 0,-1 1 1 0 0,1-1-1 0 0,0 1 1 0 0,-1 0-1 0 0,0-1 0 0 0,0 1 1 0 0,0-1-1 0 0,-1 1 1 0 0,0 0-1 0 0,0-1 0 0 0,0 1 1 0 0,0-1-1 0 0,0 1 0 0 0,-3 4 1 0 0,0-2-79 0 0,-1 1 0 0 0,1-1 0 0 0,-1 0 0 0 0,0-1 1 0 0,-1 1-1 0 0,1-1 0 0 0,-1 0 0 0 0,0-1 0 0 0,-12 9 0 0 0,17-13-61 0 0,0-1 0 0 0,0 1 0 0 0,0-1-1 0 0,1 1 1 0 0,-1-1 0 0 0,0 1 0 0 0,0-1 0 0 0,0 0 0 0 0,0 0-1 0 0,0 1 1 0 0,0-1 0 0 0,-2 0 0 0 0,0 0-812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9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2 193 7367 0 0,'-1'-5'210'0'0,"1"0"0"0"0,-1 0 0 0 0,1 0 0 0 0,0 0-1 0 0,0-1 1 0 0,1 1 0 0 0,0 0 0 0 0,0 0 0 0 0,0 0-1 0 0,0 0 1 0 0,1 0 0 0 0,0 0 0 0 0,0 0 0 0 0,0 1-1 0 0,0-1 1 0 0,6-6 0 0 0,-1 0 684 0 0,0 0 0 0 0,1 0-1 0 0,0 1 1 0 0,1 1 0 0 0,0-1 0 0 0,15-11 0 0 0,-21 19-736 0 0,0 0 0 0 0,0 0 0 0 0,1 0 0 0 0,-1 0-1 0 0,1 0 1 0 0,-1 1 0 0 0,1 0 0 0 0,0-1 0 0 0,0 1 0 0 0,0 1 0 0 0,-1-1 0 0 0,1 1 0 0 0,0-1 0 0 0,0 1 0 0 0,0 0 0 0 0,0 0 0 0 0,0 1 0 0 0,0-1 0 0 0,-1 1 0 0 0,1 0 0 0 0,0 0-1 0 0,0 0 1 0 0,-1 1 0 0 0,1-1 0 0 0,-1 1 0 0 0,4 2 0 0 0,-2-1-114 0 0,0 1 0 0 0,0 0 0 0 0,0 0-1 0 0,-1 0 1 0 0,0 0 0 0 0,0 1 0 0 0,0 0-1 0 0,-1 0 1 0 0,1 0 0 0 0,-1 0 0 0 0,0 0-1 0 0,0 1 1 0 0,-1-1 0 0 0,0 1 0 0 0,0 0 0 0 0,0-1-1 0 0,1 12 1 0 0,0 0 59 0 0,-1 0 1 0 0,-1 1-1 0 0,-1-1 0 0 0,-3 35 0 0 0,1-37-88 0 0,-1 1 1 0 0,-1-1-1 0 0,0 0 0 0 0,-9 20 0 0 0,-31 57 95 0 0,27-59-96 0 0,16-32-14 0 0,-6 15 0 0 0,6-10 0 0 0,7-10 0 0 0,2-5 0 0 0,-1-1 0 0 0,1-1 0 0 0,10-20 0 0 0,-9 15 0 0 0,145-309 0 0 0,-135 279-64 0 0,-51 106 64 0 0,-20 42 0 0 0,13 1 0 0 0,33-84 0 0 0,0 1 0 0 0,2 0 0 0 0,-3 28 0 0 0,6-43 0 0 0,1 1 0 0 0,0-1 0 0 0,0 0 0 0 0,1 1 0 0 0,0-1 0 0 0,0 0 0 0 0,0 0 0 0 0,3 8 0 0 0,-4-11 0 0 0,1 0 0 0 0,0-1 0 0 0,0 1 0 0 0,0 0 0 0 0,0-1 0 0 0,0 1 0 0 0,0-1 0 0 0,1 1 0 0 0,-1-1 0 0 0,0 1 0 0 0,1-1 0 0 0,-1 0 0 0 0,1 0 0 0 0,-1 0 0 0 0,1 0 0 0 0,0 0 0 0 0,-1 0 0 0 0,1 0 0 0 0,0-1 0 0 0,0 1 0 0 0,0 0 0 0 0,0-1 0 0 0,-1 0 0 0 0,1 1 0 0 0,0-1 0 0 0,4 0 0 0 0,6-1 12 0 0,-1 0-1 0 0,1 0 1 0 0,-1-1-1 0 0,0-1 1 0 0,12-3-1 0 0,55-25-185 0 0,-49 19-324 0 0,-17 7-1285 0 0,-2 0-5615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4:59.6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93 9215 0 0,'1'-1'185'0'0,"0"0"-1"0"0,0 0 0 0 0,0 0 0 0 0,0 0 0 0 0,0 0 1 0 0,0 0-1 0 0,1 1 0 0 0,-1-1 0 0 0,0 0 1 0 0,0 1-1 0 0,3-2 0 0 0,23-10 1351 0 0,2-1 652 0 0,45-13 0 0 0,-38 17-2033 0 0,1 1 0 0 0,54-5 0 0 0,-65 12-481 0 0,-1 4-8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0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93 10135 0 0,'-1'1'296'0'0,"1"-1"-1"0"0,-1 0 1 0 0,1 1-1 0 0,-1-1 0 0 0,1 0 1 0 0,-1 0-1 0 0,1 0 1 0 0,-1 1-1 0 0,1-1 1 0 0,-1 0-1 0 0,1 0 0 0 0,-1 0 1 0 0,0 0-1 0 0,1 0 1 0 0,-1 0-1 0 0,1 0 0 0 0,-1 0 1 0 0,1 0-1 0 0,-1 0 1 0 0,1 0-1 0 0,-1-1 1 0 0,0 1-1 0 0,0 0 0 0 0,1 0-85 0 0,0-1 0 0 0,-1 1-1 0 0,1-1 1 0 0,0 1-1 0 0,0-1 1 0 0,0 1 0 0 0,-1 0-1 0 0,1-1 1 0 0,0 1 0 0 0,0-1-1 0 0,0 1 1 0 0,0-1-1 0 0,0 1 1 0 0,0-1 0 0 0,0 1-1 0 0,-1-1 1 0 0,2 1-1 0 0,-1-1 1 0 0,0 1 0 0 0,0-1-1 0 0,0-2-111 0 0,1 1-1 0 0,-1 0 1 0 0,1 0 0 0 0,0 0-1 0 0,-1 0 1 0 0,1-1-1 0 0,0 1 1 0 0,0 0-1 0 0,1 1 1 0 0,1-4-1 0 0,4-1-106 0 0,0 0-1 0 0,1 0 0 0 0,-1 1 1 0 0,1 0-1 0 0,0 0 0 0 0,0 1 0 0 0,1 0 1 0 0,13-4-1 0 0,-16 5 19 0 0,1 2-1 0 0,0-1 1 0 0,-1 1 0 0 0,1 0 0 0 0,0 0 0 0 0,0 0-1 0 0,0 1 1 0 0,0 0 0 0 0,0 1 0 0 0,0 0 0 0 0,-1 0-1 0 0,9 2 1 0 0,-12-2 2 0 0,0 0 0 0 0,0 0 0 0 0,-1 1 0 0 0,1-1 0 0 0,0 1 0 0 0,-1-1 0 0 0,1 1 0 0 0,-1 0 0 0 0,1 0 0 0 0,-1 0 0 0 0,0 0 0 0 0,0 0 0 0 0,0 1 0 0 0,0-1 0 0 0,0 1 0 0 0,-1-1 0 0 0,1 1 0 0 0,-1 0-1 0 0,0-1 1 0 0,1 1 0 0 0,-1 0 0 0 0,-1 0 0 0 0,1 0 0 0 0,0 0 0 0 0,-1 0 0 0 0,1 0 0 0 0,-1 0 0 0 0,0 0 0 0 0,0 0 0 0 0,-1 5 0 0 0,0 1-4 0 0,0 0-1 0 0,-1 0 1 0 0,0-1-1 0 0,0 1 1 0 0,-1-1-1 0 0,-1 0 1 0 0,1 0-1 0 0,-1 0 1 0 0,-7 11-1 0 0,-1-3-4 0 0,-1 1-1 0 0,0-2 0 0 0,-1 0 1 0 0,-1-1-1 0 0,0 0 0 0 0,-1-1 1 0 0,-27 17-1 0 0,42-29-1 0 0,0-1 0 0 0,1 1 0 0 0,-1-1 0 0 0,0 1 0 0 0,0-1 0 0 0,0 1 0 0 0,0-1 0 0 0,0 0 0 0 0,0 1 0 0 0,0-1 0 0 0,0 0 0 0 0,0 0 0 0 0,0 0 0 0 0,0 0 0 0 0,0 0 0 0 0,0 0 0 0 0,0 0 0 0 0,0 0 0 0 0,0 0 0 0 0,0 0 0 0 0,-1-1 0 0 0,1 1 0 0 0,1 0 0 0 0,0-1 0 0 0,0 1 0 0 0,0 0 0 0 0,-1 0 0 0 0,1 0 0 0 0,0-1 0 0 0,0 1 0 0 0,0 0 0 0 0,-1 0 0 0 0,1-1 0 0 0,0 1 0 0 0,0 0 0 0 0,0 0 0 0 0,0-1 0 0 0,0 1 0 0 0,0 0 0 0 0,0 0 0 0 0,0-1 0 0 0,0 1 0 0 0,0 0 0 0 0,-1-1 0 0 0,1 1 0 0 0,1 0 0 0 0,-1-1 0 0 0,6-11 0 0 0,-3 9 1 0 0,-1 1 0 0 0,0-1 0 0 0,1 1 0 0 0,0 0 0 0 0,0 0-1 0 0,-1 0 1 0 0,1 0 0 0 0,0 0 0 0 0,0 1 0 0 0,1-1 0 0 0,-1 1 0 0 0,0 0 0 0 0,0 0 0 0 0,1 0-1 0 0,-1 0 1 0 0,1 1 0 0 0,-1-1 0 0 0,1 1 0 0 0,-1 0 0 0 0,6 0 0 0 0,3 2 5 0 0,0 0 0 0 0,0 1 0 0 0,0 1 0 0 0,18 7 0 0 0,-20-7-5 0 0,1 0 0 0 0,0 0 0 0 0,0-1 0 0 0,21 3-1 0 0,-22-6-129 0 0,1 0 0 0 0,0-1 0 0 0,0 0 0 0 0,0 0 0 0 0,0-2 0 0 0,-1 1 0 0 0,1-1 0 0 0,-1 0 0 0 0,0-1 0 0 0,18-9 0 0 0,-17 6-985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0.4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45 8751 0 0,'-1'-4'127'0'0,"0"2"18"0"0,0-1 0 0 0,1 1 0 0 0,-1-1 0 0 0,1 1 0 0 0,0-1 0 0 0,0 1 0 0 0,0-5 0 0 0,0 6-63 0 0,1 0 0 0 0,-1 1 1 0 0,1-1-1 0 0,-1 0 0 0 0,0 0 1 0 0,1 0-1 0 0,-1 1 0 0 0,1-1 1 0 0,0 0-1 0 0,-1 1 0 0 0,1-1 1 0 0,-1 0-1 0 0,1 1 0 0 0,0-1 0 0 0,0 1 1 0 0,-1-1-1 0 0,1 1 0 0 0,0-1 1 0 0,0 1-1 0 0,0 0 0 0 0,-1-1 1 0 0,1 1-1 0 0,0 0 0 0 0,0 0 1 0 0,1-1-1 0 0,2 1 118 0 0,0-1-1 0 0,-1 1 1 0 0,1 0 0 0 0,0 0 0 0 0,0 0-1 0 0,0 0 1 0 0,-1 1 0 0 0,1-1 0 0 0,0 1-1 0 0,0 0 1 0 0,-1 0 0 0 0,1 1 0 0 0,-1-1-1 0 0,1 1 1 0 0,-1-1 0 0 0,0 1 0 0 0,1 0-1 0 0,-1 1 1 0 0,0-1 0 0 0,0 0 0 0 0,0 1-1 0 0,4 5 1 0 0,2 2 347 0 0,0 1 0 0 0,-1 0 1 0 0,-1 1-1 0 0,1-1 0 0 0,5 16 0 0 0,-4-7-285 0 0,-1 1 0 0 0,-2 1 0 0 0,0-1 0 0 0,-1 1 0 0 0,-1 0 0 0 0,0 0 0 0 0,-1 40 0 0 0,-3-24-62 0 0,-2 0 0 0 0,-2-1 0 0 0,-15 68 0 0 0,9-69-59 0 0,-2 0 1 0 0,-2-1-1 0 0,-23 44 0 0 0,33-72-102 0 0,2-3-25 0 0,0 0 0 0 0,0 0-1 0 0,0 0 1 0 0,1 0 0 0 0,-1 0 0 0 0,1 1 0 0 0,-2 7 0 0 0,4-12-30 0 0,-1 0 1 0 0,0 1-1 0 0,0-1 0 0 0,0 0 1 0 0,0 0-1 0 0,0 1 1 0 0,0-1-1 0 0,0 0 1 0 0,0 0-1 0 0,1 0 0 0 0,-1 1 1 0 0,0-1-1 0 0,0 0 1 0 0,0 0-1 0 0,0 0 0 0 0,1 0 1 0 0,-1 1-1 0 0,0-1 1 0 0,0 0-1 0 0,0 0 1 0 0,1 0-1 0 0,-1 0 0 0 0,0 0 1 0 0,0 0-1 0 0,1 0 1 0 0,-1 0-1 0 0,0 1 0 0 0,0-1 1 0 0,0 0-1 0 0,1 0 1 0 0,-1 0-1 0 0,0 0 1 0 0,0 0-1 0 0,1 0 0 0 0,-1 0 1 0 0,0-1-1 0 0,0 1 1 0 0,1 0-1 0 0,-1 0 0 0 0,0 0 1 0 0,0 0-1 0 0,1 0 1 0 0,-1 0-1 0 0,0 0 1 0 0,0 0-1 0 0,0-1 0 0 0,1 1 1 0 0,6-3-672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0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17 11975 0 0,'4'-3'666'0'0,"0"1"0"0"0,1 0 1 0 0,-1 0-1 0 0,6-2 0 0 0,-8 3-287 0 0,0 1 0 0 0,0-1-1 0 0,0 1 1 0 0,0 0 0 0 0,0-1 0 0 0,0 1 0 0 0,0 0 0 0 0,0 0 0 0 0,0 0 0 0 0,0 0-1 0 0,0 1 1 0 0,3 0 0 0 0,-5-1-322 0 0,1 0-1 0 0,-1 1 1 0 0,1-1 0 0 0,-1 0-1 0 0,0 1 1 0 0,1-1 0 0 0,-1 0-1 0 0,0 1 1 0 0,1-1 0 0 0,-1 1-1 0 0,0-1 1 0 0,0 1-1 0 0,1-1 1 0 0,-1 1 0 0 0,0-1-1 0 0,0 1 1 0 0,0-1 0 0 0,0 1-1 0 0,1-1 1 0 0,-1 1 0 0 0,0-1-1 0 0,0 1 1 0 0,0-1-1 0 0,0 1 1 0 0,0-1 0 0 0,0 1-1 0 0,-1-1 1 0 0,1 1 0 0 0,0-1-1 0 0,0 1 1 0 0,0-1 0 0 0,0 1-1 0 0,-1-1 1 0 0,1 1-1 0 0,0-1 1 0 0,-1 2 0 0 0,-11 18 75 0 0,10-17-43 0 0,-17 24-75 0 0,10-16 5 0 0,1 0 1 0 0,1 1-1 0 0,-8 17 0 0 0,14-29-11 0 0,1 1-1 0 0,-1-1 1 0 0,1 1-1 0 0,0 0 1 0 0,0-1-1 0 0,-1 1 1 0 0,1 0-1 0 0,0-1 0 0 0,0 1 1 0 0,0 0-1 0 0,0-1 1 0 0,0 1-1 0 0,0 0 1 0 0,0 0-1 0 0,0-1 1 0 0,0 1-1 0 0,0 0 1 0 0,0-1-1 0 0,0 1 1 0 0,0 0-1 0 0,0-1 1 0 0,1 1-1 0 0,-1 0 1 0 0,0-1-1 0 0,1 1 1 0 0,-1 0-1 0 0,1 0 1 0 0,0 0 3 0 0,0-1 0 0 0,0 1 0 0 0,0-1 0 0 0,0 0-1 0 0,0 1 1 0 0,0-1 0 0 0,0 0 0 0 0,0 0 0 0 0,0 1 0 0 0,0-1 0 0 0,1 0 0 0 0,-1 0 0 0 0,0 0 0 0 0,0 0 0 0 0,1-1 0 0 0,6 0 40 0 0,0-1-1 0 0,0 0 0 0 0,10-4 1 0 0,129-59-1808 0 0,-128 58-5937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1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29 391 7831 0 0,'-3'-4'258'0'0,"0"0"0"0"0,0 0 0 0 0,1 0 0 0 0,-1-1 0 0 0,1 1 0 0 0,0 0 0 0 0,0-1 0 0 0,0 1 0 0 0,1-1 0 0 0,-1 0 0 0 0,1 0 0 0 0,0 0 0 0 0,1 1 0 0 0,-1-7 0 0 0,1 1 449 0 0,0-1 0 0 0,0 1 0 0 0,1-1-1 0 0,1 0 1 0 0,3-16 0 0 0,0 15-316 0 0,-1 0 1 0 0,2 0-1 0 0,-1 0 0 0 0,2 0 1 0 0,0 1-1 0 0,0 0 0 0 0,1 0 1 0 0,0 1-1 0 0,1 0 0 0 0,0 1 1 0 0,0 0-1 0 0,1 0 0 0 0,19-13 1 0 0,-27 21-356 0 0,1-1 1 0 0,-1 1 0 0 0,1-1 0 0 0,-1 1 0 0 0,1 0 0 0 0,-1 0 0 0 0,1 0 0 0 0,0 0 0 0 0,-1 0 0 0 0,1 1 0 0 0,0-1 0 0 0,0 1-1 0 0,0 0 1 0 0,-1 0 0 0 0,1 0 0 0 0,0 0 0 0 0,0 0 0 0 0,4 1 0 0 0,-5 0-30 0 0,1 0 0 0 0,0 1 0 0 0,-1-1 0 0 0,1 1 0 0 0,-1-1 0 0 0,0 1 0 0 0,1 0 0 0 0,-1 0 0 0 0,0 0 0 0 0,0 0-1 0 0,0 0 1 0 0,0 0 0 0 0,0 1 0 0 0,-1-1 0 0 0,1 1 0 0 0,-1-1 0 0 0,2 5 0 0 0,1 3-7 0 0,0 0 0 0 0,-1 0 0 0 0,0 1 0 0 0,-1-1 0 0 0,0 1 0 0 0,0 0 0 0 0,-1 19 0 0 0,-2 1 0 0 0,-6 44 0 0 0,3-51-12 0 0,0 0 0 0 0,-2 0 0 0 0,0-1 0 0 0,-2 0 0 0 0,-11 26 0 0 0,7-32 12 0 0,11-17 0 0 0,1 1 0 0 0,0-1 0 0 0,0 0 0 0 0,0 0 0 0 0,0 0 0 0 0,0 0 0 0 0,0 0 0 0 0,-1 0 0 0 0,1 0 0 0 0,0 0 0 0 0,0 1 0 0 0,0-1 0 0 0,0 0 0 0 0,-1 0 0 0 0,1 0 0 0 0,0 0 0 0 0,0 0 0 0 0,0 0 0 0 0,0 0 0 0 0,-1 0 0 0 0,1 0 0 0 0,0 0 0 0 0,0 0 0 0 0,0 0 0 0 0,0 0 0 0 0,-1 0 0 0 0,1 0 0 0 0,0 0 0 0 0,0 0 0 0 0,0 0 0 0 0,0-1 0 0 0,-1 1 0 0 0,1 0 0 0 0,0 0 0 0 0,-2-12 0 0 0,3-6 0 0 0,2 0 0 0 0,1-1 0 0 0,0 1 0 0 0,1 1 0 0 0,13-32 0 0 0,-7 21 0 0 0,-10 25-1 0 0,58-151 26 0 0,-46 124 75 0 0,2 1 0 0 0,1 0 0 0 0,20-27 0 0 0,-21 41 4 0 0,-8 13-75 0 0,-7 3-29 0 0,1-1 0 0 0,-1 1-1 0 0,0-1 1 0 0,0 0 0 0 0,0 1 0 0 0,0-1-1 0 0,1 1 1 0 0,-1-1 0 0 0,0 1 0 0 0,0-1-1 0 0,0 1 1 0 0,0-1 0 0 0,0 1 0 0 0,0-1 0 0 0,0 1-1 0 0,0-1 1 0 0,0 1 0 0 0,-1-1 0 0 0,1 0-1 0 0,0 2 1 0 0,-6 19-41 0 0,0 0-1 0 0,-17 35 1 0 0,0-1-11 0 0,22-51 52 0 0,-31 95 0 0 0,28-85 0 0 0,2-1 0 0 0,-1 1 0 0 0,2 0 0 0 0,0 0 0 0 0,1 20 0 0 0,0-31 0 0 0,0 1 0 0 0,0-1 0 0 0,1 1 0 0 0,0-1 0 0 0,-1 0 0 0 0,1 1 0 0 0,1-1 0 0 0,-1 0 0 0 0,0 0 0 0 0,1 1 0 0 0,0-1 0 0 0,-1 0 0 0 0,5 4 0 0 0,-4-5 0 0 0,0 0 0 0 0,1 0 0 0 0,-1-1 0 0 0,0 1 0 0 0,1-1 0 0 0,0 1 0 0 0,-1-1 0 0 0,1 0 0 0 0,0 0 0 0 0,0 0 0 0 0,0 0 0 0 0,-1-1 0 0 0,1 1 0 0 0,0-1 0 0 0,0 1 0 0 0,4-1 0 0 0,3-1-71 0 0,0 0-1 0 0,1 0 1 0 0,-1-1-1 0 0,0 0 1 0 0,0-1-1 0 0,0 0 1 0 0,-1-1-1 0 0,1 0 1 0 0,-1 0-1 0 0,13-9 1 0 0,-11 6-791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1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10 166 5983 0 0,'-1'0'30'0'0,"1"0"-1"0"0,-1 0 0 0 0,1-1 0 0 0,-1 1 0 0 0,1 0 0 0 0,-1-1 0 0 0,1 1 0 0 0,-1-1 1 0 0,1 1-1 0 0,-1 0 0 0 0,1-1 0 0 0,0 1 0 0 0,-1-1 0 0 0,1 1 0 0 0,0-1 0 0 0,-1 1 1 0 0,1-1-1 0 0,0 1 0 0 0,0-1 0 0 0,-1 0 0 0 0,1 1 0 0 0,0-1 0 0 0,0 1 1 0 0,0-1-1 0 0,0 0 0 0 0,0 1 0 0 0,0-1 0 0 0,0 1 0 0 0,0-1 0 0 0,0 0 0 0 0,0 1 1 0 0,0-1-1 0 0,0 1 0 0 0,0-1 0 0 0,1-1 0 0 0,1 1 186 0 0,-1-1 1 0 0,1 1-1 0 0,0-1 1 0 0,0 1-1 0 0,0-1 1 0 0,0 1-1 0 0,5-2 0 0 0,-3 1 120 0 0,32-18 1692 0 0,111-52 2980 0 0,-128 64-5042 0 0,1 1 0 0 0,0 0 1 0 0,0 2-1 0 0,1 0 0 0 0,35-2 0 0 0,-29 6-5665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2.0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1 175 9215 0 0,'0'-4'319'0'0,"0"1"0"0"0,0-1 0 0 0,0 1 0 0 0,0 0 0 0 0,1-1 0 0 0,-1 1 0 0 0,1-1 0 0 0,0 1 0 0 0,0 0 0 0 0,0 0 0 0 0,0 0 0 0 0,4-6 0 0 0,1-6 804 0 0,8-33 2628 0 0,-9 30-1623 0 0,9-24-1 0 0,-14 42-2124 0 0,0 0 0 0 0,0 0 0 0 0,0 0 0 0 0,0 0-1 0 0,0 0 1 0 0,0 0 0 0 0,0-1 0 0 0,0 1 0 0 0,0 0 0 0 0,0 0 0 0 0,0 0 0 0 0,0 0-1 0 0,0 0 1 0 0,0 0 0 0 0,0 0 0 0 0,0 0 0 0 0,0 0 0 0 0,0-1 0 0 0,0 1-1 0 0,0 0 1 0 0,0 0 0 0 0,0 0 0 0 0,0 0 0 0 0,0 0 0 0 0,0 0 0 0 0,0 0 0 0 0,0 0-1 0 0,1 0 1 0 0,-1 0 0 0 0,0 0 0 0 0,0 0 0 0 0,0 0 0 0 0,0 0 0 0 0,0-1-1 0 0,0 1 1 0 0,0 0 0 0 0,0 0 0 0 0,0 0 0 0 0,0 0 0 0 0,1 0 0 0 0,-1 0-1 0 0,0 0 1 0 0,0 0 0 0 0,0 0 0 0 0,0 0 0 0 0,0 0 0 0 0,0 0 0 0 0,0 0 0 0 0,0 0-1 0 0,1 0 1 0 0,-1 0 0 0 0,0 1 0 0 0,0-1 0 0 0,0 0 0 0 0,0 0 0 0 0,0 0-1 0 0,0 0 1 0 0,0 0 0 0 0,0 0 0 0 0,0 0 0 0 0,3 8 155 0 0,-1 13 1 0 0,-20 114-159 0 0,3-38 0 0 0,9-48-2336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2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61 6447 0 0,'2'-5'564'0'0,"0"1"-1"0"0,0 0 0 0 0,1 0 0 0 0,0 0 1 0 0,-1 0-1 0 0,2 0 0 0 0,-1 1 0 0 0,0-1 1 0 0,1 1-1 0 0,-1 0 0 0 0,1 0 0 0 0,0 0 1 0 0,0 0-1 0 0,1 1 0 0 0,8-4 0 0 0,-12 5-413 0 0,0 1 0 0 0,0 0 0 0 0,0 0-1 0 0,0-1 1 0 0,0 1 0 0 0,0 0 0 0 0,0 0 0 0 0,0 0-1 0 0,0 0 1 0 0,1 0 0 0 0,-1 0 0 0 0,0 1 0 0 0,0-1-1 0 0,0 0 1 0 0,0 1 0 0 0,0-1 0 0 0,0 0 0 0 0,0 1-1 0 0,0-1 1 0 0,0 1 0 0 0,1 1 0 0 0,-1-1-31 0 0,0 0 1 0 0,0 1-1 0 0,0-1 1 0 0,0 0-1 0 0,0 1 1 0 0,0-1 0 0 0,-1 1-1 0 0,1-1 1 0 0,-1 1-1 0 0,1-1 1 0 0,-1 1-1 0 0,0-1 1 0 0,1 3-1 0 0,-1 3 39 0 0,1 0 1 0 0,-2-1-1 0 0,1 1 0 0 0,-1 0 0 0 0,0-1 0 0 0,-2 8 0 0 0,-2 1 26 0 0,-13 30-1 0 0,13-35-114 0 0,0 0-1 0 0,1 1 0 0 0,0 0 0 0 0,1 0 0 0 0,-4 22 0 0 0,7-32-54 0 0,0 1 0 0 0,0-1 0 0 0,0 0 1 0 0,0 0-1 0 0,0 0 0 0 0,0 0 0 0 0,0 0 0 0 0,0 0 0 0 0,0 0 0 0 0,1 0 0 0 0,-1 0 0 0 0,1 0 0 0 0,-1 0 0 0 0,0 0 1 0 0,1 0-1 0 0,0 0 0 0 0,-1 0 0 0 0,1 0 0 0 0,0 0 0 0 0,-1 0 0 0 0,1-1 0 0 0,1 2 0 0 0,0 0 7 0 0,0-1-1 0 0,0 0 1 0 0,0-1-1 0 0,0 1 1 0 0,0 0-1 0 0,0-1 1 0 0,0 1-1 0 0,0-1 1 0 0,0 1-1 0 0,1-1 0 0 0,1 0 1 0 0,7 0 16 0 0,-1-1-1 0 0,1 0 1 0 0,17-5-1 0 0,-27 6-41 0 0,31-8 32 0 0,51-9-1429 0 0,-71 15-6318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2.6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8751 0 0,'1'0'94'0'0,"0"-1"0"0"0,0 1 0 0 0,0 0-1 0 0,0 0 1 0 0,0 1 0 0 0,0-1-1 0 0,0 0 1 0 0,0 0 0 0 0,0 0-1 0 0,0 1 1 0 0,0-1 0 0 0,-1 1 0 0 0,1-1-1 0 0,0 0 1 0 0,0 1 0 0 0,0-1-1 0 0,0 1 1 0 0,-1 0 0 0 0,1-1 0 0 0,0 1-1 0 0,0 0 1 0 0,-1 0 0 0 0,1-1-1 0 0,-1 1 1 0 0,1 0 0 0 0,0 0 0 0 0,-1 0-1 0 0,0 0 1 0 0,1-1 0 0 0,0 3-1 0 0,13 32 3117 0 0,-12-29-2994 0 0,2 9 263 0 0,-1 0-1 0 0,0 0 1 0 0,-1 1 0 0 0,0 0 0 0 0,-1-1-1 0 0,-2 21 1 0 0,-14 98 3429 0 0,9-92-3530 0 0,4-28-300 0 0,0-8-399 0 0,1 0 0 0 0,1 0 0 0 0,-1-1 1 0 0,1 1-1 0 0,0 0 0 0 0,1 10 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2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8 121 6911 0 0,'-1'-1'65'0'0,"0"0"-1"0"0,1 0 1 0 0,-1 0-1 0 0,0 0 0 0 0,1 0 1 0 0,-1 0-1 0 0,1 0 1 0 0,-1 0-1 0 0,1 0 1 0 0,-1 0-1 0 0,1 0 0 0 0,0 0 1 0 0,0 0-1 0 0,-1 0 1 0 0,1 0-1 0 0,0-1 0 0 0,0 1 1 0 0,0 0-1 0 0,0 0 1 0 0,1-2-1 0 0,0 1 305 0 0,0 1 0 0 0,0-1 0 0 0,1 1 0 0 0,-1-1 0 0 0,1 1 0 0 0,-1 0 0 0 0,1-1 0 0 0,0 1 1 0 0,-1 0-1 0 0,1 0 0 0 0,3-1 0 0 0,22-12 3372 0 0,41-14 1 0 0,-40 19-3856 0 0,0 1 0 0 0,0 1-1 0 0,40-5 1 0 0,-40 10-6926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3.5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64 327 4143 0 0,'-5'-1'624'0'0,"0"-1"0"0"0,1 0-1 0 0,-1 0 1 0 0,1 0 0 0 0,-1-1-1 0 0,1 0 1 0 0,0 0 0 0 0,0 0-1 0 0,-7-7 1 0 0,10 9-352 0 0,-1-1 1 0 0,1 0 0 0 0,0 0-1 0 0,0 0 1 0 0,0 0 0 0 0,0 0-1 0 0,0 0 1 0 0,0 0 0 0 0,0 0-1 0 0,1 0 1 0 0,-1 0 0 0 0,1 0 0 0 0,-1-1-1 0 0,1 1 1 0 0,0 0 0 0 0,0 0-1 0 0,0 0 1 0 0,0-1 0 0 0,1 1-1 0 0,-1 0 1 0 0,0 0 0 0 0,1 0-1 0 0,0-1 1 0 0,1-2 0 0 0,1-2 88 0 0,1-1 0 0 0,0 1 0 0 0,1 0 0 0 0,0 1 0 0 0,0-1 0 0 0,0 1 0 0 0,1 0 0 0 0,0 0 0 0 0,0 1 1 0 0,13-9-1 0 0,-12 9-256 0 0,0 0 0 0 0,0 1 0 0 0,1 0 0 0 0,0 0 1 0 0,0 1-1 0 0,0 0 0 0 0,0 0 0 0 0,0 1 0 0 0,1 0 1 0 0,10 0-1 0 0,-17 1-98 0 0,0 1 0 0 0,0 0-1 0 0,0 0 1 0 0,0 0 0 0 0,1 0 0 0 0,-1 1 0 0 0,0-1 0 0 0,0 1-1 0 0,0-1 1 0 0,0 1 0 0 0,0 0 0 0 0,0 0 0 0 0,0 0 0 0 0,0 0-1 0 0,0 0 1 0 0,-1 0 0 0 0,1 0 0 0 0,0 1 0 0 0,2 2 0 0 0,-2-2-6 0 0,0 1 1 0 0,-1-1-1 0 0,1 1 1 0 0,-1 0 0 0 0,1 0-1 0 0,-1 0 1 0 0,0 0 0 0 0,0 0-1 0 0,-1 0 1 0 0,1 0 0 0 0,-1 0-1 0 0,1 4 1 0 0,-1 7-5 0 0,0 0 1 0 0,-2 0-1 0 0,1 0 1 0 0,-7 25-1 0 0,-10 31 3 0 0,-33 85 0 0 0,84-237 0 0 0,5-13 0 0 0,58-128 0 0 0,-89 210 0 0 0,-2 1 0 0 0,2-1 0 0 0,-1 1 0 0 0,2 0 0 0 0,-1 1 0 0 0,12-13 0 0 0,-19 24 0 0 0,1 0 0 0 0,-1-1-1 0 0,0 1 1 0 0,0 0 0 0 0,0 0-1 0 0,0 0 1 0 0,0-1 0 0 0,0 1 0 0 0,1 0-1 0 0,-1 0 1 0 0,0 0 0 0 0,0 0 0 0 0,0 0-1 0 0,0-1 1 0 0,1 1 0 0 0,-1 0-1 0 0,0 0 1 0 0,0 0 0 0 0,0 0 0 0 0,1 0-1 0 0,-1 0 1 0 0,0 0 0 0 0,0 0 0 0 0,0 0-1 0 0,1 0 1 0 0,-1 0 0 0 0,0 0-1 0 0,0 0 1 0 0,1 0 0 0 0,-1 0 0 0 0,0 0-1 0 0,0 0 1 0 0,1 0 0 0 0,-2 8-33 0 0,-6 12 5 0 0,7-19 34 0 0,-39 83-6 0 0,7-17 0 0 0,19-37 0 0 0,-12 45 0 0 0,22-63 0 0 0,1 0 0 0 0,0 0 0 0 0,0 0 0 0 0,1 0 0 0 0,1 0 0 0 0,0 1 0 0 0,2 12 0 0 0,-2-22 0 0 0,1 0 0 0 0,-1-1 0 0 0,1 1 0 0 0,0 0 0 0 0,0 0 0 0 0,0 0 0 0 0,0-1 0 0 0,1 1 0 0 0,-1 0 0 0 0,1-1 0 0 0,-1 1 0 0 0,1-1 0 0 0,0 0 0 0 0,0 1 0 0 0,0-1 0 0 0,0 0 0 0 0,5 3 0 0 0,-4-3 0 0 0,0 0 0 0 0,1-1 0 0 0,-1 0 0 0 0,1 1 0 0 0,-1-1 0 0 0,1 0 0 0 0,-1-1 0 0 0,1 1 0 0 0,-1-1 0 0 0,1 1 0 0 0,0-1 0 0 0,-1 0 0 0 0,1 0 0 0 0,4-1 0 0 0,-3 0 13 0 0,13-2-6232 0 0,-8 0-751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3.7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68 8287 0 0,'-6'-5'368'0'0,"5"2"80"0"0,-1 2-360 0 0,2-1-88 0 0,2 0 0 0 0,-1 1 0 0 0,2 1 1104 0 0,2-3 208 0 0,4 0 32 0 0,5-2 16 0 0,4-1-496 0 0,5-1-96 0 0,5 0-16 0 0,2 0-8 0 0,3 1-616 0 0,0 0-128 0 0,0 3 0 0 0,-5 3-7040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4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7 219 7831 0 0,'0'0'119'0'0,"-1"0"0"0"0,1-1-1 0 0,-1 1 1 0 0,1-1 0 0 0,-1 1-1 0 0,1 0 1 0 0,0-1 0 0 0,-1 1-1 0 0,1-1 1 0 0,0 1 0 0 0,-1-1 0 0 0,1 1-1 0 0,0-1 1 0 0,0 1 0 0 0,-1-1-1 0 0,1 1 1 0 0,0-1 0 0 0,0 0-1 0 0,0 1 1 0 0,0-1 0 0 0,0 1-1 0 0,0-1 1 0 0,0 0 0 0 0,3-19 2839 0 0,14-22 2060 0 0,-15 38-4433 0 0,7-18 164 0 0,1 1 1 0 0,2 0-1 0 0,0 1 1 0 0,20-26-1 0 0,-31 45-748 0 0,-1 0 0 0 0,1 1-1 0 0,0-1 1 0 0,-1 0-1 0 0,1 0 1 0 0,0 1-1 0 0,-1-1 1 0 0,1 0-1 0 0,0 1 1 0 0,0-1-1 0 0,0 1 1 0 0,0-1-1 0 0,0 1 1 0 0,0 0-1 0 0,-1-1 1 0 0,1 1-1 0 0,0 0 1 0 0,0-1-1 0 0,0 1 1 0 0,2 0-1 0 0,-3 0 0 0 0,1 1 0 0 0,0-1 1 0 0,-1 0-1 0 0,1 0 0 0 0,0 1 0 0 0,-1-1 0 0 0,1 1 0 0 0,-1-1 0 0 0,1 1 0 0 0,-1-1 0 0 0,1 1 1 0 0,-1-1-1 0 0,1 1 0 0 0,-1-1 0 0 0,1 1 0 0 0,-1-1 0 0 0,0 1 0 0 0,1 0 0 0 0,-1-1 1 0 0,0 1-1 0 0,1 0 0 0 0,0 5-1 0 0,1-1 1 0 0,-1 1-1 0 0,0-1 1 0 0,-1 1 0 0 0,1 8-1 0 0,-3 32 1 0 0,-10 56 0 0 0,0 2 0 0 0,11-103-55 0 0,1 1-1 0 0,0 0 1 0 0,0-1 0 0 0,0 1-1 0 0,1-1 1 0 0,-1 1-1 0 0,0 0 1 0 0,1-1 0 0 0,-1 1-1 0 0,1-1 1 0 0,-1 1 0 0 0,2 1-1 0 0,-2-2 16 0 0,1-1 0 0 0,-1 1 0 0 0,1 0 0 0 0,-1-1 0 0 0,1 1 0 0 0,-1-1 0 0 0,1 1 0 0 0,0-1 0 0 0,-1 1 0 0 0,1-1 0 0 0,0 0 0 0 0,0 1 0 0 0,-1-1 0 0 0,1 0 0 0 0,0 0 0 0 0,0 1 0 0 0,-1-1 0 0 0,1 0 0 0 0,0 0 0 0 0,0 0 0 0 0,-1 0 0 0 0,1 0 0 0 0,0 0 0 0 0,0 0 0 0 0,1 0 0 0 0,4-2-600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4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0 205 2303 0 0,'1'-5'568'0'0,"0"-1"0"0"0,0 1-1 0 0,0 0 1 0 0,0-1-1 0 0,1 1 1 0 0,0 0 0 0 0,0 0-1 0 0,0 0 1 0 0,1 0-1 0 0,0 0 1 0 0,0 1-1 0 0,0-1 1 0 0,0 1 0 0 0,1 0-1 0 0,0 0 1 0 0,0 0-1 0 0,0 0 1 0 0,0 1 0 0 0,8-6-1 0 0,-6 5-23 0 0,0 0 0 0 0,0 0 0 0 0,0 1 0 0 0,1 0 1 0 0,0 0-1 0 0,0 1 0 0 0,-1-1 0 0 0,1 1 0 0 0,1 1 0 0 0,-1-1 0 0 0,0 1 0 0 0,0 1 0 0 0,1-1 0 0 0,10 2 1 0 0,-15-1-527 0 0,1 1 1 0 0,-1-1-1 0 0,0 1 1 0 0,1 0-1 0 0,-1 1 1 0 0,1-1-1 0 0,-1 0 1 0 0,0 1 0 0 0,0 0-1 0 0,0 0 1 0 0,0 0-1 0 0,0 0 1 0 0,-1 0-1 0 0,1 1 1 0 0,3 2-1 0 0,-3-1 17 0 0,-1 0 0 0 0,1 0 1 0 0,-1 1-1 0 0,1-1 0 0 0,-1 0 0 0 0,-1 1 0 0 0,1-1 0 0 0,-1 1 0 0 0,1-1 0 0 0,0 7 0 0 0,-1-1 8 0 0,0 0 0 0 0,-1 0 1 0 0,0 1-1 0 0,-1-1 0 0 0,0 0 1 0 0,0 0-1 0 0,-1 0 0 0 0,-1 0 1 0 0,1-1-1 0 0,-6 12 0 0 0,-8 14-43 0 0,-2-2 0 0 0,-27 38 0 0 0,98-129 11 0 0,-23 18-2 0 0,-2-2 0 0 0,-1-1-1 0 0,-3-1 1 0 0,-1-1 0 0 0,22-64 0 0 0,-41 101-9 0 0,-3 6 0 0 0,0 0 0 0 0,0 0 0 0 0,0 0 0 0 0,0 0 0 0 0,0-1 0 0 0,-1 1 0 0 0,1 0 0 0 0,-1-1 0 0 0,1-3 0 0 0,-17 21 0 0 0,-3 13 0 0 0,0 0 0 0 0,-19 40 0 0 0,30-50 0 0 0,0 0 0 0 0,1 0 0 0 0,1 0 0 0 0,1 1 0 0 0,-5 29 0 0 0,10-41 0 0 0,-1 1 0 0 0,1-1 0 0 0,0 1 0 0 0,0-1 0 0 0,1 1 0 0 0,0-1 0 0 0,3 13 0 0 0,-3-18 0 0 0,-1 0 0 0 0,1 0 0 0 0,0 0 0 0 0,0 0 0 0 0,0 0 0 0 0,0 0 0 0 0,0-1 0 0 0,0 1 0 0 0,1 0 0 0 0,-1-1 0 0 0,0 1 0 0 0,1-1 0 0 0,-1 1 0 0 0,1-1 0 0 0,0 0 0 0 0,-1 0 0 0 0,1 1 0 0 0,0-1 0 0 0,0-1 0 0 0,0 1 0 0 0,0 0 0 0 0,-1 0 0 0 0,1-1 0 0 0,0 1 0 0 0,0-1 0 0 0,1 1 0 0 0,-1-1 0 0 0,0 0 0 0 0,0 0 0 0 0,0 0 0 0 0,0 0 0 0 0,3-1 0 0 0,9 0-264 0 0,0-2 0 0 0,0 0 0 0 0,0-1-1 0 0,0 0 1 0 0,0-1 0 0 0,25-13 0 0 0,-29 12-7335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4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73 4143 0 0,'-3'-1'-130'0'0,"-14"-5"1401"0"0,17 1 430 0 0,10-1 448 0 0,8-3-386 0 0,1 2-1 0 0,0 0 1 0 0,38-8-1 0 0,-23 9-1731 0 0,51-3 0 0 0,-56 8-5822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5.2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3 135 2759 0 0,'0'0'98'0'0,"0"0"1"0"0,0-1-1 0 0,0 1 0 0 0,-1 0 0 0 0,1 0 0 0 0,0 0 0 0 0,0 0 0 0 0,0 0 0 0 0,0 0 0 0 0,0 0 0 0 0,-1-1 0 0 0,1 1 0 0 0,0 0 0 0 0,0 0 0 0 0,0 0 0 0 0,0 0 0 0 0,0-1 0 0 0,0 1 0 0 0,0 0 0 0 0,-1 0 0 0 0,1 0 0 0 0,0-1 0 0 0,0 1 0 0 0,0 0 0 0 0,0 0 0 0 0,0 0 0 0 0,0 0 0 0 0,0-1 0 0 0,0 1 1 0 0,0 0-1 0 0,0 0 0 0 0,0 0 0 0 0,0-1 0 0 0,0 1 0 0 0,0 0 0 0 0,0 0 0 0 0,1 0 0 0 0,-1-1 0 0 0,0 1 0 0 0,0 0 0 0 0,4-13 8552 0 0,2 0-6925 0 0,0 0 1 0 0,15-22 0 0 0,-18 30-1492 0 0,1 0 0 0 0,0 0 0 0 0,0 1 0 0 0,0-1 0 0 0,1 1 0 0 0,-1 0 0 0 0,1 0 0 0 0,0 0 0 0 0,10-5 0 0 0,-14 8-234 0 0,0 1 1 0 0,0-1-1 0 0,1 1 1 0 0,-1-1-1 0 0,0 1 1 0 0,0 0-1 0 0,0-1 1 0 0,0 1 0 0 0,1 0-1 0 0,-1 0 1 0 0,0 0-1 0 0,0 0 1 0 0,0 0-1 0 0,1 0 1 0 0,-1 0-1 0 0,0 0 1 0 0,0 0-1 0 0,0 0 1 0 0,1 1-1 0 0,-1-1 1 0 0,0 1-1 0 0,0-1 1 0 0,0 1-1 0 0,0-1 1 0 0,0 1 0 0 0,0-1-1 0 0,0 1 1 0 0,0 0-1 0 0,0 0 1 0 0,0-1-1 0 0,0 1 1 0 0,0 0-1 0 0,-1 0 1 0 0,1 0-1 0 0,0 0 1 0 0,-1 0-1 0 0,1 0 1 0 0,-1 0-1 0 0,1 0 1 0 0,-1 1-1 0 0,1-1 1 0 0,-1 0-1 0 0,1 2 1 0 0,0 3-1 0 0,1 1 0 0 0,-1-1-1 0 0,-1 0 1 0 0,1 1 0 0 0,-1-1 0 0 0,0 1-1 0 0,-1 6 1 0 0,-2 1 0 0 0,0-1 0 0 0,0 1 0 0 0,-2-1 0 0 0,1 0 0 0 0,-2 0 0 0 0,0 0 0 0 0,0-1 0 0 0,-1 0 0 0 0,-1 0 0 0 0,0-1 0 0 0,0 0 0 0 0,-1 0 0 0 0,-17 15 0 0 0,25-25 0 0 0,-1 1 0 0 0,0 0 0 0 0,0 0 0 0 0,-1 0 0 0 0,1 0 0 0 0,-1 0 0 0 0,1-1 0 0 0,-1 1 0 0 0,-5 1 0 0 0,8-3 0 0 0,0 0 0 0 0,0 0 0 0 0,-1 0 0 0 0,1 0 0 0 0,0-1 0 0 0,0 1 0 0 0,0 0 0 0 0,-1 0 0 0 0,1 0 0 0 0,0 0 0 0 0,0-1 0 0 0,0 1 0 0 0,0 0 0 0 0,-1 0 0 0 0,1 0 0 0 0,0-1 0 0 0,0 1 0 0 0,0 0 0 0 0,0 0 0 0 0,0-1 0 0 0,0 1 0 0 0,0 0 0 0 0,0 0 0 0 0,0-1 0 0 0,0 1 0 0 0,0 0 0 0 0,0 0 0 0 0,0-1 0 0 0,0 1 0 0 0,0 0 0 0 0,0 0 0 0 0,0-1 0 0 0,0 1 0 0 0,0 0 0 0 0,0 0 0 0 0,0-1 0 0 0,0 1 0 0 0,0 0 0 0 0,0 0 0 0 0,1 0 0 0 0,-1-1 0 0 0,0 1 0 0 0,0 0 0 0 0,0-1 0 0 0,7-12 0 0 0,-7 13 0 0 0,4-8 0 0 0,1 1 0 0 0,0 0 0 0 0,1 0 0 0 0,0 1 0 0 0,7-8 0 0 0,-11 12 0 0 0,0 0 0 0 0,1 0 0 0 0,-1 0 0 0 0,1 0 0 0 0,-1 0 0 0 0,1 1 0 0 0,-1-1 0 0 0,1 1 0 0 0,0 0 0 0 0,0 0 0 0 0,0 0 0 0 0,0 0 0 0 0,0 0 0 0 0,0 1 0 0 0,0-1 0 0 0,0 1 0 0 0,0 0 0 0 0,4 0 0 0 0,-5 0 0 0 0,1 1 0 0 0,-1 0 0 0 0,1 0 0 0 0,-1 0 0 0 0,0 1 0 0 0,0-1 0 0 0,1 0 0 0 0,-1 1 0 0 0,0-1 0 0 0,0 1 0 0 0,3 4 0 0 0,20 25 0 0 0,-11-12 0 0 0,-9-13 0 0 0,1 0 0 0 0,0 0 0 0 0,0 0 0 0 0,1-1 0 0 0,-1 0 0 0 0,1 0 0 0 0,0-1 0 0 0,0 1 0 0 0,1-1 0 0 0,-1-1 0 0 0,1 0 0 0 0,0 0 0 0 0,0 0 0 0 0,0-1 0 0 0,0 0 0 0 0,0-1 0 0 0,10 1 0 0 0,-14-2-217 0 0,-1 0 0 0 0,1-1 0 0 0,0 0 0 0 0,0 0 0 0 0,-1 1 0 0 0,1-2 0 0 0,0 1 0 0 0,4-3 0 0 0,1 0-7326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5.5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14 9671 0 0,'-2'-10'846'0'0,"1"6"169"0"0,-1 11 840 0 0,0 14 510 0 0,-5 49 2099 0 0,1 36-2317 0 0,6-79-1979 0 0,-1 1-68 0 0,2 0 0 0 0,7 47 0 0 0,-7-71-1342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5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40 10135 0 0,'-11'-3'448'0'0,"6"1"96"0"0,2 1-440 0 0,1 1-104 0 0,2-2 0 0 0,2 2 0 0 0,-1 0 1096 0 0,4 0 200 0 0,3 0 40 0 0,4-2 8 0 0,7 1-320 0 0,9-2-56 0 0,7 0-8 0 0,1-4-8 0 0,1 3-720 0 0,3-1-136 0 0,3 2-32 0 0,-2 0-8304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6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1 265 8287 0 0,'1'-3'268'0'0,"0"-1"1"0"0,0 1-1 0 0,0 0 0 0 0,1 0 0 0 0,-1-1 0 0 0,1 1 0 0 0,0 0 0 0 0,0 0 0 0 0,0 1 0 0 0,4-5 0 0 0,1-2 550 0 0,10-13 2358 0 0,36-38 1 0 0,-46 54-2764 0 0,-1 0 1 0 0,1 0-1 0 0,0 0 1 0 0,1 1-1 0 0,-1 0 1 0 0,1 1-1 0 0,0 0 1 0 0,0 0-1 0 0,17-5 1 0 0,-23 8-406 0 0,0 1 0 0 0,0-1 0 0 0,0 1 0 0 0,0 0 0 0 0,0 0 0 0 0,1 0 0 0 0,-1 0 0 0 0,0 0 0 0 0,0 0 0 0 0,0 0 0 0 0,0 1 0 0 0,0-1 0 0 0,0 1 1 0 0,0-1-1 0 0,0 1 0 0 0,0 0 0 0 0,0 0 0 0 0,0 0 0 0 0,0 0 0 0 0,3 2 0 0 0,-3-1 3 0 0,0 1 0 0 0,0-1-1 0 0,0 1 1 0 0,0 0 0 0 0,0-1 0 0 0,-1 1 0 0 0,1 0-1 0 0,-1 0 1 0 0,0 0 0 0 0,0 0 0 0 0,0 0 0 0 0,1 5-1 0 0,0 6 17 0 0,-1 1-1 0 0,0 0 0 0 0,-1-1 1 0 0,-2 25-1 0 0,-1-19-26 0 0,0 0 0 0 0,-1 0 0 0 0,-1 0 0 0 0,0 0 0 0 0,-2-1 0 0 0,-14 30 0 0 0,15-37 0 0 0,-1 0 0 0 0,0-1 0 0 0,-1 1 0 0 0,0-1 0 0 0,-1-1 0 0 0,0 0 0 0 0,-1 0 0 0 0,0-1 0 0 0,0 0 0 0 0,-21 13 0 0 0,31-22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0,0 0 0 0 0,0 0 0 0 0,0 0 0 0 0,0 0 0 0 0,0 0 0 0 0,0 0 0 0 0,-1 0 0 0 0,1 0 0 0 0,0-1 0 0 0,0 1 0 0 0,0 0 0 0 0,0 0 0 0 0,0 0 0 0 0,0 0 0 0 0,0 0 0 0 0,0 0 0 0 0,0 1 0 0 0,0-1 0 0 0,0 0 0 0 0,0 0 0 0 0,0 0 0 0 0,0 0 0 0 0,0 0 0 0 0,-1 0 0 0 0,1 0 0 0 0,0 0 0 0 0,0 0 0 0 0,0 0 0 0 0,0 0 0 0 0,0 0 0 0 0,0 0 0 0 0,0 0 0 0 0,0 0 0 0 0,0 0 0 0 0,0 0 0 0 0,3-8 0 0 0,7-8 0 0 0,61-67 0 0 0,-15 21 0 0 0,-12 5 48 0 0,-2-2 0 0 0,-3-1 0 0 0,47-98 0 0 0,-80 140-48 0 0,-6 18 0 0 0,0 1 0 0 0,0-1-1 0 0,0 0 1 0 0,0 0 0 0 0,0 0-1 0 0,0 0 1 0 0,0 0 0 0 0,0 0-1 0 0,0 0 1 0 0,-1 0 0 0 0,1 0-1 0 0,0 0 1 0 0,0 0 0 0 0,0 0 0 0 0,0 0-1 0 0,0 0 1 0 0,0 0 0 0 0,0 0-1 0 0,0 0 1 0 0,0 0 0 0 0,0 0-1 0 0,0 0 1 0 0,0 0 0 0 0,0 0 0 0 0,0 0-1 0 0,0 0 1 0 0,0 0 0 0 0,0 0-1 0 0,0 0 1 0 0,0 0 0 0 0,0 0-1 0 0,-1 0 1 0 0,1 0 0 0 0,0 0-1 0 0,0 0 1 0 0,0 0 0 0 0,0 0 0 0 0,0 0-1 0 0,0 0 1 0 0,0 0 0 0 0,0 0-1 0 0,0 0 1 0 0,0 0 0 0 0,0 0-1 0 0,0 0 1 0 0,0 0 0 0 0,0-1 0 0 0,0 1-1 0 0,0 0 1 0 0,0 0 0 0 0,0 0-1 0 0,0 0 1 0 0,0 0 0 0 0,0 0-1 0 0,0 0 1 0 0,0 0 0 0 0,0 0-1 0 0,0 0 1 0 0,0 0 0 0 0,0 0 0 0 0,0 0-1 0 0,0 0 1 0 0,0 0 0 0 0,0 0-1 0 0,0 0 1 0 0,0 0 0 0 0,0 0-1 0 0,0-1 1 0 0,-7 10-11 0 0,-95 152-25 0 0,86-131 27 0 0,1 0 0 0 0,2 2 0 0 0,-16 52 0 0 0,27-75 9 0 0,0-1 0 0 0,0 1 0 0 0,1 0 0 0 0,0-1 0 0 0,1 1 0 0 0,1 12 0 0 0,-1-19 0 0 0,0 0 0 0 0,0 0 0 0 0,1 0 0 0 0,-1 0 0 0 0,1 0 0 0 0,-1 0 0 0 0,1 0 0 0 0,0-1 0 0 0,-1 1 0 0 0,1 0 0 0 0,0-1 0 0 0,0 1 0 0 0,1 0 0 0 0,-1-1 0 0 0,0 1 0 0 0,0-1 0 0 0,1 0 0 0 0,-1 1 0 0 0,1-1 0 0 0,-1 0 0 0 0,1 0 0 0 0,0 0 0 0 0,-1 0 0 0 0,1 0 0 0 0,0 0 0 0 0,0-1 0 0 0,-1 1 0 0 0,1 0 0 0 0,0-1 0 0 0,0 0 0 0 0,0 1 0 0 0,0-1 0 0 0,0 0 0 0 0,0 0 0 0 0,2 0 0 0 0,5 0-320 0 0,0-1-1 0 0,0 0 1 0 0,-1-1 0 0 0,16-4-1 0 0,-9 1-2154 0 0,26-12 0 0 0,-30 10-4621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6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66 7831 0 0,'-1'-1'32'0'0,"-12"-7"497"0"0,13 8-518 0 0,-1 0 1 0 0,1 0-1 0 0,-1 0 1 0 0,1-1-1 0 0,-1 1 1 0 0,1 0-1 0 0,0 0 1 0 0,-1-1-1 0 0,1 1 1 0 0,0 0-1 0 0,-1 0 1 0 0,1-1-1 0 0,0 1 1 0 0,-1-1-1 0 0,1 1 1 0 0,0 0-1 0 0,0-1 1 0 0,0 1-1 0 0,-1 0 1 0 0,1-1-1 0 0,0 1 1 0 0,0-1-1 0 0,0 1 1 0 0,0-1-1 0 0,3-2 788 0 0,1 1 0 0 0,0 0 0 0 0,0 0 0 0 0,0 1 0 0 0,8-3 0 0 0,-7 2-198 0 0,18-5 2021 0 0,46-9 0 0 0,-36 11-2078 0 0,1 2-1 0 0,42 1 1 0 0,-46 4-742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6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42 3223 0 0,'-19'-14'11822'0'0,"24"3"-2456"0"0,-4 11-8966 0 0,11-6-2959 0 0,0 3 2708 0 0,0 1 0 0 0,0 0 0 0 0,18-1 0 0 0,-26 3-141 0 0,0 0 0 0 0,0 0 0 0 0,0 0 0 0 0,1 0 0 0 0,-1 1 0 0 0,0 0 0 0 0,0 0-1 0 0,0 0 1 0 0,0 0 0 0 0,0 1 0 0 0,0 0 0 0 0,-1 0 0 0 0,7 3 0 0 0,-8-3-8 0 0,-1 0 0 0 0,1 0 0 0 0,0 0 0 0 0,-1 0 0 0 0,1 0 0 0 0,-1 0 0 0 0,1 1 0 0 0,-1-1 0 0 0,0 0 0 0 0,0 1 0 0 0,0-1 0 0 0,-1 1 0 0 0,1-1 0 0 0,0 1 0 0 0,-1-1 0 0 0,0 1 0 0 0,1 0 0 0 0,-1-1 0 0 0,0 1 0 0 0,-1 0 0 0 0,1-1 0 0 0,-1 5 0 0 0,0 0 0 0 0,-1 0 0 0 0,0 1 0 0 0,-1-1 0 0 0,1-1 0 0 0,-1 1 0 0 0,-7 11 0 0 0,3-7 0 0 0,-1 0 0 0 0,0 0 0 0 0,-1-1 0 0 0,0-1 0 0 0,-1 1 0 0 0,-14 10 0 0 0,-2-1 0 0 0,-43 22 0 0 0,56-36 0 0 0,25-9 0 0 0,-6 3 7 0 0,0 0 0 0 0,0 0-1 0 0,0 1 1 0 0,0 0 0 0 0,0 1-1 0 0,0-1 1 0 0,0 1 0 0 0,6 2-1 0 0,50 16 98 0 0,-19-4-68 0 0,-36-14-39 0 0,9 4-103 0 0,1-1 0 0 0,18 2 0 0 0,-30-6 38 0 0,0 1 0 0 0,0-1-1 0 0,0-1 1 0 0,0 1 0 0 0,0 0 0 0 0,0-1 0 0 0,0 0 0 0 0,0-1 0 0 0,0 1 0 0 0,0-1 0 0 0,7-3-1 0 0,-3-1-1088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7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8287 0 0,'1'-2'286'0'0,"-1"1"0"0"0,0 0 1 0 0,0 0-1 0 0,1 0 0 0 0,-1-1 0 0 0,1 1 0 0 0,-1 0 0 0 0,1 0 0 0 0,-1 0 0 0 0,1 0 0 0 0,0 0 0 0 0,0 0 0 0 0,-1 0 0 0 0,1 0 0 0 0,0 1 0 0 0,0-1 0 0 0,0 0 0 0 0,0 0 0 0 0,0 1 0 0 0,0-1 1 0 0,0 0-1 0 0,0 1 0 0 0,0-1 0 0 0,1 1 0 0 0,-1-1 0 0 0,0 1 0 0 0,0 0 0 0 0,3-1 0 0 0,1 0 210 0 0,0 0 0 0 0,0 0 0 0 0,1 1 0 0 0,-1 0 0 0 0,6 0 0 0 0,-9 0-456 0 0,0 0 1 0 0,1 0-1 0 0,-1 0 0 0 0,0 1 0 0 0,1-1 1 0 0,-1 1-1 0 0,0-1 0 0 0,0 1 1 0 0,1 0-1 0 0,-1 0 0 0 0,0 0 0 0 0,0 0 1 0 0,0 1-1 0 0,0-1 0 0 0,0 0 0 0 0,-1 1 1 0 0,1-1-1 0 0,0 1 0 0 0,-1 0 0 0 0,1 0 1 0 0,-1-1-1 0 0,1 1 0 0 0,-1 0 0 0 0,0 0 1 0 0,0 0-1 0 0,0 1 0 0 0,0-1 0 0 0,0 0 1 0 0,0 0-1 0 0,0 4 0 0 0,0-2 20 0 0,-1 1 0 0 0,0 0-1 0 0,0-1 1 0 0,0 1 0 0 0,0-1 0 0 0,-1 1-1 0 0,0 0 1 0 0,0-1 0 0 0,0 1 0 0 0,0-1-1 0 0,-1 0 1 0 0,1 1 0 0 0,-1-1-1 0 0,-4 6 1 0 0,-4 4 2 0 0,1-1 0 0 0,-16 14 0 0 0,16-17 4 0 0,-1 1-1 0 0,2 0 1 0 0,-13 20-1 0 0,20-30-44 0 0,1 0-1 0 0,-1 0 0 0 0,1 0 1 0 0,-1 0-1 0 0,1 0 0 0 0,0 0 1 0 0,-1 0-1 0 0,1 0 1 0 0,0 0-1 0 0,0 0 0 0 0,0 0 1 0 0,-1 0-1 0 0,1 0 0 0 0,0 0 1 0 0,1 1-1 0 0,-1-1 1 0 0,0 0-1 0 0,0 0 0 0 0,0 0 1 0 0,1 0-1 0 0,-1 0 0 0 0,0 0 1 0 0,2 2-1 0 0,-1-2 18 0 0,0 1 0 0 0,1-1 0 0 0,-1 1 1 0 0,0-1-1 0 0,1 0 0 0 0,0 0 0 0 0,-1 0 0 0 0,1 0 0 0 0,0 0 0 0 0,-1 0 0 0 0,1 0 1 0 0,3 0-1 0 0,3 2 83 0 0,-1-2 0 0 0,1 1 0 0 0,0-1 0 0 0,0 0 0 0 0,14-1 0 0 0,0-2 26 0 0,-1-1 0 0 0,32-10 0 0 0,15-2 69 0 0,-66 15-384 0 0,-1 0-198 0 0,-1 0 0 0 0,1 0 1 0 0,-1-1-1 0 0,1 1 1 0 0,0 0-1 0 0,-1 0 0 0 0,1 0 1 0 0,-1 0-1 0 0,1 0 1 0 0,0 0-1 0 0,-1 0 0 0 0,1 0 1 0 0,-1 1-1 0 0,1-1 1 0 0,0 0-1 0 0,-1 0 1 0 0,1 1-1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9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1 538 2759 0 0,'16'0'3319'0'0,"7"1"1770"0"0,30-5 0 0 0,-45 3-4690 0 0,0-1 0 0 0,0 1 0 0 0,0-2-1 0 0,0 1 1 0 0,-1-1 0 0 0,1-1 0 0 0,7-4 0 0 0,1-2-284 0 0,-1 0-1 0 0,-1-1 1 0 0,0-1-1 0 0,-1-1 1 0 0,0 0-1 0 0,0 0 1 0 0,-2-1 0 0 0,0-1-1 0 0,0 0 1 0 0,11-23-1 0 0,-11 17 23 0 0,-1 0-1 0 0,-1-1 1 0 0,-1 0-1 0 0,-1-1 1 0 0,-1 1-1 0 0,-1-1 1 0 0,4-40-1 0 0,-8 52-129 0 0,-1 0 0 0 0,1 0 1 0 0,-2 0-1 0 0,1 0 0 0 0,-2 0 0 0 0,1 0 0 0 0,-1 0 0 0 0,-6-16 0 0 0,8 26-7 0 0,-1 0 0 0 0,1 0 0 0 0,0 1 0 0 0,-1-1 0 0 0,1 0 0 0 0,0 0 0 0 0,-1 1 0 0 0,1-1 0 0 0,-1 0 0 0 0,1 1 0 0 0,-1-1 0 0 0,1 1 0 0 0,-1-1 0 0 0,0 0 0 0 0,1 1 0 0 0,-1-1 0 0 0,1 1 0 0 0,-1 0 0 0 0,0-1 0 0 0,0 1 0 0 0,1 0 0 0 0,-1-1 0 0 0,0 1 0 0 0,0 0 0 0 0,1 0 0 0 0,-1-1 0 0 0,-1 1 0 0 0,0 1 0 0 0,1-1 0 0 0,-1 0 0 0 0,1 1 0 0 0,0 0 0 0 0,-1-1 0 0 0,1 1 0 0 0,0 0 0 0 0,0-1 0 0 0,0 1 0 0 0,-1 0 0 0 0,1 0 0 0 0,0 0 0 0 0,0 0 0 0 0,-1 2 0 0 0,-3 3 0 0 0,0 1 0 0 0,0 0 0 0 0,1 1 0 0 0,-4 8 0 0 0,0 2 8 0 0,1 1 0 0 0,2 0-1 0 0,0 0 1 0 0,0 1 0 0 0,-2 34 0 0 0,4 104 72 0 0,3-109-62 0 0,2 52 251 0 0,0-34-98 0 0,-3 0 1 0 0,-10 78-1 0 0,9-134-161 0 0,0-1 0 0 0,-1 1 0 0 0,0-1 0 0 0,-1 0 0 0 0,-5 10 0 0 0,6-14-18 0 0,0-1 0 0 0,0 0 0 0 0,-1 0 0 0 0,1 0 0 0 0,-1 0 0 0 0,0 0 0 0 0,-1-1 0 0 0,1 1 0 0 0,-1-1 0 0 0,-5 4 0 0 0,-8-2-1551 0 0,14-4-16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0.0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96 4607 0 0,'-1'0'266'0'0,"1"-1"0"0"0,-1 1-1 0 0,1-1 1 0 0,-1 1 0 0 0,1-1-1 0 0,-1 1 1 0 0,1-1 0 0 0,-1 0-1 0 0,1 1 1 0 0,0-1 0 0 0,-1 0-1 0 0,1 1 1 0 0,0-1 0 0 0,0 0-1 0 0,-1 0 1 0 0,1 0-55 0 0,0 1 0 0 0,1-1-1 0 0,-1 1 1 0 0,0 0 0 0 0,0-1 0 0 0,0 1 0 0 0,0 0-1 0 0,0-1 1 0 0,0 1 0 0 0,1 0 0 0 0,-1-1 0 0 0,0 1-1 0 0,0 0 1 0 0,0-1 0 0 0,1 1 0 0 0,-1 0-1 0 0,0 0 1 0 0,0-1 0 0 0,1 1 0 0 0,-1 0 0 0 0,1-1-1 0 0,1 0 485 0 0,0 0 0 0 0,1 0 0 0 0,-1 0 0 0 0,1 1 0 0 0,-1-1 0 0 0,4 0 0 0 0,-1 0-1841 0 0,112-23 3573 0 0,-30 5-1862 0 0,17-4-1352 0 0,-91 19-105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1.2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1 270 4775 0 0,'0'-5'954'0'0,"1"0"-1"0"0,1 0 0 0 0,-1 0 1 0 0,0 0-1 0 0,1 1 0 0 0,0-1 0 0 0,0 0 1 0 0,1 1-1 0 0,3-6 0 0 0,2-4 1730 0 0,2-4-570 0 0,13-20-1 0 0,-11 21-1991 0 0,1 0 1 0 0,1 0-1 0 0,1 2 0 0 0,0 0 0 0 0,21-16 0 0 0,-32 28-103 0 0,0 0 0 0 0,0 0-1 0 0,1 1 1 0 0,-1-1 0 0 0,1 1 0 0 0,-1 0 0 0 0,1 1-1 0 0,9-3 1 0 0,-13 4-16 0 0,1-1 0 0 0,-1 1 0 0 0,1 0 0 0 0,-1 0 0 0 0,1 0 0 0 0,-1 0 0 0 0,0 1 1 0 0,1-1-1 0 0,-1 0 0 0 0,1 0 0 0 0,-1 1 0 0 0,0-1 0 0 0,1 1 0 0 0,-1 0 0 0 0,0-1 0 0 0,1 1 0 0 0,-1 0 0 0 0,0-1 0 0 0,0 1 0 0 0,0 0 0 0 0,0 0 0 0 0,0 0 0 0 0,0 0 0 0 0,0 0 1 0 0,0 1-1 0 0,0-1 0 0 0,0 0 0 0 0,0 0 0 0 0,-1 0 0 0 0,1 1 0 0 0,0-1 0 0 0,-1 0 0 0 0,1 1 0 0 0,-1 1 0 0 0,2 9-20 0 0,0-1 0 0 0,-1 1-1 0 0,0-1 1 0 0,-1 1 0 0 0,-1-1 0 0 0,1 0 0 0 0,-5 20-1 0 0,0 10-11 0 0,4-39 30 0 0,0 45 0 0 0,1-44 0 0 0,1 0 0 0 0,-1 0 0 0 0,0 0 0 0 0,1 0 0 0 0,0 0 0 0 0,0 0 0 0 0,0 0 0 0 0,0 0 0 0 0,0 0 0 0 0,1-1 0 0 0,-1 1 0 0 0,3 3 0 0 0,-3-5 1 0 0,0-1 1 0 0,0 1-1 0 0,0-1 0 0 0,0 1 1 0 0,0-1-1 0 0,0 1 0 0 0,0-1 1 0 0,0 1-1 0 0,0-1 0 0 0,0 0 1 0 0,0 0-1 0 0,0 0 0 0 0,0 1 1 0 0,0-1-1 0 0,0 0 0 0 0,0 0 1 0 0,0 0-1 0 0,0-1 0 0 0,0 1 0 0 0,0 0 1 0 0,0 0-1 0 0,0-1 0 0 0,0 1 1 0 0,0 0-1 0 0,0-1 0 0 0,0 1 1 0 0,0-1-1 0 0,2 0 0 0 0,27-20 152 0 0,-28 20-139 0 0,7-8 14 0 0,0 1-1 0 0,0-1 1 0 0,-1-1-1 0 0,0 0 1 0 0,0 0-1 0 0,-1 0 1 0 0,-1-1-1 0 0,1 0 1 0 0,-2-1-1 0 0,0 1 1 0 0,0-1-1 0 0,-1 0 1 0 0,0 0-1 0 0,2-16 0 0 0,-3 50 89 0 0,10 35-1 0 0,-10-45-104 0 0,1-1 1 0 0,0-1-1 0 0,1 1 0 0 0,0 0 1 0 0,13 17-1 0 0,-17-25-9 0 0,1-1 0 0 0,-1 0 1 0 0,1 0-1 0 0,0 0 0 0 0,0 0 0 0 0,0 0 0 0 0,0 0 0 0 0,0-1 0 0 0,0 1 0 0 0,0-1 1 0 0,1 1-1 0 0,-1-1 0 0 0,1 0 0 0 0,-1 0 0 0 0,1 0 0 0 0,-1 0 0 0 0,1 0 0 0 0,0-1 1 0 0,-1 1-1 0 0,1-1 0 0 0,0 0 0 0 0,-1 0 0 0 0,1 0 0 0 0,0 0 0 0 0,0 0 0 0 0,-1 0 1 0 0,1-1-1 0 0,0 1 0 0 0,-1-1 0 0 0,1 0 0 0 0,2-1 0 0 0,-3 1-3 0 0,1 0-1 0 0,-1 0 1 0 0,0 0-1 0 0,0 0 1 0 0,0 0-1 0 0,0-1 1 0 0,0 1-1 0 0,0-1 0 0 0,0 0 1 0 0,0 1-1 0 0,-1-1 1 0 0,1 0-1 0 0,-1 0 1 0 0,1 0-1 0 0,-1 0 1 0 0,0 0-1 0 0,0-1 1 0 0,0 1-1 0 0,0 0 1 0 0,0 0-1 0 0,0-1 1 0 0,0 1-1 0 0,-1-1 1 0 0,0 1-1 0 0,1-1 1 0 0,-1 1-1 0 0,0 0 1 0 0,0-6-1 0 0,-1 3-1 0 0,0 0-1 0 0,0 0 1 0 0,0 0 0 0 0,-1 0-1 0 0,0 0 1 0 0,0 1-1 0 0,0-1 1 0 0,0 0 0 0 0,-1 1-1 0 0,0-1 1 0 0,0 1 0 0 0,-6-7-1 0 0,-31-25 4 0 0,28 26 0 0 0,-21-21 0 0 0,32 30 0 0 0,0 0 0 0 0,1 0 0 0 0,-1 0 0 0 0,0 0 0 0 0,0 0 0 0 0,0 0 0 0 0,1-1 0 0 0,-1 1 0 0 0,0 0 0 0 0,1-1 0 0 0,-1 1 0 0 0,1 0 0 0 0,0-1 0 0 0,-1 1 0 0 0,1-1 0 0 0,0 1 0 0 0,0 0 0 0 0,0-1 0 0 0,0 1 0 0 0,0-1 0 0 0,0 1 0 0 0,0-1 0 0 0,1-2 0 0 0,0 3 0 0 0,0-1 0 0 0,0 1 0 0 0,0-1 0 0 0,0 1 0 0 0,0-1 0 0 0,0 1 0 0 0,1 0 0 0 0,-1-1 0 0 0,1 1 0 0 0,-1 0 0 0 0,0 0 0 0 0,1 0 0 0 0,0 0 0 0 0,-1 0 0 0 0,1 1 0 0 0,0-1 0 0 0,-1 0 0 0 0,4 0 0 0 0,5-2 0 0 0,0 1 0 0 0,0 0 0 0 0,1 1 0 0 0,-1 0 0 0 0,1 1 0 0 0,-1 0 0 0 0,21 3 0 0 0,-25-3 0 0 0,-1 1 0 0 0,1 0 0 0 0,0 1 0 0 0,-1 0 0 0 0,1-1 0 0 0,-1 2 0 0 0,0-1 0 0 0,1 1 0 0 0,-1 0 0 0 0,0 0 0 0 0,-1 0 0 0 0,1 0 0 0 0,0 1 0 0 0,-1 0 0 0 0,7 8 0 0 0,-8-8 0 0 0,0 1 0 0 0,-1-1 0 0 0,0 1 0 0 0,0-1 0 0 0,0 1 0 0 0,0 0 0 0 0,-1 0 0 0 0,2 10 0 0 0,-1 2 0 0 0,-1 23 0 0 0,-1-23 0 0 0,4 23 0 0 0,-4-37 4 0 0,1 0-6 0 0,-1 0 1 0 0,1 0 0 0 0,-1-1 0 0 0,1 1 0 0 0,0 0 0 0 0,2 4 0 0 0,-3-7 1 0 0,0 0 1 0 0,0 1-1 0 0,1-1 1 0 0,-1 0-1 0 0,0 0 1 0 0,0 1-1 0 0,0-1 1 0 0,1 0-1 0 0,-1 0 1 0 0,0 0-1 0 0,0 1 1 0 0,1-1-1 0 0,-1 0 1 0 0,0 0-1 0 0,1 0 1 0 0,-1 0-1 0 0,0 0 1 0 0,0 0-1 0 0,1 0 1 0 0,-1 0-1 0 0,0 0 1 0 0,1 1-1 0 0,-1-1 1 0 0,0 0-1 0 0,1 0 1 0 0,-1-1-1 0 0,1 1 4 0 0,0 0 1 0 0,0-1-1 0 0,0 1 0 0 0,0-1 0 0 0,0 0 0 0 0,0 1 1 0 0,0-1-1 0 0,0 0 0 0 0,-1 1 0 0 0,1-1 1 0 0,0 0-1 0 0,0-1 0 0 0,20-25-13 0 0,28-46 1 0 0,11-17 25 0 0,-58 87-17 0 0,0 1-1 0 0,0 0 1 0 0,0-1-1 0 0,1 1 1 0 0,-1 0-1 0 0,1 0 1 0 0,-1 0-1 0 0,5-1 0 0 0,-7 2 2 0 0,0 1-1 0 0,1 0 0 0 0,-1 0 1 0 0,1 0-1 0 0,-1 0 0 0 0,1 0 1 0 0,-1-1-1 0 0,1 1 0 0 0,-1 0 1 0 0,1 0-1 0 0,-1 0 0 0 0,1 0 1 0 0,-1 0-1 0 0,0 1 0 0 0,1-1 1 0 0,-1 0-1 0 0,1 0 0 0 0,-1 0 1 0 0,1 0-1 0 0,-1 0 0 0 0,1 1 1 0 0,-1-1-1 0 0,1 0 0 0 0,-1 1 4 0 0,1 0-1 0 0,0 0 0 0 0,-1 0 1 0 0,1 0-1 0 0,0 0 0 0 0,-1-1 1 0 0,0 1-1 0 0,1 0 0 0 0,-1 0 1 0 0,1 0-1 0 0,-1 0 0 0 0,0 0 1 0 0,0 0-1 0 0,1 2 0 0 0,0 15 49 0 0,-1 28-1 0 0,0-28-36 0 0,0 0 1 0 0,3 21-1 0 0,-2-34-15 0 0,0 0 1 0 0,0 0 0 0 0,0-1 0 0 0,1 1-1 0 0,-1 0 1 0 0,1-1 0 0 0,0 1-1 0 0,1-1 1 0 0,-1 0 0 0 0,1 0-1 0 0,0 0 1 0 0,5 6 0 0 0,-6-8 1 0 0,0-1 1 0 0,0 1-1 0 0,0-1 0 0 0,0 0 1 0 0,0 0-1 0 0,1 1 0 0 0,-1-1 1 0 0,0-1-1 0 0,1 1 1 0 0,-1 0-1 0 0,1-1 0 0 0,-1 1 1 0 0,1-1-1 0 0,-1 1 1 0 0,1-1-1 0 0,-1 0 0 0 0,1 0 1 0 0,-1-1-1 0 0,1 1 0 0 0,-1 0 1 0 0,1-1-1 0 0,-1 1 1 0 0,1-1-1 0 0,-1 0 0 0 0,0 0 1 0 0,1 0-1 0 0,3-2 0 0 0,0-1 4 0 0,0 1 0 0 0,0-1-1 0 0,0 0 1 0 0,-1 0 0 0 0,1-1-1 0 0,-1 0 1 0 0,0 0 0 0 0,8-11-1 0 0,-8 8 10 0 0,0-1 0 0 0,0 0 0 0 0,-1 0 1 0 0,0 0-1 0 0,-1-1 0 0 0,0 1 0 0 0,0-1 0 0 0,-1 0 0 0 0,-1 1 0 0 0,1-1 0 0 0,-1-11 0 0 0,-3 13 39 0 0,-3 11 42 0 0,-2 15 37 0 0,5-9-120 0 0,1 0 0 0 0,0 0 0 0 0,1 1-1 0 0,0-1 1 0 0,0 0 0 0 0,1 0 0 0 0,0 0 0 0 0,1 1-1 0 0,3 11 1 0 0,-4-18-8 0 0,1 1 0 0 0,-1-1 0 0 0,1 1 0 0 0,0-1 0 0 0,-1 0 0 0 0,1 1 0 0 0,1-1 0 0 0,-1 0-1 0 0,0 0 1 0 0,1 0 0 0 0,-1-1 0 0 0,1 1 0 0 0,0-1 0 0 0,0 1 0 0 0,0-1 0 0 0,0 0 0 0 0,1 0 0 0 0,-1 0 0 0 0,1-1 0 0 0,-1 1 0 0 0,1-1-1 0 0,-1 0 1 0 0,1 0 0 0 0,0 0 0 0 0,4 0 0 0 0,-1 0-21 0 0,-1-1 0 0 0,1 0 0 0 0,10-2 0 0 0,9 0-123 0 0,-26 2 129 0 0,1 0 0 0 0,-1 0-1 0 0,0 0 1 0 0,0 0-1 0 0,0 0 1 0 0,0 0-1 0 0,0 0 1 0 0,1 0-1 0 0,-1 0 1 0 0,0 0-1 0 0,0 0 1 0 0,0 0-1 0 0,0 0 1 0 0,0 0-1 0 0,0 0 1 0 0,1 0-1 0 0,-1 0 1 0 0,0 0 0 0 0,0 0-1 0 0,0 1 1 0 0,0-1-1 0 0,0 0 1 0 0,0 0-1 0 0,0 0 1 0 0,0 0-1 0 0,0 0 1 0 0,1 0-1 0 0,-1 0 1 0 0,0 1-1 0 0,0-1 1 0 0,0 0-1 0 0,0 0 1 0 0,0 0-1 0 0,0 0 1 0 0,0 0-1 0 0,0 0 1 0 0,0 1 0 0 0,0-1-1 0 0,0 0 1 0 0,0 0-1 0 0,0 0 1 0 0,0 0-1 0 0,0 0 1 0 0,0 1-1 0 0,0-1 1 0 0,0 0-1 0 0,0 0 1 0 0,-2 5-253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2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1 128 10591 0 0,'0'-1'79'0'0,"-1"-1"-1"0"0,1 1 0 0 0,0 0 0 0 0,0-1 0 0 0,0 1 1 0 0,0-1-1 0 0,0 1 0 0 0,0-1 0 0 0,1 1 0 0 0,-1 0 1 0 0,0-1-1 0 0,1-1 0 0 0,2-7 21 0 0,-3 5 586 0 0,2-1 1 0 0,-1 1-1 0 0,0 0 0 0 0,1 0 0 0 0,0-1 0 0 0,0 2 0 0 0,6-11 0 0 0,-6 12-439 0 0,1 0 1 0 0,-1 0-1 0 0,1 0 0 0 0,0 0 0 0 0,0 0 0 0 0,0 1 0 0 0,1-1 0 0 0,-1 1 0 0 0,1 0 1 0 0,-1 0-1 0 0,7-2 0 0 0,-3 1-81 0 0,0 1 0 0 0,0 0 0 0 0,0 0 0 0 0,1 0 0 0 0,-1 1 0 0 0,1 0 0 0 0,-1 1 1 0 0,1 0-1 0 0,-1 0 0 0 0,9 1 0 0 0,-12-1-139 0 0,-1 1-1 0 0,0 0 1 0 0,1-1-1 0 0,-1 1 1 0 0,0 0 0 0 0,0 0-1 0 0,1 1 1 0 0,-1-1 0 0 0,0 1-1 0 0,0 0 1 0 0,-1 0 0 0 0,1 0-1 0 0,0 0 1 0 0,0 0 0 0 0,-1 0-1 0 0,0 1 1 0 0,1-1 0 0 0,-1 1-1 0 0,0 0 1 0 0,0-1 0 0 0,0 1-1 0 0,-1 0 1 0 0,1 0-1 0 0,1 5 1 0 0,0 4-14 0 0,0 0-1 0 0,-1 0 1 0 0,0 0 0 0 0,-1 1-1 0 0,-1-1 1 0 0,0 1-1 0 0,0-1 1 0 0,-1 0 0 0 0,-1 1-1 0 0,0-1 1 0 0,-7 21-1 0 0,4-17-12 0 0,-1 0 0 0 0,0 0 0 0 0,-1-1-1 0 0,-1 0 1 0 0,-1 0 0 0 0,0 0 0 0 0,0-1-1 0 0,-13 12 1 0 0,17-19 1 0 0,5-6 1 0 0,-1 0 0 0 0,0 0 0 0 0,1 0 0 0 0,-1 0 0 0 0,0 0 0 0 0,0-1-1 0 0,1 1 1 0 0,-1 0 0 0 0,0 0 0 0 0,0-1 0 0 0,-2 2 0 0 0,24-37 63 0 0,-6 13-58 0 0,16-23 10 0 0,-2-2-1 0 0,43-92 1 0 0,-38 58-16 0 0,-43 103 0 0 0,0 0 0 0 0,2 1 0 0 0,0 0 0 0 0,-6 48 0 0 0,11-53 0 0 0,3 34 0 0 0,0-46 0 0 0,0 0 0 0 0,0 0 0 0 0,0 0 0 0 0,0 0 0 0 0,1 0 0 0 0,0-1 0 0 0,0 1 0 0 0,1 0 0 0 0,4 7 0 0 0,-4-10-19 0 0,0 0 0 0 0,0-1 1 0 0,0 1-1 0 0,0-1 0 0 0,0 0 0 0 0,0 0 0 0 0,1 0 0 0 0,-1 0 0 0 0,1 0 0 0 0,-1-1 1 0 0,1 0-1 0 0,0 1 0 0 0,-1-1 0 0 0,1-1 0 0 0,0 1 0 0 0,0 0 0 0 0,0-1 0 0 0,0 0 1 0 0,0 0-1 0 0,-1 0 0 0 0,1-1 0 0 0,0 1 0 0 0,0-1 0 0 0,0 0 0 0 0,4-1 0 0 0,-3-1-1695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2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45 5527 0 0,'-9'-3'285'0'0,"2"2"1076"0"0,14 0 1085 0 0,26-1 234 0 0,-1-1 0 0 0,39-9 0 0 0,18-2-1677 0 0,-33 8-1164 0 0,-29 4-269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3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 5527 0 0,'22'-2'8239'0'0,"5"-1"-4359"0"0,21-3-1347 0 0,-36 5-2158 0 0,-6 0-379 0 0,-1 1 0 0 0,0-1 0 0 0,1 1 0 0 0,-1 0 1 0 0,1 1-1 0 0,-1-1 0 0 0,0 1 0 0 0,1 0 0 0 0,-1 0 0 0 0,6 3 0 0 0,-4 2-2438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3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4 2759 0 0,'-2'0'58'0'0,"1"1"-40"0"0,1-1 0 0 0,-1 0 0 0 0,0 0 0 0 0,1 1 0 0 0,-1-1 0 0 0,0 0 1 0 0,1 1-1 0 0,-1-1 0 0 0,0 0 0 0 0,1 1 0 0 0,-1-1 0 0 0,1 1 0 0 0,-1-1 0 0 0,1 1 0 0 0,-1-1 0 0 0,1 1 0 0 0,-1 0 1 0 0,1-1-1 0 0,0 1 0 0 0,-1 0 0 0 0,1 0 347 0 0,1-1-1 0 0,-1 1 1 0 0,1-1 0 0 0,-1 1 0 0 0,1-1-1 0 0,-1 1 1 0 0,1-1 0 0 0,-1 1 0 0 0,1-1 0 0 0,-1 0-1 0 0,1 1 1 0 0,0-1 0 0 0,-1 0 0 0 0,1 1-1 0 0,-1-1 1 0 0,1 0 0 0 0,0 0 0 0 0,-1 0-1 0 0,1 0 1 0 0,0 0 0 0 0,0 0 0 0 0,-1 0 0 0 0,2 0-1 0 0,16 1 546 0 0,-1-1-1 0 0,1-1 0 0 0,-1-1 1 0 0,34-8-1 0 0,-31 6-1802 0 0,1-1-4681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3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215 156 455 0 0,'4'-7'703'0'0,"-1"0"-1"0"0,0 0 0 0 0,0 0 0 0 0,0 0 1 0 0,-1-1-1 0 0,0 1 0 0 0,0-1 0 0 0,-1 1 1 0 0,0-1-1 0 0,0 0 0 0 0,-1 0 0 0 0,-1-14 1 0 0,1 20-484 0 0,0 0 1 0 0,-1 0-1 0 0,0-1 1 0 0,1 1 0 0 0,-1 0-1 0 0,0 0 1 0 0,0 0-1 0 0,0 0 1 0 0,0 0-1 0 0,0 1 1 0 0,0-1-1 0 0,-1 0 1 0 0,1 0 0 0 0,-1 1-1 0 0,1-1 1 0 0,-1 1-1 0 0,1-1 1 0 0,-1 1-1 0 0,0 0 1 0 0,0 0 0 0 0,0 0-1 0 0,0 0 1 0 0,0 0-1 0 0,0 0 1 0 0,0 0-1 0 0,0 0 1 0 0,0 1 0 0 0,0-1-1 0 0,0 1 1 0 0,0 0-1 0 0,-1 0 1 0 0,1-1-1 0 0,0 1 1 0 0,0 1-1 0 0,-3-1 1 0 0,0 1-67 0 0,-1-1 0 0 0,1 1 1 0 0,0 0-1 0 0,-1 0 0 0 0,1 1 0 0 0,0 0 0 0 0,0 0 1 0 0,0 0-1 0 0,1 0 0 0 0,-1 1 0 0 0,0 0 0 0 0,1 0 1 0 0,-7 6-1 0 0,7-5-66 0 0,1 0 0 0 0,-1 0 0 0 0,1 1 0 0 0,1 0 0 0 0,-1-1 0 0 0,0 1 0 0 0,1 0 0 0 0,0 0 0 0 0,0 1 0 0 0,1-1 0 0 0,0 0 0 0 0,-1 0 0 0 0,2 1 0 0 0,-1-1 0 0 0,0 7 0 0 0,2 10 150 0 0,0-1 0 0 0,6 34 1 0 0,-4-30-145 0 0,2 7 3 0 0,-3 0 1 0 0,0 0-1 0 0,-4 35 0 0 0,1-51-105 0 0,-1 0-1 0 0,-1 0 0 0 0,-1 0 0 0 0,0-1 0 0 0,-1 1 0 0 0,-1-1 0 0 0,0 0 0 0 0,-9 14 0 0 0,8-17 83 0 0,0 0 1 0 0,1 0-1 0 0,1 0 0 0 0,-1 1 1 0 0,-5 24-1 0 0,11-36-56 0 0,0 1 1 0 0,-1-1-1 0 0,1 1 0 0 0,0-1 1 0 0,0 1-1 0 0,0 0 0 0 0,0-1 1 0 0,0 1-1 0 0,0-1 0 0 0,1 1 1 0 0,-1-1-1 0 0,0 1 0 0 0,1-1 0 0 0,0 1 1 0 0,-1-1-1 0 0,1 1 0 0 0,0-1 1 0 0,-1 0-1 0 0,1 1 0 0 0,0-1 1 0 0,0 0-1 0 0,0 1 0 0 0,0-1 1 0 0,0 0-1 0 0,1 0 0 0 0,-1 0 1 0 0,0 0-1 0 0,0 0 0 0 0,1 0 0 0 0,-1-1 1 0 0,0 1-1 0 0,1 0 0 0 0,-1-1 1 0 0,1 1-1 0 0,-1-1 0 0 0,1 1 1 0 0,-1-1-1 0 0,1 0 0 0 0,0 0 1 0 0,1 1-1 0 0,7-1 35 0 0,0 1 1 0 0,-1-1-1 0 0,1-1 0 0 0,0 0 1 0 0,9-2-1 0 0,7-2-536 0 0,0-1 0 0 0,0-1-1 0 0,-1-1 1 0 0,27-13 0 0 0,-39 15-7143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3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1 202 3223 0 0,'0'-3'164'0'0,"1"0"0"0"0,-1 0 0 0 0,1-1 0 0 0,0 1 0 0 0,1 0 0 0 0,1-5 0 0 0,3-6 444 0 0,-4 9-69 0 0,5-18 2194 0 0,1 0 0 0 0,1 0 0 0 0,1 1 0 0 0,22-36 0 0 0,-32 58-2676 0 0,0-1 0 0 0,1 1 1 0 0,-1 0-1 0 0,0-1 0 0 0,0 1 0 0 0,0 0 0 0 0,1-1 0 0 0,-1 1 0 0 0,0 0 0 0 0,0-1 0 0 0,1 1 0 0 0,-1 0 0 0 0,0 0 1 0 0,0-1-1 0 0,1 1 0 0 0,-1 0 0 0 0,0 0 0 0 0,1-1 0 0 0,-1 1 0 0 0,0 0 0 0 0,1 0 0 0 0,-1 0 0 0 0,0 0 1 0 0,1 0-1 0 0,-1 0 0 0 0,1 0 0 0 0,-1-1 0 0 0,0 1 0 0 0,1 0 0 0 0,-1 0 0 0 0,0 0 0 0 0,1 0 0 0 0,-1 1 1 0 0,1-1-1 0 0,-1 0 0 0 0,1 1 12 0 0,0-1 1 0 0,-1 1-1 0 0,1 0 1 0 0,-1 0-1 0 0,1 0 1 0 0,-1 0-1 0 0,1-1 1 0 0,-1 1-1 0 0,0 0 1 0 0,1 0-1 0 0,-1 0 1 0 0,0 0-1 0 0,0 1 1 0 0,2 33 377 0 0,-5 0-393 0 0,-2-1 0 0 0,-2 1 0 0 0,-1-2 0 0 0,-2 1 0 0 0,-19 47 0 0 0,26-75-34 0 0,-9 29 39 0 0,11-33-132 0 0,1-1-1 0 0,-1 1 0 0 0,1-1 0 0 0,0 1 0 0 0,0 0 0 0 0,0-1 0 0 0,-1 1 1 0 0,2 0-1 0 0,-1-1 0 0 0,0 1 0 0 0,0 0 0 0 0,0-1 0 0 0,1 1 0 0 0,-1-1 1 0 0,1 1-1 0 0,-1 0 0 0 0,1-1 0 0 0,0 2 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4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10 3679 0 0,'0'0'92'0'0,"0"-1"-1"0"0,1 1 1 0 0,-1-1-1 0 0,0 1 0 0 0,0-1 1 0 0,1 1-1 0 0,-1-1 1 0 0,0 1-1 0 0,1-1 0 0 0,-1 1 1 0 0,1-1-1 0 0,-1 1 1 0 0,0 0-1 0 0,1-1 0 0 0,-1 1 1 0 0,1-1-1 0 0,-1 1 1 0 0,1 0-1 0 0,-1 0 0 0 0,1-1 1 0 0,-1 1-1 0 0,1 0 1 0 0,0 0-1 0 0,-1 0 0 0 0,1 0 1 0 0,-1 0-1 0 0,1-1 1 0 0,-1 1-1 0 0,2 0 0 0 0,-1 1 317 0 0,0-1-1 0 0,0 1 0 0 0,1 0 1 0 0,-1-1-1 0 0,0 1 0 0 0,0 0 1 0 0,0-1-1 0 0,0 1 0 0 0,0 0 1 0 0,-1 0-1 0 0,1 0 0 0 0,0 0 1 0 0,0 0-1 0 0,1 2 0 0 0,1 2-58 0 0,0 1 0 0 0,0-1-1 0 0,0 0 1 0 0,-1 1 0 0 0,0 0-1 0 0,0-1 1 0 0,0 1 0 0 0,-1 0-1 0 0,0 0 1 0 0,0 0 0 0 0,0 0 0 0 0,-1 0-1 0 0,0 0 1 0 0,0 0 0 0 0,-1 8-1 0 0,-1-6 66 0 0,0 0 0 0 0,0 1 0 0 0,-1-1 0 0 0,0 0 0 0 0,0 0 0 0 0,-1 0 0 0 0,0-1-1 0 0,-1 1 1 0 0,1-1 0 0 0,-8 7 0 0 0,3-3-414 0 0,5-6 0 0 0,0-1 0 0 0,1 1 0 0 0,-6 8 0 0 0,9-13-15 0 0,0 0 0 0 0,0 1-1 0 0,0-1 1 0 0,0 0 0 0 0,0 0-1 0 0,0 0 1 0 0,0 0 0 0 0,0 0-1 0 0,0 1 1 0 0,0-1 0 0 0,0 0-1 0 0,0 0 1 0 0,0 0 0 0 0,0 0-1 0 0,0 0 1 0 0,0 1 0 0 0,0-1-1 0 0,0 0 1 0 0,0 0 0 0 0,0 0-1 0 0,0 0 1 0 0,0 0 0 0 0,0 0-1 0 0,0 1 1 0 0,0-1 0 0 0,1 0-1 0 0,-1 0 1 0 0,0 0 0 0 0,0 0-1 0 0,0 0 1 0 0,0 0 0 0 0,0 0 0 0 0,0 1-1 0 0,0-1 1 0 0,1 0 0 0 0,-1 0-1 0 0,0 0 1 0 0,0 0 0 0 0,0 0-1 0 0,0 0 1 0 0,0 0 0 0 0,0 0-1 0 0,1 0 1 0 0,-1 0 0 0 0,0 0-1 0 0,0 0 1 0 0,0 0 0 0 0,0 0-1 0 0,0 0 1 0 0,1 0 0 0 0,-1 0-1 0 0,0 0 1 0 0,0 0 0 0 0,0 0-1 0 0,0 0 1 0 0,0 0 0 0 0,1 0-1 0 0,-1 0 1 0 0,6-2-985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4.5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99 4143 0 0,'4'-7'742'0'0,"0"0"0"0"0,1 0-1 0 0,0 0 1 0 0,0 1-1 0 0,1 0 1 0 0,0 0-1 0 0,0 0 1 0 0,13-8-1 0 0,-14 10-96 0 0,1 0 0 0 0,1 0-1 0 0,-1 1 1 0 0,0 0-1 0 0,1 0 1 0 0,0 0-1 0 0,-1 1 1 0 0,1 0-1 0 0,0 1 1 0 0,11-2-1 0 0,-16 3-587 0 0,0-1 0 0 0,1 1 0 0 0,-1 0-1 0 0,0 1 1 0 0,0-1 0 0 0,1 0 0 0 0,-1 1 0 0 0,0-1-1 0 0,0 1 1 0 0,0-1 0 0 0,0 1 0 0 0,0 0-1 0 0,0 0 1 0 0,0 0 0 0 0,0 0 0 0 0,0 0 0 0 0,0 1-1 0 0,3 2 1 0 0,-4-2 49 0 0,1 0 0 0 0,-1 0-1 0 0,0 0 1 0 0,0 0 0 0 0,0 0 0 0 0,0 0-1 0 0,0 0 1 0 0,0 1 0 0 0,-1-1 0 0 0,1 0-1 0 0,-1 1 1 0 0,0-1 0 0 0,1 0-1 0 0,-1 5 1 0 0,-1 1 100 0 0,0 0 0 0 0,0 0 0 0 0,-1 0 0 0 0,0 0 0 0 0,0-1 0 0 0,-1 1-1 0 0,0-1 1 0 0,0 0 0 0 0,-6 10 0 0 0,-1-3-200 0 0,0 1 1 0 0,-1-1-1 0 0,-23 21 0 0 0,-43 32 29 0 0,49-45-31 0 0,37-29-4 0 0,1 1 0 0 0,-1 0 0 0 0,1 0 0 0 0,0 1 0 0 0,1 1 0 0 0,19-7 0 0 0,-24 9 0 0 0,0 1 0 0 0,0 0 0 0 0,1 0 0 0 0,-1 0 0 0 0,0 1 0 0 0,1 0 0 0 0,6 1 0 0 0,-9-1 0 0 0,-1 1 0 0 0,1 0 0 0 0,0 0 0 0 0,-1 0 0 0 0,1 0 0 0 0,-1 0 0 0 0,0 1 0 0 0,1 0 0 0 0,-1 0 0 0 0,0 0 0 0 0,0 0 0 0 0,0 0 0 0 0,4 4 0 0 0,15 23 21 0 0,-18-24-9 0 0,0 1 0 0 0,1-1 0 0 0,-1 0 0 0 0,8 7 0 0 0,-10-11-9 0 0,0 1 0 0 0,0-1 0 0 0,0 1 0 0 0,1-1 1 0 0,-1 0-1 0 0,0 0 0 0 0,1 0 0 0 0,-1 0 0 0 0,1-1 0 0 0,-1 1 0 0 0,1-1 0 0 0,-1 1 0 0 0,1-1 1 0 0,-1 0-1 0 0,6 0 0 0 0,-4 0-114 0 0,1-1 0 0 0,-1 1 0 0 0,1-1 1 0 0,-1 0-1 0 0,0 0 0 0 0,0-1 0 0 0,1 1 0 0 0,-1-1 0 0 0,0 0 1 0 0,0 0-1 0 0,0 0 0 0 0,-1 0 0 0 0,1-1 0 0 0,0 1 0 0 0,-1-1 1 0 0,4-4-1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5.2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89 5527 0 0,'-1'-2'-196'0'0,"-1"-3"541"0"0,1 0-1 0 0,-1 0 0 0 0,1 0 0 0 0,0-1 1 0 0,0-4-1 0 0,1 9-173 0 0,0 0 0 0 0,0 1 0 0 0,0-1 0 0 0,0 0 0 0 0,0 0 0 0 0,0 1 1 0 0,0-1-1 0 0,0 0 0 0 0,1 1 0 0 0,-1-1 0 0 0,0 0 0 0 0,0 1 0 0 0,1-1 0 0 0,-1 0 1 0 0,0 1-1 0 0,1-1 0 0 0,-1 1 0 0 0,1-1 0 0 0,-1 0 0 0 0,1 1 0 0 0,-1-1 0 0 0,1 1 0 0 0,-1 0 1 0 0,1-1-1 0 0,-1 1 0 0 0,1-1 0 0 0,0 1 0 0 0,-1 0 0 0 0,1-1 0 0 0,0 1 0 0 0,-1 0 0 0 0,1 0 1 0 0,0 0-1 0 0,-1-1 0 0 0,1 1 0 0 0,0 0 0 0 0,0 0 0 0 0,-1 0 0 0 0,1 0 0 0 0,0 0 1 0 0,-1 0-1 0 0,1 0 0 0 0,0 1 0 0 0,0-1 0 0 0,-1 0 0 0 0,2 1 0 0 0,18 3 1526 0 0,29 11 0 0 0,-35-9-1389 0 0,0-2 0 0 0,0 0 1 0 0,1 0-1 0 0,25 2 0 0 0,-24-6-168 0 0,0-1 0 0 0,0-1 0 0 0,-1 0 1 0 0,1 0-1 0 0,-1-2 0 0 0,1 0 0 0 0,-1-1 0 0 0,0 0 1 0 0,-1-1-1 0 0,0-1 0 0 0,0-1 0 0 0,17-10 0 0 0,-24 13-113 0 0,6-3 184 0 0,-10 12-106 0 0,-3 7-57 0 0,-23 149-36 0 0,-12 279 913 0 0,31-366-715 0 0,-21 123-1 0 0,24-194-189 0 0,1 1-1 0 0,-1-1 1 0 0,1 0-1 0 0,-1 0 1 0 0,0 0 0 0 0,0 1-1 0 0,0-1 1 0 0,0 0-1 0 0,0 0 1 0 0,0 0-1 0 0,0-1 1 0 0,-1 1 0 0 0,1 0-1 0 0,-3 2 1 0 0,3-3-2 0 0,-1 0 1 0 0,0 0 0 0 0,0-1-1 0 0,1 1 1 0 0,-1 0-1 0 0,0-1 1 0 0,0 1-1 0 0,0-1 1 0 0,0 1-1 0 0,0-1 1 0 0,0 0 0 0 0,0 0-1 0 0,0 0 1 0 0,0 0-1 0 0,0 0 1 0 0,-3-1-1 0 0,-37-7 88 0 0,32 5-67 0 0,0 0 1 0 0,0 1 0 0 0,-1 1-1 0 0,1 0 1 0 0,-1 0-1 0 0,-18 2 1 0 0,28-1-109 0 0,1 0 0 0 0,-1 0 0 0 0,0 0 0 0 0,1 1-1 0 0,-1-1 1 0 0,1 0 0 0 0,-1 0 0 0 0,0 1 0 0 0,1-1 0 0 0,-1 0 0 0 0,1 1 0 0 0,-1-1-1 0 0,1 1 1 0 0,-1-1 0 0 0,1 1 0 0 0,-1-1 0 0 0,1 1 0 0 0,0-1 0 0 0,-1 1-1 0 0,1-1 1 0 0,0 1 0 0 0,-1 0 0 0 0,1-1 0 0 0,0 1 0 0 0,0-1 0 0 0,-1 2-1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6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5527 0 0,'0'0'80'0'0,"0"0"-1"0"0,0-1 0 0 0,0 1 1 0 0,-1 0-1 0 0,1 0 0 0 0,0 0 1 0 0,0 0-1 0 0,0 0 0 0 0,0-1 0 0 0,0 1 1 0 0,0 0-1 0 0,0 0 0 0 0,0 0 1 0 0,0 0-1 0 0,0 0 0 0 0,0-1 0 0 0,0 1 1 0 0,0 0-1 0 0,0 0 0 0 0,0 0 1 0 0,0 0-1 0 0,0 0 0 0 0,0-1 1 0 0,0 1-1 0 0,1 0 0 0 0,-1 0 0 0 0,0 0 1 0 0,0 0-1 0 0,0 0 0 0 0,0 0 1 0 0,0-1-1 0 0,0 1 0 0 0,0 0 1 0 0,0 0-1 0 0,0 0 0 0 0,1 0 0 0 0,-1 0 1 0 0,0 0-1 0 0,0 0 0 0 0,0 0 1 0 0,0 0-1 0 0,9 12 4713 0 0,-1 0-4318 0 0,0-1 0 0 0,1 0 1 0 0,0-1-1 0 0,1 0 0 0 0,15 13 0 0 0,3-4 263 0 0,10 7 235 0 0,-35-23-821 0 0,0-1 0 0 0,0 1 1 0 0,-1 0-1 0 0,1 0 0 0 0,-1 0 0 0 0,0 0 0 0 0,1 0 0 0 0,-2 0 0 0 0,4 6 0 0 0,-5-7-104 0 0,0 0 0 0 0,1 0-1 0 0,-1 0 1 0 0,0 0 0 0 0,0 0-1 0 0,-1 0 1 0 0,1 0 0 0 0,0-1-1 0 0,-1 1 1 0 0,1 0 0 0 0,-1 0-1 0 0,1 0 1 0 0,-1 0 0 0 0,0-1-1 0 0,0 1 1 0 0,0 0 0 0 0,0-1-1 0 0,0 1 1 0 0,0 0 0 0 0,0-1-1 0 0,0 0 1 0 0,-1 1 0 0 0,-1 1-1 0 0,-4 3 35 0 0,0 0 0 0 0,0 0 0 0 0,-11 7 0 0 0,8-7-47 0 0,0 0-1 0 0,0 0 0 0 0,-1-2 1 0 0,1 1-1 0 0,-23 5 0 0 0,33-9-47 0 0,-1-1 0 0 0,1 0 0 0 0,-1 0 1 0 0,1 0-1 0 0,0 0 0 0 0,-1 0 0 0 0,1 0 0 0 0,-1 0 0 0 0,1 0 0 0 0,-1 0 0 0 0,1 0 0 0 0,0 0 0 0 0,-1 0 1 0 0,1 0-1 0 0,-1 0 0 0 0,1 0 0 0 0,-1 0 0 0 0,1 0 0 0 0,0 0 0 0 0,-1 0 0 0 0,1-1 0 0 0,0 1 0 0 0,-1 0 1 0 0,3-7-1035 0 0,14-8-3469 0 0,-6 8-2129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7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205 522 4143 0 0,'8'-4'980'0'0,"0"0"-1"0"0,1 0 1 0 0,9-2-1 0 0,-11 4 51 0 0,-1 0 0 0 0,0 0 0 0 0,0-1 0 0 0,0 0 0 0 0,0 0 0 0 0,0 0 0 0 0,10-8 0 0 0,-13 7-724 0 0,1 1 1 0 0,-1-1 0 0 0,1 0-1 0 0,-1 0 1 0 0,0 0 0 0 0,0 0-1 0 0,-1 0 1 0 0,1-1 0 0 0,-1 1-1 0 0,3-9 1 0 0,-5 11-265 0 0,1-1 1 0 0,-1 1 0 0 0,0-1-1 0 0,1 1 1 0 0,-1-1-1 0 0,0 1 1 0 0,0-1-1 0 0,0 1 1 0 0,-1-1-1 0 0,1 1 1 0 0,-1 0 0 0 0,1-1-1 0 0,-1 1 1 0 0,0-1-1 0 0,0 1 1 0 0,0 0-1 0 0,0 0 1 0 0,0-1-1 0 0,-1 1 1 0 0,1 0 0 0 0,-1 0-1 0 0,1 0 1 0 0,-4-2-1 0 0,0-1-3 0 0,0 1 0 0 0,-1 0 0 0 0,1 0 0 0 0,-1 1-1 0 0,0-1 1 0 0,-1 1 0 0 0,1 0 0 0 0,0 1 0 0 0,-1 0 0 0 0,1 0-1 0 0,-1 0 1 0 0,0 1 0 0 0,0 0 0 0 0,0 0 0 0 0,1 0 0 0 0,-14 2-1 0 0,10-1-38 0 0,0 1 0 0 0,0 1-1 0 0,0 0 1 0 0,1 0-1 0 0,-1 1 1 0 0,0 0 0 0 0,1 0-1 0 0,0 1 1 0 0,-1 1 0 0 0,-14 9-1 0 0,16-8 1 0 0,1 0 0 0 0,1 1 0 0 0,-1 0 0 0 0,1 0 0 0 0,0 0 0 0 0,0 1 0 0 0,1 0 0 0 0,0 0 0 0 0,1 0 0 0 0,-1 0 0 0 0,2 1 0 0 0,-1 0 0 0 0,1 0 0 0 0,1 0 0 0 0,-1 0 0 0 0,2 0 0 0 0,-1 1 0 0 0,1-1 0 0 0,0 10 0 0 0,1-16 0 0 0,0-1 0 0 0,1 1 0 0 0,-1-1 0 0 0,0 1-1 0 0,1 0 1 0 0,0-1 0 0 0,-1 1 0 0 0,1-1 0 0 0,0 1 0 0 0,0-1-1 0 0,0 0 1 0 0,1 1 0 0 0,-1-1 0 0 0,1 0 0 0 0,-1 0 0 0 0,1 0-1 0 0,0 0 1 0 0,-1 0 0 0 0,1 0 0 0 0,0-1 0 0 0,0 1 0 0 0,1 0-1 0 0,-1-1 1 0 0,0 0 0 0 0,0 1 0 0 0,1-1 0 0 0,-1 0 0 0 0,4 1-1 0 0,-2-1 5 0 0,0-1 0 0 0,1 1-1 0 0,-1-1 1 0 0,1 1 0 0 0,0-1-1 0 0,-1-1 1 0 0,1 1-1 0 0,-1-1 1 0 0,1 1 0 0 0,-1-1-1 0 0,0-1 1 0 0,1 1 0 0 0,-1 0-1 0 0,0-1 1 0 0,7-3-1 0 0,-1-2 29 0 0,0 0 0 0 0,0 0 0 0 0,0-1 0 0 0,-1 0 0 0 0,0-1 0 0 0,0 0 0 0 0,-1 0 0 0 0,-1-1 0 0 0,10-15 0 0 0,4-12 127 0 0,24-54-1 0 0,-29 55-112 0 0,43-102 93 0 0,-48 106-142 0 0,-1 0-1 0 0,7-48 0 0 0,-16 79 4 0 0,1-20 0 0 0,-2 20 0 0 0,0 1 0 0 0,0-1 0 0 0,0 1 0 0 0,0-1 0 0 0,0 1 0 0 0,0-1 0 0 0,0 0 0 0 0,0 1 0 0 0,0-1 0 0 0,0 1 0 0 0,0-1 0 0 0,0 1 0 0 0,0-1 0 0 0,0 1 0 0 0,-1-1 0 0 0,1 1 0 0 0,0 0 0 0 0,0-1 0 0 0,-1 1 0 0 0,1-1 0 0 0,0 1 0 0 0,0-1 0 0 0,-1 1 0 0 0,1 0 0 0 0,-1-1 0 0 0,1 1 0 0 0,0 0 0 0 0,-1-1 0 0 0,1 1 0 0 0,-1 0 0 0 0,1 0 0 0 0,-1-1 0 0 0,0 1 0 0 0,0 0 0 0 0,0 1 0 0 0,0-1 0 0 0,0 1 0 0 0,0-1 0 0 0,0 1 0 0 0,0-1 0 0 0,1 1 0 0 0,-1-1 0 0 0,0 1 0 0 0,0-1 0 0 0,1 1 0 0 0,-1 0 0 0 0,0 0 0 0 0,1-1 0 0 0,-1 1 0 0 0,1 0 0 0 0,-1 0 0 0 0,0 1 0 0 0,-9 19 0 0 0,9-19 0 0 0,-6 17 0 0 0,1 0 0 0 0,1 0 0 0 0,1 0 0 0 0,0 0 0 0 0,2 1 0 0 0,-1 20 0 0 0,7 120 0 0 0,-4-150 0 0 0,1 9 0 0 0,6 65 0 0 0,-5-72 0 0 0,0 0 0 0 0,1 0 0 0 0,1 0 0 0 0,7 19 0 0 0,-10-28 8 0 0,1-1 0 0 0,-1 0 0 0 0,0 1 0 0 0,1-1 0 0 0,-1 0-1 0 0,1 0 1 0 0,-1 0 0 0 0,1 0 0 0 0,0-1 0 0 0,0 1 0 0 0,0 0 0 0 0,3 1 0 0 0,-3-2-144 0 0,-1 0 1 0 0,1-1-1 0 0,0 1 1 0 0,-1-1-1 0 0,1 1 1 0 0,0-1-1 0 0,-1 0 0 0 0,1 1 1 0 0,0-1-1 0 0,-1 0 1 0 0,1 0-1 0 0,0 0 1 0 0,0 0-1 0 0,-1-1 1 0 0,1 1-1 0 0,0 0 1 0 0,-1-1-1 0 0,1 1 1 0 0,2-2-1 0 0,5-2-6952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7.8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 5527 0 0,'0'-1'160'0'0,"1"0"0"0"0,-1 0 0 0 0,1 0 0 0 0,0 0 0 0 0,-1 0 0 0 0,1 0 0 0 0,0 0-1 0 0,0 1 1 0 0,0-1 0 0 0,-1 0 0 0 0,1 0 0 0 0,0 1 0 0 0,0-1 0 0 0,2-1 0 0 0,0 1 517 0 0,0-2-138 0 0,1 1-1 0 0,-1 0 1 0 0,1 0 0 0 0,0 0-1 0 0,-1 0 1 0 0,1 1-1 0 0,0 0 1 0 0,0-1-1 0 0,0 2 1 0 0,0-1-1 0 0,0 0 1 0 0,6 0-1 0 0,8 1 390 0 0,27 2-1 0 0,-29 0-803 0 0,-6-2-193 0 0,-3 0-364 0 0,-1 1 1 0 0,1-1-1 0 0,10 4 0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8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1375 0 0,'0'0'88'0'0,"-1"0"0"0"0,1 1 0 0 0,0-1 0 0 0,-1 0 0 0 0,1 1 0 0 0,0-1 0 0 0,-1 0 0 0 0,1 1 0 0 0,0-1 0 0 0,0 0 0 0 0,0 1 0 0 0,-1-1 0 0 0,1 0 0 0 0,0 1-1 0 0,0-1 1 0 0,0 1 0 0 0,0-1 0 0 0,-1 1 0 0 0,1-1 0 0 0,0 0 0 0 0,0 1 0 0 0,0-1 0 0 0,0 1 0 0 0,0-1 0 0 0,0 1 0 0 0,0-1 0 0 0,1 1 0 0 0,-1 0 214 0 0,0-1 1 0 0,0 1 0 0 0,1-1-1 0 0,-1 0 1 0 0,0 1 0 0 0,1-1-1 0 0,-1 1 1 0 0,1-1 0 0 0,-1 0-1 0 0,1 1 1 0 0,-1-1 0 0 0,0 0-1 0 0,1 0 1 0 0,-1 1 0 0 0,1-1 0 0 0,-1 0-1 0 0,1 0 1 0 0,0 0 0 0 0,-1 1-1 0 0,1-1 1 0 0,-1 0 0 0 0,1 0-1 0 0,0 0 1 0 0,28 2 1450 0 0,0-2-1 0 0,58-6 1 0 0,-67 4-2267 0 0,-12 1-165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8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238 152 6447 0 0,'1'-22'1028'0'0,"-1"13"-2"0"0,0-1 0 0 0,0 0 0 0 0,-1 0 0 0 0,-2-12 0 0 0,3 19-723 0 0,-1 0 0 0 0,0 0 0 0 0,0 0 0 0 0,-1 0 0 0 0,1 0 1 0 0,0 1-1 0 0,-1-1 0 0 0,0 0 0 0 0,0 1 0 0 0,0-1 0 0 0,0 1 0 0 0,0-1 0 0 0,0 1 0 0 0,-1 0 0 0 0,1 0 0 0 0,-1 0 0 0 0,-4-2 1 0 0,4 2 32 0 0,-4-2 114 0 0,1 1 0 0 0,-1 0-1 0 0,-9-3 1 0 0,15 5-422 0 0,0 1-1 0 0,-1-1 0 0 0,1 1 0 0 0,-1 0 1 0 0,1-1-1 0 0,-1 1 0 0 0,1 0 0 0 0,-1 0 0 0 0,1 0 1 0 0,-1 0-1 0 0,1 0 0 0 0,-1 1 0 0 0,1-1 1 0 0,0 0-1 0 0,-1 1 0 0 0,1-1 0 0 0,-1 1 0 0 0,1-1 1 0 0,0 1-1 0 0,-1 0 0 0 0,1-1 0 0 0,0 1 1 0 0,-2 1-1 0 0,2 1 1 0 0,-1-1 0 0 0,1 1 0 0 0,-1 0-1 0 0,1 0 1 0 0,0 0 0 0 0,0 0 0 0 0,1 0 0 0 0,-2 4 0 0 0,-1 5 9 0 0,-19 58-17 0 0,-43 161 593 0 0,57-194-421 0 0,1 0-1 0 0,3 0 0 0 0,0 1 0 0 0,4 49 0 0 0,0-83-179 0 0,0 2 16 0 0,0 0 0 0 0,1 0 0 0 0,0 0 0 0 0,3 10 0 0 0,-4-15-24 0 0,0 0 0 0 0,1-1 0 0 0,-1 1-1 0 0,0 0 1 0 0,1 0 0 0 0,-1 0 0 0 0,1 0 0 0 0,-1 0 0 0 0,1-1 0 0 0,-1 1-1 0 0,1 0 1 0 0,0-1 0 0 0,-1 1 0 0 0,1 0 0 0 0,0-1 0 0 0,0 1 0 0 0,-1-1 0 0 0,1 1-1 0 0,0-1 1 0 0,0 1 0 0 0,0-1 0 0 0,0 1 0 0 0,0-1 0 0 0,0 0 0 0 0,-1 0-1 0 0,1 0 1 0 0,0 1 0 0 0,0-1 0 0 0,0 0 0 0 0,0 0 0 0 0,0 0 0 0 0,0 0 0 0 0,0 0-1 0 0,0-1 1 0 0,0 1 0 0 0,0 0 0 0 0,1-1 0 0 0,60-23 241 0 0,-5 2-2381 0 0,-43 17-5456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8.8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5527 0 0,'0'0'119'0'0,"0"0"0"0"0,-1-1-1 0 0,1 1 1 0 0,0 0 0 0 0,0 0-1 0 0,0-1 1 0 0,0 1 0 0 0,0 0-1 0 0,0 0 1 0 0,0-1 0 0 0,0 1-1 0 0,0 0 1 0 0,0 0 0 0 0,0-1-1 0 0,0 1 1 0 0,0 0 0 0 0,0 0-1 0 0,1-1 1 0 0,-1 1 0 0 0,0 0 0 0 0,0 0-1 0 0,0-1 1 0 0,0 1 0 0 0,0 0-1 0 0,0 0 1 0 0,1-1 0 0 0,-1 1-1 0 0,0 0 1 0 0,0 0 0 0 0,0 0-1 0 0,1 0 1 0 0,-1-1 0 0 0,0 1-1 0 0,0 0 1 0 0,1 0 0 0 0,13-2 2925 0 0,20 7 586 0 0,-29-4-3022 0 0,18 3 126 0 0,26 5 910 0 0,-16-2-7114 0 0,-21-4-529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9.2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1 236 1839 0 0,'6'-3'381'0'0,"-1"0"0"0"0,1-1-1 0 0,-1 1 1 0 0,6-6-1 0 0,-6 5 4 0 0,7-4 938 0 0,0-1 0 0 0,-1-1-1 0 0,0 0 1 0 0,-1-1 0 0 0,0 0-1 0 0,0-1 1 0 0,-1 1 0 0 0,-1-2 0 0 0,10-16-1 0 0,22-57 3578 0 0,-38 111-4454 0 0,-16 144-384 0 0,11-141-58 0 0,0-15-110 0 0,-1 16 339 0 0,4-27-319 0 0,0-1 0 0 0,0 0 0 0 0,0 0 0 0 0,0 0 0 0 0,0 1 0 0 0,0-1 0 0 0,0 0 0 0 0,1 0 0 0 0,-1 0 0 0 0,0 0 0 0 0,1 0 0 0 0,-1 1 0 0 0,1-1 0 0 0,-1 0 0 0 0,1 0 0 0 0,-1 0 0 0 0,1 0 0 0 0,1 1 0 0 0,2 0-1425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9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 4143 0 0,'1'0'163'0'0,"0"0"-1"0"0,1 1 0 0 0,-1-1 0 0 0,0 1 0 0 0,0 0 0 0 0,0-1 0 0 0,0 1 0 0 0,1 0 0 0 0,-1 0 0 0 0,0-1 0 0 0,0 1 1 0 0,0 0-1 0 0,-1 0 0 0 0,1 0 0 0 0,1 2 0 0 0,14 19 3427 0 0,-14-18-2929 0 0,0 0-108 0 0,1 0 1 0 0,-1 0-1 0 0,0 1 1 0 0,0-1-1 0 0,0 1 0 0 0,-1 0 1 0 0,1 0-1 0 0,-1-1 1 0 0,0 1-1 0 0,-1 0 0 0 0,1 0 1 0 0,-1 0-1 0 0,0 8 1 0 0,-1-7-308 0 0,0-1 0 0 0,0 0 0 0 0,-1 0 0 0 0,1 0 1 0 0,-1 0-1 0 0,0-1 0 0 0,0 1 0 0 0,-1 0 0 0 0,0-1 1 0 0,0 0-1 0 0,0 1 0 0 0,-6 6 0 0 0,-41 42 316 0 0,51-53-593 0 0,-1 0 0 0 0,0 0 0 0 0,0 0 0 0 0,0 0 0 0 0,0 0 0 0 0,0 0 0 0 0,0 0 0 0 0,0 0 0 0 0,1 0 0 0 0,-1 0 0 0 0,0 0 0 0 0,0 1 0 0 0,0-1 0 0 0,0 0 0 0 0,0 0 0 0 0,0 0 0 0 0,0 0 0 0 0,0 0 0 0 0,0 0 0 0 0,0 0 0 0 0,0 0 0 0 0,1 0 0 0 0,-1 0 0 0 0,0 1 0 0 0,0-1 0 0 0,0 0 0 0 0,0 0 0 0 0,0 0 0 0 0,0 0 0 0 0,0 0 0 0 0,0 0 0 0 0,0 0 0 0 0,0 0 0 0 0,0 1 0 0 0,0-1 0 0 0,0 0 0 0 0,0 0 0 0 0,0 0 0 0 0,0 0 0 0 0,0 0 0 0 0,0 0 0 0 0,0 0 0 0 0,0 0 0 0 0,0 1-1 0 0,0-1 1 0 0,0 0 0 0 0,0 0 0 0 0,-1 0 0 0 0,1 0 0 0 0,0 0 0 0 0,0 0 0 0 0,0 0 0 0 0,0 0 0 0 0,0 0 0 0 0,0 1 0 0 0,0-1 0 0 0,0 0 0 0 0,0 0 0 0 0,0 0 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9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7367 0 0,'1'-1'187'0'0,"0"0"-1"0"0,-1 0 1 0 0,1 1-1 0 0,0-1 0 0 0,-1 0 1 0 0,1 0-1 0 0,0 1 1 0 0,0-1-1 0 0,0 0 1 0 0,0 1-1 0 0,0-1 0 0 0,0 1 1 0 0,0-1-1 0 0,0 1 1 0 0,0-1-1 0 0,0 1 0 0 0,0 0 1 0 0,0-1-1 0 0,0 1 1 0 0,2 0-1 0 0,25-6 3379 0 0,102-5 1348 0 0,-66 8-10455 0 0,-53 2-565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9.8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1 183 3223 0 0,'7'-18'1809'0'0,"1"0"-1"0"0,14-23 0 0 0,-5 10 1006 0 0,-11 20-1170 0 0,0 0 0 0 0,1 0 1 0 0,0 1-1 0 0,16-19 0 0 0,-23 29-1605 0 0,0 0 0 0 0,0-1 0 0 0,0 1 0 0 0,0 0 0 0 0,1 0 0 0 0,-1 0 0 0 0,0 0 0 0 0,0 0 0 0 0,0 0 0 0 0,0-1 0 0 0,0 1 0 0 0,1 0 0 0 0,-1 0 0 0 0,0 0 0 0 0,0 0 0 0 0,0 0 0 0 0,0 0 0 0 0,1 0-1 0 0,-1 0 1 0 0,0 0 0 0 0,0 0 0 0 0,0 0 0 0 0,0 0 0 0 0,1 0 0 0 0,-1 0 0 0 0,0 0 0 0 0,0 0 0 0 0,0 0 0 0 0,0 0 0 0 0,1 0 0 0 0,-1 0 0 0 0,0 0 0 0 0,0 0 0 0 0,0 0 0 0 0,0 0 0 0 0,1 0 0 0 0,-1 0 0 0 0,0 0 0 0 0,0 0 0 0 0,0 1 0 0 0,0-1 0 0 0,1 0 0 0 0,-1 0 0 0 0,0 0-1 0 0,4 11 559 0 0,-3 16-368 0 0,-1-26-164 0 0,-2 33 386 0 0,-11 61 1 0 0,-2-30-169 0 0,-1 9-120 0 0,16-73-167 0 0,-1-1 0 0 0,1 0 0 0 0,0 0 0 0 0,0 1 0 0 0,0-1 0 0 0,0 0-1 0 0,0 0 1 0 0,0 1 0 0 0,0-1 0 0 0,0 0 0 0 0,0 1 0 0 0,0-1-1 0 0,-1 0 1 0 0,1 0 0 0 0,1 1 0 0 0,-1-1 0 0 0,0 0 0 0 0,0 0-1 0 0,0 1 1 0 0,0-1 0 0 0,0 0 0 0 0,0 1 0 0 0,0-1 0 0 0,0 0 0 0 0,0 0-1 0 0,0 1 1 0 0,1-1 0 0 0,-1 0 0 0 0,0 0 0 0 0,0 0 0 0 0,0 1-1 0 0,0-1 1 0 0,1 0 0 0 0,-1 0 0 0 0,0 0 0 0 0,0 1 0 0 0,0-1-1 0 0,1 0 1 0 0,-1 0 0 0 0,0 0 0 0 0,0 0 0 0 0,1 0 0 0 0,-1 0 0 0 0,0 0-1 0 0,1 1 1 0 0,-1-1 0 0 0,0 0 0 0 0,0 0 0 0 0,1 0 0 0 0,-1 0-1 0 0,13-7-3026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0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66 6447 0 0,'1'-2'58'0'0,"-1"-2"89"0"0,0 0-1 0 0,1-1 1 0 0,0 1 0 0 0,-1 0-1 0 0,2 1 1 0 0,2-8 0 0 0,-3 9 26 0 0,0 1 1 0 0,0 0-1 0 0,0-1 1 0 0,0 1-1 0 0,0 0 0 0 0,0 0 1 0 0,0 0-1 0 0,1 0 1 0 0,-1 0-1 0 0,1 0 1 0 0,-1 0-1 0 0,0 1 0 0 0,1-1 1 0 0,0 0-1 0 0,-1 1 1 0 0,1-1-1 0 0,-1 1 1 0 0,1 0-1 0 0,0-1 1 0 0,2 1-1 0 0,11-1 842 0 0,0 1-1 0 0,1 1 1 0 0,-1 0-1 0 0,0 1 1 0 0,21 5-1 0 0,-14-2-455 0 0,36 2-1 0 0,-42-7-364 0 0,7 1 299 0 0,26-2 1 0 0,-42 1-358 0 0,-1-1 1 0 0,0 0 0 0 0,0 0 0 0 0,0-1 0 0 0,0 0 0 0 0,0 0 0 0 0,0 0-1 0 0,0-1 1 0 0,6-3 0 0 0,-12 5-124 0 0,1 1-1 0 0,-1 0 1 0 0,0 0-1 0 0,1 0 1 0 0,-1 0-1 0 0,0 0 1 0 0,1-1-1 0 0,-1 1 1 0 0,0 0 0 0 0,1 0-1 0 0,-1-1 1 0 0,0 1-1 0 0,0 0 1 0 0,1 0-1 0 0,-1-1 1 0 0,0 1-1 0 0,0 0 1 0 0,1-1-1 0 0,-1 1 1 0 0,0 0-1 0 0,0-1 1 0 0,0 1 0 0 0,0 0-1 0 0,0-1 1 0 0,0 1-1 0 0,0 0 1 0 0,1-1-1 0 0,-1 1 1 0 0,0-1-1 0 0,0 1 1 0 0,0 0-1 0 0,0-1 1 0 0,-1 1-1 0 0,1 0 1 0 0,0-1 0 0 0,0 1-5 0 0,-1-1 1 0 0,1 1 0 0 0,0 0 0 0 0,-1 0 0 0 0,1 0-1 0 0,-1 0 1 0 0,1 0 0 0 0,-1 0 0 0 0,1 0 0 0 0,-1 0-1 0 0,1 0 1 0 0,-1 0 0 0 0,1 0 0 0 0,0 0 0 0 0,-1 0-1 0 0,1 0 1 0 0,-1 0 0 0 0,1 1 0 0 0,-1-1 0 0 0,1 0-1 0 0,0 0 1 0 0,-1 0 0 0 0,1 1 0 0 0,-1-1 0 0 0,1 0-1 0 0,0 0 1 0 0,-1 1 0 0 0,0 0 0 0 0,0 0-6 0 0,0 0 0 0 0,-1 0 0 0 0,1 0 0 0 0,0 1 1 0 0,-1-1-1 0 0,1 0 0 0 0,0 1 0 0 0,0-1 0 0 0,0 1 0 0 0,0-1 1 0 0,0 1-1 0 0,1 0 0 0 0,-1-1 0 0 0,0 1 0 0 0,0 2 0 0 0,-2 5 0 0 0,-1 3 5 0 0,1 0-1 0 0,0 1 1 0 0,1-1-1 0 0,0 0 1 0 0,1 1 0 0 0,1 15-1 0 0,8 77 244 0 0,11 115 613 0 0,-18-189-762 0 0,-2 0-1 0 0,-1-1 0 0 0,-2 1 1 0 0,-1 0-1 0 0,-10 33 0 0 0,12-53 12 0 0,-2 1 0 0 0,-10 22 1 0 0,12-30-34 0 0,1 0 0 0 0,-1 1 0 0 0,0-1 0 0 0,0 0 1 0 0,-1 0-1 0 0,1-1 0 0 0,-1 1 0 0 0,0-1 0 0 0,-8 6 0 0 0,11-8-39 0 0,-1 0-1 0 0,0 0 0 0 0,0-1 0 0 0,1 1 1 0 0,-1-1-1 0 0,0 0 0 0 0,0 1 0 0 0,0-1 0 0 0,0 0 1 0 0,0 0-1 0 0,0 0 0 0 0,1 0 0 0 0,-1-1 0 0 0,0 1 1 0 0,0 0-1 0 0,0-1 0 0 0,0 1 0 0 0,-2-2 0 0 0,-5-2 64 0 0,1-1 0 0 0,-14-8-1 0 0,1 0-34 0 0,15 10-89 0 0,6 2-85 0 0,-1 0 1 0 0,1 1 0 0 0,-1-1-1 0 0,1 1 1 0 0,-1-1-1 0 0,0 1 1 0 0,1-1 0 0 0,-1 1-1 0 0,0 0 1 0 0,0-1-1 0 0,1 1 1 0 0,-1 0 0 0 0,0-1-1 0 0,0 1 1 0 0,1 0-1 0 0,-1 0 1 0 0,0 0 0 0 0,0 0-1 0 0,0 0 1 0 0,1 0 0 0 0,-2 0-1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5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25 292 1839 0 0,'-17'-11'11768'0'0,"14"-4"-10609"0"0,1 1-1 0 0,1-1 0 0 0,0 0 1 0 0,2-27-1 0 0,0 26-791 0 0,0 0 0 0 0,1 0 0 0 0,1 0 0 0 0,0 1 0 0 0,7-18 0 0 0,-8 29-345 0 0,-1 0 1 0 0,1 0-1 0 0,0 0 0 0 0,0 1 0 0 0,0-1 0 0 0,1 1 0 0 0,-1-1 0 0 0,1 1 0 0 0,0 0 0 0 0,-1 0 0 0 0,2 0 0 0 0,-1 1 0 0 0,0-1 0 0 0,0 1 0 0 0,1-1 0 0 0,-1 1 1 0 0,1 0-1 0 0,0 1 0 0 0,0-1 0 0 0,0 0 0 0 0,0 1 0 0 0,0 0 0 0 0,0 0 0 0 0,0 0 0 0 0,6 0 0 0 0,-5 1-22 0 0,-1 0 0 0 0,1 0 0 0 0,-1 0 0 0 0,1 1 0 0 0,-1-1 0 0 0,0 1 0 0 0,1 0 0 0 0,-1 0 0 0 0,0 0 0 0 0,0 1 0 0 0,0 0 0 0 0,0 0 0 0 0,0 0 0 0 0,0 0 0 0 0,5 4 0 0 0,-5-2 0 0 0,0 0 0 0 0,0 0 0 0 0,0 0 0 0 0,-1 1 0 0 0,1-1 0 0 0,-1 1 0 0 0,0 0 0 0 0,-1 0 0 0 0,1 0 0 0 0,-1 1 0 0 0,3 8 0 0 0,-1-1 0 0 0,-1 0 0 0 0,0 1 0 0 0,0 15 0 0 0,-2-22 0 0 0,-1-1 0 0 0,0 1 0 0 0,0 0 0 0 0,-1-1 0 0 0,0 1 0 0 0,0-1 0 0 0,0 1 0 0 0,-4 9 0 0 0,5-16 3 0 0,-1 1-1 0 0,1 0 1 0 0,0 0 0 0 0,0-1-1 0 0,-1 1 1 0 0,1 0 0 0 0,0-1-1 0 0,-1 1 1 0 0,1 0-1 0 0,-1-1 1 0 0,1 1 0 0 0,-1-1-1 0 0,1 1 1 0 0,-1-1-1 0 0,0 1 1 0 0,1-1 0 0 0,-1 1-1 0 0,1-1 1 0 0,-1 0 0 0 0,0 1-1 0 0,0-1 1 0 0,0 0-1 0 0,1 0 0 0 0,-1 0 0 0 0,1-1 0 0 0,-1 1-1 0 0,1 0 1 0 0,0-1 0 0 0,-1 1 0 0 0,1 0 0 0 0,0-1 0 0 0,-1 1 0 0 0,1-1 0 0 0,0 1 0 0 0,0 0 0 0 0,-1-1 0 0 0,1 1 0 0 0,0-1 0 0 0,0 1-1 0 0,0-1 1 0 0,0 1 0 0 0,-1-1 0 0 0,1 1 0 0 0,0-1 0 0 0,0 1 0 0 0,0-1 0 0 0,0 1 0 0 0,0-1 0 0 0,0 1 0 0 0,0-1 0 0 0,1 1 0 0 0,-1-2 0 0 0,2-14 18 0 0,0-1 1 0 0,1 1 0 0 0,1 0 0 0 0,0 0 0 0 0,2 0 0 0 0,9-21 0 0 0,-11 29-13 0 0,-1 0-1 0 0,2 0 1 0 0,-1 1 0 0 0,1-1-1 0 0,0 1 1 0 0,1 0 0 0 0,11-12-1 0 0,-15 18-5 0 0,-1-1 1 0 0,1 1-1 0 0,0-1 0 0 0,0 1 0 0 0,-1-1 0 0 0,1 1 1 0 0,0 0-1 0 0,0 0 0 0 0,1 0 0 0 0,-1 0 0 0 0,0 1 1 0 0,0-1-1 0 0,0 0 0 0 0,1 1 0 0 0,-1-1 0 0 0,0 1 0 0 0,0 0 1 0 0,1 0-1 0 0,-1 0 0 0 0,0 0 0 0 0,1 0 0 0 0,-1 1 1 0 0,0-1-1 0 0,0 1 0 0 0,1-1 0 0 0,-1 1 0 0 0,0 0 1 0 0,0 0-1 0 0,0 0 0 0 0,0 0 0 0 0,0 0 0 0 0,0 0 1 0 0,0 1-1 0 0,0-1 0 0 0,1 2 0 0 0,2 2 16 0 0,-1 0-1 0 0,1 0 1 0 0,-1 0-1 0 0,-1 1 1 0 0,1 0 0 0 0,-1-1-1 0 0,0 1 1 0 0,0 0-1 0 0,-1 0 1 0 0,0 1 0 0 0,3 10-1 0 0,-4-14-8 0 0,0 1 1 0 0,0 0-1 0 0,-1 0 0 0 0,0 0 0 0 0,1 0 0 0 0,-1 0 0 0 0,0 0 1 0 0,-1 0-1 0 0,1 0 0 0 0,-1-1 0 0 0,0 1 0 0 0,0 0 1 0 0,0 0-1 0 0,0 0 0 0 0,-1-1 0 0 0,1 1 0 0 0,-1-1 1 0 0,0 1-1 0 0,0-1 0 0 0,-5 6 0 0 0,7-9-9 0 0,0 0 0 0 0,0 1 0 0 0,0-1 0 0 0,-1 0 0 0 0,1 0 0 0 0,0 0 0 0 0,0 0 0 0 0,0 0 0 0 0,0 1 0 0 0,-1-1 0 0 0,1 0 0 0 0,0 0 0 0 0,0 0 0 0 0,0 0 0 0 0,0 0 0 0 0,-1 0 0 0 0,1 0 0 0 0,0 0 0 0 0,0 0 0 0 0,-1 0 0 0 0,1 1 0 0 0,0-1 0 0 0,0 0 0 0 0,0 0 0 0 0,-1 0 0 0 0,1 0 0 0 0,0-1 0 0 0,0 1 0 0 0,-1 0 0 0 0,1 0 0 0 0,0 0 0 0 0,0 0 0 0 0,0 0 0 0 0,-1 0 0 0 0,1 0 0 0 0,0 0 0 0 0,-1-2 0 0 0,1 1 0 0 0,0 0 0 0 0,0 0 0 0 0,-1 0 0 0 0,1-1 0 0 0,0 1 0 0 0,0 0 0 0 0,0 0 0 0 0,0-1 0 0 0,1 1 0 0 0,-1 0 0 0 0,0 0 0 0 0,0 0 0 0 0,1-1 0 0 0,0 0 0 0 0,2-10 3 0 0,1-1-1 0 0,1 1 1 0 0,0 0 0 0 0,1 0-1 0 0,11-17 1 0 0,-14 24 0 0 0,0 0 1 0 0,1 0-1 0 0,0 1 0 0 0,0-1 0 0 0,0 1 0 0 0,0 0 1 0 0,1 0-1 0 0,-1 0 0 0 0,1 1 0 0 0,0-1 0 0 0,0 1 1 0 0,0 0-1 0 0,1 1 0 0 0,10-4 0 0 0,-14 5 0 0 0,0 1 0 0 0,0-1 0 0 0,1 1-1 0 0,-1 0 1 0 0,0 0 0 0 0,0 0 0 0 0,0 0 0 0 0,0 1 0 0 0,1-1-1 0 0,-1 1 1 0 0,0-1 0 0 0,0 1 0 0 0,0 0 0 0 0,0-1-1 0 0,0 1 1 0 0,3 2 0 0 0,-2-1 4 0 0,0 1 0 0 0,0-1 0 0 0,0 1 1 0 0,0 0-1 0 0,-1-1 0 0 0,1 2 0 0 0,-1-1 0 0 0,4 5 0 0 0,-2 0 3 0 0,0 0 0 0 0,0 1 0 0 0,-1-1 0 0 0,0 0 0 0 0,0 1 0 0 0,-1 0 0 0 0,2 11 0 0 0,-5 18-10 0 0,1-32 0 0 0,-1 1 0 0 0,1-1 0 0 0,0 1 0 0 0,1-1 0 0 0,-1 0 0 0 0,1 1 0 0 0,3 7 0 0 0,-4-13-41 0 0,0 0 0 0 0,1-1 1 0 0,-1 1-1 0 0,0-1 0 0 0,1 1 0 0 0,-1-1 0 0 0,1 1 0 0 0,-1 0 1 0 0,1-1-1 0 0,0 0 0 0 0,-1 1 0 0 0,1-1 0 0 0,-1 1 0 0 0,1-1 1 0 0,0 0-1 0 0,-1 1 0 0 0,1-1 0 0 0,0 0 0 0 0,-1 0 0 0 0,1 1 1 0 0,0-1-1 0 0,0 0 0 0 0,-1 0 0 0 0,1 0 0 0 0,0 0 0 0 0,-1 0 1 0 0,1 0-1 0 0,0 0 0 0 0,0 0 0 0 0,-1 0 0 0 0,1-1 0 0 0,0 1 1 0 0,-1 0-1 0 0,2-1 0 0 0,-1 1-233 0 0,11-2-7439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6.3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185 49 5527 0 0,'0'-3'-48'0'0,"0"0"231"0"0,0 0-1 0 0,0 0 1 0 0,0 0 0 0 0,-1-1 0 0 0,-1-4 0 0 0,2 7-9 0 0,-1-1-1 0 0,1 1 0 0 0,-1 0 1 0 0,1 0-1 0 0,-1 0 0 0 0,0 0 1 0 0,0 1-1 0 0,1-1 0 0 0,-1 0 1 0 0,0 0-1 0 0,0 0 1 0 0,0 1-1 0 0,0-1 0 0 0,0 0 1 0 0,0 1-1 0 0,0-1 0 0 0,0 1 1 0 0,0-1-1 0 0,-2 0 0 0 0,0 0 238 0 0,0 0 1 0 0,0 1-1 0 0,1-1 0 0 0,-1 1 0 0 0,-1-1 0 0 0,1 1 0 0 0,0 0 0 0 0,0 0 1 0 0,0 0-1 0 0,0 0 0 0 0,0 1 0 0 0,0-1 0 0 0,0 1 0 0 0,-3 1 0 0 0,1 0-18 0 0,0 0 0 0 0,1 1 0 0 0,-1-1 0 0 0,1 1 0 0 0,0 0 0 0 0,0 0 0 0 0,-7 7 0 0 0,2 0-40 0 0,1 0 1 0 0,0 0-1 0 0,1 1 0 0 0,0 0 1 0 0,1 0-1 0 0,-6 12 0 0 0,9-15-245 0 0,0-1 0 0 0,1 1-1 0 0,-1 0 1 0 0,1-1 0 0 0,1 1 0 0 0,0 0-1 0 0,-1 12 1 0 0,2-18-89 0 0,0 0-1 0 0,0 0 1 0 0,1 0-1 0 0,-1 0 1 0 0,0 0-1 0 0,1 0 1 0 0,0 0-1 0 0,-1 0 0 0 0,1-1 1 0 0,0 1-1 0 0,0 0 1 0 0,0 0-1 0 0,0-1 1 0 0,0 1-1 0 0,2 1 1 0 0,-2-2-14 0 0,1 1 1 0 0,-1-1-1 0 0,1 0 1 0 0,0-1-1 0 0,-1 1 1 0 0,1 0-1 0 0,0 0 1 0 0,0-1 0 0 0,-1 1-1 0 0,1-1 1 0 0,0 1-1 0 0,0-1 1 0 0,0 0-1 0 0,0 0 1 0 0,0 0-1 0 0,-1 0 1 0 0,1 0-1 0 0,4-1 1 0 0,1 0-3 0 0,-1-1 1 0 0,1 1-1 0 0,-1-2 1 0 0,0 1-1 0 0,1-1 1 0 0,-1 0-1 0 0,0 0 1 0 0,0 0-1 0 0,8-7 0 0 0,-4 1 1 0 0,0 1 0 0 0,0-1 0 0 0,-1 0-1 0 0,8-12 1 0 0,-7 7-4 0 0,0-1 0 0 0,-2 0 0 0 0,0-1 0 0 0,-1 1 0 0 0,10-32 0 0 0,-20 58 0 0 0,1-1-1 0 0,-1 1 1 0 0,2-1-1 0 0,-1 1 1 0 0,1 17-1 0 0,1-23 2 0 0,1 0 0 0 0,-1 0 0 0 0,1 1 0 0 0,-1-1 0 0 0,1 0 0 0 0,1 0 0 0 0,-1 0 0 0 0,1 0 0 0 0,0 0 0 0 0,0-1 0 0 0,0 1 0 0 0,1 0 0 0 0,5 6 0 0 0,-6-9 22 0 0,0 0 1 0 0,0-1-1 0 0,0 1 0 0 0,0-1 1 0 0,0 1-1 0 0,1-1 0 0 0,-1 0 1 0 0,0 0-1 0 0,1 0 0 0 0,-1 0 1 0 0,1 0-1 0 0,-1-1 1 0 0,1 1-1 0 0,-1-1 0 0 0,1 0 1 0 0,-1 1-1 0 0,1-1 0 0 0,-1-1 1 0 0,4 1-1 0 0,23-5-1349 0 0,-5-5-4994 0 0,-13 4-552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6.5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4607 0 0,'0'-9'1741'0'0,"6"15"2312"0"0,-1 0-1453 0 0,0-1-1042 0 0,84 108 5331 0 0,-28-36-5498 0 0,-55-69-1302 0 0,17 23 60 0 0,-21-29-148 0 0,-1 0 0 0 0,1 1 1 0 0,-1-1-1 0 0,0 1 0 0 0,0-1 0 0 0,0 1 0 0 0,0 0 0 0 0,0 0 1 0 0,-1-1-1 0 0,1 5 0 0 0,4-13-1465 0 0,-2 1 77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6.7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199 7 3679 0 0,'0'0'28'0'0,"-1"-1"0"0"0,1 1-1 0 0,0-1 1 0 0,-1 1-1 0 0,1-1 1 0 0,0 1 0 0 0,-1 0-1 0 0,1-1 1 0 0,-1 1-1 0 0,1 0 1 0 0,0-1 0 0 0,-1 1-1 0 0,1 0 1 0 0,-1 0-1 0 0,1-1 1 0 0,-1 1 0 0 0,1 0-1 0 0,-1 0 1 0 0,0 0-1 0 0,1 0 1 0 0,-1-1 0 0 0,1 1-1 0 0,-1 0 1 0 0,1 0-1 0 0,-1 0 1 0 0,-1 1 147 0 0,1-1-1 0 0,0 0 1 0 0,0 1 0 0 0,0-1-1 0 0,0 1 1 0 0,0-1 0 0 0,0 1-1 0 0,0 0 1 0 0,0-1-1 0 0,0 1 1 0 0,-1 1 0 0 0,-4 3 967 0 0,2 1 1 0 0,-1 0-1 0 0,-4 7 1 0 0,6-9-705 0 0,-74 122 8073 0 0,32-47-6521 0 0,39-69-1817 0 0,0 0 0 0 0,-4 13-1 0 0,10-23-168 0 0,0 0-1 0 0,0 1 0 0 0,-1-1 0 0 0,1 0 1 0 0,0 1-1 0 0,0-1 0 0 0,0 0 0 0 0,0 0 0 0 0,0 1 1 0 0,0-1-1 0 0,0 0 0 0 0,0 1 0 0 0,0-1 0 0 0,0 0 1 0 0,0 0-1 0 0,0 1 0 0 0,0-1 0 0 0,0 0 0 0 0,0 1 1 0 0,0-1-1 0 0,0 0 0 0 0,0 0 0 0 0,0 1 0 0 0,1-1 1 0 0,-1 0-1 0 0,0 0 0 0 0,0 1 0 0 0,0-1 0 0 0,0 0 1 0 0,1 0-1 0 0,-1 0 0 0 0,0 1 0 0 0,0-1 1 0 0,0 0-1 0 0,1 0 0 0 0,10 1-6204 0 0,-1-3-859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6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9671 0 0,'-9'43'5347'0'0,"-3"44"528"0"0,10-60-4834 0 0,2 36 0 0 0,0-60-1029 0 0,0 0-1 0 0,1-1 1 0 0,-1 1 0 0 0,1 0-1 0 0,0 0 1 0 0,-1-1 0 0 0,1 1-1 0 0,3 4 1 0 0,-4-6-17 0 0,1-1 0 0 0,-1 1 0 0 0,0-1-1 0 0,1 1 1 0 0,-1-1 0 0 0,1 1 0 0 0,-1-1 0 0 0,1 1 0 0 0,-1-1 0 0 0,1 0-1 0 0,-1 1 1 0 0,1-1 0 0 0,0 0 0 0 0,-1 0 0 0 0,1 1 0 0 0,-1-1 0 0 0,1 0-1 0 0,0 0 1 0 0,-1 0 0 0 0,1 0 0 0 0,-1 0 0 0 0,1 0 0 0 0,0 0 0 0 0,-1 0-1 0 0,1 0 1 0 0,0 0 0 0 0,-1 0 0 0 0,1 0 0 0 0,-1 0 0 0 0,1 0 0 0 0,0-1-1 0 0,-1 1 1 0 0,1 0 0 0 0,-1 0 0 0 0,1-1 0 0 0,-1 1 0 0 0,1 0 0 0 0,-1-1-1 0 0,1 1 1 0 0,-1-1 0 0 0,1 1 0 0 0,-1 0 0 0 0,1-1 0 0 0,0 0-1 0 0,13-16-2029 0 0,-7 6-5459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7.0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35 5527 0 0,'-7'-10'240'0'0,"4"4"56"0"0,2 1-232 0 0,-1 0-64 0 0,1 4 0 0 0,1-1 0 0 0,0 1 264 0 0,0-1 48 0 0,0 1 8 0 0,0-1 0 0 0,1 2 144 0 0,1 2 32 0 0,2 1 8 0 0,1 6 0 0 0,0 2-368 0 0,3 3-72 0 0,3 3-64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7.6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2 193 6447 0 0,'-1'-28'3005'0'0,"1"11"451"0"0,2-28 0 0 0,-1 39-2992 0 0,0 0 0 0 0,0 0 0 0 0,1 0 0 0 0,0 0 0 0 0,0 1 0 0 0,1-1 0 0 0,-1 0 0 0 0,5-6 1 0 0,-4 8-299 0 0,-1 0 1 0 0,1 0 0 0 0,0 1-1 0 0,0-1 1 0 0,1 1 0 0 0,-1 0-1 0 0,1 0 1 0 0,-1 0 0 0 0,1 0 0 0 0,5-2-1 0 0,-8 4-149 0 0,1 1 0 0 0,-1-1 0 0 0,1 0 0 0 0,0 1 0 0 0,-1 0 0 0 0,1-1 0 0 0,0 1 0 0 0,-1 0 0 0 0,1 0 1 0 0,0 0-1 0 0,-1 0 0 0 0,1 0 0 0 0,0 0 0 0 0,-1 0 0 0 0,1 1 0 0 0,0-1 0 0 0,-1 1 0 0 0,1-1 0 0 0,-1 1 0 0 0,1-1 0 0 0,0 1 0 0 0,-1 0 0 0 0,0 0 0 0 0,1 0 0 0 0,-1 0 0 0 0,0 0 0 0 0,1 0 0 0 0,-1 0 0 0 0,0 0 0 0 0,0 1 0 0 0,1 1 0 0 0,3 2-19 0 0,-2 1-1 0 0,1-1 0 0 0,-1 1 1 0 0,0 0-1 0 0,0 0 1 0 0,0 1-1 0 0,-1-1 1 0 0,3 12-1 0 0,-1 6-35 0 0,2 26 0 0 0,-2-19 25 0 0,-4-30 14 0 0,-1 0-1 0 0,2 0 1 0 0,-1 0-1 0 0,0 1 1 0 0,0-1-1 0 0,0 0 1 0 0,1 0 0 0 0,-1 0-1 0 0,0 0 1 0 0,1 0-1 0 0,-1 1 1 0 0,1-1-1 0 0,-1 0 1 0 0,1 0-1 0 0,0 0 1 0 0,0 0 0 0 0,-1 0-1 0 0,1-1 1 0 0,0 1-1 0 0,0 0 1 0 0,0 0-1 0 0,0 0 1 0 0,0-1-1 0 0,0 1 1 0 0,0 0-1 0 0,0-1 1 0 0,0 1 0 0 0,2 0-1 0 0,-1-1 2 0 0,0 0 1 0 0,-1-1-1 0 0,1 1 0 0 0,0 0 1 0 0,-1-1-1 0 0,1 1 0 0 0,-1-1 0 0 0,1 1 1 0 0,-1-1-1 0 0,1 0 0 0 0,-1 1 1 0 0,1-1-1 0 0,-1 0 0 0 0,1 0 0 0 0,-1 0 1 0 0,0 0-1 0 0,0 0 0 0 0,0-1 1 0 0,1 1-1 0 0,0-2 0 0 0,4-6-1 0 0,0 1 0 0 0,0-1 1 0 0,-1 0-1 0 0,-1 0 0 0 0,0 0 0 0 0,6-18 0 0 0,-4 5-13 0 0,7-43 0 0 0,-7 33 12 0 0,-2 56 0 0 0,-3-10 25 0 0,1 1 0 0 0,0-1 0 0 0,1 1-1 0 0,9 26 1 0 0,-10-36-15 0 0,0-1 1 0 0,0 0-1 0 0,0 0 0 0 0,1 1 0 0 0,-1-2 0 0 0,1 1 1 0 0,0 0-1 0 0,5 4 0 0 0,-5-6-6 0 0,-1 0-1 0 0,0 0 1 0 0,1-1-1 0 0,-1 1 1 0 0,1-1-1 0 0,-1 0 1 0 0,1 1-1 0 0,0-1 1 0 0,-1 0-1 0 0,1-1 1 0 0,0 1-1 0 0,0-1 1 0 0,0 1-1 0 0,0-1 1 0 0,3 0-1 0 0,-1 0 0 0 0,0-1 1 0 0,0 0-1 0 0,0 0 0 0 0,0 0 0 0 0,-1 0 1 0 0,1-1-1 0 0,0 0 0 0 0,-1 0 0 0 0,1 0 1 0 0,-1-1-1 0 0,1 0 0 0 0,-1 1 0 0 0,0-1 0 0 0,0-1 1 0 0,-1 1-1 0 0,1-1 0 0 0,-1 1 0 0 0,1-1 1 0 0,-1 0-1 0 0,3-5 0 0 0,-2 3 0 0 0,0 0 0 0 0,-1 0 1 0 0,0-1-1 0 0,0 1 0 0 0,0-1 0 0 0,-1 1 0 0 0,0-1 0 0 0,0 0 0 0 0,-1 0 1 0 0,1 0-1 0 0,-2 0 0 0 0,1 0 0 0 0,-1-12 0 0 0,-3 8-4 0 0,-2 9-1 0 0,4 2 3 0 0,0 0 0 0 0,1 1-1 0 0,-1-1 1 0 0,1 1 0 0 0,-1-1-1 0 0,0 1 1 0 0,1 0 0 0 0,-1-1-1 0 0,1 1 1 0 0,0-1 0 0 0,-1 1-1 0 0,1 0 1 0 0,0 0 0 0 0,-1-1-1 0 0,1 1 1 0 0,0 0 0 0 0,-1-1-1 0 0,1 1 1 0 0,0 0 0 0 0,0 0-1 0 0,0 0 1 0 0,-1 7 34 0 0,-1-1 1 0 0,2 1-1 0 0,-1-1 0 0 0,1 1 0 0 0,1-1 0 0 0,-1 1 0 0 0,1-1 1 0 0,0 1-1 0 0,1-1 0 0 0,3 10 0 0 0,-4-13-13 0 0,1 1 0 0 0,1-1-1 0 0,-1 0 1 0 0,1 1 0 0 0,-1-1-1 0 0,1 0 1 0 0,0-1 0 0 0,1 1-1 0 0,-1 0 1 0 0,1-1 0 0 0,-1 0 0 0 0,1 0-1 0 0,0 0 1 0 0,0 0 0 0 0,1 0-1 0 0,6 2 1 0 0,5 2-110 0 0,1-2 1 0 0,-1 0-1 0 0,29 3 0 0 0,-25-4 15 0 0,-1 1-87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8.3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279 162 5063 0 0,'3'-11'807'0'0,"0"1"0"0"0,1 0 0 0 0,1 0 0 0 0,0 0 0 0 0,6-9 0 0 0,33-44 5095 0 0,-30 46-4254 0 0,-14 16-1503 0 0,1 0 0 0 0,0 0 0 0 0,-1 0 0 0 0,1 1 0 0 0,-1-1 0 0 0,1 0 0 0 0,0 1 0 0 0,0-1 0 0 0,-1 0 0 0 0,1 1 0 0 0,0-1 0 0 0,0 1-1 0 0,0-1 1 0 0,0 1 0 0 0,-1 0 0 0 0,1-1 0 0 0,0 1 0 0 0,2-1 0 0 0,-3 1-101 0 0,0 1 0 0 0,1-1 0 0 0,-1 0 0 0 0,0 0 0 0 0,0 0 0 0 0,0 0 0 0 0,0 0-1 0 0,1 0 1 0 0,-1 0 0 0 0,0 0 0 0 0,0 1 0 0 0,0-1 0 0 0,0 0 0 0 0,1 0 0 0 0,-1 0 0 0 0,0 0 0 0 0,0 0 0 0 0,0 1 0 0 0,0-1-1 0 0,0 0 1 0 0,0 0 0 0 0,0 0 0 0 0,0 1 0 0 0,0-1 0 0 0,1 0 0 0 0,-1 0 0 0 0,0 0 0 0 0,0 1 0 0 0,0-1 0 0 0,0 0 0 0 0,-3 13 336 0 0,-5 8-146 0 0,-2 0-1 0 0,0-1 0 0 0,-1 0 1 0 0,-23 30-1 0 0,6-14-180 0 0,-44 43 0 0 0,53-61-94 0 0,-36 30 0 0 0,49-44 51 0 0,0 0 0 0 0,0-1-1 0 0,0 1 1 0 0,0-1 0 0 0,0 0-1 0 0,-1 0 1 0 0,1-1 0 0 0,-1 0 0 0 0,0 0-1 0 0,1-1 1 0 0,-1 0 0 0 0,-7 1-1 0 0,12-2-5 0 0,0 0-1 0 0,0 0 1 0 0,0 0-1 0 0,0-1 0 0 0,0 1 1 0 0,0 0-1 0 0,1-1 0 0 0,-1 1 1 0 0,0-1-1 0 0,0 0 1 0 0,0 1-1 0 0,1-1 0 0 0,-1 0 1 0 0,0 0-1 0 0,1 0 0 0 0,-1 0 1 0 0,1-1-1 0 0,0 1 1 0 0,-1 0-1 0 0,1-1 0 0 0,0 1 1 0 0,-1-1-1 0 0,1 1 0 0 0,0-1 1 0 0,0 1-1 0 0,0-1 1 0 0,1 0-1 0 0,-1 0 0 0 0,0 1 1 0 0,1-1-1 0 0,-1 0 0 0 0,1 0 1 0 0,-1 0-1 0 0,1 0 1 0 0,0 1-1 0 0,0-1 0 0 0,0-4 1 0 0,0-1-3 0 0,1 0 0 0 0,-1 0 0 0 0,1 0 0 0 0,1 1 0 0 0,-1-1 0 0 0,1 0 0 0 0,0 1 0 0 0,1-1 0 0 0,3-6 0 0 0,-3 8-1 0 0,-1 0 0 0 0,2 0 0 0 0,-1 0 0 0 0,0 1 0 0 0,1-1 0 0 0,0 1 0 0 0,0 0 0 0 0,6-5 0 0 0,-8 8 0 0 0,0 0 0 0 0,-1 0 0 0 0,1 0 0 0 0,0 0 0 0 0,-1 0 0 0 0,1 1 0 0 0,0-1 0 0 0,0 0 0 0 0,0 1 0 0 0,-1 0 0 0 0,1-1 0 0 0,0 1 0 0 0,0 0 0 0 0,0 0 0 0 0,0 0 0 0 0,0 0 0 0 0,0 1 0 0 0,-1-1 0 0 0,1 0 0 0 0,0 1 0 0 0,0-1 0 0 0,0 1 0 0 0,-1 0 0 0 0,1-1 0 0 0,0 1 0 0 0,-1 0 0 0 0,1 0 0 0 0,0 0 0 0 0,2 3 0 0 0,16 13 0 0 0,32 36 0 0 0,-2-1 0 0 0,-50-52-3 0 0,16 15 146 0 0,-1-1 0 0 0,2-1 0 0 0,18 12 0 0 0,-30-22-57 0 0,1 0 1 0 0,0 0-1 0 0,0-1 1 0 0,0 1-1 0 0,0-1 1 0 0,0-1-1 0 0,1 1 0 0 0,-1-1 1 0 0,0 0-1 0 0,1 0 1 0 0,-1-1-1 0 0,1 0 1 0 0,-1 0-1 0 0,9-2 0 0 0,-11 1-58 0 0,1 0 0 0 0,-1 0 0 0 0,0-1-1 0 0,0 0 1 0 0,-1 0 0 0 0,1 0-1 0 0,0 0 1 0 0,0 0 0 0 0,-1-1 0 0 0,0 1-1 0 0,1-1 1 0 0,-1 0 0 0 0,0 0 0 0 0,-1-1-1 0 0,1 1 1 0 0,0 0 0 0 0,-1-1-1 0 0,4-6 1 0 0,-6 10-31 0 0,0-1-1 0 0,0 1 1 0 0,0-1-1 0 0,0 1 1 0 0,0-1-1 0 0,0 1 1 0 0,1-1-1 0 0,-1 1 1 0 0,0-1-1 0 0,0 1 0 0 0,-1-1 1 0 0,1 1-1 0 0,0 0 1 0 0,0-1-1 0 0,0 1 1 0 0,0-1-1 0 0,0 1 1 0 0,0-1-1 0 0,-1 1 1 0 0,1-1-1 0 0,0 1 1 0 0,0 0-1 0 0,-1-1 1 0 0,1 1-1 0 0,0-1 1 0 0,-1 1-1 0 0,1 0 1 0 0,0-1-1 0 0,-1 1 1 0 0,1 0-1 0 0,-1-1 1 0 0,1 1-1 0 0,0 0 1 0 0,-1 0-1 0 0,1 0 1 0 0,-1-1-1 0 0,1 1 1 0 0,-1 0-1 0 0,1 0 1 0 0,-1 0-1 0 0,1 0 1 0 0,-1 0-1 0 0,1 0 1 0 0,-1 0-1 0 0,-1-1-243 0 0,0 1 1 0 0,0 0-1 0 0,0 0 0 0 0,0 0 0 0 0,0 0 1 0 0,0 0-1 0 0,0 0 0 0 0,0 1 1 0 0,0-1-1 0 0,-2 1 0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9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 5063 0 0,'27'-1'9161'0'0,"1"-1"-4749"0"0,28 0-1109 0 0,-47 1-3374 0 0,1 0 0 0 0,-1-1 0 0 0,0 0 0 0 0,0 0 0 0 0,13-6 0 0 0,-9 4-1965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9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3223 0 0,'-3'16'10236'0'0,"8"-15"-8718"0"0,17-1 356 0 0,-1-1 1 0 0,1-1 0 0 0,24-5-1 0 0,-33 5-1419 0 0,0 0 0 0 0,18 1-1 0 0,-6 1-2479 0 0,-7 0-2920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29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0 395 3223 0 0,'10'-7'1578'0'0,"0"-1"-1"0"0,-1-1 0 0 0,0 1 1 0 0,-1-1-1 0 0,0-1 1 0 0,0 0-1 0 0,-1 0 0 0 0,8-15 1 0 0,41-92 2642 0 0,-55 112-4205 0 0,62-160 993 0 0,-57 154-954 0 0,-6 11-54 0 0,0 0 0 0 0,0 0 0 0 0,0 0 1 0 0,0 0-1 0 0,0 0 0 0 0,1-1 1 0 0,-1 1-1 0 0,0 0 0 0 0,0 0 0 0 0,0 0 1 0 0,0 0-1 0 0,0 0 0 0 0,0 0 0 0 0,0 0 1 0 0,0 0-1 0 0,0 0 0 0 0,0 0 1 0 0,0 0-1 0 0,1 1 0 0 0,-1-1 0 0 0,0 0 1 0 0,0 0-1 0 0,0 0 0 0 0,0 0 1 0 0,0 0-1 0 0,0 0 0 0 0,0 0 0 0 0,0 0 1 0 0,0 0-1 0 0,0 0 0 0 0,0 0 1 0 0,0 0-1 0 0,0 0 0 0 0,0 0 0 0 0,1 0 1 0 0,-1 0-1 0 0,0 0 0 0 0,0 0 1 0 0,0 1-1 0 0,0-1 0 0 0,0 0 0 0 0,0 0 1 0 0,0 0-1 0 0,0 0 0 0 0,0 0 0 0 0,0 0 1 0 0,0 0-1 0 0,0 0 0 0 0,0 0 1 0 0,0 0-1 0 0,0 0 0 0 0,0 1 0 0 0,0-1 1 0 0,0 0-1 0 0,0 0 0 0 0,0 0 1 0 0,0 0-1 0 0,0 0 0 0 0,-1 24-11 0 0,1-14 16 0 0,0 25 51 0 0,-1-1 0 0 0,-1 1 0 0 0,-2-1 0 0 0,-13 51 0 0 0,13-71-56 0 0,2-8 0 0 0,0 0 0 0 0,0 1 0 0 0,0-1 0 0 0,1 1 0 0 0,0-1 0 0 0,0 1 0 0 0,1-1 0 0 0,0 14 0 0 0,3-15-1483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0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86 8751 0 0,'0'0'18'0'0,"0"0"0"0"0,0 0 0 0 0,0 0 0 0 0,0 0 0 0 0,0 0 0 0 0,-1 0 0 0 0,1 0 0 0 0,0 0 0 0 0,0-1 0 0 0,0 1 0 0 0,0 0 0 0 0,0 0 0 0 0,0 0 0 0 0,0 0 0 0 0,0 0 0 0 0,0 0 0 0 0,0 0-1 0 0,0 0 1 0 0,-1 0 0 0 0,1 0 0 0 0,0 0 0 0 0,0 0 0 0 0,0 0 0 0 0,0 0 0 0 0,0 0 0 0 0,0 0 0 0 0,0 0 0 0 0,0 0 0 0 0,0 0 0 0 0,-1 0 0 0 0,1 0 0 0 0,0 0 0 0 0,0 0 0 0 0,0 0 0 0 0,0 1 0 0 0,0-1 0 0 0,0 0-1 0 0,0 0 1 0 0,0 0 0 0 0,0 0 0 0 0,0 0 0 0 0,0 0 0 0 0,0 0 0 0 0,0 0 0 0 0,-1 0 0 0 0,1 0 0 0 0,0 0 0 0 0,0 0 0 0 0,0 0 0 0 0,0 1 0 0 0,0-1 0 0 0,0 0 0 0 0,0 0 0 0 0,0 0 0 0 0,-2 9 1832 0 0,2 12 1364 0 0,0-20-3092 0 0,0 8 537 0 0,0 0 0 0 0,1 0 1 0 0,0 0-1 0 0,1 0 0 0 0,0 0 1 0 0,0 0-1 0 0,1-1 1 0 0,0 1-1 0 0,4 7 0 0 0,-5-12-590 0 0,0-1 0 0 0,0 0 0 0 0,0 0-1 0 0,1 1 1 0 0,-1-2 0 0 0,1 1 0 0 0,-1 0 0 0 0,1 0-1 0 0,0-1 1 0 0,0 1 0 0 0,0-1 0 0 0,0 0-1 0 0,1 0 1 0 0,-1 0 0 0 0,0-1 0 0 0,1 1 0 0 0,0-1-1 0 0,-1 0 1 0 0,1 0 0 0 0,0 0 0 0 0,-1 0-1 0 0,1-1 1 0 0,0 1 0 0 0,4-1 0 0 0,-2 0-43 0 0,0-1 1 0 0,0 0 0 0 0,0-1-1 0 0,0 1 1 0 0,0-1 0 0 0,-1 0-1 0 0,1 0 1 0 0,0-1-1 0 0,-1 0 1 0 0,0 0 0 0 0,1 0-1 0 0,-1-1 1 0 0,-1 1 0 0 0,1-1-1 0 0,6-7 1 0 0,-4 5 0 0 0,-1-1 1 0 0,-1 0-1 0 0,1 0 0 0 0,-1-1 1 0 0,0 1-1 0 0,0-1 1 0 0,-1 0-1 0 0,0-1 0 0 0,4-15 1 0 0,-6 20-11 0 0,-1-1 0 0 0,-1 0 1 0 0,1 1-1 0 0,-1-1 0 0 0,1 1 0 0 0,-1-1 1 0 0,-1 0-1 0 0,1 1 0 0 0,-1-1 0 0 0,0 1 1 0 0,0-1-1 0 0,0 1 0 0 0,0-1 0 0 0,-1 1 1 0 0,0-1-1 0 0,0 1 0 0 0,-3-5 0 0 0,3 5-4 0 0,-1 1 0 0 0,0 0 0 0 0,1 0 0 0 0,-1 0 0 0 0,0 0 0 0 0,-1 1 0 0 0,1-1 0 0 0,0 1-1 0 0,-1 0 1 0 0,1 0 0 0 0,-1 0 0 0 0,0 0 0 0 0,0 0 0 0 0,1 1 0 0 0,-1 0 0 0 0,0 0 0 0 0,0 0-1 0 0,0 0 1 0 0,-1 1 0 0 0,-3-1 0 0 0,-1 1-152 0 0,0 1 0 0 0,0 0 0 0 0,-1 0 0 0 0,1 0 0 0 0,0 1-1 0 0,1 1 1 0 0,-1 0 0 0 0,0 0 0 0 0,1 0 0 0 0,-13 8 0 0 0,15-8-183 0 0,0 1 0 0 0,1-1 1 0 0,-1 1-1 0 0,1 1 0 0 0,0-1 0 0 0,0 1 0 0 0,1 0 1 0 0,-1 0-1 0 0,1 0 0 0 0,0 0 0 0 0,0 1 1 0 0,1 0-1 0 0,0-1 0 0 0,0 1 0 0 0,-3 8 1 0 0,3 2-7345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3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75 5063 0 0,'-1'-3'173'0'0,"1"-1"0"0"0,0 0-1 0 0,0 1 1 0 0,0-1-1 0 0,0 1 1 0 0,0-1-1 0 0,1 0 1 0 0,0 1-1 0 0,-1-1 1 0 0,3-3 0 0 0,9-19 4290 0 0,-12 26-4327 0 0,0 0 0 0 0,1-1 0 0 0,-1 1 1 0 0,0-1-1 0 0,0 1 0 0 0,1 0 0 0 0,-1-1 0 0 0,1 1 1 0 0,-1 0-1 0 0,0-1 0 0 0,1 1 0 0 0,-1 0 0 0 0,1 0 1 0 0,-1-1-1 0 0,0 1 0 0 0,1 0 0 0 0,-1 0 1 0 0,1 0-1 0 0,-1 0 0 0 0,1-1 0 0 0,-1 1 0 0 0,1 0 1 0 0,-1 0-1 0 0,1 0 0 0 0,-1 0 0 0 0,1 0 0 0 0,0 0 1 0 0,0 1 102 0 0,1-1 1 0 0,-1 1-1 0 0,1-1 1 0 0,-1 1-1 0 0,0 0 1 0 0,1-1-1 0 0,-1 1 0 0 0,0 0 1 0 0,2 1-1 0 0,20 21 2081 0 0,-16-15-2081 0 0,-1 0 0 0 0,0 1 0 0 0,0 0 0 0 0,0 0 0 0 0,-1 0 0 0 0,-1 1 0 0 0,0 0 0 0 0,0 0 1 0 0,-1 0-1 0 0,0 0 0 0 0,2 15 0 0 0,-4-20-204 0 0,-1 1 0 0 0,1-1 0 0 0,-1 1 1 0 0,-1-1-1 0 0,1 0 0 0 0,-1 1 0 0 0,0-1 1 0 0,-2 8-1 0 0,2-9-9 0 0,-1-1 1 0 0,1 0 0 0 0,-1 0-1 0 0,0 0 1 0 0,0 0-1 0 0,0 0 1 0 0,0 0 0 0 0,0 0-1 0 0,-1-1 1 0 0,1 1-1 0 0,-1-1 1 0 0,0 0 0 0 0,-5 4-1 0 0,4-4-6 0 0,0 1-1 0 0,0-1 0 0 0,0 0 1 0 0,0 0-1 0 0,0-1 1 0 0,0 1-1 0 0,-1-1 1 0 0,1 0-1 0 0,0 0 0 0 0,-1 0 1 0 0,1-1-1 0 0,-1 0 1 0 0,-5 0-1 0 0,10 0-16 0 0,-1 0 0 0 0,1 0 0 0 0,0 0 0 0 0,0 0 0 0 0,-1 0 0 0 0,1 0 0 0 0,0 0 0 0 0,0 0 1 0 0,0 0-1 0 0,-1 0 0 0 0,1 0 0 0 0,0-1 0 0 0,0 1 0 0 0,0 0 0 0 0,-1 0 0 0 0,1 0 0 0 0,0 0 0 0 0,0 0 0 0 0,0-1 0 0 0,0 1 0 0 0,-1 0 0 0 0,1 0 0 0 0,0 0 0 0 0,0-1 0 0 0,0 1 0 0 0,0 0 0 0 0,0 0 0 0 0,0 0 0 0 0,0-1 0 0 0,0 1 0 0 0,1 4 54 0 0,-1-4-180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4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7 205 5527 0 0,'-7'4'16000'0'0,"15"6"-15688"0"0,1 0 1 0 0,0-1-1 0 0,12 11 0 0 0,-17-17-278 0 0,0 0 0 0 0,0 0 1 0 0,1 0-1 0 0,-1 0 0 0 0,1-1 0 0 0,-1 0 0 0 0,1 0 1 0 0,0 0-1 0 0,0-1 0 0 0,0 0 0 0 0,0 0 0 0 0,6 1 0 0 0,0-1-7 0 0,1-1 0 0 0,-1 0-1 0 0,0-1 1 0 0,0-1-1 0 0,0 1 1 0 0,0-2-1 0 0,-1 1 1 0 0,1-2-1 0 0,-1 1 1 0 0,1-1-1 0 0,-1-1 1 0 0,0 0-1 0 0,-1 0 1 0 0,1-1-1 0 0,-1 0 1 0 0,0-1 0 0 0,-1 0-1 0 0,1 0 1 0 0,12-15-1 0 0,-16 16-26 0 0,0 0 0 0 0,0-1 0 0 0,-1 1 0 0 0,0-1 0 0 0,0 0 0 0 0,0 0 0 0 0,4-14 0 0 0,-7 18 0 0 0,0-1 0 0 0,0 1 0 0 0,-1-1 0 0 0,1 1 0 0 0,-1-1 0 0 0,0 0 0 0 0,0 1 0 0 0,0-1 0 0 0,0 1 0 0 0,-1-1 0 0 0,1 1 0 0 0,-1-1 0 0 0,0 1 0 0 0,0-1 0 0 0,-1 1 0 0 0,1 0 0 0 0,-1-1 0 0 0,1 1 0 0 0,-5-5 0 0 0,3 4-2 0 0,0-1-1 0 0,-1 1 1 0 0,0 0-1 0 0,0 0 1 0 0,-1 0 0 0 0,1 1-1 0 0,-1-1 1 0 0,1 1-1 0 0,-1 0 1 0 0,0 0-1 0 0,0 1 1 0 0,0 0 0 0 0,-1-1-1 0 0,1 2 1 0 0,-1-1-1 0 0,1 1 1 0 0,-1 0 0 0 0,1 0-1 0 0,-1 0 1 0 0,0 1-1 0 0,-11 0 1 0 0,17 0 1 0 0,-9 0-1 0 0,0 1-1 0 0,0 0 1 0 0,0 0-1 0 0,-15 5 0 0 0,22-5 4 0 0,0 0-1 0 0,-1 0 0 0 0,1 1 0 0 0,0-1 0 0 0,0 0 0 0 0,0 1 0 0 0,0-1 0 0 0,0 1 1 0 0,0 0-1 0 0,0-1 0 0 0,1 1 0 0 0,-1 0 0 0 0,0 0 0 0 0,1 0 0 0 0,0 0 0 0 0,-1 1 1 0 0,1-1-1 0 0,0 0 0 0 0,0 0 0 0 0,0 1 0 0 0,0 3 0 0 0,-1 2 2 0 0,1 0 0 0 0,0 0 0 0 0,0 0 1 0 0,1 0-1 0 0,0 0 0 0 0,1-1 0 0 0,0 1 0 0 0,0 0 0 0 0,0 0 0 0 0,1 0 0 0 0,0 0 0 0 0,1-1 1 0 0,5 13-1 0 0,5 6 18 0 0,2-2 0 0 0,27 36 1 0 0,4 8 16 0 0,-22-28 104 0 0,79 143 294 0 0,-99-173-384 0 0,1 0 1 0 0,-1 0-1 0 0,4 18 0 0 0,-7-24-37 0 0,0 0-1 0 0,-1 0 0 0 0,1 0 0 0 0,-1 0 0 0 0,0 0 0 0 0,0 1 0 0 0,0-1 0 0 0,-1 0 0 0 0,1 0 0 0 0,-1 0 0 0 0,0 0 0 0 0,0 0 0 0 0,-2 4 0 0 0,1-5 0 0 0,0-1 0 0 0,0 1 1 0 0,0-1-1 0 0,0 1 0 0 0,0-1 0 0 0,-1 0 0 0 0,1 0 0 0 0,-1 0 1 0 0,1 0-1 0 0,-1 0 0 0 0,0 0 0 0 0,0-1 0 0 0,0 0 0 0 0,0 1 1 0 0,0-1-1 0 0,-5 1 0 0 0,-3 1 31 0 0,-1-1 1 0 0,0 0-1 0 0,-13 0 0 0 0,18-1-39 0 0,-1-1-1 0 0,0-1 1 0 0,1 1-1 0 0,-1-2 1 0 0,1 1-1 0 0,0-1 1 0 0,-1 0-1 0 0,1 0 0 0 0,0-1 1 0 0,0 0-1 0 0,0 0 1 0 0,1 0-1 0 0,-1-1 1 0 0,-11-9-1 0 0,2 4-763 0 0,13 7-276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5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 3679 0 0,'2'-4'4085'0'0,"7"3"2966"0"0,27-7-4467 0 0,-13 2-1580 0 0,1 1 0 0 0,-1 1 0 0 0,30-1 0 0 0,-46 5-2365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5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 4607 0 0,'0'0'531'0'0,"16"7"6461"0"0,-7-6-5194 0 0,-1-1 1 0 0,1 0-1 0 0,15-2 1 0 0,26-8 1232 0 0,-37 6-3209 0 0,1 2 1 0 0,-1-1-1 0 0,1 2 0 0 0,-1 0 0 0 0,17 0 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6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88 161 6911 0 0,'2'-4'396'0'0,"0"0"0"0"0,0 0-1 0 0,-1 0 1 0 0,1-1-1 0 0,0-5 1 0 0,-1-7 2261 0 0,-1 17-2501 0 0,0-1 0 0 0,0 1 0 0 0,0-1 0 0 0,0 1 0 0 0,-1-1 0 0 0,1 1 0 0 0,0-1 0 0 0,0 1 0 0 0,0 0 0 0 0,-1-1 0 0 0,1 1 0 0 0,0-1 0 0 0,-1 1 0 0 0,1 0 0 0 0,0-1 0 0 0,-1 1 0 0 0,1 0 0 0 0,0-1 0 0 0,-1 1 0 0 0,1 0 0 0 0,-1-1 0 0 0,1 1 0 0 0,-1 0 0 0 0,0 0 0 0 0,0-1-10 0 0,0 1 1 0 0,0 0 0 0 0,0 0-1 0 0,-1 0 1 0 0,1 1-1 0 0,0-1 1 0 0,0 0-1 0 0,0 0 1 0 0,0 1 0 0 0,0-1-1 0 0,0 0 1 0 0,0 1-1 0 0,0-1 1 0 0,0 1-1 0 0,0 0 1 0 0,0-1 0 0 0,0 1-1 0 0,0 0 1 0 0,0-1-1 0 0,0 1 1 0 0,0 0-1 0 0,0 1 1 0 0,-17 22 953 0 0,17-22-1040 0 0,-3 3 45 0 0,1 1 0 0 0,0 0 1 0 0,1 0-1 0 0,-1 0 1 0 0,1 1-1 0 0,0-1 1 0 0,1 1-1 0 0,0-1 0 0 0,0 1 1 0 0,0-1-1 0 0,1 1 1 0 0,0 0-1 0 0,0-1 1 0 0,2 12-1 0 0,-2-14-72 0 0,1-1 0 0 0,0 0-1 0 0,0 0 1 0 0,0 1 0 0 0,0-1 0 0 0,1 0-1 0 0,-1 0 1 0 0,1 0 0 0 0,0 0 0 0 0,-1-1-1 0 0,1 1 1 0 0,1 0 0 0 0,-1-1 0 0 0,0 1 0 0 0,1-1-1 0 0,-1 0 1 0 0,1 0 0 0 0,0 0 0 0 0,-1 0-1 0 0,1 0 1 0 0,0-1 0 0 0,0 1 0 0 0,0-1-1 0 0,1 0 1 0 0,-1 0 0 0 0,0 0 0 0 0,0 0-1 0 0,1 0 1 0 0,-1-1 0 0 0,6 1 0 0 0,-2-1-10 0 0,1-1 0 0 0,0 1 0 0 0,0-1 0 0 0,0 0 0 0 0,-1-1 0 0 0,1 0 0 0 0,-1 0 0 0 0,1-1 0 0 0,-1 0 0 0 0,0 0 0 0 0,0 0 0 0 0,0-1 0 0 0,0 0 0 0 0,-1-1 1 0 0,8-6-1 0 0,-7 5-16 0 0,1-1 1 0 0,-2 0 0 0 0,1 0-1 0 0,-1-1 1 0 0,0 0 0 0 0,-1 0 0 0 0,0 0-1 0 0,0-1 1 0 0,-1 1 0 0 0,0-1-1 0 0,6-18 1 0 0,-9 22-8 0 0,0-1 0 0 0,0 1 0 0 0,0-1 0 0 0,-1 0 0 0 0,1 1 0 0 0,-1-1 0 0 0,-1 1 0 0 0,1-1 0 0 0,-1 1 0 0 0,0-1 0 0 0,0 1 0 0 0,-1-1 0 0 0,1 1 0 0 0,-1 0 0 0 0,0-1 0 0 0,-1 1 0 0 0,1 0 0 0 0,-5-5 0 0 0,4 6 0 0 0,0 0 0 0 0,-1 0 0 0 0,1 1 0 0 0,-1-1 0 0 0,0 1 0 0 0,0 0 0 0 0,0 0 0 0 0,-1 0 0 0 0,1 0 0 0 0,-1 1 0 0 0,1 0 0 0 0,-1 0 0 0 0,0 0 0 0 0,0 1 0 0 0,0-1 0 0 0,0 1 0 0 0,0 0 0 0 0,0 1 0 0 0,0-1 0 0 0,-7 1 0 0 0,4 1 1 0 0,-1 0 0 0 0,0 0 0 0 0,0 1-1 0 0,1 0 1 0 0,-1 0 0 0 0,1 1 0 0 0,0 0 0 0 0,-1 1-1 0 0,1 0 1 0 0,1 0 0 0 0,-1 1 0 0 0,1 0 0 0 0,0 0-1 0 0,0 0 1 0 0,0 1 0 0 0,1 0 0 0 0,-1 1 0 0 0,-6 8-1 0 0,10-10-2 0 0,-1 1 0 0 0,1-1 0 0 0,0 0 0 0 0,0 1 0 0 0,0 0 0 0 0,1 0-1 0 0,0-1 1 0 0,0 1 0 0 0,0 0 0 0 0,1 1 0 0 0,-1 9 0 0 0,2-11-9 0 0,0 0 1 0 0,1 1 0 0 0,-1-1 0 0 0,1 0-1 0 0,0 0 1 0 0,0 0 0 0 0,1 0 0 0 0,0 0-1 0 0,0 0 1 0 0,0 0 0 0 0,0-1 0 0 0,1 1-1 0 0,-1-1 1 0 0,1 1 0 0 0,5 4-1 0 0,18 15-1201 0 0,-12-13-65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6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5063 0 0,'0'0'188'0'0,"1"0"0"0"0,0-1-1 0 0,0 1 1 0 0,0 0-1 0 0,0 1 1 0 0,0-1-1 0 0,0 0 1 0 0,0 0 0 0 0,0 0-1 0 0,-1 0 1 0 0,1 1-1 0 0,0-1 1 0 0,0 0-1 0 0,0 1 1 0 0,0-1-1 0 0,-1 1 1 0 0,1-1 0 0 0,0 1-1 0 0,0-1 1 0 0,-1 1-1 0 0,1-1 1 0 0,0 1-1 0 0,-1 0 1 0 0,1-1 0 0 0,-1 1-1 0 0,1 0 1 0 0,0 1-1 0 0,16 23 3453 0 0,-16-23-3372 0 0,3 5 131 0 0,0 2-1 0 0,0-1 0 0 0,-1 0 1 0 0,0 1-1 0 0,-1-1 0 0 0,0 1 1 0 0,0 0-1 0 0,0 0 0 0 0,-1 0 1 0 0,-1 0-1 0 0,0 13 0 0 0,0-17-208 0 0,-1 0-1 0 0,0 1 1 0 0,0-1-1 0 0,0 0 1 0 0,0 0-1 0 0,-1 0 1 0 0,0 0-1 0 0,0 0 1 0 0,0-1-1 0 0,0 1 1 0 0,-1-1-1 0 0,0 1 1 0 0,0-1 0 0 0,0 0-1 0 0,0 0 1 0 0,-1 0-1 0 0,0 0 1 0 0,1-1-1 0 0,-1 0 1 0 0,-9 6-1 0 0,2-6-871 0 0,11-3 625 0 0,0 0-1 0 0,0 0 1 0 0,-1 0 0 0 0,1 0-1 0 0,0 0 1 0 0,0 0 0 0 0,-1 0-1 0 0,1 0 1 0 0,0 0 0 0 0,0 0-1 0 0,0-1 1 0 0,0 1 0 0 0,-1 0-1 0 0,1 0 1 0 0,0 0 0 0 0,0 0-1 0 0,0 0 1 0 0,-1 0 0 0 0,1 0-1 0 0,0-1 1 0 0,0 1 0 0 0,0 0-1 0 0,0 0 1 0 0,0 0 0 0 0,0 0-1 0 0,-1-1 1 0 0,1 1-1 0 0,0 0 1 0 0,0 0 0 0 0,0 0-1 0 0,0-1 1 0 0,0 1 0 0 0,0 0-1 0 0,0 0 1 0 0,0 0 0 0 0,0-1-1 0 0,0 1 1 0 0,0 0 0 0 0,0 0-1 0 0,0 0 1 0 0,0-1 0 0 0,0 1-1 0 0,0 0 1 0 0,0 0 0 0 0,0-1-1 0 0,0 1 1 0 0,0 0 0 0 0,0 0-1 0 0,0 0 1 0 0,1 0 0 0 0,-1-1-1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6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 1839 0 0,'13'-36'1143'0'0,"2"2"8352"0"0,-24 57-3149 0 0,4-7-5058 0 0,-3 28 0 0 0,7-40-1200 0 0,1 0 0 0 0,-1 0 0 0 0,1-1 0 0 0,0 1 0 0 0,0 0 0 0 0,1 0 0 0 0,0 3 0 0 0,-1-6-72 0 0,1 0-1 0 0,-1 0 1 0 0,0-1 0 0 0,1 1-1 0 0,-1 0 1 0 0,1 0 0 0 0,-1 0 0 0 0,1-1-1 0 0,-1 1 1 0 0,1 0 0 0 0,0-1 0 0 0,-1 1-1 0 0,1 0 1 0 0,0-1 0 0 0,0 1 0 0 0,-1-1-1 0 0,1 1 1 0 0,0-1 0 0 0,0 1-1 0 0,0-1 1 0 0,0 0 0 0 0,-1 1 0 0 0,1-1-1 0 0,0 0 1 0 0,0 0 0 0 0,0 0 0 0 0,0 0-1 0 0,0 1 1 0 0,0-1 0 0 0,0-1 0 0 0,0 1-1 0 0,0 0 1 0 0,0 0 0 0 0,15-2 112 0 0,28-8 0 0 0,-29 7-104 0 0,0-1 0 0 0,23-1 0 0 0,-34 5-6 0 0,1 0 1 0 0,-1 0-1 0 0,1 0 1 0 0,-1 1-1 0 0,0 0 1 0 0,1 0 0 0 0,-1 0-1 0 0,1 0 1 0 0,-1 0-1 0 0,0 1 1 0 0,0 0 0 0 0,7 4-1 0 0,-8-3 4 0 0,0-1-1 0 0,-1 0 0 0 0,0 1 1 0 0,1-1-1 0 0,-1 1 1 0 0,0 0-1 0 0,0 0 0 0 0,-1-1 1 0 0,1 1-1 0 0,-1 1 1 0 0,1-1-1 0 0,-1 0 1 0 0,0 0-1 0 0,0 0 0 0 0,0 1 1 0 0,-1-1-1 0 0,1 0 1 0 0,-1 1-1 0 0,1-1 0 0 0,-1 1 1 0 0,-1-1-1 0 0,1 0 1 0 0,0 1-1 0 0,-2 4 1 0 0,1-2-4 0 0,0 1 1 0 0,-1-1-1 0 0,0 1 1 0 0,0-1-1 0 0,0 0 1 0 0,-1 0-1 0 0,0 0 0 0 0,0 0 1 0 0,-1 0-1 0 0,0-1 1 0 0,-6 9-1 0 0,4-10 13 0 0,1 1-1 0 0,-1-1 0 0 0,0 0 0 0 0,0 0 0 0 0,0-1 0 0 0,0 1 0 0 0,-1-1 0 0 0,0-1 0 0 0,1 1 0 0 0,-1-1 0 0 0,-12 2 0 0 0,15-3-35 0 0,0-1 0 0 0,-1 1 0 0 0,1-1-1 0 0,-1 0 1 0 0,1 0 0 0 0,-1 0 0 0 0,1-1-1 0 0,0 1 1 0 0,-1-1 0 0 0,1 0 0 0 0,0 0-1 0 0,-1-1 1 0 0,1 1 0 0 0,0-1 0 0 0,0 0-1 0 0,0 0 1 0 0,1-1 0 0 0,-1 1 0 0 0,-6-6-1 0 0,9 7-157 0 0,-1-1 0 0 0,1 0-1 0 0,-1 0 1 0 0,1 0 0 0 0,0 0-1 0 0,0 0 1 0 0,-1-2 0 0 0,-1-4-976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7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77 5527 0 0,'0'-1'396'0'0,"1"0"0"0"0,-1-1 0 0 0,0 1-1 0 0,1 0 1 0 0,-1 0 0 0 0,0 0 0 0 0,1 0 0 0 0,-1 0-1 0 0,1 0 1 0 0,0 0 0 0 0,-1 0 0 0 0,1 0-1 0 0,0 0 1 0 0,0 0 0 0 0,-1 0 0 0 0,1 0-1 0 0,0 1 1 0 0,0-1 0 0 0,0 0 0 0 0,0 0 0 0 0,0 1-1 0 0,0-1 1 0 0,0 1 0 0 0,0-1 0 0 0,3 0-1 0 0,2-1 890 0 0,1 0 0 0 0,0 0 0 0 0,8 0 0 0 0,-11 1-981 0 0,51-9 487 0 0,110-20 1436 0 0,-143 26-3307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39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 1375 0 0,'1'-4'-111'0'0,"-1"-2"761"0"0,0-1 0 0 0,1 1 0 0 0,0 0 0 0 0,1-1 0 0 0,-1 1 0 0 0,4-6 0 0 0,-4 10-465 0 0,-1 1 0 0 0,1 0 0 0 0,0 0-1 0 0,0-1 1 0 0,-1 1 0 0 0,1 0 0 0 0,0 0-1 0 0,0 0 1 0 0,0 0 0 0 0,1 0-1 0 0,-1 1 1 0 0,0-1 0 0 0,0 0 0 0 0,0 0-1 0 0,1 1 1 0 0,-1-1 0 0 0,0 1 0 0 0,1-1-1 0 0,-1 1 1 0 0,0-1 0 0 0,1 1 0 0 0,-1 0-1 0 0,1 0 1 0 0,-1 0 0 0 0,0 0-1 0 0,1 0 1 0 0,-1 0 0 0 0,1 0 0 0 0,-1 0-1 0 0,1 0 1 0 0,-1 1 0 0 0,0-1 0 0 0,3 1-1 0 0,5 2 321 0 0,0 1-1 0 0,0-1 1 0 0,-1 1-1 0 0,1 1 0 0 0,-1 0 1 0 0,0 0-1 0 0,0 0 1 0 0,0 1-1 0 0,6 7 1 0 0,-8-8-290 0 0,-1 1 0 0 0,0-1 1 0 0,0 1-1 0 0,-1 0 0 0 0,1 0 1 0 0,-1 0-1 0 0,-1 1 0 0 0,1-1 1 0 0,-1 1-1 0 0,0 0 0 0 0,-1 0 1 0 0,2 9-1 0 0,-3-14-148 0 0,-1 0 0 0 0,0 0-1 0 0,0 0 1 0 0,0 0 0 0 0,0 0 0 0 0,0 0 0 0 0,0 0-1 0 0,0 0 1 0 0,-1 0 0 0 0,1 0 0 0 0,-1 0-1 0 0,0 0 1 0 0,0 0 0 0 0,1 0 0 0 0,-1 0-1 0 0,0 0 1 0 0,-1-1 0 0 0,1 1 0 0 0,0 0-1 0 0,0-1 1 0 0,-1 1 0 0 0,1-1 0 0 0,-1 1-1 0 0,-2 2 1 0 0,-5 1 119 0 0,1 0 0 0 0,-1 0 1 0 0,1-1-1 0 0,-14 4 0 0 0,15-5-179 0 0,-1 0 1 0 0,1 1-1 0 0,-1-1 1 0 0,-6 6-1 0 0,13-8-104 0 0,1-1 0 0 0,0 0 0 0 0,0 0-1 0 0,-1 0 1 0 0,1 1 0 0 0,0-1 0 0 0,0 0-1 0 0,0 0 1 0 0,-1 0 0 0 0,1 1-1 0 0,0-1 1 0 0,0 0 0 0 0,0 0 0 0 0,0 1-1 0 0,0-1 1 0 0,0 0 0 0 0,-1 1-1 0 0,1-1 1 0 0,0 0 0 0 0,0 0 0 0 0,0 1-1 0 0,0-1 1 0 0,0 0 0 0 0,0 1 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40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89 4143 0 0,'0'-1'61'0'0,"1"0"0"0"0,-1 1 0 0 0,1-1 0 0 0,-1 0 0 0 0,1 0 0 0 0,-1 0 0 0 0,0 0 0 0 0,1 0 0 0 0,-1 1 0 0 0,0-1 0 0 0,0 0-1 0 0,1 0 1 0 0,-1 0 0 0 0,0 0 0 0 0,0 0 0 0 0,0 0 0 0 0,0 0 0 0 0,0-1 0 0 0,-3-24 2035 0 0,2 15-1051 0 0,1 7-425 0 0,0 1-180 0 0,0 0 0 0 0,0 1 0 0 0,-1-1 0 0 0,1 1 1 0 0,0-1-1 0 0,-1 1 0 0 0,0-1 0 0 0,1 1 0 0 0,-3-5 0 0 0,3 7-332 0 0,-1 0-1 0 0,1 1 0 0 0,0-1 0 0 0,0 0 1 0 0,-1 0-1 0 0,1 0 0 0 0,0 1 0 0 0,0-1 1 0 0,-1 0-1 0 0,1 0 0 0 0,0 1 0 0 0,0-1 1 0 0,0 0-1 0 0,-1 0 0 0 0,1 1 0 0 0,0-1 1 0 0,0 0-1 0 0,0 0 0 0 0,0 1 0 0 0,0-1 1 0 0,0 0-1 0 0,0 1 0 0 0,0-1 0 0 0,0 0 1 0 0,0 1-1 0 0,0-1 0 0 0,0 0 1 0 0,0 1-1 0 0,0-1 0 0 0,-2 14 849 0 0,2 0-270 0 0,0 0 0 0 0,1 0 1 0 0,5 24-1 0 0,-1-2 183 0 0,4 35-524 0 0,-4 1 0 0 0,-3 0-1 0 0,-3-1 1 0 0,-3 1-1 0 0,-14 74 1 0 0,12-123-273 0 0,2 0 0 0 0,1 1 0 0 0,1-1 0 0 0,1 0 0 0 0,2 39 0 0 0,3-53-372 0 0,0-11-430 0 0,4-13-998 0 0,-7 9 270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40.9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1 349 455 0 0,'2'-26'-173'0'0,"1"-19"2885"0"0,2 0 1 0 0,15-59-1 0 0,-18 97-2297 0 0,0 1 0 0 0,1 0 0 0 0,0 0 0 0 0,0 0 0 0 0,0 0 1 0 0,1 0-1 0 0,0 0 0 0 0,0 1 0 0 0,1 0 0 0 0,-1 0 0 0 0,1 0 0 0 0,0 0 0 0 0,0 1 0 0 0,1 0 0 0 0,-1 0 0 0 0,1 0 0 0 0,8-3 0 0 0,-2 2 165 0 0,0-1 1 0 0,1 2-1 0 0,0 0 1 0 0,0 0-1 0 0,1 1 1 0 0,-1 1-1 0 0,25-1 1 0 0,-33 2-472 0 0,0 1 0 0 0,1 0 0 0 0,-1 1-1 0 0,0-1 1 0 0,0 1 0 0 0,1 0 0 0 0,-1 0 0 0 0,0 1 0 0 0,0 0 0 0 0,0 0 0 0 0,7 3-1 0 0,-10-3-90 0 0,-1-1-1 0 0,1 0 0 0 0,0 1 0 0 0,0 0 0 0 0,-1-1 1 0 0,1 1-1 0 0,-1 0 0 0 0,0 0 0 0 0,1-1 1 0 0,-1 1-1 0 0,0 0 0 0 0,0 0 0 0 0,0 1 0 0 0,0-1 1 0 0,-1 0-1 0 0,1 0 0 0 0,0 0 0 0 0,-1 1 0 0 0,0-1 1 0 0,1 0-1 0 0,-1 0 0 0 0,0 1 0 0 0,0-1 0 0 0,0 0 1 0 0,-1 0-1 0 0,1 1 0 0 0,0-1 0 0 0,-1 0 0 0 0,0 3 0 0 0,-2 2-1 0 0,1 0-1 0 0,-1 0 1 0 0,0-1-1 0 0,-1 1 0 0 0,0 0 1 0 0,0-1-1 0 0,0 0 0 0 0,-1 0 1 0 0,0 0-1 0 0,0-1 0 0 0,-9 8 1 0 0,3-3 53 0 0,0-2 1 0 0,-1 1 0 0 0,0-2 0 0 0,-1 0-1 0 0,-15 7 1 0 0,23-13 34 0 0,13-5-24 0 0,-1 4-80 0 0,1 0 0 0 0,-1 1 0 0 0,0-1 0 0 0,1 1 0 0 0,-1 1 0 0 0,0-1 0 0 0,0 1 0 0 0,0 1 0 0 0,0-1 0 0 0,0 1 0 0 0,0 0 0 0 0,-1 1 0 0 0,11 7 0 0 0,-8-5 0 0 0,0 0 0 0 0,-1 1 0 0 0,0 0 0 0 0,-1 1 0 0 0,0-1 0 0 0,0 1 0 0 0,0 1 0 0 0,-1 0 0 0 0,5 9 0 0 0,-8-13 11 0 0,-1 0 0 0 0,0 1 0 0 0,0-1 0 0 0,0 1 0 0 0,-1-1-1 0 0,0 1 1 0 0,0 0 0 0 0,0 0 0 0 0,-1-1 0 0 0,1 1 0 0 0,-2 9 0 0 0,1-13-6 0 0,-1 0 1 0 0,1 1 0 0 0,-1-1-1 0 0,1 0 1 0 0,-1 0 0 0 0,0 0-1 0 0,0 0 1 0 0,0 0 0 0 0,0 0-1 0 0,0 0 1 0 0,0 0 0 0 0,0 0-1 0 0,-1 0 1 0 0,1-1 0 0 0,-1 1-1 0 0,1-1 1 0 0,-1 1 0 0 0,0-1-1 0 0,0 1 1 0 0,1-1 0 0 0,-1 0-1 0 0,0 0 1 0 0,0 0 0 0 0,0 0-1 0 0,0 0 1 0 0,0 0 0 0 0,-1-1-1 0 0,1 1 1 0 0,0-1-1 0 0,0 1 1 0 0,0-1 0 0 0,-4 0-1 0 0,0 0 56 0 0,0 0 1 0 0,-1 0-1 0 0,1-1 0 0 0,0 0 0 0 0,-1 0 0 0 0,1-1 0 0 0,0 0 0 0 0,-8-3 0 0 0,9 3-53 0 0,1 0 0 0 0,0 0 1 0 0,0 0-1 0 0,0-1 1 0 0,0 1-1 0 0,0-1 1 0 0,1 0-1 0 0,-1-1 0 0 0,1 1 1 0 0,0 0-1 0 0,0-1 1 0 0,-3-4-1 0 0,6 8-10 0 0,-1-1 1 0 0,1 1-1 0 0,0 0 1 0 0,0 0-1 0 0,0 0 0 0 0,-1-1 1 0 0,1 1-1 0 0,0 0 0 0 0,0 0 1 0 0,0-1-1 0 0,0 1 1 0 0,0 0-1 0 0,0 0 0 0 0,0-1 1 0 0,0 1-1 0 0,0 0 0 0 0,-1-1 1 0 0,1 1-1 0 0,0 0 1 0 0,0 0-1 0 0,0-1 0 0 0,1 1 1 0 0,-1 0-1 0 0,0 0 0 0 0,0-1 1 0 0,0 1-1 0 0,0 0 1 0 0,0-1-1 0 0,0 1 0 0 0,0 0 1 0 0,0 0-1 0 0,0 0 0 0 0,1-1 1 0 0,-1 1-1 0 0,0 0 0 0 0,0 0 1 0 0,0-1-1 0 0,1 1 1 0 0,-1 0-1 0 0,0 0 0 0 0,0 0 1 0 0,0 0-1 0 0,1-1 0 0 0,-1 1 1 0 0,0 0-1 0 0,0 0 1 0 0,1 0-1 0 0,-1 0 0 0 0,16-2-4212 0 0,-3 3-6036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41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41 1839 0 0,'12'-14'437'0'0,"-9"12"459"0"0,0 0-1 0 0,1 0 0 0 0,-1 1 0 0 0,1-1 1 0 0,-1 1-1 0 0,1 0 0 0 0,0 0 0 0 0,6 0 1 0 0,-5-1-437 0 0,23-2 3270 0 0,30-3 1 0 0,-30 6-1705 0 0,29 3 1 0 0,-56-2-2011 0 0,1 0-1 0 0,-1 0 1 0 0,0 0 0 0 0,0 0-1 0 0,0 0 1 0 0,0 0-1 0 0,0 0 1 0 0,0 1 0 0 0,0-1-1 0 0,0 0 1 0 0,0 1 0 0 0,-1-1-1 0 0,1 1 1 0 0,0-1-1 0 0,0 1 1 0 0,0-1 0 0 0,0 1-1 0 0,0 0 1 0 0,-1-1-1 0 0,1 1 1 0 0,0 0 0 0 0,-1 0-1 0 0,1-1 1 0 0,0 1 0 0 0,0 1-1 0 0,-1-1-3 0 0,0 0 0 0 0,0 0 1 0 0,0 0-1 0 0,0 0 0 0 0,0 0 0 0 0,0 0 0 0 0,-1 1 0 0 0,1-1 1 0 0,0 0-1 0 0,0 0 0 0 0,-1 0 0 0 0,1 0 0 0 0,-1-1 1 0 0,1 1-1 0 0,-1 0 0 0 0,1 0 0 0 0,-1 0 0 0 0,0 0 0 0 0,1 0 1 0 0,-1-1-1 0 0,0 1 0 0 0,0 0 0 0 0,-1 1 0 0 0,-34 25 105 0 0,27-22-70 0 0,2 1 1 0 0,-1 0-1 0 0,0 0 0 0 0,1 1 1 0 0,0 0-1 0 0,-8 10 0 0 0,15-17-37 0 0,0 0 0 0 0,0 1-1 0 0,-1-1 1 0 0,1 0 0 0 0,0 0 0 0 0,0 1-1 0 0,0-1 1 0 0,0 0 0 0 0,-1 1 0 0 0,1-1 0 0 0,0 0-1 0 0,0 0 1 0 0,0 1 0 0 0,0-1 0 0 0,0 0-1 0 0,0 1 1 0 0,0-1 0 0 0,0 0 0 0 0,0 1-1 0 0,0-1 1 0 0,0 0 0 0 0,0 1 0 0 0,0-1-1 0 0,0 0 1 0 0,0 1 0 0 0,0-1 0 0 0,0 0-1 0 0,0 1 1 0 0,0-1 0 0 0,0 0 0 0 0,1 1 0 0 0,-1-1-1 0 0,11 3 186 0 0,16-8 19 0 0,4-4-105 0 0,28-7 88 0 0,-49 16-157 0 0,-10 0-85 0 0,0 0 0 0 0,1 0-1 0 0,-1 0 1 0 0,0 0 0 0 0,0 0 0 0 0,0 0 0 0 0,0 0-1 0 0,1 0 1 0 0,-1 0 0 0 0,0 0 0 0 0,0 0 0 0 0,0 0-1 0 0,0 0 1 0 0,1 0 0 0 0,-1 0 0 0 0,0 0 0 0 0,0 1-1 0 0,0-1 1 0 0,0 0 0 0 0,0 0 0 0 0,0 0-1 0 0,1 0 1 0 0,-1 0 0 0 0,0 0 0 0 0,0 1 0 0 0,0-1-1 0 0,0 0 1 0 0,0 0 0 0 0,0 0 0 0 0,0 0 0 0 0,0 0-1 0 0,0 1 1 0 0,0-1 0 0 0,0 0 0 0 0,0 0 0 0 0,0 0-1 0 0,0 0 1 0 0,0 1 0 0 0,0-1 0 0 0,0 0-1 0 0,0 0 1 0 0,0 0 0 0 0,0 0 0 0 0,0 1 0 0 0,0-1-1 0 0,0 0 1 0 0,0 0 0 0 0,0 0 0 0 0,0 0 0 0 0,0 1-1 0 0,0-1 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42.3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4143 0 0,'1'-1'182'0'0,"0"0"0"0"0,-1 1 0 0 0,1-1-1 0 0,0 0 1 0 0,-1 0 0 0 0,1 0-1 0 0,-1 1 1 0 0,1-1 0 0 0,-1 0 0 0 0,1 0-1 0 0,-1 0 1 0 0,0 0 0 0 0,0 0-1 0 0,1 0 1 0 0,-1 0 0 0 0,0 0-1 0 0,0 0 1 0 0,0 0 0 0 0,0 0 0 0 0,0-1-1 0 0,2-11 2447 0 0,-2 11-2467 0 0,5-12 5310 0 0,-1 13-2393 0 0,1 8-1756 0 0,0 5-1017 0 0,0 0 0 0 0,0 1 0 0 0,-2-1-1 0 0,1 1 1 0 0,-2 0 0 0 0,0 0 0 0 0,0 0 0 0 0,-1 0-1 0 0,-1 0 1 0 0,-1 13 0 0 0,-3 16-387 0 0,-17 72 1 0 0,7-49 138 0 0,11-44-78 0 0,3-20-139 0 0,0 0 0 0 0,0 0 1 0 0,0 0-1 0 0,0 0 0 0 0,0 0 1 0 0,0 0-1 0 0,1 0 0 0 0,-1 0 1 0 0,0 0-1 0 0,0 0 0 0 0,1 0 1 0 0,-1-1-1 0 0,1 1 0 0 0,-1 0 1 0 0,0 0-1 0 0,1 0 0 0 0,0 0 1 0 0,0 0-1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42.7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96 3679 0 0,'0'0'221'0'0,"1"1"0"0"0,-1-1 0 0 0,1 0-1 0 0,0 0 1 0 0,-1 1 0 0 0,1-1 0 0 0,-1 0-1 0 0,1 1 1 0 0,-1-1 0 0 0,1 1 0 0 0,-1-1-1 0 0,0 1 1 0 0,1-1 0 0 0,-1 1 0 0 0,1-1-1 0 0,-1 1 1 0 0,0-1 0 0 0,0 1 0 0 0,1 0-1 0 0,-1 0 1 0 0,10 16 3723 0 0,-9-15-3601 0 0,36 62 6741 0 0,-28-51-6400 0 0,0-1 1 0 0,1 0 0 0 0,11 11 0 0 0,-17-18-640 0 0,1-1 1 0 0,-1 0-1 0 0,1 0 0 0 0,-1-1 0 0 0,1 1 1 0 0,0-1-1 0 0,1 0 0 0 0,-1-1 0 0 0,0 1 1 0 0,1-1-1 0 0,0 0 0 0 0,-1 0 0 0 0,1-1 1 0 0,0 0-1 0 0,0 0 0 0 0,0 0 0 0 0,0 0 1 0 0,0-1-1 0 0,0 0 0 0 0,0-1 0 0 0,0 1 1 0 0,0-1-1 0 0,7-2 0 0 0,-8 1-30 0 0,0 1 0 0 0,0-1 0 0 0,-1 0 0 0 0,1-1 0 0 0,0 1 0 0 0,-1-1 0 0 0,0 0 0 0 0,1 0 0 0 0,-1 0 0 0 0,0 0 0 0 0,-1-1 0 0 0,1 0 0 0 0,-1 0 0 0 0,1 0 0 0 0,-1 0 0 0 0,0 0 0 0 0,-1-1 0 0 0,1 1 0 0 0,-1-1 0 0 0,0 0 0 0 0,0 0 0 0 0,0 0-1 0 0,-1 0 1 0 0,0 0 0 0 0,1 0 0 0 0,-2 0 0 0 0,1 0 0 0 0,-1 0 0 0 0,0-1 0 0 0,0 1 0 0 0,0 0 0 0 0,-1 0 0 0 0,0 0 0 0 0,-1-7 0 0 0,-1 3-7 0 0,1 1-1 0 0,-2-1 1 0 0,1 1-1 0 0,-1-1 1 0 0,0 1-1 0 0,-1 0 1 0 0,0 1 0 0 0,0-1-1 0 0,-1 1 1 0 0,0 0-1 0 0,0 0 1 0 0,-14-11-1 0 0,15 14-5 0 0,0 1 0 0 0,0 0 0 0 0,0 0 0 0 0,0 1 0 0 0,0-1 0 0 0,0 1 0 0 0,-1 0 0 0 0,1 0-1 0 0,-1 1 1 0 0,0 0 0 0 0,1 0 0 0 0,-1 0 0 0 0,0 0 0 0 0,0 1 0 0 0,0 0 0 0 0,1 1 0 0 0,-1-1 0 0 0,0 1-1 0 0,0 0 1 0 0,1 0 0 0 0,-10 4 0 0 0,4-1 7 0 0,1 0 0 0 0,-18 11 1 0 0,24-12-26 0 0,0-1 1 0 0,0 1 0 0 0,1 0-1 0 0,0 0 1 0 0,-1 0 0 0 0,1 0-1 0 0,0 1 1 0 0,1-1-1 0 0,-1 1 1 0 0,-2 4 0 0 0,4-7-37 0 0,1 0 1 0 0,-1 0-1 0 0,1 0 0 0 0,0 0 1 0 0,-1 0-1 0 0,1 0 1 0 0,0 0-1 0 0,0 1 1 0 0,0-1-1 0 0,0 2 0 0 0,3 7-6431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43.0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 5983 0 0,'1'-2'314'0'0,"0"0"-1"0"0,1 0 1 0 0,-1 0-1 0 0,0 0 0 0 0,1 0 1 0 0,0 0-1 0 0,-1 1 0 0 0,1-1 1 0 0,0 0-1 0 0,0 1 1 0 0,0 0-1 0 0,0-1 0 0 0,0 1 1 0 0,0 0-1 0 0,0 0 0 0 0,4-1 1 0 0,5-2 1780 0 0,0 1 1 0 0,14-3 0 0 0,-8 3-1219 0 0,31-7 1456 0 0,73-6 0 0 0,-120 15-2324 0 0,0 1 1 0 0,0 0-1 0 0,0 0 0 0 0,0 0 1 0 0,0 1-1 0 0,0-1 0 0 0,0 0 1 0 0,1 0-1 0 0,-1 0 0 0 0,0 1 0 0 0,1 0 1 0 0,-2-1-57 0 0,1 0-1 0 0,-1 0 1 0 0,0 1 0 0 0,0-1 0 0 0,0 0-1 0 0,1 0 1 0 0,-1 1 0 0 0,0-1 0 0 0,0 0 0 0 0,0 0-1 0 0,0 1 1 0 0,0-1 0 0 0,0 0 0 0 0,0 1-1 0 0,0-1 1 0 0,1 0 0 0 0,-1 0 0 0 0,0 1 0 0 0,0-1-1 0 0,0 0 1 0 0,0 1 0 0 0,0-1 0 0 0,-1 0-1 0 0,1 0 1 0 0,0 1 0 0 0,0-1 0 0 0,0 0 0 0 0,0 0-1 0 0,0 1 1 0 0,0-1 0 0 0,0 0 0 0 0,0 1-1 0 0,-1-1 1 0 0,1 0 0 0 0,0 0 0 0 0,0 0 0 0 0,0 1-1 0 0,-1-1 1 0 0,1 0 0 0 0,0 0 0 0 0,0 0-1 0 0,0 1 1 0 0,-1-1 0 0 0,1 0 0 0 0,-1 0 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44.2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83 1839 0 0,'0'0'-13'0'0,"6"-31"1083"0"0,-5 24 182 0 0,1 1 0 0 0,0-1 1 0 0,0 1-1 0 0,1 0 0 0 0,3-7 0 0 0,-6 12-1123 0 0,0 1 0 0 0,0 0-1 0 0,0-1 1 0 0,1 1 0 0 0,-1 0 0 0 0,0 0 0 0 0,0-1 0 0 0,0 1 0 0 0,0 0 0 0 0,1 0 0 0 0,-1-1 0 0 0,0 1 0 0 0,0 0-1 0 0,0 0 1 0 0,1-1 0 0 0,-1 1 0 0 0,0 0 0 0 0,0 0 0 0 0,1 0 0 0 0,-1 0 0 0 0,0-1 0 0 0,1 1 0 0 0,-1 0 0 0 0,0 0 0 0 0,1 0-1 0 0,-1 0 1 0 0,0 0 0 0 0,0 0 0 0 0,1 0 0 0 0,-1 0 0 0 0,1 0 0 0 0,3 9 2301 0 0,-2 14-371 0 0,-4-8-1654 0 0,0 0-1 0 0,-1 0 1 0 0,-1-1-1 0 0,0 1 1 0 0,-1-1 0 0 0,-11 21-1 0 0,-50 77 108 0 0,59-100-395 0 0,4-8-84 0 0,1-2-3 0 0,1 1-1 0 0,-1-1 1 0 0,1 1 0 0 0,-1 0-1 0 0,1 0 1 0 0,-2 4-1 0 0,25-13 102 0 0,-6 1-121 0 0,0 2-1 0 0,0 0 1 0 0,28-1-1 0 0,-23 2 4 0 0,29-5 0 0 0,-48 7-11 0 0,1 0-1 0 0,-1-1 1 0 0,0 1-1 0 0,0-1 1 0 0,0 0 0 0 0,0 0-1 0 0,0 0 1 0 0,0 0-1 0 0,0 0 1 0 0,0 0-1 0 0,0 0 1 0 0,0 0-1 0 0,-1-1 1 0 0,1 1 0 0 0,0-1-1 0 0,-1 0 1 0 0,0 1-1 0 0,1-1 1 0 0,-1 0-1 0 0,0 0 1 0 0,0 0-1 0 0,0 1 1 0 0,0-2 0 0 0,0 1-1 0 0,0 0 1 0 0,0 0-1 0 0,-1 0 1 0 0,1 0-1 0 0,-1 0 1 0 0,0 0 0 0 0,1-1-1 0 0,-1 1 1 0 0,0 0-1 0 0,0 0 1 0 0,0 0-1 0 0,-1-1 1 0 0,1 1-1 0 0,-1 0 1 0 0,1 0 0 0 0,-2-3-1 0 0,-2-4-3 0 0,0 9 0 0 0,-5 14 18 0 0,8-12-12 0 0,-4 10 139 0 0,1-1-1 0 0,0 1 1 0 0,-2 13-1 0 0,-5 16 232 0 0,3-18-329 0 0,-6 15-612 0 0,-8 43 1 0 0,17-61-7594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54.5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41 1407 0 0,'-10'-11'128'0'0,"10"11"-128"0"0,-2-3 0 0 0,-1 1 0 0 0,0-1 0 0 0,0 1 0 0 0,0-1 0 0 0,0 1 0 0 0,0 0 0 0 0,-1 0 0 0 0,1 0 0 0 0,-1 1 0 0 0,1-1 0 0 0,-1 1 0 0 0,1 0 0 0 0,-1 0 0 0 0,0 0 0 0 0,-4 0 0 0 0,-29 2 902 0 0,-42 7-1 0 0,75-7-759 0 0,0 0 0 0 0,-1 0 0 0 0,1 1 0 0 0,0-1 1 0 0,0 1-1 0 0,0 0 0 0 0,1 0 0 0 0,-1 0 0 0 0,0 1 0 0 0,1-1 0 0 0,-1 1 0 0 0,1 0 0 0 0,-4 4 0 0 0,3-2-104 0 0,0-1-1 0 0,0 1 1 0 0,1 0-1 0 0,0 0 1 0 0,0 0-1 0 0,0 0 1 0 0,1 1-1 0 0,0-1 1 0 0,-2 8-1 0 0,3-12 6 0 0,1 0 1 0 0,0 0-1 0 0,-1-1 1 0 0,1 1-1 0 0,0 0 0 0 0,0 0 1 0 0,0 0-1 0 0,0-1 0 0 0,-1 1 1 0 0,1 0-1 0 0,0 0 0 0 0,0 0 1 0 0,1 0-1 0 0,-1-1 0 0 0,0 1 1 0 0,0 0-1 0 0,0 0 1 0 0,0 0-1 0 0,1-1 0 0 0,-1 1 1 0 0,0 0-1 0 0,1 0 0 0 0,-1-1 1 0 0,1 1-1 0 0,-1 0 0 0 0,1-1 1 0 0,-1 1-1 0 0,1 0 0 0 0,-1-1 1 0 0,1 1-1 0 0,0-1 1 0 0,-1 1-1 0 0,1-1 0 0 0,0 1 1 0 0,-1-1-1 0 0,1 0 0 0 0,0 1 1 0 0,0-1-1 0 0,-1 0 0 0 0,1 0 1 0 0,0 1-1 0 0,0-1 1 0 0,0 0-1 0 0,-1 0 0 0 0,1 0 1 0 0,0 0-1 0 0,0 0 0 0 0,0 0 1 0 0,1 0-1 0 0,6-1 273 0 0,-1 0-1 0 0,1 0 1 0 0,-1-1 0 0 0,11-3 0 0 0,-9 2-422 0 0,41-11 685 0 0,1 2 0 0 0,66-6-1 0 0,108-18-298 0 0,-87 10-176 0 0,-137 26-104 0 0,27-3 0 0 0,-27 3 0 0 0,0 0 0 0 0,0 0 0 0 0,0 0 0 0 0,0 0 0 0 0,0 0 0 0 0,0 0 0 0 0,0 0 0 0 0,0 1 0 0 0,0-1 0 0 0,0 0 0 0 0,0 0 0 0 0,0 1 0 0 0,0-1 0 0 0,0 1 0 0 0,0-1 0 0 0,0 1 0 0 0,0-1 0 0 0,0 1 0 0 0,-1-1 0 0 0,1 1 0 0 0,0 0 0 0 0,-1 0 0 0 0,2 0 0 0 0,-2 0-184 0 0,0 1 0 0 0,0-1 0 0 0,-1 0-1 0 0,1 0 1 0 0,0 1 0 0 0,0-1 0 0 0,-1 0-1 0 0,1 0 1 0 0,-1 0 0 0 0,1 0 0 0 0,-1 0-1 0 0,1 1 1 0 0,-1-1 0 0 0,0 0 0 0 0,-1 1-1 0 0,2-2-20 0 0,-9 11-3370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27.6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30 184 6911 0 0,'0'-5'277'0'0,"-1"0"0"0"0,0 0 0 0 0,0 0-1 0 0,0 1 1 0 0,-1-1 0 0 0,-2-6 0 0 0,2 6 903 0 0,0 0 0 0 0,1 1 1 0 0,-1-1-1 0 0,1 0 1 0 0,0 0-1 0 0,0-7 0 0 0,1 12-1134 0 0,0 0-1 0 0,0 0 1 0 0,0 0-1 0 0,0 0 0 0 0,0 0 1 0 0,0 0-1 0 0,0 0 1 0 0,0 0-1 0 0,0-1 1 0 0,0 1-1 0 0,0 0 0 0 0,0 0 1 0 0,0 0-1 0 0,0 0 1 0 0,0 0-1 0 0,0 0 1 0 0,0 0-1 0 0,0 0 0 0 0,0 0 1 0 0,0 0-1 0 0,1 0 1 0 0,-1 0-1 0 0,0 0 1 0 0,0 0-1 0 0,0-1 1 0 0,0 1-1 0 0,0 0 0 0 0,0 0 1 0 0,0 0-1 0 0,0 0 1 0 0,0 0-1 0 0,0 0 1 0 0,0 0-1 0 0,1 0 0 0 0,-1 0 1 0 0,0 0-1 0 0,0 0 1 0 0,0 0-1 0 0,0 0 1 0 0,0 0-1 0 0,0 0 0 0 0,0 0 1 0 0,0 0-1 0 0,0 0 1 0 0,0 0-1 0 0,1 0 1 0 0,-1 0-1 0 0,0 0 1 0 0,6 4 978 0 0,5 3-341 0 0,5 11-200 0 0,-1 0-1 0 0,0 1 1 0 0,14 26 0 0 0,56 106 292 0 0,24 40-391 0 0,-107-188-370 0 0,0 0 0 0 0,-1 0-1 0 0,1-1 1 0 0,0 1 0 0 0,1 0-1 0 0,2 2 1 0 0,-5-5-11 0 0,1 1-1 0 0,-1-1 1 0 0,0 0-1 0 0,0 0 1 0 0,1 1-1 0 0,-1-1 1 0 0,0 0-1 0 0,1 0 1 0 0,-1 0 0 0 0,0 0-1 0 0,1 0 1 0 0,-1 0-1 0 0,0 1 1 0 0,1-1-1 0 0,-1 0 1 0 0,1 0-1 0 0,-1 0 1 0 0,0 0-1 0 0,1 0 1 0 0,-1 0-1 0 0,0 0 1 0 0,1-1 0 0 0,-1 1-1 0 0,0 0 1 0 0,1 0-1 0 0,0-1 0 0 0,-1 1 0 0 0,1-1 0 0 0,0 1 0 0 0,-1-1 0 0 0,1 0-1 0 0,-1 1 1 0 0,1-1 0 0 0,-1 0 0 0 0,0 0 0 0 0,1 1 0 0 0,-1-1 0 0 0,0 0 0 0 0,1 0-1 0 0,-1 0 1 0 0,0-1 0 0 0,6-26 16 0 0,2-44-1 0 0,3-16 12 0 0,12-57-11 0 0,4-20 4 0 0,-25 158-22 0 0,0 2 0 0 0,-1-1 0 0 0,0 1 0 0 0,0-1 0 0 0,0 1 0 0 0,-1-1 0 0 0,1 0 0 0 0,-2-7 0 0 0,1 12 0 0 0,-1 1 0 0 0,1-1 0 0 0,0 1 0 0 0,-1-1 0 0 0,1 1 0 0 0,0 0 0 0 0,-1-1 0 0 0,1 1 0 0 0,-1-1 0 0 0,1 1 0 0 0,-1 0 0 0 0,1 0 0 0 0,0-1 0 0 0,-1 1 0 0 0,1 0 0 0 0,-1 0 0 0 0,0 0 0 0 0,1-1 0 0 0,-1 1 0 0 0,1 0 0 0 0,-1 0 0 0 0,1 0 0 0 0,-1 0 0 0 0,1 0 0 0 0,-1 0 0 0 0,1 0 0 0 0,-1 0 0 0 0,0 0 0 0 0,1 0 0 0 0,-1 0 0 0 0,1 1 0 0 0,-1-1 0 0 0,1 0 0 0 0,-1 0 0 0 0,1 1 0 0 0,-1-1 0 0 0,-24 11 0 0 0,21-9 0 0 0,-77 40-2 0 0,-13 8 2 0 0,80-44 3 0 0,-1 0 1 0 0,0-1-1 0 0,1-1 0 0 0,-28 5 1 0 0,36-9-5 0 0,1 1 0 0 0,0-1 0 0 0,-1 0 0 0 0,1 0 0 0 0,-1 0 0 0 0,1-1 0 0 0,0 0 0 0 0,0 0 0 0 0,-1 0 0 0 0,1-1 0 0 0,0 0 0 0 0,0 0 0 0 0,0 0 0 0 0,-9-6 0 0 0,9 7-64 0 0,6 6-120 0 0,7 7-485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28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6 315 5527 0 0,'0'2'428'0'0,"-1"-1"-1"0"0,0 1 0 0 0,0 0 1 0 0,1-1-1 0 0,-1 1 0 0 0,1 0 1 0 0,-1 0-1 0 0,1-1 0 0 0,0 1 1 0 0,0 0-1 0 0,0 3 0 0 0,0-3-142 0 0,0-1-1 0 0,0 1 0 0 0,0-1 1 0 0,0 0-1 0 0,1 1 1 0 0,-1-1-1 0 0,0 1 0 0 0,1-1 1 0 0,-1 1-1 0 0,1-1 0 0 0,0 0 1 0 0,-1 1-1 0 0,1-1 0 0 0,0 0 1 0 0,0 0-1 0 0,0 0 1 0 0,0 1-1 0 0,0-1 0 0 0,2 1 1 0 0,-1 0-15 0 0,0-1 0 0 0,1 1 0 0 0,-1-1 1 0 0,0 0-1 0 0,1 0 0 0 0,0 0 0 0 0,-1 0 0 0 0,1-1 1 0 0,-1 1-1 0 0,5 0 0 0 0,-1-1-16 0 0,0 0 0 0 0,0 0 0 0 0,0 0 0 0 0,0 0 1 0 0,1-1-1 0 0,-1 0 0 0 0,0-1 0 0 0,11-3 0 0 0,-5-1-163 0 0,-1 0 1 0 0,0 0-1 0 0,0-1 0 0 0,-1-1 1 0 0,0 0-1 0 0,0 0 0 0 0,-1-1 1 0 0,0 0-1 0 0,-1-1 0 0 0,0 1 1 0 0,0-2-1 0 0,12-21 0 0 0,-16 24-83 0 0,0 0 0 0 0,0-1 0 0 0,-1 1 0 0 0,0-1 0 0 0,0 0-1 0 0,-1 0 1 0 0,0 0 0 0 0,-1 0 0 0 0,0-1 0 0 0,0 1-1 0 0,-1 0 1 0 0,0-1 0 0 0,-1 1 0 0 0,0 0 0 0 0,0 0-1 0 0,-1 0 1 0 0,0 0 0 0 0,-5-14 0 0 0,5 19-5 0 0,0-1 0 0 0,-1 1 0 0 0,1 0 0 0 0,-1-1 1 0 0,0 1-1 0 0,0 0 0 0 0,0 1 0 0 0,0-1 0 0 0,-1 1 0 0 0,-6-6 0 0 0,9 8-2 0 0,0 0 0 0 0,-1 1-1 0 0,1-1 1 0 0,-1 0-1 0 0,1 0 1 0 0,-1 1-1 0 0,0-1 1 0 0,1 1-1 0 0,-1-1 1 0 0,1 1 0 0 0,-1 0-1 0 0,0 0 1 0 0,0-1-1 0 0,1 1 1 0 0,-1 1-1 0 0,0-1 1 0 0,1 0-1 0 0,-1 0 1 0 0,0 0-1 0 0,1 1 1 0 0,-1-1 0 0 0,1 1-1 0 0,-1-1 1 0 0,0 1-1 0 0,1 0 1 0 0,-1 0-1 0 0,1 0 1 0 0,0 0-1 0 0,-1 0 1 0 0,1 0 0 0 0,0 0-1 0 0,-1 0 1 0 0,0 1-1 0 0,-1 2 0 0 0,0 0 0 0 0,1-1 0 0 0,-1 1 0 0 0,1 0 0 0 0,0 0 0 0 0,0 1 0 0 0,0-1 0 0 0,1 0 0 0 0,-1 0 0 0 0,1 1 0 0 0,0-1 0 0 0,0 1 0 0 0,1-1 0 0 0,-1 8 0 0 0,1 7 0 0 0,1 0 0 0 0,3 21 0 0 0,-3-34 0 0 0,35 191 127 0 0,-17-106-62 0 0,13 70 479 0 0,27 146-96 0 0,-54-284-448 0 0,-18-37-2360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28.6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4 102 5063 0 0,'-3'-14'10216'0'0,"7"14"-8488"0"0,23-1-876 0 0,-1-1 1 0 0,1-1-1 0 0,46-13 0 0 0,80-32 2829 0 0,-102 31-3323 0 0,-51 17-386 0 0,0 0-1 0 0,0 0 0 0 0,0 0 1 0 0,0 0-1 0 0,0 0 1 0 0,0 0-1 0 0,0 0 0 0 0,0 0 1 0 0,0 0-1 0 0,0 0 1 0 0,0 0-1 0 0,0 0 1 0 0,0 0-1 0 0,0 0 0 0 0,0 1 1 0 0,0-1-1 0 0,0 0 1 0 0,0 0-1 0 0,0 0 0 0 0,0 0 1 0 0,0 0-1 0 0,0 0 1 0 0,0 0-1 0 0,0 0 1 0 0,0 0-1 0 0,0 0 0 0 0,0 0 1 0 0,0 0-1 0 0,0 0 1 0 0,0 0-1 0 0,0 0 0 0 0,0 0 1 0 0,0 0-1 0 0,0 0 1 0 0,0 0-1 0 0,0 0 0 0 0,0 0 1 0 0,0 0-1 0 0,0 1 1 0 0,0-1-1 0 0,0 0 1 0 0,0 0-1 0 0,0 0 0 0 0,0 0 1 0 0,0 0-1 0 0,0 0 1 0 0,0 0-1 0 0,0 0 0 0 0,1 0 1 0 0,-1 0-1 0 0,0 0 1 0 0,0 0-1 0 0,0 0 1 0 0,0 0-1 0 0,0 0 0 0 0,0 0 1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30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37 4143 0 0,'-5'-10'635'0'0,"5"8"-225"0"0,-1 0 1 0 0,0 0 0 0 0,0 0 0 0 0,0 0 0 0 0,0 1 0 0 0,0-1-1 0 0,0 0 1 0 0,0 0 0 0 0,-1 1 0 0 0,-2-4 0 0 0,3 5-294 0 0,1 0 1 0 0,-1-1-1 0 0,1 1 0 0 0,-1 0 1 0 0,1-1-1 0 0,-1 1 1 0 0,1 0-1 0 0,-1 0 1 0 0,1-1-1 0 0,-1 1 1 0 0,0 0-1 0 0,1 0 1 0 0,-1 0-1 0 0,1 0 0 0 0,-1 0 1 0 0,0 0-1 0 0,1 0 1 0 0,-1 0-1 0 0,0 0 1 0 0,1 0-1 0 0,-1 0 1 0 0,1 0-1 0 0,-1 0 0 0 0,1 0 1 0 0,-1 1-1 0 0,0-1 1 0 0,1 0-1 0 0,-1 0 1 0 0,1 1-1 0 0,-1-1 1 0 0,1 1-1 0 0,-1-1 0 0 0,1 0 1 0 0,-1 1-1 0 0,1-1 1 0 0,0 1-1 0 0,-1-1 1 0 0,1 1-1 0 0,-1-1 1 0 0,1 1-1 0 0,0-1 1 0 0,0 1-1 0 0,-1-1 0 0 0,1 1 1 0 0,0 0-1 0 0,-2 4 408 0 0,0-1-1 0 0,0 0 0 0 0,1 1 0 0 0,-2 6 1 0 0,-5 36 717 0 0,3 0 0 0 0,2 1 1 0 0,6 93-1 0 0,8-56-745 0 0,-9-72-462 0 0,1-1 1 0 0,1 0-1 0 0,0-1 1 0 0,10 22-1 0 0,-13-30-38 0 0,1 0-1 0 0,-1-1 0 0 0,1 1 0 0 0,0-1 0 0 0,0 1 0 0 0,0-1 0 0 0,3 3 0 0 0,6 0-6506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31.6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36 145 5527 0 0,'-1'0'238'0'0,"-1"0"-1"0"0,1 0 1 0 0,-1 0-1 0 0,1-1 0 0 0,-1 1 1 0 0,1 0-1 0 0,0-1 1 0 0,-1 1-1 0 0,1-1 1 0 0,0 0-1 0 0,-1 0 0 0 0,1 1 1 0 0,0-1-1 0 0,0 0 1 0 0,0 0-1 0 0,0 0 0 0 0,-1 0 1 0 0,1 0-1 0 0,1 0 1 0 0,-1 0-1 0 0,0-1 0 0 0,0 1 1 0 0,0 0-1 0 0,1 0 1 0 0,-2-2-1 0 0,1 0 181 0 0,0 1 0 0 0,1 0 0 0 0,-1-1 0 0 0,0 1 0 0 0,1-1 0 0 0,-1 1 0 0 0,1-1 0 0 0,0 1 0 0 0,0-1 0 0 0,0 0 0 0 0,0 1 1 0 0,1-1-1 0 0,0-4 0 0 0,1 2-184 0 0,0-1 0 0 0,1 1 0 0 0,0-1 0 0 0,0 1 0 0 0,0 0 0 0 0,0 0 0 0 0,1 0 0 0 0,0 1 0 0 0,0-1 0 0 0,0 1 0 0 0,1 0 1 0 0,-1 0-1 0 0,1 0 0 0 0,7-3 0 0 0,-10 5-210 0 0,0 1 1 0 0,0 0 0 0 0,0 0-1 0 0,0 0 1 0 0,1 0-1 0 0,-1 0 1 0 0,0 1 0 0 0,1-1-1 0 0,-1 1 1 0 0,0-1 0 0 0,1 1-1 0 0,-1 0 1 0 0,1 0-1 0 0,-1 0 1 0 0,0 0 0 0 0,1 1-1 0 0,-1-1 1 0 0,0 0-1 0 0,1 1 1 0 0,-1 0 0 0 0,0-1-1 0 0,1 1 1 0 0,-1 0 0 0 0,0 0-1 0 0,0 1 1 0 0,0-1-1 0 0,0 0 1 0 0,0 1 0 0 0,0-1-1 0 0,0 1 1 0 0,-1-1-1 0 0,1 1 1 0 0,0 0 0 0 0,-1 0-1 0 0,1 0 1 0 0,-1 0 0 0 0,2 3-1 0 0,1 3-8 0 0,0 0-1 0 0,0 0 1 0 0,-1 1 0 0 0,-1-1-1 0 0,1 1 1 0 0,-1-1 0 0 0,0 1-1 0 0,-1 0 1 0 0,0 0 0 0 0,-1 0-1 0 0,0 0 1 0 0,0 0 0 0 0,-1-1-1 0 0,-2 14 1 0 0,0-9-18 0 0,0 0 0 0 0,-1 0 0 0 0,0-1 1 0 0,-1 0-1 0 0,0 0 0 0 0,-1 0 0 0 0,-1 0 0 0 0,0-1 0 0 0,-9 12 0 0 0,12-21 2 0 0,5-8 0 0 0,4-8 0 0 0,16-35 0 0 0,36-84 0 0 0,-51 121 0 0 0,-4 6 0 0 0,1 0 0 0 0,0 1 0 0 0,0-1 0 0 0,0 1 0 0 0,1 0 0 0 0,0 0 0 0 0,6-7 0 0 0,-10 12 0 0 0,0 0 0 0 0,0 0 0 0 0,1 0 0 0 0,-1-1 0 0 0,0 1 0 0 0,0 0 0 0 0,0 0 0 0 0,1 0 0 0 0,-1 0 0 0 0,0 0 0 0 0,0 0 0 0 0,1 0 0 0 0,-1 0 0 0 0,0 0 1 0 0,0 0-1 0 0,1-1 0 0 0,-1 1 0 0 0,0 0 0 0 0,0 1 0 0 0,1-1 0 0 0,-1 0 0 0 0,0 0 0 0 0,0 0 0 0 0,1 0 0 0 0,-1 0 0 0 0,0 0 0 0 0,0 0 0 0 0,0 0 0 0 0,1 0 0 0 0,-1 0 0 0 0,0 1 0 0 0,0-1 0 0 0,0 0 0 0 0,1 0 0 0 0,-1 0 0 0 0,0 0 0 0 0,0 1 0 0 0,0-1 0 0 0,1 0 0 0 0,-1 0 0 0 0,0 0 0 0 0,0 1 0 0 0,0-1 0 0 0,0 0 0 0 0,0 0 0 0 0,0 0 0 0 0,0 1 0 0 0,0-1 0 0 0,0 0 0 0 0,0 0 0 0 0,1 1 0 0 0,-1-1 0 0 0,0 0 0 0 0,0 0 0 0 0,0 1 0 0 0,0-1 0 0 0,-1 0 0 0 0,1 0 0 0 0,0 1 0 0 0,0-1 1 0 0,0 19 48 0 0,0-17-36 0 0,-3 24 58 0 0,-1 0-1 0 0,-8 27 1 0 0,6-31 50 0 0,1 1 0 0 0,2-1 0 0 0,-3 34 0 0 0,6-53-101 0 0,0 0-1 0 0,0 0 1 0 0,1 0-1 0 0,-1 0 1 0 0,1 0 0 0 0,0 0-1 0 0,-1 0 1 0 0,1-1-1 0 0,0 1 1 0 0,1 0 0 0 0,-1 0-1 0 0,0 0 1 0 0,1-1-1 0 0,0 1 1 0 0,-1-1-1 0 0,1 1 1 0 0,4 2 0 0 0,-4-3-6 0 0,0-1 0 0 0,0 1 0 0 0,0-1 0 0 0,0 0 0 0 0,1 0 0 0 0,-1 0 0 0 0,0 0 0 0 0,1 0 0 0 0,-1 0 0 0 0,1-1 0 0 0,-1 1 0 0 0,1-1 0 0 0,-1 0 0 0 0,1 1 0 0 0,0-1 0 0 0,-1 0 0 0 0,1-1 0 0 0,-1 1 0 0 0,1 0 0 0 0,4-2 0 0 0,1 0 5 0 0,0-1-1 0 0,0 1 1 0 0,7-5 0 0 0,-12 6-176 0 0,0-1 1 0 0,-1 1-1 0 0,1-1 1 0 0,0 0-1 0 0,-1 0 0 0 0,0 0 1 0 0,1 0-1 0 0,-1 0 1 0 0,0-1-1 0 0,0 1 0 0 0,2-4 1 0 0,0-2-1319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31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13 4143 0 0,'-11'3'177'0'0,"-13"4"479"0"0,23-7-420 0 0,0 1 1 0 0,0-1 0 0 0,0 0 0 0 0,0 1-1 0 0,0-1 1 0 0,0 1 0 0 0,0-1 0 0 0,0 1-1 0 0,0 0 1 0 0,1-1 0 0 0,-1 1 0 0 0,0 0 0 0 0,0 0-1 0 0,1-1 1 0 0,-1 1 0 0 0,1 0 0 0 0,-1 0-1 0 0,0 1 1 0 0,1-1-131 0 0,0-1-1 0 0,0 0 1 0 0,0 0 0 0 0,0 0-1 0 0,0 1 1 0 0,0-1-1 0 0,0 0 1 0 0,0 0 0 0 0,1 1-1 0 0,-1-1 1 0 0,0 0 0 0 0,0 0-1 0 0,0 0 1 0 0,0 0-1 0 0,0 1 1 0 0,1-1 0 0 0,-1 0-1 0 0,0 0 1 0 0,0 0 0 0 0,0 0-1 0 0,1 1 1 0 0,-1-1 0 0 0,0 0-1 0 0,0 0 1 0 0,0 0-1 0 0,1 0 1 0 0,-1 0 0 0 0,0 0-1 0 0,0 0 1 0 0,1 0 0 0 0,-1 0-1 0 0,0 0 1 0 0,0 0-1 0 0,0 0 1 0 0,1 0 0 0 0,-1 0-1 0 0,0 0 1 0 0,0 0 0 0 0,1 0-1 0 0,-1 0 1 0 0,0 0-1 0 0,15-1 1522 0 0,-13 0-1314 0 0,64-8 2659 0 0,33-14-3041 0 0,-77 16-597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32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 4775 0 0,'0'-1'33'0'0,"1"0"1"0"0,-1 1-1 0 0,0-1 0 0 0,1 0 0 0 0,-1 0 0 0 0,0 1 0 0 0,1-1 0 0 0,-1 1 0 0 0,1-1 0 0 0,-1 0 0 0 0,1 1 0 0 0,0-1 0 0 0,-1 1 0 0 0,1-1 0 0 0,-1 1 1 0 0,1 0-1 0 0,0-1 0 0 0,-1 1 0 0 0,1-1 0 0 0,0 1 0 0 0,0 0 0 0 0,1-1 0 0 0,0 1 291 0 0,0 0 1 0 0,0 0-1 0 0,0 0 1 0 0,0 0-1 0 0,0 0 0 0 0,0 0 1 0 0,0 0-1 0 0,4 2 0 0 0,3 1 1405 0 0,1 0-1 0 0,15 9 0 0 0,-22-11-1675 0 0,8 6 584 0 0,0-1 1 0 0,-1 2 0 0 0,0-1 0 0 0,0 1-1 0 0,-1 1 1 0 0,0 0 0 0 0,0 0 0 0 0,-1 1-1 0 0,0 0 1 0 0,8 14 0 0 0,-3-1-263 0 0,0 0 0 0 0,-2 0 0 0 0,-1 1 0 0 0,7 26 0 0 0,-13-37-303 0 0,-1 0-1 0 0,0 0 1 0 0,-1 1-1 0 0,-1-1 1 0 0,0 1-1 0 0,-1-1 1 0 0,0 1 0 0 0,-3 17-1 0 0,0-13 15 0 0,-2 1 0 0 0,0-1 0 0 0,0 0 0 0 0,-2-1 0 0 0,-12 24 0 0 0,-3 1-86 0 0,-15 31 0 0 0,37-72-3 0 0,-1-1-7 0 0,1 1 0 0 0,0-1 0 0 0,0 0 0 0 0,-1 1 0 0 0,1-1 0 0 0,0 1 0 0 0,0-1 0 0 0,0 1 0 0 0,0-1 0 0 0,-1 1 0 0 0,1-1 0 0 0,0 1 0 0 0,0-1 0 0 0,0 1 0 0 0,0-1 0 0 0,0 0 0 0 0,0 1 0 0 0,0-1 0 0 0,1 1 0 0 0,-1-1 0 0 0,0 1 0 0 0,0-1 0 0 0,0 1 0 0 0,0-1 0 0 0,1 1 0 0 0,2 0-279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32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14279 0 0,'2'-1'70'0'0,"0"-1"-1"0"0,0 0 0 0 0,0 1 0 0 0,0-1 1 0 0,0 1-1 0 0,1 0 0 0 0,-1-1 1 0 0,0 1-1 0 0,1 0 0 0 0,-1 1 0 0 0,1-1 1 0 0,0 0-1 0 0,-1 1 0 0 0,1-1 1 0 0,-1 1-1 0 0,1 0 0 0 0,0 0 1 0 0,3 0-1 0 0,3 0 96 0 0,8-1 709 0 0,50 0 2268 0 0,-60 1-2927 0 0,0 1 0 0 0,1 0-1 0 0,-1 0 1 0 0,0 1 0 0 0,-1 0 0 0 0,1 0-1 0 0,8 3 1 0 0,-15-4-213 0 0,1-1 0 0 0,0 0 0 0 0,-1 1 0 0 0,1-1 0 0 0,-1 0 0 0 0,1 1 0 0 0,-1-1 0 0 0,1 0 0 0 0,-1 1 0 0 0,1-1 1 0 0,-1 1-1 0 0,1-1 0 0 0,-1 1 0 0 0,0-1 0 0 0,1 1 0 0 0,-1-1 0 0 0,0 1 0 0 0,0 0 0 0 0,1-1 0 0 0,-1 1 0 0 0,0-1 0 0 0,0 1 0 0 0,0 0 0 0 0,1-1 0 0 0,-1 1 0 0 0,0-1 0 0 0,0 1 0 0 0,0 1 0 0 0,-1-1 4 0 0,1 1 0 0 0,-1 0 1 0 0,1-1-1 0 0,-1 1 0 0 0,0-1 0 0 0,0 1 0 0 0,1-1 1 0 0,-1 1-1 0 0,0-1 0 0 0,-2 3 0 0 0,-3 2 21 0 0,-1 1 0 0 0,-14 10 0 0 0,21-17-27 0 0,-12 9-3 0 0,-3 2 24 0 0,-19 17 0 0 0,34-27-5 0 0,0-1-1 0 0,0 0 1 0 0,0 0 0 0 0,-1 0 0 0 0,1 0 0 0 0,0 0 0 0 0,0 0-1 0 0,0 1 1 0 0,-1-1 0 0 0,1 0 0 0 0,0 0 0 0 0,0 0 0 0 0,0 1-1 0 0,0-1 1 0 0,0 0 0 0 0,0 0 0 0 0,-1 0 0 0 0,1 1 0 0 0,0-1-1 0 0,0 0 1 0 0,0 0 0 0 0,0 1 0 0 0,0-1 0 0 0,0 0 0 0 0,0 0-1 0 0,0 0 1 0 0,0 1 0 0 0,0-1 0 0 0,0 0 0 0 0,0 0 0 0 0,0 1-1 0 0,0-1 1 0 0,0 0 0 0 0,8 2 400 0 0,12-6-34 0 0,9-5-166 0 0,10-2-281 0 0,-13 5-6017 0 0,-7 2-1282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33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207 145 6447 0 0,'1'-10'660'0'0,"1"0"-1"0"0,-2 0 1 0 0,1 0-1 0 0,-1 0 1 0 0,-1 0-1 0 0,0 0 1 0 0,0 0-1 0 0,-1 0 1 0 0,-4-14-1 0 0,6 22-484 0 0,-1 1-1 0 0,1-1 1 0 0,-1 0-1 0 0,0 1 1 0 0,1-1-1 0 0,-1 1 1 0 0,0-1-1 0 0,0 1 1 0 0,0-1-1 0 0,0 1 1 0 0,0 0-1 0 0,0-1 1 0 0,-1 1 0 0 0,1 0-1 0 0,0 0 1 0 0,-1 0-1 0 0,1 0 1 0 0,0 0-1 0 0,-1 0 1 0 0,-2-1-1 0 0,2 2-5 0 0,-1-1 0 0 0,1 1 0 0 0,0-1 0 0 0,-1 1 0 0 0,1 0 0 0 0,-1 0 0 0 0,0 0-1 0 0,1 0 1 0 0,-1 1 0 0 0,1-1 0 0 0,0 1 0 0 0,-5 0 0 0 0,-1 3 65 0 0,-1-1 0 0 0,1 1 0 0 0,0 1 0 0 0,0-1 0 0 0,0 1 0 0 0,-11 11 0 0 0,10-9-73 0 0,1 0 1 0 0,1 1-1 0 0,-1 0 1 0 0,1 1 0 0 0,1-1-1 0 0,-7 11 1 0 0,11-15-107 0 0,0 0 1 0 0,0-1-1 0 0,1 1 1 0 0,-1 0-1 0 0,1 0 0 0 0,0 0 1 0 0,0 0-1 0 0,1 0 1 0 0,-1 0-1 0 0,1 0 1 0 0,0 1-1 0 0,0-1 0 0 0,0 0 1 0 0,0 0-1 0 0,1 0 1 0 0,0 0-1 0 0,0 0 1 0 0,0 0-1 0 0,2 5 0 0 0,7 14 8 0 0,-2 0-1 0 0,-1 0 1 0 0,0 1-1 0 0,-2 0 1 0 0,0 0-1 0 0,1 40 1 0 0,-12 217 386 0 0,0-141-301 0 0,-15 55-47 0 0,9-111-74 0 0,11-80-9 0 0,1 0 0 0 0,0-1 0 0 0,-1 1 0 0 0,1 0 0 0 0,1 0 0 0 0,-1 0 0 0 0,1-1 0 0 0,-1 1 0 0 0,1 0 0 0 0,0-1 0 0 0,3 8 0 0 0,-2-9-4 0 0,-1 1 0 0 0,1-1 0 0 0,0 0 1 0 0,0 1-1 0 0,0-1 0 0 0,0 0 0 0 0,0 0 0 0 0,0-1 0 0 0,1 1 0 0 0,-1 0 0 0 0,1-1 1 0 0,-1 1-1 0 0,1-1 0 0 0,-1 0 0 0 0,1 0 0 0 0,3 1 0 0 0,4 1-3 0 0,1 0-1 0 0,0 0 0 0 0,0-1 1 0 0,21 1-1 0 0,-26-3-7 0 0,0 0-1 0 0,0-1 1 0 0,1 1-1 0 0,-1-1 1 0 0,0-1-1 0 0,0 1 1 0 0,0-1-1 0 0,0 0 1 0 0,-1 0 0 0 0,8-4-1 0 0,-4-1 405 0 0,-9 7-452 0 0,0 0 0 0 0,0 0-1 0 0,0 0 1 0 0,0-1 0 0 0,1 1 0 0 0,-1 0 0 0 0,0 0-1 0 0,0 0 1 0 0,0 0 0 0 0,0 0 0 0 0,0 0-1 0 0,1 0 1 0 0,-1-1 0 0 0,0 1 0 0 0,0 0 0 0 0,0 0-1 0 0,0 0 1 0 0,0 0 0 0 0,0 0 0 0 0,0-1-1 0 0,0 1 1 0 0,1 0 0 0 0,-1 0 0 0 0,0 0 0 0 0,0 0-1 0 0,0-1 1 0 0,0 1 0 0 0,0 0 0 0 0,0 0-1 0 0,0 0 1 0 0,0-1 0 0 0,0 1 0 0 0,0 0 0 0 0,0 0-1 0 0,0 0 1 0 0,0 0 0 0 0,0-1 0 0 0,-1 1-1 0 0,1 0 1 0 0,0 0 0 0 0,0 0 0 0 0,0 0 0 0 0,0-1-1 0 0,0 1 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2.4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103 157 2759 0 0,'-20'1'1278'0'0,"12"0"-185"0"0,1-1-1 0 0,0 0 1 0 0,0 0-1 0 0,0 0 0 0 0,-13-3 1 0 0,18 2-883 0 0,1 1 0 0 0,-1 0 0 0 0,1-1 0 0 0,0 0 0 0 0,-1 1 0 0 0,1-1 0 0 0,0 0 0 0 0,0 0 0 0 0,-1 0 0 0 0,1 0 1 0 0,0 0-1 0 0,0 0 0 0 0,0 0 0 0 0,0 0 0 0 0,0 0 0 0 0,0 0 0 0 0,1-1 0 0 0,-1 1 0 0 0,0 0 0 0 0,1-1 0 0 0,-1 1 0 0 0,1 0 0 0 0,-1-1 0 0 0,1 1 0 0 0,-1-1 0 0 0,1 1 0 0 0,0-1 1 0 0,0 1-1 0 0,0-1 0 0 0,0 1 0 0 0,0-1 0 0 0,0 1 0 0 0,1-4 0 0 0,0 0 20 0 0,0 0 1 0 0,0-1-1 0 0,1 1 0 0 0,0 0 1 0 0,0 0-1 0 0,0 0 0 0 0,1 0 1 0 0,-1 0-1 0 0,1 1 0 0 0,0-1 1 0 0,1 1-1 0 0,-1 0 1 0 0,1 0-1 0 0,0 0 0 0 0,0 0 1 0 0,6-5-1 0 0,-5 6-203 0 0,0-1 0 0 0,0 1 1 0 0,0 0-1 0 0,1 0 0 0 0,-1 1 0 0 0,1 0 1 0 0,-1 0-1 0 0,1 0 0 0 0,0 0 0 0 0,0 1 1 0 0,-1 0-1 0 0,1 0 0 0 0,0 1 0 0 0,0-1 1 0 0,7 2-1 0 0,-10-1-11 0 0,0 0 0 0 0,0 1 1 0 0,0 0-1 0 0,0 0 0 0 0,0-1 0 0 0,0 2 0 0 0,0-1 1 0 0,0 0-1 0 0,0 1 0 0 0,-1-1 0 0 0,1 1 1 0 0,-1 0-1 0 0,1 0 0 0 0,-1 0 0 0 0,1 0 1 0 0,-1 0-1 0 0,2 3 0 0 0,-1-1 5 0 0,-1 0-1 0 0,1 0 1 0 0,-1 0-1 0 0,0 0 1 0 0,-1 1-1 0 0,1-1 1 0 0,-1 1-1 0 0,0-1 1 0 0,0 1 0 0 0,1 7-1 0 0,-2-1-6 0 0,0 0-1 0 0,0 0 1 0 0,-1 0 0 0 0,0 0-1 0 0,-1 0 1 0 0,0 0 0 0 0,-1 0-1 0 0,-8 20 1 0 0,3-14-21 0 0,-1-1-1 0 0,-1 0 1 0 0,0 0 0 0 0,-21 23-1 0 0,-56 51-44 0 0,55-57 45 0 0,25-28 7 0 0,7-6 0 0 0,11-9 0 0 0,-7 7 8 0 0,0 1 0 0 0,1 0 0 0 0,-1 0-1 0 0,0 0 1 0 0,1 1 0 0 0,-1 0 0 0 0,1 0 0 0 0,-1 0 0 0 0,1 0-1 0 0,-1 1 1 0 0,1-1 0 0 0,0 1 0 0 0,-1 0 0 0 0,1 1 0 0 0,6 0-1 0 0,3 3 48 0 0,1 0-1 0 0,-1 0 0 0 0,20 10 1 0 0,11 5 21 0 0,-39-18-19 0 0,-1 0 0 0 0,1 0 0 0 0,0 0 0 0 0,-1-1 0 0 0,1 0 0 0 0,0 0 0 0 0,0 0 0 0 0,-1-1 0 0 0,7-1 0 0 0,21-1-127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3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2 201 5063 0 0,'-1'-4'179'0'0,"0"0"0"0"0,1 0-1 0 0,0 0 1 0 0,0 0-1 0 0,1 0 1 0 0,-1 0 0 0 0,1 0-1 0 0,0 0 1 0 0,2-7 0 0 0,0 2 874 0 0,2-1 1 0 0,8-13-1 0 0,-8 15-172 0 0,0 1 0 0 0,0 0 0 0 0,1 0 0 0 0,0 1 0 0 0,0 0 0 0 0,0 0 0 0 0,13-9 0 0 0,-16 13-712 0 0,-1 1 1 0 0,1-1 0 0 0,-1 0 0 0 0,1 1 0 0 0,0-1 0 0 0,0 1 0 0 0,0 0 0 0 0,0 0-1 0 0,0 0 1 0 0,0 0 0 0 0,0 1 0 0 0,0-1 0 0 0,0 1 0 0 0,0 0 0 0 0,0 0 0 0 0,0 0-1 0 0,1 0 1 0 0,-1 0 0 0 0,0 1 0 0 0,0-1 0 0 0,0 1 0 0 0,0 0 0 0 0,0 0 0 0 0,5 3 0 0 0,-5-2-120 0 0,0 1 0 0 0,0-1 1 0 0,0 1-1 0 0,-1 0 1 0 0,1 0-1 0 0,-1 0 1 0 0,0 0-1 0 0,1 0 0 0 0,-2 1 1 0 0,1-1-1 0 0,0 0 1 0 0,-1 1-1 0 0,1 0 1 0 0,-1-1-1 0 0,0 1 0 0 0,1 6 1 0 0,-1 1-32 0 0,1-1-1 0 0,-2 0 1 0 0,1 0 0 0 0,-1 1-1 0 0,-2 11 1 0 0,-1-8 16 0 0,0-1 1 0 0,0 1-1 0 0,-2-1 1 0 0,1 0-1 0 0,-10 19 1 0 0,2-10 81 0 0,-1 0 1 0 0,-18 23-1 0 0,23-37 79 0 0,10-17-41 0 0,9-16-45 0 0,-10 24-108 0 0,86-156 111 0 0,-62 118-73 0 0,55-68 0 0 0,-77 103-40 0 0,0 0 0 0 0,1 0 0 0 0,0 1 0 0 0,0-1 0 0 0,0 1 0 0 0,0 0 0 0 0,0 0 0 0 0,6-2 0 0 0,-10 5 0 0 0,0 0 0 0 0,0 0 0 0 0,1 0 0 0 0,-1-1 0 0 0,0 1 0 0 0,0 0 0 0 0,1 0 0 0 0,-1 0 0 0 0,0 0 0 0 0,1 0 0 0 0,-1 0 0 0 0,0 0 0 0 0,0 0 0 0 0,1 0 0 0 0,-1 0 0 0 0,0 0 0 0 0,1 0 0 0 0,-1 0 0 0 0,0 1 0 0 0,0-1 0 0 0,1 0 0 0 0,-1 0 0 0 0,0 0 0 0 0,0 0 0 0 0,1 0 1 0 0,-1 0-1 0 0,0 1 0 0 0,0-1 0 0 0,0 0 0 0 0,1 0 0 0 0,-1 0 0 0 0,0 1 0 0 0,0-1 0 0 0,0 0 0 0 0,0 0 0 0 0,1 1 0 0 0,-1-1 0 0 0,0 0 0 0 0,0 0 0 0 0,0 1 0 0 0,0-1 0 0 0,0 0 0 0 0,0 1 0 0 0,0-1 0 0 0,0 0 0 0 0,0 0 0 0 0,0 1 0 0 0,0-1 0 0 0,0 0 0 0 0,0 0 0 0 0,0 1 0 0 0,0-1 0 0 0,0 0 0 0 0,0 1 0 0 0,-4 17-9 0 0,4-17 6 0 0,-10 25-27 0 0,-23 44 0 0 0,-3 8 101 0 0,32-66-66 0 0,0 1 1 0 0,0 0-1 0 0,1-1 1 0 0,1 1-1 0 0,0 0 0 0 0,0 20 1 0 0,3-28 15 0 0,-1-1 0 0 0,0 1 0 0 0,1-1 1 0 0,0 1-1 0 0,0-1 0 0 0,0 0 0 0 0,1 1 0 0 0,-1-1 1 0 0,1 0-1 0 0,3 4 0 0 0,-4-6 8 0 0,1 1 0 0 0,0-1-1 0 0,0 0 1 0 0,0 1 0 0 0,0-1 0 0 0,1 0-1 0 0,-1 0 1 0 0,0-1 0 0 0,1 1 0 0 0,0-1 0 0 0,-1 1-1 0 0,1-1 1 0 0,0 0 0 0 0,0 0 0 0 0,-1 0-1 0 0,5 1 1 0 0,-3-1-46 0 0,0-1-1 0 0,0 1 1 0 0,0-1 0 0 0,0 0-1 0 0,0 0 1 0 0,0 0-1 0 0,0-1 1 0 0,0 1-1 0 0,0-1 1 0 0,0 0 0 0 0,-1 0-1 0 0,1 0 1 0 0,0-1-1 0 0,-1 1 1 0 0,1-1 0 0 0,-1 0-1 0 0,5-4 1 0 0,-5 2-1290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3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68 5527 0 0,'58'-18'9914'0'0,"15"-2"-5850"0"0,-32 10-4670 0 0,73-8 0 0 0,-94 17-5984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3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2303 0 0,'2'1'529'0'0,"1"-1"0"0"0,-1 1 0 0 0,0-1 0 0 0,0 0 0 0 0,0 0 0 0 0,0 0-1 0 0,0 0 1 0 0,0 0 0 0 0,0 0 0 0 0,0 0 0 0 0,0-1 0 0 0,0 1-1 0 0,0-1 1 0 0,0 1 0 0 0,0-1 0 0 0,0 0 0 0 0,4-2 0 0 0,32-20 5548 0 0,-35 21-5707 0 0,4-4 414 0 0,1 0-1 0 0,-1-1 1 0 0,0 0-1 0 0,8-11 1 0 0,8-8 104 0 0,-23 26-879 0 0,0 0-1 0 0,0 0 1 0 0,0 0-1 0 0,0 0 0 0 0,0 0 1 0 0,0-1-1 0 0,0 1 0 0 0,0 0 1 0 0,1 0-1 0 0,-1 0 0 0 0,0 0 1 0 0,0 0-1 0 0,0 0 0 0 0,0 0 1 0 0,0 0-1 0 0,0 0 1 0 0,0 0-1 0 0,0 0 0 0 0,1 0 1 0 0,-1 0-1 0 0,0 0 0 0 0,0-1 1 0 0,0 1-1 0 0,0 0 0 0 0,0 0 1 0 0,0 0-1 0 0,0 0 0 0 0,1 0 1 0 0,-1 0-1 0 0,0 0 0 0 0,0 0 1 0 0,0 0-1 0 0,0 1 1 0 0,0-1-1 0 0,0 0 0 0 0,1 0 1 0 0,-1 0-1 0 0,0 0 0 0 0,0 0 1 0 0,0 0-1 0 0,0 0 0 0 0,0 0 1 0 0,0 0-1 0 0,0 0 0 0 0,0 0 1 0 0,0 0-1 0 0,1 1 1 0 0,0 6 226 0 0,-2 10 31 0 0,-11 46 101 0 0,6-36-337 0 0,2 0 0 0 0,0 1 0 0 0,0 44 0 0 0,6-57-297 0 0,1-2-53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3.9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46 10135 0 0,'-2'-10'435'0'0,"-4"-15"1315"0"0,0 15 2233 0 0,6 10-3918 0 0,0-1-1 0 0,0 1 1 0 0,0 0 0 0 0,-1 0-1 0 0,1 0 1 0 0,0 0 0 0 0,0 0-1 0 0,0 0 1 0 0,0 0-1 0 0,0 0 1 0 0,0 0 0 0 0,-1 0-1 0 0,1 0 1 0 0,0 0-1 0 0,0 0 1 0 0,0 0 0 0 0,0 0-1 0 0,0 0 1 0 0,0 0 0 0 0,-1 0-1 0 0,1 0 1 0 0,0 0-1 0 0,0 1 1 0 0,0-1 0 0 0,0 0-1 0 0,0 0 1 0 0,0 0-1 0 0,0 0 1 0 0,-1 0 0 0 0,1 0-1 0 0,0 0 1 0 0,0 0-1 0 0,0 0 1 0 0,0 1 0 0 0,0-1-1 0 0,0 0 1 0 0,0 0 0 0 0,0 0-1 0 0,0 0 1 0 0,0 0-1 0 0,0 0 1 0 0,0 0 0 0 0,0 1-1 0 0,0-1 1 0 0,0 0-1 0 0,-3 11 1326 0 0,2 8-840 0 0,1-19-527 0 0,5 125 1809 0 0,-1-25-1610 0 0,-4-26-211 0 0,0-74-31 0 0,0 0 0 0 0,0 1-1 0 0,0-1 1 0 0,0 0 0 0 0,0 0-1 0 0,0 0 1 0 0,0 0 0 0 0,0 0 0 0 0,-1 0-1 0 0,1 0 1 0 0,0 0 0 0 0,0 0-1 0 0,0 1 1 0 0,0-1 0 0 0,0 0 0 0 0,0 0-1 0 0,-1 0 1 0 0,1 0 0 0 0,0 0-1 0 0,0 0 1 0 0,0 0 0 0 0,0 0 0 0 0,0 0-1 0 0,-1 0 1 0 0,1 0 0 0 0,0 0-1 0 0,0 0 1 0 0,0 0 0 0 0,0 0 0 0 0,0 0-1 0 0,-1 0 1 0 0,1 0 0 0 0,0 0-1 0 0,0 0 1 0 0,0-1 0 0 0,0 1 0 0 0,0 0-1 0 0,0 0 1 0 0,-1 0 0 0 0,1 0-1 0 0,0 0 1 0 0,0 0 0 0 0,0 0 0 0 0,0 0-1 0 0,0-1 1 0 0,0 1 0 0 0,0 0-1 0 0,0 0 1 0 0,0 0 0 0 0,-1 0 0 0 0,1 0-1 0 0,0 0 1 0 0,0-1 0 0 0,0 1-193 0 0,-5-3-1111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4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 7831 0 0,'0'-1'53'0'0,"0"1"0"0"0,0-1 0 0 0,-1 1 0 0 0,1-1 0 0 0,0 1 0 0 0,0-1 0 0 0,0 1 0 0 0,0-1 0 0 0,0 1 0 0 0,0-1 0 0 0,0 1 0 0 0,0-1 0 0 0,0 1 0 0 0,1-1 0 0 0,-1 1 0 0 0,0-1 0 0 0,0 1 0 0 0,0-1 0 0 0,0 1 0 0 0,1 0 0 0 0,-1-1 0 0 0,0 1 0 0 0,1-1 0 0 0,-1 1 0 0 0,0-1 0 0 0,0 1 0 0 0,1 0 0 0 0,-1-1 0 0 0,1 1 0 0 0,-1 0 0 0 0,0-1 0 0 0,1 1 0 0 0,-1 0 0 0 0,1 0 0 0 0,-1 0 0 0 0,1-1 0 0 0,0 1 0 0 0,23-5 3063 0 0,-12 4-2162 0 0,17-6 1108 0 0,121-24 5099 0 0,-99 24-8654 0 0,-1 4-3361 0 0,-28 2-2362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4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65 313 2303 0 0,'-1'-1'43'0'0,"-9"-8"1522"0"0,1 0 1 0 0,0-1-1 0 0,-13-20 1 0 0,20 26-1107 0 0,0 1-1 0 0,1 0 1 0 0,-1-1 0 0 0,1 1 0 0 0,0-1 0 0 0,0 1 0 0 0,0-1 0 0 0,0 0-1 0 0,0 1 1 0 0,1-1 0 0 0,0 0 0 0 0,0 0 0 0 0,0 1 0 0 0,0-1-1 0 0,0 0 1 0 0,1 0 0 0 0,0 1 0 0 0,1-6 0 0 0,1 3-228 0 0,0-1 0 0 0,0 1 0 0 0,0 0 0 0 0,1 0-1 0 0,0 0 1 0 0,0 1 0 0 0,1-1 0 0 0,0 1 0 0 0,0 0 0 0 0,0 0 0 0 0,0 1 0 0 0,1-1 0 0 0,-1 1 0 0 0,1 1 0 0 0,0-1 0 0 0,1 1-1 0 0,-1 0 1 0 0,0 0 0 0 0,1 1 0 0 0,11-3 0 0 0,-16 4-202 0 0,1 1 1 0 0,-1-1-1 0 0,1 1 0 0 0,0 0 0 0 0,-1 0 0 0 0,1 0 0 0 0,0 1 1 0 0,-1-1-1 0 0,1 1 0 0 0,0-1 0 0 0,-1 1 0 0 0,1 0 1 0 0,-1 0-1 0 0,0 0 0 0 0,1 0 0 0 0,4 3 0 0 0,-4-1-15 0 0,0-1 0 0 0,-1 1 0 0 0,1 0-1 0 0,0 0 1 0 0,-1 0 0 0 0,0 0 0 0 0,0 0-1 0 0,0 1 1 0 0,0-1 0 0 0,2 6 0 0 0,0 2-15 0 0,-1-1 0 0 0,0 1 0 0 0,-1 0 0 0 0,0 0 0 0 0,-1 0 0 0 0,0 0 0 0 0,-1 13 0 0 0,-1-4-1 0 0,-1 1 0 0 0,-8 39 0 0 0,8-52 9 0 0,0 0 0 0 0,-1 0 0 0 0,0 0 1 0 0,0 0-1 0 0,-1-1 0 0 0,0 1 0 0 0,-1-1 1 0 0,1 0-1 0 0,-1 0 0 0 0,-7 6 0 0 0,10-11 2 0 0,0 0 0 0 0,0 0 0 0 0,0-1 0 0 0,-1 1 0 0 0,1-1-1 0 0,0 0 1 0 0,-1 0 0 0 0,1 0 0 0 0,-1 0 0 0 0,0 0 0 0 0,-3 0-1 0 0,5 0-8 0 0,0-1-1 0 0,1 0 0 0 0,-1 0 0 0 0,0 0 0 0 0,0 0 0 0 0,1 0 0 0 0,-1 0 0 0 0,0 0 0 0 0,1-1 0 0 0,-1 1 0 0 0,0 0 0 0 0,1 0 0 0 0,-1-1 0 0 0,0 1 0 0 0,1 0 0 0 0,-1 0 0 0 0,0-1 0 0 0,1 1 0 0 0,-1-1 0 0 0,0 0-3 0 0,1 0 0 0 0,-1 0 0 0 0,1 1 0 0 0,-1-1 0 0 0,1 0 0 0 0,0 0 0 0 0,-1 0 0 0 0,1 0 0 0 0,0 0 0 0 0,0 0 0 0 0,0 1 0 0 0,0-1 0 0 0,0 0 0 0 0,0 0 0 0 0,0 0 0 0 0,0 0 0 0 0,0 0 0 0 0,0 0 0 0 0,1-1 0 0 0,3-11 14 0 0,0 0-1 0 0,1 0 1 0 0,1 0 0 0 0,0 1-1 0 0,0-1 1 0 0,15-18 0 0 0,8-17-14 0 0,-16 23 0 0 0,45-80 12 0 0,-44 81-31 0 0,2 1 1 0 0,22-27-1 0 0,-36 49 23 0 0,1-3 0 0 0,0 1 0 0 0,0-1 0 0 0,0 1 0 0 0,0 0 0 0 0,1 1 0 0 0,-1-1 0 0 0,7-3 0 0 0,-10 6 0 0 0,1-1 0 0 0,-1 1 0 0 0,0 0 0 0 0,0 0 0 0 0,0 0 0 0 0,1 0 0 0 0,-1 0 0 0 0,0 0 0 0 0,0 0 0 0 0,0 1 0 0 0,0-1 0 0 0,1 0 0 0 0,-1 0 0 0 0,0 0 0 0 0,0 0 0 0 0,0 0 0 0 0,0 0 0 0 0,1 0 0 0 0,-1 0 0 0 0,0 0 0 0 0,0 0 0 0 0,0 0 0 0 0,0 1 0 0 0,0-1 0 0 0,1 0 0 0 0,-1 0 0 0 0,0 0 0 0 0,0 0 0 0 0,0 0 0 0 0,0 1 0 0 0,0-1 0 0 0,0 0 0 0 0,0 0 0 0 0,0 0 0 0 0,0 0 0 0 0,0 1 0 0 0,0-1 0 0 0,0 0 0 0 0,0 0 0 0 0,0 0 0 0 0,1 0 0 0 0,-2 1 0 0 0,1-1 0 0 0,0 0 0 0 0,0 0 0 0 0,0 0 0 0 0,0 1 0 0 0,0-1 0 0 0,0 0 0 0 0,0 0 0 0 0,0 0 0 0 0,0 0 0 0 0,0 1 0 0 0,0-1 0 0 0,0 0 0 0 0,0 0 0 0 0,-1 0 0 0 0,-3 12 0 0 0,-27 48 0 0 0,13-28 0 0 0,2 1 0 0 0,1 1 0 0 0,-20 63 0 0 0,31-79 31 0 0,0 1 0 0 0,-1 32 0 0 0,5-45 20 0 0,0 1-1 0 0,0-1 0 0 0,0 1 0 0 0,1-1 0 0 0,0 1 1 0 0,1-1-1 0 0,-1 0 0 0 0,1 1 0 0 0,1-1 1 0 0,-1 0-1 0 0,6 9 0 0 0,-7-13-29 0 0,1 0 0 0 0,0 1 0 0 0,0-1 0 0 0,0 0 0 0 0,0 0 0 0 0,0 0 0 0 0,1-1 0 0 0,-1 1 0 0 0,1 0 0 0 0,-1-1 0 0 0,1 1-1 0 0,-1-1 1 0 0,1 0 0 0 0,0 0 0 0 0,0 0 0 0 0,0 0 0 0 0,-1-1 0 0 0,1 1 0 0 0,0-1 0 0 0,3 0 0 0 0,-1 1-76 0 0,0-1 0 0 0,0-1 1 0 0,0 1-1 0 0,0-1 0 0 0,0 0 0 0 0,0 0 1 0 0,-1 0-1 0 0,1-1 0 0 0,0 0 0 0 0,-1 0 1 0 0,7-3-1 0 0,-5 0-1785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5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69 14279 0 0,'0'0'8'0'0,"0"-1"0"0"0,-1 1 0 0 0,1 0 0 0 0,0-1-1 0 0,-1 1 1 0 0,1 0 0 0 0,0-1 0 0 0,0 1 0 0 0,-1-1-1 0 0,1 1 1 0 0,0 0 0 0 0,0-1 0 0 0,0 1 0 0 0,-1-1-1 0 0,1 1 1 0 0,0-1 0 0 0,0 1 0 0 0,0 0 0 0 0,0-1 0 0 0,0 1-1 0 0,0-1 1 0 0,0 1 0 0 0,0-1 0 0 0,0 1 0 0 0,0-1-1 0 0,0 1 1 0 0,0 0 0 0 0,1-1 0 0 0,-1 1 0 0 0,0-1-1 0 0,0 1 1 0 0,0-1 0 0 0,0 1 0 0 0,1 0 0 0 0,-1-1 0 0 0,0 1-1 0 0,1 0 1 0 0,-1-1 0 0 0,0 1 0 0 0,0 0 0 0 0,1-1-1 0 0,-1 1 1 0 0,1 0 0 0 0,-1-1 0 0 0,0 1 0 0 0,1 0 0 0 0,-1 0-1 0 0,1 0 1 0 0,-1-1 0 0 0,1 1 0 0 0,28-10-882 0 0,-20 7 2176 0 0,12-5-773 0 0,1 1 0 0 0,1 1 0 0 0,-1 1 1 0 0,1 1-1 0 0,0 1 0 0 0,0 1 0 0 0,24 0 0 0 0,-25 6-830 0 0,-2 3-10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5.5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20 160 9647 0 0,'-2'-1'355'0'0,"1"1"0"0"0,0-1 0 0 0,-1 0 0 0 0,1 0 0 0 0,0 0 0 0 0,0 0-1 0 0,0 0 1 0 0,0 0 0 0 0,0-1 0 0 0,0 1 0 0 0,0 0 0 0 0,0 0 0 0 0,1-1-1 0 0,-1 1 1 0 0,0 0 0 0 0,1-1 0 0 0,-1 1 0 0 0,1-1 0 0 0,-1 1 0 0 0,1-1 0 0 0,0 1-1 0 0,-1-1 1 0 0,1 1 0 0 0,0-1 0 0 0,0 1 0 0 0,0-1 0 0 0,1 0 0 0 0,-1 1 0 0 0,0-1-1 0 0,1-1 1 0 0,0-2-51 0 0,1 0 0 0 0,-1 1-1 0 0,1-1 1 0 0,0 0 0 0 0,0 1-1 0 0,1 0 1 0 0,5-8 0 0 0,-2 4-263 0 0,0 1 1 0 0,1 0 0 0 0,0 0-1 0 0,0 0 1 0 0,0 1-1 0 0,1 0 1 0 0,9-5 0 0 0,-13 9-27 0 0,0 0 0 0 0,0 0 0 0 0,0 0 0 0 0,0 1 0 0 0,0-1 0 0 0,0 1-1 0 0,0 0 1 0 0,1 0 0 0 0,-1 1 0 0 0,0-1 0 0 0,1 1 0 0 0,-1 0 0 0 0,1 0 0 0 0,-1 1 0 0 0,0-1 0 0 0,1 1 0 0 0,-1 0 0 0 0,5 1 0 0 0,-7-1-9 0 0,0 0 1 0 0,0 0-1 0 0,0 1 0 0 0,1-1 0 0 0,-1 0 1 0 0,0 1-1 0 0,-1 0 0 0 0,1-1 0 0 0,0 1 0 0 0,0 0 1 0 0,-1 0-1 0 0,1 0 0 0 0,-1 0 0 0 0,1 0 1 0 0,-1 0-1 0 0,0 0 0 0 0,0 0 0 0 0,0 1 1 0 0,0-1-1 0 0,0 0 0 0 0,-1 1 0 0 0,1-1 0 0 0,-1 1 1 0 0,0-1-1 0 0,1 4 0 0 0,-1 1 10 0 0,0 0 0 0 0,0 0-1 0 0,-1 0 1 0 0,1 0 0 0 0,-2-1 0 0 0,1 1-1 0 0,-5 11 1 0 0,2-6-16 0 0,-1-1 0 0 0,0 0 0 0 0,-1 0 0 0 0,-1 0 0 0 0,0-1 0 0 0,0 0 0 0 0,-1 0 0 0 0,0-1 0 0 0,0 0 0 0 0,-1-1 0 0 0,0 1 0 0 0,-1-2 0 0 0,-12 9 0 0 0,22-16 0 0 0,-1 0 0 0 0,0 1 0 0 0,1-1 0 0 0,-1 0 0 0 0,0 1 0 0 0,1-1 0 0 0,-1 0 0 0 0,0 0 0 0 0,1 1 0 0 0,-1-1 0 0 0,0 0 0 0 0,1 0 0 0 0,-1 0 0 0 0,0 0 0 0 0,0 0 0 0 0,1 0 0 0 0,-2 0 0 0 0,2 0 0 0 0,-1-1 0 0 0,1 1 0 0 0,0 0 0 0 0,-1 0 0 0 0,1 0 0 0 0,0-1 0 0 0,0 1 0 0 0,-1 0 0 0 0,1 0 0 0 0,0-1 0 0 0,0 1 0 0 0,0 0 0 0 0,0-1 0 0 0,-1 1 0 0 0,1 0 0 0 0,0-1 0 0 0,0 1 0 0 0,0 0 0 0 0,0-1 0 0 0,0 1 0 0 0,0 0 0 0 0,0-1 0 0 0,0 1 0 0 0,0 0 0 0 0,0-1 0 0 0,0-1 0 0 0,0 1 0 0 0,0-1 0 0 0,1 1 0 0 0,-1-1 0 0 0,0 1 0 0 0,1-1 0 0 0,-1 1 0 0 0,1-1 0 0 0,0 1 0 0 0,-1-1 0 0 0,1 1 0 0 0,0 0 0 0 0,2-3 0 0 0,2 0 0 0 0,0 0 0 0 0,0 1 0 0 0,0-1 0 0 0,0 1 0 0 0,1 0 0 0 0,-1 1 0 0 0,1-1 0 0 0,0 1 0 0 0,0 0 0 0 0,0 1 0 0 0,6-2 0 0 0,-1 1 0 0 0,-1 1 0 0 0,0 0 0 0 0,0 1 0 0 0,1 0 0 0 0,18 2 0 0 0,-11 2 0 0 0,33 12 0 0 0,-35-11 0 0 0,-1 0 0 0 0,0-1 0 0 0,19 3 0 0 0,-30-7 52 0 0,-2 1-260 0 0,0-1 0 0 0,-1 0 0 0 0,1 0 0 0 0,0 0 0 0 0,0 0-1 0 0,0 0 1 0 0,-1 0 0 0 0,1 0 0 0 0,0 0 0 0 0,3-2 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5.8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 7831 0 0,'3'-2'223'0'0,"-1"0"0"0"0,1 1 0 0 0,-1-1 0 0 0,1 1-1 0 0,0 0 1 0 0,-1 0 0 0 0,1 0 0 0 0,0 0 0 0 0,0 0-1 0 0,0 1 1 0 0,0-1 0 0 0,0 1 0 0 0,0 0 0 0 0,5 0 0 0 0,2 1 1469 0 0,0 0 1 0 0,19 6 0 0 0,-21-5-1296 0 0,-1-1 120 0 0,0 1 0 0 0,0 1 0 0 0,0-1 0 0 0,0 1 1 0 0,0 1-1 0 0,-1-1 0 0 0,0 1 0 0 0,1 0 0 0 0,-1 0 1 0 0,9 10-1 0 0,-12-11-444 0 0,-1 0 0 0 0,1 0 0 0 0,-1 0 0 0 0,0 0 0 0 0,0 1 0 0 0,0-1 0 0 0,0 1 0 0 0,-1-1 0 0 0,1 1 0 0 0,-1 0 0 0 0,0 0-1 0 0,0 0 1 0 0,-1-1 0 0 0,1 1 0 0 0,-1 0 0 0 0,0 0 0 0 0,0 0 0 0 0,0 0 0 0 0,0 0 0 0 0,-1 0 0 0 0,-1 7 0 0 0,0-4-43 0 0,-1 1-1 0 0,1-1 1 0 0,-1-1-1 0 0,-1 1 1 0 0,0 0 0 0 0,1-1-1 0 0,-2 0 1 0 0,-6 9-1 0 0,-5 2-56 0 0,-25 22 0 0 0,19-20-1656 0 0,-2 0-6358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7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5063 0 0,'2'2'17056'0'0,"1"2"-16541"0"0,7 6-2478 0 0,0-5 3995 0 0,-9-4-2140 0 0,1 1 0 0 0,0-1 0 0 0,-1 0-1 0 0,1 0 1 0 0,0 1 0 0 0,-1-1 0 0 0,2 3 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9.6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35 244 5527 0 0,'-2'0'224'0'0,"1"0"0"0"0,0 0 0 0 0,0 0 0 0 0,-1 0 0 0 0,1 0 0 0 0,0 0 0 0 0,0 0-1 0 0,-1 0 1 0 0,1-1 0 0 0,0 1 0 0 0,0-1 0 0 0,-1 1 0 0 0,1-1 0 0 0,0 1 0 0 0,0-1-1 0 0,0 0 1 0 0,0 1 0 0 0,0-1 0 0 0,0 0 0 0 0,0 0 0 0 0,0 0 0 0 0,0 0 0 0 0,0 0-1 0 0,1 0 1 0 0,-1 0 0 0 0,0 0 0 0 0,1 0 0 0 0,-1 0 0 0 0,0 0 0 0 0,1 0 0 0 0,-1-1-1 0 0,1 1 1 0 0,0 0 0 0 0,0 0 0 0 0,-1-1 0 0 0,1 1 0 0 0,0 0 0 0 0,0-2 0 0 0,0-1 158 0 0,0 1 1 0 0,1-1-1 0 0,-1 1 1 0 0,1-1-1 0 0,0 1 1 0 0,0-1-1 0 0,0 1 1 0 0,0 0-1 0 0,1-1 1 0 0,-1 1-1 0 0,5-6 1 0 0,4-5 13 0 0,1 1 1 0 0,1 0 0 0 0,0 1-1 0 0,0 0 1 0 0,1 0 0 0 0,1 2 0 0 0,0 0-1 0 0,24-13 1 0 0,-36 21-386 0 0,0 1 0 0 0,0 0 0 0 0,0 0-1 0 0,0 0 1 0 0,0 1 0 0 0,0-1 0 0 0,1 1 0 0 0,-1-1 0 0 0,0 1-1 0 0,0 0 1 0 0,1-1 0 0 0,-1 1 0 0 0,0 0 0 0 0,1 1 0 0 0,-1-1-1 0 0,0 0 1 0 0,0 1 0 0 0,1-1 0 0 0,-1 1 0 0 0,0 0 0 0 0,4 1-1 0 0,-4 0 0 0 0,0 0-1 0 0,1 0 0 0 0,-1 0 0 0 0,0 0 0 0 0,0 0 1 0 0,0 0-1 0 0,0 1 0 0 0,-1-1 0 0 0,1 1 0 0 0,-1 0 1 0 0,1-1-1 0 0,-1 1 0 0 0,0 0 0 0 0,0 0 0 0 0,1 5 0 0 0,1 5 17 0 0,-1 1-1 0 0,-1-1 0 0 0,0 0 0 0 0,0 1 0 0 0,-1-1 0 0 0,-1 0 0 0 0,-5 26 0 0 0,-29 92 202 0 0,28-111-220 0 0,-20 57-7 0 0,39-100 15 0 0,16-24 3 0 0,85-163 29 0 0,-73 125-47 0 0,-32 72 0 0 0,-1 1 0 0 0,2-1 0 0 0,-1 1 0 0 0,15-14 0 0 0,-23 26 0 0 0,1-1-1 0 0,-1 1 1 0 0,0-1-1 0 0,1 1 1 0 0,-1-1-1 0 0,1 1 1 0 0,-1-1-1 0 0,0 1 1 0 0,1 0-1 0 0,-1-1 1 0 0,1 1-1 0 0,-1 0 1 0 0,1-1-1 0 0,-1 1 1 0 0,1 0 0 0 0,0 0-1 0 0,-1 0 1 0 0,1-1-1 0 0,-1 1 1 0 0,2 0-1 0 0,-4 10-21 0 0,-11 18-10 0 0,-18 32 32 0 0,2 2 0 0 0,-33 100 0 0 0,60-155 4 0 0,0 1-1 0 0,0-1 1 0 0,1 0-1 0 0,0 1 1 0 0,1-1-1 0 0,0 1 1 0 0,0-1 0 0 0,1 10-1 0 0,0-14-1 0 0,-1 0-1 0 0,1 0 1 0 0,0 0-1 0 0,0 0 0 0 0,0 0 1 0 0,1 0-1 0 0,-1 0 1 0 0,1 0-1 0 0,-1-1 1 0 0,1 1-1 0 0,0-1 1 0 0,0 1-1 0 0,0-1 1 0 0,0 0-1 0 0,0 0 0 0 0,1 0 1 0 0,-1 0-1 0 0,1 0 1 0 0,-1 0-1 0 0,1 0 1 0 0,5 1-1 0 0,-1 0 1 0 0,-1-1 1 0 0,1-1-1 0 0,0 1 0 0 0,-1-1 0 0 0,1-1 0 0 0,0 1 0 0 0,0-1 1 0 0,-1 0-1 0 0,1 0 0 0 0,9-2 0 0 0,-7 0-7 0 0,0 0 0 0 0,-1 0 0 0 0,1 0 0 0 0,-1-1 0 0 0,0-1 0 0 0,0 1 0 0 0,12-9 0 0 0,-14 8-1649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49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88 7367 0 0,'0'-1'83'0'0,"1"0"-1"0"0,-1 0 0 0 0,0 1 0 0 0,0-1 0 0 0,0 0 1 0 0,1 0-1 0 0,-1 0 0 0 0,0 1 0 0 0,1-1 1 0 0,-1 0-1 0 0,1 1 0 0 0,-1-1 0 0 0,1 0 0 0 0,-1 1 1 0 0,1-1-1 0 0,-1 0 0 0 0,1 1 0 0 0,0-1 1 0 0,-1 1-1 0 0,1-1 0 0 0,1 1 0 0 0,19-10 2485 0 0,-9 5-1803 0 0,11-6 995 0 0,0 1-1 0 0,1 1 0 0 0,46-10 0 0 0,-53 16-1861 0 0,0 0 0 0 0,1 1 0 0 0,28 1 1 0 0,-30 3-6732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0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1 241 3679 0 0,'0'0'284'0'0,"6"-11"4171"0"0,15-23 3075 0 0,2 1-3835 0 0,24-40-1199 0 0,-44 67-2395 0 0,6-8 154 0 0,15-22 1 0 0,-21 33-229 0 0,-1 0 1 0 0,1 0 0 0 0,-1 0 0 0 0,1 0-1 0 0,0 1 1 0 0,0-1 0 0 0,0 1-1 0 0,1 0 1 0 0,-1 0 0 0 0,0 0 0 0 0,1 0-1 0 0,7-2 1 0 0,-11 4-19 0 0,1 0 0 0 0,0 0 0 0 0,0 0-1 0 0,0 0 1 0 0,0 0 0 0 0,0 0 0 0 0,-1 1 0 0 0,1-1 0 0 0,0 0 0 0 0,0 0-1 0 0,0 1 1 0 0,0-1 0 0 0,-1 0 0 0 0,1 1 0 0 0,0-1 0 0 0,0 1-1 0 0,-1-1 1 0 0,1 1 0 0 0,0-1 0 0 0,-1 1 0 0 0,1 0 0 0 0,0-1-1 0 0,-1 1 1 0 0,1 0 0 0 0,-1-1 0 0 0,1 1 0 0 0,-1 0 0 0 0,0 0-1 0 0,1-1 1 0 0,-1 1 0 0 0,0 0 0 0 0,1 0 0 0 0,-1 0 0 0 0,0 0-1 0 0,0-1 1 0 0,0 1 0 0 0,0 1 0 0 0,2 7 5 0 0,-1-1-1 0 0,0 0 1 0 0,-1 9-1 0 0,0-8-19 0 0,-4 124 380 0 0,-1-29 180 0 0,5-100-542 0 0,0 0 8 0 0,0 0 0 0 0,0 0 0 0 0,0 0 0 0 0,0 0 0 0 0,-1 0 0 0 0,0 0 0 0 0,0 0 0 0 0,-2 7 0 0 0,3-10-90 0 0,-1-1 1 0 0,1 0-1 0 0,0 0 0 0 0,0 0 0 0 0,0 1 1 0 0,0-1-1 0 0,-1 0 0 0 0,1 0 1 0 0,0 0-1 0 0,0 0 0 0 0,0 1 0 0 0,-1-1 1 0 0,1 0-1 0 0,0 0 0 0 0,0 0 0 0 0,-1 0 1 0 0,1 0-1 0 0,0 0 0 0 0,0 0 0 0 0,-1 0 1 0 0,1 0-1 0 0,0 0 0 0 0,0 0 0 0 0,-1 0 1 0 0,1 0-1 0 0,0 0 0 0 0,0 0 1 0 0,-1 0-1 0 0,1 0 0 0 0,0 0 0 0 0,0 0 1 0 0,-1 0-1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1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39 7831 0 0,'4'-38'9217'0'0,"-2"45"-7893"0"0,1 7-365 0 0,-3-13-453 0 0,1 5-24 0 0,4 43 443 0 0,-3 1-1 0 0,-7 97 0 0 0,2-113-774 0 0,-7 48 135 0 0,7-77-293 0 0,0-9-767 0 0,0 0-1650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1.6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8287 0 0,'0'-1'132'0'0,"0"1"0"0"0,1-1 1 0 0,-1 0-1 0 0,0 0 0 0 0,1 1 0 0 0,-1-1 0 0 0,0 0 0 0 0,1 1 0 0 0,-1-1 0 0 0,1 0 0 0 0,-1 1 0 0 0,1-1 0 0 0,-1 1 0 0 0,1-1 0 0 0,0 1 0 0 0,-1-1 0 0 0,1 1 0 0 0,0-1 0 0 0,-1 1 0 0 0,1 0 0 0 0,0-1 1 0 0,-1 1-1 0 0,1 0 0 0 0,0 0 0 0 0,0 0 0 0 0,-1-1 0 0 0,1 1 0 0 0,0 0 0 0 0,1 0 0 0 0,32-2 4455 0 0,-18 1-2840 0 0,22-4 655 0 0,22-1-1232 0 0,-1-3 0 0 0,73-20 0 0 0,-116 24-893 0 0,-3 0-1386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2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71 218 7831 0 0,'-4'-10'1140'0'0,"1"0"-1"0"0,1 0 1 0 0,0 0-1 0 0,0 0 1 0 0,1 0-1 0 0,0 0 1 0 0,1-19-1 0 0,1 24-872 0 0,0 0 0 0 0,0-1-1 0 0,1 1 1 0 0,-1 0 0 0 0,1 0-1 0 0,0 0 1 0 0,0 0 0 0 0,1 0-1 0 0,-1 1 1 0 0,1-1 0 0 0,0 1-1 0 0,1-1 1 0 0,-1 1 0 0 0,1 0-1 0 0,-1 1 1 0 0,8-6-1 0 0,-6 4-133 0 0,1 1-1 0 0,-1 1 0 0 0,1-1 0 0 0,0 1 0 0 0,0 0 1 0 0,0 0-1 0 0,1 1 0 0 0,-1 0 0 0 0,12-3 0 0 0,-16 5-119 0 0,0 0 0 0 0,-1 0 0 0 0,1-1-1 0 0,0 1 1 0 0,0 0 0 0 0,0 1 0 0 0,-1-1 0 0 0,1 0-1 0 0,0 0 1 0 0,0 1 0 0 0,0-1 0 0 0,-1 1 0 0 0,1 0-1 0 0,0-1 1 0 0,-1 1 0 0 0,1 0 0 0 0,-1 0 0 0 0,1 0-1 0 0,-1 0 1 0 0,1 0 0 0 0,-1 0 0 0 0,1 1 0 0 0,-1-1-1 0 0,0 0 1 0 0,0 1 0 0 0,0-1 0 0 0,0 1 0 0 0,0-1-1 0 0,0 1 1 0 0,0-1 0 0 0,0 1 0 0 0,-1 0 0 0 0,1 0-1 0 0,-1-1 1 0 0,1 1 0 0 0,-1 0 0 0 0,0 0 0 0 0,1-1 0 0 0,-1 1-1 0 0,0 2 1 0 0,0 4 3 0 0,0 1 0 0 0,0-1 0 0 0,-1 0 0 0 0,0 0-1 0 0,0 1 1 0 0,-1-1 0 0 0,0 0 0 0 0,-1 0 0 0 0,0 0 0 0 0,-5 10-1 0 0,-6 10-24 0 0,-26 35 0 0 0,38-59 13 0 0,-18 28-4 0 0,-2-1 0 0 0,-1-2 0 0 0,-41 42 0 0 0,44-51 0 0 0,24-21 23 0 0,-1 0-1 0 0,1 0 1 0 0,0 1-1 0 0,-1 0 1 0 0,1-1-1 0 0,4 1 1 0 0,0 0 8 0 0,98-1 222 0 0,-54 2-175 0 0,-27-3-1855 0 0,-2-2-3450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3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0 129 3679 0 0,'1'-4'403'0'0,"0"-1"-1"0"0,0 1 0 0 0,1 0 1 0 0,-1 0-1 0 0,1 0 0 0 0,0 0 1 0 0,0 0-1 0 0,0 0 0 0 0,0 0 1 0 0,1 1-1 0 0,0-1 0 0 0,-1 1 1 0 0,1-1-1 0 0,0 1 0 0 0,6-4 1 0 0,0-1 845 0 0,1-1 1 0 0,1 1-1 0 0,-1 1 0 0 0,15-8 1 0 0,-21 13-988 0 0,-1 0-1 0 0,1 0 1 0 0,0 1 0 0 0,0-1-1 0 0,-1 1 1 0 0,1 0 0 0 0,0 0-1 0 0,0 0 1 0 0,0 0 0 0 0,0 1-1 0 0,1 0 1 0 0,-1 0 0 0 0,0 0-1 0 0,0 0 1 0 0,0 1 0 0 0,0-1-1 0 0,6 3 1 0 0,-7-1-175 0 0,0-1 0 0 0,0 1 0 0 0,0 0 0 0 0,0 0 0 0 0,-1 1-1 0 0,1-1 1 0 0,-1 0 0 0 0,0 1 0 0 0,1 0 0 0 0,-1-1 0 0 0,-1 1 0 0 0,1 0 0 0 0,0 0-1 0 0,-1 0 1 0 0,1 0 0 0 0,-1 0 0 0 0,0 1 0 0 0,1 3 0 0 0,1 2-69 0 0,-1 1 1 0 0,-1-1 0 0 0,0 1-1 0 0,0 0 1 0 0,-1 11-1 0 0,-1-9-2 0 0,0-1 0 0 0,-1 1 0 0 0,-1-1 0 0 0,0 1 0 0 0,0-1 0 0 0,-1 0 0 0 0,-9 18 0 0 0,-1-5 30 0 0,0 0 1 0 0,-20 23-1 0 0,59-89 19 0 0,4-1-52 0 0,46-72-13 0 0,-57 84 1 0 0,-8 16 0 0 0,-1-1 0 0 0,0 0 0 0 0,12-33 0 0 0,-21 49 0 0 0,0 0 0 0 0,0 0 0 0 0,0 0 0 0 0,0 0 0 0 0,0-1 0 0 0,1 1 0 0 0,-1 0 0 0 0,0 0 0 0 0,0 0 0 0 0,0 0 0 0 0,0 0 0 0 0,0 0 0 0 0,0-1 0 0 0,0 1 0 0 0,0 0 0 0 0,0 0 0 0 0,0 0 0 0 0,0 0 0 0 0,0 0 0 0 0,0-1 0 0 0,0 1 0 0 0,0 0 0 0 0,0 0 0 0 0,0 0 0 0 0,0 0 0 0 0,0 0 0 0 0,0-1 0 0 0,0 1 0 0 0,0 0 0 0 0,0 0 0 0 0,0 0 0 0 0,0 0 0 0 0,0 0 0 0 0,0 0 0 0 0,0-1 0 0 0,0 1 0 0 0,-1 0 0 0 0,1 0 0 0 0,0 0 0 0 0,0 0 0 0 0,0 0 0 0 0,0 0 0 0 0,0 0 0 0 0,0 0 0 0 0,0-1 0 0 0,-1 1 0 0 0,-5 6 0 0 0,-7 9 0 0 0,4 1 8 0 0,1 0 0 0 0,0 1 0 0 0,2 0 0 0 0,0 0 0 0 0,-4 18 0 0 0,8-26-1 0 0,0 0-1 0 0,1 0 1 0 0,0 0 0 0 0,1 0-1 0 0,-1 1 1 0 0,2-1 0 0 0,-1 0-1 0 0,2 0 1 0 0,-1 0 0 0 0,1 0-1 0 0,5 15 1 0 0,-5-20 18 0 0,-1-1 1 0 0,1 0-1 0 0,0 1 1 0 0,0-1-1 0 0,0 0 0 0 0,0 0 1 0 0,1 0-1 0 0,-1-1 0 0 0,1 1 1 0 0,0 0-1 0 0,0-1 0 0 0,0 0 1 0 0,0 0-1 0 0,0 0 0 0 0,0 0 1 0 0,1 0-1 0 0,-1-1 0 0 0,1 1 1 0 0,-1-1-1 0 0,1 0 0 0 0,-1 0 1 0 0,1 0-1 0 0,6 0 0 0 0,-5-1-35 0 0,1 1 0 0 0,-1-2 0 0 0,0 1 0 0 0,1 0 0 0 0,-1-1 0 0 0,0 0 0 0 0,0-1 0 0 0,0 1 0 0 0,0-1 0 0 0,0 0 0 0 0,0 0 0 0 0,0 0 0 0 0,0-1 0 0 0,-1 0 0 0 0,1 1 0 0 0,4-5-1 0 0,-5 2-1715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3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44 4607 0 0,'0'0'65'0'0,"0"0"0"0"0,0 0-1 0 0,0 0 1 0 0,1 0-1 0 0,-1 0 1 0 0,0 0 0 0 0,0 0-1 0 0,0 0 1 0 0,0-1-1 0 0,0 1 1 0 0,0 0-1 0 0,0 0 1 0 0,0 0 0 0 0,0 0-1 0 0,0 0 1 0 0,1 0-1 0 0,-1 0 1 0 0,0 0 0 0 0,0 0-1 0 0,0 0 1 0 0,0-1-1 0 0,0 1 1 0 0,0 0-1 0 0,0 0 1 0 0,0 0 0 0 0,0 0-1 0 0,0 0 1 0 0,0 0-1 0 0,0 0 1 0 0,0-1 0 0 0,0 1-1 0 0,0 0 1 0 0,0 0-1 0 0,0 0 1 0 0,0 0-1 0 0,0 0 1 0 0,0 0 0 0 0,0 0-1 0 0,0 0 1 0 0,0-1-1 0 0,0 1 1 0 0,0 0 0 0 0,-1 0-1 0 0,1 0 1 0 0,0 0-1 0 0,0 0 1 0 0,0 0-1 0 0,0 0 1 0 0,0 0 0 0 0,0 0-1 0 0,0 0 1 0 0,0-1-1 0 0,0 1 1 0 0,0 0 0 0 0,-1 0-1 0 0,1 0 1 0 0,0 0-1 0 0,0 0 1 0 0,0 0-1 0 0,0 0 1 0 0,0 0 0 0 0,0 0-1 0 0,0 0 1 0 0,0 0-1 0 0,-1 0 1 0 0,1 0 0 0 0,0 0-1 0 0,0 0 1 0 0,15-6 3278 0 0,23-3 697 0 0,-35 9-3728 0 0,103-19 3754 0 0,-82 16-4247 0 0,0 1 1 0 0,35 2-1 0 0,-49 2-312 0 0,-1 1-10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4.5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51 2759 0 0,'0'0'207'0'0,"-1"0"-119"0"0,1 0 0 0 0,0 0-1 0 0,0 0 1 0 0,0 0 0 0 0,0 0 0 0 0,-1 0-1 0 0,1 0 1 0 0,0 0 0 0 0,0 0 0 0 0,0 0-1 0 0,0 0 1 0 0,-1 0 0 0 0,1-1 0 0 0,0 1-1 0 0,0 0 1 0 0,0 0 0 0 0,0 0-1 0 0,0 0 1 0 0,-1 0 0 0 0,1-1 0 0 0,0 1-1 0 0,0 0 1 0 0,0 0 0 0 0,0 0 0 0 0,0 0-1 0 0,0-1 1 0 0,0 1 0 0 0,0 0 0 0 0,0 0-1 0 0,0 0 1 0 0,0 0 0 0 0,0-1 0 0 0,0 1-1 0 0,0 0 1 0 0,0 0 0 0 0,0-1 0 0 0,3-10 8590 0 0,-2 10-8715 0 0,-1-1 301 0 0,1 0 0 0 0,0 0 0 0 0,1 0 0 0 0,-1 0 0 0 0,0 0 0 0 0,1 0 0 0 0,-1 0 0 0 0,1 1 0 0 0,-1-1 0 0 0,1 1 0 0 0,0-1 0 0 0,-1 1 0 0 0,1 0 0 0 0,0 0 0 0 0,0-1 0 0 0,0 1 0 0 0,0 0 0 0 0,0 1 0 0 0,4-2 0 0 0,-4 1-124 0 0,1 1 1 0 0,0-1-1 0 0,0 1 1 0 0,-1 0-1 0 0,1 0 1 0 0,0 0-1 0 0,0 0 1 0 0,0 0-1 0 0,0 0 1 0 0,-1 1-1 0 0,1 0 1 0 0,0-1-1 0 0,-1 1 1 0 0,1 0-1 0 0,0 0 0 0 0,-1 1 1 0 0,1-1-1 0 0,-1 0 1 0 0,0 1-1 0 0,1 0 1 0 0,1 2-1 0 0,-1-2-126 0 0,-1 0-1 0 0,0 1 1 0 0,0 0-1 0 0,-1-1 0 0 0,1 1 1 0 0,0 0-1 0 0,-1 0 1 0 0,0 0-1 0 0,0 0 0 0 0,0 0 1 0 0,0 0-1 0 0,0 1 1 0 0,0-1-1 0 0,-1 0 1 0 0,0 0-1 0 0,0 1 0 0 0,0-1 1 0 0,0 4-1 0 0,-1-2-8 0 0,1 1 0 0 0,-1 0 0 0 0,-1-1-1 0 0,1 0 1 0 0,-1 1 0 0 0,0-1 0 0 0,0 0 0 0 0,-1 0-1 0 0,1 0 1 0 0,-1 0 0 0 0,-6 7 0 0 0,-2 2 33 0 0,-2-1 1 0 0,-17 16 0 0 0,20-21-25 0 0,1 0 0 0 0,0 1 0 0 0,0 0 0 0 0,1 1 0 0 0,0 0 0 0 0,-9 15 0 0 0,17-24-10 0 0,-1 0 0 0 0,1 0 0 0 0,-1 0 0 0 0,1 0 0 0 0,-1 0 0 0 0,1 0 0 0 0,0 0-1 0 0,-1 0 1 0 0,1 1 0 0 0,0-1 0 0 0,0 0 0 0 0,0 0 0 0 0,0 0 0 0 0,0 0 0 0 0,0 0 0 0 0,0 1 0 0 0,0-1 0 0 0,0 0 0 0 0,0 0-1 0 0,1 0 1 0 0,-1 0 0 0 0,1 0 0 0 0,0 2 0 0 0,0-2 10 0 0,0 1 0 0 0,0-1 0 0 0,1 0 0 0 0,-1 0 0 0 0,0 0 0 0 0,1-1 0 0 0,-1 1 0 0 0,1 0 0 0 0,-1 0 0 0 0,1-1 0 0 0,-1 1 0 0 0,1-1 0 0 0,-1 1 0 0 0,4-1 0 0 0,4 2 53 0 0,1-2 1 0 0,0 1-1 0 0,0-1 0 0 0,11-2 0 0 0,-5-1-45 0 0,0 0-1 0 0,-1-1 1 0 0,1-1 0 0 0,19-8-1 0 0,6-3-1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55.6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6 107 6911 0 0,'0'0'89'0'0,"-1"0"0"0"0,1 0-1 0 0,0 0 1 0 0,0 0-1 0 0,-1 0 1 0 0,1 1 0 0 0,0-1-1 0 0,0 0 1 0 0,0 0-1 0 0,-1 0 1 0 0,1 0 0 0 0,0 0-1 0 0,0 0 1 0 0,0 1-1 0 0,-1-1 1 0 0,1 0 0 0 0,0 0-1 0 0,0 0 1 0 0,0 0-1 0 0,0 1 1 0 0,0-1 0 0 0,-1 0-1 0 0,1 0 1 0 0,0 0-1 0 0,0 1 1 0 0,0-1 0 0 0,0 0-1 0 0,0 0 1 0 0,0 0-1 0 0,0 1 1 0 0,0-1 0 0 0,0 0-1 0 0,0 0 1 0 0,0 1-1 0 0,0-1 1 0 0,0 0 0 0 0,0 1-1 0 0,0-1 140 0 0,0 1 0 0 0,0-1 0 0 0,1 1-1 0 0,-1-1 1 0 0,0 0 0 0 0,0 1 0 0 0,0-1 0 0 0,1 1-1 0 0,-1-1 1 0 0,0 1 0 0 0,1-1 0 0 0,-1 0-1 0 0,0 1 1 0 0,1-1 0 0 0,-1 0 0 0 0,1 1 0 0 0,-1-1-1 0 0,0 0 1 0 0,1 0 0 0 0,-1 1 0 0 0,1-1 0 0 0,-1 0-1 0 0,1 0 1 0 0,-1 0 0 0 0,1 0 0 0 0,0 1 0 0 0,10 0 252 0 0,0 0 0 0 0,0 0 0 0 0,0-1 0 0 0,1 0 0 0 0,-1-1 1 0 0,0 0-1 0 0,14-4 0 0 0,1-3-10 0 0,0-1-1 0 0,-1-2 1 0 0,48-26-1 0 0,-63 30-295 0 0,1 0 0 0 0,13-13-1 0 0,0 1 24 0 0,-24 19-197 0 0,0 0 1 0 0,0 0-1 0 0,0 0 1 0 0,0 0-1 0 0,0 0 1 0 0,0 0-1 0 0,0 0 0 0 0,0 0 1 0 0,0 0-1 0 0,0 0 1 0 0,1 0-1 0 0,-1 0 1 0 0,0 0-1 0 0,0 0 1 0 0,0 0-1 0 0,0 0 1 0 0,0-1-1 0 0,0 1 1 0 0,0 0-1 0 0,0 0 0 0 0,0 0 1 0 0,0 0-1 0 0,0 0 1 0 0,0 0-1 0 0,0 0 1 0 0,0 1-1 0 0,0-1 1 0 0,0 0-1 0 0,0 0 1 0 0,1 0-1 0 0,-1 0 1 0 0,0 0-1 0 0,0 0 0 0 0,0 0 1 0 0,0 0-1 0 0,0 0 1 0 0,0 0-1 0 0,0 0 1 0 0,0 0-1 0 0,0 0 1 0 0,0 0-1 0 0,0 0 1 0 0,0 0-1 0 0,0 0 0 0 0,0 0 1 0 0,0 0-1 0 0,0 0 1 0 0,0 0-1 0 0,0 0 1 0 0,0 0-1 0 0,0 0 1 0 0,0 0-1 0 0,0 1 1 0 0,0-1-1 0 0,0 0 1 0 0,0 0-1 0 0,0 0 0 0 0,0 0 1 0 0,0 0-1 0 0,0 0 1 0 0,0 7 46 0 0,-4 12 45 0 0,3-13-78 0 0,-6 35 46 0 0,0 70 1 0 0,0-4 10 0 0,-3 19 313 0 0,11 223 0 0 0,2-263-192 0 0,-17 166 0 0 0,12-227-63 0 0,0-1 0 0 0,2 1-1 0 0,0 0 1 0 0,2-1 0 0 0,1 1 0 0 0,10 41-1 0 0,-13-65-94 0 0,0 0 1 0 0,1 0-1 0 0,-1 0 0 0 0,0 0 0 0 0,0 0 0 0 0,1 0 0 0 0,-1 0 0 0 0,0 0 0 0 0,0 0 0 0 0,0 0 0 0 0,0 0 0 0 0,0 0 0 0 0,-1 0 0 0 0,1 0 0 0 0,0 0 0 0 0,-1 1 0 0 0,1-2-18 0 0,-1 0 0 0 0,1 0 0 0 0,-1 0 0 0 0,0 0-1 0 0,1 0 1 0 0,-1 0 0 0 0,1 0 0 0 0,-1 0 0 0 0,0 0 0 0 0,1-1 0 0 0,-1 1 0 0 0,1 0 0 0 0,-1 0 0 0 0,1 0 0 0 0,-1-1-1 0 0,1 1 1 0 0,-1 0 0 0 0,1-1 0 0 0,-1 1 0 0 0,1 0 0 0 0,-1-1 0 0 0,1 1 0 0 0,-1 0 0 0 0,1-1 0 0 0,0 1 0 0 0,-1-2-1 0 0,-6-2 13 0 0,1-1-1 0 0,-1 1 0 0 0,0 0 0 0 0,0 1 0 0 0,-1-1 0 0 0,1 1 0 0 0,-1 1 1 0 0,0 0-1 0 0,1 0 0 0 0,-1 0 0 0 0,0 1 0 0 0,-11 0 0 0 0,2 0-217 0 0,0 1-1 0 0,0 1 0 0 0,0 0 0 0 0,-29 7 0 0 0,34-4-1914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7:12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54 5983 0 0,'-2'-5'777'0'0,"1"0"-1"0"0,-1 0 0 0 0,1 0 0 0 0,0 0 0 0 0,0 0 0 0 0,0-7 1 0 0,1 12-724 0 0,0-1 1 0 0,0 1-1 0 0,0 0 1 0 0,0 0-1 0 0,0 0 1 0 0,0 0-1 0 0,0 0 1 0 0,0 0-1 0 0,0 0 1 0 0,0 0-1 0 0,0-1 1 0 0,0 1-1 0 0,0 0 1 0 0,0 0-1 0 0,0 0 1 0 0,0 0-1 0 0,0 0 1 0 0,0 0-1 0 0,0 0 0 0 0,0 0 1 0 0,0 0-1 0 0,0-1 1 0 0,0 1-1 0 0,0 0 1 0 0,0 0-1 0 0,0 0 1 0 0,0 0-1 0 0,0 0 1 0 0,1 0-1 0 0,-1 0 1 0 0,0 0-1 0 0,0 0 1 0 0,0 0-1 0 0,0 0 1 0 0,0 0-1 0 0,0 0 1 0 0,0 0-1 0 0,0 0 1 0 0,0-1-1 0 0,1 1 1 0 0,-1 0-1 0 0,0 0 1 0 0,0 0-1 0 0,0 0 1 0 0,0 0-1 0 0,0 0 1 0 0,0 0-1 0 0,0 0 1 0 0,1 0-1 0 0,4 5 1389 0 0,6 6 72 0 0,-3 0-1036 0 0,-1-1 0 0 0,-1 1 0 0 0,0 1 0 0 0,0-1 0 0 0,7 24 0 0 0,12 64 242 0 0,-4-11-799 0 0,-17-75 122 0 0,1 1 0 0 0,0-1 0 0 0,1 0 0 0 0,10 15 0 0 0,-16-27-36 0 0,1-1 0 0 0,-1 1-1 0 0,1 0 1 0 0,-1 0 0 0 0,1 0-1 0 0,0 0 1 0 0,-1 0 0 0 0,1-1-1 0 0,0 1 1 0 0,0 0 0 0 0,0-1-1 0 0,0 1 1 0 0,-1 0 0 0 0,1-1 0 0 0,0 1-1 0 0,0-1 1 0 0,0 0 0 0 0,0 1-1 0 0,0-1 1 0 0,0 0 0 0 0,2 1-1 0 0,-2-1 5 0 0,0-1-1 0 0,-1 1 0 0 0,1 0 0 0 0,0-1 1 0 0,0 1-1 0 0,0-1 0 0 0,0 1 1 0 0,-1-1-1 0 0,1 1 0 0 0,0-1 0 0 0,-1 1 1 0 0,1-1-1 0 0,0 0 0 0 0,-1 1 0 0 0,1-1 1 0 0,-1 0-1 0 0,1 0 0 0 0,-1 1 1 0 0,1-1-1 0 0,-1 0 0 0 0,0 0 0 0 0,1 0 1 0 0,-1 0-1 0 0,1-1 0 0 0,4-19 44 0 0,0 0 1 0 0,-2 0-1 0 0,0 0 0 0 0,-1-1 1 0 0,-1-33-1 0 0,0 8-44 0 0,-1 26-10 0 0,0 7 0 0 0,1-1 0 0 0,0 1 0 0 0,1 0 0 0 0,7-27 0 0 0,-8 42 0 0 0,1 5 0 0 0,0 7 0 0 0,1 21 0 0 0,1 0 0 0 0,11 40 0 0 0,-11-60 0 0 0,0-1 0 0 0,1 1 0 0 0,0-1 0 0 0,1 0 0 0 0,0 0 0 0 0,1-1 0 0 0,17 23 0 0 0,-22-32 0 0 0,0-1-1 0 0,0 0 1 0 0,-1 0 0 0 0,1-1-1 0 0,0 1 1 0 0,1 0 0 0 0,-1-1-1 0 0,0 1 1 0 0,0-1 0 0 0,1 0-1 0 0,-1 1 1 0 0,1-1-1 0 0,-1 0 1 0 0,1-1 0 0 0,-1 1-1 0 0,1 0 1 0 0,0-1 0 0 0,-1 1-1 0 0,6-1 1 0 0,-5 0 12 0 0,0-1-1 0 0,0 0 1 0 0,-1 1 0 0 0,1-1 0 0 0,0 0-1 0 0,-1-1 1 0 0,1 1 0 0 0,-1 0 0 0 0,1-1-1 0 0,-1 1 1 0 0,1-1 0 0 0,-1 0 0 0 0,0 0-1 0 0,0 0 1 0 0,0 0 0 0 0,0 0 0 0 0,0 0-1 0 0,2-4 1 0 0,1-3 86 0 0,0 1 1 0 0,-1 0-1 0 0,0-1 0 0 0,-1 0 0 0 0,0 0 0 0 0,0 0 0 0 0,-1-1 1 0 0,2-11-1 0 0,3-79 152 0 0,-6 69-173 0 0,4-77 136 0 0,-5 108-232 0 0,-1 0-1 0 0,1 0 1 0 0,0 0 0 0 0,0 0-1 0 0,0 0 1 0 0,0 0 0 0 0,0 0-1 0 0,0-1 1 0 0,0 1 0 0 0,0 0-1 0 0,0 0 1 0 0,0 0 0 0 0,0 0-1 0 0,0 0 1 0 0,0 0 0 0 0,0-1-1 0 0,0 1 1 0 0,0 0 0 0 0,0 0-1 0 0,0 0 1 0 0,0 0 0 0 0,0 0-1 0 0,0 0 1 0 0,0-1 0 0 0,0 1-1 0 0,0 0 1 0 0,0 0 0 0 0,0 0-1 0 0,0 0 1 0 0,0 0 0 0 0,0 0-1 0 0,0 0 1 0 0,0-1-1 0 0,0 1 1 0 0,1 0 0 0 0,-1 0-1 0 0,0 0 1 0 0,0 0 0 0 0,0 0-1 0 0,0 0 1 0 0,0 0 0 0 0,0 0-1 0 0,0 0 1 0 0,0 0 0 0 0,1 0-1 0 0,-1 0 1 0 0,0 0 0 0 0,0 0-1 0 0,0-1 1 0 0,0 1 0 0 0,0 0-1 0 0,0 0 1 0 0,1 0 0 0 0,-1 0-1 0 0,0 0 1 0 0,0 0 0 0 0,0 0-1 0 0,0 0 1 0 0,0 1 0 0 0,0-1-1 0 0,1 0 1 0 0,-1 0 0 0 0,0 0-1 0 0,0 0 1 0 0,0 0-1 0 0,0 0 1 0 0,0 0 0 0 0,0 0-1 0 0,1 0 1 0 0,5 8-4366 0 0,-5-7 3703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7:13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0 367 2759 0 0,'2'-3'623'0'0,"1"0"-1"0"0,0 0 0 0 0,-1 0 0 0 0,1 0 0 0 0,0 0 0 0 0,0 1 1 0 0,1-1-1 0 0,-1 1 0 0 0,0 0 0 0 0,7-3 0 0 0,-9 4-344 0 0,1 1-1 0 0,-1-1 0 0 0,1 1 1 0 0,-1-1-1 0 0,1 1 0 0 0,-1-1 1 0 0,1 1-1 0 0,-1 0 1 0 0,1 0-1 0 0,0 0 0 0 0,-1 0 1 0 0,1 0-1 0 0,-1 0 0 0 0,1 0 1 0 0,0 1-1 0 0,-1-1 1 0 0,1 0-1 0 0,-1 1 0 0 0,1 0 1 0 0,-1-1-1 0 0,1 1 1 0 0,-1 0-1 0 0,0-1 0 0 0,1 1 1 0 0,-1 0-1 0 0,0 0 0 0 0,1 0 1 0 0,-1 0-1 0 0,1 2 1 0 0,0 0-155 0 0,-1 0 1 0 0,1 0-1 0 0,-1 0 1 0 0,0 1-1 0 0,0-1 1 0 0,0 0 0 0 0,0 0-1 0 0,-1 1 1 0 0,0-1-1 0 0,1 0 1 0 0,-1 5-1 0 0,0-2-28 0 0,0-1-1 0 0,1 0 0 0 0,0 0 1 0 0,1 6-1 0 0,0-6-32 0 0,0 0 0 0 0,1-1 0 0 0,-1 1-1 0 0,1-1 1 0 0,0 0 0 0 0,0 0 0 0 0,0 0 0 0 0,1 0 0 0 0,0 0-1 0 0,-1-1 1 0 0,1 1 0 0 0,0-1 0 0 0,1 0 0 0 0,-1-1 0 0 0,0 1-1 0 0,1-1 1 0 0,5 3 0 0 0,-6-3-5 0 0,1-1 0 0 0,-1 0 0 0 0,0 0 0 0 0,1 0 0 0 0,-1 0 1 0 0,0-1-1 0 0,1 1 0 0 0,-1-1 0 0 0,1 0 0 0 0,-1 0 0 0 0,1-1 0 0 0,-1 0 0 0 0,1 1 0 0 0,-1-1 1 0 0,0-1-1 0 0,1 1 0 0 0,-1-1 0 0 0,0 1 0 0 0,0-1 0 0 0,5-4 0 0 0,-8 6-44 0 0,1-1 0 0 0,-1 0-1 0 0,0 0 1 0 0,0 0 0 0 0,1-1-1 0 0,-1 1 1 0 0,0 0 0 0 0,0 0 0 0 0,0-1-1 0 0,0 1 1 0 0,0 0 0 0 0,0-1-1 0 0,-1 1 1 0 0,1-1 0 0 0,0 1 0 0 0,-1-1-1 0 0,1 0 1 0 0,-1 1 0 0 0,1-3-1 0 0,-1 2-7 0 0,0-1-1 0 0,-1 1 0 0 0,1-1 1 0 0,0 1-1 0 0,-1 0 0 0 0,1-1 1 0 0,-1 1-1 0 0,0-1 0 0 0,0 1 1 0 0,0 0-1 0 0,-2-4 0 0 0,-3-4-12 0 0,-1 1-1 0 0,0 0 1 0 0,-1 0-1 0 0,-11-11 0 0 0,14 15 26 0 0,-7-6-17 0 0,1 0 0 0 0,-2 0 0 0 0,0 1 0 0 0,0 1 0 0 0,-16-9 0 0 0,24 17 0 0 0,8 6 0 0 0,9 7 0 0 0,-6-8-13 0 0,1 0 0 0 0,1-1 0 0 0,-1 1 0 0 0,1-1 0 0 0,-1-1 0 0 0,1 0 0 0 0,0 0 0 0 0,-1 0 0 0 0,1-1 0 0 0,0 0 0 0 0,0 0 0 0 0,0-1-1 0 0,1 0 1 0 0,-1 0 0 0 0,0-1 0 0 0,0 0 0 0 0,11-4 0 0 0,-11 3 14 0 0,0-1 0 0 0,0 0 1 0 0,0 0-1 0 0,0-1 0 0 0,0 0 0 0 0,-1 0 0 0 0,1-1 0 0 0,-1 0 0 0 0,-1-1 0 0 0,1 1 0 0 0,-1-1 1 0 0,0 0-1 0 0,0-1 0 0 0,0 0 0 0 0,-1 0 0 0 0,5-8 0 0 0,-3 2-1 0 0,-1 0 0 0 0,0-1 0 0 0,0 0 0 0 0,-2 0 0 0 0,6-23 0 0 0,-9 28 0 0 0,1 1 0 0 0,-1 0 0 0 0,-1 0 0 0 0,0 0 0 0 0,0 0 0 0 0,-1-1 0 0 0,0 1 0 0 0,0 0 0 0 0,0 0 0 0 0,-1 0 0 0 0,-6-14 0 0 0,8 21 0 0 0,0 1 0 0 0,-1-1 0 0 0,1 0 0 0 0,-1 0 0 0 0,1 0 0 0 0,-1 0 0 0 0,1 1 0 0 0,-1-1 0 0 0,1 0 0 0 0,-1 0 0 0 0,1 1 0 0 0,-1-1 0 0 0,0 1 0 0 0,0-1 0 0 0,1 0 0 0 0,-1 1 0 0 0,0-1 0 0 0,-1 1 0 0 0,2 0 0 0 0,-1 0 0 0 0,1 0 0 0 0,-1 0 0 0 0,1 0 0 0 0,-1 0 0 0 0,1 0 0 0 0,-1 0 0 0 0,1 0 0 0 0,-1 0 0 0 0,1 0 0 0 0,-1 0 0 0 0,1 1 0 0 0,-1-1 0 0 0,1 0 0 0 0,-1 0 0 0 0,1 1 0 0 0,-1-1 0 0 0,1 0 0 0 0,0 1 0 0 0,-1-1 0 0 0,1 1 0 0 0,-1 0 0 0 0,-1 2 0 0 0,0 0 0 0 0,0 0 0 0 0,0 0 0 0 0,0 1 0 0 0,0-1 0 0 0,-1 8 0 0 0,-1 4 0 0 0,1 0 0 0 0,1 1 0 0 0,0-1 0 0 0,1 1 0 0 0,1-1 0 0 0,3 24 0 0 0,18 91 0 0 0,-18-118 15 0 0,0-1 1 0 0,0 0-1 0 0,1 1 0 0 0,6 10 0 0 0,-8-18-4 0 0,0 1 0 0 0,1-1-1 0 0,-1 0 1 0 0,1 0 0 0 0,0 0 0 0 0,0-1-1 0 0,1 1 1 0 0,-1-1 0 0 0,1 0 0 0 0,0 0 0 0 0,0 0-1 0 0,6 4 1 0 0,-7-6-10 0 0,0 0 0 0 0,-1 0 0 0 0,1 0 0 0 0,0 0 0 0 0,0 0 0 0 0,0 0 0 0 0,0-1 0 0 0,0 0 0 0 0,0 1 0 0 0,0-1 0 0 0,0 0 0 0 0,0 0 0 0 0,-1-1 0 0 0,1 1 0 0 0,4-2 0 0 0,-3 1-5 0 0,0-1 0 0 0,0 1 0 0 0,1-1 0 0 0,-1-1 0 0 0,-1 1 0 0 0,1 0 0 0 0,0-1 1 0 0,0 0-1 0 0,2-3 0 0 0,3-3-7 0 0,0-1 0 0 0,-1 0 0 0 0,0-1 1 0 0,-1 0-1 0 0,11-21 0 0 0,-9 13 0 0 0,-1-1-1 0 0,0 0 0 0 0,-2-1 1 0 0,0 1-1 0 0,3-23 1 0 0,-7 29 11 0 0,-1 1 1 0 0,0-1-1 0 0,0 1 1 0 0,-2-1-1 0 0,0 1 1 0 0,0 0-1 0 0,-1-1 1 0 0,-1 1 0 0 0,-5-16-1 0 0,8 28 0 0 0,0 0 0 0 0,0 0 0 0 0,-1 0 0 0 0,1 0 0 0 0,0 0 0 0 0,-1 0 0 0 0,1 0 0 0 0,-1 0 0 0 0,0 0 0 0 0,1 0 0 0 0,-1 1 0 0 0,0-1 0 0 0,1 0 0 0 0,-1 0 0 0 0,0 0 0 0 0,0 1 0 0 0,0-1 0 0 0,1 1 0 0 0,-1-1 0 0 0,0 0 0 0 0,0 1 0 0 0,0-1 0 0 0,0 1 0 0 0,0 0 0 0 0,0-1 0 0 0,0 1 0 0 0,-2 0 0 0 0,1 0 0 0 0,1 0 0 0 0,0 1 0 0 0,0-1 0 0 0,-1 1 0 0 0,1-1 0 0 0,0 1 0 0 0,0 0 0 0 0,0 0 0 0 0,-1-1 0 0 0,1 1 0 0 0,0 0 0 0 0,0 0 0 0 0,0 0 0 0 0,0 0 0 0 0,1 0 0 0 0,-1 0 0 0 0,0 0 0 0 0,0 1 0 0 0,1-1 0 0 0,-1 0 0 0 0,0 0 0 0 0,0 2 0 0 0,-3 7 0 0 0,1 1 0 0 0,0-1 0 0 0,0 1 0 0 0,1 0 0 0 0,0 0 0 0 0,1-1 0 0 0,0 1 0 0 0,1 0 0 0 0,1 11 0 0 0,2 10 0 0 0,12 57 0 0 0,-6-56 0 0 0,19 46 0 0 0,-17-52 0 0 0,-1 2 0 0 0,9 41 0 0 0,-18-61-372 0 0,-1 0-1 0 0,1 0 0 0 0,-2 0 1 0 0,1 0-1 0 0,-3 14 0 0 0,0-15-6855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7:13.8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1 240 5063 0 0,'0'-2'193'0'0,"1"0"-1"0"0,-1 1 0 0 0,0-1 0 0 0,1 0 0 0 0,0 0 0 0 0,0 0 1 0 0,-1 1-1 0 0,1-1 0 0 0,0 0 0 0 0,0 1 0 0 0,0-1 0 0 0,1 1 0 0 0,-1-1 1 0 0,0 1-1 0 0,1 0 0 0 0,1-2 0 0 0,1-1 599 0 0,2-2-341 0 0,0 0 1 0 0,1 0-1 0 0,0 1 1 0 0,0 0-1 0 0,0 0 0 0 0,1 1 1 0 0,8-4-1 0 0,8-2 2164 0 0,25-7-1 0 0,14-5-557 0 0,-59 20-2008 0 0,-1 0 0 0 0,1 0-1 0 0,0 0 1 0 0,0 0 0 0 0,-1-1-1 0 0,0 0 1 0 0,1 1 0 0 0,5-8-1 0 0,-2 1 232 0 0,12-21-1 0 0,-16 25-256 0 0,-1 2 22 0 0,1 0-1 0 0,0 0 0 0 0,0 0 1 0 0,0 0-1 0 0,0 0 1 0 0,1 0-1 0 0,-1 1 1 0 0,1-1-1 0 0,-1 1 0 0 0,1 0 1 0 0,0 0-1 0 0,0 1 1 0 0,0-1-1 0 0,0 1 0 0 0,0 0 1 0 0,0 0-1 0 0,0 0 1 0 0,0 1-1 0 0,1-1 1 0 0,-1 1-1 0 0,0 0 0 0 0,0 0 1 0 0,0 0-1 0 0,6 2 1 0 0,-6-2-19 0 0,0 1 1 0 0,0 0 0 0 0,-1 0 0 0 0,1 0 0 0 0,0 1-1 0 0,-1-1 1 0 0,1 1 0 0 0,0 0 0 0 0,-1 0-1 0 0,0 0 1 0 0,6 5 0 0 0,-7-5-4 0 0,0 0 0 0 0,-1 0 1 0 0,1 0-1 0 0,0 1 0 0 0,-1-1 1 0 0,1 1-1 0 0,-1-1 0 0 0,1 1 0 0 0,-1-1 1 0 0,0 1-1 0 0,0 0 0 0 0,-1-1 1 0 0,1 1-1 0 0,0 0 0 0 0,-1 0 1 0 0,0 0-1 0 0,0 3 0 0 0,0 3 3 0 0,-1-1 0 0 0,-1 1-1 0 0,0-1 1 0 0,0 1 0 0 0,-1-1 0 0 0,1 0-1 0 0,-2 0 1 0 0,1 0 0 0 0,-7 10 0 0 0,4-7 64 0 0,0 0 0 0 0,1 0 0 0 0,-5 18 0 0 0,10-29-89 0 0,0 1-1 0 0,0 0 0 0 0,0-1 1 0 0,-1 1-1 0 0,1 0 1 0 0,0-1-1 0 0,0 1 1 0 0,0 0-1 0 0,0-1 0 0 0,0 1 1 0 0,0 0-1 0 0,1-1 1 0 0,-1 1-1 0 0,0 0 1 0 0,0-1-1 0 0,0 1 0 0 0,1-1 1 0 0,-1 1-1 0 0,0 0 1 0 0,0-1-1 0 0,1 1 1 0 0,-1-1-1 0 0,1 1 0 0 0,-1-1 1 0 0,1 1-1 0 0,-1-1 1 0 0,0 1-1 0 0,2 0 1 0 0,-1 0 11 0 0,1-1 0 0 0,0 1 1 0 0,-1 0-1 0 0,1-1 0 0 0,0 1 1 0 0,0-1-1 0 0,-1 0 0 0 0,1 1 1 0 0,0-1-1 0 0,2 0 0 0 0,6 0-493 0 0,-1-1-1 0 0,0 0 0 0 0,9-3 1 0 0,0 0-7248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7:14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68 3679 0 0,'-3'-24'225'0'0,"-6"-2"3373"0"0,9 25-3362 0 0,-1 0-1 0 0,1 0 0 0 0,-1 0 1 0 0,0 0-1 0 0,0 0 1 0 0,1 0-1 0 0,-1 0 1 0 0,0 0-1 0 0,0 0 0 0 0,0 0 1 0 0,0 1-1 0 0,0-1 1 0 0,0 0-1 0 0,0 1 1 0 0,0-1-1 0 0,0 0 0 0 0,0 1 1 0 0,0-1-1 0 0,-1 1 1 0 0,1 0-1 0 0,0-1 1 0 0,0 1-1 0 0,0 0 0 0 0,-1 0 1 0 0,1 0-1 0 0,0 0 1 0 0,0 0-1 0 0,-1 0 1 0 0,1 0-1 0 0,0 0 0 0 0,0 0 1 0 0,0 1-1 0 0,-1-1 1 0 0,1 0-1 0 0,0 1 1 0 0,0-1-1 0 0,0 1 0 0 0,0-1 1 0 0,-2 2-1 0 0,-1 0 73 0 0,1 1-1 0 0,-1 0 0 0 0,1-1 1 0 0,0 1-1 0 0,0 0 0 0 0,0 1 0 0 0,0-1 1 0 0,1 0-1 0 0,-1 1 0 0 0,1-1 1 0 0,0 1-1 0 0,0 0 0 0 0,0 0 1 0 0,0 0-1 0 0,1 0 0 0 0,-2 6 1 0 0,0-1-227 0 0,1-1-1 0 0,1 1 1 0 0,0 0 0 0 0,0 0 0 0 0,0 0 0 0 0,1 0 0 0 0,2 9 0 0 0,-2-14-71 0 0,1-1-1 0 0,-1 1 0 0 0,1-1 1 0 0,0 0-1 0 0,0 0 1 0 0,1 1-1 0 0,-1-1 0 0 0,1 0 1 0 0,-1 0-1 0 0,1 0 1 0 0,0 0-1 0 0,0-1 0 0 0,1 1 1 0 0,-1 0-1 0 0,0-1 1 0 0,1 0-1 0 0,3 4 0 0 0,-3-5-5 0 0,-1 0 0 0 0,1 1-1 0 0,-1-1 1 0 0,1 0 0 0 0,-1 0-1 0 0,1-1 1 0 0,-1 1 0 0 0,1 0-1 0 0,0-1 1 0 0,0 0 0 0 0,-1 1-1 0 0,1-1 1 0 0,0 0 0 0 0,0 0-1 0 0,-1-1 1 0 0,1 1 0 0 0,0-1-1 0 0,-1 1 1 0 0,1-1 0 0 0,0 0-1 0 0,-1 0 1 0 0,4-1-1 0 0,0-1-2 0 0,-1-1 0 0 0,0 1 0 0 0,0-1 0 0 0,0 1 0 0 0,0-1-1 0 0,0-1 1 0 0,-1 1 0 0 0,0-1 0 0 0,0 0 0 0 0,0 1 0 0 0,-1-2-1 0 0,1 1 1 0 0,-1 0 0 0 0,0-1 0 0 0,2-6 0 0 0,-2 3-1 0 0,0 0-1 0 0,0 0 1 0 0,-1 0 0 0 0,0-1-1 0 0,-1 1 1 0 0,0 0 0 0 0,-1-1 0 0 0,0 1-1 0 0,-1-14 1 0 0,1 23 0 0 0,0 0 0 0 0,0 0 0 0 0,-1 0 0 0 0,1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0,0-1 0 0 0,0 1 0 0 0,0 0 0 0 0,-1 0 0 0 0,1 0 0 0 0,0 0 0 0 0,0 0 0 0 0,0 0 0 0 0,0 0 0 0 0,0 0 0 0 0,0 0 0 0 0,0 0 0 0 0,0 0 0 0 0,0 0 0 0 0,0 0 0 0 0,0 0 0 0 0,0-1 0 0 0,0 1 0 0 0,0 0 0 0 0,0 0 0 0 0,0 0 0 0 0,0 0 0 0 0,0 0 0 0 0,0 0 0 0 0,0 0 0 0 0,0 0 0 0 0,0 0 0 0 0,-3 9 0 0 0,-1 13 0 0 0,4-1-1 0 0,1-1 0 0 0,5 24 0 0 0,-5-37 3 0 0,0 1-1 0 0,1-1 0 0 0,0 0 1 0 0,1-1-1 0 0,-1 1 0 0 0,2 0 1 0 0,-1-1-1 0 0,0 0 1 0 0,8 11-1 0 0,-9-15 4 0 0,0 0 0 0 0,0 0 0 0 0,0 0 0 0 0,1-1 1 0 0,-1 1-1 0 0,0 0 0 0 0,0-1 0 0 0,1 0 0 0 0,-1 1 0 0 0,1-1 0 0 0,0 0 0 0 0,-1 0 1 0 0,1 0-1 0 0,0-1 0 0 0,-1 1 0 0 0,1-1 0 0 0,0 1 0 0 0,0-1 0 0 0,0 0 1 0 0,-1 0-1 0 0,1 0 0 0 0,0-1 0 0 0,0 1 0 0 0,0 0 0 0 0,4-2 0 0 0,-3 0 10 0 0,1 0-1 0 0,-1 1 1 0 0,0-2-1 0 0,1 1 0 0 0,-1 0 1 0 0,0-1-1 0 0,0 0 0 0 0,0 0 1 0 0,-1 0-1 0 0,1 0 1 0 0,-1-1-1 0 0,0 1 0 0 0,1-1 1 0 0,2-5-1 0 0,-2 0-15 0 0,0 0 1 0 0,0 0-1 0 0,-1 0 0 0 0,0-1 0 0 0,0 1 0 0 0,-1-1 1 0 0,-1 0-1 0 0,0 0 0 0 0,0-19 0 0 0,-1 43 1 0 0,1 0 0 0 0,1-1 0 0 0,5 26 0 0 0,-5-32 16 0 0,0 0 1 0 0,0 0-1 0 0,1-1 1 0 0,0 1-1 0 0,0 0 1 0 0,1-1-1 0 0,0 0 1 0 0,9 11-1 0 0,-12-15-10 0 0,1-1 0 0 0,0 1 0 0 0,0-1-1 0 0,-1 0 1 0 0,1 0 0 0 0,0 0 0 0 0,0 0 0 0 0,0 0 0 0 0,0 0 0 0 0,0 0-1 0 0,1 0 1 0 0,-1-1 0 0 0,0 1 0 0 0,0-1 0 0 0,0 0 0 0 0,1 1-1 0 0,-1-1 1 0 0,0 0 0 0 0,0-1 0 0 0,1 1 0 0 0,-1 0 0 0 0,0 0-1 0 0,0-1 1 0 0,1 0 0 0 0,-1 1 0 0 0,0-1 0 0 0,0 0 0 0 0,0 0-1 0 0,0 0 1 0 0,3-2 0 0 0,0 0 6 0 0,0 0 0 0 0,-1 0 0 0 0,0-1 0 0 0,0 1 0 0 0,0-1 0 0 0,0 0 0 0 0,0 0-1 0 0,-1 0 1 0 0,1-1 0 0 0,-1 1 0 0 0,4-9 0 0 0,-3 3-12 0 0,-1 0 0 0 0,0 0 0 0 0,0-1 0 0 0,-1 1 0 0 0,-1-1 0 0 0,1-19 0 0 0,6 56 0 0 0,-4-13 0 0 0,1 1 0 0 0,1-1 0 0 0,0 0 0 0 0,1-1 0 0 0,9 14 0 0 0,-14-23 0 0 0,1 0 0 0 0,-1 0 0 0 0,0 0 0 0 0,1-1 0 0 0,0 1 0 0 0,0-1 0 0 0,0 0 0 0 0,0 0 0 0 0,0 0 0 0 0,0 0 0 0 0,6 2 0 0 0,-6-4 0 0 0,-1 1 0 0 0,1-1 0 0 0,-1 1 0 0 0,1-1 0 0 0,0 0 0 0 0,-1 0 0 0 0,1 0 0 0 0,-1 0 0 0 0,1-1 0 0 0,-1 1 0 0 0,1-1 0 0 0,-1 1 0 0 0,1-1 0 0 0,-1 0 0 0 0,1 0 0 0 0,-1 0 0 0 0,0-1 0 0 0,5-2 0 0 0,-4 2 0 0 0,0 0 0 0 0,0 0 0 0 0,-1-1 0 0 0,1 0 0 0 0,0 1 0 0 0,-1-1 0 0 0,0 0 0 0 0,1 0 0 0 0,-1-1 0 0 0,-1 1 0 0 0,1 0 0 0 0,0-1 0 0 0,-1 1 0 0 0,1-1 0 0 0,-1 1 0 0 0,1-7 0 0 0,0-4 0 0 0,0 1 0 0 0,-1-1 0 0 0,-1-16 0 0 0,0 18 0 0 0,-2 23 0 0 0,2 12 0 0 0,8 27-1541 0 0,-6-39-141 0 0,1-1 0 0 0,8 19-1 0 0,-4-13-5753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7:15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1 353 3679 0 0,'1'-9'114'0'0,"7"-13"11837"0"0,-5 35-10258 0 0,-2-11-1464 0 0,3 21 890 0 0,1 0 1 0 0,9 24 0 0 0,-12-41-1075 0 0,-1-1 0 0 0,2 0 0 0 0,-1 0 0 0 0,1 0 0 0 0,-1 0 0 0 0,1-1 0 0 0,1 1 0 0 0,-1-1 0 0 0,1 0 0 0 0,-1 0-1 0 0,1 0 1 0 0,0 0 0 0 0,1 0 0 0 0,8 5 0 0 0,-11-8-18 0 0,-1 0 0 0 0,1-1 0 0 0,0 1 0 0 0,0 0 0 0 0,-1-1 0 0 0,1 1 0 0 0,0-1 0 0 0,0 0 0 0 0,0 1 0 0 0,0-1 0 0 0,0 0 0 0 0,-1 0 0 0 0,1 0 0 0 0,0 0 0 0 0,0-1 0 0 0,0 1 1 0 0,0 0-1 0 0,0-1 0 0 0,-1 0 0 0 0,3 0 0 0 0,-1-1 1 0 0,0 0 1 0 0,-1 1 0 0 0,0-1-1 0 0,1 0 1 0 0,-1-1 0 0 0,0 1-1 0 0,0 0 1 0 0,0-1 0 0 0,0 1-1 0 0,0-1 1 0 0,1-3-1 0 0,2-4 8 0 0,0 0-1 0 0,-2 0 1 0 0,1 0-1 0 0,-1-1 1 0 0,3-19-1 0 0,-2-7-35 0 0,-3-60 0 0 0,2-17 0 0 0,-1 100 0 0 0,0 0 0 0 0,0 0 0 0 0,2 0 0 0 0,0 0 0 0 0,10-25 0 0 0,-12 36 0 0 0,0 0 0 0 0,-1 0 0 0 0,1 0 0 0 0,1 0 0 0 0,-1 0 0 0 0,0 0 0 0 0,1 1 0 0 0,-1-1 0 0 0,4-2 0 0 0,-5 5 0 0 0,0-1 0 0 0,-1 0 0 0 0,1 1 0 0 0,0-1 0 0 0,0 1 0 0 0,0 0 0 0 0,0-1 0 0 0,0 1 0 0 0,0 0 0 0 0,0-1 0 0 0,0 1 0 0 0,0 0 0 0 0,0 0 0 0 0,0 0 0 0 0,0 0 0 0 0,0 0 0 0 0,0 0 0 0 0,0 0 0 0 0,0 0 0 0 0,0 0 0 0 0,0 1 0 0 0,0-1 0 0 0,0 0 0 0 0,0 1 0 0 0,0-1 0 0 0,0 1 0 0 0,0-1 0 0 0,0 1 0 0 0,-1-1 0 0 0,1 1 0 0 0,0-1 0 0 0,0 1 0 0 0,0 0 0 0 0,-1-1 0 0 0,1 1 0 0 0,1 1 0 0 0,1 3 0 0 0,0 0 0 0 0,0 0 0 0 0,0 0 0 0 0,0 1 0 0 0,-1-1 0 0 0,4 12 0 0 0,6 37 0 0 0,-10-44 0 0 0,12 97-3 0 0,2 12 14 0 0,-12-104-34 0 0,-1 0 0 0 0,2-1-1 0 0,0 0 1 0 0,1 0 0 0 0,14 26-1 0 0,-11-31-3642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7:15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4 371 1839 0 0,'-3'-5'5824'0'0,"10"6"-2791"0"0,5 1 718 0 0,16 1-2642 0 0,-1-1 1 0 0,1-1-1 0 0,46-5 0 0 0,-61 2-1022 0 0,0-1 0 0 0,0 0-1 0 0,0 0 1 0 0,0-1 0 0 0,-1-1 0 0 0,1 0 0 0 0,-1-1 0 0 0,-1 0-1 0 0,1 0 1 0 0,14-12 0 0 0,-15 9 6 0 0,0-1-1 0 0,0 0 1 0 0,-1-1-1 0 0,0 0 1 0 0,-1 0 0 0 0,0-1-1 0 0,-1 0 1 0 0,0-1-1 0 0,6-14 1 0 0,-11 20-71 0 0,0 0 1 0 0,-1-1-1 0 0,1 1 1 0 0,-1 0-1 0 0,-1-1 1 0 0,0 1-1 0 0,0-1 1 0 0,0 0-1 0 0,-1 1 1 0 0,0-1 0 0 0,0 0-1 0 0,-1 1 1 0 0,0-1-1 0 0,-1 1 1 0 0,1-1-1 0 0,-1 1 1 0 0,-1 0-1 0 0,1 0 1 0 0,-6-9-1 0 0,8 14-22 0 0,-1 1 0 0 0,0-1 0 0 0,0 0 0 0 0,0 1 0 0 0,0-1 0 0 0,0 1 0 0 0,0-1 0 0 0,0 1 0 0 0,-1 0 0 0 0,1-1 0 0 0,-1 1 0 0 0,1 0 0 0 0,-1 0 0 0 0,1 0 0 0 0,-1 0 0 0 0,1 0 0 0 0,-1 1 0 0 0,0-1 0 0 0,0 0 0 0 0,1 1 0 0 0,-4-1 0 0 0,3 1 0 0 0,1 0 0 0 0,-1 0 0 0 0,0 1 0 0 0,1-1 0 0 0,-1 1 0 0 0,1-1 0 0 0,-1 1 0 0 0,0-1 0 0 0,1 1 0 0 0,0 0 0 0 0,-1 0 0 0 0,1 0 0 0 0,0 0 0 0 0,-1 0 0 0 0,1 0 0 0 0,0 0 0 0 0,0 1 0 0 0,0-1 0 0 0,0 0 0 0 0,0 1 0 0 0,0-1 0 0 0,0 0 0 0 0,0 1 0 0 0,0 1 0 0 0,-3 6 0 0 0,0 0 0 0 0,1 0-1 0 0,0 0 1 0 0,1 0 0 0 0,0 0-1 0 0,0 0 1 0 0,0 11 0 0 0,2 66 29 0 0,11 51 1096 0 0,-8-115-974 0 0,2-1 0 0 0,0-1 0 0 0,1 1 0 0 0,13 27 0 0 0,-17-42-158 0 0,1-1 0 0 0,1 0 1 0 0,-1 0-1 0 0,7 7 0 0 0,2-1-6364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7:16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1 457 3943 0 0,'1'0'183'0'0,"1"1"0"0"0,-1 0-1 0 0,1-1 1 0 0,-1 1 0 0 0,1 0-1 0 0,-1 0 1 0 0,0 0 0 0 0,1 1-1 0 0,-1-1 1 0 0,0 0 0 0 0,0 0-1 0 0,0 1 1 0 0,0-1-1 0 0,0 0 1 0 0,0 1 0 0 0,0-1-1 0 0,0 1 1 0 0,0 2 0 0 0,10 34 4497 0 0,-8-27-3908 0 0,4 19 759 0 0,-2 1-1 0 0,-2-1 1 0 0,0 1-1 0 0,-2-1 1 0 0,-4 42-1 0 0,-2-18-596 0 0,4-42-910 0 0,-1 0 0 0 0,-5 19 0 0 0,11-76-24 0 0,7-96-183 0 0,-3 17-58 0 0,-6 107 72 0 0,0 0 1 0 0,8-24-1 0 0,-9 36 143 0 0,0 0-1 0 0,1 0 1 0 0,0 0 0 0 0,0 1 0 0 0,1-1-1 0 0,-1 1 1 0 0,1-1 0 0 0,0 1-1 0 0,0 0 1 0 0,0 0 0 0 0,1 0-1 0 0,6-5 1 0 0,-8 8 26 0 0,0-1 0 0 0,0 1 0 0 0,0 0 0 0 0,0 0 0 0 0,0 1 0 0 0,0-1 0 0 0,1 0 0 0 0,-1 1 0 0 0,0-1 0 0 0,0 1 0 0 0,1 0 0 0 0,-1 0 0 0 0,0 0 0 0 0,0 0 0 0 0,1 0 0 0 0,-1 0 0 0 0,0 0 0 0 0,0 1 0 0 0,1-1 0 0 0,-1 1 0 0 0,0 0 0 0 0,0 0 0 0 0,0 0 0 0 0,0 0 0 0 0,0 0 0 0 0,0 0 0 0 0,0 0 0 0 0,0 1 0 0 0,0-1 0 0 0,-1 1 0 0 0,1-1 0 0 0,0 1 0 0 0,2 3 0 0 0,-2-3 0 0 0,0 1 0 0 0,1 0 0 0 0,-1 0 0 0 0,0 0 0 0 0,0 1 0 0 0,-1-1 0 0 0,1 0 0 0 0,-1 1 0 0 0,0-1 0 0 0,1 1 0 0 0,-2-1 0 0 0,1 1 0 0 0,0-1 0 0 0,-1 1 0 0 0,1 0 0 0 0,-1-1 0 0 0,0 1 0 0 0,0 0 0 0 0,-1-1 0 0 0,0 7 0 0 0,0-8 0 0 0,0-1 0 0 0,0 1 0 0 0,0 0 0 0 0,0 0 0 0 0,-1-1 0 0 0,1 1 0 0 0,-1-1 0 0 0,1 1 0 0 0,-1-1 0 0 0,1 0 0 0 0,-1 0 0 0 0,0 1 0 0 0,1-1 0 0 0,-1 0 0 0 0,0-1 0 0 0,0 1 0 0 0,0 0 0 0 0,0 0-1 0 0,0-1 1 0 0,0 1 0 0 0,0-1 0 0 0,0 0 0 0 0,0 1 0 0 0,-3-1 0 0 0,-5 1 3 0 0,0-1 0 0 0,-1-1 0 0 0,-13-1 0 0 0,19 2 10 0 0,-1-1 0 0 0,1 0 0 0 0,0 0 0 0 0,-1-1 0 0 0,1 1 0 0 0,0-1 0 0 0,0 0 0 0 0,-6-4 0 0 0,11 5-38 0 0,4 0-56 0 0,3 2-286 0 0,37 4-2357 0 0,-25-2 732 0 0,0-1-1 0 0,1-1 1 0 0,20-1 0 0 0,-26-1 955 0 0,-9 1 731 0 0,0 0 0 0 0,1-1 0 0 0,-1 0 0 0 0,0 0 0 0 0,0 0 1 0 0,0 0-1 0 0,0-1 0 0 0,0 0 0 0 0,9-4 0 0 0,-4-1 446 0 0,-1 0 0 0 0,0 0 0 0 0,-1-1 0 0 0,0 0 0 0 0,0-1 0 0 0,0 0 1 0 0,-1 0-1 0 0,-1-1 0 0 0,1 1 0 0 0,-2-2 0 0 0,1 1 0 0 0,4-14 0 0 0,-2 4 552 0 0,-1-2 1 0 0,-1 1-1 0 0,-1-1 0 0 0,-1 1 0 0 0,2-35 0 0 0,-5 34-225 0 0,-1-1 0 0 0,-4-36 0 0 0,2 47-146 0 0,0 0-1 0 0,-1 1 1 0 0,0-1 0 0 0,-1 0 0 0 0,0 1 0 0 0,-10-17 0 0 0,14 27-238 0 0,-1 0 0 0 0,1 0 0 0 0,-1 0 0 0 0,1 0 0 0 0,-1 0-1 0 0,0 0 1 0 0,1 0 0 0 0,-1 0 0 0 0,0 0 0 0 0,0 1 0 0 0,0-1 0 0 0,1 0 0 0 0,-1 1 0 0 0,0-1 0 0 0,0 0 0 0 0,0 1 0 0 0,0-1 0 0 0,-1 1 0 0 0,1 0-17 0 0,0 0 0 0 0,1 0 0 0 0,-1 0 0 0 0,1 0 1 0 0,-1 0-1 0 0,1 0 0 0 0,-1 1 0 0 0,1-1 0 0 0,-1 0 0 0 0,1 0 1 0 0,-1 1-1 0 0,1-1 0 0 0,-1 0 0 0 0,1 1 0 0 0,-1-1 1 0 0,1 0-1 0 0,0 1 0 0 0,-1-1 0 0 0,1 1 0 0 0,0-1 1 0 0,-1 1-1 0 0,1-1 0 0 0,0 1 0 0 0,-1 0 0 0 0,-1 3 130 0 0,0 1-1 0 0,1-1 1 0 0,-1 1-1 0 0,1 0 1 0 0,0-1-1 0 0,-1 9 1 0 0,1 16 16 0 0,1 0 1 0 0,1 0-1 0 0,8 50 1 0 0,28 86 389 0 0,-19-87-260 0 0,1 19 258 0 0,0-145 144 0 0,-15 36-751 0 0,1 0-1 0 0,0 1 1 0 0,0 0 0 0 0,1 0-1 0 0,13-18 1 0 0,-17 25 5 0 0,1 1 0 0 0,-1 0 0 0 0,1 0 0 0 0,0 0 0 0 0,0 0 0 0 0,0 0-1 0 0,0 1 1 0 0,1-1 0 0 0,-1 1 0 0 0,1 0 0 0 0,-1 0 0 0 0,1 0 0 0 0,0 0 0 0 0,0 1 0 0 0,-1-1 0 0 0,1 1 0 0 0,0 0-1 0 0,1 0 1 0 0,-1 1 0 0 0,8-1 0 0 0,-9 2 2 0 0,-1-1 0 0 0,1 1 0 0 0,0 0 0 0 0,0 0 0 0 0,-1 0 0 0 0,1 1 0 0 0,-1-1 0 0 0,1 1 0 0 0,-1-1 0 0 0,0 1 0 0 0,0 0 0 0 0,1 0 0 0 0,-1 0 0 0 0,0 0 0 0 0,-1 0 0 0 0,1 1 0 0 0,0-1 0 0 0,-1 0 0 0 0,1 1 0 0 0,-1-1 0 0 0,0 1 0 0 0,1 0 0 0 0,0 3 0 0 0,1 3 0 0 0,0 1 0 0 0,0 0 0 0 0,-1 0 0 0 0,0 0 0 0 0,1 12 0 0 0,-2 1 0 0 0,-2-15 0 0 0,2 0 0 0 0,-1 0 0 0 0,1-1 0 0 0,4 16 0 0 0,-5-22-2 0 0,0 0 0 0 0,1 0-1 0 0,-1 0 1 0 0,1 0 0 0 0,-1 0-1 0 0,1 0 1 0 0,0 0 0 0 0,-1 0 0 0 0,1-1-1 0 0,0 1 1 0 0,0 0 0 0 0,-1 0-1 0 0,1-1 1 0 0,0 1 0 0 0,0 0 0 0 0,0-1-1 0 0,0 1 1 0 0,0-1 0 0 0,2 1-1 0 0,-1 0-10 0 0,1 0 0 0 0,-1-1-1 0 0,1 1 1 0 0,0-1-1 0 0,-1 0 1 0 0,1 0 0 0 0,5 0-1 0 0,2-2-41 0 0,1 0-1 0 0,-1-1 1 0 0,11-3-1 0 0,-18 5 47 0 0,3-1 20 0 0,24-8-1707 0 0,39-19 1 0 0,-61 25 1334 0 0,-1 1 0 0 0,0-1 0 0 0,-1-1 0 0 0,1 0 0 0 0,-1 0-1 0 0,1 0 1 0 0,-1 0 0 0 0,-1-1 0 0 0,1 0 0 0 0,8-13 0 0 0,-13 17 366 0 0,0 1 0 0 0,0-1 0 0 0,0 0 0 0 0,0 0 0 0 0,-1 0 0 0 0,1 1 0 0 0,-1-1 0 0 0,1 0-1 0 0,-1 0 1 0 0,0 0 0 0 0,1 0 0 0 0,-1 0 0 0 0,0 0 0 0 0,0 0 0 0 0,0 0 0 0 0,-1 0 0 0 0,1 0 0 0 0,-1-4 0 0 0,0 5 94 0 0,0 0 0 0 0,1 0 1 0 0,-1 1-1 0 0,0-1 0 0 0,0 0 1 0 0,0 0-1 0 0,0 0 0 0 0,1 0 1 0 0,-1 1-1 0 0,0-1 0 0 0,0 0 1 0 0,-1 1-1 0 0,1-1 0 0 0,0 1 1 0 0,0-1-1 0 0,0 1 0 0 0,0-1 1 0 0,0 1-1 0 0,0 0 0 0 0,-1 0 1 0 0,1-1-1 0 0,0 1 0 0 0,0 0 1 0 0,0 0-1 0 0,-1 0 0 0 0,1 0 1 0 0,0 1-1 0 0,0-1 0 0 0,0 0 1 0 0,-1 0-1 0 0,-1 2 0 0 0,-3-1 226 0 0,0 1-1 0 0,1 0 1 0 0,-1 0-1 0 0,0 1 1 0 0,1 0 0 0 0,0 0-1 0 0,-1 0 1 0 0,1 1-1 0 0,0-1 1 0 0,-7 8 0 0 0,9-7-260 0 0,0-1 0 0 0,0 1 1 0 0,0-1-1 0 0,0 1 1 0 0,1 0-1 0 0,-1 0 1 0 0,1 1-1 0 0,0-1 0 0 0,0 0 1 0 0,1 1-1 0 0,-1-1 1 0 0,1 1-1 0 0,0-1 1 0 0,-1 8-1 0 0,2-11-59 0 0,0 0 0 0 0,0 1 0 0 0,0-1 0 0 0,0 1 0 0 0,0-1-1 0 0,0 1 1 0 0,1-1 0 0 0,-1 0 0 0 0,0 1 0 0 0,1-1 0 0 0,-1 1 0 0 0,1-1 0 0 0,-1 0 0 0 0,1 0 0 0 0,0 1-1 0 0,0-1 1 0 0,-1 0 0 0 0,1 0 0 0 0,0 0 0 0 0,2 2 0 0 0,-1-2 9 0 0,-1 0 0 0 0,1 0 0 0 0,0 0 0 0 0,0 0 0 0 0,0 0 0 0 0,0 0-1 0 0,0-1 1 0 0,0 1 0 0 0,0-1 0 0 0,0 1 0 0 0,0-1 0 0 0,4 0 0 0 0,1 0 17 0 0,0-1 1 0 0,0 0-1 0 0,0 0 0 0 0,0 0 0 0 0,0-1 1 0 0,0 0-1 0 0,8-4 0 0 0,-8 2-32 0 0,-1 0 0 0 0,1-1 0 0 0,0 1 0 0 0,-1-2 0 0 0,0 1 0 0 0,0-1 0 0 0,-1 0 0 0 0,1 0 0 0 0,-2 0 0 0 0,1-1 0 0 0,0 0 0 0 0,-1 0 0 0 0,4-10 0 0 0,-9 20 11 0 0,0 1-1 0 0,0-1 1 0 0,1 1-1 0 0,-1-1 1 0 0,1 1-1 0 0,0 0 1 0 0,-1-1 0 0 0,2 1-1 0 0,0 6 1 0 0,7 36 165 0 0,-8-43-167 0 0,2 3 63 0 0,0 1 0 0 0,0-1 1 0 0,0 1-1 0 0,0-1 0 0 0,1 0 1 0 0,0 0-1 0 0,1 0 0 0 0,-1 0 1 0 0,1-1-1 0 0,8 10 0 0 0,-9-12-27 0 0,0 0 0 0 0,0 0 1 0 0,1-1-1 0 0,-1 0 0 0 0,1 1 0 0 0,-1-1 0 0 0,1-1 0 0 0,0 1 1 0 0,0 0-1 0 0,0-1 0 0 0,0 0 0 0 0,0 0 0 0 0,0 0 0 0 0,0 0 0 0 0,0-1 1 0 0,0 1-1 0 0,0-1 0 0 0,8-1 0 0 0,1 0-25 0 0,-1-1-1 0 0,1-1 1 0 0,21-6-1 0 0,-28 7-20 0 0,0-1 0 0 0,-1 1 0 0 0,1-1 0 0 0,-1 0 0 0 0,0 0 0 0 0,0 0 0 0 0,0-1 0 0 0,0 0 0 0 0,-1 0 0 0 0,6-6 0 0 0,-10 10-21 0 0,1-1 1 0 0,-1 1-1 0 0,1-1 1 0 0,-1 1-1 0 0,1-1 1 0 0,-1 0-1 0 0,0 1 1 0 0,1-1-1 0 0,-1 0 1 0 0,0 1-1 0 0,1-1 1 0 0,-1 0-1 0 0,0 1 1 0 0,0-1-1 0 0,0 0 1 0 0,0 0-1 0 0,0 1 1 0 0,0-1 0 0 0,0 0-1 0 0,0 0 1 0 0,0 1-1 0 0,0-1 1 0 0,0 0-1 0 0,0 1 1 0 0,0-1-1 0 0,-1 0 1 0 0,1 0-1 0 0,0 1 1 0 0,0-1-1 0 0,-1 0 1 0 0,1 1-1 0 0,0-1 1 0 0,-1 1-1 0 0,1-1 1 0 0,-1 0-1 0 0,1 1 1 0 0,-1-1-1 0 0,1 1 1 0 0,-1-1-1 0 0,0 1 1 0 0,1-1-1 0 0,-2 0 1 0 0,-9-3-674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17.0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107 223 1839 0 0,'1'-8'333'0'0,"0"-1"0"0"0,1 1-1 0 0,-1 0 1 0 0,2 0 0 0 0,-1 0-1 0 0,7-15 1 0 0,-5 14 222 0 0,0-1-1 0 0,-1 1 1 0 0,0-1-1 0 0,2-13 1 0 0,-5 22-123 0 0,0-1 1 0 0,0 1-1 0 0,0-1 1 0 0,-1 0-1 0 0,1 1 1 0 0,0-1-1 0 0,-1 1 1 0 0,1-1-1 0 0,-1 1 1 0 0,1-1-1 0 0,-1 1 1 0 0,0-1-1 0 0,0 1 1 0 0,1 0-1 0 0,-3-3 1 0 0,10 24 5280 0 0,47 83-3526 0 0,6 11-1189 0 0,8 13-670 0 0,-66-124-323 0 0,10 15 98 0 0,-11-17-98 0 0,-1 0 1 0 0,1-1 0 0 0,0 1-1 0 0,-1 0 1 0 0,1 0-1 0 0,0-1 1 0 0,0 1 0 0 0,-1-1-1 0 0,1 1 1 0 0,0-1-1 0 0,0 1 1 0 0,0-1-1 0 0,0 1 1 0 0,0-1 0 0 0,0 0-1 0 0,2 1 1 0 0,-3-1 0 0 0,1 0-1 0 0,0-1 1 0 0,-1 1 0 0 0,1 0 0 0 0,0-1 0 0 0,-1 1-1 0 0,1-1 1 0 0,-1 1 0 0 0,1-1 0 0 0,-1 1-1 0 0,1-1 1 0 0,-1 1 0 0 0,1-1 0 0 0,-1 1 0 0 0,1-1-1 0 0,-1 1 1 0 0,0-1 0 0 0,1 0 0 0 0,-1 1 0 0 0,0-1-1 0 0,0 0 1 0 0,1 0 0 0 0,5-20 68 0 0,-5 17-65 0 0,35-165 196 0 0,-36 166-205 0 0,15-67 0 0 0,-7 33 0 0 0,5-50 0 0 0,-12 84 0 0 0,-1 1 0 0 0,0-1 0 0 0,0 0 0 0 0,0 0 0 0 0,-1 1 0 0 0,1-1 0 0 0,-1 0 0 0 0,1 1 0 0 0,-1-1 0 0 0,0 0 0 0 0,0 1 0 0 0,0-1 0 0 0,-2-3 0 0 0,2 5 0 0 0,0 0 0 0 0,0 0 0 0 0,-1-1 0 0 0,1 1 0 0 0,0 0 0 0 0,-1 0 0 0 0,1 0 0 0 0,0 0 0 0 0,-1 1 0 0 0,0-1 0 0 0,1 0 0 0 0,-1 1 0 0 0,1-1 0 0 0,-1 1 0 0 0,0-1 0 0 0,1 1 0 0 0,-1 0 0 0 0,0 0 0 0 0,1 0 0 0 0,-1 0 0 0 0,0 0 0 0 0,-2 0 0 0 0,-28 4 0 0 0,1 2 0 0 0,-49 15 0 0 0,18-5 0 0 0,42-11 0 0 0,-25 6 0 0 0,-64 8 0 0 0,89-15 0 0 0,20-4-37 0 0,0 1 0 0 0,0-1 0 0 0,0 0 0 0 0,0 0 0 0 0,0 0 0 0 0,0 0-1 0 0,0 1 1 0 0,0-1 0 0 0,0 0 0 0 0,0 0 0 0 0,0 0 0 0 0,0 0 0 0 0,0 1 0 0 0,0-1 0 0 0,0 0 0 0 0,0 0-1 0 0,0 0 1 0 0,0 1 0 0 0,0-1 0 0 0,0 0 0 0 0,0 0 0 0 0,0 0 0 0 0,0 0 0 0 0,0 1 0 0 0,0-1-1 0 0,0 0 1 0 0,0 0 0 0 0,1 0 0 0 0,-1 0 0 0 0,0 0 0 0 0,0 1 0 0 0,0-1 0 0 0,0 0 0 0 0,0 0 0 0 0,1 0-1 0 0,-1 0 1 0 0,0 0 0 0 0,0 0 0 0 0,7 7-4259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17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0 322 3223 0 0,'3'6'399'0'0,"-1"-3"909"0"0,0-1 0 0 0,0 1 0 0 0,0-1 0 0 0,1 1 0 0 0,-1-1 0 0 0,4 3 0 0 0,5 1-784 0 0,-8-4-196 0 0,1-1 1 0 0,-1 0-1 0 0,1 0 1 0 0,-1-1-1 0 0,0 1 0 0 0,1-1 1 0 0,-1 0-1 0 0,1 0 1 0 0,0 0-1 0 0,-1 0 0 0 0,1 0 1 0 0,-1-1-1 0 0,0 0 1 0 0,1 0-1 0 0,-1 0 1 0 0,1 0-1 0 0,-1 0 0 0 0,0-1 1 0 0,0 1-1 0 0,0-1 1 0 0,6-4-1 0 0,-4 3-188 0 0,1-2 0 0 0,0 1 0 0 0,-1-1 1 0 0,0 0-1 0 0,0 0 0 0 0,0 0 0 0 0,-1-1 0 0 0,0 1 0 0 0,0-1 0 0 0,4-7 0 0 0,-4 2-101 0 0,0 1-1 0 0,-1-1 0 0 0,0 1 0 0 0,0-1 1 0 0,-1 0-1 0 0,-1 0 0 0 0,0 0 0 0 0,0 0 1 0 0,-1 0-1 0 0,-2-15 0 0 0,1 17-40 0 0,0 1-1 0 0,-1-1 1 0 0,0 0-1 0 0,-1 1 1 0 0,0-1 0 0 0,0 1-1 0 0,0 0 1 0 0,-1 0-1 0 0,-1 0 1 0 0,1 0-1 0 0,-1 1 1 0 0,-1 0 0 0 0,-7-9-1 0 0,10 13 3 0 0,1 1 0 0 0,-1 0 0 0 0,0 0 0 0 0,0 0 0 0 0,1 0 0 0 0,-1 0 0 0 0,-1 0 0 0 0,1 1 0 0 0,0-1 0 0 0,0 1 0 0 0,-1 0 0 0 0,1 0 0 0 0,-5 0 0 0 0,6 1 0 0 0,0 0 0 0 0,-1 0 0 0 0,1 0 0 0 0,0 0 0 0 0,0 0 0 0 0,0 0 0 0 0,0 1 0 0 0,0-1 0 0 0,0 1 0 0 0,1 0 0 0 0,-1-1 0 0 0,0 1 0 0 0,0 0 0 0 0,0 0 0 0 0,1 0 0 0 0,-1 0 0 0 0,0 1 0 0 0,1-1 0 0 0,-1 0 0 0 0,1 1 0 0 0,-1-1 0 0 0,1 1 0 0 0,-2 3 0 0 0,-2 3 2 0 0,1 0 0 0 0,0 0-1 0 0,0 1 1 0 0,1 0 0 0 0,1-1 0 0 0,-1 1-1 0 0,1 0 1 0 0,1 0 0 0 0,0 1 0 0 0,0-1-1 0 0,1 18 1 0 0,2 7 86 0 0,13 61-1 0 0,-12-78-43 0 0,11 63 171 0 0,60 275 63 0 0,-44-265-118 0 0,-19-63-100 0 0,-1 2-1 0 0,6 33 1 0 0,-16-61-58 0 0,1 1 0 0 0,-1-1 0 0 0,0 0 0 0 0,1 1-1 0 0,-1-1 1 0 0,0 0 0 0 0,0 1 0 0 0,0-1 0 0 0,-1 0 0 0 0,1 1 0 0 0,0-1-1 0 0,0 0 1 0 0,-1 1 0 0 0,1-1 0 0 0,-1 0 0 0 0,1 0 0 0 0,-1 1-1 0 0,1-1 1 0 0,-1 0 0 0 0,0 0 0 0 0,1 0 0 0 0,-1 0 0 0 0,-2 2 0 0 0,2-2-112 0 0,-1-1 0 0 0,1 1 0 0 0,-1 0 0 0 0,1-1 1 0 0,-1 1-1 0 0,1-1 0 0 0,-1 1 0 0 0,0-1 1 0 0,1 0-1 0 0,-1 0 0 0 0,0 0 0 0 0,1 0 1 0 0,-1 0-1 0 0,0 0 0 0 0,0 0 0 0 0,1 0 0 0 0,-1-1 1 0 0,-2 0-1 0 0,-10-3-5173 0 0,-1 0-1689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18.0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10 137 3223 0 0,'-2'-3'84'0'0,"1"1"-1"0"0,0-1 0 0 0,0 0 0 0 0,0 1 0 0 0,0-1 1 0 0,0 0-1 0 0,1 1 0 0 0,-1-1 0 0 0,1 0 0 0 0,0-3 1 0 0,0 3 411 0 0,1 0 0 0 0,-1 1 0 0 0,1-1 0 0 0,0 0 0 0 0,0 0 0 0 0,0 0 1 0 0,0 1-1 0 0,1-1 0 0 0,2-3 0 0 0,-2 2 25 0 0,0 1 1 0 0,1 0-1 0 0,0 0 1 0 0,-1 0-1 0 0,1 0 1 0 0,0 1-1 0 0,0-1 0 0 0,1 1 1 0 0,-1 0-1 0 0,1-1 1 0 0,-1 2-1 0 0,1-1 0 0 0,-1 0 1 0 0,1 1-1 0 0,0-1 1 0 0,0 1-1 0 0,5-1 0 0 0,7 0 375 0 0,1 1 0 0 0,-1 0 0 0 0,19 1 0 0 0,-18 1-499 0 0,28-3-1 0 0,-26-1-596 0 0,-7 2 355 0 0,0-1 1 0 0,13-3-1 0 0,-21 3-745 0 0,0 1 0 0 0,0-1 0 0 0,-1 1-1 0 0,1-1 1 0 0,7-5 0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18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44 4143 0 0,'0'-6'-94'0'0,"0"-18"1614"0"0,0 24-1292 0 0,0-1-1 0 0,0 1 0 0 0,0-1 1 0 0,0 1-1 0 0,0-1 1 0 0,0 0-1 0 0,0 1 0 0 0,0-1 1 0 0,0 1-1 0 0,-1-1 1 0 0,1 1-1 0 0,0-1 0 0 0,0 1 1 0 0,0-1-1 0 0,-1 1 1 0 0,1-1-1 0 0,0 1 0 0 0,-1 0 1 0 0,1-1-1 0 0,-1 1 1 0 0,1-1-1 0 0,0 1 0 0 0,-1 0 1 0 0,1-1-1 0 0,-1 1 1 0 0,1 0-1 0 0,-1-1 0 0 0,1 1 1 0 0,-1 0-1 0 0,1 0 1 0 0,-1-1-1 0 0,0 2-7 0 0,0-1-1 0 0,0 1 1 0 0,0-1 0 0 0,1 1 0 0 0,-1-1-1 0 0,0 1 1 0 0,1-1 0 0 0,-1 1-1 0 0,0 0 1 0 0,1-1 0 0 0,-1 1 0 0 0,1 0-1 0 0,-1 0 1 0 0,1-1 0 0 0,-1 1-1 0 0,1 0 1 0 0,-1 0 0 0 0,1 0 0 0 0,0 0-1 0 0,0-1 1 0 0,-1 1 0 0 0,1 0 0 0 0,0 1-1 0 0,-7 25 454 0 0,2 0 1 0 0,0 0-1 0 0,2 1 0 0 0,1-1 0 0 0,3 52 1 0 0,26 144 527 0 0,-24-199-978 0 0,-1-11-170 0 0,1 0 0 0 0,0 0 0 0 0,0-1 0 0 0,1 1 0 0 0,1-1 0 0 0,0 0 0 0 0,11 18 0 0 0,-10-24-1789 0 0,2-3-3462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19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27 363 4607 0 0,'-1'0'191'0'0,"0"0"-1"0"0,0 0 0 0 0,-1 0 1 0 0,1 0-1 0 0,0 0 0 0 0,0 0 1 0 0,1-1-1 0 0,-1 1 0 0 0,0 0 0 0 0,0 0 1 0 0,0-1-1 0 0,0 1 0 0 0,0-1 1 0 0,0 1-1 0 0,0-1 0 0 0,0 1 1 0 0,0-1-1 0 0,1 0 0 0 0,-1 1 0 0 0,0-1 1 0 0,1 0-1 0 0,-1 1 0 0 0,0-1 1 0 0,1 0-1 0 0,-1 0 0 0 0,1 0 1 0 0,-1 0-1 0 0,1 0 0 0 0,-1 1 0 0 0,1-1 1 0 0,0 0-1 0 0,-1 0 0 0 0,1 0 1 0 0,0 0-1 0 0,0 0 0 0 0,0 0 1 0 0,0 0-1 0 0,0 0 0 0 0,0 0 0 0 0,0 0 1 0 0,0 0-1 0 0,0 0 0 0 0,1-2 1 0 0,0-6 562 0 0,1 1 1 0 0,1-1 0 0 0,-1 1 0 0 0,5-10-1 0 0,-2 6-224 0 0,11-33 1514 0 0,12-59 1 0 0,-8 5-962 0 0,-13 81-887 0 0,-7 18-194 0 0,0-1 0 0 0,0 1 1 0 0,0 0-1 0 0,0 0 0 0 0,0 0 1 0 0,0 0-1 0 0,0 0 0 0 0,0 0 1 0 0,0 0-1 0 0,0 0 0 0 0,0 0 1 0 0,0 0-1 0 0,1 0 0 0 0,-1 0 1 0 0,0 0-1 0 0,0 0 0 0 0,0 0 1 0 0,0-1-1 0 0,0 1 1 0 0,0 0-1 0 0,0 0 0 0 0,0 0 1 0 0,0 0-1 0 0,0 0 0 0 0,0 0 1 0 0,0 0-1 0 0,0 0 0 0 0,0 0 1 0 0,0 0-1 0 0,0 0 0 0 0,0 0 1 0 0,0 0-1 0 0,1 0 0 0 0,-1 0 1 0 0,0 0-1 0 0,0 0 0 0 0,0 0 1 0 0,0 0-1 0 0,0 0 0 0 0,0 0 1 0 0,0 0-1 0 0,0 0 0 0 0,0 0 1 0 0,0 0-1 0 0,0 0 0 0 0,0 0 1 0 0,0 0-1 0 0,0 0 1 0 0,0 0-1 0 0,1 0 0 0 0,-1 0 1 0 0,0 0-1 0 0,0 0 0 0 0,0 0 1 0 0,0 0-1 0 0,0 0 0 0 0,0 0 1 0 0,0 1-1 0 0,0-1 0 0 0,0 0 1 0 0,0 0-1 0 0,-1 11 1 0 0,-4 28 0 0 0,0 68 1 0 0,9 41 354 0 0,-4-140-315 0 0,1 3-10 0 0,3 41 109 0 0,-4-48-140 0 0,1 0 0 0 0,0 1 0 0 0,0-1 0 0 0,0-1 0 0 0,1 1 0 0 0,-1 0 0 0 0,1 0 0 0 0,0 0 0 0 0,4 5 0 0 0,1-2-820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19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5063 0 0,'1'0'81'0'0,"-1"0"0"0"0,0-1 0 0 0,1 1-1 0 0,-1 0 1 0 0,1-1 0 0 0,-1 1-1 0 0,0 0 1 0 0,1 0 0 0 0,-1-1 0 0 0,1 1-1 0 0,-1 0 1 0 0,1 0 0 0 0,-1 0-1 0 0,1 0 1 0 0,-1 0 0 0 0,1 0 0 0 0,-1 0-1 0 0,1 0 1 0 0,-1 0 0 0 0,1 0-1 0 0,-1 0 1 0 0,1 0 0 0 0,-1 0 0 0 0,1 0-1 0 0,-1 0 1 0 0,1 0 0 0 0,0 1-1 0 0,6 11 4208 0 0,-5-7-3614 0 0,4 11 1057 0 0,-1 0 1 0 0,0 1-1 0 0,-1 0 1 0 0,3 26-1 0 0,-6-20-1481 0 0,0 1-1 0 0,-1-1 1 0 0,-1 0-1 0 0,-1 0 1 0 0,-8 31-1 0 0,10-52-420 0 0,0-1 75 0 0,0-1 0 0 0,-1 1 1 0 0,1-1-1 0 0,0 1 0 0 0,0-1 1 0 0,0 1-1 0 0,0-1 0 0 0,0 1 1 0 0,0-1-1 0 0,0 1 0 0 0,0-1 0 0 0,0 1 1 0 0,0-1-1 0 0,0 1 0 0 0,0-1 1 0 0,0 1-1 0 0,1-1 0 0 0,-1 1 1 0 0,0 0-1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0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 5983 0 0,'4'-8'442'0'0,"-1"5"-166"0"0,-1-1 0 0 0,0 1 1 0 0,1 0-1 0 0,-1 0 0 0 0,1 0 0 0 0,0 0 0 0 0,0 0 0 0 0,3-2 0 0 0,-1 1 402 0 0,0 1 0 0 0,1 0 0 0 0,-1 0 0 0 0,0 1 0 0 0,1-1 0 0 0,0 1 0 0 0,9-2 0 0 0,-13 3-533 0 0,-1 1 0 0 0,1 0 0 0 0,0 0-1 0 0,-1-1 1 0 0,1 1 0 0 0,0 1 0 0 0,-1-1-1 0 0,1 0 1 0 0,0 0 0 0 0,-1 1-1 0 0,1-1 1 0 0,-1 1 0 0 0,1-1 0 0 0,0 1-1 0 0,-1-1 1 0 0,1 1 0 0 0,-1 0 0 0 0,0 0-1 0 0,1 0 1 0 0,-1 0 0 0 0,0 0 0 0 0,1 0-1 0 0,-1 0 1 0 0,0 1 0 0 0,0-1-1 0 0,0 0 1 0 0,0 1 0 0 0,0-1 0 0 0,0 0-1 0 0,0 1 1 0 0,0 2 0 0 0,1 2 22 0 0,0 0-1 0 0,-1 0 1 0 0,1 0-1 0 0,-1-1 1 0 0,-1 1 0 0 0,1 0-1 0 0,-1 1 1 0 0,0-1 0 0 0,-1 0-1 0 0,-1 11 1 0 0,-1-4-94 0 0,0-1 0 0 0,-1 1 0 0 0,0-1 0 0 0,-6 13 1 0 0,-48 75 831 0 0,57-99-890 0 0,1 0 0 0 0,-1 0 0 0 0,1-1 0 0 0,0 1-1 0 0,-1 0 1 0 0,1 0 0 0 0,0 0 0 0 0,-1 0 0 0 0,1 0 0 0 0,0 0 0 0 0,0-1 0 0 0,0 1 0 0 0,0 0 0 0 0,0 0 0 0 0,0 0 0 0 0,0 0 0 0 0,0 0-1 0 0,0 0 1 0 0,1 0 0 0 0,-1 1 0 0 0,1-2 0 0 0,-1 1 0 0 0,1-1 0 0 0,-1 1 0 0 0,1-1 1 0 0,-1 1-1 0 0,1-1 0 0 0,-1 1 0 0 0,1-1 0 0 0,0 1 0 0 0,-1-1 0 0 0,1 0 0 0 0,0 0 0 0 0,-1 1 0 0 0,1-1 0 0 0,0 0 0 0 0,0 0 0 0 0,-1 0 0 0 0,1 0 0 0 0,1 0 0 0 0,4 0 49 0 0,1 0 0 0 0,-1-1-1 0 0,1 0 1 0 0,8-2-1 0 0,-12 2-66 0 0,81-21 137 0 0,-40 10-33 0 0,48-8 0 0 0,-86 20 14 0 0,-6 0-252 0 0,1 0-1 0 0,0 0 1 0 0,-1 0-1 0 0,1 0 0 0 0,-1 0 1 0 0,1 0-1 0 0,-1 0 1 0 0,1 0-1 0 0,0 0 0 0 0,-1 0 1 0 0,1 0-1 0 0,-1-1 1 0 0,1 1-1 0 0,-1 0 0 0 0,1 0 1 0 0,0-1-1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0.6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56 5063 0 0,'-1'-5'-370'0'0,"0"1"702"0"0,1-1 0 0 0,0 1 0 0 0,0 0 1 0 0,0-1-1 0 0,0 1 0 0 0,1-5 0 0 0,0 8-148 0 0,-1 0-1 0 0,0 0 0 0 0,0 1 1 0 0,1-1-1 0 0,-1 0 0 0 0,1 0 1 0 0,-1 0-1 0 0,1 1 0 0 0,-1-1 1 0 0,1 0-1 0 0,-1 1 0 0 0,1-1 1 0 0,-1 0-1 0 0,1 1 0 0 0,0-1 1 0 0,0 1-1 0 0,-1-1 0 0 0,1 1 0 0 0,0-1 1 0 0,0 1-1 0 0,-1 0 0 0 0,1-1 1 0 0,0 1-1 0 0,0 0 0 0 0,0 0 1 0 0,0-1-1 0 0,0 1 0 0 0,0 0 1 0 0,-1 0-1 0 0,1 0 0 0 0,0 0 1 0 0,0 0-1 0 0,0 0 0 0 0,0 0 1 0 0,0 1-1 0 0,0-1 0 0 0,0 0 1 0 0,5 2 309 0 0,0 0 1 0 0,0 0-1 0 0,-1 1 1 0 0,1-1-1 0 0,-1 1 1 0 0,0 0-1 0 0,0 0 1 0 0,0 1-1 0 0,0 0 1 0 0,8 8-1 0 0,2 3 405 0 0,22 29 0 0 0,-20-19-698 0 0,-1 0 1 0 0,-1 1 0 0 0,-1 0 0 0 0,-1 1 0 0 0,-2 1 0 0 0,0 0 0 0 0,-2 1 0 0 0,5 31-1 0 0,-9-39-166 0 0,-2 0-1 0 0,-1 1 1 0 0,-1-1-1 0 0,-1 1 1 0 0,0 0-1 0 0,-2-1 1 0 0,0 1-1 0 0,-2-1 0 0 0,0 0 1 0 0,-2 0-1 0 0,0 0 1 0 0,-18 39-1 0 0,2-21 116 0 0,14-28-83 0 0,1 1-1 0 0,1 0 1 0 0,-6 15 0 0 0,30-41-311 0 0,-11 7-54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0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11055 0 0,'3'-2'413'0'0,"-2"0"-320"0"0,0 1 0 0 0,0 0 1 0 0,1-1-1 0 0,-1 1 0 0 0,0 0 1 0 0,1 0-1 0 0,-1 0 1 0 0,1 0-1 0 0,-1 0 0 0 0,1 0 1 0 0,-1 1-1 0 0,1-1 1 0 0,0 0-1 0 0,0 1 0 0 0,-1-1 1 0 0,1 1-1 0 0,0 0 1 0 0,2-1-1 0 0,16-2 850 0 0,-10 1 81 0 0,-1 1 0 0 0,17-1 0 0 0,-24 2-905 0 0,0 0 0 0 0,-1 0 0 0 0,1 0 0 0 0,0 0 1 0 0,0 0-1 0 0,-1 1 0 0 0,1-1 0 0 0,0 0 0 0 0,-1 1 0 0 0,1 0 0 0 0,0-1 0 0 0,-1 1 0 0 0,1 0 0 0 0,-1 0 0 0 0,1 0 0 0 0,-1 0 1 0 0,1 0-1 0 0,-1 0 0 0 0,0 1 0 0 0,2 1 0 0 0,-2-2-102 0 0,-1 0-1 0 0,0 0 1 0 0,1 0-1 0 0,-1 0 1 0 0,0 0 0 0 0,0 0-1 0 0,0 0 1 0 0,1 0 0 0 0,-1 0-1 0 0,0 0 1 0 0,0 0 0 0 0,-1 0-1 0 0,1 0 1 0 0,0 0 0 0 0,0 0-1 0 0,0 0 1 0 0,-1 0 0 0 0,1 0-1 0 0,0 0 1 0 0,-1-1 0 0 0,1 1-1 0 0,-1 0 1 0 0,1 0 0 0 0,-1 0-1 0 0,-1 1 1 0 0,-18 21-32 0 0,15-19 30 0 0,-20 18 94 0 0,19-17 126 0 0,0 0-1 0 0,0 1 1 0 0,0-1-1 0 0,-9 13 1 0 0,15-18-213 0 0,0 1 1 0 0,0-1-1 0 0,-1 0 1 0 0,1 0-1 0 0,0 1 1 0 0,0-1-1 0 0,0 0 1 0 0,0 1 0 0 0,-1-1-1 0 0,1 0 1 0 0,0 0-1 0 0,0 1 1 0 0,0-1-1 0 0,0 0 1 0 0,0 1 0 0 0,0-1-1 0 0,0 0 1 0 0,0 1-1 0 0,0-1 1 0 0,0 0-1 0 0,0 1 1 0 0,0-1-1 0 0,0 0 1 0 0,0 0 0 0 0,0 1-1 0 0,0-1 1 0 0,0 0-1 0 0,0 1 1 0 0,1-1-1 0 0,-1 0 1 0 0,0 1 0 0 0,0-1-1 0 0,0 0 1 0 0,0 0-1 0 0,1 1 1 0 0,-1-1-1 0 0,0 0 1 0 0,0 0-1 0 0,1 0 1 0 0,-1 1 0 0 0,0-1-1 0 0,0 0 1 0 0,1 0-1 0 0,-1 0 1 0 0,0 0-1 0 0,1 1 1 0 0,-1-1 0 0 0,0 0-1 0 0,0 0 1 0 0,1 0-1 0 0,-1 0 1 0 0,0 0-1 0 0,1 0 1 0 0,-1 0 0 0 0,0 0-1 0 0,1 0 1 0 0,-1 0-1 0 0,0 0 1 0 0,1 0-1 0 0,-1 0 1 0 0,0 0-1 0 0,1-1 1 0 0,24-1 353 0 0,-22 2-266 0 0,12-3 150 0 0,0-1 0 0 0,29-11 0 0 0,8-2-173 0 0,-51 17-237 0 0,-3 2-267 0 0,0-1-947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2.6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206 219 6911 0 0,'-2'-21'375'0'0,"1"-36"0"0"0,2 41 845 0 0,-1 0 1 0 0,-1 0-1 0 0,0 0 0 0 0,-5-19 0 0 0,6 33-1063 0 0,0 0 0 0 0,-1 0-1 0 0,0 0 1 0 0,0-1 0 0 0,0 1 0 0 0,1 0-1 0 0,-2 1 1 0 0,1-1 0 0 0,0 0 0 0 0,0 0 0 0 0,-1 0-1 0 0,1 1 1 0 0,-1-1 0 0 0,1 1 0 0 0,-1-1 0 0 0,0 1-1 0 0,1-1 1 0 0,-1 1 0 0 0,-3-1 0 0 0,2 1-8 0 0,0 0 1 0 0,0 0-1 0 0,0 0 0 0 0,0 1 1 0 0,0-1-1 0 0,0 1 1 0 0,0 0-1 0 0,0 0 0 0 0,0 0 1 0 0,0 0-1 0 0,-1 0 1 0 0,-2 2-1 0 0,-3 0-74 0 0,0 1 1 0 0,0 0-1 0 0,0 1 1 0 0,1-1-1 0 0,-1 2 1 0 0,1-1-1 0 0,0 1 1 0 0,-9 8-1 0 0,13-9-3 0 0,0 0 0 0 0,1 0 0 0 0,-1 0 0 0 0,1 0 0 0 0,0 1 0 0 0,0-1 0 0 0,1 1 0 0 0,0 0 0 0 0,-1 0 0 0 0,1 0 0 0 0,1 0 0 0 0,-1 0 0 0 0,1 0 0 0 0,0 1 0 0 0,0-1 0 0 0,0 0 0 0 0,1 1 0 0 0,0-1-1 0 0,0 0 1 0 0,1 8 0 0 0,2 10 115 0 0,1 0-1 0 0,2 0 0 0 0,9 29 1 0 0,-12-42-116 0 0,19 58 357 0 0,27 94 115 0 0,-41-128-445 0 0,-2 0-1 0 0,4 67 1 0 0,-12-22 114 0 0,0-54-37 0 0,1 0-1 0 0,4 43 1 0 0,-3-63-138 0 0,1 0 1 0 0,0 1-1 0 0,0-1 0 0 0,1 0 0 0 0,0 0 0 0 0,0 0 0 0 0,0 0 1 0 0,0 0-1 0 0,1-1 0 0 0,0 1 0 0 0,3 4 0 0 0,-4-7-10 0 0,0 0-1 0 0,0 0 0 0 0,0 0 0 0 0,1 0 1 0 0,-1-1-1 0 0,1 1 0 0 0,-1-1 0 0 0,1 1 1 0 0,0-1-1 0 0,-1 0 0 0 0,1 0 1 0 0,0 0-1 0 0,0-1 0 0 0,0 1 0 0 0,0-1 1 0 0,0 1-1 0 0,0-1 0 0 0,0 0 0 0 0,-1 0 1 0 0,1 0-1 0 0,4-1 0 0 0,6-1-44 0 0,-1-1 0 0 0,1 0-1 0 0,-1-1 1 0 0,0 0 0 0 0,0 0-1 0 0,-1-2 1 0 0,0 1 0 0 0,1-1-1 0 0,-2-1 1 0 0,14-10 0 0 0,-17 12-1852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7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94 6911 0 0,'5'-11'523'0'0,"0"1"0"0"0,0 0 0 0 0,1 1 0 0 0,13-17 0 0 0,-7 9 1921 0 0,-12 16-2242 0 0,1 1 1 0 0,-1-1-1 0 0,1 0 1 0 0,-1 0-1 0 0,1 0 1 0 0,0 1-1 0 0,-1-1 1 0 0,1 0-1 0 0,0 1 1 0 0,0-1-1 0 0,0 1 0 0 0,-1-1 1 0 0,1 1-1 0 0,1-1 1 0 0,-2 1-119 0 0,1 0 1 0 0,-1 0-1 0 0,0 0 0 0 0,0 0 1 0 0,1 0-1 0 0,-1 0 0 0 0,0 0 1 0 0,0 0-1 0 0,1 1 1 0 0,-1-1-1 0 0,0 0 0 0 0,0 0 1 0 0,0 0-1 0 0,1 0 0 0 0,-1 1 1 0 0,0-1-1 0 0,0 0 0 0 0,0 0 1 0 0,0 0-1 0 0,0 1 1 0 0,0-1-1 0 0,1 0 0 0 0,-1 0 1 0 0,0 1-1 0 0,0-1 0 0 0,0 0 1 0 0,0 0-1 0 0,0 1 0 0 0,0-1 1 0 0,0 0-1 0 0,0 0 1 0 0,0 1-1 0 0,-1 32 3098 0 0,0-26-3246 0 0,-2 51 576 0 0,-4 0 1 0 0,-2 0-1 0 0,-28 98 1 0 0,33-146-508 0 0,-5 22 30 0 0,8-30-33 0 0,1-1-1 0 0,-1 1 1 0 0,1 0-1 0 0,0-1 1 0 0,0 1-1 0 0,0-1 1 0 0,0 1-1 0 0,0-1 1 0 0,0 1-1 0 0,0 0 1 0 0,1-1-1 0 0,-1 1 1 0 0,0-1-1 0 0,1 1 1 0 0,1 2-1 0 0,-2-4 0 0 0,1 1 0 0 0,-1-1 0 0 0,1 0 0 0 0,0 1 1 0 0,-1-1-1 0 0,1 0 0 0 0,-1 0 0 0 0,1 1 0 0 0,0-1 0 0 0,-1 0 0 0 0,1 0 0 0 0,0 0 0 0 0,-1 0 0 0 0,1 0 0 0 0,0 0 1 0 0,-1 0-1 0 0,1 0 0 0 0,0 0 0 0 0,-1-1 0 0 0,1 1 0 0 0,0 0 0 0 0,-1 0 0 0 0,1 0 0 0 0,0-1 0 0 0,-1 1 0 0 0,1 0 0 0 0,-1-1 1 0 0,2 0-1 0 0,16-11 31 0 0,-18 12-32 0 0,27-22 12 0 0,-14 11 1 0 0,1 0 0 0 0,0 1 0 0 0,19-10 0 0 0,-26 16-13 0 0,1 0 0 0 0,-1-1 0 0 0,1 0 0 0 0,-1 0 0 0 0,-1-1 0 0 0,7-6 0 0 0,-11 11 0 0 0,0-2 0 0 0,0 1 0 0 0,0 0 0 0 0,-1 0 0 0 0,1-1 0 0 0,-1 1 0 0 0,1 0 0 0 0,-1-1 0 0 0,0 0 0 0 0,0 1 0 0 0,0-1 0 0 0,0 0 0 0 0,-1 1 0 0 0,1-1 0 0 0,-1 0 0 0 0,1 0 0 0 0,-1 1 0 0 0,0-1 0 0 0,0 0 0 0 0,-1 0 0 0 0,1 0 0 0 0,-1-4 0 0 0,1 7 0 0 0,-6-13 0 0 0,2 11 0 0 0,0 8 0 0 0,3 3 0 0 0,3 19 142 0 0,2 1 1 0 0,0 0-1 0 0,3-1 0 0 0,12 38 1 0 0,-14-48-127 0 0,7 35 13 0 0,-9-35-11 0 0,7 24-1 0 0,-9-42-58 0 0,-1 1 0 0 0,0 0 0 0 0,1 0 0 0 0,-1 0 0 0 0,1 0 0 0 0,-1 0 0 0 0,1 0 0 0 0,0-1 0 0 0,-1 1 0 0 0,1 0 0 0 0,0 0 0 0 0,-1-1 0 0 0,1 1 0 0 0,0 0 0 0 0,0-1 0 0 0,0 1 0 0 0,3 0-726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8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10591 0 0,'0'0'44'0'0,"0"0"-1"0"0,1-1 0 0 0,-1 1 0 0 0,0 0 0 0 0,0 0 0 0 0,1-1 1 0 0,-1 1-1 0 0,0 0 0 0 0,1 0 0 0 0,-1 0 0 0 0,0-1 1 0 0,1 1-1 0 0,-1 0 0 0 0,1 0 0 0 0,-1 0 0 0 0,0 0 0 0 0,1 0 1 0 0,-1 0-1 0 0,1 0 0 0 0,-1 0 0 0 0,0 0 0 0 0,1 0 1 0 0,-1 0-1 0 0,0 0 0 0 0,1 0 0 0 0,-1 0 0 0 0,1 0 1 0 0,-1 0-1 0 0,0 0 0 0 0,1 0 0 0 0,-1 0 0 0 0,1 1 0 0 0,-1-1 1 0 0,0 0-1 0 0,1 0 0 0 0,-1 0 0 0 0,0 1 0 0 0,0-1 1 0 0,1 1-1 0 0,16 12 1992 0 0,-13-9-1356 0 0,7 5 162 0 0,-1 1 0 0 0,0 0 0 0 0,-1 1 0 0 0,0 0 0 0 0,-1 1 0 0 0,0 0 0 0 0,7 13 0 0 0,-13-19-705 0 0,1 0-1 0 0,-1 0 0 0 0,0 0 1 0 0,0 0-1 0 0,0 1 0 0 0,-1-1 1 0 0,1 12-1 0 0,-2-14-205 0 0,0 1-1 0 0,-1-1 1 0 0,1 0-1 0 0,-1 1 1 0 0,0-1 0 0 0,0 0-1 0 0,0 0 1 0 0,-1 0-1 0 0,0 0 1 0 0,1 0-1 0 0,-1 0 1 0 0,-5 6 0 0 0,1-2-836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8.7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21 123 919 0 0,'-4'-9'768'0'0,"1"0"0"0"0,0 0-1 0 0,0 0 1 0 0,1-1-1 0 0,-2-17 1 0 0,3 20 687 0 0,1 1 0 0 0,0-1 0 0 0,0 1 0 0 0,1-1 0 0 0,1-9 0 0 0,4 23 3413 0 0,5 17-3472 0 0,2 16-232 0 0,-9-25-925 0 0,1 1 0 0 0,1-1 0 0 0,12 23 0 0 0,2-3 40 0 0,17 40-1 0 0,-30-59-175 0 0,-1 1 0 0 0,-1-1 0 0 0,-1 1 1 0 0,0 0-1 0 0,2 20 0 0 0,-6-35-85 0 0,0 0 0 0 0,0 0 0 0 0,0 0 1 0 0,0 0-1 0 0,0 0 0 0 0,0 0 0 0 0,-1 0 0 0 0,1-1 0 0 0,-1 1 0 0 0,1 0 0 0 0,-1 0 0 0 0,-1 3 0 0 0,2-5-10 0 0,-1 0-1 0 0,1 1 1 0 0,0-1-1 0 0,-1 0 1 0 0,1 1-1 0 0,0-1 1 0 0,-1 0-1 0 0,1 1 1 0 0,0-1-1 0 0,-1 0 1 0 0,1 0-1 0 0,-1 0 1 0 0,1 1-1 0 0,0-1 1 0 0,-1 0-1 0 0,1 0 1 0 0,-1 0-1 0 0,1 0 1 0 0,-1 0-1 0 0,1 0 1 0 0,-1 0-1 0 0,0 0-5 0 0,0 0 0 0 0,0 0 0 0 0,0 0 0 0 0,0-1 0 0 0,0 1 0 0 0,-1-1 0 0 0,1 1 1 0 0,0-1-1 0 0,1 1 0 0 0,-1-1 0 0 0,0 1 0 0 0,-1-2 0 0 0,-8-6-404 0 0,0-1 0 0 0,1-1 0 0 0,0 0 0 0 0,1 0 0 0 0,-9-14 0 0 0,8 11-7469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8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9 128 5527 0 0,'-1'-1'62'0'0,"0"-1"-1"0"0,0 0 0 0 0,0 1 0 0 0,0-1 0 0 0,0 0 0 0 0,1 1 0 0 0,-1-1 0 0 0,1 0 0 0 0,-1-3 0 0 0,1 4 92 0 0,0 1-1 0 0,0-1 0 0 0,1 0 0 0 0,-1 0 1 0 0,0 0-1 0 0,1 1 0 0 0,-1-1 1 0 0,1 0-1 0 0,-1 0 0 0 0,1 1 0 0 0,-1-1 1 0 0,1 0-1 0 0,-1 1 0 0 0,1-1 0 0 0,0 1 1 0 0,-1-1-1 0 0,1 1 0 0 0,0-1 1 0 0,0 1-1 0 0,-1-1 0 0 0,1 1 0 0 0,1-1 1 0 0,17-7 1586 0 0,1 0 1 0 0,-1 1 0 0 0,1 1-1 0 0,28-4 1 0 0,-6 0-296 0 0,138-23 1091 0 0,-113 22-3696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29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34 3223 0 0,'-6'-17'5027'0'0,"22"23"4431"0"0,4 2-9439 0 0,-5-4 502 0 0,0 0 0 0 0,1-2-1 0 0,-1 1 1 0 0,1-2 0 0 0,0 0 0 0 0,-1-1-1 0 0,23-3 1 0 0,10-4-237 0 0,49-14 0 0 0,-41 8 94 0 0,-56 12-377 0 0,0 1 1 0 0,1 0-1 0 0,-1 0 0 0 0,1 0 0 0 0,-1 0 0 0 0,1 0 1 0 0,-1-1-1 0 0,0 1 0 0 0,1 0 0 0 0,-1 0 1 0 0,1 0-1 0 0,-1 0 0 0 0,1 0 0 0 0,-1 0 0 0 0,0 1 1 0 0,1-1-1 0 0,-1 0 0 0 0,1 0 0 0 0,-1 0 1 0 0,1 0-1 0 0,-1 0 0 0 0,0 1 0 0 0,1-1 0 0 0,-1 0 1 0 0,0 0-1 0 0,1 1 0 0 0,-1-1 0 0 0,0 0 0 0 0,1 0 1 0 0,-1 1-1 0 0,0-1 0 0 0,1 0 0 0 0,-1 1 1 0 0,0-1-1 0 0,0 1 0 0 0,0-1 0 0 0,1 0 0 0 0,-1 1 1 0 0,0-1-1 0 0,0 1 0 0 0,0-1 0 0 0,0 0 1 0 0,0 1-1 0 0,0-1 0 0 0,0 1 0 0 0,0-1 0 0 0,0 1 1 0 0,0-1-1 0 0,0 0 0 0 0,0 1 0 0 0,0-1 1 0 0,0 1-1 0 0,-1 4 16 0 0,0 0 0 0 0,0 1-1 0 0,-4 8 1 0 0,0-2-5 0 0,-2 18 9 0 0,1 0-1 0 0,1 0 1 0 0,1 1 0 0 0,2-1-1 0 0,3 52 1 0 0,0-59 23 0 0,11 116 182 0 0,-7-105-167 0 0,1 0 1 0 0,11 35-1 0 0,5-4 54 0 0,-13-41 15 0 0,0-1 0 0 0,-2 1 0 0 0,-1 0 0 0 0,4 36 0 0 0,-10-57-115 0 0,0 0 0 0 0,0 0 0 0 0,0 0 0 0 0,-1 0 0 0 0,1 0 0 0 0,-1 0 0 0 0,0 0 0 0 0,0 0 0 0 0,0-1 0 0 0,0 1 0 0 0,0 0 0 0 0,0 0 0 0 0,-3 2 0 0 0,1 0 19 0 0,-1-1 0 0 0,0 1 1 0 0,0-1-1 0 0,0 0 0 0 0,0-1 0 0 0,-8 6 0 0 0,2-2 34 0 0,-1-2 0 0 0,1 1-1 0 0,-1-1 1 0 0,0-1 0 0 0,0 0-1 0 0,-13 3 1 0 0,10-4-22 0 0,0-1 0 0 0,0-1 0 0 0,0 0 0 0 0,0 0 0 0 0,-1-1 0 0 0,1-1-1 0 0,0-1 1 0 0,0 0 0 0 0,0-1 0 0 0,1 0 0 0 0,-1-1 0 0 0,-16-6 0 0 0,25 7-455 0 0,-1 1 0 0 0,1 0 0 0 0,-1 1 0 0 0,-7-2 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35.6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137 240 455 0 0,'-7'-19'706'0'0,"0"0"-1"0"0,1-1 1 0 0,1 1-1 0 0,-3-27 0 0 0,4 25 379 0 0,3 10-175 0 0,1 8-513 0 0,0 1 1 0 0,0 0 0 0 0,0 0-1 0 0,0 0 1 0 0,-1-1 0 0 0,1 1-1 0 0,-1 0 1 0 0,-1-3 0 0 0,2 5-322 0 0,0-1 0 0 0,0 1 0 0 0,-1 0 0 0 0,1 0 0 0 0,0 0 1 0 0,0 0-1 0 0,0 0 0 0 0,-1 0 0 0 0,1 0 0 0 0,0 0 0 0 0,0 0 1 0 0,-1 0-1 0 0,1 0 0 0 0,0 0 0 0 0,0 0 0 0 0,0 0 0 0 0,-1 0 0 0 0,1 0 1 0 0,0 1-1 0 0,0-1 0 0 0,0 0 0 0 0,-1 0 0 0 0,1 0 0 0 0,0 0 1 0 0,0 0-1 0 0,0 0 0 0 0,0 0 0 0 0,-1 1 0 0 0,1-1 0 0 0,0 0 0 0 0,0 0 1 0 0,0 0-1 0 0,0 0 0 0 0,0 1 0 0 0,0-1 0 0 0,0 0 0 0 0,-1 0 1 0 0,1 0-1 0 0,0 1 0 0 0,0-1 0 0 0,0 0 0 0 0,0 0 0 0 0,0 0 1 0 0,0 1-1 0 0,0-1 0 0 0,0 0 0 0 0,0 0 0 0 0,0 1 0 0 0,0-1 0 0 0,-3 12 1192 0 0,3-7-1025 0 0,0 1-1 0 0,0-1 1 0 0,1 1 0 0 0,-1-1 0 0 0,1 0 0 0 0,0 1 0 0 0,1-1 0 0 0,-1 0 0 0 0,4 8 0 0 0,1 0 74 0 0,1 0-1 0 0,12 17 1 0 0,9 17 138 0 0,-3 0-1 0 0,23 60 0 0 0,-24-51-259 0 0,40 68 0 0 0,-63-122-192 0 0,2 2 43 0 0,-1 0 0 0 0,1 0 0 0 0,0 0 0 0 0,0 0 0 0 0,5 4 0 0 0,-7-7-41 0 0,-1-1 0 0 0,1 0 0 0 0,-1 1-1 0 0,1-1 1 0 0,-1 1 0 0 0,1-1 0 0 0,-1 0 0 0 0,1 0 0 0 0,0 1-1 0 0,-1-1 1 0 0,1 0 0 0 0,0 0 0 0 0,-1 0 0 0 0,1 0 0 0 0,0 1-1 0 0,-1-1 1 0 0,1 0 0 0 0,0 0 0 0 0,-1-1 0 0 0,1 1 0 0 0,0 0-1 0 0,-1 0 1 0 0,1 0 0 0 0,0 0 0 0 0,-1 0 0 0 0,1-1 0 0 0,0 1-1 0 0,-1 0 1 0 0,1-1 0 0 0,-1 1 0 0 0,1 0 0 0 0,0-1 0 0 0,-1 1-1 0 0,1-1 1 0 0,-1 1 0 0 0,1-1 0 0 0,-1 1 0 0 0,0-1 0 0 0,1 1-1 0 0,-1-1 1 0 0,1 1 0 0 0,-1-1 0 0 0,0 0 0 0 0,0 1 0 0 0,1-1-1 0 0,-1-1 1 0 0,6-10 68 0 0,0-1 0 0 0,-1 0 1 0 0,7-27-1 0 0,5-45 136 0 0,-13 61-179 0 0,37-154 381 0 0,-36 157-404 0 0,-1 1-1 0 0,3-36 1 0 0,-7 48 14 0 0,0-1 0 0 0,0 1 0 0 0,0-1 0 0 0,-1 1 0 0 0,-1-1 0 0 0,1 1 0 0 0,-1 0 0 0 0,-1-1 0 0 0,-5-11 1 0 0,7 18-13 0 0,0-1 0 0 0,-1 0 0 0 0,0 1 0 0 0,1 0 0 0 0,-1-1 0 0 0,0 1 0 0 0,0 0 0 0 0,-1 0 0 0 0,1 0 0 0 0,0 0 0 0 0,-1 0 0 0 0,1 1 0 0 0,-1-1 0 0 0,1 1 0 0 0,-4-2 0 0 0,1 2 17 0 0,0-1 1 0 0,0 1-1 0 0,0 0 0 0 0,0 0 1 0 0,0 1-1 0 0,-1-1 0 0 0,1 1 1 0 0,-6 1-1 0 0,-5 1 38 0 0,0 1 0 0 0,0 0-1 0 0,1 1 1 0 0,-25 10 0 0 0,18-6-63 0 0,-23 9 0 0 0,0 2 0 0 0,-43 24 0 0 0,52-18 26 0 0,33-23-37 0 0,0 0-1 0 0,1 1 0 0 0,-1-1 0 0 0,1 1 0 0 0,-1 0 0 0 0,1-1 0 0 0,0 1 0 0 0,0 0 0 0 0,0 0 0 0 0,-1 4 0 0 0,1 2-537 0 0,5-1-197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36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0 396 5527 0 0,'31'-8'1668'0'0,"20"-5"966"0"0,45-12 1183 0 0,-85 21-3238 0 0,-1 0 0 0 0,1-1 1 0 0,-1 0-1 0 0,1-1 0 0 0,-1 0 0 0 0,11-9 1 0 0,-16 10-389 0 0,0 1 1 0 0,-1-1 0 0 0,1 0 0 0 0,-1 0 0 0 0,0-1 0 0 0,0 1 0 0 0,0-1 0 0 0,-1 0 0 0 0,0 0-1 0 0,0 0 1 0 0,-1 0 0 0 0,1-1 0 0 0,-1 1 0 0 0,-1-1 0 0 0,1 0 0 0 0,-1 1 0 0 0,0-13 0 0 0,-1 11-109 0 0,0 0 1 0 0,-1 0-1 0 0,0 0 1 0 0,0 0-1 0 0,-1 0 1 0 0,0 0-1 0 0,-1 1 1 0 0,0-1-1 0 0,0 1 1 0 0,0-1-1 0 0,-1 1 1 0 0,0 0-1 0 0,0 0 1 0 0,-9-10-1 0 0,6 10-43 0 0,0-1 0 0 0,0 1 0 0 0,0 0 0 0 0,-1 1 0 0 0,1-1 0 0 0,-2 2 0 0 0,-12-8 0 0 0,20 12-41 0 0,0 1-1 0 0,0-1 1 0 0,0 1-1 0 0,-1-1 0 0 0,1 1 1 0 0,0 0-1 0 0,0 0 1 0 0,0-1-1 0 0,0 1 1 0 0,0 0-1 0 0,-1 0 1 0 0,1 0-1 0 0,0 0 1 0 0,0 1-1 0 0,0-1 1 0 0,0 0-1 0 0,0 0 1 0 0,0 1-1 0 0,-1-1 0 0 0,1 1 1 0 0,-1 0-1 0 0,0 0-4 0 0,1 0 0 0 0,-1 1 0 0 0,1-1 0 0 0,-1 0-1 0 0,1 1 1 0 0,-1 0 0 0 0,1-1 0 0 0,0 1 0 0 0,0 0 0 0 0,0-1-1 0 0,-1 3 1 0 0,-1 2-9 0 0,1 0-1 0 0,0 1 1 0 0,0-1-1 0 0,1 0 1 0 0,-1 1 0 0 0,0 9-1 0 0,3-2 16 0 0,-1-1 0 0 0,1 1 0 0 0,1-1 0 0 0,1 1 0 0 0,5 18 0 0 0,28 68 0 0 0,-12-38 0 0 0,62 204 240 0 0,-68-197-120 0 0,18 136 0 0 0,-35-193-120 0 0,0-6 0 0 0,0 0 0 0 0,0 0 0 0 0,-1-1 0 0 0,0 1 0 0 0,0 0 0 0 0,-1 9 0 0 0,0-15-11 0 0,1 0 1 0 0,0 0-1 0 0,-1 0 0 0 0,1 1 1 0 0,0-1-1 0 0,0 0 0 0 0,-1 0 1 0 0,1 0-1 0 0,0 0 0 0 0,0 0 0 0 0,-1 0 1 0 0,1 0-1 0 0,0 0 0 0 0,-1 0 1 0 0,1 0-1 0 0,0 0 0 0 0,0-1 1 0 0,-1 1-1 0 0,1 0 0 0 0,0 0 0 0 0,-1 0 1 0 0,1 0-1 0 0,0 0 0 0 0,0 0 1 0 0,0-1-1 0 0,-1 1 0 0 0,1 0 1 0 0,0 0-1 0 0,0 0 0 0 0,-1-1 0 0 0,1 1 1 0 0,0 0-1 0 0,0 0 0 0 0,0-1 1 0 0,-15-12-1450 0 0,9 7-475 0 0,-5-1-5112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36.3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9 175 4607 0 0,'0'0'37'0'0,"-1"0"0"0"0,1 0 0 0 0,-1-1 0 0 0,1 1 0 0 0,-1 0 0 0 0,1 0 0 0 0,-1-1 0 0 0,1 1 0 0 0,0 0 0 0 0,-1-1 0 0 0,1 1 0 0 0,-1-1 0 0 0,1 1-1 0 0,0-1 1 0 0,0 1 0 0 0,-1 0 0 0 0,1-1 0 0 0,0 1 0 0 0,0-1 0 0 0,-1 1 0 0 0,1-1 0 0 0,0 1 0 0 0,0-1 0 0 0,0 0 0 0 0,1 0 224 0 0,-1 0 0 0 0,1 1 0 0 0,0-1 0 0 0,0 1 0 0 0,0-1 0 0 0,0 0 0 0 0,0 1 0 0 0,0 0 0 0 0,0-1 0 0 0,0 1 0 0 0,2-1 0 0 0,111-34 3494 0 0,36-12 4493 0 0,-53 6-5691 0 0,-76 29-2557 0 0,-13 7 0 0 0,0 1 0 0 0,1 0 0 0 0,16-6 0 0 0,-25 10-6 0 0,0 0 1 0 0,0 0-1 0 0,0 0 0 0 0,0 0 1 0 0,1 0-1 0 0,-1 0 0 0 0,0 0 1 0 0,0 0-1 0 0,0 0 0 0 0,0 0 1 0 0,0 0-1 0 0,0 1 0 0 0,0-1 1 0 0,0 0-1 0 0,0 0 0 0 0,1 0 1 0 0,-1 0-1 0 0,0 0 0 0 0,0 0 0 0 0,0 0 1 0 0,0 0-1 0 0,0 0 0 0 0,0 0 1 0 0,0 0-1 0 0,0 0 0 0 0,0 0 1 0 0,0 1-1 0 0,0-1 0 0 0,0 0 1 0 0,0 0-1 0 0,0 0 0 0 0,0 0 1 0 0,0 0-1 0 0,0 0 0 0 0,1 0 1 0 0,-1 0-1 0 0,0 1 0 0 0,0-1 0 0 0,0 0 1 0 0,0 0-1 0 0,0 0 0 0 0,-1 0 1 0 0,1 0-1 0 0,0 0 0 0 0,0 0 1 0 0,0 0-1 0 0,0 1 0 0 0,0-1 1 0 0,0 0-1 0 0,0 0 0 0 0,0 0 1 0 0,0 0-1 0 0,0 0 0 0 0,0 0 1 0 0,0 0-1 0 0,0 0 0 0 0,-2 5-862 0 0,-1 0-284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37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163 495 3943 0 0,'5'-2'875'0'0,"1"-1"-1"0"0,-1 1 0 0 0,0-1 1 0 0,0 0-1 0 0,-1-1 0 0 0,1 1 1 0 0,0-1-1 0 0,6-8 0 0 0,2 0 1729 0 0,-11 11-2428 0 0,-1 0 0 0 0,0 0-1 0 0,0 0 1 0 0,0 0 0 0 0,1 0 0 0 0,-1-1-1 0 0,0 1 1 0 0,-1 0 0 0 0,1-1 0 0 0,0 1-1 0 0,0 0 1 0 0,0-1 0 0 0,-1 1-1 0 0,1-1 1 0 0,-1 1 0 0 0,1-1 0 0 0,-1 0-1 0 0,0 1 1 0 0,1-1 0 0 0,-1 1 0 0 0,0-1-1 0 0,0 0 1 0 0,0 1 0 0 0,0-1-1 0 0,-1 0 1 0 0,1 1 0 0 0,0-1 0 0 0,-1 1-1 0 0,1-1 1 0 0,-1 1 0 0 0,1-1 0 0 0,-1 1-1 0 0,0-1 1 0 0,0 1 0 0 0,1-1-1 0 0,-3-1 1 0 0,1 0-108 0 0,-1 0 0 0 0,0 0 0 0 0,0 0 0 0 0,-1 0 0 0 0,1 1 0 0 0,-1-1-1 0 0,1 1 1 0 0,-1 0 0 0 0,0 0 0 0 0,0 0 0 0 0,1 1 0 0 0,-9-3 0 0 0,6 3-58 0 0,0-1 1 0 0,0 1-1 0 0,0 1 1 0 0,0-1-1 0 0,0 1 1 0 0,0 0-1 0 0,-1 0 0 0 0,1 1 1 0 0,0 0-1 0 0,0 0 1 0 0,0 0-1 0 0,0 1 1 0 0,0 0-1 0 0,1 0 1 0 0,-1 1-1 0 0,0-1 1 0 0,1 1-1 0 0,0 0 0 0 0,-1 1 1 0 0,1-1-1 0 0,1 1 1 0 0,-1 0-1 0 0,0 1 1 0 0,1-1-1 0 0,0 1 1 0 0,0-1-1 0 0,0 1 0 0 0,1 0 1 0 0,0 1-1 0 0,0-1 1 0 0,0 1-1 0 0,0-1 1 0 0,-2 11-1 0 0,2-9-12 0 0,1 1 1 0 0,1-1-1 0 0,-1 1 0 0 0,1-1 1 0 0,1 1-1 0 0,-1 0 1 0 0,1-1-1 0 0,0 1 0 0 0,1 0 1 0 0,0-1-1 0 0,3 13 0 0 0,-3-17 2 0 0,0 1 0 0 0,0-1 0 0 0,1 0 0 0 0,-1 0-1 0 0,1 0 1 0 0,0 0 0 0 0,0 0 0 0 0,0 0 0 0 0,0 0 0 0 0,0-1 0 0 0,0 1-1 0 0,1-1 1 0 0,-1 1 0 0 0,1-1 0 0 0,0 0 0 0 0,0 0 0 0 0,0 0 0 0 0,0-1-1 0 0,0 1 1 0 0,0-1 0 0 0,0 1 0 0 0,0-1 0 0 0,1 0 0 0 0,-1 0 0 0 0,0-1-1 0 0,1 1 1 0 0,5 0 0 0 0,-3-1 9 0 0,-1 0 0 0 0,0 0 0 0 0,0-1 1 0 0,1 1-1 0 0,-1-1 0 0 0,0 0 0 0 0,0-1 0 0 0,0 1 0 0 0,0-1 0 0 0,0 0 0 0 0,0 0 0 0 0,-1 0 1 0 0,9-6-1 0 0,-7 3 20 0 0,-1 0 0 0 0,1 0 0 0 0,-1 0 1 0 0,1-1-1 0 0,-2 0 0 0 0,1 0 1 0 0,-1 0-1 0 0,7-12 0 0 0,-4 3 24 0 0,-1-1 0 0 0,0 0 0 0 0,-1 0 0 0 0,0 0 0 0 0,-2-1 0 0 0,0 1 0 0 0,2-33 0 0 0,-4-101 153 0 0,3-48 38 0 0,-3 173-331 0 0,-1 24 56 0 0,0 3 4 0 0,-1 13 0 0 0,-1 23 47 0 0,2 1 0 0 0,6 50 0 0 0,19 78 50 0 0,-21-141-67 0 0,43 209 1517 0 0,-44-215-1204 0 0,-3-15-2581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37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149 69 1839 0 0,'1'-4'456'0'0,"0"0"-1"0"0,-1-1 1 0 0,1 1-1 0 0,-1 0 1 0 0,0 0-1 0 0,0-1 0 0 0,0 1 1 0 0,-1 0-1 0 0,0-1 1 0 0,0 1-1 0 0,0 0 1 0 0,0 0-1 0 0,-2-4 0 0 0,3 7-374 0 0,0 1-1 0 0,0 0 1 0 0,-1-1-1 0 0,1 1 1 0 0,0 0-1 0 0,0 0 1 0 0,-1-1-1 0 0,1 1 1 0 0,0 0-1 0 0,0-1 1 0 0,-1 1-1 0 0,1 0 1 0 0,0 0-1 0 0,-1 0 1 0 0,1-1-1 0 0,0 1 1 0 0,-1 0-1 0 0,1 0 1 0 0,0 0-1 0 0,-1 0 1 0 0,1 0-1 0 0,0 0 1 0 0,-1-1-1 0 0,1 1 1 0 0,0 0-1 0 0,-1 0 1 0 0,1 0-1 0 0,-1 0 1 0 0,-10 7 1510 0 0,-7 14 203 0 0,3 4-1002 0 0,0 1-1 0 0,2 0 0 0 0,0 1 1 0 0,2 0-1 0 0,1 1 1 0 0,-7 32-1 0 0,13-43-573 0 0,1 0-1 0 0,1 0 1 0 0,1 0-1 0 0,0 0 1 0 0,1 0-1 0 0,0 0 1 0 0,2 1-1 0 0,0-1 1 0 0,1-1 0 0 0,1 1-1 0 0,0 0 1 0 0,7 16-1 0 0,-7-26-155 0 0,-1 0 1 0 0,1 0-1 0 0,0 0 0 0 0,1-1 1 0 0,-1 0-1 0 0,1 0 0 0 0,1 0 1 0 0,-1 0-1 0 0,1-1 0 0 0,0 0 1 0 0,7 5-1 0 0,-8-7-256 0 0,0 0 0 0 0,-1 0 0 0 0,1-1 0 0 0,0 1 0 0 0,1-1 0 0 0,-1 0 0 0 0,0-1 0 0 0,1 1 0 0 0,-1-1 0 0 0,1 0 0 0 0,-1-1 1 0 0,1 1-1 0 0,-1-1 0 0 0,1 0 0 0 0,-1 0 0 0 0,9-2 0 0 0,-3-1-6993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4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16 291 3223 0 0,'-3'-3'1250'0'0,"2"2"-939"0"0,0 0 0 0 0,0 1 1 0 0,0-1-1 0 0,0 0 0 0 0,1 0 0 0 0,-1 0 0 0 0,0 1 1 0 0,0-1-1 0 0,1 0 0 0 0,-1 0 0 0 0,0 0 0 0 0,1 0 1 0 0,-1 0-1 0 0,1-1 0 0 0,-1 1 0 0 0,1 0 0 0 0,0 0 1 0 0,0 0-1 0 0,-1 0 0 0 0,1 0 0 0 0,0 0 0 0 0,0-1 1 0 0,0 1-1 0 0,0 0 0 0 0,0 0 0 0 0,0 0 0 0 0,0 0 1 0 0,1-1-1 0 0,-1 1 0 0 0,0 0 0 0 0,2-2 0 0 0,6-19 2329 0 0,5-24 0 0 0,-9 27-2190 0 0,-1-1 0 0 0,-1 0 0 0 0,0-26 0 0 0,-2 32-311 0 0,0 4-65 0 0,0-1 1 0 0,0 1 0 0 0,1 0-1 0 0,3-13 1 0 0,-4 23-74 0 0,0 0 0 0 0,0 0 1 0 0,0 0-1 0 0,0 0 0 0 0,0 1 0 0 0,0-1 0 0 0,1 0 0 0 0,-1 0 0 0 0,0 0 0 0 0,0 0 0 0 0,0 1 1 0 0,0-1-1 0 0,0 0 0 0 0,1 0 0 0 0,-1 0 0 0 0,0 0 0 0 0,0 0 0 0 0,0 0 0 0 0,0 1 0 0 0,1-1 1 0 0,-1 0-1 0 0,0 0 0 0 0,0 0 0 0 0,0 0 0 0 0,1 0 0 0 0,-1 0 0 0 0,0 0 0 0 0,0 0 0 0 0,0 0 1 0 0,1 0-1 0 0,-1 0 0 0 0,0 0 0 0 0,0 0 0 0 0,0 0 0 0 0,1 0 0 0 0,-1 0 0 0 0,0 0 0 0 0,0-1 1 0 0,0 1-1 0 0,1 0 0 0 0,-1 0 0 0 0,0 0 0 0 0,0 0 0 0 0,0 0 0 0 0,0 0 0 0 0,1 0 0 0 0,-1-1 1 0 0,0 1-1 0 0,0 0 0 0 0,0 0 0 0 0,0 0 0 0 0,0 0 0 0 0,0-1 0 0 0,1 1 0 0 0,-1 0 1 0 0,0 0-1 0 0,0 0 0 0 0,0-1 0 0 0,0 1 0 0 0,0 0 0 0 0,0 0 0 0 0,0-1 0 0 0,8 22-12 0 0,-6-16 16 0 0,3 11-25 0 0,0 1-1 0 0,-1-1 0 0 0,3 35 1 0 0,-5-40 30 0 0,5 58-10 0 0,-4 0 0 0 0,-5 81 0 0 0,2-146-172 0 0,0 0 0 0 0,0-1 1 0 0,0 1-1 0 0,1 0 0 0 0,0 0 0 0 0,-1 0 0 0 0,1-1 0 0 0,2 5 1 0 0,0 1-7163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4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5063 0 0,'1'7'1153'0'0,"0"0"0"0"0,1-1-1 0 0,-1 1 1 0 0,4 7-1 0 0,3 12 1055 0 0,2 11-16 0 0,1 1 0 0 0,22 46 0 0 0,-33-82-2279 0 0,1-1 1 0 0,-1 0 0 0 0,1 1-1 0 0,0-1 1 0 0,0 0-1 0 0,-1 0 1 0 0,1 0 0 0 0,0 1-1 0 0,0-1 1 0 0,0 0-1 0 0,0 0 1 0 0,0 0 0 0 0,0 0-1 0 0,1-1 1 0 0,-1 1-1 0 0,0 0 1 0 0,2 1 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4.8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96 5527 0 0,'2'-7'140'0'0,"1"1"0"0"0,0-1 0 0 0,0 1 1 0 0,6-8-1 0 0,-5 8 506 0 0,1 1 0 0 0,-1 1 0 0 0,1-1 1 0 0,0 1-1 0 0,0-1 0 0 0,0 1 1 0 0,12-6-1 0 0,-14 8-274 0 0,0 1 1 0 0,0-1-1 0 0,0 1 0 0 0,0 0 0 0 0,0-1 1 0 0,0 1-1 0 0,0 1 0 0 0,1-1 1 0 0,-1 0-1 0 0,0 1 0 0 0,7 0 0 0 0,-9 0-234 0 0,1 0 0 0 0,-1 1 0 0 0,1-1 0 0 0,-1 1 0 0 0,0-1 0 0 0,1 1 0 0 0,-1-1 0 0 0,0 1 0 0 0,1 0 0 0 0,-1 0 0 0 0,0 0-1 0 0,0 0 1 0 0,1 0 0 0 0,-1 0 0 0 0,0 0 0 0 0,0 0 0 0 0,0 0 0 0 0,0 0 0 0 0,-1 1 0 0 0,1-1 0 0 0,0 0 0 0 0,0 1 0 0 0,-1-1 0 0 0,1 1-1 0 0,-1-1 1 0 0,1 0 0 0 0,0 3 0 0 0,0 4 33 0 0,0-1-1 0 0,0 1 1 0 0,0 0 0 0 0,-1-1-1 0 0,0 1 1 0 0,-1 0-1 0 0,0-1 1 0 0,0 1-1 0 0,0 0 1 0 0,-3 7 0 0 0,-5 12-42 0 0,-15 34 0 0 0,20-52-88 0 0,-1 3-22 0 0,-11 29-22 0 0,15-39 20 0 0,1 1-1 0 0,-1-1 1 0 0,1 1 0 0 0,-1-1-1 0 0,1 1 1 0 0,0 0-1 0 0,0-1 1 0 0,0 1-1 0 0,0 0 1 0 0,0-1-1 0 0,1 1 1 0 0,-1-1 0 0 0,2 4-1 0 0,-1-4 6 0 0,0-1 1 0 0,0 1-1 0 0,0-1 0 0 0,0 0 1 0 0,0 1-1 0 0,0-1 0 0 0,1 0 1 0 0,-1 0-1 0 0,0 0 0 0 0,1 0 1 0 0,-1 0-1 0 0,1 0 0 0 0,-1 0 1 0 0,1 0-1 0 0,0-1 0 0 0,-1 1 1 0 0,1 0-1 0 0,0-1 0 0 0,-1 0 0 0 0,1 1 1 0 0,0-1-1 0 0,0 0 0 0 0,1 0 1 0 0,8 0 57 0 0,-1 0 0 0 0,19-3 0 0 0,-14 1-15 0 0,14-2 98 0 0,-1-1-1 0 0,30-10 0 0 0,-3 0-18 0 0,-53 15-140 0 0,-1-1-1 0 0,0 1 0 0 0,0 0 0 0 0,-1-1 0 0 0,1 1 0 0 0,0 0 0 0 0,0 0 0 0 0,0 0 0 0 0,0 0 0 0 0,0 0 0 0 0,0 0 0 0 0,0 0 0 0 0,0 0 0 0 0,0 0 0 0 0,0 0 0 0 0,0 0 0 0 0,0 0 0 0 0,0 1 0 0 0,-1-1 0 0 0,3 1 0 0 0,-4-1-80 0 0,0 1 1 0 0,0-1-1 0 0,0 0 0 0 0,0 0 1 0 0,0 1-1 0 0,0-1 0 0 0,0 0 1 0 0,0 0-1 0 0,0 0 0 0 0,0 0 1 0 0,0-1-1 0 0,0 1 0 0 0,0 0 1 0 0,0 0-1 0 0,-1-1 0 0 0,-1 0-944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5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59 1375 0 0,'0'-13'104'0'0,"2"-17"842"0"0,-2 29-521 0 0,1 0 0 0 0,-1-1 0 0 0,0 1 0 0 0,1 0 0 0 0,-1 0 0 0 0,1 0 0 0 0,-1-1 0 0 0,1 1 1 0 0,0 0-1 0 0,1-2 0 0 0,-2 3-315 0 0,1 0 1 0 0,-1 0-1 0 0,0 0 1 0 0,0 0-1 0 0,1-1 1 0 0,-1 1-1 0 0,0 0 0 0 0,0 0 1 0 0,1 0-1 0 0,-1 0 1 0 0,0 0-1 0 0,0 0 1 0 0,1 0-1 0 0,-1 0 1 0 0,0 0-1 0 0,1 0 1 0 0,-1 0-1 0 0,0 0 1 0 0,0 0-1 0 0,1 0 1 0 0,-1 0-1 0 0,0 1 1 0 0,0-1-1 0 0,1 0 0 0 0,-1 0 1 0 0,0 0-1 0 0,0 0 1 0 0,1 0-1 0 0,-1 1 1 0 0,0-1-1 0 0,0 0 1 0 0,0 0-1 0 0,1 0 1 0 0,-1 1-1 0 0,0-1 1 0 0,0 0-1 0 0,0 0 1 0 0,0 0-1 0 0,1 1 0 0 0,-1-1 1 0 0,0 1-1 0 0,8 13 1387 0 0,-5-9-920 0 0,54 89 4254 0 0,-31-55-3951 0 0,-2 1 1 0 0,26 62 0 0 0,-42-83-795 0 0,-2 1 0 0 0,0 0 0 0 0,-1 0 0 0 0,-1 0 0 0 0,2 22 0 0 0,-5-29-40 0 0,-1 1 0 0 0,-1-1-1 0 0,0 0 1 0 0,0 1-1 0 0,-2-1 1 0 0,1 0 0 0 0,-2 0-1 0 0,-8 22 1 0 0,4-16 82 0 0,-19 33 1 0 0,21-37-61 0 0,8-12-144 0 0,5-7-296 0 0,0-1-1317 0 0,3-2-5658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5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5983 0 0,'0'-1'92'0'0,"0"0"1"0"0,1 0-1 0 0,-1 0 0 0 0,0 0 0 0 0,1-1 0 0 0,-1 1 0 0 0,0 0 0 0 0,1 0 0 0 0,-1 0 0 0 0,1 1 0 0 0,0-1 0 0 0,-1 0 0 0 0,1 0 0 0 0,0 0 0 0 0,0 0 0 0 0,-1 0 1 0 0,2 0-1 0 0,18-5 3031 0 0,-12 4-2360 0 0,9-1 864 0 0,44-8 2321 0 0,-53 10-3547 0 0,-1 0 0 0 0,1 1 0 0 0,0 0 0 0 0,0 0-1 0 0,14 3 1 0 0,-21-2-372 0 0,1-1 0 0 0,-1 0 0 0 0,1 0-1 0 0,-1 1 1 0 0,1-1 0 0 0,-1 1 0 0 0,0 0 0 0 0,1-1-1 0 0,-1 1 1 0 0,0 0 0 0 0,1 0 0 0 0,-1 0 0 0 0,0 0-1 0 0,0 0 1 0 0,0 0 0 0 0,0 0 0 0 0,0 0 0 0 0,0 0 0 0 0,0 1-1 0 0,0-1 1 0 0,0 0 0 0 0,0 0 0 0 0,-1 1 0 0 0,1-1-1 0 0,-1 1 1 0 0,1 1 0 0 0,-1-1-21 0 0,1 0 0 0 0,-2 1 0 0 0,1-1 1 0 0,0 0-1 0 0,0 1 0 0 0,-1-1 0 0 0,1 0 0 0 0,-1 0 0 0 0,0 1 0 0 0,0-1 0 0 0,0 0 1 0 0,0 0-1 0 0,0 0 0 0 0,0 0 0 0 0,0 0 0 0 0,-4 3 0 0 0,-6 8-23 0 0,0-1-1 0 0,-17 13 0 0 0,17-16 163 0 0,0 0 0 0 0,1 1 0 0 0,1 1 0 0 0,-9 11 0 0 0,17-22-129 0 0,1 1 0 0 0,0-1 0 0 0,0 0 0 0 0,0 0 0 0 0,0 0 0 0 0,0 0 0 0 0,0 0 0 0 0,-1 1 0 0 0,1-1 0 0 0,0 0 0 0 0,0 0 0 0 0,0 0-1 0 0,0 0 1 0 0,0 1 0 0 0,0-1 0 0 0,0 0 0 0 0,0 0 0 0 0,0 0 0 0 0,0 0 0 0 0,0 1 0 0 0,0-1 0 0 0,0 0 0 0 0,0 0 0 0 0,0 0 0 0 0,0 0 0 0 0,0 1 0 0 0,0-1 0 0 0,0 0 0 0 0,0 0 0 0 0,0 0-1 0 0,0 1 1 0 0,0-1 0 0 0,0 0 0 0 0,1 0 0 0 0,-1 0 0 0 0,0 0 0 0 0,7 1 571 0 0,10-5-55 0 0,3-4-266 0 0,-10 3-206 0 0,1 1 1 0 0,-1 0 0 0 0,1 1-1 0 0,20-4 1 0 0,-30 7-112 0 0,-1 0 1 0 0,1 0-1 0 0,-1 0 0 0 0,1 0 0 0 0,0 0 0 0 0,-1 0 0 0 0,1 0 1 0 0,0 0-1 0 0,-1 0 0 0 0,1 0 0 0 0,-1 0 0 0 0,1 0 0 0 0,0 0 1 0 0,-1 0-1 0 0,1 0 0 0 0,0 1 0 0 0,-1-1 0 0 0,1 0 1 0 0,-1 1-1 0 0,1-1 0 0 0,-1 0 0 0 0,1 1 0 0 0,-1-1 0 0 0,1 0 1 0 0,-1 1-1 0 0,1-1 0 0 0,-1 1 0 0 0,1-1 0 0 0,-1 1 0 0 0,0-1 1 0 0,1 1-1 0 0,-1 0 0 0 0,0 0 0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7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228 135 3223 0 0,'6'-10'1385'0'0,"-2"-1"-1"0"0,1 0 0 0 0,4-18 0 0 0,-9 26-1091 0 0,1 0 0 0 0,0-1 0 0 0,-1 1-1 0 0,1 0 1 0 0,-1 0 0 0 0,0-1 0 0 0,0 1-1 0 0,-1 0 1 0 0,1-1 0 0 0,-1 1 0 0 0,1 0-1 0 0,-1 0 1 0 0,0 0 0 0 0,0 0 0 0 0,-1 0-1 0 0,1 0 1 0 0,-3-5 0 0 0,2 7-191 0 0,1 0 0 0 0,0-1 1 0 0,-1 2-1 0 0,1-1 0 0 0,0 0 0 0 0,-1 0 1 0 0,1 0-1 0 0,-1 1 0 0 0,1-1 0 0 0,-1 0 0 0 0,0 1 1 0 0,1 0-1 0 0,-1-1 0 0 0,1 1 0 0 0,-1 0 1 0 0,0 0-1 0 0,1 0 0 0 0,-1 0 0 0 0,0 0 0 0 0,1 0 1 0 0,-1 0-1 0 0,0 1 0 0 0,1-1 0 0 0,-1 1 1 0 0,1-1-1 0 0,-4 2 0 0 0,-2 1 135 0 0,-1 0 0 0 0,1 1 0 0 0,-14 8 0 0 0,-3 3 231 0 0,-46 35 434 0 0,63-45-837 0 0,1 0 1 0 0,0 1-1 0 0,1 0 1 0 0,-1 0 0 0 0,1 1-1 0 0,0-1 1 0 0,1 1-1 0 0,-5 8 1 0 0,8-10-14 0 0,-1 0 0 0 0,1 0 0 0 0,-1 0 0 0 0,2 0-1 0 0,-1 0 1 0 0,0 0 0 0 0,1 0 0 0 0,0 0 0 0 0,0 0 0 0 0,1 1 0 0 0,-1-1 0 0 0,3 8 0 0 0,2 7-31 0 0,15 34-1 0 0,-12-32-11 0 0,9 25 101 0 0,-2 0-1 0 0,9 55 1 0 0,-20-81-57 0 0,-2 1 1 0 0,0-1-1 0 0,-1 1 1 0 0,-2 0 0 0 0,0-1-1 0 0,-1 1 1 0 0,-7 27 0 0 0,-5 8 47 0 0,5-25-27 0 0,-9 57 1 0 0,18-84-49 0 0,0 0 0 0 0,-1 0-1 0 0,2 0 1 0 0,-1 0 0 0 0,0 0-1 0 0,1 0 1 0 0,0 0 0 0 0,0 0 0 0 0,1 0-1 0 0,-1 0 1 0 0,4 5 0 0 0,-4-8-3 0 0,0 0 0 0 0,0 0-1 0 0,1 0 1 0 0,-1 0 0 0 0,1 0 0 0 0,0 0 0 0 0,0 0 0 0 0,-1-1 0 0 0,1 1 0 0 0,0-1 0 0 0,0 1 0 0 0,0-1 0 0 0,1 0-1 0 0,-1 1 1 0 0,0-1 0 0 0,0 0 0 0 0,1-1 0 0 0,-1 1 0 0 0,1 0 0 0 0,-1-1 0 0 0,1 1 0 0 0,-1-1 0 0 0,1 0 0 0 0,3 0-1 0 0,6-1 63 0 0,1-1-1 0 0,-1 0 0 0 0,1-1 1 0 0,-1 0-1 0 0,21-9 0 0 0,8-2 49 0 0,-38 13-302 0 0,-1 0 0 0 0,1 0 0 0 0,0-1 0 0 0,0 1 0 0 0,0-1-1 0 0,3-3 1 0 0,4-2-1971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8.3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45 5527 0 0,'-1'-4'254'0'0,"0"0"-1"0"0,0 0 0 0 0,0 0 0 0 0,0-1 0 0 0,0-5 1 0 0,1-4 5538 0 0,2 35 357 0 0,5 9-5235 0 0,0-6 126 0 0,-1 7-242 0 0,1 38-1 0 0,2 6-547 0 0,-9-74-245 0 0,0 1 0 0 0,0-1 1 0 0,0 1-1 0 0,1-1 0 0 0,-1 0 0 0 0,0 1 0 0 0,1-1 0 0 0,0 1 1 0 0,-1-1-1 0 0,1 0 0 0 0,0 1 0 0 0,-1-1 0 0 0,1 0 0 0 0,0 0 1 0 0,0 0-1 0 0,0 0 0 0 0,0 0 0 0 0,0 0 0 0 0,0 0 0 0 0,2 1 1 0 0,-2-2-5 0 0,0 1 1 0 0,0-1-1 0 0,1 0 1 0 0,-1 0 0 0 0,0 0-1 0 0,0 0 1 0 0,0 0-1 0 0,1 0 1 0 0,-1-1-1 0 0,0 1 1 0 0,0 0 0 0 0,0-1-1 0 0,1 1 1 0 0,-1 0-1 0 0,0-1 1 0 0,0 0 0 0 0,0 1-1 0 0,0-1 1 0 0,0 1-1 0 0,0-1 1 0 0,0 0-1 0 0,0 0 1 0 0,0 0 0 0 0,0-1-1 0 0,10-9-1 0 0,15-19 0 0 0,-21 23 0 0 0,1-1 0 0 0,0 1 0 0 0,1 1 0 0 0,-1-1 0 0 0,1 1 0 0 0,0 0 0 0 0,14-8 0 0 0,-21 14 1 0 0,0 0 1 0 0,0 0-1 0 0,0 0 0 0 0,1 0 1 0 0,-1 0-1 0 0,0 0 0 0 0,0 0 0 0 0,0 0 1 0 0,1 0-1 0 0,-1 0 0 0 0,0 0 1 0 0,0 0-1 0 0,0 0 0 0 0,1 0 0 0 0,-1 0 1 0 0,0 0-1 0 0,0 0 0 0 0,0 0 1 0 0,1 0-1 0 0,-1 1 0 0 0,0-1 0 0 0,0 0 1 0 0,0 0-1 0 0,0 0 0 0 0,1 0 0 0 0,-1 0 1 0 0,0 0-1 0 0,0 1 0 0 0,0-1 1 0 0,0 0-1 0 0,0 0 0 0 0,1 0 0 0 0,-1 0 1 0 0,0 1-1 0 0,4 10 36 0 0,1 19 76 0 0,-4-24-53 0 0,7 37 284 0 0,18 54 1 0 0,-25-91-307 0 0,8 22 51 0 0,6 38 0 0 0,-15-64-179 0 0,3 7 324 0 0,-3-8-291 0 0,0-1 0 0 0,0 0 0 0 0,0 0 0 0 0,1 0 0 0 0,-1 0 0 0 0,0 0 0 0 0,0 0 0 0 0,1 1 0 0 0,-1-1 0 0 0,0 0 0 0 0,0 0-1 0 0,1 0 1 0 0,-1 0 0 0 0,0 0 0 0 0,0 0 0 0 0,1 0 0 0 0,-1 0 0 0 0,0 0 0 0 0,0 0 0 0 0,1 0 0 0 0,-1 0 0 0 0,0 0 0 0 0,0 0 0 0 0,1 0-1 0 0,-1 0 1 0 0,0-1 0 0 0,0 1 0 0 0,0 0 0 0 0,1 0 0 0 0,-1 0 0 0 0,0 0 0 0 0,0 0 0 0 0,0 0 0 0 0,1-1 0 0 0,-1 1-1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8.8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67 7367 0 0,'-1'-10'1007'0'0,"-1"1"-1"0"0,2-20 0 0 0,2 10 9041 0 0,-1 29-9734 0 0,1 0 0 0 0,1 0 0 0 0,-1-1 0 0 0,1 0 0 0 0,8 16 0 0 0,27 42 9 0 0,-25-45-191 0 0,17 35 0 0 0,-25-45-77 0 0,0 2 1 0 0,-1-1-1 0 0,6 28 0 0 0,-10-36-31 0 0,1 0 0 0 0,-1 0 0 0 0,1 0 0 0 0,-2 0 0 0 0,1 0 0 0 0,0 0 0 0 0,-1 0 0 0 0,0-1 1 0 0,0 1-1 0 0,0 0 0 0 0,-1 0 0 0 0,0-1 0 0 0,0 1 0 0 0,-4 6 0 0 0,6-10-13 0 0,0 0-1 0 0,-1-1 1 0 0,1 1 0 0 0,-1 0 0 0 0,1-1 0 0 0,-1 1-1 0 0,1-1 1 0 0,-1 1 0 0 0,1-1 0 0 0,-1 1 0 0 0,1-1 0 0 0,-1 1-1 0 0,0-1 1 0 0,1 0 0 0 0,-1 1 0 0 0,0-1 0 0 0,1 0-1 0 0,-1 1 1 0 0,0-1 0 0 0,1 0 0 0 0,-1 0 0 0 0,0 0-1 0 0,0 0 1 0 0,1 0 0 0 0,-2 0 0 0 0,1 0-2 0 0,0 0 0 0 0,0-1 0 0 0,0 1 0 0 0,0-1 0 0 0,0 1 0 0 0,0-1 0 0 0,0 0 0 0 0,0 1 0 0 0,0-1 0 0 0,0 0 0 0 0,0 0 0 0 0,0 1 0 0 0,0-1 0 0 0,0-1 0 0 0,-2-2-12 0 0,0 0 0 0 0,1-1 0 0 0,-1 1 1 0 0,1 0-1 0 0,0-1 0 0 0,-2-6 0 0 0,3 6-328 0 0,0 0 0 0 0,0 0 0 0 0,1 0 1 0 0,-1 1-1 0 0,1-1 0 0 0,1-9 0 0 0,1-3-7408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9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24 5063 0 0,'-6'-11'10931'0'0,"110"7"-5918"0"0,-31-3-7298 0 0,-59 6-4486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9.5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37 3679 0 0,'-5'-12'-781'0'0,"3"2"3526"0"0,2 9-2550 0 0,0 1 0 0 0,0 0 0 0 0,0-1 0 0 0,0 1 0 0 0,0 0 0 0 0,0-1-1 0 0,0 1 1 0 0,0 0 0 0 0,0-1 0 0 0,1 1 0 0 0,-1 0 0 0 0,0-1 0 0 0,0 1 0 0 0,0 0 0 0 0,1 0 0 0 0,-1-1 0 0 0,0 1-1 0 0,0 0 1 0 0,1 0 0 0 0,-1-1 0 0 0,0 1 0 0 0,1 0 0 0 0,13-2 4238 0 0,-5 4-3276 0 0,0 0-1 0 0,0 0 0 0 0,9 4 0 0 0,12 4 5 0 0,-16-7-995 0 0,0 0 1 0 0,0-2 0 0 0,0 1 0 0 0,0-1-1 0 0,1-1 1 0 0,-1-1 0 0 0,0 0 0 0 0,0-1-1 0 0,0 0 1 0 0,0-1 0 0 0,0-1 0 0 0,-1 0-1 0 0,21-9 1 0 0,-25 6-32 0 0,-15 11 22 0 0,-1 4-85 0 0,6-6-67 0 0,0-1-1 0 0,0 1 0 0 0,1-1 1 0 0,-1 1-1 0 0,0 0 1 0 0,1-1-1 0 0,-1 1 0 0 0,1 0 1 0 0,0 0-1 0 0,0-1 1 0 0,-1 4-1 0 0,1 1 3 0 0,-3 10 15 0 0,2 0 1 0 0,0 0-1 0 0,1 0 0 0 0,1 0 0 0 0,2 19 0 0 0,-2-25-19 0 0,11 64 29 0 0,3 0 0 0 0,29 88 0 0 0,-3-18 11 0 0,-21-62-17 0 0,11 90 1 0 0,-30-167-26 0 0,-1 0 0 0 0,0 0 0 0 0,0 0 1 0 0,0-1-1 0 0,0 1 0 0 0,-1 0 0 0 0,0 0 0 0 0,0 0 0 0 0,0 0 0 0 0,0-1 0 0 0,-4 8 0 0 0,3-9 20 0 0,1-1-1 0 0,-1 1 0 0 0,0-1 1 0 0,0 0-1 0 0,0 0 0 0 0,0 1 1 0 0,0-2-1 0 0,0 1 0 0 0,-1 0 1 0 0,1 0-1 0 0,0-1 0 0 0,-1 1 0 0 0,0-1 1 0 0,1 0-1 0 0,-1 0 0 0 0,0 0 1 0 0,1 0-1 0 0,-1 0 0 0 0,0 0 1 0 0,-5 0-1 0 0,0-1 27 0 0,-1 1 0 0 0,1-1 1 0 0,0 0-1 0 0,-1-1 0 0 0,-15-3 0 0 0,-40-15 245 0 0,54 16-283 0 0,-17-11-1785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0.6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324 97 7367 0 0,'0'-4'286'0'0,"0"0"0"0"0,-1 1-1 0 0,1-1 1 0 0,-1 0 0 0 0,0 0-1 0 0,0 1 1 0 0,0-1 0 0 0,-1 0-1 0 0,1 1 1 0 0,-1-1 0 0 0,0 1-1 0 0,0-1 1 0 0,0 1 0 0 0,0 0-1 0 0,-1 0 1 0 0,1 0 0 0 0,-1 0 0 0 0,0 1-1 0 0,1-1 1 0 0,-5-2 0 0 0,2 1 20 0 0,0 2 1 0 0,0-1 0 0 0,0 0 0 0 0,-1 1 0 0 0,1 0 0 0 0,0 0 0 0 0,-1 1 0 0 0,1-1 0 0 0,-1 1 0 0 0,0 0 0 0 0,1 1-1 0 0,-1-1 1 0 0,-7 1 0 0 0,2 1-96 0 0,-1 1 0 0 0,1-1 0 0 0,-1 2 0 0 0,1-1-1 0 0,0 2 1 0 0,0-1 0 0 0,1 2 0 0 0,-1-1 0 0 0,1 1 0 0 0,-14 9-1 0 0,19-10-165 0 0,0 0 0 0 0,-1 0-1 0 0,1 0 1 0 0,1 1 0 0 0,-1 0-1 0 0,1-1 1 0 0,0 2 0 0 0,0-1-1 0 0,0 0 1 0 0,1 1-1 0 0,0 0 1 0 0,0-1 0 0 0,0 1-1 0 0,1 1 1 0 0,0-1 0 0 0,0 0-1 0 0,0 0 1 0 0,1 1 0 0 0,-1 9-1 0 0,2-6-22 0 0,0 1 1 0 0,1-1-1 0 0,0 0 0 0 0,1 0 1 0 0,5 16-1 0 0,20 49 23 0 0,-16-48 42 0 0,68 199 183 0 0,-66-178-229 0 0,-2 1-1 0 0,9 90 1 0 0,-14 28 332 0 0,-17 187 0 0 0,3-251-187 0 0,-4 173 396 0 0,14-259-516 0 0,1-1-1 0 0,0 1 1 0 0,1-1-1 0 0,0 1 1 0 0,1-1-1 0 0,12 22 1 0 0,-16-35-56 0 0,0-1 1 0 0,0 1-1 0 0,0-1 1 0 0,1 1-1 0 0,-1-1 1 0 0,1 0-1 0 0,0 1 1 0 0,-1-1-1 0 0,1 0 0 0 0,0 0 1 0 0,0-1-1 0 0,0 1 1 0 0,1 0-1 0 0,-1-1 1 0 0,0 1-1 0 0,1-1 1 0 0,-1 0-1 0 0,1 1 1 0 0,-1-1-1 0 0,1 0 1 0 0,0-1-1 0 0,-1 1 0 0 0,1 0 1 0 0,0-1-1 0 0,-1 0 1 0 0,1 1-1 0 0,0-1 1 0 0,0 0-1 0 0,-1 0 1 0 0,1-1-1 0 0,0 1 1 0 0,5-2-1 0 0,118-43 498 0 0,-125 44-507 0 0,0 1 0 0 0,0-1 0 0 0,0 1-1 0 0,0 0 1 0 0,1-1 0 0 0,-1 1 0 0 0,0 0-1 0 0,0 0 1 0 0,0 0 0 0 0,0 0 0 0 0,0 0 0 0 0,0 0-1 0 0,2 0 1 0 0,-3 1-17 0 0,0-1 1 0 0,0 1-1 0 0,0-1 0 0 0,0 1 0 0 0,0-1 0 0 0,0 0 0 0 0,0 1 1 0 0,0-1-1 0 0,0 1 0 0 0,0-1 0 0 0,0 1 0 0 0,0-1 0 0 0,-1 1 0 0 0,1-1 1 0 0,0 0-1 0 0,0 1 0 0 0,0-1 0 0 0,0 1 0 0 0,-1-1 0 0 0,1 0 1 0 0,0 1-1 0 0,0-1 0 0 0,-1 0 0 0 0,1 1 0 0 0,0-1 0 0 0,-1 0 0 0 0,1 0 1 0 0,0 1-1 0 0,-1-1 0 0 0,0 1 0 0 0,-6 7-1777 0 0,-3 0-6150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2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2 6447 0 0,'-6'0'441'0'0,"0"-1"0"0"0,0 1-1 0 0,0 0 1 0 0,1 0-1 0 0,-1 0 1 0 0,0 1-1 0 0,1 0 1 0 0,-12 3 0 0 0,-1 2 5561 0 0,30-5-4332 0 0,21-2-294 0 0,59-7 95 0 0,-79 8-2168 0 0,0 0 0 0 0,21 4 0 0 0,-22-1-6089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2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1 342 10591 0 0,'3'-14'-72'0'0,"0"1"1"0"0,1 0-1 0 0,1 0 0 0 0,1 1 0 0 0,8-17 0 0 0,11-27 3841 0 0,-16 32-2084 0 0,-2 0 1 0 0,-1-1 0 0 0,0 1 0 0 0,1-32 0 0 0,-2 18-968 0 0,-7 80-561 0 0,-7 42-1 0 0,4-50-116 0 0,1 0-1 0 0,2 61 0 0 0,7-62-33 0 0,1 0-1 0 0,1 0 1 0 0,13 34-1 0 0,-1-3-6735 0 0,-13-44-494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3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31 1983 0 0,'-1'0'11'0'0,"-2"-1"538"0"0,0 0 0 0 0,0 0 1 0 0,1 0-1 0 0,-1 0 1 0 0,0-1-1 0 0,1 1 0 0 0,-1-1 1 0 0,0 1-1 0 0,1-1 0 0 0,-3-2 1 0 0,5 4-398 0 0,0-1 0 0 0,0 1 1 0 0,0 0-1 0 0,0-1 0 0 0,0 1 1 0 0,0 0-1 0 0,0 0 0 0 0,0-1 1 0 0,0 1-1 0 0,0 0 0 0 0,0 0 1 0 0,0-1-1 0 0,0 1 0 0 0,0 0 1 0 0,0-1-1 0 0,0 1 0 0 0,0 0 1 0 0,0 0-1 0 0,1-1 0 0 0,-1 1 1 0 0,0 0-1 0 0,0 0 0 0 0,0 0 1 0 0,0-1-1 0 0,1 1 0 0 0,-1 0 1 0 0,0 0-1 0 0,0 0 0 0 0,0-1 1 0 0,1 1-1 0 0,-1 0 0 0 0,0 0 1 0 0,0 0-1 0 0,0 0 0 0 0,1 0 1 0 0,-1-1-1 0 0,0 1 0 0 0,1 0 1 0 0,-1 0-1 0 0,0 0 0 0 0,0 0 1 0 0,1 0-1 0 0,-1 0 0 0 0,0 0 1 0 0,0 0-1 0 0,1 0 0 0 0,-1 0 1 0 0,1 0-1 0 0,16-2 2289 0 0,-17 2-2169 0 0,35-2 1539 0 0,36 3 0 0 0,24 0-2816 0 0,-83-1-760 0 0,1 0-5142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3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1 321 919 0 0,'0'0'67'0'0,"18"-13"4150"0"0,-11 6-2821 0 0,0 0 0 0 0,-1-1-1 0 0,0 0 1 0 0,-1 0 0 0 0,1-1-1 0 0,-2 1 1 0 0,8-18-1 0 0,-4 1 985 0 0,9-44-1 0 0,4-60-491 0 0,-20 126-1872 0 0,1 3 7 0 0,-1 8 30 0 0,1 11 15 0 0,0 14 51 0 0,2 0 1 0 0,12 57-1 0 0,3 12 88 0 0,-18-95-388 0 0,-1 1-1 0 0,0-1 0 0 0,0 0 1 0 0,-1 1-1 0 0,0-1 0 0 0,0 0 0 0 0,0 1 1 0 0,-1-1-1 0 0,-4 9 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4.2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23 126 1375 0 0,'-10'-16'532'0'0,"8"13"330"0"0,0-1-1 0 0,0 1 0 0 0,1-1 0 0 0,-1 1 0 0 0,0-6 1 0 0,1 7-537 0 0,1 0 0 0 0,0 0 0 0 0,-1 0 1 0 0,1 0-1 0 0,0 0 0 0 0,0-1 0 0 0,0 1 1 0 0,1 0-1 0 0,-1 0 0 0 0,0 0 0 0 0,1 0 0 0 0,0 0 1 0 0,-1 0-1 0 0,1 0 0 0 0,0 0 0 0 0,0 0 1 0 0,0 0-1 0 0,0 1 0 0 0,0-1 0 0 0,3-2 1 0 0,-2 2-20 0 0,0 0-1 0 0,1 0 1 0 0,-1 0 0 0 0,1 0 0 0 0,-1 1 0 0 0,1 0 0 0 0,0-1 0 0 0,0 1 0 0 0,0 0-1 0 0,-1 0 1 0 0,1 0 0 0 0,0 1 0 0 0,0-1 0 0 0,0 1 0 0 0,7 0 0 0 0,5-1 466 0 0,29 5 1 0 0,-30-2-444 0 0,10-1-127 0 0,-1-1 0 0 0,1-1 0 0 0,-1-1 0 0 0,1 0 0 0 0,-1-2 0 0 0,44-13 0 0 0,-67 19-160 0 0,-1 0 0 0 0,1 0-1 0 0,-1 1 1 0 0,0-1 0 0 0,0 0-1 0 0,0 0 1 0 0,0 0 0 0 0,0 0-1 0 0,-2 3 1 0 0,-15 35-75 0 0,14-19 33 0 0,2 1 0 0 0,0 0 0 0 0,1-1 0 0 0,4 41 0 0 0,-1-41 0 0 0,27 221 48 0 0,19-1 177 0 0,-14-75-10 0 0,33 128-207 0 0,-11-52 93 0 0,-14 56 269 0 0,-39-279-309 0 0,-2-14-37 0 0,0-1 0 0 0,-1 1 0 0 0,1 0 0 0 0,-1 0-1 0 0,0-1 1 0 0,0 1 0 0 0,0 0 0 0 0,-1 0 0 0 0,0 0 0 0 0,-1 5 0 0 0,1-9-9 0 0,0 1 0 0 0,0-1 1 0 0,0 0-1 0 0,-1 0 0 0 0,1 0 1 0 0,0 0-1 0 0,0 0 0 0 0,-1 0 0 0 0,1 0 1 0 0,-1 0-1 0 0,1 0 0 0 0,-1-1 1 0 0,1 1-1 0 0,-1-1 0 0 0,1 1 1 0 0,-1-1-1 0 0,1 1 0 0 0,-1-1 0 0 0,0 0 1 0 0,-1 0-1 0 0,-34 0 275 0 0,36 0-285 0 0,-10-2 52 0 0,-1 0 1 0 0,1-1-1 0 0,-1-1 1 0 0,1 0-1 0 0,0 0 1 0 0,1-1-1 0 0,-21-12 1 0 0,21 11-6 0 0,0 0 0 0 0,-1 1 0 0 0,0 0 0 0 0,0 0 1 0 0,-1 2-1 0 0,1-1 0 0 0,-17-2 0 0 0,11 7-76 0 0,13 2-703 0 0,11 1-1098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4.5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41 7367 0 0,'-1'0'-170'0'0,"-4"-15"10694"0"0,10 14-9574 0 0,35-8 480 0 0,1 3 1 0 0,54-3-1 0 0,-95 9-1499 0 0,1 0 1 0 0,-1 0-1 0 0,1 0 0 0 0,-1 0 1 0 0,1 0-1 0 0,-1 0 0 0 0,1 0 1 0 0,-1 0-1 0 0,0 0 0 0 0,1 0 1 0 0,-1 0-1 0 0,1 0 0 0 0,-1 1 1 0 0,1-1-1 0 0,-1 0 1 0 0,0 0-1 0 0,1 0 0 0 0,-1 1 1 0 0,0-1-1 0 0,1 0 0 0 0,-1 0 1 0 0,0 1-1 0 0,1-1 0 0 0,-1 0 1 0 0,0 1-1 0 0,1 0 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54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12439 0 0,'0'2'1104'0'0,"0"0"-880"0"0,2-1-224 0 0,0-1 0 0 0,-1 2 456 0 0,1-1 56 0 0,2 2 0 0 0,4 1 8 0 0,3 0 832 0 0,3 1 168 0 0,-1-3 32 0 0,1-1 8 0 0,0-1-984 0 0,2-1-192 0 0,-2-1-32 0 0,1 0-16 0 0,3 1-336 0 0,-3 1 0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07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22 4607 0 0,'-5'0'176'0'0,"-25"5"12696"0"0,48-6-9877 0 0,-17 1-2984 0 0,49-9 89 0 0,96-6 0 0 0,-135 15-1966 0 0,0-2-5042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08.8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9 133 1375 0 0,'0'0'49'0'0,"0"0"0"0"0,0 0-1 0 0,0 0 1 0 0,0-1-1 0 0,0 1 1 0 0,0 0-1 0 0,0 0 1 0 0,0 0-1 0 0,0 0 1 0 0,0-1-1 0 0,0 1 1 0 0,0 0-1 0 0,0 0 1 0 0,0 0-1 0 0,0 0 1 0 0,0-1-1 0 0,0 1 1 0 0,0 0-1 0 0,-1 0 1 0 0,1 0-1 0 0,0 0 1 0 0,0 0-1 0 0,0-1 1 0 0,0 1-1 0 0,0 0 1 0 0,0 0 0 0 0,-1 0-1 0 0,1 0 1 0 0,0 0-1 0 0,0 0 1 0 0,0 0-1 0 0,0 0 1 0 0,0 0-1 0 0,-1 0 1 0 0,1-1-1 0 0,0 1 1 0 0,0 0-1 0 0,0 0 1 0 0,-3 2 1791 0 0,3-1-1482 0 0,0-1 0 0 0,-1 1 1 0 0,1-1-1 0 0,0 0 0 0 0,0 1 0 0 0,0-1 1 0 0,-1 1-1 0 0,1-1 0 0 0,0 1 0 0 0,0-1 1 0 0,0 1-1 0 0,0 0 0 0 0,0-1 1 0 0,0 1-1 0 0,0-1 0 0 0,0 1 0 0 0,0 0 1 0 0,1 17 1174 0 0,0 0 0 0 0,2 0 0 0 0,0-1 0 0 0,6 20 0 0 0,0-4 473 0 0,-5-18-1401 0 0,0 0 0 0 0,12 28 0 0 0,-15-40-379 0 0,-3-6-120 0 0,2 3-104 0 0,-1-1 0 0 0,1 1 1 0 0,0 0-1 0 0,0 0 0 0 0,0-1 0 0 0,0 1 0 0 0,0 0 0 0 0,0 0 0 0 0,0 0 1 0 0,0-1-1 0 0,0 1 0 0 0,0 0 0 0 0,0 0 0 0 0,0-1 0 0 0,0 1 0 0 0,0 0 1 0 0,0 0-1 0 0,0 0 0 0 0,0-1 0 0 0,0 1 0 0 0,0 0 0 0 0,1 0 1 0 0,-1-1-1 0 0,0 1 0 0 0,0 0 0 0 0,0 0 0 0 0,0 0 0 0 0,0 0 0 0 0,0-1 1 0 0,1 1-1 0 0,-1 0 0 0 0,0 0 0 0 0,0 0 0 0 0,0 0 0 0 0,1 0 0 0 0,-1-1 1 0 0,0 1-1 0 0,0 0 0 0 0,0 0 0 0 0,1 0 0 0 0,-1 0 0 0 0,0 0 0 0 0,0 0 1 0 0,1 0-1 0 0,-1 0 0 0 0,0 0 0 0 0,0 0 0 0 0,0 0 0 0 0,1 0 1 0 0,-1 0-1 0 0,0 0 0 0 0,0 0 0 0 0,1 0 0 0 0,6 1 3 0 0,-1 0 1 0 0,1 0-1 0 0,0 0 0 0 0,11 5 1 0 0,-15-6-1 0 0,0 1 1 0 0,-1 0 0 0 0,1 0-1 0 0,-1 1 1 0 0,1-1 0 0 0,-1 0 0 0 0,0 1-1 0 0,1-1 1 0 0,-1 1 0 0 0,0 0-1 0 0,0 0 1 0 0,0 0 0 0 0,0 0 0 0 0,0 0-1 0 0,-1 0 1 0 0,1 1 0 0 0,1 3-1 0 0,-3-6 3 0 0,-1 7-2 0 0,0-7-6 0 0,1 1 0 0 0,0-1-1 0 0,0 0 1 0 0,-1 0 0 0 0,1 0 0 0 0,0 0 0 0 0,-1 0 0 0 0,1 0 0 0 0,0 0 0 0 0,-1 0 0 0 0,1 0 0 0 0,0 0 0 0 0,0 0 0 0 0,-1 0 0 0 0,1 0 0 0 0,0 0 0 0 0,-1 0-1 0 0,1 0 1 0 0,0 0 0 0 0,-1 0 0 0 0,1 0 0 0 0,0 0 0 0 0,0 0 0 0 0,-1 0 0 0 0,1-1 0 0 0,0 1 0 0 0,0 0 0 0 0,-1 0 0 0 0,1 0 0 0 0,0-1 0 0 0,0 1 0 0 0,0 0 0 0 0,-1 0-1 0 0,1 0 1 0 0,0-1 0 0 0,0 1 0 0 0,0 0 0 0 0,-1-1 0 0 0,-3-5 0 0 0,0 0 0 0 0,0 0 0 0 0,1 0 0 0 0,0-1 0 0 0,0 1 0 0 0,0-1 0 0 0,1 0 0 0 0,-2-7 0 0 0,1 6-469 0 0,0 0 1 0 0,-1 1-1 0 0,1-1 0 0 0,-2 1 1 0 0,1 0-1 0 0,-9-10 0 0 0,-9-14-1300 0 0,21 28 1399 0 0,-1-1 1 0 0,0 1 0 0 0,1-1 0 0 0,0 0 0 0 0,-1 1-1 0 0,2-1 1 0 0,-1 0 0 0 0,0 0 0 0 0,1 0-1 0 0,-1 0 1 0 0,1 1 0 0 0,0-1 0 0 0,1 0 0 0 0,-1 0-1 0 0,1 0 1 0 0,-1 0 0 0 0,3-5 0 0 0,2-5 131 0 0,1 0 0 0 0,0 0 0 0 0,11-17 0 0 0,7-14 773 0 0,-21 37-59 0 0,-1 4-57 0 0,0 1 1 0 0,-1-1 0 0 0,0 1-1 0 0,1-1 1 0 0,-1 0 0 0 0,-1 1 0 0 0,2-7-1 0 0,-7 15 2425 0 0,-1 7-2046 0 0,3-2-513 0 0,1 0 0 0 0,0 0 0 0 0,0 0 0 0 0,1 1 0 0 0,0-1 0 0 0,1 0 0 0 0,1 1 0 0 0,-1-1 0 0 0,4 12 0 0 0,3 13 273 0 0,16 45-1 0 0,-5-20-157 0 0,-14-43-328 0 0,3 10 185 0 0,18 44-1 0 0,-25-70-253 0 0,0 0 0 0 0,0-1 0 0 0,1 1 0 0 0,-1 0 1 0 0,0 0-1 0 0,1 0 0 0 0,-1-1 0 0 0,1 1 0 0 0,-1 0 0 0 0,1-1 0 0 0,-1 1 0 0 0,1 0 0 0 0,-1-1 0 0 0,1 1 0 0 0,0-1 0 0 0,-1 1 1 0 0,1-1-1 0 0,0 1 0 0 0,0-1 0 0 0,-1 0 0 0 0,1 1 0 0 0,0-1 0 0 0,0 0 0 0 0,-1 1 0 0 0,1-1 0 0 0,0 0 0 0 0,0 0 0 0 0,0 0 1 0 0,0 0-1 0 0,-1 0 0 0 0,1 0 0 0 0,0 0 0 0 0,0 0 0 0 0,0 0 0 0 0,0 0 0 0 0,-1 0 0 0 0,1-1 0 0 0,0 1 0 0 0,0 0 0 0 0,0 0 1 0 0,-1-1-1 0 0,1 1 0 0 0,0-1 0 0 0,-1 1 0 0 0,1-1 0 0 0,0 1 0 0 0,1-2 0 0 0,3-3 29 0 0,1 0 0 0 0,-1-1 0 0 0,0 0 0 0 0,6-8 0 0 0,-4 6-20 0 0,13-20-12 0 0,-14 19 0 0 0,1 0 0 0 0,10-12 0 0 0,-16 20 0 0 0,-1 1 0 0 0,0 0 0 0 0,1-1 0 0 0,-1 1 0 0 0,0-1 0 0 0,1 1 0 0 0,-1 0 0 0 0,1 0 0 0 0,-1-1 0 0 0,0 1 0 0 0,1 0 0 0 0,-1 0 0 0 0,1-1 0 0 0,-1 1 0 0 0,1 0 0 0 0,-1 0 0 0 0,1 0 0 0 0,-1 0 0 0 0,1 0 0 0 0,-1 0 0 0 0,1-1 0 0 0,-1 1 0 0 0,1 1 0 0 0,-1-1 0 0 0,1 0 0 0 0,-1 0 0 0 0,1 0 0 0 0,0 0 0 0 0,0 1 0 0 0,0 0 0 0 0,0-1 0 0 0,0 1 0 0 0,0 0 0 0 0,-1 0 0 0 0,1 0 0 0 0,0-1 0 0 0,-1 1 0 0 0,1 0 0 0 0,-1 0 0 0 0,1 0 0 0 0,-1 0 0 0 0,1 1 0 0 0,2 6 0 0 0,-1 0 0 0 0,2 16 0 0 0,-3-19 0 0 0,5 38 71 0 0,0 59 1 0 0,3 22 41 0 0,-9-122-129 0 0,0-1 0 0 0,0 1 1 0 0,1-1-1 0 0,-1 1 0 0 0,0-1 0 0 0,1 1 0 0 0,-1-1 0 0 0,1 0 0 0 0,0 1 1 0 0,-1-1-1 0 0,1 0 0 0 0,0 1 0 0 0,0-1 0 0 0,0 0 0 0 0,0 0 1 0 0,0 1-1 0 0,0-1 0 0 0,0 0 0 0 0,2 1 0 0 0,-1-1-19 0 0,0 0-1 0 0,0-1 1 0 0,0 1-1 0 0,0-1 1 0 0,0 0 0 0 0,0 1-1 0 0,0-1 1 0 0,0 0-1 0 0,0 0 1 0 0,0 0-1 0 0,0 0 1 0 0,0-1-1 0 0,0 1 1 0 0,0-1 0 0 0,2 0-1 0 0,9-3-1937 0 0,2-2-5866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08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5527 0 0,'0'0'155'0'0,"-1"-1"1"0"0,1 0-1 0 0,0 1 0 0 0,0-1 0 0 0,0 0 0 0 0,0 1 0 0 0,1-1 0 0 0,-1 1 0 0 0,0-1 0 0 0,0 0 0 0 0,0 1 0 0 0,0-1 0 0 0,1 1 1 0 0,-1-1-1 0 0,0 0 0 0 0,0 1 0 0 0,1-1 0 0 0,-1 1 0 0 0,1-1 0 0 0,-1 1 0 0 0,0-1 0 0 0,1 1 0 0 0,-1-1 0 0 0,1 1 0 0 0,-1 0 0 0 0,1-1 1 0 0,-1 1-1 0 0,1 0 0 0 0,-1-1 0 0 0,1 1 0 0 0,0 0 0 0 0,-1 0 0 0 0,1-1 0 0 0,-1 1 0 0 0,1 0 0 0 0,0 0 0 0 0,-1 0 0 0 0,1 0 0 0 0,-1 0 1 0 0,2 0-1 0 0,6-1 1796 0 0,-1 0 1 0 0,15 2 0 0 0,-6-1-643 0 0,27-2 553 0 0,23-2-1018 0 0,-23 0-6897 0 0,-30 2-699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09.3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3423 0 0,'2'-7'-1178'0'0,"6"-10"10530"0"0,-9 26-5303 0 0,1-5-3606 0 0,0 0 0 0 0,0 0 0 0 0,0 1 1 0 0,1-1-1 0 0,-1 0 0 0 0,1 0 0 0 0,0 0 0 0 0,0 0 1 0 0,0 0-1 0 0,1 0 0 0 0,0 0 0 0 0,-1 0 0 0 0,4 4 0 0 0,5 8-82 0 0,20 24-1 0 0,-20-26-31 0 0,5 5-153 0 0,-1 1 0 0 0,-1 0 0 0 0,18 37 0 0 0,-28-49-100 0 0,0 0-1 0 0,0 0 1 0 0,-1 0 0 0 0,0 1 0 0 0,1 16-1 0 0,-3-20-57 0 0,0 0-1 0 0,0 0 0 0 0,0 0 0 0 0,-1 0 0 0 0,0 0 0 0 0,0 0 0 0 0,-1 0 0 0 0,1 0 0 0 0,-1-1 0 0 0,0 1 0 0 0,-3 5 0 0 0,3-7-4 0 0,0 0 0 0 0,0 1 0 0 0,-1-1 0 0 0,1-1 0 0 0,-1 1 0 0 0,0 0 0 0 0,0-1 0 0 0,0 1 0 0 0,0-1 0 0 0,0 0 0 0 0,0 0 0 0 0,-1 0 0 0 0,1 0 0 0 0,-1-1 0 0 0,-6 3 0 0 0,8-4-7 0 0,0 1 0 0 0,0-1 0 0 0,0 0 1 0 0,0 1-1 0 0,0-1 0 0 0,0 0 0 0 0,0 0 0 0 0,0-1 0 0 0,0 1 0 0 0,1 0 0 0 0,-1-1 1 0 0,0 1-1 0 0,0-1 0 0 0,0 0 0 0 0,0 1 0 0 0,1-1 0 0 0,-1 0 0 0 0,0 0 0 0 0,1 0 0 0 0,-1 0 1 0 0,0 0-1 0 0,1-1 0 0 0,0 1 0 0 0,-1 0 0 0 0,1-1 0 0 0,0 1 0 0 0,-1-1 0 0 0,1 1 1 0 0,0-1-1 0 0,0 0 0 0 0,1 0 0 0 0,-1 1 0 0 0,-1-3 0 0 0,-21-70-2658 0 0,18 64-5304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09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1 110 455 0 0,'3'-6'729'0'0,"0"0"0"0"0,1 0-1 0 0,0 1 1 0 0,0-1-1 0 0,0 1 1 0 0,1 0 0 0 0,-1 1-1 0 0,1-1 1 0 0,0 1-1 0 0,1 0 1 0 0,-1 0 0 0 0,1 0-1 0 0,0 1 1 0 0,0 0-1 0 0,0 0 1 0 0,0 1 0 0 0,0-1-1 0 0,1 1 1 0 0,-1 1-1 0 0,1-1 1 0 0,7 0 0 0 0,12-3 737 0 0,124-15 2530 0 0,-145 20-4054 0 0,0 0 1 0 0,-1 1-1 0 0,1-1 0 0 0,0 1 0 0 0,-1 0 1 0 0,1 0-1 0 0,0 0 0 0 0,-1 1 1 0 0,9 3-1 0 0,-5 0-617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09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5063 0 0,'1'1'178'0'0,"0"0"0"0"0,0 0 0 0 0,1 0-1 0 0,-1 0 1 0 0,0 0 0 0 0,1 0 0 0 0,-1 0-1 0 0,1 0 1 0 0,-1 0 0 0 0,1-1-1 0 0,-1 1 1 0 0,1 0 0 0 0,0-1 0 0 0,-1 0-1 0 0,1 1 1 0 0,2-1 0 0 0,31 0 5367 0 0,-23-1-4825 0 0,8-1 2050 0 0,23-5 0 0 0,-30 4-2128 0 0,1 1-1 0 0,0 0 1 0 0,0 1-1 0 0,25 1 1 0 0,-39 0-653 0 0,1 0-1 0 0,-1 0 1 0 0,0 0 0 0 0,1 0 0 0 0,-1 0 0 0 0,0 0 0 0 0,1 0-1 0 0,-1 0 1 0 0,1 0 0 0 0,-1 0 0 0 0,0 0 0 0 0,1 0-1 0 0,-1 1 1 0 0,0-1 0 0 0,0 0 0 0 0,1 0 0 0 0,-1 0 0 0 0,0 0-1 0 0,1 1 1 0 0,-1-1 0 0 0,0 0 0 0 0,0 0 0 0 0,1 1-1 0 0,-1-1 1 0 0,0 0 0 0 0,0 0 0 0 0,1 1 0 0 0,-1-1-1 0 0,0 0 1 0 0,0 1 0 0 0,0-1 0 0 0,0 0 0 0 0,0 0 0 0 0,1 1-1 0 0,-1-1 1 0 0,0 0 0 0 0,0 1 0 0 0,0-1 0 0 0,0 0-1 0 0,0 1 1 0 0,0-1 0 0 0,0 1 0 0 0,0-1 0 0 0,0 0 0 0 0,0 1-1 0 0,0-1 1 0 0,-1 0 0 0 0,1 1 0 0 0,0-1 0 0 0,0 0-1 0 0,0 0 1 0 0,0 1 0 0 0,0-1 0 0 0,-1 0 0 0 0,1 1 0 0 0,0-1-1 0 0,0 0 1 0 0,0 0 0 0 0,-1 1 0 0 0,1-1 0 0 0,0 0-1 0 0,0 0 1 0 0,-1 1 0 0 0,1-1 0 0 0,-1 0 0 0 0,-21 19-1785 0 0,18-15 1422 0 0,-72 54-4977 0 0,75-58 5340 0 0,0 1-1 0 0,1-1 0 0 0,-1 1 1 0 0,0 0-1 0 0,1-1 0 0 0,-1 1 1 0 0,0 0-1 0 0,1 0 0 0 0,-1 0 1 0 0,1-1-1 0 0,-1 1 0 0 0,1 0 1 0 0,0 0-1 0 0,-1 1 0 0 0,1-2 27 0 0,0 1-1 0 0,0-1 1 0 0,0 0-1 0 0,0 1 0 0 0,0-1 1 0 0,0 0-1 0 0,0 1 1 0 0,0-1-1 0 0,1 0 1 0 0,-1 0-1 0 0,0 1 0 0 0,0-1 1 0 0,0 0-1 0 0,0 0 1 0 0,1 1-1 0 0,-1-1 0 0 0,0 0 1 0 0,0 0-1 0 0,0 1 1 0 0,1-1-1 0 0,-1 0 0 0 0,0 0 1 0 0,0 0-1 0 0,1 0 1 0 0,-1 1-1 0 0,0-1 0 0 0,1 0 1 0 0,-1 0-1 0 0,3 1 238 0 0,-1-1 0 0 0,1 1 0 0 0,-1-1 0 0 0,1 1-1 0 0,0-1 1 0 0,-1 0 0 0 0,1 0 0 0 0,3-1 0 0 0,14-2 1291 0 0,0-1 1 0 0,20-8-1 0 0,-25 7-1808 0 0,1 1 1 0 0,-1 1-1 0 0,1 0 0 0 0,25-2 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10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 7831 0 0,'3'-2'554'0'0,"0"0"0"0"0,0 0-1 0 0,0 0 1 0 0,0 0-1 0 0,0 1 1 0 0,0-1-1 0 0,1 1 1 0 0,6-2 0 0 0,32-6 3656 0 0,-28 7-2900 0 0,82-10 2484 0 0,48 8-3328 0 0,-142 4-477 0 0,8 0-1594 0 0,-1-1-5910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10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218 146 2447 0 0,'19'-18'935'0'0,"-13"13"-128"0"0,1-1-1 0 0,-1 0 0 0 0,-1 0 0 0 0,1 0 1 0 0,-1-1-1 0 0,0 0 0 0 0,0 0 1 0 0,-1 0-1 0 0,0 0 0 0 0,5-12 0 0 0,-9 18-639 0 0,0-1-1 0 0,1 1 0 0 0,-1 0 1 0 0,0 0-1 0 0,0 0 1 0 0,1-1-1 0 0,-1 1 0 0 0,0 0 1 0 0,-1 0-1 0 0,1-1 1 0 0,0 1-1 0 0,0 0 0 0 0,0 0 1 0 0,-1 0-1 0 0,1-1 1 0 0,0 1-1 0 0,-1 0 0 0 0,1 0 1 0 0,-1 0-1 0 0,0 0 1 0 0,0-1-1 0 0,0 0-4 0 0,-1 1-1 0 0,1 0 1 0 0,-1-1 0 0 0,0 1-1 0 0,1 0 1 0 0,-1 0 0 0 0,0 0-1 0 0,1 0 1 0 0,-1 1 0 0 0,0-1-1 0 0,0 0 1 0 0,-2 0 0 0 0,-4 0 108 0 0,0-1 1 0 0,0 2 0 0 0,-1-1 0 0 0,1 1 0 0 0,-9 1 0 0 0,3 0-96 0 0,1 1 0 0 0,-1 1 1 0 0,1 0-1 0 0,0 1 0 0 0,0 0 0 0 0,0 1 0 0 0,1 0 0 0 0,0 1 0 0 0,-14 9 0 0 0,20-11-79 0 0,0 0 0 0 0,0 1 0 0 0,1 0 0 0 0,-1 0 0 0 0,1 1-1 0 0,0-1 1 0 0,-8 13 0 0 0,10-13-26 0 0,1 0 0 0 0,0-1 1 0 0,0 1-1 0 0,0 0 0 0 0,0 0 0 0 0,1 0 1 0 0,0 0-1 0 0,0 1 0 0 0,0-1 0 0 0,0 0 0 0 0,1 0 1 0 0,0 7-1 0 0,1-9-52 0 0,-1 0 0 0 0,0-1 1 0 0,1 1-1 0 0,0 0 0 0 0,-1-1 1 0 0,1 1-1 0 0,0-1 0 0 0,0 1 1 0 0,1-1-1 0 0,-1 0 0 0 0,0 0 1 0 0,1 1-1 0 0,0-1 0 0 0,-1 0 1 0 0,1 0-1 0 0,0 0 0 0 0,0 0 1 0 0,0-1-1 0 0,0 1 0 0 0,0 0 1 0 0,0-1-1 0 0,1 0 0 0 0,-1 1 1 0 0,0-1-1 0 0,1 0 0 0 0,-1 0 1 0 0,1 0-1 0 0,0-1 0 0 0,-1 1 1 0 0,1-1-1 0 0,3 1 0 0 0,1 0 8 0 0,1 0-1 0 0,-1-1 0 0 0,1 0 0 0 0,-1-1 0 0 0,1 1 1 0 0,-1-1-1 0 0,1-1 0 0 0,-1 0 0 0 0,14-4 0 0 0,-8 0-5 0 0,1 0 0 0 0,-1-2 0 0 0,-1 1-1 0 0,0-1 1 0 0,20-17 0 0 0,-25 19-19 0 0,0-1 0 0 0,-1 0 1 0 0,1 0-1 0 0,-2-1 0 0 0,1 1 0 0 0,-1-1 0 0 0,0-1 1 0 0,0 1-1 0 0,5-17 0 0 0,-6 13-1 0 0,0 0 0 0 0,-2 24 0 0 0,-1 12 23 0 0,6 44-1 0 0,1-11 221 0 0,-1 182 1109 0 0,-8-194-633 0 0,7 73 1 0 0,-6-117-718 0 0,0 0 1 0 0,0 0-1 0 0,0 1 1 0 0,0-1-1 0 0,0 0 1 0 0,-1 0-1 0 0,1 0 1 0 0,0 1 0 0 0,-1-1-1 0 0,1 0 1 0 0,-1 0-1 0 0,1 0 1 0 0,-1 0-1 0 0,1 0 1 0 0,-1 0-1 0 0,0 0 1 0 0,1 0-1 0 0,-1 0 1 0 0,0 0-1 0 0,0 0 1 0 0,0 0-1 0 0,0-1 1 0 0,0 1 0 0 0,0 0-1 0 0,0-1 1 0 0,0 1-1 0 0,-2 0 1 0 0,-1 2-324 0 0,-2 2-284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5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9 459 688 0 0,'-1'-1'616'0'0,"0"-1"1"0"0,0 1-1 0 0,0-1 1 0 0,0 1 0 0 0,1-1-1 0 0,-1 0 1 0 0,0 1-1 0 0,1-1 1 0 0,-1 0 0 0 0,1 0-1 0 0,0 1 1 0 0,0-1-1 0 0,-1 0 1 0 0,1 0 0 0 0,0 0-1 0 0,0 1 1 0 0,1-1-1 0 0,-1 0 1 0 0,0 0-1 0 0,0 1 1 0 0,2-3 0 0 0,-1 1 160 0 0,0 1 1 0 0,0-1-1 0 0,0 1 1 0 0,1-1-1 0 0,-1 1 1 0 0,1 0-1 0 0,1-3 1 0 0,10-7-1591 0 0,-10 10 809 0 0,-1 1-1 0 0,1-1 1 0 0,-1 1 0 0 0,1 0-1 0 0,-1 0 1 0 0,1 0-1 0 0,0 0 1 0 0,-1 0 0 0 0,1 1-1 0 0,0-1 1 0 0,0 1 0 0 0,3 0-1 0 0,37 2-309 0 0,-35-1-639 0 0,0 0 1 0 0,-1 0-1 0 0,1-1 1 0 0,13-1-1 0 0,-13-1 283 0 0,0 0 0 0 0,0 0-1 0 0,0-1 1 0 0,0 0 0 0 0,0-1-1 0 0,-1 1 1 0 0,14-10 0 0 0,-13 7 555 0 0,-1-1 1 0 0,1 1-1 0 0,-1-1 1 0 0,0-1-1 0 0,-1 1 1 0 0,0-1-1 0 0,0 0 1 0 0,-1-1-1 0 0,0 0 1 0 0,4-9-1 0 0,-4 5 210 0 0,0 1 0 0 0,-1-1 0 0 0,0 0 0 0 0,-1 0 0 0 0,-1 0 0 0 0,0-1 0 0 0,-1 1 1 0 0,0 0-1 0 0,-1-1 0 0 0,-1 1 0 0 0,0-1 0 0 0,0 1 0 0 0,-5-16 0 0 0,5 25-65 0 0,-1 0 0 0 0,1 0 1 0 0,-1 0-1 0 0,0 0 0 0 0,0 0 0 0 0,-5-6 1 0 0,6 8-17 0 0,0 1 1 0 0,0 0 0 0 0,0-1-1 0 0,0 1 1 0 0,0 0 0 0 0,-1 0-1 0 0,1 0 1 0 0,-1 0 0 0 0,1 0-1 0 0,-1 0 1 0 0,1 0 0 0 0,-1 0 0 0 0,1 0-1 0 0,-1 1 1 0 0,0-1 0 0 0,0 1-1 0 0,1-1 1 0 0,-1 1 0 0 0,-2 0-1 0 0,2 0 128 0 0,1 0-1 0 0,-1 1 1 0 0,1-1-1 0 0,-1 1 0 0 0,0 0 1 0 0,1 0-1 0 0,-1-1 1 0 0,1 1-1 0 0,-1 0 0 0 0,1 0 1 0 0,0 0-1 0 0,-1 1 1 0 0,1-1-1 0 0,0 0 1 0 0,0 0-1 0 0,0 1 0 0 0,0-1 1 0 0,0 1-1 0 0,-2 2 1 0 0,-1 3-737 0 0,0 0 0 0 0,-5 14 0 0 0,4-6 557 0 0,1 0-1 0 0,0 1 1 0 0,1 0-1 0 0,0 0 1 0 0,1 0-1 0 0,1 0 1 0 0,1 0-1 0 0,0 0 1 0 0,1 0-1 0 0,1 0 1 0 0,1 0-1 0 0,5 22 1 0 0,8 13-60 0 0,2 1 1 0 0,35 65 0 0 0,8 25 37 0 0,21 96 132 0 0,-76-217-54 0 0,-2-7 215 0 0,10 22 0 0 0,-13-33-606 0 0,-1 0-401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5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23 113 2764 0 0,'-3'-2'1690'0'0,"-16"-17"3599"0"0,19 18-5054 0 0,0 0 1 0 0,0 1-1 0 0,0-1 1 0 0,4-4 1995 0 0,-1 3-1233 0 0,-1 0 0 0 0,1 0 0 0 0,-1 1 0 0 0,1-1-1 0 0,-1 1 1 0 0,5-2 0 0 0,-3 1-1254 0 0,26-11 260 0 0,1 2 0 0 0,41-11-1 0 0,-26 9-52 0 0,-17 3 102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5.6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59 1840 0 0,'-2'-13'2591'0'0,"-19"-32"11154"0"0,20 45-13696 0 0,0 0-1 0 0,1 0 1 0 0,-1 0 0 0 0,0 0-1 0 0,1 0 1 0 0,-1 0-1 0 0,0 0 1 0 0,1 1-1 0 0,-1-1 1 0 0,0 0-1 0 0,1 0 1 0 0,-1 1-1 0 0,0-1 1 0 0,1 0-1 0 0,-1 1 1 0 0,1-1-1 0 0,-1 1 1 0 0,0-1-1 0 0,1 0 1 0 0,-1 1-1 0 0,1-1 1 0 0,0 1-1 0 0,-1 0 1 0 0,1-1-1 0 0,-1 1 1 0 0,1-1 0 0 0,0 1-1 0 0,-1 0 1 0 0,1-1-1 0 0,0 1 1 0 0,0 0-1 0 0,-1 0 1 0 0,-8 26-167 0 0,3 3 52 0 0,0 0 0 0 0,-2 56-1 0 0,10 62-1383 0 0,1-107-356 0 0,9 45-1 0 0,-9-66 655 0 0,2-1 0 0 0,1-1-1 0 0,0 1 1 0 0,13 25 0 0 0,-9-26-1945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6.0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0 161 2304 0 0,'1'-25'1423'0'0,"-1"21"-532"0"0,1 0 0 0 0,-1 0 0 0 0,1 0 0 0 0,0 1 0 0 0,0-1 0 0 0,0 0 0 0 0,1 1 0 0 0,-1-1 0 0 0,1 1 0 0 0,0-1 0 0 0,0 1 0 0 0,4-5 0 0 0,-1 2-556 0 0,-1 1-1 0 0,1 0 0 0 0,0 0 0 0 0,0 0 0 0 0,1 1 0 0 0,-1 0 0 0 0,1 0 0 0 0,0 1 0 0 0,0-1 0 0 0,0 1 0 0 0,1 0 1 0 0,-1 1-1 0 0,9-3 0 0 0,-10 4-350 0 0,-1 0 0 0 0,1 1 1 0 0,0-1-1 0 0,0 1 1 0 0,-1 0-1 0 0,1 1 1 0 0,0-1-1 0 0,0 1 0 0 0,-1 0 1 0 0,1 0-1 0 0,0 0 1 0 0,-1 0-1 0 0,1 1 0 0 0,-1 0 1 0 0,1 0-1 0 0,-1 0 1 0 0,0 1-1 0 0,0-1 0 0 0,0 1 1 0 0,3 3-1 0 0,-1-1 16 0 0,-1 0 0 0 0,0 1 0 0 0,0-1 0 0 0,-1 1 0 0 0,0 0 0 0 0,0 0 0 0 0,0 0 0 0 0,-1 1 0 0 0,0-1 0 0 0,0 1 0 0 0,0 0 0 0 0,-1 0 0 0 0,0 0 0 0 0,0 0 0 0 0,-1 0 0 0 0,0 0 0 0 0,0 0 0 0 0,-1 0 0 0 0,0 11 0 0 0,-2-4 0 0 0,0 0 0 0 0,0 0 0 0 0,-1 0 0 0 0,-1-1 0 0 0,0 0 0 0 0,-1 1 0 0 0,0-1 0 0 0,-1-1 0 0 0,-8 15 0 0 0,8-19 0 0 0,4-5 0 0 0,0 0 0 0 0,0 0 0 0 0,0 0 0 0 0,1 1 0 0 0,-3 6 0 0 0,4-10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0 0 0 0,0 0 0 0 0,6-4 0 0 0,4-6 0 0 0,37-54 255 0 0,-30 36-2933 0 0,21-47-1 0 0,3-35-2552 0 0,-20 29 11276 0 0,-25 96-1530 0 0,2-6-4976 0 0,-27 97 718 0 0,15-60-268 0 0,-8 49-1 0 0,21-91 17 0 0,0 0 1 0 0,1 0-1 0 0,0-1 0 0 0,0 1 1 0 0,0 0-1 0 0,0 0 0 0 0,0-1 0 0 0,1 1 1 0 0,0 0-1 0 0,0-1 0 0 0,0 1 1 0 0,0 0-1 0 0,0-1 0 0 0,1 1 0 0 0,-1-1 1 0 0,3 4-1 0 0,-2-5-65 0 0,0 0-1 0 0,1 1 1 0 0,-1-1-1 0 0,0 0 0 0 0,1 0 1 0 0,-1 0-1 0 0,1-1 1 0 0,0 1-1 0 0,0-1 1 0 0,-1 1-1 0 0,1-1 1 0 0,0 0-1 0 0,0 0 1 0 0,0 0-1 0 0,0 0 1 0 0,1-1-1 0 0,-1 1 1 0 0,0-1-1 0 0,4 0 1 0 0,2 0-971 0 0,1 0 0 0 0,-1-1 1 0 0,1 0-1 0 0,-1-1 0 0 0,1 0 0 0 0,-1 0 1 0 0,15-7-1 0 0,-13 5-2968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6.2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0 138 3684 0 0,'2'-7'3748'0'0,"2"4"-3748"0"0,12-2 5619 0 0,-3-1-5551 0 0,8-5 2989 0 0,9-2-2825 0 0,5-3 3020 0 0,4 2-3252 0 0,0 0 0 0 0,0 2-316 0 0,0 1-246 0 0,-1 0-198 0 0,-2 3-2646 0 0,-5 2 1630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6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81 2764 0 0,'1'-9'2391'0'0,"0"0"0"0"0,0-1 0 0 0,1 1 0 0 0,0 0 0 0 0,0 0 0 0 0,8-17 0 0 0,-10 26-2387 0 0,0 0-1 0 0,0 0 1 0 0,0 1-1 0 0,0-1 1 0 0,0 0-1 0 0,0 0 1 0 0,0 0-1 0 0,0 0 1 0 0,0 0-1 0 0,0 0 1 0 0,0 0-1 0 0,1 0 1 0 0,-1 0-1 0 0,0 0 1 0 0,0 0-1 0 0,0 0 0 0 0,0 0 1 0 0,0 0-1 0 0,0 0 1 0 0,0 0-1 0 0,0 0 1 0 0,0 0-1 0 0,0 0 1 0 0,0 0-1 0 0,0 0 1 0 0,0 0-1 0 0,0 0 1 0 0,0 0-1 0 0,0 0 1 0 0,1 0-1 0 0,-1 0 1 0 0,0 0-1 0 0,0 0 0 0 0,0 0 1 0 0,0 0-1 0 0,0 0 1 0 0,0 0-1 0 0,0 0 1 0 0,0 0-1 0 0,0 0 1 0 0,0 0-1 0 0,0 0 1 0 0,0 14 19 0 0,-5 18-37 0 0,-14 44 14 0 0,11-53 0 0 0,2 1 0 0 0,1 0 0 0 0,1 0 0 0 0,1 0 0 0 0,0 31 0 0 0,3-51 2 0 0,0 1-1 0 0,1-1 0 0 0,0 0 1 0 0,0 1-1 0 0,0-1 1 0 0,0 0-1 0 0,1 0 0 0 0,-1 0 1 0 0,1 0-1 0 0,0 0 1 0 0,1 0-1 0 0,-1-1 0 0 0,0 1 1 0 0,1-1-1 0 0,3 4 1 0 0,-1-3-28 0 0,-1 0 1 0 0,1 0 0 0 0,0-1-1 0 0,-1 0 1 0 0,1 0 0 0 0,1 0-1 0 0,-1-1 1 0 0,0 0 0 0 0,1 0 0 0 0,9 3-1 0 0,1-2 282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6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 1840 0 0,'5'-26'17087'0'0,"-5"34"-16354"0"0,-12 93-733 0 0,12-83 0 0 0,-1 0 0 0 0,2 0 0 0 0,5 29 0 0 0,-3-19 0 0 0,-2-21-7 0 0,-1 0 0 0 0,1-1-1 0 0,0 1 1 0 0,1 0 0 0 0,0-1 0 0 0,2 8 0 0 0,-3-14-10 0 0,-1 0 1 0 0,0 0 0 0 0,0 0 0 0 0,0 0 0 0 0,0 0-1 0 0,0 1 1 0 0,1-1 0 0 0,-1 0 0 0 0,0 0 0 0 0,0 0-1 0 0,0 0 1 0 0,1 0 0 0 0,-1 0 0 0 0,0 0 0 0 0,0 0-1 0 0,0 0 1 0 0,1 0 0 0 0,-1 0 0 0 0,0 0 0 0 0,0 0-1 0 0,0 0 1 0 0,1 0 0 0 0,-1 0 0 0 0,0 0 0 0 0,0 0-1 0 0,1 0 1 0 0,-1 0 0 0 0,0 0 0 0 0,0 0 0 0 0,0 0-1 0 0,1 0 1 0 0,-1 0 0 0 0,0 0 0 0 0,0 0 0 0 0,0-1 0 0 0,0 1-1 0 0,1 0 1 0 0,-1 0 0 0 0,0 0 0 0 0,0 0 0 0 0,6-5 730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7.1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1 3456 0 0,'-23'8'14302'0'0,"21"-6"-14083"0"0,-11 7 42 0 0,1 1 1 0 0,1 1 0 0 0,0 0-1 0 0,1 1 1 0 0,0 0-1 0 0,-11 17 1 0 0,2 1-336 0 0,-24 55 0 0 0,43-85 74 0 0,-1 1-1 0 0,1 0 0 0 0,-1-1 1 0 0,1 1-1 0 0,0 0 1 0 0,0-1-1 0 0,-1 1 1 0 0,1 0-1 0 0,0-1 0 0 0,0 1 1 0 0,0 0-1 0 0,0 0 1 0 0,-1-1-1 0 0,1 1 0 0 0,0 0 1 0 0,1 0-1 0 0,-1-1 1 0 0,0 1-1 0 0,0 0 0 0 0,0 0 1 0 0,1 1-1 0 0,-1-2 0 0 0,1 0 0 0 0,-1 0 0 0 0,1 1-1 0 0,-1-1 1 0 0,1 0 0 0 0,-1 0 0 0 0,1 0-1 0 0,-1 0 1 0 0,1 0 0 0 0,-1 0 0 0 0,1 0-1 0 0,-1 0 1 0 0,1 0 0 0 0,-1 0 0 0 0,1 0 0 0 0,-1 0-1 0 0,1 0 1 0 0,-1 0 0 0 0,1 0 0 0 0,-1 0-1 0 0,1-1 1 0 0,0 1 0 0 0,6-3-13 0 0,-1 0 0 0 0,13-8 1 0 0,7-7-258 0 0,-9 6-141 0 0,1 1 0 0 0,0 1 0 0 0,0 0 0 0 0,21-7 0 0 0,-38 16 475 0 0,0 1 1 0 0,0-1 0 0 0,0 1-1 0 0,-1 0 1 0 0,1 0 0 0 0,0-1-1 0 0,0 1 1 0 0,0 0 0 0 0,0 0-1 0 0,0 0 1 0 0,0 0 0 0 0,0 0-1 0 0,0 0 1 0 0,0 0 0 0 0,-1 0-1 0 0,1 1 1 0 0,0-1 0 0 0,0 0-1 0 0,0 1 1 0 0,0-1 0 0 0,0 0-1 0 0,-1 1 1 0 0,1-1 0 0 0,0 1-1 0 0,0-1 1 0 0,0 1 0 0 0,-1-1-1 0 0,1 1 1 0 0,1 1 0 0 0,-1 0-22 0 0,0 0 0 0 0,0 0 0 0 0,-1 0 0 0 0,1 0 0 0 0,0 0 0 0 0,-1 1-1 0 0,1-1 1 0 0,-1 0 0 0 0,0 0 0 0 0,0 1 0 0 0,0 2 0 0 0,0 8-42 0 0,0-8 0 0 0,-1 0 0 0 0,1 0 0 0 0,1 0 0 0 0,-1 0 0 0 0,1 0 0 0 0,2 7 0 0 0,-3-10 0 0 0,1-1 0 0 0,-1 0 0 0 0,1 0 0 0 0,0 0 0 0 0,0 1 0 0 0,0-1 0 0 0,0 0 0 0 0,0 0 0 0 0,0 0 0 0 0,0 0 0 0 0,0 0 0 0 0,0-1 0 0 0,0 1 0 0 0,0 0 0 0 0,0 0 0 0 0,1-1 0 0 0,-1 1 0 0 0,0-1 0 0 0,1 1 0 0 0,-1-1 0 0 0,0 1 0 0 0,1-1 0 0 0,-1 0 0 0 0,0 0 0 0 0,1 0 0 0 0,-1 1 0 0 0,1-1 0 0 0,1-1 0 0 0,1 1-26 0 0,1-1-1 0 0,-1 0 1 0 0,0 1-1 0 0,0-2 1 0 0,0 1-1 0 0,0 0 1 0 0,0-1 0 0 0,0 0-1 0 0,0 0 1 0 0,0 0-1 0 0,-1 0 1 0 0,5-4-1 0 0,3-3-796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7.3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0 2072 0 0,'-4'5'12034'0'0,"0"9"-7614"0"0,-1 14-3286 0 0,4-12-1134 0 0,0 1 0 0 0,0-1 0 0 0,2 1 0 0 0,0-1 0 0 0,1 0 0 0 0,1 1 0 0 0,0-1 0 0 0,1 0 0 0 0,7 17 0 0 0,-10-30-31 0 0,0-1-3 0 0,0-1-1 0 0,0 1 0 0 0,-1 0 0 0 0,1 0 0 0 0,-1 0 0 0 0,1-1 0 0 0,-1 1 0 0 0,0 0 1 0 0,0 0-1 0 0,0 0 0 0 0,0 2 0 0 0,-1-1-452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7.5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48 2764 0 0,'5'-16'13379'0'0,"-3"14"-12837"0"0,0 0 0 0 0,1 1 0 0 0,-1-1 0 0 0,0 1 0 0 0,1 0-1 0 0,3-2 1 0 0,4-1-634 0 0,0 1 0 0 0,14-3 0 0 0,-8 3 41 0 0,1 1 0 0 0,-1 1 0 0 0,0 0 0 0 0,1 1 0 0 0,25 4 0 0 0,-30-3-758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7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0 124 3456 0 0,'15'-41'10891'0'0,"0"-1"-6323"0"0,-6 16-3823 0 0,-8 25-745 0 0,-1 0 0 0 0,0 0 0 0 0,0 0 0 0 0,1 0 0 0 0,-1 0 0 0 0,1 0 0 0 0,-1 0 0 0 0,1 0 0 0 0,-1 0 0 0 0,1 1 0 0 0,-1-1 0 0 0,1 0 0 0 0,1-1 0 0 0,-2 2 0 0 0,1 1 0 0 0,-1-1 0 0 0,0 0 0 0 0,0 1 0 0 0,1-1 0 0 0,-1 1 0 0 0,0-1 0 0 0,0 1 0 0 0,0-1 0 0 0,0 0 0 0 0,1 1 0 0 0,-1-1 0 0 0,0 1 0 0 0,0-1 0 0 0,0 1 0 0 0,0-1 0 0 0,0 1 0 0 0,0-1 0 0 0,-1 2 0 0 0,-1 35 0 0 0,2-34 0 0 0,-7 60-24 0 0,3-40 5 0 0,2 0-1 0 0,0 0 0 0 0,1 1 0 0 0,5 43 1 0 0,-4-64-92 0 0,1 0 0 0 0,0 1 1 0 0,0-2-1 0 0,0 1 0 0 0,3 6 1 0 0,2-1-3008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7.9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5296 0 0,'3'-4'1895'0'0,"-2"3"-1579"0"0,0 0 0 0 0,0 1 0 0 0,-1-1 0 0 0,1 1-1 0 0,0 0 1 0 0,0-1 0 0 0,0 1 0 0 0,0 0 0 0 0,0-1 0 0 0,-1 1 0 0 0,1 0 0 0 0,0 0 0 0 0,0 0-1 0 0,0 0 1 0 0,0 0 0 0 0,0 0 0 0 0,0 0 0 0 0,0 0 0 0 0,0 0 0 0 0,0 0 0 0 0,0 0 0 0 0,0 1-1 0 0,0-1 1 0 0,-1 0 0 0 0,1 1 0 0 0,0-1 0 0 0,0 0 0 0 0,1 2 0 0 0,3 1 331 0 0,0 1-1 0 0,1 0 1 0 0,-1 0 0 0 0,5 5-1 0 0,-4-2-714 0 0,7 4 93 0 0,-2 1-1 0 0,1 1 1 0 0,-2-1 0 0 0,0 2 0 0 0,0 0 0 0 0,14 28 0 0 0,-19-32-181 0 0,-1 1-1 0 0,0-1 1 0 0,-1 1 0 0 0,0 0 0 0 0,-1 1-1 0 0,0-1 1 0 0,-1 0 0 0 0,0 1-1 0 0,0-1 1 0 0,-1 0 0 0 0,-2 13 0 0 0,-3 7-811 0 0,-2-2-2709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8.6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56 3916 0 0,'-1'-15'1390'0'0,"1"12"-327"0"0,0 0 1 0 0,0 0-1 0 0,0 1 1 0 0,0-1-1 0 0,0 0 0 0 0,1 0 1 0 0,-1 1-1 0 0,1-1 1 0 0,0 1-1 0 0,0-1 1 0 0,0 1-1 0 0,2-4 0 0 0,-3 6-1048 0 0,0 0-1 0 0,0-1 0 0 0,1 1 0 0 0,-1 0 0 0 0,0 0 0 0 0,0 0 1 0 0,1-1-1 0 0,-1 1 0 0 0,0 0 0 0 0,1 0 0 0 0,-1 0 1 0 0,0 0-1 0 0,0-1 0 0 0,1 1 0 0 0,-1 0 0 0 0,0 0 1 0 0,1 0-1 0 0,-1 0 0 0 0,0 0 0 0 0,1 0 0 0 0,-1 0 0 0 0,0 0 1 0 0,1 0-1 0 0,-1 0 0 0 0,0 0 0 0 0,1 0 0 0 0,-1 0 1 0 0,0 1-1 0 0,1-1 0 0 0,-1 0 0 0 0,0 0 0 0 0,1 0 1 0 0,-1 0-1 0 0,0 1 0 0 0,0-1 0 0 0,1 0 0 0 0,-1 0 0 0 0,0 0 1 0 0,0 1-1 0 0,1-1 0 0 0,10 14-112 0 0,-9-10 144 0 0,17 25-61 0 0,-2 1 0 0 0,-1 1 0 0 0,-1 1 1 0 0,-2 0-1 0 0,-1 0 0 0 0,9 46 0 0 0,-12-37-926 0 0,-2 0-1 0 0,3 61 1 0 0,-9-52-2142 0 0,-9 86 0 0 0,3-104 2627 0 0,0-1 0 0 0,-3 0 0 0 0,0-1 0 0 0,-2 0-1 0 0,-22 47 1 0 0,13-40 871 0 0,-2-1-1 0 0,-1-1 0 0 0,-49 58 1 0 0,29-36 2607 0 0,35-46-2353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9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344 7 3684 0 0,'-19'-7'12685'0'0,"17"9"-12090"0"0,-15 10 3892 0 0,6-1-6278 0 0,-72 82 1879 0 0,-26 27-1723 0 0,31-46-3070 0 0,53-46 9148 0 0,25-28-4397 0 0,8 1 1208 0 0,12-2-592 0 0,-17 1-815 0 0,57-5 173 0 0,37-1-90 0 0,-81 6 76 0 0,0 1-1 0 0,0 0 1 0 0,0 2 0 0 0,16 3 0 0 0,-29-5-286 0 0,0 0 1 0 0,0 0 0 0 0,0 0-1 0 0,0 0 1 0 0,-1 0 0 0 0,1 1-1 0 0,0-1 1 0 0,2 3 0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59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4376 0 0,'3'1'13534'0'0,"15"-2"-10833"0"0,24-4-3652 0 0,194-6 821 0 0,-218 11 260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0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8 298 688 0 0,'-8'11'18131'0'0,"12"-4"-17578"0"0,-4-6-665 0 0,2 3 141 0 0,1 0 0 0 0,0 0 0 0 0,0-1 0 0 0,0 1 0 0 0,0-1 0 0 0,0 0 0 0 0,1 1 0 0 0,-1-1-1 0 0,1-1 1 0 0,0 1 0 0 0,0 0 0 0 0,6 2 0 0 0,-3-2-22 0 0,-1-1-1 0 0,1 1 1 0 0,0-1 0 0 0,0-1-1 0 0,-1 0 1 0 0,1 0-1 0 0,0 0 1 0 0,8 0-1 0 0,-7-1-8 0 0,-1-1 0 0 0,1 0 0 0 0,0 0 0 0 0,0 0-1 0 0,-1-1 1 0 0,1 0 0 0 0,-1 0 0 0 0,1-1 0 0 0,-1 0-1 0 0,0 0 1 0 0,0-1 0 0 0,0 0 0 0 0,-1 0 0 0 0,1 0-1 0 0,10-11 1 0 0,-11 8-22 0 0,-1 0 0 0 0,0-1-1 0 0,0 1 1 0 0,-1-1 0 0 0,0 0 0 0 0,0 0-1 0 0,-1-1 1 0 0,0 1 0 0 0,0-1-1 0 0,-1 0 1 0 0,0 1 0 0 0,-1-1 0 0 0,1-13-1 0 0,-1 7-508 0 0,-1 1 0 0 0,-1-1 0 0 0,0 1 0 0 0,-1-1 0 0 0,0 1 0 0 0,-1 0 0 0 0,-8-22-1 0 0,9 31 51 0 0,0 0-1 0 0,0 0 1 0 0,-1 0-1 0 0,1 1 1 0 0,-1-1-1 0 0,0 1 1 0 0,-1 0-1 0 0,1 0 1 0 0,-1 0-1 0 0,-4-5 0 0 0,6 8 500 0 0,1 0-1 0 0,-1 0 0 0 0,1 0 1 0 0,-1 1-1 0 0,0-1 0 0 0,1 0 1 0 0,-1 1-1 0 0,0-1 0 0 0,1 1 0 0 0,-1-1 1 0 0,0 1-1 0 0,0 0 0 0 0,1-1 1 0 0,-1 1-1 0 0,0 0 0 0 0,0 0 1 0 0,1 1-1 0 0,-1-1 0 0 0,0 0 0 0 0,0 0 1 0 0,1 1-1 0 0,-1-1 0 0 0,0 1 1 0 0,0 0-1 0 0,1-1 0 0 0,-1 1 1 0 0,1 0-1 0 0,-1 0 0 0 0,1 0 0 0 0,-1 0 1 0 0,1 0-1 0 0,0 1 0 0 0,-3 1 1 0 0,0 1 159 0 0,0 1 1 0 0,0 0-1 0 0,1 0 1 0 0,0 0-1 0 0,-1 0 1 0 0,2 1-1 0 0,-1-1 1 0 0,1 1 0 0 0,-1 0-1 0 0,0 6 1 0 0,-2 8-1022 0 0,-4 34-1 0 0,5-15 374 0 0,2 1-1 0 0,2 0 1 0 0,1 0-1 0 0,8 45 0 0 0,39 157 873 0 0,-28-150-583 0 0,29 184 967 0 0,-47-267-3589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0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1 123 4836 0 0,'0'-2'290'0'0,"0"1"1"0"0,0 0-1 0 0,0-1 0 0 0,0 1 1 0 0,0-1-1 0 0,0 1 1 0 0,1 0-1 0 0,18-20 9007 0 0,-11 18-8183 0 0,-2 0 123 0 0,23-9-910 0 0,0 1-1 0 0,44-9 0 0 0,64-6-775 0 0,-75 15-383 0 0,-36 7-2030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1.0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136 92 3456 0 0,'3'-19'3045'0'0,"3"-17"-3271"0"0,-9 5 12957 0 0,3 31-12712 0 0,0 0 0 0 0,0-1 0 0 0,-1 1-1 0 0,1 0 1 0 0,0-1 0 0 0,0 1 0 0 0,0 0 0 0 0,0 0-1 0 0,-1-1 1 0 0,1 1 0 0 0,0 0 0 0 0,0 0 0 0 0,0 0-1 0 0,-1-1 1 0 0,1 1 0 0 0,0 0 0 0 0,-1 0 0 0 0,1 0-1 0 0,0 0 1 0 0,0-1 0 0 0,-1 1 0 0 0,1 0 0 0 0,0 0 0 0 0,-1 0-1 0 0,1 0 1 0 0,0 0 0 0 0,-1 0 0 0 0,1 0 0 0 0,0 0-1 0 0,0 0 1 0 0,-1 0 0 0 0,-9 7 94 0 0,-5 15-204 0 0,15-21 121 0 0,-16 29-192 0 0,3 0 0 0 0,0 1 1 0 0,2 0-1 0 0,-11 49 0 0 0,10-22-1994 0 0,-7 98 1 0 0,17-129 1078 0 0,1 0 0 0 0,2 0 1 0 0,4 37-1 0 0,-3-56 1127 0 0,-1 1 0 0 0,1-1 0 0 0,0 0 0 0 0,1 0 1 0 0,0 1-1 0 0,0-2 0 0 0,1 1 0 0 0,0 0 0 0 0,0-1 0 0 0,1 0 0 0 0,0 0 0 0 0,0 0 0 0 0,1 0 0 0 0,10 9 0 0 0,-3-6-2324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1.4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0 183 3224 0 0,'1'-4'774'0'0,"-1"1"1"0"0,1-1-1 0 0,0 0 1 0 0,0 1-1 0 0,1-1 1 0 0,-1 1-1 0 0,1-1 1 0 0,-1 1-1 0 0,1 0 1 0 0,0-1-1 0 0,3-3 1 0 0,29-33 4963 0 0,-30 36-5298 0 0,4-4-309 0 0,0 1 0 0 0,0 0 0 0 0,0 0 0 0 0,1 0 0 0 0,1 1 1 0 0,-1 1-1 0 0,15-7 0 0 0,-19 10-147 0 0,0 0 0 0 0,-1 0 1 0 0,1 1-1 0 0,0 0 0 0 0,0 0 1 0 0,0 1-1 0 0,0-1 0 0 0,6 1 0 0 0,-8 0 20 0 0,0 1 0 0 0,0-1 0 0 0,0 1 0 0 0,0 0-1 0 0,0-1 1 0 0,0 1 0 0 0,-1 1 0 0 0,1-1-1 0 0,0 0 1 0 0,-1 1 0 0 0,1-1 0 0 0,-1 1 0 0 0,1 0-1 0 0,3 3 1 0 0,-3-1-140 0 0,0 0-1 0 0,0 0 1 0 0,0 1-1 0 0,-1-1 1 0 0,0 1-1 0 0,1-1 1 0 0,-2 1 0 0 0,1 0-1 0 0,-1 0 1 0 0,1-1-1 0 0,-1 1 1 0 0,-1 0-1 0 0,1 0 1 0 0,-1 0-1 0 0,1 0 1 0 0,-2 0-1 0 0,0 8 1 0 0,-1 7-1506 0 0,-1 0 0 0 0,-11 37 0 0 0,-2-13 376 0 0,12-34 1008 0 0,0 1-1 0 0,0 0 1 0 0,1 0 0 0 0,0 0-1 0 0,1 1 1 0 0,-1 14 0 0 0,3-25 290 0 0,-1-1 0 0 0,1 0 0 0 0,0 1 1 0 0,0-1-1 0 0,0 1 0 0 0,0-1 0 0 0,0 1 1 0 0,0-1-1 0 0,0 0 0 0 0,0 1 0 0 0,0-1 1 0 0,0 1-1 0 0,0-1 0 0 0,1 1 0 0 0,-1-1 1 0 0,0 0-1 0 0,0 1 0 0 0,0-1 0 0 0,0 1 1 0 0,1-1-1 0 0,-1 0 0 0 0,0 1 0 0 0,0-1 1 0 0,1 0-1 0 0,-1 1 0 0 0,0-1 0 0 0,1 0 1 0 0,-1 1-1 0 0,0-1 0 0 0,1 0 0 0 0,0 0 110 0 0,-1 0 0 0 0,1 0 0 0 0,0-1 0 0 0,-1 1 0 0 0,1 0-1 0 0,0-1 1 0 0,-1 1 0 0 0,1 0 0 0 0,-1-1 0 0 0,1 1 0 0 0,0-1 0 0 0,-1 1-1 0 0,0-1 1 0 0,1 1 0 0 0,0-2 0 0 0,16-25 3830 0 0,5-15-1139 0 0,-11 18-3089 0 0,0-1 0 0 0,8-31-1 0 0,-6 4-106 0 0,-3 12-210 0 0,20-52-1 0 0,-20 77 49 0 0,-5 14-245 0 0,-5 11 214 0 0,-25 102-1339 0 0,18-84 1017 0 0,0-1 0 0 0,1 1 0 0 0,2 1 0 0 0,-1 46 1 0 0,5-72 857 0 0,0 0 1 0 0,1 0-1 0 0,-1 0 1 0 0,1 0-1 0 0,-1 0 1 0 0,1 0-1 0 0,0 0 1 0 0,0 0-1 0 0,0 0 1 0 0,0-1-1 0 0,1 1 1 0 0,-1 0-1 0 0,1-1 1 0 0,0 1 0 0 0,0-1-1 0 0,0 0 1 0 0,0 0-1 0 0,0 0 1 0 0,0 0-1 0 0,0 0 1 0 0,1 0-1 0 0,-1 0 1 0 0,1-1-1 0 0,5 3 1 0 0,-3-2-31 0 0,-1 0 0 0 0,1-1 0 0 0,0 0 0 0 0,0 0 1 0 0,0 0-1 0 0,1-1 0 0 0,-1 1 0 0 0,0-1 0 0 0,0-1 0 0 0,0 1 0 0 0,0-1 1 0 0,0 1-1 0 0,10-4 0 0 0,-6 1-373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1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76 2532 0 0,'-20'-18'8605'0'0,"29"15"-4774"0"0,0-1-3627 0 0,7-3 3808 0 0,4 1-3868 0 0,6-2 188 0 0,2 0-332 0 0,0 1 0 0 0,2 0 0 0 0,-2-1 0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1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13 3684 0 0,'-2'-1'318'0'0,"-9"-9"1879"0"0,11 9-2096 0 0,-1 1-1 0 0,1 0 1 0 0,0 0 0 0 0,0 0-1 0 0,-1 0 1 0 0,1 0 0 0 0,0 0-1 0 0,-1 0 1 0 0,1 0-1 0 0,0 0 1 0 0,0 0 0 0 0,-1 0-1 0 0,1 0 1 0 0,0 0 0 0 0,0 0-1 0 0,-1 0 1 0 0,1 0 0 0 0,0 0-1 0 0,0 0 1 0 0,-1 0 0 0 0,1 0-1 0 0,-1 1 504 0 0,0 0-503 0 0,-12 15 6405 0 0,-2 5-2899 0 0,-19 30-3178 0 0,13-14-425 0 0,-30 73 1 0 0,46-97-16 0 0,1 1 1 0 0,0 0-1 0 0,1-1 1 0 0,0 2-1 0 0,1-1 0 0 0,0 0 1 0 0,2 0-1 0 0,-1 0 1 0 0,4 21-1 0 0,-3-29-137 0 0,2-1 0 0 0,-1 0 0 0 0,1 1 0 0 0,0-1 0 0 0,0 0-1 0 0,0 0 1 0 0,1 0 0 0 0,-1 0 0 0 0,1 0 0 0 0,0-1 0 0 0,6 6 0 0 0,-5-6-376 0 0,0 0 1 0 0,0 0-1 0 0,1 0 1 0 0,-1-1 0 0 0,1 0-1 0 0,0 0 1 0 0,0 0-1 0 0,0-1 1 0 0,0 1-1 0 0,1-1 1 0 0,-1 0-1 0 0,0-1 1 0 0,1 1 0 0 0,0-1-1 0 0,-1 0 1 0 0,1-1-1 0 0,7 1 1 0 0,2-1-2805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2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8 3456 0 0,'-12'-7'16204'0'0,"10"37"-16204"0"0,3 1 0 0 0,0 0 0 0 0,8 37 0 0 0,1 23 0 0 0,-10-83 0 0 0,0-4 0 0 0,0 0 0 0 0,0 0 0 0 0,1 0 0 0 0,-1 0 0 0 0,1-1 0 0 0,1 5 0 0 0,-1-8-1 0 0,-1 0 0 0 0,1 0 0 0 0,-1 0-1 0 0,1 0 1 0 0,-1 0 0 0 0,0 0 0 0 0,1 0-1 0 0,-1 0 1 0 0,1-1 0 0 0,-1 1 0 0 0,1 0 0 0 0,-1 0-1 0 0,0 0 1 0 0,1-1 0 0 0,-1 1 0 0 0,1 0-1 0 0,-1 0 1 0 0,0-1 0 0 0,1 1 0 0 0,-1 0 0 0 0,0-1-1 0 0,1 1 1 0 0,-1 0 0 0 0,0-1 0 0 0,0 1-1 0 0,1-1 1 0 0,-1 1 0 0 0,0 0 0 0 0,0-1 0 0 0,11-14-33 0 0,34-58-39 0 0,-31 47 109 0 0,1 1 0 0 0,2 1-1 0 0,37-45 1 0 0,-48 66-36 0 0,-6 5 0 0 0,-6 8 0 0 0,-22 21 88 0 0,-19 22-1048 0 0,43-48 495 0 0,-1 1 1 0 0,2 0 0 0 0,-1 0-1 0 0,1 1 1 0 0,0-1 0 0 0,0 1-1 0 0,-2 10 1 0 0,4-16 227 0 0,1 1 1 0 0,0-1-1 0 0,-1 0 0 0 0,1 0 1 0 0,0 1-1 0 0,0-1 1 0 0,0 0-1 0 0,0 0 0 0 0,0 1 1 0 0,0-1-1 0 0,1 0 1 0 0,-1 1-1 0 0,0-1 0 0 0,1 0 1 0 0,-1 0-1 0 0,1 0 1 0 0,-1 1-1 0 0,1-1 0 0 0,-1 0 1 0 0,1 0-1 0 0,1 2 1 0 0,-1-2 93 0 0,1 0 1 0 0,0 0-1 0 0,-1 0 1 0 0,1 0 0 0 0,-1 0-1 0 0,1 0 1 0 0,0 0-1 0 0,0-1 1 0 0,0 1 0 0 0,-1 0-1 0 0,1-1 1 0 0,4 1-1 0 0,2 0 142 0 0,0-1 0 0 0,1 0-1 0 0,-1-1 1 0 0,1 1 0 0 0,10-4-1 0 0,10-1-98 0 0,-19 4-129 0 0,1 0 0 0 0,-1-1 0 0 0,1-1-1 0 0,-1 0 1 0 0,0 0 0 0 0,19-10 0 0 0,-21 7-2111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2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2764 0 0,'1'21'15299'0'0,"0"-18"-16015"0"0,18 113 3095 0 0,-10-67-2558 0 0,4 51-1 0 0,-12-84 214 0 0,-1 1 0 0 0,0-1-1 0 0,-1 1 1 0 0,-1-1 0 0 0,-1 1-1 0 0,0-1 1 0 0,-7 18 0 0 0,-6 5-762 0 0,12-29-539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3.1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33 3224 0 0,'31'-32'17196'0'0,"-28"31"-16466"0"0,9 3 613 0 0,-2 4-4176 0 0,-3 0 2833 0 0,-1 0 0 0 0,0 1 0 0 0,0 0 0 0 0,0 0 0 0 0,-1 1 0 0 0,-1 0 0 0 0,1 0 0 0 0,4 11 0 0 0,2 8 0 0 0,9 37 0 0 0,-9-24-346 0 0,-3 1-1 0 0,-1 0 1 0 0,2 47-1 0 0,-8-45-1244 0 0,-1 0 0 0 0,-2 0 0 0 0,-2 0 0 0 0,-2 0 0 0 0,-18 62 0 0 0,14-75 1582 0 0,-2 0-1 0 0,-1 0 1 0 0,-2-1-1 0 0,0-1 1 0 0,-2-1-1 0 0,-25 32 1 0 0,39-56-75 0 0,-39 61 204 0 0,28-36-2414 0 0,7-8-454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3.6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54 1748 0 0,'6'-8'12802'0'0,"-2"1"-13520"0"0,10-31 6546 0 0,-19 52-5828 0 0,0 0 0 0 0,2 0 0 0 0,0 0 0 0 0,0 1 0 0 0,0 27 0 0 0,2-25 0 0 0,-4 43-2 0 0,3 0 1 0 0,8 93-1 0 0,-2-106-675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3.8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59 1152 0 0,'9'-18'16585'0'0,"-4"17"-15202"0"0,208-31-843 0 0,-131 25-1186 0 0,-56 7-2585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4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21 4608 0 0,'10'-21'15511'0'0,"-9"24"-16176"0"0,2 33 698 0 0,-1-1 0 0 0,-2 0 0 0 0,-6 46-1 0 0,5-66-58 0 0,-10 116-4455 0 0,-50 235-1 0 0,50-322 3495 0 0,-3-1 1 0 0,-1 0-1 0 0,-28 53 0 0 0,34-81-1458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4.7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1 333 2764 0 0,'8'-27'6743'0'0,"21"-45"-1"0"0,-18 50-5479 0 0,1 1-1 0 0,21-29 0 0 0,-24 37-1296 0 0,1 1 0 0 0,1 0-1 0 0,0 0 1 0 0,0 1 0 0 0,1 1-1 0 0,1 0 1 0 0,0 0 0 0 0,0 1-1 0 0,1 1 1 0 0,0 0 0 0 0,18-7-1 0 0,-25 13-201 0 0,0 0 0 0 0,0 0 0 0 0,0 1 0 0 0,1-1-1 0 0,-1 2 1 0 0,0-1 0 0 0,0 1 0 0 0,13 1 0 0 0,-18-1 79 0 0,-1 0 0 0 0,1 0 0 0 0,0 1-1 0 0,0-1 1 0 0,-1 0 0 0 0,1 1 0 0 0,0 0 0 0 0,-1-1 0 0 0,1 1 0 0 0,0 0 0 0 0,-1 0 0 0 0,1 0 0 0 0,-1 0-1 0 0,1 0 1 0 0,-1 0 0 0 0,0 0 0 0 0,0 1 0 0 0,1-1 0 0 0,-1 0 0 0 0,0 1 0 0 0,0-1 0 0 0,0 1-1 0 0,0-1 1 0 0,-1 1 0 0 0,1 0 0 0 0,0-1 0 0 0,-1 1 0 0 0,1 0 0 0 0,-1 0 0 0 0,1-1 0 0 0,-1 1 0 0 0,0 0-1 0 0,0 0 1 0 0,0-1 0 0 0,0 1 0 0 0,0 0 0 0 0,0 0 0 0 0,0 0 0 0 0,0-1 0 0 0,-2 3 0 0 0,0 7 444 0 0,-1-1 0 0 0,0 1 0 0 0,-1-1 0 0 0,0 0 1 0 0,-1-1-1 0 0,0 1 0 0 0,0-1 0 0 0,-1 0 1 0 0,0 0-1 0 0,-14 15 0 0 0,2-6 1074 0 0,-1 0 0 0 0,0-2-1 0 0,-31 22 1 0 0,11-19-1361 0 0,47-22-105 0 0,1 0 0 0 0,0 1-1 0 0,0 1 1 0 0,0-1 0 0 0,0 1 0 0 0,0 1-1 0 0,1 0 1 0 0,-1 0 0 0 0,0 1 0 0 0,0 0-1 0 0,0 0 1 0 0,0 1 0 0 0,0 0 0 0 0,0 1-1 0 0,-1 0 1 0 0,12 5 0 0 0,-14-5-233 0 0,0 0 0 0 0,0 1 1 0 0,-1-1-1 0 0,1 1 0 0 0,-1 1 0 0 0,0-1 1 0 0,0 0-1 0 0,0 1 0 0 0,-1 0 0 0 0,0 0 1 0 0,0 1-1 0 0,0-1 0 0 0,0 1 0 0 0,-1 0 1 0 0,0 0-1 0 0,0 0 0 0 0,-1 0 0 0 0,0 0 1 0 0,0 1-1 0 0,0-1 0 0 0,-1 1 0 0 0,0-1 1 0 0,1 8-1 0 0,-2-10 371 0 0,0 0 0 0 0,0 0 0 0 0,0 0 0 0 0,-1 0-1 0 0,1 0 1 0 0,-1-1 0 0 0,0 1 0 0 0,0 0 0 0 0,0 0 0 0 0,-1-1 0 0 0,1 1 0 0 0,-1 0 0 0 0,0-1 0 0 0,0 0 0 0 0,0 1-1 0 0,-3 3 1 0 0,1-4-43 0 0,0 1-1 0 0,1-1 0 0 0,-1 0 1 0 0,0 0-1 0 0,-1-1 1 0 0,1 1-1 0 0,0-1 0 0 0,-1 0 1 0 0,0 0-1 0 0,1 0 0 0 0,-7 1 1 0 0,-4 0 81 0 0,1-1-1 0 0,-1 0 1 0 0,1-1 0 0 0,-1-1 0 0 0,1 0 0 0 0,-1-1 0 0 0,-24-5 0 0 0,31 5 128 0 0,1 0 0 0 0,-1-1 0 0 0,1 0 0 0 0,0-1 0 0 0,-1 1 0 0 0,1-1 0 0 0,0-1 0 0 0,-8-4 0 0 0,11 2-1124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4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 7372 0 0,'1'-21'12288'0'0,"1"20"-12288"0"0,3-1 0 0 0,-1 2 0 0 0,1 0 0 0 0,1 2 0 0 0,-1-1 0 0 0,0 1 0 0 0,-4 1 0 0 0,1 2 0 0 0,-2 1 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5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409 82 3456 0 0,'3'-19'2123'0'0,"-1"13"12"0"0,-1 1 0 0 0,1-1 0 0 0,0 0 1 0 0,0 1-1 0 0,5-8 0 0 0,10-8-882 0 0,-17 21-1252 0 0,0 0-1 0 0,0 0 0 0 0,0 0 0 0 0,0 0 1 0 0,0 0-1 0 0,0 0 0 0 0,0 0 1 0 0,0 0-1 0 0,0 0 0 0 0,0 0 0 0 0,0 0 1 0 0,0 0-1 0 0,0 1 0 0 0,0-1 0 0 0,0 0 1 0 0,0 0-1 0 0,0 0 0 0 0,0 0 1 0 0,0 0-1 0 0,0 0 0 0 0,0 0 0 0 0,0 0 1 0 0,0 0-1 0 0,0 0 0 0 0,0 0 0 0 0,0 0 1 0 0,0 0-1 0 0,0 0 0 0 0,0 0 1 0 0,0 0-1 0 0,0 0 0 0 0,0 0 0 0 0,0 0 1 0 0,0 0-1 0 0,0 0 0 0 0,0 0 0 0 0,0 0 1 0 0,0 0-1 0 0,0 0 0 0 0,0 0 1 0 0,0 0-1 0 0,1 0 0 0 0,-1 0 0 0 0,0 0 1 0 0,0 0-1 0 0,0 0 0 0 0,0 0 0 0 0,0 0 1 0 0,0 0-1 0 0,0 0 0 0 0,0 0 1 0 0,0 0-1 0 0,0 0 0 0 0,0 0 0 0 0,0 0 1 0 0,0 0-1 0 0,0 0 0 0 0,-2 8 3 0 0,-4 9-5 0 0,-8 9 2 0 0,-1-1 0 0 0,-1-1 0 0 0,-1 0 0 0 0,-2-1 0 0 0,0-1 0 0 0,-1 0 0 0 0,-2-2 0 0 0,0-1 0 0 0,0 0 0 0 0,-2-2 0 0 0,-35 20 0 0 0,45-29 0 0 0,-1-1 0 0 0,-24 8 0 0 0,33-13 0 0 0,0 0 0 0 0,0-1 0 0 0,0 1 0 0 0,0-2 0 0 0,0 1 0 0 0,0 0 0 0 0,0-1 0 0 0,-1 0 0 0 0,1-1 0 0 0,-7-1 0 0 0,12 2 0 0 0,0 0 0 0 0,-1-1 0 0 0,1 1 0 0 0,0-1 0 0 0,-1 1 0 0 0,1-1 0 0 0,0 0 0 0 0,0 1 0 0 0,-1-1 0 0 0,1 0 0 0 0,0 0 0 0 0,0 0 0 0 0,0 0 0 0 0,0 0 0 0 0,0 0 0 0 0,0 0 0 0 0,1 0 0 0 0,-1-1 0 0 0,0 1 0 0 0,0-2 0 0 0,0 0 0 0 0,0 0 0 0 0,0 0 0 0 0,1 1 0 0 0,-1-1 0 0 0,1 0 0 0 0,0 0 0 0 0,0 0 0 0 0,0 0 0 0 0,1-4 0 0 0,1-4 0 0 0,1 1 0 0 0,0-1 0 0 0,0 1 0 0 0,8-14 0 0 0,-10 20 0 0 0,1 0 0 0 0,0 1 0 0 0,0-1 0 0 0,1 1 0 0 0,-1 0 0 0 0,1-1 0 0 0,0 1 0 0 0,0 0 0 0 0,0 0 0 0 0,5-3 0 0 0,-7 5 0 0 0,1 0 0 0 0,-1 1 0 0 0,0-1 0 0 0,1 0 0 0 0,-1 1 0 0 0,1-1 0 0 0,-1 1 0 0 0,1 0 0 0 0,-1 0 0 0 0,0-1 0 0 0,1 1 0 0 0,-1 0 0 0 0,1 0 0 0 0,-1 0 0 0 0,1 0 0 0 0,-1 1 0 0 0,1-1 0 0 0,-1 0 0 0 0,1 1 0 0 0,-1-1 0 0 0,1 1 0 0 0,-1-1 0 0 0,0 1 0 0 0,1 0 0 0 0,-1-1 0 0 0,0 1 0 0 0,0 0 0 0 0,0 0 0 0 0,1 0 0 0 0,-1 0 0 0 0,2 2 0 0 0,5 7 0 0 0,0 0 0 0 0,0 1 0 0 0,0 0 0 0 0,6 15 0 0 0,-6-11 0 0 0,19 25 0 0 0,-22-34-82 0 0,0 0 0 0 0,1 0 0 0 0,0 0 1 0 0,0-1-1 0 0,0 0 0 0 0,0 0 0 0 0,1-1 0 0 0,0 0 0 0 0,0 0 0 0 0,0 0 0 0 0,0-1 0 0 0,1 0 0 0 0,-1 0 0 0 0,1-1 1 0 0,0 0-1 0 0,-1-1 0 0 0,1 0 0 0 0,0 0 0 0 0,0 0 0 0 0,0-1 0 0 0,10-1 0 0 0,-7 1-629 0 0,0-1 0 0 0,0-1 0 0 0,-1 0-1 0 0,14-4 1 0 0,-19 5 485 0 0,0-1-1 0 0,0 0 1 0 0,0-1 0 0 0,0 1-1 0 0,0-1 1 0 0,-1 0-1 0 0,1 0 1 0 0,-1 0 0 0 0,1-1-1 0 0,3-4 1 0 0,-3 1 225 0 0,-3 1-350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6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5528 0 0,'-2'2'14132'0'0,"2"1"-14132"0"0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7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99 184 4376 0 0,'-2'-16'13444'0'0,"16"106"-12831"0"0,5-1 1 0 0,50 149-1 0 0,-53-192-613 0 0,-1 0 0 0 0,23 43 0 0 0,-38-88 0 0 0,1 0 0 0 0,-1 0 0 0 0,1 0 0 0 0,-1 0 0 0 0,1 0 0 0 0,-1 0 0 0 0,1 0 0 0 0,0 0 0 0 0,0 0 0 0 0,-1 0 0 0 0,1 0 0 0 0,0 0 0 0 0,0 0 0 0 0,2 1 0 0 0,1-27 0 0 0,1-13 35 0 0,14-52 0 0 0,5-28-848 0 0,-14 32 2130 0 0,13-40-6064 0 0,-13 85 1951 0 0,15-40 0 0 0,10 1 2611 0 0,-29 68 243 0 0,-2 4 41 0 0,0 1 0 0 0,0 0 0 0 0,-1-1 1 0 0,0 1-1 0 0,-1-1 0 0 0,1 0 0 0 0,1-15 0 0 0,-4 23-46 0 0,0-1 0 0 0,0 1 0 0 0,0 0-1 0 0,0-1 1 0 0,0 1 0 0 0,0 0-1 0 0,0 0 1 0 0,0-1 0 0 0,0 1-1 0 0,0 0 1 0 0,0-1 0 0 0,0 1-1 0 0,0 0 1 0 0,0 0 0 0 0,0-1-1 0 0,-1 1 1 0 0,1 0 0 0 0,0-1-1 0 0,0 1 1 0 0,0 0 0 0 0,0 0 0 0 0,-1 0-1 0 0,1-1 1 0 0,0 1 0 0 0,0 0-1 0 0,-1 0 1 0 0,1 0 0 0 0,0-1-1 0 0,0 1 1 0 0,-1 0 0 0 0,1 0-1 0 0,0 0 1 0 0,0 0 0 0 0,-1 0-1 0 0,1 0 1 0 0,0 0 0 0 0,-1 0-1 0 0,1-1 1 0 0,0 1 0 0 0,0 0 0 0 0,-1 0-1 0 0,1 0 1 0 0,0 0 0 0 0,-1 0-1 0 0,1 1 1 0 0,0-1 0 0 0,-1 0-1 0 0,1 0 1 0 0,0 0 0 0 0,0 0-1 0 0,-1 0 1 0 0,1 0 0 0 0,0 0-1 0 0,0 1 1 0 0,-1-1 0 0 0,1 0-1 0 0,0 0 1 0 0,-1 1 0 0 0,-20 13 4861 0 0,13-8-3838 0 0,-17 8-1604 0 0,0-2 0 0 0,-2-1 0 0 0,1-1 0 0 0,-42 10 0 0 0,-114 14-6149 0 0,158-30 6282 0 0,12-3 426 0 0,9-1 54 0 0,0 0 0 0 0,1 0 1 0 0,-1 0-1 0 0,0 1 0 0 0,0-1 1 0 0,1 1-1 0 0,-1 0 0 0 0,0 0 1 0 0,1 0-1 0 0,-1 0 0 0 0,1 0 1 0 0,-4 2-1 0 0,6-3-76 0 0,0 0 1 0 0,0 0-1 0 0,0 1 0 0 0,0-1 0 0 0,0 0 0 0 0,0 0 1 0 0,0 0-1 0 0,0 0 0 0 0,1 1 0 0 0,-1-1 0 0 0,0 0 1 0 0,0 0-1 0 0,0 0 0 0 0,0 0 0 0 0,0 0 0 0 0,0 1 1 0 0,0-1-1 0 0,0 0 0 0 0,0 0 0 0 0,0 0 0 0 0,0 0 1 0 0,1 0-1 0 0,-1 1 0 0 0,0-1 0 0 0,0 0 0 0 0,0 0 1 0 0,0 0-1 0 0,0 0 0 0 0,0 0 0 0 0,1 0 0 0 0,-1 0 1 0 0,0 0-1 0 0,0 0 0 0 0,0 0 0 0 0,0 0 0 0 0,1 0 1 0 0,-1 0-1 0 0,0 0 0 0 0,0 0 0 0 0,10 4 3223 0 0,-1 0-5050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7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0 431 4144 0 0,'13'-3'15565'0'0,"54"-19"-15614"0"0,-56 18 49 0 0,0-1 0 0 0,-1-1 0 0 0,0 0 0 0 0,0 0 0 0 0,-1-1 0 0 0,0 0 0 0 0,0-1 0 0 0,0 0 0 0 0,-1 0 0 0 0,0-1 0 0 0,-1 0 0 0 0,0 0 0 0 0,0-1 0 0 0,-1 0 0 0 0,0 0 0 0 0,-1 0 0 0 0,0-1 0 0 0,0 0 0 0 0,-2 0 0 0 0,1 0 0 0 0,-1 0 0 0 0,2-21 0 0 0,-3 18 0 0 0,-2 0 0 0 0,0 0 0 0 0,0 0 0 0 0,-5-23 0 0 0,4 31 0 0 0,0 0 0 0 0,0 1 0 0 0,-1 0 0 0 0,0-1 0 0 0,0 1 0 0 0,0 0 0 0 0,-1 0 0 0 0,1 0 0 0 0,-1 0 0 0 0,-1 0 0 0 0,1 1 0 0 0,-1 0 0 0 0,1-1 0 0 0,-7-4 0 0 0,8 7 0 0 0,0 1-1 0 0,0 0 1 0 0,0-1-1 0 0,0 1 1 0 0,0 0-1 0 0,0 0 1 0 0,0 0-1 0 0,0 0 1 0 0,0 0-1 0 0,0 1 0 0 0,0-1 1 0 0,-1 1-1 0 0,1-1 1 0 0,0 1-1 0 0,-1 0 1 0 0,1 0-1 0 0,0 0 1 0 0,-1 0-1 0 0,1 1 1 0 0,0-1-1 0 0,0 0 1 0 0,-1 1-1 0 0,1 0 1 0 0,0-1-1 0 0,0 1 1 0 0,0 0-1 0 0,0 0 1 0 0,0 0-1 0 0,0 0 1 0 0,0 1-1 0 0,0-1 1 0 0,0 0-1 0 0,-2 3 1 0 0,-1 2-2 0 0,-1 0 1 0 0,1 0 0 0 0,1 0-1 0 0,-1 1 1 0 0,1 0 0 0 0,0-1-1 0 0,1 2 1 0 0,-5 10 0 0 0,1 4-367 0 0,1 0-1 0 0,1 1 1 0 0,1 0 0 0 0,1 0 0 0 0,0 25 0 0 0,6 117-3016 0 0,-3-157 3293 0 0,9 118-4067 0 0,23 167 4094 0 0,-28-264 0 0 0,2 13 431 0 0,-2 0 0 0 0,-1 68 0 0 0,-3-108-344 0 0,0-1 1 0 0,0 1-1 0 0,-1-1 0 0 0,1 1 1 0 0,0 0-1 0 0,-1-1 0 0 0,1 1 0 0 0,-1-1 1 0 0,1 1-1 0 0,-1-1 0 0 0,0 1 1 0 0,1-1-1 0 0,-1 1 0 0 0,0-1 1 0 0,0 0-1 0 0,0 0 0 0 0,0 1 1 0 0,0-1-1 0 0,-1 0 0 0 0,1 0 1 0 0,0 0-1 0 0,0 0 0 0 0,-1 0 0 0 0,1 0 1 0 0,-1-1-1 0 0,1 1 0 0 0,-1 0 1 0 0,1-1-1 0 0,-1 1 0 0 0,-1 0 1 0 0,-8 0-3004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7.7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72 5296 0 0,'8'-12'7165'0'0,"0"10"-4489"0"0,1-1-2824 0 0,4-3 2986 0 0,5-1-2546 0 0,4 0 1249 0 0,5-1-1541 0 0,1 0 0 0 0,0 3 0 0 0,-1-1 0 0 0,3 3 0 0 0,-2 0 0 0 0,0 1 0 0 0,-1 2 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8.1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42 4144 0 0,'-1'-2'678'0'0,"0"0"0"0"0,1-1 0 0 0,0 1 0 0 0,-1 0 0 0 0,1 0 0 0 0,0 0 0 0 0,0-1 0 0 0,0 1 0 0 0,-1-18 7953 0 0,0 19-8328 0 0,1 1-243 0 0,-1-1-1 0 0,1 1 0 0 0,-1 0 1 0 0,0 0-1 0 0,1 0 0 0 0,-1 0 1 0 0,1 0-1 0 0,-1 0 0 0 0,0 0 1 0 0,1 0-1 0 0,-1 1 0 0 0,1-1 1 0 0,-1 0-1 0 0,1 0 0 0 0,-1 0 1 0 0,1 1-1 0 0,-1-1 0 0 0,1 0 1 0 0,-2 1-1 0 0,-1 1-177 0 0,-1 1 0 0 0,0 0 1 0 0,1 0-1 0 0,-1 0 0 0 0,-2 4 0 0 0,-5 6 118 0 0,0 1 0 0 0,2 1 0 0 0,0-1 0 0 0,0 2 0 0 0,1-1 0 0 0,1 1 0 0 0,1 0 0 0 0,0 1 0 0 0,-5 28 0 0 0,10-42 0 0 0,1 0 0 0 0,0 0 0 0 0,-1 0 0 0 0,1 1 0 0 0,1-1 0 0 0,-1 0 0 0 0,0 0 0 0 0,1 0 0 0 0,0 0 0 0 0,-1 0 0 0 0,1 0 0 0 0,1 0 0 0 0,1 5 0 0 0,-1-6 0 0 0,-1 0 0 0 0,0-1 0 0 0,0 1 0 0 0,1-1 0 0 0,-1 1 0 0 0,1-1 0 0 0,-1 0 0 0 0,1 1 0 0 0,0-1 0 0 0,-1 0 0 0 0,1 0 0 0 0,0 0 0 0 0,0 0 0 0 0,0-1 0 0 0,0 1 0 0 0,0 0 0 0 0,-1-1 0 0 0,1 0 0 0 0,0 1 0 0 0,0-1 0 0 0,1 0 0 0 0,1 0 0 0 0,4 0-8 0 0,0 0 0 0 0,-1-1 1 0 0,1 0-1 0 0,0 0 0 0 0,-1-1 0 0 0,1 0 0 0 0,-1 0 0 0 0,0-1 0 0 0,0 0 0 0 0,0 0 0 0 0,0-1 1 0 0,0 1-1 0 0,-1-2 0 0 0,0 1 0 0 0,0-1 0 0 0,0 0 0 0 0,7-7 0 0 0,-8 6-634 0 0,-3-1-1602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8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6 129 1840 0 0,'-2'-5'1664'0'0,"1"1"1"0"0,0-1-1 0 0,0 1 1 0 0,1-1 0 0 0,-1-7-1 0 0,1 7-620 0 0,1 1-1 0 0,-1-1 0 0 0,1 0 0 0 0,0 1 1 0 0,2-6-1 0 0,-1 4-413 0 0,0 1 0 0 0,1 0 0 0 0,5-9 0 0 0,14-13-2066 0 0,-19 23 236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8.4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96 123 228 0 0,'1'-15'4049'0'0,"-1"1"1"0"0,-1 0 0 0 0,-4-23-1 0 0,-3 4-815 0 0,8 33-3234 0 0,0-1 0 0 0,0 1 0 0 0,0-1 0 0 0,0 1 0 0 0,0-1 0 0 0,0 1 0 0 0,0 0 0 0 0,0-1 0 0 0,0 1 0 0 0,-1 0 0 0 0,1-1 0 0 0,0 1 0 0 0,0-1 0 0 0,0 1 0 0 0,-1 0 0 0 0,1 0 0 0 0,0-1 0 0 0,0 1 0 0 0,-1 0 0 0 0,1-1 0 0 0,0 1 0 0 0,-1 0 0 0 0,1 0 0 0 0,0-1 0 0 0,-1 1 0 0 0,1 0 0 0 0,0 0 0 0 0,-1 0 0 0 0,1 0 0 0 0,-1-1 0 0 0,0 2 0 0 0,1-1 0 0 0,-1 0 0 0 0,1 1 0 0 0,-1-1 0 0 0,1 1 0 0 0,-1-1 0 0 0,1 1 0 0 0,-1-1 0 0 0,1 1 0 0 0,-1-1 0 0 0,1 1 0 0 0,0-1 0 0 0,-1 1 0 0 0,1 0 0 0 0,-1 0 0 0 0,-8 29 0 0 0,0 21-2282 0 0,-4 91-1 0 0,3-17-2128 0 0,-5-42 4652 0 0,11-70-223 0 0,3-8 9 0 0,-1 0 0 0 0,1-1 1 0 0,0 1-1 0 0,0 0 0 0 0,0 0 0 0 0,1 7 1 0 0,0-11-9 0 0,0-1 1 0 0,0 1 0 0 0,0-1-1 0 0,0 1 1 0 0,1-1-1 0 0,-1 0 1 0 0,0 1 0 0 0,0-1-1 0 0,0 0 1 0 0,1 1-1 0 0,-1-1 1 0 0,0 1 0 0 0,1-1-1 0 0,-1 0 1 0 0,0 0 0 0 0,0 1-1 0 0,1-1 1 0 0,-1 0-1 0 0,1 0 1 0 0,-1 1 0 0 0,0-1-1 0 0,1 0 1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08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170 139 1984 0 0,'5'-10'2380'0'0,"-1"1"0"0"0,0-1 0 0 0,-1 0 1 0 0,3-15-1 0 0,-5 20-1472 0 0,0 0-1 0 0,-1 0 1 0 0,0 0 0 0 0,0-9-1 0 0,-1 11-783 0 0,1 0 0 0 0,-1 1-1 0 0,0-1 1 0 0,1 0 0 0 0,-1 0-1 0 0,-1 1 1 0 0,1-1 0 0 0,0 0-1 0 0,-2-2 1 0 0,2 4-124 0 0,1 0 0 0 0,-1 1 0 0 0,0-1 0 0 0,1 0 0 0 0,-1 1 0 0 0,1-1 0 0 0,-1 1 0 0 0,0-1 0 0 0,1 0 0 0 0,-1 1 0 0 0,0-1 0 0 0,0 1 0 0 0,0 0 0 0 0,1-1 0 0 0,-1 1 0 0 0,0 0 0 0 0,0-1 0 0 0,0 1 0 0 0,0 0 0 0 0,0 0 0 0 0,1 0 0 0 0,-3 0 0 0 0,1 0 0 0 0,0 0 0 0 0,1 1 0 0 0,-1-1 0 0 0,0 1 0 0 0,0 0 0 0 0,1-1 0 0 0,-1 1 0 0 0,1 0 0 0 0,-1 0 0 0 0,-2 2 0 0 0,-2 2 0 0 0,1 0 0 0 0,0 0 0 0 0,0 1 0 0 0,-6 8 0 0 0,-5 9 37 0 0,2 1 0 0 0,0 0 0 0 0,2 1-1 0 0,0 0 1 0 0,-14 51 0 0 0,22-60-298 0 0,0 0 0 0 0,1 0-1 0 0,0 0 1 0 0,2 1 0 0 0,0-1-1 0 0,1 1 1 0 0,0 0 0 0 0,2-1 0 0 0,-1 0-1 0 0,2 1 1 0 0,5 17 0 0 0,-6-28-149 0 0,0 0 0 0 0,0 0-1 0 0,1-1 1 0 0,0 1 0 0 0,-1-1 0 0 0,2 0 0 0 0,-1 0 0 0 0,1 0 0 0 0,0 0 0 0 0,0-1-1 0 0,0 1 1 0 0,7 4 0 0 0,5 3-135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10.2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52 1840 0 0,'-2'-43'15521'0'0,"4"41"-14895"0"0,9-4 1047 0 0,-10 6-1673 0 0,-1-1 0 0 0,1 1 0 0 0,0 0 0 0 0,-1 0 0 0 0,1 0 0 0 0,0 0 0 0 0,-1 0 0 0 0,1 0 0 0 0,0 1 0 0 0,-1-1 0 0 0,1 0 0 0 0,0 0 0 0 0,-1 0 0 0 0,1 1 0 0 0,0-1 0 0 0,-1 0 0 0 0,1 1 0 0 0,-1-1 0 0 0,1 0 0 0 0,-1 1 0 0 0,1-1 0 0 0,-1 1 0 0 0,1-1 0 0 0,-1 1 0 0 0,1-1 0 0 0,-1 1 0 0 0,0-1 0 0 0,1 1 0 0 0,-1 0 0 0 0,0-1 0 0 0,1 1 0 0 0,-1-1 0 0 0,0 1 0 0 0,0 0 0 0 0,1-1 0 0 0,-1 1 0 0 0,0 0 0 0 0,0-1 0 0 0,0 1 0 0 0,0 0 0 0 0,0-1 0 0 0,0 1 0 0 0,0 1 0 0 0,0 3 0 0 0,0 1 0 0 0,0 0 0 0 0,-2 9 0 0 0,-1 1 0 0 0,-1-1 0 0 0,0 1 0 0 0,-12 23 0 0 0,-25 45 0 0 0,14-29 0 0 0,20-42 0 0 0,4-8 0 0 0,0 0 0 0 0,1 0 0 0 0,0 0 0 0 0,0 0 0 0 0,0 0 0 0 0,0 7 0 0 0,1-12 0 0 0,1 0 0 0 0,0 0 0 0 0,0 1 0 0 0,0-1 0 0 0,0 0 0 0 0,0 0 0 0 0,0 1 0 0 0,0-1 0 0 0,0 0 0 0 0,0 0 0 0 0,0 1 0 0 0,0-1 0 0 0,0 0 0 0 0,0 0 0 0 0,0 1 0 0 0,0-1 0 0 0,0 0 0 0 0,0 0 0 0 0,0 1 0 0 0,1-1 0 0 0,-1 0 0 0 0,0 0 0 0 0,0 1 0 0 0,0-1 0 0 0,0 0 0 0 0,0 0 0 0 0,1 0 0 0 0,-1 1 0 0 0,0-1 0 0 0,0 0 0 0 0,0 0 0 0 0,1 0 0 0 0,-1 0 0 0 0,0 0 0 0 0,0 1 0 0 0,0-1 0 0 0,1 0 0 0 0,-1 0 0 0 0,0 0 0 0 0,1 0 0 0 0,11-4 0 0 0,11-13 0 0 0,3-10-1816 0 0,-1-1 0 0 0,25-36 0 0 0,-39 49 1038 0 0,-2 0-1 0 0,0 0 1 0 0,-1-1 0 0 0,-1-1-1 0 0,0 1 1 0 0,7-32 0 0 0,-11 28 806 0 0,-3 20-25 0 0,0-1 0 0 0,1 0 0 0 0,-1 1 1 0 0,0-1-1 0 0,0 0 0 0 0,0 1 0 0 0,0-1 0 0 0,0 0 1 0 0,-1 1-1 0 0,1-1 0 0 0,0 0 0 0 0,0 1 1 0 0,0-1-1 0 0,0 0 0 0 0,-1 1 0 0 0,1-1 1 0 0,0 1-1 0 0,-1-1 0 0 0,1 1 0 0 0,0-1 0 0 0,-1 0 1 0 0,1 1-1 0 0,-1-1 0 0 0,1 1 0 0 0,-1-1 1 0 0,0 1 9 0 0,1 0 0 0 0,-1 0 0 0 0,0 0 0 0 0,1 1 0 0 0,-1-1 0 0 0,0 0 0 0 0,1 0 0 0 0,-1 1 0 0 0,1-1 1 0 0,-1 0-1 0 0,1 1 0 0 0,-1-1 0 0 0,1 0 0 0 0,-1 1 0 0 0,1-1 0 0 0,-1 1 0 0 0,1-1 0 0 0,-1 1 0 0 0,1-1 0 0 0,-1 2 1 0 0,-8 11 261 0 0,-5 12-267 0 0,0 2-1 0 0,1 0 0 0 0,2 1 0 0 0,1 0 0 0 0,1 0 0 0 0,1 1 0 0 0,-5 37 1 0 0,13-62-18 0 0,-1-1 0 0 0,1 1 1 0 0,0-1-1 0 0,0 1 0 0 0,0-1 1 0 0,1 1-1 0 0,0-1 0 0 0,-1 1 1 0 0,2 3-1 0 0,1 2-53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10.3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 4836 0 0,'17'-4'14824'0'0,"-7"5"-14872"0"0,6-1 96 0 0,-1 2-100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11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172 73 1152 0 0,'1'-73'20574'0'0,"-11"87"-22640"0"0,6-3 2066 0 0,-8 21 0 0 0,-1 3 0 0 0,-5 3 0 0 0,-43 64 0 0 0,22-41 0 0 0,36-56 0 0 0,1-3 0 0 0,1 0 0 0 0,0 0 0 0 0,-1 0 0 0 0,1 0 0 0 0,0 0 0 0 0,0 0 0 0 0,0 0 0 0 0,1 1 0 0 0,-1-1 0 0 0,0 0 0 0 0,1 1 0 0 0,-1 2 0 0 0,1-4 0 0 0,0-1 0 0 0,1 0 0 0 0,-1 0 0 0 0,0 0 0 0 0,0 0 0 0 0,1 0 0 0 0,-1 1 0 0 0,0-1 0 0 0,0 0 0 0 0,0 0 0 0 0,1 0 0 0 0,-1 0 0 0 0,0 0 0 0 0,0 0 0 0 0,1 0 0 0 0,-1 0 0 0 0,0 0 0 0 0,0 0 0 0 0,1 0 0 0 0,-1 0 0 0 0,0 0 0 0 0,0 0 0 0 0,1 0 0 0 0,-1 0 0 0 0,0 0 0 0 0,0 0 0 0 0,1 0 0 0 0,-1 0 0 0 0,0-1 0 0 0,0 1 0 0 0,1 0 0 0 0,-1 0 0 0 0,0 0 0 0 0,0 0 0 0 0,0 0 0 0 0,1-1 0 0 0,-1 1 0 0 0,0 0 0 0 0,0 0 0 0 0,0-1 0 0 0,10-7 0 0 0,9-14-20 0 0,0 0-1 0 0,-2-2 0 0 0,0 0 1 0 0,-2 0-1 0 0,0-2 0 0 0,11-29 0 0 0,-25 52-480 0 0,1 0 246 0 0,-1 0 0 0 0,1 0 0 0 0,0 0 1 0 0,3-4-1 0 0,-4 6 328 0 0,-1 1 0 0 0,0 0 0 0 0,0-1 1 0 0,1 1-1 0 0,-1 0 0 0 0,0 0 0 0 0,1 0 0 0 0,-1-1 1 0 0,0 1-1 0 0,1 0 0 0 0,-1 0 0 0 0,1 0 0 0 0,-1 0 1 0 0,0 0-1 0 0,1-1 0 0 0,-1 1 0 0 0,1 0 0 0 0,-1 0 1 0 0,0 0-1 0 0,1 0 0 0 0,-1 0 0 0 0,1 0 0 0 0,0 1-58 0 0,0-1 0 0 0,-1 1 0 0 0,1-1 0 0 0,0 0-1 0 0,-1 1 1 0 0,1 0 0 0 0,0-1 0 0 0,-1 1 0 0 0,1-1-1 0 0,-1 1 1 0 0,1 0 0 0 0,-1-1 0 0 0,1 1 0 0 0,-1 0-1 0 0,1 1 1 0 0,0 0-25 0 0,0 1 0 0 0,0-1 1 0 0,0 1-1 0 0,-1 0 0 0 0,1-1 0 0 0,-1 1 0 0 0,0 0 0 0 0,0-1 0 0 0,0 1 0 0 0,0 0 0 0 0,0 0 1 0 0,-1-1-1 0 0,1 1 0 0 0,-1 0 0 0 0,1-1 0 0 0,-1 1 0 0 0,-2 3 0 0 0,-1 3-337 0 0,0 1-1 0 0,-1-1 0 0 0,-7 10 1 0 0,-2-1-993 0 0,8-10-119 0 0,-1 0 0 0 0,-7 14 1 0 0,13-20 1334 0 0,0-1 0 0 0,1 1 1 0 0,-1 0-1 0 0,0-1 1 0 0,0 1-1 0 0,1 0 0 0 0,-1 0 1 0 0,1-1-1 0 0,0 1 0 0 0,0 0 1 0 0,-1 0-1 0 0,1 0 1 0 0,0 0-1 0 0,0-1 0 0 0,1 1 1 0 0,-1 0-1 0 0,0 0 0 0 0,1 0 1 0 0,-1-1-1 0 0,1 3 1 0 0,0-2 113 0 0,1-1 0 0 0,-1 1 0 0 0,0-1 0 0 0,0 1 0 0 0,1-1 0 0 0,-1 0 0 0 0,1 1 0 0 0,-1-1 0 0 0,1 0 0 0 0,0 0 0 0 0,-1 0 0 0 0,1 0 0 0 0,3 1 0 0 0,-1-1-39 0 0,1 1 0 0 0,-1-1 0 0 0,1 1-1 0 0,6 0 1 0 0,3-2-165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11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2304 0 0,'3'-25'15310'0'0,"0"31"-14989"0"0,1 0 0 0 0,-1 0-1 0 0,-1 1 1 0 0,1-1 0 0 0,-1 1 0 0 0,1 7 0 0 0,7 42-677 0 0,-9-45 512 0 0,3 30-312 0 0,-1 1 0 0 0,-3-1 0 0 0,-1 1-1 0 0,-2-1 1 0 0,-12 61 0 0 0,8-73-104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11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15 3224 0 0,'-4'-4'772'0'0,"3"3"-364"0"0,-1 0 0 0 0,1-1 0 0 0,0 1 0 0 0,-1 0 0 0 0,1 0 0 0 0,-1 0 0 0 0,1 0 0 0 0,-1 0 0 0 0,-19 5 8861 0 0,19-2-8867 0 0,-10 10 386 0 0,0 0-1 0 0,-10 14 0 0 0,8-5-796 0 0,0 0 1 0 0,1 1 0 0 0,1 1 0 0 0,-13 33 0 0 0,20-44-40 0 0,2 1-1 0 0,-1-1 0 0 0,2 1 1 0 0,-1 0-1 0 0,2 0 1 0 0,0 0-1 0 0,0 0 1 0 0,1 0-1 0 0,1 0 0 0 0,4 24 1 0 0,-3-27-335 0 0,1-1 0 0 0,-1 0 0 0 0,2 0 0 0 0,0 0 0 0 0,0-1 0 0 0,8 14 0 0 0,-7-15-321 0 0,0-1 0 0 0,0 0 1 0 0,0 0-1 0 0,1 0 1 0 0,0 0-1 0 0,0-1 0 0 0,1 0 1 0 0,9 6-1 0 0,9 2-355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11.8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484 1 2304 0 0,'2'3'5228'0'0,"0"10"-854"0"0,-2 17 547 0 0,-6 27-3902 0 0,-26 109-1 0 0,-35 48-5339 0 0,45-157 2522 0 0,-2-1 0 0 0,-40 67 0 0 0,27-65 1107 0 0,-1-1 0 0 0,-4-2 0 0 0,-77 80 0 0 0,83-98 142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28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34 377 2759 0 0,'-3'1'357'0'0,"1"1"0"0"0,-1 0 1 0 0,1 0-1 0 0,0 0 0 0 0,-1 0 0 0 0,1 0 0 0 0,0 1 0 0 0,1-1 0 0 0,-1 1 0 0 0,0-1 0 0 0,1 1 0 0 0,-2 3 0 0 0,2-4-94 0 0,0-1 0 0 0,1 1 1 0 0,-1-1-1 0 0,0 1 0 0 0,1-1 1 0 0,0 1-1 0 0,-1-1 0 0 0,1 1 1 0 0,0-1-1 0 0,0 1 0 0 0,0-1 1 0 0,0 1-1 0 0,0 0 0 0 0,0-1 1 0 0,0 1-1 0 0,0-1 0 0 0,1 1 1 0 0,-1-1-1 0 0,1 1 0 0 0,-1-1 1 0 0,1 1-1 0 0,0-1 0 0 0,-1 1 1 0 0,1-1-1 0 0,2 3 0 0 0,-1-2-31 0 0,0 0-1 0 0,1 0 1 0 0,0 0 0 0 0,-1 0-1 0 0,1 0 1 0 0,0-1-1 0 0,0 1 1 0 0,-1-1 0 0 0,1 1-1 0 0,0-1 1 0 0,1 0-1 0 0,-1-1 1 0 0,0 1 0 0 0,0 0-1 0 0,5 0 1 0 0,-4-1-58 0 0,1-1 0 0 0,-1 1 0 0 0,1-1 1 0 0,0 1-1 0 0,-1-2 0 0 0,1 1 0 0 0,-1 0 0 0 0,0-1 1 0 0,8-3-1 0 0,-3 0-50 0 0,-1-1 0 0 0,0 1 0 0 0,0-1 0 0 0,0 0 0 0 0,-1-1 0 0 0,0 0 0 0 0,0 0 0 0 0,-1-1 0 0 0,10-13 0 0 0,-9 7-30 0 0,0 0 0 0 0,0 0 0 0 0,-2-1 0 0 0,0 1-1 0 0,0-1 1 0 0,-1-1 0 0 0,-1 1 0 0 0,-1 0 0 0 0,1-22 0 0 0,-2 22-66 0 0,-1 0 0 0 0,-1 1 0 0 0,0-1 0 0 0,-1 0 0 0 0,0 1 0 0 0,-2 0 1 0 0,1-1-1 0 0,-2 1 0 0 0,0 1 0 0 0,-7-15 0 0 0,10 24-28 0 0,0 0 0 0 0,-1 1 0 0 0,1-1 0 0 0,-1 1 0 0 0,1 0 0 0 0,-1-1 0 0 0,0 1 0 0 0,-1 0 0 0 0,-4-3 0 0 0,7 5 0 0 0,0 0 0 0 0,0 1 0 0 0,0 0 0 0 0,0-1 0 0 0,0 1 0 0 0,0-1 0 0 0,0 1 0 0 0,0 0 0 0 0,0 0 0 0 0,0 0 0 0 0,0 0 0 0 0,0 0 0 0 0,0 0 0 0 0,0 0 0 0 0,0 0 0 0 0,0 0 0 0 0,-2 0 0 0 0,2 1 0 0 0,-1 0 0 0 0,1 0 0 0 0,0-1 0 0 0,-1 1 0 0 0,1 0 0 0 0,0 0 0 0 0,0 0 0 0 0,0 0 0 0 0,0 0 0 0 0,0 0 0 0 0,0 0 0 0 0,0 1 0 0 0,0-1 0 0 0,1 0 0 0 0,-1 1 0 0 0,0 0 0 0 0,-3 6 0 0 0,1 0 1 0 0,1 0-1 0 0,0 0 0 0 0,0 0 1 0 0,0 0-1 0 0,1 0 0 0 0,-1 11 1 0 0,4 60-23 0 0,-1-54-12 0 0,53 561 844 0 0,-43-508-704 0 0,37 129-1 0 0,-29-119-105 0 0,-12-48 0 0 0,-13-57-1452 0 0,2 6 112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29.1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14 168 2303 0 0,'-3'-4'-438'0'0,"2"1"742"0"0,-1 1 1 0 0,1-1-1 0 0,-1 1 1 0 0,1-1-1 0 0,0 0 1 0 0,0 1 0 0 0,0-1-1 0 0,0-3 1 0 0,1 5-22 0 0,0 0 1 0 0,0 0-1 0 0,1 0 1 0 0,-1 0-1 0 0,0 0 1 0 0,0 0-1 0 0,1 0 1 0 0,-1 0-1 0 0,1 0 1 0 0,-1 0-1 0 0,1 0 1 0 0,-1 1-1 0 0,1-1 1 0 0,0 0-1 0 0,-1 0 1 0 0,1 0-1 0 0,0 1 1 0 0,-1-1-1 0 0,1 0 1 0 0,0 1 0 0 0,0-1-1 0 0,0 0 1 0 0,0 1-1 0 0,0-1 1 0 0,0 1-1 0 0,1-1 1 0 0,8-3 1257 0 0,0 1 0 0 0,0-1 0 0 0,0 2 0 0 0,20-3 1 0 0,13-4-43 0 0,-21 2-1182 0 0,-1 0 0 0 0,39-21 0 0 0,4-9-2600 0 0,-51 28-4964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29.5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94 126 2759 0 0,'10'-33'478'0'0,"-5"18"1087"0"0,0 0 0 0 0,-1 0 0 0 0,2-22 0 0 0,-5 37-1464 0 0,-1 0 0 0 0,0-1 0 0 0,0 1 0 0 0,0 0 0 0 0,0-1 1 0 0,0 1-1 0 0,0-1 0 0 0,0 1 0 0 0,0 0 0 0 0,0-1 0 0 0,0 1 1 0 0,0 0-1 0 0,0-1 0 0 0,0 1 0 0 0,0 0 0 0 0,0-1 0 0 0,0 1 0 0 0,0 0 1 0 0,-1-1-1 0 0,1 1 0 0 0,0 0 0 0 0,0-1 0 0 0,0 1 0 0 0,-1 0 1 0 0,1-1-1 0 0,0 1 0 0 0,0 0 0 0 0,-1 0 0 0 0,1-1 0 0 0,-1 1 1 0 0,-7 5 1925 0 0,-9 17-57 0 0,3 5-1229 0 0,0 0-1 0 0,2 2 1 0 0,1-1 0 0 0,1 2 0 0 0,1-1 0 0 0,2 1-1 0 0,-6 55 1 0 0,9-34-321 0 0,2 0 0 0 0,3 0 0 0 0,14 97 0 0 0,-9-114-178 0 0,2 0-1 0 0,18 50 0 0 0,34 61 801 0 0,-24-61-797 0 0,-27-59-26 0 0,-7-18-452 0 0,0 0-1 0 0,0-1 1 0 0,1 0-1 0 0,0 1 1 0 0,0-1-1 0 0,1 0 1 0 0,0-1-1 0 0,7 10 0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2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112 70 4143 0 0,'1'-5'387'0'0,"0"1"-1"0"0,0 0 1 0 0,0-1-1 0 0,0 1 0 0 0,-1-8 1 0 0,0 10-75 0 0,0 0 0 0 0,0-1 0 0 0,0 1 0 0 0,0 0 0 0 0,0-1 0 0 0,-1 1 1 0 0,1 0-1 0 0,-1 0 0 0 0,0-1 0 0 0,0 1 0 0 0,1 0 0 0 0,-3-3 0 0 0,3 5-237 0 0,-1-1 0 0 0,1 1-1 0 0,0 0 1 0 0,-1-1 0 0 0,1 1-1 0 0,0 0 1 0 0,0 0 0 0 0,-1 0-1 0 0,1-1 1 0 0,-1 1 0 0 0,1 0-1 0 0,0 0 1 0 0,-1 0 0 0 0,1 0-1 0 0,0-1 1 0 0,-1 1 0 0 0,1 0-1 0 0,-1 0 1 0 0,1 0 0 0 0,0 0-1 0 0,-1 0 1 0 0,1 0 0 0 0,-1 0-1 0 0,1 0 1 0 0,0 0-1 0 0,-1 0 1 0 0,1 1 0 0 0,-1-1-1 0 0,1 0 1 0 0,-1 0 0 0 0,-11 11 1326 0 0,-7 17 220 0 0,18-28-1567 0 0,-9 19 698 0 0,0 1-1 0 0,2 0 1 0 0,0 0-1 0 0,1 0 1 0 0,-6 28 0 0 0,10-28-490 0 0,0 0-1 0 0,1 0 1 0 0,1 0 0 0 0,1 1 0 0 0,1-1 0 0 0,0 0-1 0 0,2 0 1 0 0,0 0 0 0 0,10 31 0 0 0,-7-30-86 0 0,2-1 0 0 0,16 34 0 0 0,-21-48-177 0 0,0 0 1 0 0,1-1-1 0 0,0 1 0 0 0,0-1 1 0 0,0 0-1 0 0,0 0 0 0 0,1-1 1 0 0,0 1-1 0 0,0-1 0 0 0,0 0 1 0 0,0 0-1 0 0,1-1 0 0 0,9 5 0 0 0,10-3-1794 0 0,-12-5-6007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2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2 244 2303 0 0,'-1'-21'1363'0'0,"1"-1"0"0"0,0 1 0 0 0,2 0 0 0 0,1 0 0 0 0,1 0-1 0 0,0 0 1 0 0,9-23 0 0 0,0 12 1181 0 0,-12 31-2381 0 0,-1 0 0 0 0,1 0 0 0 0,0-1 0 0 0,-1 1 0 0 0,1 0 0 0 0,0 0 0 0 0,0 0 0 0 0,0 0 0 0 0,0 0 0 0 0,0 0 0 0 0,0 0 0 0 0,0 0 0 0 0,0 0 0 0 0,0 1 1 0 0,1-1-1 0 0,-1 0 0 0 0,0 1 0 0 0,0-1 0 0 0,1 1 0 0 0,-1-1 0 0 0,2 0 0 0 0,-2 2-81 0 0,0-1 1 0 0,0 0 0 0 0,0 0 0 0 0,0 1 0 0 0,0-1 0 0 0,0 1-1 0 0,0-1 1 0 0,-1 1 0 0 0,1-1 0 0 0,0 1 0 0 0,0-1 0 0 0,0 1-1 0 0,-1 0 1 0 0,1 0 0 0 0,0-1 0 0 0,-1 1 0 0 0,1 0 0 0 0,-1 0-1 0 0,1 0 1 0 0,-1-1 0 0 0,1 1 0 0 0,-1 0 0 0 0,1 0-1 0 0,-1 0 1 0 0,0 0 0 0 0,1 1 0 0 0,5 27 673 0 0,-6-28-742 0 0,3 33 398 0 0,-2 62-1 0 0,-3-71-369 0 0,2 1 0 0 0,1 0 0 0 0,1-1-1 0 0,7 39 1 0 0,-8-61-31 0 0,0 0 0 0 0,0 1 1 0 0,0-1-1 0 0,1 0 0 0 0,-1 0 0 0 0,4 5 0 0 0,-5-7-111 0 0,1-1-1 0 0,0 1 1 0 0,-1 0-1 0 0,1 0 1 0 0,0-1-1 0 0,0 1 0 0 0,-1 0 1 0 0,1-1-1 0 0,0 1 1 0 0,0-1-1 0 0,0 1 1 0 0,0-1-1 0 0,0 0 1 0 0,0 1-1 0 0,0-1 1 0 0,0 0-1 0 0,0 1 1 0 0,0-1-1 0 0,0 0 0 0 0,0 0 1 0 0,0 0-1 0 0,0 0 1 0 0,0 0-1 0 0,0 0 1 0 0,1-1-1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2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3679 0 0,'0'0'75'0'0,"0"0"0"0"0,0-1 0 0 0,0 1 0 0 0,1 0 1 0 0,-1 0-1 0 0,0 0 0 0 0,0 0 0 0 0,0-1 0 0 0,0 1 0 0 0,0 0 0 0 0,0 0 0 0 0,1 0 0 0 0,-1 0 0 0 0,0 0 0 0 0,0 0 0 0 0,0 0 0 0 0,0-1 0 0 0,1 1 0 0 0,-1 0 0 0 0,0 0 0 0 0,0 0 0 0 0,0 0 0 0 0,1 0 0 0 0,-1 0 0 0 0,0 0 0 0 0,0 0 0 0 0,0 0 0 0 0,1 0 0 0 0,-1 0 0 0 0,0 0 0 0 0,0 0 0 0 0,0 0 0 0 0,0 0 0 0 0,1 0 0 0 0,-1 0 0 0 0,0 1 0 0 0,0-1 0 0 0,0 0 0 0 0,1 0 0 0 0,8 8 2652 0 0,6 12 947 0 0,-11-13-2843 0 0,0 0 1 0 0,0 0-1 0 0,-1 1 1 0 0,0-1-1 0 0,-1 1 1 0 0,0-1-1 0 0,2 14 1 0 0,-1 1 270 0 0,-1 31-1 0 0,1 6-966 0 0,-4-59-205 0 0,1 1-1 0 0,0-1 1 0 0,0 1-1 0 0,1-1 1 0 0,-1 1-1 0 0,0-1 1 0 0,0 1-1 0 0,0-1 1 0 0,0 1-1 0 0,0-1 1 0 0,0 0-1 0 0,1 1 1 0 0,-1-1-1 0 0,0 1 1 0 0,0-1-1 0 0,1 1 1 0 0,-1-1-1 0 0,0 0 1 0 0,1 1-1 0 0,-1-1 1 0 0,0 0-1 0 0,1 1 1 0 0,-1-1-1 0 0,1 0 1 0 0,-1 1-1 0 0,0-1 1 0 0,1 0 0 0 0,-1 0-1 0 0,2 1 1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3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30 8751 0 0,'2'-3'110'0'0,"-1"0"0"0"0,0 1-1 0 0,1 0 1 0 0,0-1 0 0 0,0 1 0 0 0,-1 0-1 0 0,1 0 1 0 0,4-3 0 0 0,-4 4 181 0 0,0 0 0 0 0,-1 0 0 0 0,1 1 0 0 0,0-1 0 0 0,0 1 1 0 0,0-1-1 0 0,0 1 0 0 0,0 0 0 0 0,0-1 0 0 0,-1 1 0 0 0,1 0 1 0 0,0 0-1 0 0,0 1 0 0 0,3-1 0 0 0,-2 1-67 0 0,0-1 0 0 0,1 1 0 0 0,-1-1 0 0 0,0 1 0 0 0,0 0 0 0 0,0 0 0 0 0,0 1 0 0 0,0-1 0 0 0,0 1 0 0 0,0-1 0 0 0,0 1 0 0 0,0 0 0 0 0,-1 0 0 0 0,1 0 0 0 0,-1 0 0 0 0,1 1 0 0 0,-1-1 0 0 0,0 1 0 0 0,0-1 0 0 0,0 1 0 0 0,0 0 0 0 0,0 0 0 0 0,-1 0 0 0 0,1 0 0 0 0,-1 0 0 0 0,0 0 0 0 0,0 0 0 0 0,0 0 0 0 0,0 1 0 0 0,-1-1 0 0 0,1 0 0 0 0,-1 0 0 0 0,0 5 0 0 0,0 3-139 0 0,0 0 1 0 0,-1-1 0 0 0,-1 1 0 0 0,1 0 0 0 0,-2 0 0 0 0,1-1 0 0 0,-2 1 0 0 0,1-1 0 0 0,-6 11-1 0 0,4-11-55 0 0,0 0-1 0 0,-1 0 1 0 0,0 0-1 0 0,-1-1 1 0 0,0 1-1 0 0,0-2 1 0 0,-1 1-1 0 0,0-1 1 0 0,-16 13-1 0 0,24-21-29 0 0,-1 0 1 0 0,1 1-1 0 0,-1-1 0 0 0,1 0 0 0 0,-1 1 1 0 0,1-1-1 0 0,0 0 0 0 0,-1 1 0 0 0,1-1 0 0 0,-1 0 1 0 0,0 0-1 0 0,1 0 0 0 0,-1 1 0 0 0,1-1 1 0 0,-1 0-1 0 0,1 0 0 0 0,-1 0 0 0 0,1 0 0 0 0,-1 0 1 0 0,1 0-1 0 0,-1 0 0 0 0,1 0 0 0 0,-1 0 1 0 0,0 0-1 0 0,1-1 0 0 0,-1 1 0 0 0,1 0 1 0 0,-1 0-1 0 0,1 0 0 0 0,-1-1 0 0 0,1 1 0 0 0,-1 0 1 0 0,1-1-1 0 0,0 1 0 0 0,-1 0 0 0 0,1-1 1 0 0,-1 1-1 0 0,1 0 0 0 0,0-1 0 0 0,-1 1 1 0 0,1-1-1 0 0,0 1 0 0 0,-1-1 0 0 0,1 1 0 0 0,0-1 1 0 0,0 1-1 0 0,0-1 0 0 0,-1 1 0 0 0,1-1 1 0 0,0 1-1 0 0,0-1 0 0 0,0 1 0 0 0,0-1 0 0 0,0 1 1 0 0,0-1-1 0 0,0-1 0 0 0,0 0 0 0 0,0-1 0 0 0,0 1 0 0 0,0-1 0 0 0,0 1 0 0 0,0 0 0 0 0,1-1 0 0 0,-1 1 0 0 0,1-1-1 0 0,0 1 1 0 0,0-1 0 0 0,2-3 0 0 0,-2 4 0 0 0,0 0 0 0 0,1 0 0 0 0,0 0 0 0 0,-1 0 0 0 0,1 0 0 0 0,0 0 0 0 0,0 1 0 0 0,0-1 0 0 0,0 0 0 0 0,0 1 0 0 0,0 0 0 0 0,1 0 0 0 0,-1-1 0 0 0,0 1 0 0 0,1 1 0 0 0,-1-1 0 0 0,1 0 0 0 0,-1 1 0 0 0,1-1 0 0 0,-1 1 0 0 0,1-1 0 0 0,-1 1 0 0 0,1 0 0 0 0,0 0 0 0 0,-1 1 0 0 0,1-1 0 0 0,-1 0 0 0 0,1 1 0 0 0,-1 0 0 0 0,1-1 0 0 0,-1 1 0 0 0,0 0 0 0 0,1 0 0 0 0,-1 0 0 0 0,0 1 0 0 0,1-1 0 0 0,-1 0 0 0 0,0 1 0 0 0,2 2 0 0 0,3 4 12 0 0,-2 0 0 0 0,1 0 0 0 0,-1 1 1 0 0,8 16-1 0 0,-10-16-1 0 0,1-1 0 0 0,1 0 0 0 0,0 0 1 0 0,0 0-1 0 0,11 13 0 0 0,-14-20-9 0 0,-1 0 0 0 0,0 0-1 0 0,0 0 1 0 0,0 0 0 0 0,1 0 0 0 0,-1 0-1 0 0,1 0 1 0 0,-1-1 0 0 0,1 1 0 0 0,-1 0-1 0 0,1-1 1 0 0,-1 1 0 0 0,1-1 0 0 0,-1 0-1 0 0,1 0 1 0 0,-1 1 0 0 0,1-1 0 0 0,0 0-1 0 0,2 0 1 0 0,-1-1 5 0 0,0 0 0 0 0,0 0 0 0 0,0 1 0 0 0,-1-2 0 0 0,1 1 0 0 0,0 0 0 0 0,-1 0 0 0 0,1-1 0 0 0,4-3 0 0 0,1-1-1 0 0,-1-1 0 0 0,-1 0 0 0 0,1 0-1 0 0,-1 0 1 0 0,9-14 0 0 0,-8 8-1028 0 0,-1 0-3742 0 0,-5 11 4065 0 0,5-11-6460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3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6447 0 0,'0'0'31'0'0,"0"0"0"0"0,0-1 0 0 0,0 1-1 0 0,0 0 1 0 0,0 0 0 0 0,0 0 0 0 0,0 0 0 0 0,0 0-1 0 0,0 0 1 0 0,0-1 0 0 0,0 1 0 0 0,0 0-1 0 0,0 0 1 0 0,0 0 0 0 0,0 0 0 0 0,0 0 0 0 0,0 0-1 0 0,0-1 1 0 0,0 1 0 0 0,0 0 0 0 0,0 0-1 0 0,0 0 1 0 0,0 0 0 0 0,0 0 0 0 0,0 0-1 0 0,0-1 1 0 0,0 1 0 0 0,0 0 0 0 0,0 0 0 0 0,0 0-1 0 0,1 0 1 0 0,-1 0 0 0 0,0 0 0 0 0,0 0-1 0 0,0 0 1 0 0,0-1 0 0 0,0 1 0 0 0,0 0 0 0 0,0 0-1 0 0,1 0 1 0 0,-1 0 0 0 0,0 0 0 0 0,0 0-1 0 0,0 0 1 0 0,0 0 0 0 0,0 0 0 0 0,0 0-1 0 0,1 0 1 0 0,-1 0 0 0 0,0 0 0 0 0,0 0 0 0 0,0 0-1 0 0,0 0 1 0 0,0 0 0 0 0,1 0 0 0 0,-1 0-1 0 0,0 0 1 0 0,0 0 0 0 0,0 0 0 0 0,0 0 0 0 0,0 0-1 0 0,0 1 1 0 0,1-1 0 0 0,9 11 1985 0 0,14 25 1091 0 0,-21-32-2768 0 0,14 21 1464 0 0,56 94 3534 0 0,-61-95-4839 0 0,0 0 1 0 0,-1 1 0 0 0,8 29 0 0 0,-14-36-421 0 0,-1-1 0 0 0,0 1 1 0 0,-2 0-1 0 0,0 0 0 0 0,-1 0 1 0 0,0 0-1 0 0,-2 0 0 0 0,0 1 1 0 0,-1-1-1 0 0,-1-1 0 0 0,0 1 1 0 0,-2 0-1 0 0,0-1 0 0 0,-12 28 0 0 0,-39 74 18 0 0,29-70-6817 0 0,11-24-827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4.7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38 5527 0 0,'-2'-38'8444'0'0,"0"66"-3052"0"0,1-19-5018 0 0,0-1 1 0 0,1 0-1 0 0,0 1 1 0 0,1 8-1 0 0,26 209 1806 0 0,-21-161-1972 0 0,-7-64-119 0 0,-1-5-130 0 0,-1-6-2272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5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82 2303 0 0,'-1'-6'13771'0'0,"24"6"-12167"0"0,51 0 3030 0 0,-36-6-4080 0 0,-1-2 0 0 0,57-19-1 0 0,-22 5-23 0 0,-59 20-511 0 0,-10 1-20 0 0,1 0 1 0 0,-1 1-1 0 0,1-1 1 0 0,-1-1 0 0 0,5 0-1 0 0,-7 0 1 0 0,-2 1-23 0 0,1 1-98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9.4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0 385 5063 0 0,'1'-9'12295'0'0,"4"3"-11652"0"0,0 0 0 0 0,0-1 0 0 0,-1 1-1 0 0,0-1 1 0 0,5-12 0 0 0,7-26-131 0 0,-3-1 0 0 0,-1 0 0 0 0,5-51 0 0 0,-16 87-473 0 0,0 0-1 0 0,-1-15 1 0 0,0 22-29 0 0,0-1-1 0 0,0 1 1 0 0,-1 0 0 0 0,0 0-1 0 0,1 0 1 0 0,-1 0 0 0 0,0-1-1 0 0,-1 1 1 0 0,1 0 0 0 0,0 0-1 0 0,-4-4 1 0 0,5 7-10 0 0,0-1 0 0 0,0 1 0 0 0,0 0 0 0 0,0 0 0 0 0,0 0 0 0 0,0 0 0 0 0,-1-1 0 0 0,1 1 0 0 0,0 0 0 0 0,0 0 0 0 0,0 0 0 0 0,0 0 0 0 0,0-1 0 0 0,0 1 0 0 0,0 0 0 0 0,-1 0 0 0 0,1 0 0 0 0,0 0 0 0 0,0 0 0 0 0,0 0 0 0 0,0 0 0 0 0,0 0 0 0 0,-1-1 0 0 0,1 1 0 0 0,0 0 0 0 0,0 0 0 0 0,0 0 0 0 0,0 0 0 0 0,-1 0 0 0 0,1 0 0 0 0,0 0 0 0 0,0 0 0 0 0,0 0 0 0 0,-1 0 0 0 0,1 0 0 0 0,0 0 0 0 0,0 0 0 0 0,0 0 0 0 0,0 0 0 0 0,-1 0 0 0 0,1 0 0 0 0,0 1 0 0 0,0-1 0 0 0,0 0 0 0 0,0 0 0 0 0,-1 0 0 0 0,1 0 0 0 0,-2 11 0 0 0,5 14 0 0 0,25 64-33 0 0,-18-60 12 0 0,-1 1 0 0 0,9 52 0 0 0,-5 83 21 0 0,-13-164-23 0 0,0 1-1 0 0,0-1 0 0 0,0 0 1 0 0,0 1-1 0 0,1-1 1 0 0,-1 0-1 0 0,0 1 1 0 0,1-1-1 0 0,-1 0 0 0 0,1 0 1 0 0,-1 1-1 0 0,1-1 1 0 0,-1 0-1 0 0,1 0 1 0 0,0 0-1 0 0,0 0 0 0 0,0 0 1 0 0,0 0-1 0 0,0 0 1 0 0,0 0-1 0 0,0 0 1 0 0,0 0-1 0 0,0 0 0 0 0,2 0 1 0 0,3 0-652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39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0 130 6447 0 0,'1'11'996'0'0,"1"-1"-1"0"0,-1 1 0 0 0,2-1 0 0 0,-1 0 0 0 0,2 0 1 0 0,-1 0-1 0 0,1-1 0 0 0,1 1 0 0 0,9 15 0 0 0,-11-20-705 0 0,1-1-1 0 0,-1 1 0 0 0,0-1 1 0 0,1 0-1 0 0,0 0 0 0 0,0-1 1 0 0,0 1-1 0 0,1-1 0 0 0,-1 0 1 0 0,1 0-1 0 0,-1 0 0 0 0,1 0 1 0 0,0-1-1 0 0,0 0 0 0 0,0 0 1 0 0,1-1-1 0 0,-1 1 1 0 0,8 0-1 0 0,-6-1-184 0 0,1-1 1 0 0,0 0 0 0 0,0 0-1 0 0,-1-1 1 0 0,1 1 0 0 0,0-2-1 0 0,-1 1 1 0 0,1-1-1 0 0,-1-1 1 0 0,1 1 0 0 0,-1-1-1 0 0,10-6 1 0 0,-9 5-60 0 0,0-2 0 0 0,1 1 0 0 0,-2-1 0 0 0,1 0 0 0 0,-1-1-1 0 0,0 0 1 0 0,0 0 0 0 0,-1 0 0 0 0,0-1 0 0 0,0 0 0 0 0,6-12 0 0 0,-10 16-29 0 0,0 0 1 0 0,0-1-1 0 0,0 1 0 0 0,0-1 0 0 0,-1 0 1 0 0,0 1-1 0 0,0-1 0 0 0,0 0 0 0 0,-1 0 1 0 0,1 0-1 0 0,-1 1 0 0 0,0-1 0 0 0,-1 0 1 0 0,1 0-1 0 0,-1 0 0 0 0,0 1 0 0 0,0-1 1 0 0,0 0-1 0 0,-1 1 0 0 0,0-1 0 0 0,0 1 1 0 0,0-1-1 0 0,0 1 0 0 0,-5-6 0 0 0,3 4-16 0 0,0 1-1 0 0,-1-1 0 0 0,0 1 1 0 0,0 0-1 0 0,0 0 0 0 0,-1 1 0 0 0,1 0 1 0 0,-1 0-1 0 0,0 0 0 0 0,-1 1 0 0 0,1-1 1 0 0,0 1-1 0 0,-1 1 0 0 0,0-1 0 0 0,1 1 1 0 0,-1 1-1 0 0,0-1 0 0 0,0 1 1 0 0,0 0-1 0 0,0 1 0 0 0,-1 0 0 0 0,1 0 1 0 0,0 0-1 0 0,0 1 0 0 0,0 0 0 0 0,0 0 1 0 0,0 1-1 0 0,0 0 0 0 0,1 0 0 0 0,-1 0 1 0 0,0 1-1 0 0,1 0 0 0 0,0 1 1 0 0,0-1-1 0 0,0 1 0 0 0,0 0 0 0 0,0 1 1 0 0,1-1-1 0 0,-8 9 0 0 0,8-7-113 0 0,1 0-1 0 0,0 0 1 0 0,-1 0-1 0 0,2 0 1 0 0,-1 0-1 0 0,1 1 0 0 0,0 0 1 0 0,0 0-1 0 0,1 0 1 0 0,0 0-1 0 0,0 0 1 0 0,1 0-1 0 0,-2 12 1 0 0,3-2-858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2.0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 5983 0 0,'5'-17'14816'0'0,"12"11"-14441"0"0,-17 6-356 0 0,0 0-1 0 0,0 0 1 0 0,1 0 0 0 0,-1 0 0 0 0,0 0-1 0 0,0 0 1 0 0,1 0 0 0 0,-1 0 0 0 0,0 0-1 0 0,0 0 1 0 0,1 0 0 0 0,-1 0 0 0 0,0 0-1 0 0,1 0 1 0 0,-1 0 0 0 0,0 0 0 0 0,0 0-1 0 0,0 1 1 0 0,1-1 0 0 0,-1 0 0 0 0,0 0-1 0 0,0 0 1 0 0,1 0 0 0 0,-1 0 0 0 0,0 1-1 0 0,0-1 1 0 0,0 0 0 0 0,1 0 0 0 0,-1 0-1 0 0,0 1 1 0 0,0-1 0 0 0,0 0 0 0 0,0 0-1 0 0,0 1 1 0 0,0-1 0 0 0,1 0 0 0 0,-1 0-1 0 0,0 1 1 0 0,0-1 0 0 0,0 0 0 0 0,0 0-1 0 0,0 1 1 0 0,0-1 0 0 0,0 0 0 0 0,0 0-1 0 0,0 1 1 0 0,0-1 0 0 0,0 0 0 0 0,0 0-1 0 0,0 1 1 0 0,0-1 0 0 0,-1 0 0 0 0,1 0-1 0 0,0 1 1 0 0,0-1 0 0 0,0 0 0 0 0,0 1-1 0 0,-5 14 173 0 0,5-15-193 0 0,-4 10-743 0 0,2-4-4797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2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66 124 6911 0 0,'0'-12'325'0'0,"0"0"-1"0"0,-1 0 1 0 0,0 0-1 0 0,-1 0 1 0 0,0 0-1 0 0,-1 0 1 0 0,-6-17-1 0 0,9 28-209 0 0,0 1-1 0 0,0-1 1 0 0,0 1-1 0 0,-1-1 1 0 0,1 0 0 0 0,0 1-1 0 0,-1-1 1 0 0,1 1-1 0 0,0-1 1 0 0,-1 1-1 0 0,1-1 1 0 0,0 1-1 0 0,-1 0 1 0 0,1-1-1 0 0,-1 1 1 0 0,1-1-1 0 0,-1 1 1 0 0,1 0-1 0 0,-1 0 1 0 0,1-1-1 0 0,-1 1 1 0 0,1 0-1 0 0,-2-1 1 0 0,2 2-8 0 0,-1-1 0 0 0,1 0 0 0 0,-1 0 0 0 0,1 0 0 0 0,-1 0 0 0 0,1 1 0 0 0,-1-1 0 0 0,1 0 0 0 0,-1 0 0 0 0,1 1 0 0 0,0-1 0 0 0,-1 0 1 0 0,1 1-1 0 0,-1-1 0 0 0,1 1 0 0 0,0-1 0 0 0,-1 0 0 0 0,1 1 0 0 0,0-1 0 0 0,-1 1 0 0 0,0 3 251 0 0,-1-1-1 0 0,0 1 1 0 0,1 0 0 0 0,-1 0-1 0 0,0 5 1 0 0,-7 58 1643 0 0,2 0 1 0 0,4 106-1 0 0,4-145-1850 0 0,1 0 0 0 0,10 48 0 0 0,-10-67-131 0 0,0 1 0 0 0,1-1 0 0 0,0-1 0 0 0,1 1 0 0 0,0 0 0 0 0,1-1 0 0 0,-1 0 0 0 0,1 0 0 0 0,1 0 0 0 0,0-1 0 0 0,0 0 0 0 0,8 8 0 0 0,-10-12-13 0 0,-1 0-1 0 0,1-1 0 0 0,1 1 1 0 0,-1-1-1 0 0,0 1 1 0 0,1-1-1 0 0,-1-1 1 0 0,1 1-1 0 0,-1-1 1 0 0,10 2-1 0 0,12-1-6578 0 0,-13-4-679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3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2759 0 0,'3'-16'112'0'0,"-3"14"394"0"0,1 0 0 0 0,0 0 0 0 0,0 0 1 0 0,0 0-1 0 0,0 0 0 0 0,0 1 0 0 0,0-1 0 0 0,2-3 0 0 0,0 3 383 0 0,0 0 1 0 0,0-1-1 0 0,0 1 0 0 0,0 0 1 0 0,0 0-1 0 0,0 1 0 0 0,0-1 1 0 0,7-2-1 0 0,5-1 478 0 0,0 1 1 0 0,1 1 0 0 0,-1 0-1 0 0,28-1 1 0 0,-18 3-2272 0 0,0 2-1 0 0,29 4 1 0 0,-42-4-6196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3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0 292 3223 0 0,'14'-31'3933'0'0,"-1"0"0"0"0,-2-1 0 0 0,14-65 0 0 0,-21 75-2617 0 0,-1-1 0 0 0,-1-33 0 0 0,8 99-948 0 0,4 25-125 0 0,-4-21-2 0 0,5 53 0 0 0,-14-80-234 0 0,0-7-10 0 0,0 0 0 0 0,0 0 0 0 0,1-1 1 0 0,1 1-1 0 0,5 17 0 0 0,-7-29-77 0 0,0 1 1 0 0,0-1-1 0 0,0 1 1 0 0,0-1-1 0 0,0 0 1 0 0,0 1-1 0 0,0-1 1 0 0,0 0-1 0 0,0 0 1 0 0,1 1-1 0 0,-1-1 1 0 0,2 1-1 0 0,6 2-5853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3.5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 6447 0 0,'3'0'243'0'0,"-1"-1"1"0"0,1 0-1 0 0,0 1 0 0 0,0 0 0 0 0,-1 0 0 0 0,1-1 0 0 0,0 2 0 0 0,0-1 0 0 0,0 0 0 0 0,-1 0 0 0 0,1 1 0 0 0,0 0 0 0 0,-1-1 1 0 0,1 1-1 0 0,4 2 0 0 0,-2-1 436 0 0,1 1 1 0 0,0-1 0 0 0,-1 1-1 0 0,0 0 1 0 0,0 1 0 0 0,0-1-1 0 0,0 1 1 0 0,0 0 0 0 0,-1 0-1 0 0,1 0 1 0 0,-1 1 0 0 0,6 9-1 0 0,-7-10-506 0 0,-1-1 0 0 0,0 1 0 0 0,-1 0 0 0 0,1 0 0 0 0,-1 0 0 0 0,0 0 0 0 0,0 1-1 0 0,0-1 1 0 0,0 0 0 0 0,-1 0 0 0 0,0 1 0 0 0,0-1 0 0 0,0 0 0 0 0,0 0-1 0 0,-1 1 1 0 0,1-1 0 0 0,-1 0 0 0 0,0 0 0 0 0,-3 7 0 0 0,1-3-163 0 0,-1 0 1 0 0,0 1-1 0 0,-1-2 1 0 0,1 1-1 0 0,-2 0 0 0 0,1-1 1 0 0,-1 0-1 0 0,0 0 1 0 0,-1-1-1 0 0,1 1 1 0 0,-1-1-1 0 0,-1-1 0 0 0,1 1 1 0 0,-1-2-1 0 0,0 1 1 0 0,-12 5-1 0 0,10-7-353 0 0,0-2-154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3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43 3223 0 0,'3'-12'15036'0'0,"20"5"-13121"0"0,27-5 0 0 0,-19 7-1665 0 0,-1 2 0 0 0,31 0 0 0 0,-60 3-223 0 0,12 0-1571 0 0,-5 2-3237 0 0,2 1-2329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4.1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1 320 3223 0 0,'3'-11'1916'0'0,"2"1"0"0"0,-1-1 0 0 0,10-17 0 0 0,4-5 1655 0 0,-11 16-1986 0 0,-1 0 0 0 0,-1 0 0 0 0,6-32-1 0 0,-8 31-1029 0 0,-1 0-1 0 0,-2 0 1 0 0,-1-31-1 0 0,1 47-538 0 0,0 0-1 0 0,0 0 1 0 0,0-1-1 0 0,0 1 1 0 0,0 0-1 0 0,0 0 1 0 0,2-4-1 0 0,-2 6-13 0 0,0 0-1 0 0,0-1 1 0 0,0 1-1 0 0,0 0 1 0 0,0 0-1 0 0,0 0 0 0 0,0 0 1 0 0,0 0-1 0 0,0 0 1 0 0,0 0-1 0 0,1 0 1 0 0,-1-1-1 0 0,0 1 1 0 0,0 0-1 0 0,0 0 1 0 0,0 0-1 0 0,0 0 1 0 0,0 0-1 0 0,0 0 1 0 0,0 0-1 0 0,0 0 1 0 0,0 0-1 0 0,1 0 1 0 0,-1 0-1 0 0,0 0 1 0 0,0 0-1 0 0,0 0 1 0 0,0 0-1 0 0,0 0 0 0 0,0 0 1 0 0,0 0-1 0 0,1 0 1 0 0,-1 0-1 0 0,0 0 1 0 0,0 0-1 0 0,0 0 1 0 0,0 0-1 0 0,0 0 1 0 0,0 0-1 0 0,0 0 1 0 0,0 0-1 0 0,1 0 1 0 0,-1 0-1 0 0,0 0 1 0 0,0 0-1 0 0,0 0 1 0 0,6 11 28 0 0,5 27 54 0 0,-2 0-1 0 0,-1 0 1 0 0,3 54-1 0 0,-6-53-38 0 0,-3 0 107 0 0,3 17-40 0 0,-4-50-114 0 0,0-1 0 0 0,0 0-1 0 0,1 1 1 0 0,0-1 0 0 0,0 0 0 0 0,0 0 0 0 0,5 8-1 0 0,0-7-694 0 0,-3-5 9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4.6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4031 0 0,'0'-3'142'0'0,"1"0"0"0"0,-1 0-1 0 0,1 0 1 0 0,0 1-1 0 0,0-1 1 0 0,0 0-1 0 0,0 0 1 0 0,1 1-1 0 0,1-5 1 0 0,-2 7 72 0 0,0-1 1 0 0,-1 0-1 0 0,1 1 1 0 0,0-1-1 0 0,-1 0 1 0 0,1 1-1 0 0,0-1 1 0 0,0 1-1 0 0,-1 0 0 0 0,1-1 1 0 0,0 1-1 0 0,0-1 1 0 0,0 1-1 0 0,0 0 1 0 0,0 0-1 0 0,0 0 1 0 0,-1-1-1 0 0,1 1 1 0 0,0 0-1 0 0,0 0 0 0 0,0 0 1 0 0,0 0-1 0 0,0 1 1 0 0,0-1-1 0 0,0 0 1 0 0,0 0-1 0 0,0 0 1 0 0,-1 1-1 0 0,1-1 1 0 0,0 0-1 0 0,0 1 0 0 0,0-1 1 0 0,-1 1-1 0 0,1-1 1 0 0,1 2-1 0 0,6 4 991 0 0,0-1-1 0 0,0 2 0 0 0,-1-1 1 0 0,10 12-1 0 0,-7-6-329 0 0,0 1 0 0 0,9 16 0 0 0,-3 1-236 0 0,23 59 0 0 0,-30-68-559 0 0,-2 2-1 0 0,-1-1 1 0 0,-1 1-1 0 0,-1 0 1 0 0,-1 0-1 0 0,-1 1 0 0 0,-1 32 1 0 0,-2-36-27 0 0,-1-1 1 0 0,0 0-1 0 0,-2 0 1 0 0,0 0-1 0 0,-2 0 1 0 0,0-1 0 0 0,-1 1-1 0 0,0-2 1 0 0,-14 24-1 0 0,-9 4-933 0 0,-40 47 0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0:45.4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5527 0 0,'0'-2'272'0'0,"0"-1"-1"0"0,0 1 0 0 0,1 0 0 0 0,-1 0 0 0 0,1 0 0 0 0,-1 0 0 0 0,1 0 0 0 0,0 0 0 0 0,0 0 0 0 0,0 0 0 0 0,0 0 1 0 0,0 0-1 0 0,0 0 0 0 0,0 0 0 0 0,1 1 0 0 0,-1-1 0 0 0,1 0 0 0 0,-1 1 0 0 0,1 0 0 0 0,0-1 0 0 0,-1 1 1 0 0,1 0-1 0 0,0 0 0 0 0,0 0 0 0 0,0 0 0 0 0,0 0 0 0 0,0 0 0 0 0,0 0 0 0 0,0 1 0 0 0,0-1 0 0 0,1 1 1 0 0,-1-1-1 0 0,0 1 0 0 0,0 0 0 0 0,0 0 0 0 0,0 0 0 0 0,1 0 0 0 0,-1 0 0 0 0,0 1 0 0 0,0-1 0 0 0,0 1 1 0 0,0-1-1 0 0,0 1 0 0 0,0 0 0 0 0,3 1 0 0 0,6 5 136 0 0,-1 0 0 0 0,0 1 0 0 0,0 1 0 0 0,0 0 0 0 0,-1 0 0 0 0,-1 0-1 0 0,1 1 1 0 0,-2 1 0 0 0,1-1 0 0 0,10 23 0 0 0,4 10-100 0 0,23 70-1 0 0,-29-65-194 0 0,-2 0 1 0 0,-2 1-1 0 0,-2 1 0 0 0,-2 0 0 0 0,2 66 0 0 0,-11-83 14 0 0,-1 0 0 0 0,-1 0-1 0 0,-2 0 1 0 0,-1 0-1 0 0,-1-1 1 0 0,-17 43 0 0 0,9-36-504 0 0,-2 0 0 0 0,-1-2 1 0 0,-3 0-1 0 0,-39 55 0 0 0,35-59-7766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2.2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0 232 10591 0 0,'1'-8'230'0'0,"1"0"0"0"0,-1-1-1 0 0,2 1 1 0 0,-1 1-1 0 0,1-1 1 0 0,0 0 0 0 0,1 1-1 0 0,6-13 1 0 0,50-61 3198 0 0,-54 74-2918 0 0,1-1 0 0 0,0 1 0 0 0,0 1 0 0 0,1-1 0 0 0,-1 1 0 0 0,1 1-1 0 0,1-1 1 0 0,10-5 0 0 0,-17 11-431 0 0,0-1 0 0 0,0 0 0 0 0,-1 1 0 0 0,1-1 0 0 0,0 1-1 0 0,0-1 1 0 0,0 1 0 0 0,-1 0 0 0 0,1 0 0 0 0,0 0 0 0 0,0 0 0 0 0,0 0 0 0 0,0 0-1 0 0,0 0 1 0 0,-1 1 0 0 0,1-1 0 0 0,0 1 0 0 0,0-1 0 0 0,2 2 0 0 0,-3-1-53 0 0,1 0 0 0 0,-1 0 0 0 0,0 0 0 0 0,0 0 0 0 0,0 1 0 0 0,0-1 0 0 0,0 0 0 0 0,0 1 0 0 0,0-1 0 0 0,0 1 0 0 0,0-1 0 0 0,-1 1 0 0 0,1-1 0 0 0,-1 1 0 0 0,1-1 0 0 0,-1 1 0 0 0,1-1 0 0 0,-1 1 0 0 0,0 0 0 0 0,0-1 0 0 0,0 1 0 0 0,0 2 0 0 0,0 3-10 0 0,-1 0 1 0 0,0 1-1 0 0,0-1 0 0 0,-1 0 1 0 0,0 0-1 0 0,-4 11 0 0 0,-22 40 72 0 0,19-43-11 0 0,2 0 0 0 0,-12 31 0 0 0,18-43-77 0 0,1 0 0 0 0,-1-1 0 0 0,1 1 0 0 0,-1 0 0 0 0,1 0 0 0 0,0 0 0 0 0,0 0 0 0 0,0 0 0 0 0,1 0 0 0 0,-1 0 0 0 0,1-1 0 0 0,-1 1 0 0 0,1 0 0 0 0,0 0-1 0 0,0-1 1 0 0,0 1 0 0 0,1 0 0 0 0,-1-1 0 0 0,2 3 0 0 0,1 2-1657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1.6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267 122 3679 0 0,'32'-54'3454'0'0,"-9"17"-753"0"0,-9 14-854 0 0,-9 15 2093 0 0,-18 26-1506 0 0,-78 94-45 0 0,-12 19-1682 0 0,54-63-444 0 0,25-37 209 0 0,-31 53 0 0 0,54-83-462 0 0,1 0 1 0 0,-1 0 0 0 0,1 0-1 0 0,-1 0 1 0 0,1 0-1 0 0,-1 0 1 0 0,1 0 0 0 0,0 0-1 0 0,-1 0 1 0 0,1 0-1 0 0,0 0 1 0 0,0 0 0 0 0,0 0-1 0 0,-1 0 1 0 0,1 0-1 0 0,0 0 1 0 0,1 0 0 0 0,-1 0-1 0 0,0 0 1 0 0,0 0-1 0 0,0 0 1 0 0,1 0 0 0 0,-1 0-1 0 0,1 2 1 0 0,0-2-5 0 0,0 0 1 0 0,1 0-1 0 0,-1-1 1 0 0,0 1-1 0 0,0 0 1 0 0,1-1-1 0 0,-1 1 1 0 0,0-1-1 0 0,1 1 0 0 0,-1-1 1 0 0,1 1-1 0 0,-1-1 1 0 0,1 0-1 0 0,-1 0 1 0 0,0 0-1 0 0,1 0 1 0 0,2 0-1 0 0,65-2 91 0 0,46 2 74 0 0,-100 0-122 0 0,1-1-1 0 0,25-3 1 0 0,-2-1-1276 0 0,-30 4-4093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1.8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24 5063 0 0,'-9'5'-104'0'0,"-5"6"4911"0"0,13-10-4521 0 0,1 0-1 0 0,-1-1 0 0 0,1 1 1 0 0,-1 0-1 0 0,1-1 1 0 0,0 1-1 0 0,-1 0 1 0 0,1-1-1 0 0,0 1 1 0 0,0 0-1 0 0,-1 0 0 0 0,1 0 1 0 0,0-1-1 0 0,0 1 1 0 0,0 0-1 0 0,0 0 1 0 0,0 0-1 0 0,0-1 0 0 0,0 1 1 0 0,0 0-1 0 0,0 0 1 0 0,1 0-1 0 0,-1-1 1 0 0,0 1-1 0 0,0 0 1 0 0,1 0-1 0 0,-1-1 0 0 0,0 1 1 0 0,1 0-1 0 0,-1-1 1 0 0,1 1-1 0 0,-1 0 1 0 0,1-1-1 0 0,-1 1 0 0 0,2 0 1 0 0,0 0-100 0 0,-1 1-1 0 0,1-1 1 0 0,0 0 0 0 0,0 0 0 0 0,0 0-1 0 0,0 0 1 0 0,0-1 0 0 0,0 1 0 0 0,0 0 0 0 0,0-1-1 0 0,0 1 1 0 0,0-1 0 0 0,0 0 0 0 0,0 0-1 0 0,3 0 1 0 0,33-4 250 0 0,-15-2-371 0 0,0-2 0 0 0,0 0 0 0 0,29-15 0 0 0,4-2-2268 0 0,-46 21-5529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2.3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 14279 0 0,'-3'0'1272'0'0,"0"0"-1016"0"0,2 2-256 0 0,-1-2 0 0 0,0 1 880 0 0,-1 1 128 0 0,-1-1 24 0 0,-4 1 8 0 0,-3 1-32 0 0,-2 0-8 0 0,4-1 0 0 0,3-1 0 0 0,1 1-648 0 0,2-1 56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4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74 412 2303 0 0,'-4'0'339'0'0,"-1"-1"-1"0"0,1 1 0 0 0,0-1 0 0 0,0 1 0 0 0,0 0 0 0 0,0 1 0 0 0,0-1 1 0 0,-7 2-1 0 0,9-1-82 0 0,1-1 1 0 0,-1 1 0 0 0,1-1 0 0 0,-1 1 0 0 0,1 0-1 0 0,-1-1 1 0 0,1 1 0 0 0,0 0 0 0 0,-1 0-1 0 0,1 0 1 0 0,0 0 0 0 0,0 0 0 0 0,0 0-1 0 0,0 1 1 0 0,0-1 0 0 0,0 0 0 0 0,0 0-1 0 0,0 1 1 0 0,1-1 0 0 0,-1 1 0 0 0,0-1-1 0 0,1 1 1 0 0,-1-1 0 0 0,1 1 0 0 0,-1-1 0 0 0,1 4-1 0 0,0-3-37 0 0,-1 0 0 0 0,1 0 0 0 0,0 1 0 0 0,0-1 0 0 0,0 0-1 0 0,0 0 1 0 0,1 1 0 0 0,-1-1 0 0 0,1 0 0 0 0,-1 0 0 0 0,1 1-1 0 0,0-1 1 0 0,0 0 0 0 0,0 0 0 0 0,0 0 0 0 0,0 0 0 0 0,0 0-1 0 0,0 0 1 0 0,1-1 0 0 0,-1 1 0 0 0,1 0 0 0 0,-1-1 0 0 0,1 1-1 0 0,0-1 1 0 0,0 1 0 0 0,0-1 0 0 0,-1 0 0 0 0,1 0 0 0 0,0 0-1 0 0,1 0 1 0 0,-1 0 0 0 0,0 0 0 0 0,0 0 0 0 0,5 0 0 0 0,-1 0-81 0 0,1 0 1 0 0,0 0-1 0 0,0-1 1 0 0,0 0 0 0 0,0 0-1 0 0,0 0 1 0 0,0-1-1 0 0,0 0 1 0 0,-1-1 0 0 0,10-2-1 0 0,-8 0-88 0 0,-1 1 0 0 0,1-1 0 0 0,-1-1-1 0 0,1 1 1 0 0,-1-1 0 0 0,-1 0 0 0 0,1-1 0 0 0,-1 1-1 0 0,0-2 1 0 0,0 1 0 0 0,5-8 0 0 0,0-1 24 0 0,0-1 1 0 0,-1-1 0 0 0,13-32-1 0 0,-17 35-64 0 0,-1 0 0 0 0,-1 0-1 0 0,-1-1 1 0 0,0 0 0 0 0,0 1 0 0 0,-1-1 0 0 0,-1 0-1 0 0,-2-25 1 0 0,0 27-4 0 0,0 0 0 0 0,-1 1 0 0 0,-1 0-1 0 0,0-1 1 0 0,-1 1 0 0 0,0 1 0 0 0,0-1 0 0 0,-1 0 0 0 0,-1 1-1 0 0,-12-18 1 0 0,17 26-6 0 0,-1 1 0 0 0,0 0 0 0 0,0 0 0 0 0,0-1 0 0 0,0 1 0 0 0,0 0 0 0 0,0 1 0 0 0,0-1 0 0 0,-1 0 0 0 0,1 1 0 0 0,-1-1 0 0 0,1 1 0 0 0,-1 0 0 0 0,0 0 0 0 0,1 0 0 0 0,-4-1 0 0 0,4 2 0 0 0,0 0 0 0 0,0 0 0 0 0,0 0 0 0 0,-1 0 0 0 0,1 1 0 0 0,0-1 0 0 0,0 1 0 0 0,0-1 0 0 0,0 1 0 0 0,0 0 0 0 0,0 0 0 0 0,0 0 0 0 0,1 0 0 0 0,-1 0 0 0 0,0 0 0 0 0,0 0 0 0 0,1 1 0 0 0,-1-1 0 0 0,1 0 0 0 0,-1 1 0 0 0,1 0 0 0 0,-2 2 0 0 0,-1 2-4 0 0,0-1 0 0 0,0 1 0 0 0,1 0 0 0 0,0 0 0 0 0,0 0 0 0 0,1 1 0 0 0,-3 11 0 0 0,1-2-7 0 0,1 1 1 0 0,0 17-1 0 0,1 3 21 0 0,3 1 0 0 0,6 48 1 0 0,20 75 287 0 0,32 53 378 0 0,2 14-89 0 0,-55-195-548 0 0,1 2-7 0 0,-1 1 1 0 0,0 42-1 0 0,-6-77-33 0 0,0 1 0 0 0,1-1 1 0 0,-2 0-1 0 0,1 0 0 0 0,0 1 0 0 0,0-1 0 0 0,0 0 0 0 0,0 0 1 0 0,-1 0-1 0 0,1 1 0 0 0,0-1 0 0 0,-1 0 0 0 0,1 0 0 0 0,-1 0 1 0 0,0 2-1 0 0,0-3-10 0 0,1 0 0 0 0,0 0 0 0 0,0 0 0 0 0,-1 0 1 0 0,1 0-1 0 0,0 0 0 0 0,0 0 0 0 0,0 0 0 0 0,-1 0 0 0 0,1 0 1 0 0,0 0-1 0 0,0 0 0 0 0,-1 0 0 0 0,1 0 0 0 0,0 0 0 0 0,0 0 1 0 0,-1 0-1 0 0,1 0 0 0 0,0 0 0 0 0,0 0 0 0 0,-1 0 0 0 0,1 0 0 0 0,0 0 1 0 0,0 0-1 0 0,0 0 0 0 0,-1-1 0 0 0,-9-8-807 0 0,-5-11-2175 0 0,4 8-4346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4.6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69 4607 0 0,'-3'-5'-854'0'0,"-4"-9"4806"0"0,8 13-3764 0 0,-1 1 0 0 0,0 0 0 0 0,0-1 1 0 0,0 1-1 0 0,0-1 0 0 0,1 1 0 0 0,-1 0 0 0 0,0-1 0 0 0,0 1 0 0 0,1 0 0 0 0,-1-1 0 0 0,0 1 0 0 0,1 0 0 0 0,-1 0 0 0 0,0-1 0 0 0,1 1 0 0 0,-1 0 0 0 0,0 0 0 0 0,1 0 0 0 0,-1-1 0 0 0,1 1 0 0 0,-1 0 1 0 0,0 0-1 0 0,1 0 0 0 0,-1 0 0 0 0,1 0 0 0 0,-1 0 0 0 0,1 0 0 0 0,-1 0 0 0 0,0 0 0 0 0,1 0 0 0 0,-1 0 0 0 0,1 0 0 0 0,-1 0 0 0 0,0 0 0 0 0,1 1 0 0 0,39 0 5278 0 0,-24 0-4594 0 0,1 0-1 0 0,20-3 0 0 0,5-5-348 0 0,50-16-1 0 0,-45 11-282 0 0,-46 12-236 0 0,1-1 0 0 0,-1 1 0 0 0,1-1 0 0 0,-1 1 0 0 0,1 0 0 0 0,0 0 0 0 0,-1-1 0 0 0,1 1 0 0 0,-1 0 0 0 0,1 1 0 0 0,0-1 0 0 0,-1 0 0 0 0,1 0-1 0 0,1 1 1 0 0,-2 0-30 0 0,-1 0-1 0 0,0-1 0 0 0,1 1 1 0 0,-1 0-1 0 0,1-1 0 0 0,-1 1 0 0 0,0 0 1 0 0,1 0-1 0 0,-1-1 0 0 0,0 1 0 0 0,0 0 1 0 0,0 0-1 0 0,1 0 0 0 0,-1 0 1 0 0,0-1-1 0 0,0 1 0 0 0,0 0 0 0 0,-1 0 1 0 0,1 0-1 0 0,0-1 0 0 0,0 1 0 0 0,0 0 1 0 0,0 0-1 0 0,-1 0 0 0 0,1-1 1 0 0,0 1-1 0 0,-1 1 0 0 0,-2 6-1845 0 0,-2 1-5876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6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92 165 2759 0 0,'7'-19'1332'0'0,"0"-1"-1"0"0,-2 0 0 0 0,0 0 0 0 0,3-33 0 0 0,-8 52-1166 0 0,1 0 0 0 0,-1-1-1 0 0,0 1 1 0 0,0 0-1 0 0,0 0 1 0 0,0-1 0 0 0,0 1-1 0 0,0 0 1 0 0,0 0-1 0 0,-1-1 1 0 0,1 1 0 0 0,0 0-1 0 0,-1 0 1 0 0,1 0-1 0 0,-1 0 1 0 0,1-1 0 0 0,-1 1-1 0 0,0 0 1 0 0,1 0-1 0 0,-1 0 1 0 0,0 0 0 0 0,0 0-1 0 0,0 0 1 0 0,0 1-1 0 0,1-1 1 0 0,-3-1 0 0 0,2 2-40 0 0,0-1 1 0 0,-1 1 0 0 0,1 0-1 0 0,0 0 1 0 0,0 0 0 0 0,-1 0-1 0 0,1 0 1 0 0,0 0 0 0 0,0 0-1 0 0,-1 0 1 0 0,1 1 0 0 0,0-1-1 0 0,0 0 1 0 0,0 1 0 0 0,-1-1-1 0 0,1 1 1 0 0,0-1 0 0 0,0 1 0 0 0,0 0-1 0 0,0-1 1 0 0,0 1 0 0 0,0 0-1 0 0,0 0 1 0 0,0 0 0 0 0,-1 1-1 0 0,-5 6 158 0 0,1 0 0 0 0,0 0-1 0 0,1 0 1 0 0,0 0 0 0 0,0 1 0 0 0,1 0-1 0 0,0 0 1 0 0,0 0 0 0 0,1 1 0 0 0,-3 12-1 0 0,0 10 255 0 0,-5 59-1 0 0,2 185 762 0 0,11-243-1153 0 0,1-2 0 0 0,2 1 0 0 0,1 0 0 0 0,1-1 0 0 0,1 0 0 0 0,21 48 0 0 0,40 68 271 0 0,-69-146-433 0 0,9 13 95 0 0,-9-14-110 0 0,0 1 1 0 0,1-1-1 0 0,-1 1 1 0 0,0-1-1 0 0,1 1 1 0 0,-1-1-1 0 0,1 1 1 0 0,-1-1-1 0 0,1 0 1 0 0,-1 1-1 0 0,1-1 1 0 0,-1 0-1 0 0,1 1 1 0 0,0-1-1 0 0,-1 0 1 0 0,1 0-1 0 0,-1 1 1 0 0,1-1-1 0 0,0 0 1 0 0,-1 0-1 0 0,1 0 1 0 0,0 0-1 0 0,5-1-696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6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1 322 5983 0 0,'0'-10'609'0'0,"0"-1"0"0"0,1 1-1 0 0,0 0 1 0 0,1-1-1 0 0,0 1 1 0 0,0 0-1 0 0,1 0 1 0 0,8-17 0 0 0,0-2 359 0 0,2-13 624 0 0,-4 12 302 0 0,1 0-1 0 0,20-38 1 0 0,-30 67-1806 0 0,1 0 0 0 0,0 0-1 0 0,-1 0 1 0 0,1 0 0 0 0,0 0 0 0 0,-1 0 0 0 0,1 0 0 0 0,0 0 0 0 0,0 0 0 0 0,0 0-1 0 0,0 1 1 0 0,0-1 0 0 0,1-1 0 0 0,4 4 701 0 0,-2 8-311 0 0,-1 19-71 0 0,0 51-1 0 0,-3-30-306 0 0,1-19-17 0 0,-1-1 99 0 0,2-1 0 0 0,8 49-1 0 0,-9-75-173 0 0,-1 1-1 0 0,1-1 0 0 0,1 1 1 0 0,-1-1-1 0 0,0 0 0 0 0,1 0 1 0 0,0 0-1 0 0,2 4 0 0 0,-3-6-150 0 0,0 0 0 0 0,0 0 0 0 0,0 0 0 0 0,1 1 0 0 0,-1-1 0 0 0,0-1 0 0 0,1 1 0 0 0,-1 0 0 0 0,1 0 0 0 0,-1 0 0 0 0,1-1 0 0 0,-1 1 0 0 0,1-1 0 0 0,0 1 0 0 0,-1-1 0 0 0,1 0 0 0 0,-1 0 0 0 0,1 1 0 0 0,2-1 0 0 0,7-1-7436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6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5063 0 0,'1'0'137'0'0,"0"0"0"0"0,0-1 0 0 0,0 1 0 0 0,0 0 0 0 0,0 0-1 0 0,0-1 1 0 0,0 1 0 0 0,0 0 0 0 0,1 0 0 0 0,-1 0-1 0 0,0 0 1 0 0,0 0 0 0 0,0 1 0 0 0,0-1 0 0 0,0 0 0 0 0,0 0-1 0 0,0 1 1 0 0,1 0 0 0 0,1 0 329 0 0,0 0 0 0 0,-1 1-1 0 0,1 0 1 0 0,-1-1 0 0 0,0 1 0 0 0,4 4 0 0 0,0 0 960 0 0,-1 1 1 0 0,1-1 0 0 0,7 16 0 0 0,-6-9-655 0 0,-1 0-1 0 0,0 1 0 0 0,-1 0 1 0 0,-1 0-1 0 0,0 0 0 0 0,-1 1 0 0 0,1 16 1 0 0,-4-27-1055 0 0,0 1-1 0 0,0-1 1 0 0,0 0 0 0 0,-1 0 0 0 0,1 1-1 0 0,-3 5 1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6.9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72 6911 0 0,'4'-9'358'0'0,"-3"7"-231"0"0,0-1-1 0 0,0 0 1 0 0,0 0-1 0 0,0 1 1 0 0,1-1-1 0 0,-1 1 1 0 0,1-1-1 0 0,-1 1 1 0 0,1-1 0 0 0,0 1-1 0 0,0 0 1 0 0,0 0-1 0 0,4-3 1 0 0,-3 4 251 0 0,5-4 1000 0 0,1 1 0 0 0,-1 1 0 0 0,1-1 0 0 0,16-3 1 0 0,-23 7-1133 0 0,1-1 0 0 0,0 1 0 0 0,0 0 0 0 0,0 0 0 0 0,0 0 1 0 0,0 0-1 0 0,0 0 0 0 0,-1 1 0 0 0,1 0 0 0 0,0-1 0 0 0,0 1 1 0 0,-1 0-1 0 0,1 0 0 0 0,0 0 0 0 0,-1 1 0 0 0,1-1 0 0 0,-1 1 1 0 0,1-1-1 0 0,-1 1 0 0 0,3 3 0 0 0,-1-2-184 0 0,-1 1-1 0 0,0 0 1 0 0,0 0 0 0 0,0 1-1 0 0,0-1 1 0 0,-1 0-1 0 0,0 1 1 0 0,0 0 0 0 0,0 0-1 0 0,0-1 1 0 0,-1 1 0 0 0,0 0-1 0 0,0 0 1 0 0,0 0-1 0 0,-1 0 1 0 0,1 0 0 0 0,-1 0-1 0 0,0 1 1 0 0,-1-1 0 0 0,-1 9-1 0 0,0-2 46 0 0,-1-1 0 0 0,0 0 0 0 0,-1 0 0 0 0,0-1 0 0 0,-1 1-1 0 0,0-1 1 0 0,0 0 0 0 0,-10 12 0 0 0,9-13-107 0 0,-16 20 0 0 0,20-27 0 0 0,0 0 0 0 0,1-1 0 0 0,-1 1 0 0 0,0 0 0 0 0,-1-1 0 0 0,1 1 0 0 0,0-1 0 0 0,0 0 0 0 0,0 0 0 0 0,-1 0 0 0 0,-2 1 0 0 0,5-2 0 0 0,0 0 0 0 0,0 0 0 0 0,0 0 0 0 0,-1 0 0 0 0,1 0 0 0 0,0 0 0 0 0,0 0 0 0 0,0 0 0 0 0,0 0 0 0 0,0 0 0 0 0,-1 0 0 0 0,1 0 0 0 0,0 0 0 0 0,0 0 0 0 0,0 0 0 0 0,0 0 0 0 0,0-1 0 0 0,-1 1 0 0 0,1 0 0 0 0,0 0 0 0 0,0 0 0 0 0,0 0 0 0 0,0 0 0 0 0,0 0 0 0 0,0 0 0 0 0,0-1 0 0 0,0 1 0 0 0,-1 0 0 0 0,1 0 0 0 0,0 0 0 0 0,0 0 0 0 0,0 0 0 0 0,0-1 0 0 0,0 1 0 0 0,0 0 0 0 0,0 0 0 0 0,0 0 0 0 0,0 0 0 0 0,0 0 0 0 0,0-1 0 0 0,0 1 0 0 0,0 0 0 0 0,0 0 0 0 0,0 0 0 0 0,0 0 0 0 0,0-1 0 0 0,0 1 0 0 0,0 0 0 0 0,0 0 0 0 0,0 0 0 0 0,1 0 0 0 0,-1 0 0 0 0,0-1 0 0 0,0 1 0 0 0,0 0 0 0 0,0 0 0 0 0,0 0 0 0 0,5-10 0 0 0,-2 5 0 0 0,1 0 0 0 0,0 1 0 0 0,0-1 0 0 0,0 1 0 0 0,0-1 0 0 0,1 1 0 0 0,0 1 0 0 0,0-1 0 0 0,0 1 0 0 0,0 0 0 0 0,1 0 0 0 0,-1 0 0 0 0,1 1 0 0 0,-1 0 0 0 0,1 0 0 0 0,0 0 0 0 0,0 1 0 0 0,10-1 0 0 0,-10 1 0 0 0,0 0 0 0 0,1 1 0 0 0,-1 0 0 0 0,1 1 0 0 0,-1 0 0 0 0,1 0 0 0 0,-1 0 0 0 0,0 0 0 0 0,0 1 0 0 0,0 0 0 0 0,0 1 0 0 0,0-1 0 0 0,0 1 0 0 0,0 0 0 0 0,-1 1 0 0 0,1-1 0 0 0,6 6 0 0 0,-10-6 8 0 0,1 0 0 0 0,0-1-1 0 0,0 1 1 0 0,0-1 0 0 0,0 0 0 0 0,0 0 0 0 0,1 0-1 0 0,-1-1 1 0 0,0 1 0 0 0,1-1 0 0 0,-1 0-1 0 0,1 0 1 0 0,0 0 0 0 0,-1 0 0 0 0,1-1-1 0 0,0 1 1 0 0,0-1 0 0 0,-1 0 0 0 0,1 0 0 0 0,0 0-1 0 0,0-1 1 0 0,-1 1 0 0 0,1-1 0 0 0,0 0-1 0 0,-1 0 1 0 0,1 0 0 0 0,-1-1 0 0 0,1 1 0 0 0,-1-1-1 0 0,0 0 1 0 0,1 0 0 0 0,-1 0 0 0 0,0 0-1 0 0,4-4 1 0 0,-5 4-361 0 0,0 0 0 0 0,0 0 1 0 0,0 0-1 0 0,-1-1 0 0 0,1 1 0 0 0,-1 0 0 0 0,3-6 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7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 5063 0 0,'0'-7'-60'0'0,"0"4"239"0"0,0 0 0 0 0,0 0 0 0 0,0 1 0 0 0,0-1 0 0 0,0 0 0 0 0,2-4 0 0 0,-2 6-27 0 0,1 0-1 0 0,-1 1 1 0 0,1-1-1 0 0,-1 0 1 0 0,1 0-1 0 0,-1 0 1 0 0,1 1-1 0 0,0-1 1 0 0,-1 0-1 0 0,1 1 1 0 0,0-1-1 0 0,-1 0 1 0 0,1 1-1 0 0,0-1 1 0 0,0 1-1 0 0,0 0 1 0 0,0-1 0 0 0,-1 1-1 0 0,1-1 1 0 0,0 1-1 0 0,0 0 1 0 0,0 0-1 0 0,2-1 1 0 0,1 1 422 0 0,1 0 1 0 0,-1 0 0 0 0,1 0-1 0 0,-1 1 1 0 0,1 0 0 0 0,-1 0-1 0 0,0 0 1 0 0,1 0 0 0 0,-1 0-1 0 0,0 1 1 0 0,0 0-1 0 0,0 0 1 0 0,0 0 0 0 0,5 4-1 0 0,2 2 262 0 0,0 0 0 0 0,-1 0 0 0 0,15 18 0 0 0,-10-10-667 0 0,-2 2-1 0 0,0 0 1 0 0,-1 0-1 0 0,-1 1 0 0 0,0 1 1 0 0,-2 0-1 0 0,0 0 0 0 0,-2 1 1 0 0,0 0-1 0 0,-1 0 0 0 0,-1 1 1 0 0,3 26-1 0 0,-6-20-83 0 0,0-1 0 0 0,-2 1 0 0 0,-1 0 0 0 0,-1-1 0 0 0,-1 1 0 0 0,-2-1 0 0 0,0 0 0 0 0,-2 0 0 0 0,-14 36 0 0 0,5-26 84 0 0,-1 0-1 0 0,-2-1 1 0 0,-1-1-1 0 0,-47 59 1 0 0,64-87-2673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8.1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58 5063 0 0,'1'-16'1506'0'0,"-1"9"343"0"0,1 0 0 0 0,-2 1 0 0 0,1-1 0 0 0,-2-7 0 0 0,-1 34 2246 0 0,5 29-3213 0 0,3-1 1 0 0,11 48 0 0 0,4 46 567 0 0,-19-132-1450 0 0,-1-6 0 0 0,0 0 0 0 0,0 0 0 0 0,1 0 0 0 0,0 0 0 0 0,0-1 0 0 0,2 8 0 0 0,-8-16-2338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8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29 4143 0 0,'-7'-4'1445'0'0,"14"2"1621"0"0,17 3 1865 0 0,-23-1-4891 0 0,77 0 7314 0 0,37-11-4690 0 0,8-1-2603 0 0,-120 12-276 0 0,1 0-1 0 0,-1 0 1 0 0,0 0-1 0 0,1 0 0 0 0,-1 1 1 0 0,0 0-1 0 0,1-1 1 0 0,-1 1-1 0 0,4 2 1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9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0 457 8287 0 0,'5'-107'11305'0'0,"10"-53"-7664"0"0,2-9-3326 0 0,-14 149-304 0 0,-2 20-11 0 0,0 1 0 0 0,0 0 0 0 0,0 1 0 0 0,-1-1 0 0 0,1 0 0 0 0,0 0 0 0 0,0 0 0 0 0,-1 0 0 0 0,2 3 0 0 0,-2-4 0 0 0,9 28 0 0 0,8 43 0 0 0,-10-39 0 0 0,-1-4 20 0 0,-1 0-1 0 0,0 1 0 0 0,-3 0 1 0 0,0 0-1 0 0,-2 0 1 0 0,-6 55-1 0 0,-11-4-358 0 0,17-76-1384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09.8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1 125 5063 0 0,'1'-4'215'0'0,"3"-9"-72"0"0,-4 13-123 0 0,0 0 0 0 0,0 0 0 0 0,0 0 0 0 0,0-1 0 0 0,0 1 0 0 0,0 0 0 0 0,0 0 0 0 0,0 0 1 0 0,0 0-1 0 0,0 0 0 0 0,0-1 0 0 0,0 1 0 0 0,0 0 0 0 0,0 0 0 0 0,0 0 0 0 0,0 0 0 0 0,0 0 0 0 0,1 0 1 0 0,-1-1-1 0 0,0 1 0 0 0,0 0 0 0 0,0 0 0 0 0,0 0 0 0 0,0 0 0 0 0,0 0 0 0 0,0 0 0 0 0,0 0 0 0 0,1 0 0 0 0,-1-1 1 0 0,0 1-1 0 0,0 0 0 0 0,0 0 0 0 0,0 0 0 0 0,0 0 0 0 0,1 0 0 0 0,-1 0 0 0 0,0 0 0 0 0,0 0 0 0 0,0 0 0 0 0,0 0 1 0 0,0 0-1 0 0,1 0 0 0 0,-1 0 0 0 0,0 0 0 0 0,0 0 0 0 0,0 0 0 0 0,0 0 0 0 0,0 0 0 0 0,0 0 0 0 0,1 0 1 0 0,-1 0-1 0 0,0 0 0 0 0,0 1 0 0 0,0-1 0 0 0,0 0 0 0 0,1 0 0 0 0,8 16 2735 0 0,-1 1 1 0 0,0 0-1 0 0,8 25 1 0 0,-9-21-1461 0 0,1 0 1 0 0,15 26 0 0 0,-19-41-1172 0 0,-1-1-1 0 0,1 0 1 0 0,-1 0 0 0 0,2 0 0 0 0,-1 0-1 0 0,0-1 1 0 0,1 1 0 0 0,0-1-1 0 0,0 0 1 0 0,0-1 0 0 0,1 1-1 0 0,9 4 1 0 0,-10-7-111 0 0,-1 1-1 0 0,1 0 0 0 0,0-1 1 0 0,0 0-1 0 0,0 0 1 0 0,0-1-1 0 0,0 1 0 0 0,0-1 1 0 0,0 0-1 0 0,0 0 1 0 0,0-1-1 0 0,0 0 0 0 0,0 0 1 0 0,8-2-1 0 0,-7 0 19 0 0,1 1 1 0 0,0-2-1 0 0,-1 1 0 0 0,1-1 1 0 0,-1 0-1 0 0,0 0 0 0 0,0 0 1 0 0,-1-1-1 0 0,9-8 0 0 0,-8 6 2 0 0,-1 0 0 0 0,0 1-1 0 0,0-2 1 0 0,0 1 0 0 0,-1 0-1 0 0,0-1 1 0 0,0 0 0 0 0,2-9 0 0 0,-4 12-22 0 0,-1-1-1 0 0,1 0 1 0 0,-1 0 0 0 0,-1 0 0 0 0,1 0 0 0 0,-1 0 0 0 0,0 0 0 0 0,0 0 0 0 0,-1 0-1 0 0,1 0 1 0 0,-4-10 0 0 0,1 6 3 0 0,-1 0 0 0 0,0 0-1 0 0,-1 1 1 0 0,0-1 0 0 0,-1 1 0 0 0,1 0 0 0 0,-2 1-1 0 0,-13-16 1 0 0,15 19-5 0 0,0 0 0 0 0,0 1 0 0 0,-1-1 0 0 0,0 1-1 0 0,0 0 1 0 0,0 0 0 0 0,0 1 0 0 0,-1 0 0 0 0,1 0 0 0 0,-1 0 0 0 0,0 1-1 0 0,0 0 1 0 0,-13-2 0 0 0,15 4-11 0 0,1 1-1 0 0,0-1 1 0 0,-1 1 0 0 0,1-1-1 0 0,0 1 1 0 0,0 0 0 0 0,0 1-1 0 0,0-1 1 0 0,0 1-1 0 0,0 0 1 0 0,0 0 0 0 0,0 0-1 0 0,0 0 1 0 0,1 1 0 0 0,0-1-1 0 0,-1 1 1 0 0,1 0-1 0 0,0 0 1 0 0,-4 5 0 0 0,3-4-49 0 0,1 1 1 0 0,0-1-1 0 0,0 1 1 0 0,0 0-1 0 0,0 0 1 0 0,0 0 0 0 0,1 0-1 0 0,0 0 1 0 0,0 0-1 0 0,1 1 1 0 0,-1-1-1 0 0,1 0 1 0 0,0 1 0 0 0,0 8-1 0 0,4 2-788 0 0,4 0-238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0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82 6911 0 0,'0'-2'95'0'0,"1"1"-1"0"0,-1 0 0 0 0,1-1 1 0 0,-1 1-1 0 0,1 0 0 0 0,0 0 1 0 0,0-1-1 0 0,-1 1 0 0 0,1 0 1 0 0,0 0-1 0 0,2-2 1 0 0,-2 3 200 0 0,0-1 1 0 0,1 1 0 0 0,-1 0 0 0 0,1 0-1 0 0,-1-1 1 0 0,0 1 0 0 0,1 0 0 0 0,-1 0-1 0 0,1 0 1 0 0,-1 1 0 0 0,3-1 0 0 0,13 2 840 0 0,0-1-1 0 0,1-1 1 0 0,-1-1 0 0 0,0 0 0 0 0,0-1 0 0 0,0-1 0 0 0,0 0-1 0 0,0-2 1 0 0,22-8 0 0 0,42-26-3952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0.4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 1839 0 0,'1'-3'144'0'0,"3"-14"194"0"0,-4 17-37 0 0,0-1 0 0 0,0 1-1 0 0,0-1 1 0 0,1 1 0 0 0,-1 0 0 0 0,0-1 0 0 0,0 1 0 0 0,0-1 0 0 0,1 1 0 0 0,-1-1-1 0 0,0 1 1 0 0,1 0 0 0 0,-1-1 0 0 0,1 1 0 0 0,-1-1 0 0 0,0 1 0 0 0,1 0-1 0 0,-1 0 1 0 0,1-1 0 0 0,-1 1 0 0 0,1 0 0 0 0,-1 0 0 0 0,1-1 0 0 0,-1 1-1 0 0,1 0 1 0 0,0 0-49 0 0,-1 0-1 0 0,1 1 1 0 0,0-1-1 0 0,-1 0 0 0 0,1 1 1 0 0,-1-1-1 0 0,1 0 1 0 0,-1 1-1 0 0,1-1 0 0 0,-1 1 1 0 0,1-1-1 0 0,-1 1 1 0 0,0-1-1 0 0,1 1 0 0 0,-1-1 1 0 0,0 1-1 0 0,1-1 1 0 0,-1 1-1 0 0,0 0 0 0 0,0-1 1 0 0,0 1-1 0 0,1 0 1 0 0,4 17 1838 0 0,-4-14-1607 0 0,4 23 685 0 0,0 1 0 0 0,-2 0 0 0 0,-1 49-1 0 0,3 28-794 0 0,-4-102-355 0 0,-1-1 0 0 0,1 1 0 0 0,-1 0-1 0 0,1-1 1 0 0,0 1 0 0 0,0-1 0 0 0,0 1 0 0 0,0-1 0 0 0,3 3-1 0 0,-4-4-11 0 0,1 0-1 0 0,-1 0 1 0 0,1-1-1 0 0,0 1 1 0 0,-1 0-1 0 0,1-1 0 0 0,0 1 1 0 0,-1-1-1 0 0,1 1 1 0 0,0-1-1 0 0,0 1 1 0 0,-1-1-1 0 0,1 0 0 0 0,0 1 1 0 0,0-1-1 0 0,0 0 1 0 0,0 1-1 0 0,-1-1 1 0 0,1 0-1 0 0,0 0 0 0 0,0 0 1 0 0,0 0-1 0 0,0 0 1 0 0,0 0-1 0 0,0 0 1 0 0,-1 0-1 0 0,1 0 0 0 0,0-1 1 0 0,0 1-1 0 0,1-1 1 0 0,2 0-3 0 0,6-3 13 0 0,0 0 0 0 0,0 0 1 0 0,0-1-1 0 0,0-1 0 0 0,-1 0 1 0 0,10-7-1 0 0,14-21-16 0 0,-23 22 0 0 0,20-16 0 0 0,-30 28 0 0 0,0 0 0 0 0,0 0 0 0 0,0 0 0 0 0,0-1 0 0 0,1 1 0 0 0,-1 0 0 0 0,0 0 0 0 0,0 0 0 0 0,0 0 0 0 0,0 0 0 0 0,0 0 0 0 0,0 0 0 0 0,1 0 0 0 0,-1 0 0 0 0,0-1 0 0 0,0 1 0 0 0,0 0 0 0 0,0 0 0 0 0,1 0 0 0 0,-1 0 0 0 0,0 0 0 0 0,0 0 0 0 0,0 0 0 0 0,0 0 0 0 0,1 0 0 0 0,-1 0 0 0 0,0 0 0 0 0,0 0 0 0 0,0 0 0 0 0,0 0 0 0 0,0 0 0 0 0,1 1 0 0 0,-1-1 0 0 0,0 0 0 0 0,0 0 0 0 0,0 0 0 0 0,0 0 0 0 0,0 0 0 0 0,1 0 0 0 0,-1 0 0 0 0,0 0 0 0 0,0 1 0 0 0,2 8 0 0 0,-5 15 0 0 0,3-21 0 0 0,-12 67 170 0 0,7-50-86 0 0,1-1 0 0 0,2 1 1 0 0,0 0-1 0 0,0-1 0 0 0,2 1 1 0 0,2 24-1 0 0,4-21-427 0 0,-6-17-58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0.6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14279 0 0,'-1'8'2109'0'0,"0"1"0"0"0,1-1 0 0 0,-1 9 0 0 0,6-5-692 0 0,-5-11-1469 0 0,1-1 0 0 0,-1 0 0 0 0,0 1 0 0 0,1-1 0 0 0,-1 0 1 0 0,0 1-1 0 0,0-1 0 0 0,0 1 0 0 0,1-1 0 0 0,-1 0 0 0 0,0 1 1 0 0,0-1-1 0 0,0 1 0 0 0,0-1 0 0 0,0 1 0 0 0,0-1 0 0 0,0 1 1 0 0,0-1-1 0 0,0 0 0 0 0,0 1 0 0 0,0 0 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1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0 363 4607 0 0,'1'2'11041'0'0,"1"-10"-5658"0"0,4-24-4307 0 0,0-1-368 0 0,10-37-486 0 0,8-36 276 0 0,-21 89-430 0 0,-1-1 0 0 0,-1-1 0 0 0,-2-32 0 0 0,-1 40-68 0 0,-1 15 0 0 0,-2 15 0 0 0,4 44 0 0 0,6 65 0 0 0,0 36 0 0 0,-7-135-11 0 0,1-17-2 0 0,0 1 0 0 0,1 0-1 0 0,0-1 1 0 0,1 1 0 0 0,3 12-1 0 0,1-15-772 0 0,-2-7-33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1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1 131 7831 0 0,'5'45'8749'0'0,"-3"-31"-7347"0"0,2-1 1 0 0,6 19-1 0 0,-7-24-1129 0 0,1 0 0 0 0,0-1 1 0 0,0 1-1 0 0,1-1 0 0 0,7 10 1 0 0,-9-14-187 0 0,0 1 1 0 0,0-1-1 0 0,1 0 1 0 0,-1 0-1 0 0,1 0 0 0 0,0 0 1 0 0,0 0-1 0 0,0-1 1 0 0,0 0-1 0 0,1 0 1 0 0,3 2-1 0 0,2-2-43 0 0,0 0-1 0 0,0-1 1 0 0,-1 1-1 0 0,1-2 1 0 0,0 1-1 0 0,0-2 1 0 0,0 1-1 0 0,0-1 1 0 0,0-1-1 0 0,-1 0 1 0 0,1 0-1 0 0,-1-1 1 0 0,1 0-1 0 0,17-8 1 0 0,-21 7-28 0 0,0 1 0 0 0,0-1 1 0 0,-1 1-1 0 0,1-1 1 0 0,-1-1-1 0 0,0 1 1 0 0,0-1-1 0 0,-1 0 0 0 0,0 0 1 0 0,5-7-1 0 0,-6 8-5 0 0,-1-1-1 0 0,0 1 1 0 0,0-1-1 0 0,0 0 0 0 0,0 0 1 0 0,-1 0-1 0 0,0 0 1 0 0,0 0-1 0 0,0 0 1 0 0,0 0-1 0 0,-1 0 0 0 0,0 0 1 0 0,0 0-1 0 0,-1-8 1 0 0,-1 4-5 0 0,0 1 0 0 0,0 0 1 0 0,-1-1-1 0 0,0 1 0 0 0,-1 0 0 0 0,0 0 1 0 0,0 1-1 0 0,0-1 0 0 0,-1 1 0 0 0,-7-8 1 0 0,5 6 13 0 0,0 1 1 0 0,-1 0 0 0 0,0 1 0 0 0,-1 0-1 0 0,1 0 1 0 0,-1 1 0 0 0,-16-9-1 0 0,20 13 9 0 0,0 0 0 0 0,0 0 0 0 0,0 1 0 0 0,0 0 0 0 0,-1 0 0 0 0,1 0 0 0 0,0 0 0 0 0,0 1 0 0 0,0 0 0 0 0,-1 0 0 0 0,1 1 0 0 0,0-1 0 0 0,0 1 0 0 0,-1 0 0 0 0,1 0 0 0 0,0 1 0 0 0,0 0 0 0 0,0 0 0 0 0,1 0-1 0 0,-1 0 1 0 0,0 1 0 0 0,1 0 0 0 0,-6 4 0 0 0,5-4-145 0 0,0 2 0 0 0,0-1 0 0 0,1 1 0 0 0,-1-1 0 0 0,1 1-1 0 0,0 0 1 0 0,1 1 0 0 0,-5 7 0 0 0,5-9-483 0 0,1 1 0 0 0,0 0 0 0 0,1 0 0 0 0,-1-1 0 0 0,1 1 1 0 0,0 0-1 0 0,0 0 0 0 0,0 1 0 0 0,1-1 0 0 0,0 10 0 0 0,2 5-7028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2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42 19807 0 0,'2'-6'946'0'0,"-1"4"-800"0"0,0 0 0 0 0,0 0 0 0 0,0-1-1 0 0,0 1 1 0 0,0 0 0 0 0,0 0 0 0 0,0 0 0 0 0,1 1 0 0 0,-1-1 0 0 0,1 0 0 0 0,0 0 0 0 0,-1 1 0 0 0,1-1 0 0 0,3-1 0 0 0,4-2 671 0 0,-5 5 463 0 0,-10 13-668 0 0,2-7-2015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5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36 129 5063 0 0,'-10'-1'927'0'0,"8"0"-449"0"0,-1 1 0 0 0,1 0 0 0 0,0 0 0 0 0,0 0 0 0 0,-1 0 1 0 0,1 0-1 0 0,0 0 0 0 0,0 1 0 0 0,-3 0 0 0 0,27 3 2714 0 0,70-2-1318 0 0,154-15 0 0 0,-210 10-1586 0 0,215-22 754 0 0,18-1-996 0 0,236-39-339 0 0,-495 63-1080 0 0,-8 3 559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5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135 94 3223 0 0,'-14'2'471'0'0,"-1"0"0"0"0,-26 8 0 0 0,34-8 34 0 0,0 0-1 0 0,0 1 1 0 0,0 1-1 0 0,0-1 0 0 0,0 1 1 0 0,1 0-1 0 0,-7 5 0 0 0,13-9-443 0 0,0 0-1 0 0,0 0 1 0 0,-1 0-1 0 0,1 0 0 0 0,0 1 1 0 0,0-1-1 0 0,0 0 0 0 0,-1 0 1 0 0,1 0-1 0 0,0 0 1 0 0,0 0-1 0 0,0 0 0 0 0,0 1 1 0 0,0-1-1 0 0,0 0 1 0 0,-1 0-1 0 0,1 0 0 0 0,0 1 1 0 0,0-1-1 0 0,0 0 0 0 0,0 0 1 0 0,0 0-1 0 0,0 0 1 0 0,0 1-1 0 0,0-1 0 0 0,0 0 1 0 0,0 0-1 0 0,0 0 0 0 0,0 1 1 0 0,0-1-1 0 0,0 0 1 0 0,0 0-1 0 0,0 0 0 0 0,0 1 1 0 0,0-1-1 0 0,0 0 1 0 0,0 0-1 0 0,0 0 0 0 0,0 1 1 0 0,0-1-1 0 0,0 0 0 0 0,1 0 1 0 0,-1 1-1 0 0,11 2 1622 0 0,14-3 18 0 0,15-4-54 0 0,70-17 0 0 0,-9 1-477 0 0,179-13 571 0 0,-29 4-972 0 0,-116 15-478 0 0,-20 3 52 0 0,-83 6-243 0 0,-14 2-40 0 0,-1 1-1 0 0,31 0 1 0 0,-45 2-49 0 0,0 0 0 0 0,0 0 0 0 0,0 0 0 0 0,0-1 0 0 0,6-1 0 0 0,1 0 60 0 0,5 1-23 0 0,-13 2-11 0 0,-12-1-25 0 0,-3-1-17 0 0,-1 2 1 0 0,-22 2-1 0 0,17 0-437 0 0,5-2 84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6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79 138 5063 0 0,'19'-123'6734'0'0,"-19"123"-6629"0"0,0-1 0 0 0,0 0 0 0 0,1 0 0 0 0,-1 1 0 0 0,0-1 0 0 0,0 0 0 0 0,0 1 0 0 0,-1-1 0 0 0,1 0 0 0 0,0 1 0 0 0,0-1 0 0 0,0 0 0 0 0,0 0 0 0 0,-1 1 0 0 0,1-1 0 0 0,0 0 1 0 0,-1 1-1 0 0,0-2 0 0 0,1 2-31 0 0,0 0 0 0 0,-1 0 0 0 0,1 0-1 0 0,0 0 1 0 0,-1 0 0 0 0,1 0 0 0 0,0 0 0 0 0,-1 0 0 0 0,1 0 0 0 0,0 0 0 0 0,-1 0 0 0 0,1 0 0 0 0,0 0 0 0 0,0 1 0 0 0,-1-1 0 0 0,1 0 0 0 0,0 0 0 0 0,-1 0 0 0 0,1 0 0 0 0,0 1 0 0 0,0-1 0 0 0,-1 0 0 0 0,1 0 0 0 0,0 0 0 0 0,-1 1 0 0 0,-16 21 1625 0 0,6-2-1292 0 0,1 1-1 0 0,1 1 1 0 0,1 0 0 0 0,0 0-1 0 0,2 0 1 0 0,1 1-1 0 0,0 0 1 0 0,2 0-1 0 0,0 23 1 0 0,2-5-62 0 0,2 0 0 0 0,2 0 1 0 0,1 0-1 0 0,14 51 0 0 0,-14-77-283 0 0,0-1-1 0 0,1 1 1 0 0,1-1-1 0 0,0 0 1 0 0,1-1-1 0 0,0 0 1 0 0,1 0-1 0 0,1 0 1 0 0,0-1 0 0 0,1-1-1 0 0,0 1 1 0 0,12 9-1 0 0,-4-9-1759 0 0,-16-11 1051 0 0,0-1 1 0 0,0 1-1 0 0,0 0 1 0 0,0-1-1 0 0,0 1 1 0 0,0-1-1 0 0,4 0 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7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5527 0 0,'0'0'201'0'0,"1"-1"1"0"0,-1 1-1 0 0,1-1 0 0 0,-1 1 0 0 0,0-1 0 0 0,1 1 0 0 0,-1-1 0 0 0,1 1 0 0 0,-1 0 0 0 0,1-1 0 0 0,0 1 0 0 0,-1 0 0 0 0,1 0 0 0 0,-1-1 1 0 0,1 1-1 0 0,-1 0 0 0 0,1 0 0 0 0,0 0 0 0 0,0 0 0 0 0,18-5 2616 0 0,-12 4-1394 0 0,51-12 4320 0 0,31-3-3304 0 0,-13 2-2436 0 0,-61 11-1555 0 0,0 2-5767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7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204 117 1839 0 0,'2'-4'662'0'0,"-1"0"0"0"0,1 0 0 0 0,-1 0 0 0 0,0 0 0 0 0,0 0 0 0 0,0-1 0 0 0,-1 1 0 0 0,1 0 0 0 0,-1 0 0 0 0,0-1 0 0 0,-1 1 0 0 0,1 0 0 0 0,-1-1 0 0 0,1 1 0 0 0,-1 0 0 0 0,-3-8 0 0 0,3 10-431 0 0,0-1 0 0 0,0 1 0 0 0,-1 0 1 0 0,1 0-1 0 0,0 0 0 0 0,-1 0 0 0 0,1 0 0 0 0,-1 0 0 0 0,0 0 1 0 0,0 1-1 0 0,1-1 0 0 0,-1 0 0 0 0,0 1 0 0 0,0 0 0 0 0,-1-1 1 0 0,1 1-1 0 0,0 0 0 0 0,0 0 0 0 0,-1 0 0 0 0,1 0 0 0 0,0 1 1 0 0,-1-1-1 0 0,1 1 0 0 0,-1-1 0 0 0,1 1 0 0 0,-1 0 1 0 0,1 0-1 0 0,-1 0 0 0 0,1 0 0 0 0,-5 1 0 0 0,0 1-120 0 0,-1 0 0 0 0,1 0 0 0 0,0 1 0 0 0,0 0 0 0 0,0 0 0 0 0,0 1 0 0 0,1-1 0 0 0,-1 1 0 0 0,1 1 0 0 0,0 0 0 0 0,0-1 0 0 0,0 2 0 0 0,1-1 0 0 0,0 1 0 0 0,0 0 0 0 0,0 0 0 0 0,1 0 0 0 0,0 0 0 0 0,0 1 0 0 0,1 0 0 0 0,-1 0 0 0 0,1 0 0 0 0,1 0 0 0 0,0 0 0 0 0,0 1 0 0 0,0-1 0 0 0,-1 14 0 0 0,3-17-96 0 0,0 0 0 0 0,0 0-1 0 0,0 0 1 0 0,0 0 0 0 0,1 0-1 0 0,0 0 1 0 0,0 0 0 0 0,0 0-1 0 0,0 0 1 0 0,0-1 0 0 0,1 1 0 0 0,0 0-1 0 0,-1-1 1 0 0,2 1 0 0 0,-1-1-1 0 0,0 1 1 0 0,1-1 0 0 0,-1 0-1 0 0,1 0 1 0 0,0 0 0 0 0,0-1-1 0 0,0 1 1 0 0,0-1 0 0 0,1 1 0 0 0,-1-1-1 0 0,0 0 1 0 0,1 0 0 0 0,0-1-1 0 0,0 1 1 0 0,-1-1 0 0 0,1 0-1 0 0,0 0 1 0 0,0 0 0 0 0,0 0 0 0 0,0-1-1 0 0,0 1 1 0 0,0-1 0 0 0,0 0-1 0 0,0 0 1 0 0,0-1 0 0 0,0 1-1 0 0,6-3 1 0 0,-4 2-15 0 0,0-2 0 0 0,0 1 0 0 0,0-1 0 0 0,0 0 0 0 0,0 0 0 0 0,-1-1 0 0 0,0 1 0 0 0,1-1 0 0 0,-1 0 0 0 0,-1-1 0 0 0,1 1 0 0 0,7-11 0 0 0,-6 8 0 0 0,-1-1 0 0 0,0 0 0 0 0,-1 0 0 0 0,0-1 0 0 0,0 1 0 0 0,-1-1 0 0 0,0 0 0 0 0,2-12 0 0 0,2-14 0 0 0,-7 35 1 0 0,0 0-1 0 0,0 0 1 0 0,0 0-1 0 0,0 1 1 0 0,0-1-1 0 0,0 0 1 0 0,0 0-1 0 0,0 0 1 0 0,0 0-1 0 0,0 0 1 0 0,0 0-1 0 0,0 0 1 0 0,0 0-1 0 0,0 0 1 0 0,0 0-1 0 0,0 0 1 0 0,0 0-1 0 0,0 0 1 0 0,0 0-1 0 0,0 0 1 0 0,1 0-1 0 0,-1 0 1 0 0,0 0-1 0 0,0 0 1 0 0,0 0-1 0 0,0 0 1 0 0,0 0-1 0 0,0 0 1 0 0,0 0-1 0 0,0 0 1 0 0,0 0-1 0 0,0 0 1 0 0,0 0-1 0 0,0 0 1 0 0,0 0-1 0 0,0 0 1 0 0,0 0-1 0 0,0 0 1 0 0,0 0-1 0 0,0 0 1 0 0,0 0-1 0 0,0 0 1 0 0,0 0-1 0 0,0 0 1 0 0,0 0-1 0 0,0 0 1 0 0,1 0-1 0 0,-1 0 1 0 0,0 0-1 0 0,0 0 1 0 0,0 0-1 0 0,0 0 1 0 0,0 0-1 0 0,0 0 1 0 0,0 0-1 0 0,0-1 1 0 0,0 1-1 0 0,0 0 1 0 0,0 0 0 0 0,3 7 69 0 0,3 12 71 0 0,-5-17-130 0 0,9 29 114 0 0,-2 1 0 0 0,-2 1-1 0 0,0-1 1 0 0,-2 1-1 0 0,-2-1 1 0 0,-1 1-1 0 0,-1 0 1 0 0,-2 0-1 0 0,-9 47 1 0 0,10-72-101 0 0,-3 13 114 0 0,-2 36 1 0 0,6-56-146 0 0,0 0-1 0 0,0-1 1 0 0,0 1-1 0 0,0 0 1 0 0,0-1-1 0 0,0 1 1 0 0,0 0-1 0 0,0-1 1 0 0,1 1-1 0 0,-1 0 1 0 0,0-1-1 0 0,0 1 1 0 0,0 0-1 0 0,1-1 1 0 0,-1 1-1 0 0,0-1 1 0 0,1 1-1 0 0,-1-1 1 0 0,1 1-1 0 0,0-1-77 0 0,-1 1 0 0 0,0-1-1 0 0,1-1 1 0 0,-1 1 0 0 0,0 0-1 0 0,1 0 1 0 0,-1 0 0 0 0,0 0-1 0 0,1 0 1 0 0,-1 0-1 0 0,1 0 1 0 0,-1 0 0 0 0,0-1-1 0 0,1 1 1 0 0,-1 0 0 0 0,0 0-1 0 0,0 0 1 0 0,1-1 0 0 0,-1 1-1 0 0,0 0 1 0 0,1 0-1 0 0,-1-1 1 0 0,0 1 0 0 0,0 0-1 0 0,0-1 1 0 0,1 1 0 0 0,-1 0-1 0 0,0-1 1 0 0,0 1 0 0 0,0 0-1 0 0,1-1 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17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10591 0 0,'1'-2'87'0'0,"1"0"0"0"0,-1 0 0 0 0,0 0-1 0 0,1 0 1 0 0,-1 0 0 0 0,1 1 0 0 0,-1-1-1 0 0,1 0 1 0 0,0 1 0 0 0,-1-1 0 0 0,1 1 0 0 0,0 0-1 0 0,0 0 1 0 0,0-1 0 0 0,0 1 0 0 0,1 1-1 0 0,-1-1 1 0 0,0 0 0 0 0,0 0 0 0 0,0 1-1 0 0,1-1 1 0 0,-1 1 0 0 0,4 0 0 0 0,-1-1 273 0 0,0 1 1 0 0,0 0 0 0 0,0 1 0 0 0,0-1-1 0 0,0 1 1 0 0,0 0 0 0 0,0 0 0 0 0,0 1-1 0 0,0-1 1 0 0,5 4 0 0 0,1 1 131 0 0,0 1 0 0 0,-1 1 0 0 0,0-1-1 0 0,0 2 1 0 0,-1 0 0 0 0,0 0 0 0 0,-1 0 0 0 0,0 1 0 0 0,0 0 0 0 0,9 18 0 0 0,-3-4-154 0 0,-2 2 0 0 0,0 0 0 0 0,13 44 1 0 0,-17-38-238 0 0,-1-1 0 0 0,-1 1 0 0 0,-2 0 0 0 0,-1 0 0 0 0,-2 0 0 0 0,-1 1 0 0 0,-1-1 0 0 0,-2 0 0 0 0,-1 0 0 0 0,-2 0 0 0 0,-1-1 0 0 0,-1 1 0 0 0,-18 41 0 0 0,14-48-74 0 0,-1 1 0 0 0,-2-2 0 0 0,-23 31 0 0 0,-60 62-143 0 0,73-91-33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4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10 452 5983 0 0,'-1'0'59'0'0,"1"0"0"0"0,0 0 0 0 0,-1 0 0 0 0,1 0-1 0 0,-1 0 1 0 0,1 1 0 0 0,0-1 0 0 0,-1 0 0 0 0,1 0 0 0 0,-1 0-1 0 0,1 0 1 0 0,0 1 0 0 0,-1-1 0 0 0,1 0 0 0 0,0 1-1 0 0,-1-1 1 0 0,1 0 0 0 0,0 0 0 0 0,-1 1 0 0 0,1-1 0 0 0,0 1-1 0 0,0-1 1 0 0,0 0 0 0 0,-1 1 0 0 0,1-1 0 0 0,0 0-1 0 0,0 1 1 0 0,0-1 0 0 0,0 1 0 0 0,0-1 0 0 0,-1 1-1 0 0,1-1 1 0 0,0 0 0 0 0,0 1 0 0 0,0-1 0 0 0,0 1 0 0 0,0-1-1 0 0,1 1 1 0 0,-1-1 0 0 0,0 0 0 0 0,0 1 0 0 0,0-1-1 0 0,0 1 1 0 0,0-1 0 0 0,0 0 0 0 0,1 1 0 0 0,-1-1 0 0 0,0 1-1 0 0,1 0 1 0 0,0 0 117 0 0,0 0 0 0 0,0 1 0 0 0,1-1-1 0 0,-1 0 1 0 0,0 0 0 0 0,1 0 0 0 0,-1 0 0 0 0,1 0 0 0 0,-1 0-1 0 0,1 0 1 0 0,-1-1 0 0 0,3 2 0 0 0,4 0 110 0 0,-1-1 1 0 0,1 1-1 0 0,0-1 0 0 0,0 0 0 0 0,-1-1 1 0 0,1 0-1 0 0,0 0 0 0 0,0-1 0 0 0,0 0 1 0 0,-1-1-1 0 0,1 1 0 0 0,11-5 0 0 0,-9 2-12 0 0,0-1 0 0 0,0 0 0 0 0,0 0 0 0 0,-1-1 0 0 0,0 0 0 0 0,0-1 0 0 0,-1 0 0 0 0,11-11 0 0 0,-8 6-43 0 0,0-1 1 0 0,-1 0-1 0 0,-1 0 1 0 0,0-1-1 0 0,-1-1 0 0 0,0 1 1 0 0,-1-1-1 0 0,-1 0 1 0 0,0-1-1 0 0,-1 0 0 0 0,5-32 1 0 0,-9 37-181 0 0,0 1 1 0 0,-1-1 0 0 0,0 0-1 0 0,-1 0 1 0 0,0 1-1 0 0,-1-1 1 0 0,0 0-1 0 0,0 1 1 0 0,-6-14 0 0 0,6 18-21 0 0,-1 0-1 0 0,0 0 1 0 0,0 1 0 0 0,0 0 0 0 0,0-1 0 0 0,-1 1 0 0 0,0 0 0 0 0,0 1 0 0 0,0-1 0 0 0,0 1 0 0 0,-1 0 0 0 0,0 0 0 0 0,0 0 0 0 0,0 0 0 0 0,0 1 0 0 0,-1 0 0 0 0,-9-4 0 0 0,13 6-24 0 0,-1 0 0 0 0,1 0 0 0 0,-1 0 0 0 0,0 1 0 0 0,1-1 0 0 0,-1 1 0 0 0,0-1 0 0 0,0 1 0 0 0,1 0 0 0 0,-1 0 0 0 0,0 0 0 0 0,1 1-1 0 0,-1-1 1 0 0,0 1 0 0 0,0-1 0 0 0,1 1 0 0 0,-1 0 0 0 0,1 0 0 0 0,-1 0 0 0 0,1 0 0 0 0,-1 0 0 0 0,1 1 0 0 0,0-1 0 0 0,-1 1 0 0 0,1 0 0 0 0,0-1 0 0 0,0 1 0 0 0,0 0 0 0 0,0 0 0 0 0,1 0-1 0 0,-1 1 1 0 0,1-1 0 0 0,-1 0 0 0 0,1 0 0 0 0,-3 6 0 0 0,1 1 16 0 0,-1 1 0 0 0,1-1 0 0 0,1 1 0 0 0,0 0 0 0 0,0 0 0 0 0,1 0-1 0 0,0 0 1 0 0,1 17 0 0 0,3 5 4 0 0,2 1 0 0 0,1-1-1 0 0,15 48 1 0 0,1 4 100 0 0,-2-6 200 0 0,4 0 1 0 0,3-1-1 0 0,54 109 1 0 0,-71-165-332 0 0,0 0 1 0 0,-2 1-1 0 0,9 34 0 0 0,-15-48-5 0 0,0-1 1 0 0,-1 1-1 0 0,0-1 0 0 0,0 1 0 0 0,-1 0 0 0 0,0-1 0 0 0,-1 1 0 0 0,1 0 0 0 0,-2-1 0 0 0,1 1 0 0 0,-1-1 0 0 0,0 1 0 0 0,0-1 0 0 0,-5 11 0 0 0,6-18-59 0 0,1 1 1 0 0,0-1-1 0 0,0 1 0 0 0,-1 0 1 0 0,1-1-1 0 0,0 1 0 0 0,-1-1 1 0 0,1 1-1 0 0,0 0 0 0 0,-1-1 1 0 0,1 1-1 0 0,-1-1 1 0 0,1 1-1 0 0,-1-1 0 0 0,1 0 1 0 0,-1 1-1 0 0,1-1 0 0 0,-1 0 1 0 0,0 1-1 0 0,1-1 0 0 0,-1 0 1 0 0,0 1-1 0 0,1-1 0 0 0,-1 0 1 0 0,0 0-1 0 0,1 0 1 0 0,-1 0-1 0 0,0 0 0 0 0,1 0 1 0 0,-1 0-1 0 0,0 0 0 0 0,1 0 1 0 0,-1 0-1 0 0,0 0 0 0 0,1 0 1 0 0,-2-1-1 0 0,-6-4-1760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4.8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24 101 3679 0 0,'-1'-2'-131'0'0,"-2"0"322"0"0,0 0 1 0 0,0 0-1 0 0,1-1 0 0 0,0 0 1 0 0,-1 1-1 0 0,-2-5 0 0 0,5 7 1 0 0,0-1-1 0 0,0 0 1 0 0,-1 0 0 0 0,1 1-1 0 0,0-1 1 0 0,0 0-1 0 0,0 1 1 0 0,-1-1-1 0 0,1 0 1 0 0,0 0-1 0 0,0 1 1 0 0,0-1 0 0 0,0 0-1 0 0,0 0 1 0 0,1 1-1 0 0,-1-1 1 0 0,0 0-1 0 0,0 0 1 0 0,0 1-1 0 0,1-1 1 0 0,-1 0 0 0 0,0 1-1 0 0,1-1 1 0 0,-1 0-1 0 0,1 1 1 0 0,-1-1-1 0 0,1 0 1 0 0,-1 1-1 0 0,1-1 1 0 0,-1 1 0 0 0,1-1-1 0 0,-1 1 1 0 0,1-1-1 0 0,0 1 1 0 0,0-1-1 0 0,4-1 497 0 0,-1 0 0 0 0,1 0-1 0 0,0 0 1 0 0,-1 1 0 0 0,1 0-1 0 0,0 0 1 0 0,0 0 0 0 0,0 0-1 0 0,6 1 1 0 0,11-3 451 0 0,97-18 621 0 0,-38 8-4185 0 0,-63 9-4486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5.1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185 16 10591 0 0,'-6'-3'234'0'0,"4"1"-180"0"0,-1 1 1 0 0,1 0-1 0 0,0-1 1 0 0,-1 1 0 0 0,1 0-1 0 0,-1 0 1 0 0,1 0-1 0 0,-1 1 1 0 0,0-1 0 0 0,1 1-1 0 0,-1-1 1 0 0,0 1-1 0 0,1 0 1 0 0,-1 0 0 0 0,0 0-1 0 0,0 0 1 0 0,-4 1-1 0 0,-3 4 315 0 0,0-1-1 0 0,1 1 0 0 0,0 1 1 0 0,0 0-1 0 0,-12 9 0 0 0,16-10 25 0 0,1 0-1 0 0,-1-1 1 0 0,1 1 0 0 0,0 1-1 0 0,0-1 1 0 0,1 1 0 0 0,-1-1 0 0 0,1 1-1 0 0,1 0 1 0 0,-4 9 0 0 0,2 1 107 0 0,0 1 1 0 0,1 0 0 0 0,1 0 0 0 0,0 0 0 0 0,1 0 0 0 0,3 32 0 0 0,22 104 335 0 0,-14-96-644 0 0,-5-30-181 0 0,18 89 199 0 0,-19-99-184 0 0,2 0 1 0 0,0-1-1 0 0,0 0 0 0 0,15 26 0 0 0,-17-36-208 0 0,0 0 1 0 0,0-1-1 0 0,0 1 0 0 0,1-1 0 0 0,-1 0 0 0 0,1 0 0 0 0,1-1 1 0 0,-1 0-1 0 0,1 1 0 0 0,8 3 0 0 0,-3-3-7426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6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6911 0 0,'0'0'151'0'0,"1"0"0"0"0,-1-1 0 0 0,0 1 0 0 0,0 0 0 0 0,0 0 0 0 0,1-1 0 0 0,-1 1-1 0 0,0 0 1 0 0,1 0 0 0 0,-1 0 0 0 0,0-1 0 0 0,1 1 0 0 0,-1 0 0 0 0,0 0 0 0 0,1 0 0 0 0,-1 0-1 0 0,0 0 1 0 0,1 0 0 0 0,-1 0 0 0 0,0-1 0 0 0,1 1 0 0 0,-1 0 0 0 0,0 0 0 0 0,1 0-1 0 0,-1 1 1 0 0,0-1 0 0 0,1 0 0 0 0,0 0 0 0 0,13 1 1818 0 0,-11-1-1294 0 0,48 3 4422 0 0,26-3-2655 0 0,-27-1-2123 0 0,-40 2-750 0 0,-1 0 0 0 0,0 0 0 0 0,17 6 0 0 0,-20-5-461 0 0,9 2-6058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7.2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124 221 3223 0 0,'17'-51'785'0'0,"-11"36"751"0"0,0-2 0 0 0,-1 1 0 0 0,-1-1-1 0 0,0 1 1 0 0,2-30 0 0 0,-6 44-1326 0 0,0 0 0 0 0,0 0 0 0 0,0 0 0 0 0,-1 0-1 0 0,1 0 1 0 0,0 0 0 0 0,-1 1 0 0 0,1-1 0 0 0,-1 0 0 0 0,0 0-1 0 0,1 0 1 0 0,-1 1 0 0 0,0-1 0 0 0,0 0 0 0 0,0 1 0 0 0,0-1-1 0 0,-1 1 1 0 0,1-1 0 0 0,-3-1 0 0 0,3 2-97 0 0,-1 0 0 0 0,1 0 0 0 0,0 1 0 0 0,-1-1 0 0 0,1 1 0 0 0,-1-1 0 0 0,0 1 1 0 0,1 0-1 0 0,-1 0 0 0 0,1-1 0 0 0,-1 1 0 0 0,1 0 0 0 0,-1 0 0 0 0,0 1 0 0 0,1-1 0 0 0,-1 0 0 0 0,1 0 1 0 0,-1 1-1 0 0,1-1 0 0 0,-1 1 0 0 0,1-1 0 0 0,-1 1 0 0 0,1 0 0 0 0,-2 1 0 0 0,-5 2 40 0 0,0 2 1 0 0,1-1-1 0 0,0 1 0 0 0,0 0 0 0 0,0 0 0 0 0,1 1 1 0 0,-1 0-1 0 0,2 0 0 0 0,-1 1 0 0 0,1-1 1 0 0,-8 16-1 0 0,8-12-83 0 0,0 0 0 0 0,1 1 0 0 0,0-1 1 0 0,1 1-1 0 0,0 0 0 0 0,0 0 0 0 0,2 0 1 0 0,-1 19-1 0 0,1-27-49 0 0,1-1 1 0 0,1 0-1 0 0,-1 0 0 0 0,0 0 1 0 0,1 0-1 0 0,-1 0 0 0 0,1 0 1 0 0,0 0-1 0 0,0 0 0 0 0,1 0 1 0 0,-1-1-1 0 0,0 1 1 0 0,1 0-1 0 0,0-1 0 0 0,-1 1 1 0 0,5 4-1 0 0,-4-6-5 0 0,0 1 0 0 0,0-1 0 0 0,0 1 0 0 0,1-1 0 0 0,-1 0-1 0 0,0 0 1 0 0,0 0 0 0 0,1 0 0 0 0,-1-1 0 0 0,1 1 0 0 0,-1-1 0 0 0,0 1 0 0 0,1-1 0 0 0,-1 0 0 0 0,1 0 0 0 0,-1 0 0 0 0,1 0-1 0 0,-1 0 1 0 0,1-1 0 0 0,-1 1 0 0 0,4-2 0 0 0,1 0-8 0 0,0 0 0 0 0,0 0-1 0 0,-1-1 1 0 0,1 0 0 0 0,-1 0 0 0 0,0-1-1 0 0,0 0 1 0 0,0 0 0 0 0,0-1-1 0 0,-1 1 1 0 0,0-1 0 0 0,0 0 0 0 0,0 0-1 0 0,4-7 1 0 0,-2 2 3 0 0,0-1-1 0 0,-1 0 1 0 0,0-1-1 0 0,-1 1 1 0 0,0-1-1 0 0,-1 0 1 0 0,3-13-1 0 0,-9 34 7 0 0,1 0-1 0 0,0 0 0 0 0,1 0 1 0 0,0 0-1 0 0,1 13 1 0 0,11 52 146 0 0,-6-39-120 0 0,0 10 40 0 0,-3-17-46 0 0,1-1 0 0 0,1-1 0 0 0,13 37 0 0 0,-17-61-123 0 0,-1 0-1 0 0,1 0 0 0 0,0-1 1 0 0,0 1-1 0 0,0 0 1 0 0,1-1-1 0 0,-1 1 1 0 0,0 0-1 0 0,0-1 1 0 0,1 1-1 0 0,-1-1 0 0 0,1 0 1 0 0,0 1-1 0 0,-1-1 1 0 0,1 0-1 0 0,0 0 1 0 0,0 0-1 0 0,0 0 1 0 0,-1-1-1 0 0,1 1 0 0 0,0 0 1 0 0,0-1-1 0 0,0 1 1 0 0,4-1-1 0 0,3 2-7821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7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6911 0 0,'10'16'2068'0'0,"-2"-4"-1017"0"0,-5-3-597 0 0,1 0 0 0 0,-1 0 0 0 0,0 0 0 0 0,-1 1 0 0 0,0-1 0 0 0,-1 1 0 0 0,0 0 0 0 0,0 12 0 0 0,-3 5 2725 0 0,-6 43-1 0 0,-2 11-636 0 0,10-67-4075 0 0,1-2-6134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8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7831 0 0,'8'-3'5957'0'0,"11"3"-2488"0"0,-19 0-3276 0 0,12-1 520 0 0,1-1 0 0 0,-1 0 0 0 0,0-1 0 0 0,0 0 0 0 0,13-5 0 0 0,28-8-338 0 0,-45 14-762 0 0,0 1 0 0 0,0 0 0 0 0,0 0 0 0 0,1 1 0 0 0,-1-1 0 0 0,12 3 0 0 0,-6 1-6648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9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16 3223 0 0,'-1'-1'189'0'0,"1"0"0"0"0,-1 0-1 0 0,1 1 1 0 0,-1-1-1 0 0,1 0 1 0 0,-1 0-1 0 0,1 0 1 0 0,-1 0 0 0 0,0 1-1 0 0,1-1 1 0 0,-1 0-1 0 0,0 0 1 0 0,0 1-1 0 0,1-1 1 0 0,-1 1 0 0 0,0-1-1 0 0,0 1 1 0 0,0-1-1 0 0,0 1 1 0 0,0 0-1 0 0,0-1 1 0 0,0 1 0 0 0,0 0-1 0 0,0-1 1 0 0,0 1-1 0 0,0 0 1 0 0,0 0-1 0 0,0 0 1 0 0,0 0 0 0 0,0 0-1 0 0,0 0 1 0 0,0 1-1 0 0,0-1 1 0 0,0 0-1 0 0,0 0 1 0 0,0 1 0 0 0,0-1-1 0 0,0 0 1 0 0,0 1-1 0 0,-1 0 1 0 0,0 0 140 0 0,0 1 0 0 0,0-1 0 0 0,1 1 0 0 0,-1-1 0 0 0,0 1 0 0 0,0 0 0 0 0,1 0 0 0 0,-1-1 0 0 0,1 1 0 0 0,0 0 1 0 0,0 1-1 0 0,-1-1 0 0 0,1 0 0 0 0,1 0 0 0 0,-1 0 0 0 0,0 1 0 0 0,0 1 0 0 0,0 5-7 0 0,1 0-1 0 0,0-1 1 0 0,0 1-1 0 0,1 0 1 0 0,0-1 0 0 0,0 1-1 0 0,1 0 1 0 0,0-1-1 0 0,1 0 1 0 0,0 0 0 0 0,0 1-1 0 0,7 10 1 0 0,-1-2-86 0 0,1-1 0 0 0,1-1 0 0 0,0 0 0 0 0,25 25 0 0 0,-9-13-17 0 0,33 34 79 0 0,-53-53-228 0 0,-1 0 0 0 0,0 1 0 0 0,0 1 0 0 0,0-1-1 0 0,7 18 1 0 0,-13-26-60 0 0,1 1-1 0 0,0 0 1 0 0,-1 0 0 0 0,1 0-1 0 0,-1 0 1 0 0,0-1-1 0 0,0 1 1 0 0,1 0 0 0 0,-1 0-1 0 0,-1 0 1 0 0,1 0 0 0 0,0 0-1 0 0,0 0 1 0 0,-1 0-1 0 0,1-1 1 0 0,-1 1 0 0 0,1 0-1 0 0,-1 0 1 0 0,-1 2-1 0 0,0-1-4 0 0,1-1-1 0 0,-1 0 1 0 0,0 0-1 0 0,0 0 0 0 0,0 0 1 0 0,0-1-1 0 0,0 1 1 0 0,0 0-1 0 0,-1-1 0 0 0,1 1 1 0 0,-1-1-1 0 0,-2 1 1 0 0,-1 1 0 0 0,0-1 1 0 0,0-1 0 0 0,-1 1 0 0 0,1-1 0 0 0,0 0 0 0 0,0 0 0 0 0,-1-1 0 0 0,1 0-1 0 0,0 0 1 0 0,0-1 0 0 0,-9-1 0 0 0,10 1-6 0 0,0-1 0 0 0,0-1 0 0 0,1 1 0 0 0,-1-1 0 0 0,0 0 0 0 0,1 0 0 0 0,0 0 0 0 0,-1 0 0 0 0,1-1 0 0 0,0 0 0 0 0,1 0 0 0 0,-1 0 0 0 0,1 0 0 0 0,0 0 0 0 0,0-1 0 0 0,0 0 0 0 0,1 1 0 0 0,-1-1 0 0 0,1 0 0 0 0,-3-11 0 0 0,2 8 0 0 0,1 0 0 0 0,0 0 0 0 0,1-1 0 0 0,-1 1 0 0 0,2-1 0 0 0,-1 1 0 0 0,1-1 0 0 0,0 1 0 0 0,1-1 0 0 0,0 1 0 0 0,1-1 0 0 0,4-14 0 0 0,2 4 0 0 0,20-33 0 0 0,-20 39 0 0 0,-1 1 0 0 0,0-1 0 0 0,-1-1 0 0 0,0 1 0 0 0,6-28 0 0 0,-11 40 0 0 0,-1-1 0 0 0,0 1 0 0 0,0 0 0 0 0,0-1 0 0 0,0 1 0 0 0,0 0 0 0 0,0-1 0 0 0,0 1 0 0 0,0 0 0 0 0,0-1-1 0 0,-1 1 1 0 0,1 0 0 0 0,0-1 0 0 0,-2-1 0 0 0,2 3 0 0 0,-1-1 0 0 0,1 0 1 0 0,-1 1-1 0 0,1-1 0 0 0,-1 1 0 0 0,1-1 0 0 0,-1 1 0 0 0,0-1 0 0 0,1 1 0 0 0,-1-1 0 0 0,1 1 1 0 0,-1 0-1 0 0,0-1 0 0 0,0 1 0 0 0,1 0 0 0 0,-1 0 0 0 0,0-1 0 0 0,0 1 0 0 0,0 0 0 0 0,-1 0 0 0 0,0 0-1 0 0,0 0 0 0 0,0 0 0 0 0,0 1 0 0 0,0-1 0 0 0,0 1 1 0 0,1-1-1 0 0,-1 1 0 0 0,0 0 0 0 0,0-1 0 0 0,0 1 0 0 0,1 0 1 0 0,-1 0-1 0 0,1 0 0 0 0,-1 0 0 0 0,0 1 0 0 0,1-1 0 0 0,-3 3 0 0 0,-4 7-599 0 0,4-3-5381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29.6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4143 0 0,'0'-4'232'0'0,"0"0"-1"0"0,0 1 0 0 0,1-1 1 0 0,-1 0-1 0 0,1 0 0 0 0,0 1 1 0 0,0-1-1 0 0,0 1 0 0 0,2-4 1 0 0,-2 5 40 0 0,0 0 0 0 0,0 1 1 0 0,0-1-1 0 0,0 1 1 0 0,1-1-1 0 0,-1 1 0 0 0,0 0 1 0 0,1 0-1 0 0,-1 0 1 0 0,1-1-1 0 0,0 1 0 0 0,-1 1 1 0 0,1-1-1 0 0,0 0 1 0 0,0 0-1 0 0,-1 1 0 0 0,1-1 1 0 0,0 1-1 0 0,3-1 1 0 0,-2 1 55 0 0,1 0 1 0 0,-1 0 0 0 0,0 0-1 0 0,0 0 1 0 0,1 1-1 0 0,-1 0 1 0 0,0-1 0 0 0,0 1-1 0 0,0 0 1 0 0,0 1-1 0 0,0-1 1 0 0,0 0 0 0 0,0 1-1 0 0,0 0 1 0 0,0 0 0 0 0,-1-1-1 0 0,5 5 1 0 0,2 2 351 0 0,0 1 0 0 0,0 1 0 0 0,9 11 1 0 0,-4-1-526 0 0,0 2 0 0 0,-1 0 0 0 0,-1 0 0 0 0,-1 1 0 0 0,-1 0 0 0 0,-1 1 0 0 0,-2 0 0 0 0,0 1 0 0 0,-1-1 1 0 0,-2 1-1 0 0,0 0 0 0 0,-2 1 0 0 0,0-1 0 0 0,-2 0 0 0 0,-1 1 0 0 0,-1-1 0 0 0,-1 0 0 0 0,-1 0 1 0 0,-2 0-1 0 0,0-1 0 0 0,-1 1 0 0 0,-2-1 0 0 0,-12 24 0 0 0,-9 7 34 0 0,-50 68-1 0 0,27-51-7289 0 0,45-62-439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0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1 141 3679 0 0,'1'-5'-40'0'0,"0"-2"484"0"0,0-1-1 0 0,1 1 0 0 0,0 0 1 0 0,0 0-1 0 0,0-1 1 0 0,1 2-1 0 0,0-1 0 0 0,1 0 1 0 0,0 1-1 0 0,7-12 1 0 0,-6 12 271 0 0,1 1 1 0 0,-1-1-1 0 0,1 1 1 0 0,0 0-1 0 0,0 0 0 0 0,8-4 1 0 0,-12 8-569 0 0,-1 0 0 0 0,0 1 0 0 0,1-1 0 0 0,-1 0 0 0 0,1 1 0 0 0,-1-1 0 0 0,1 1 0 0 0,-1-1 0 0 0,1 1 0 0 0,0 0 0 0 0,-1 0 0 0 0,1 0 0 0 0,-1 0 0 0 0,1 0 0 0 0,0 0 0 0 0,-1 0 0 0 0,1 1 0 0 0,-1-1 0 0 0,1 0 0 0 0,-1 1 0 0 0,1-1 0 0 0,-1 1-1 0 0,1 0 1 0 0,-1 0 0 0 0,1-1 0 0 0,-1 1 0 0 0,0 0 0 0 0,1 0 0 0 0,-1 0 0 0 0,0 0 0 0 0,0 0 0 0 0,0 1 0 0 0,0-1 0 0 0,0 0 0 0 0,0 0 0 0 0,1 3 0 0 0,1 1 3 0 0,-1 0-1 0 0,0 0 1 0 0,0 0 0 0 0,0 0-1 0 0,-1 0 1 0 0,1 0-1 0 0,-1 1 1 0 0,-1-1-1 0 0,1 0 1 0 0,-1 1 0 0 0,0-1-1 0 0,-1 8 1 0 0,0-3-43 0 0,0 1 0 0 0,-1-1 0 0 0,0 0 1 0 0,-1 0-1 0 0,-6 14 0 0 0,-1-1 23 0 0,-7 18 76 0 0,17-40-224 0 0,-1 0 0 0 0,1 0-1 0 0,0-1 1 0 0,0 1 0 0 0,0 0-1 0 0,0 0 1 0 0,0 0 0 0 0,1 0 0 0 0,-1 0-1 0 0,0-1 1 0 0,0 1 0 0 0,0 0-1 0 0,1 0 1 0 0,-1 0 0 0 0,1-1-1 0 0,-1 1 1 0 0,0 0 0 0 0,1 0 0 0 0,-1-1-1 0 0,1 1 1 0 0,0 0 0 0 0,-1-1-1 0 0,1 1 1 0 0,-1-1 0 0 0,1 1 0 0 0,0 0-1 0 0,0 0 1 0 0,4 3-1179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0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69 2759 0 0,'8'-14'3328'0'0,"19"-24"0"0"0,-21 31-2109 0 0,3-3 4735 0 0,-12 17-4624 0 0,-141 208 2287 0 0,83-128-3363 0 0,60-86-247 0 0,0 1 1 0 0,0-1 0 0 0,0 1 0 0 0,0 0 0 0 0,0-1-1 0 0,0 1 1 0 0,1 0 0 0 0,-1 0 0 0 0,1-1 0 0 0,-1 1 0 0 0,1 0-1 0 0,-1 0 1 0 0,1 2 0 0 0,0-3 1 0 0,1 0 0 0 0,-1 0 1 0 0,0 0-1 0 0,0-1 0 0 0,1 1 0 0 0,-1 0 0 0 0,1-1 1 0 0,-1 1-1 0 0,1 0 0 0 0,-1-1 0 0 0,1 1 0 0 0,-1-1 1 0 0,1 1-1 0 0,0 0 0 0 0,-1-1 0 0 0,1 0 1 0 0,0 1-1 0 0,-1-1 0 0 0,1 1 0 0 0,0-1 0 0 0,-1 0 1 0 0,1 1-1 0 0,0-1 0 0 0,0 0 0 0 0,0 0 0 0 0,-1 0 1 0 0,1 0-1 0 0,0 1 0 0 0,0-1 0 0 0,0 0 0 0 0,-1 0 1 0 0,2-1-1 0 0,14 2 8 0 0,0-2-1 0 0,-1 0 1 0 0,26-5 0 0 0,-28 3-390 0 0,1 1-1 0 0,0 0 1 0 0,-1 1-1 0 0,1 1 1 0 0,18 2 0 0 0,-23-1-1281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0.6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 6911 0 0,'-4'2'402'0'0,"0"1"0"0"0,0 0-1 0 0,0 0 1 0 0,1 0 0 0 0,-1 1 0 0 0,1-1-1 0 0,0 1 1 0 0,0 0 0 0 0,0 0-1 0 0,-3 7 1 0 0,4-8 301 0 0,0 1 1 0 0,1 0-1 0 0,-1-1 1 0 0,1 1-1 0 0,-1 5 1 0 0,2-9-566 0 0,0 0 0 0 0,0 1-1 0 0,0-1 1 0 0,0 1 0 0 0,0-1 0 0 0,0 1 0 0 0,0-1-1 0 0,0 1 1 0 0,0-1 0 0 0,0 1 0 0 0,0-1 0 0 0,0 0-1 0 0,1 1 1 0 0,-1-1 0 0 0,0 1 0 0 0,0-1 0 0 0,0 1 0 0 0,1-1-1 0 0,-1 0 1 0 0,0 1 0 0 0,1 0 0 0 0,0-1 4 0 0,-1 0 0 0 0,1 1 0 0 0,0-1-1 0 0,0 0 1 0 0,-1 0 0 0 0,1 0 0 0 0,0 0 0 0 0,0 0 0 0 0,-1 1 0 0 0,1-1 0 0 0,0 0 0 0 0,0-1 0 0 0,-1 1 0 0 0,1 0 0 0 0,0 0-1 0 0,0 0 1 0 0,-1 0 0 0 0,2-1 0 0 0,68-23 1075 0 0,2 0-442 0 0,-67 22-837 0 0,39-9-6374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1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7 12895 0 0,'-7'0'576'0'0,"4"0"112"0"0,-9-6 7784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1.9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26 381 4143 0 0,'-2'1'454'0'0,"0"1"0"0"0,0 0 0 0 0,0 0 0 0 0,0 0 0 0 0,0 0 0 0 0,1 0 0 0 0,-1 0 0 0 0,1 0 0 0 0,0 0-1 0 0,-1 1 1 0 0,1-1 0 0 0,0 0 0 0 0,0 1 0 0 0,0-1 0 0 0,1 1 0 0 0,-1-1 0 0 0,1 1 0 0 0,-1-1-1 0 0,1 1 1 0 0,0 2 0 0 0,0-4-359 0 0,0-1-1 0 0,1 1 0 0 0,-1-1 1 0 0,0 1-1 0 0,0-1 0 0 0,0 0 1 0 0,1 1-1 0 0,-1-1 0 0 0,0 0 1 0 0,1 1-1 0 0,-1-1 0 0 0,0 0 1 0 0,1 1-1 0 0,-1-1 0 0 0,1 0 0 0 0,-1 0 1 0 0,0 0-1 0 0,1 1 0 0 0,-1-1 1 0 0,1 0-1 0 0,-1 0 0 0 0,1 0 1 0 0,-1 0-1 0 0,0 0 0 0 0,1 0 1 0 0,-1 0-1 0 0,1 0 0 0 0,-1 0 1 0 0,1 0-1 0 0,-1 0 0 0 0,1 0 1 0 0,-1 0-1 0 0,1 0 0 0 0,-1 0 1 0 0,0 0-1 0 0,1 0 0 0 0,0-1 1 0 0,17-6 1348 0 0,-6 0-1281 0 0,0-1 0 0 0,-1 0 0 0 0,0-1-1 0 0,-1 0 1 0 0,0-1 0 0 0,0 0 0 0 0,-1 0 0 0 0,0-1 0 0 0,-1-1-1 0 0,8-13 1 0 0,-8 12-15 0 0,-1-1 0 0 0,0 1 0 0 0,-2-2-1 0 0,1 1 1 0 0,-2-1 0 0 0,0 0 0 0 0,-1 1 0 0 0,0-2-1 0 0,0-16 1 0 0,-3 23-147 0 0,0 0 0 0 0,-1 0 0 0 0,0 0 0 0 0,-1 0 0 0 0,0 0 0 0 0,0 1 0 0 0,-1-1 0 0 0,0 1 0 0 0,-6-11 0 0 0,7 15 0 0 0,-1 0 0 0 0,1 0 0 0 0,-1 0 0 0 0,0 0 0 0 0,0 0 0 0 0,-1 1 0 0 0,1 0 0 0 0,-7-6 0 0 0,8 8 0 0 0,-1-1 0 0 0,1 1 0 0 0,-1 0 0 0 0,1-1 0 0 0,-1 1 0 0 0,0 0 0 0 0,1 1 0 0 0,-1-1 0 0 0,0 0 0 0 0,0 1 0 0 0,0 0 0 0 0,1-1 0 0 0,-1 1 0 0 0,0 0 0 0 0,-4 1 0 0 0,4-1-1 0 0,0 1 0 0 0,1 0 0 0 0,-1-1-1 0 0,0 1 1 0 0,1 0 0 0 0,-1 0 0 0 0,0 0 0 0 0,1 1 0 0 0,-1-1-1 0 0,1 1 1 0 0,0-1 0 0 0,0 1 0 0 0,-1 0 0 0 0,1 0 0 0 0,0 0-1 0 0,-2 2 1 0 0,2 0-4 0 0,-1 0 0 0 0,0 1 1 0 0,1-1-1 0 0,0 0 0 0 0,0 1 0 0 0,1-1 0 0 0,-1 1 0 0 0,-1 8 0 0 0,1 0-4 0 0,1 0 0 0 0,0 0 0 0 0,1 0 0 0 0,1 1-1 0 0,0-1 1 0 0,3 14 0 0 0,83 303 644 0 0,-34-148-374 0 0,-28-91-272 0 0,33 132-55 0 0,-56-209-1213 0 0,-3-9-77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2.1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5 139 5983 0 0,'-1'-2'85'0'0,"0"0"-1"0"0,1 1 1 0 0,-1-1 0 0 0,1 0-1 0 0,-1 0 1 0 0,1 1-1 0 0,0-1 1 0 0,0 0-1 0 0,0 0 1 0 0,0 1-1 0 0,0-1 1 0 0,0 0-1 0 0,1-2 1 0 0,0 2 152 0 0,0 1 0 0 0,0 0 0 0 0,0-1 0 0 0,0 1 0 0 0,0 0 0 0 0,0-1 0 0 0,0 1 0 0 0,0 0 0 0 0,1 0 0 0 0,-1 0 0 0 0,1 0 0 0 0,-1 0 0 0 0,1 0 0 0 0,2-1 0 0 0,19-9 1634 0 0,0 1 0 0 0,1 1 1 0 0,25-7-1 0 0,78-12-1143 0 0,-71 16-1165 0 0,-27 6-398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2.4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58 6911 0 0,'1'-3'192'0'0,"-1"-3"-66"0"0,1-1-1 0 0,-1 1 1 0 0,-1-12-1 0 0,1 17-44 0 0,0 1 0 0 0,0-1 0 0 0,0 0 0 0 0,0 1-1 0 0,0-1 1 0 0,0 0 0 0 0,0 0 0 0 0,0 1 0 0 0,-1-1 0 0 0,1 1 0 0 0,0-1 0 0 0,0 0 0 0 0,-1 1-1 0 0,1-1 1 0 0,0 1 0 0 0,-1-1 0 0 0,1 0 0 0 0,-1 1 0 0 0,1-1 0 0 0,0 1 0 0 0,-1-1-1 0 0,1 1 1 0 0,-1 0 0 0 0,0-1 0 0 0,1 1 0 0 0,-1-1 0 0 0,1 1 0 0 0,-1 0 0 0 0,0 0-1 0 0,1-1 1 0 0,-1 1 0 0 0,1 0 0 0 0,-1 0 0 0 0,0 0 0 0 0,1 0 0 0 0,-1-1 0 0 0,0 1 0 0 0,0 0-1 0 0,1 0 1 0 0,-1 0 0 0 0,0 1 0 0 0,1-1 0 0 0,-1 0 0 0 0,0 0 0 0 0,1 0 0 0 0,-1 0-1 0 0,-1 1 1 0 0,0 0 246 0 0,-1 1 0 0 0,1-1 0 0 0,0 1 0 0 0,-1 0 0 0 0,1 0 0 0 0,0 0 0 0 0,0 0 0 0 0,0 0 0 0 0,0 0 0 0 0,1 0-1 0 0,-1 1 1 0 0,1-1 0 0 0,-1 1 0 0 0,0 2 0 0 0,-4 6 745 0 0,-6 22 0 0 0,12-30-900 0 0,-10 31 264 0 0,3 1 0 0 0,0 0 0 0 0,3 1 0 0 0,1-1 0 0 0,1 1 0 0 0,2-1 0 0 0,1 1 0 0 0,2-1 0 0 0,14 62 0 0 0,-15-86-395 0 0,1-1-1 0 0,1 1 0 0 0,0-1 1 0 0,0 0-1 0 0,11 17 1 0 0,-12-21-229 0 0,1-1 0 0 0,0-1 1 0 0,0 1-1 0 0,0-1 0 0 0,0 1 1 0 0,1-1-1 0 0,0 0 0 0 0,0-1 1 0 0,0 1-1 0 0,0-1 1 0 0,11 5-1 0 0,-3-4-7383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2.7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1 366 3223 0 0,'3'-9'831'0'0,"0"0"-1"0"0,0 0 0 0 0,1 0 1 0 0,0 1-1 0 0,10-15 0 0 0,-1 2 448 0 0,45-90 5831 0 0,-48 89-5972 0 0,-1-1 1 0 0,-1-1-1 0 0,5-26 1 0 0,0 2 238 0 0,-5 90-1023 0 0,-1 81-300 0 0,0-12-71 0 0,-3-86-592 0 0,1-10-5324 0 0,0-6-1101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2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7367 0 0,'4'1'374'0'0,"-1"-1"-1"0"0,1 1 1 0 0,0 0-1 0 0,-1 0 1 0 0,1 0-1 0 0,0 1 1 0 0,-1-1-1 0 0,0 1 0 0 0,1 0 1 0 0,-1 0-1 0 0,0 0 1 0 0,4 3-1 0 0,6 6 1725 0 0,15 16 0 0 0,-24-24-1950 0 0,3 4 409 0 0,1 1 0 0 0,-2 1 0 0 0,1-1 1 0 0,-1 1-1 0 0,0 0 0 0 0,-1 1 0 0 0,0-1 0 0 0,5 13 1 0 0,-9-18-524 0 0,1 0 1 0 0,-1 0 0 0 0,0 0-1 0 0,-1 0 1 0 0,1 0 0 0 0,-1 0-1 0 0,1 0 1 0 0,-1 0 0 0 0,-1 0-1 0 0,1 0 1 0 0,0 0 0 0 0,-1 0-1 0 0,0 0 1 0 0,0 0 0 0 0,0-1-1 0 0,0 1 1 0 0,-1 0 0 0 0,1 0-1 0 0,-1-1 1 0 0,0 1 0 0 0,0-1-1 0 0,-1 0 1 0 0,1 1 0 0 0,-6 5-1 0 0,8-9-53 0 0,-2 2-46 0 0,1-1 0 0 0,0 1 0 0 0,0-1 0 0 0,-1 0 0 0 0,1 1 0 0 0,-1-1-1 0 0,1 0 1 0 0,-1 0 0 0 0,0 0 0 0 0,1 0 0 0 0,-1 0 0 0 0,0-1 0 0 0,0 1 0 0 0,0 0 0 0 0,0-1 0 0 0,1 1-1 0 0,-1-1 1 0 0,-3 1 0 0 0,0-3-1127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3.3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0 197 2759 0 0,'0'-6'-78'0'0,"0"-19"1998"0"0,5-38 0 0 0,-4 56-1175 0 0,0 0 0 0 0,1-1-1 0 0,0 1 1 0 0,0 0 0 0 0,1 1 0 0 0,-1-1 0 0 0,2 0 0 0 0,-1 1 0 0 0,9-13 0 0 0,-11 18-536 0 0,0-1 0 0 0,1 0 1 0 0,-1 1-1 0 0,1-1 0 0 0,-1 1 0 0 0,1-1 1 0 0,0 1-1 0 0,0 0 0 0 0,-1-1 0 0 0,1 1 1 0 0,0 0-1 0 0,0 0 0 0 0,0 1 0 0 0,0-1 0 0 0,0 0 1 0 0,0 1-1 0 0,0-1 0 0 0,1 1 0 0 0,-1-1 1 0 0,0 1-1 0 0,0 0 0 0 0,0 0 0 0 0,0 0 1 0 0,1 0-1 0 0,-1 1 0 0 0,3 0 0 0 0,-3 0-97 0 0,0 0 0 0 0,0 0 1 0 0,1 0-1 0 0,-1 0 0 0 0,0 1 0 0 0,0-1 0 0 0,0 1 0 0 0,-1-1 0 0 0,1 1 0 0 0,0 0 0 0 0,0 0 1 0 0,-1-1-1 0 0,1 1 0 0 0,-1 1 0 0 0,0-1 0 0 0,0 0 0 0 0,0 0 0 0 0,0 0 0 0 0,0 1 1 0 0,0-1-1 0 0,0 0 0 0 0,0 5 0 0 0,1 2-66 0 0,-1 0 0 0 0,-1 0 0 0 0,0-1 0 0 0,0 1 0 0 0,0 0 0 0 0,-1 0 0 0 0,-1 0 0 0 0,0-1 0 0 0,0 1 0 0 0,-4 12 0 0 0,-6 6-32 0 0,-25 47 0 0 0,7-19 141 0 0,28-50-128 0 0,0 0 0 0 0,0 0 0 0 0,0 0 0 0 0,1 0 1 0 0,0 0-1 0 0,0 1 0 0 0,0-1 0 0 0,0 7 0 0 0,1-11-15 0 0,0 0 1 0 0,0 1-1 0 0,0-1 1 0 0,0 0-1 0 0,0 1 0 0 0,1-1 1 0 0,-1 0-1 0 0,0 1 1 0 0,1-1-1 0 0,-1 0 1 0 0,1 0-1 0 0,0 0 1 0 0,-1 1-1 0 0,1-1 0 0 0,0 0 1 0 0,0 0-1 0 0,0 0 1 0 0,-1 0-1 0 0,1 0 1 0 0,0 0-1 0 0,0 0 1 0 0,0-1-1 0 0,1 1 0 0 0,-1 0 1 0 0,0-1-1 0 0,0 1 1 0 0,0 0-1 0 0,1-1 1 0 0,-1 1-1 0 0,0-1 1 0 0,0 0-1 0 0,1 1 0 0 0,-1-1 1 0 0,0 0-1 0 0,1 0 1 0 0,1 0-1 0 0,16 0 85 0 0,-1-2-1 0 0,0 0 1 0 0,0-1-1 0 0,0 0 1 0 0,27-10-1 0 0,15-3-35 0 0,-39 12-836 0 0,0 1 1 0 0,41-1-1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3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6911 0 0,'0'-1'51'0'0,"0"0"1"0"0,0 0-1 0 0,0 1 0 0 0,1-1 0 0 0,-1 0 0 0 0,0 1 0 0 0,1-1 0 0 0,-1 0 0 0 0,0 1 0 0 0,1-1 0 0 0,-1 0 0 0 0,1 1 0 0 0,-1-1 0 0 0,1 1 0 0 0,-1-1 0 0 0,1 1 0 0 0,0-1 0 0 0,-1 1 0 0 0,1-1 0 0 0,0 1 1 0 0,-1 0-1 0 0,1-1 0 0 0,1 1 0 0 0,-1-1 142 0 0,1 1 1 0 0,0 0 0 0 0,-1 0-1 0 0,1 0 1 0 0,0 0 0 0 0,-1 0 0 0 0,1 0-1 0 0,0 0 1 0 0,-1 1 0 0 0,3 0-1 0 0,4 2 891 0 0,-1 0 0 0 0,1 0 0 0 0,10 7 0 0 0,-6-2 156 0 0,0 0 1 0 0,-1 1-1 0 0,0 0 0 0 0,16 18 0 0 0,-15-13-476 0 0,0 1 0 0 0,20 33 0 0 0,-17-19-509 0 0,-2 0 1 0 0,0 1-1 0 0,15 60 1 0 0,-22-68-196 0 0,-2 0-1 0 0,-1 0 1 0 0,0 0 0 0 0,-2 0 0 0 0,0 0-1 0 0,-2 1 1 0 0,0-1 0 0 0,-2 0 0 0 0,0 0-1 0 0,-9 31 1 0 0,7-36-118 0 0,0 1 1 0 0,-1-1-1 0 0,-1-1 0 0 0,-1 1 1 0 0,0-1-1 0 0,-19 27 0 0 0,21-35-394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4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37 4607 0 0,'-7'7'12992'0'0,"29"-7"-12436"0"0,1-1 0 0 0,-1 0 0 0 0,1-2 0 0 0,-1-1 1 0 0,28-8-1 0 0,-22 5 3 0 0,0 2 1 0 0,1 0 0 0 0,32 0 0 0 0,-46 6-578 0 0,-15-1-26 0 0,1 0 0 0 0,-1 0 0 0 0,1 0-1 0 0,-1 0 1 0 0,0 0 0 0 0,1 0 0 0 0,-1 0 0 0 0,0 0 0 0 0,1 0-1 0 0,-1 0 1 0 0,1 0 0 0 0,-1 0 0 0 0,0 0 0 0 0,1 0 0 0 0,-1 1-1 0 0,0-1 1 0 0,1 0 0 0 0,-1 0 0 0 0,0 0 0 0 0,1 0 0 0 0,-1 1-1 0 0,0-1 1 0 0,0 0 0 0 0,1 0 0 0 0,-1 1 0 0 0,0-1 0 0 0,0 0-1 0 0,1 1 1 0 0,-1-1 0 0 0,0 0 0 0 0,0 1 0 0 0,0-1 0 0 0,0 0-1 0 0,1 1 1 0 0,-1 0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4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22 6447 0 0,'-3'-4'163'0'0,"2"2"-92"0"0,0 1-1 0 0,0 0 1 0 0,0-1-1 0 0,0 1 1 0 0,0-1-1 0 0,0 1 1 0 0,-1 0-1 0 0,1 0 1 0 0,-2-1-1 0 0,3 1 127 0 0,-1 1-1 0 0,1 0 0 0 0,0-1 0 0 0,-1 1 0 0 0,1 0 0 0 0,-1 0 1 0 0,1-1-1 0 0,0 1 0 0 0,-1 0 0 0 0,1 0 0 0 0,-1 0 0 0 0,1 0 1 0 0,-1 0-1 0 0,1 0 0 0 0,0 0 0 0 0,-1-1 0 0 0,1 1 0 0 0,-1 0 1 0 0,1 1-1 0 0,-1-1 0 0 0,1 0 0 0 0,-1 0 0 0 0,1 0 0 0 0,0 0 0 0 0,-1 0 1 0 0,1 0-1 0 0,-1 0 0 0 0,1 1 0 0 0,0-1 0 0 0,-1 0 0 0 0,1 0 1 0 0,-1 1-1 0 0,1-1 0 0 0,0 0 0 0 0,-1 0 0 0 0,1 1 0 0 0,0-1 1 0 0,-1 0-1 0 0,1 1 0 0 0,0-1 0 0 0,0 1 0 0 0,0-1 0 0 0,-1 0 1 0 0,1 1-1 0 0,0-1 0 0 0,0 1 0 0 0,0-1 0 0 0,0 0 0 0 0,0 1 1 0 0,-1-1-1 0 0,1 1 0 0 0,0-1 0 0 0,0 1 0 0 0,0-1 0 0 0,0 1 1 0 0,0-1-1 0 0,0 0 0 0 0,1 2 0 0 0,-1 4 538 0 0,1 0-1 0 0,0-1 1 0 0,2 10 0 0 0,-2-9-442 0 0,29 197 886 0 0,-27-182-1118 0 0,-2-13-150 0 0,0 0 0 0 0,1-1 1 0 0,0 1-1 0 0,1 0 0 0 0,-1 0 1 0 0,1-1-1 0 0,1 0 0 0 0,-1 0 1 0 0,1 0-1 0 0,8 11 0 0 0,-2-6-958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5.5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53 398 6447 0 0,'-1'1'179'0'0,"0"-1"0"0"0,0 0-1 0 0,0 0 1 0 0,0 0 0 0 0,0 0-1 0 0,0 0 1 0 0,-1 0 0 0 0,1 0-1 0 0,0 0 1 0 0,0 0 0 0 0,0 0-1 0 0,0-1 1 0 0,0 1 0 0 0,0 0-1 0 0,0-1 1 0 0,0 1 0 0 0,0-1-1 0 0,0 1 1 0 0,0-1 0 0 0,0 1-1 0 0,0-1 1 0 0,0 0 0 0 0,0 0-1 0 0,0 1 1 0 0,0-1 0 0 0,1 0-1 0 0,-1 0 1 0 0,0 0 0 0 0,0-2-1 0 0,-2-1 430 0 0,1 1 1 0 0,-1-1-1 0 0,1 0 0 0 0,0 0 0 0 0,0 0 0 0 0,-2-7 1 0 0,2-3 254 0 0,1-1 1 0 0,0-1 0 0 0,0 1 0 0 0,2 0-1 0 0,0 0 1 0 0,4-22 0 0 0,-1 5-452 0 0,1-9-97 0 0,-1 15-194 0 0,-1-1-1 0 0,-1 0 0 0 0,-3-35 0 0 0,-1 53 46 0 0,-1 22-140 0 0,2 22-42 0 0,4 68-1 0 0,-10 113-1 0 0,7-214-22 0 0,-1 36 80 0 0,1-36-137 0 0,0 0 0 0 0,0 0 0 0 0,0 0 0 0 0,1 0 1 0 0,-1 0-1 0 0,0-1 0 0 0,1 1 0 0 0,-1 0 0 0 0,1 0 0 0 0,0 0 0 0 0,0-1 0 0 0,0 1 0 0 0,0 0 0 0 0,0-1 0 0 0,0 1 0 0 0,2 2 1 0 0,3-2-1262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5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22 124 4143 0 0,'4'2'2767'0'0,"0"10"-755"0"0,4 13 819 0 0,-3-6-1626 0 0,1 0 0 0 0,0-1 0 0 0,2 0 0 0 0,0-1 0 0 0,14 24 0 0 0,-19-37-1084 0 0,-1 0 0 0 0,1 0 0 0 0,0 0 0 0 0,1-1 0 0 0,-1 1 0 0 0,1-1 0 0 0,-1 0 1 0 0,1 0-1 0 0,0 0 0 0 0,0-1 0 0 0,0 1 0 0 0,1-1 0 0 0,-1 0 0 0 0,0 0 0 0 0,1 0 0 0 0,0-1 1 0 0,-1 0-1 0 0,1 1 0 0 0,0-2 0 0 0,-1 1 0 0 0,1 0 0 0 0,0-1 0 0 0,0 0 0 0 0,0 0 0 0 0,0-1 1 0 0,-1 1-1 0 0,7-2 0 0 0,-5 0-86 0 0,1 0 0 0 0,-1 0 0 0 0,1 0 0 0 0,-1-1 0 0 0,0 0 1 0 0,0 0-1 0 0,0-1 0 0 0,0 1 0 0 0,0-1 0 0 0,-1-1 0 0 0,0 1 0 0 0,0-1 0 0 0,0 0 0 0 0,0 0 1 0 0,-1 0-1 0 0,0 0 0 0 0,5-10 0 0 0,-6 10-21 0 0,0 0-1 0 0,-1-1 1 0 0,0 1 0 0 0,0-1-1 0 0,-1 1 1 0 0,1-1-1 0 0,-1 0 1 0 0,0 0 0 0 0,-1 0-1 0 0,1 0 1 0 0,-1 0 0 0 0,-1 0-1 0 0,1 1 1 0 0,-1-1 0 0 0,0 0-1 0 0,0 0 1 0 0,0 0 0 0 0,-1 1-1 0 0,0-1 1 0 0,-4-6-1 0 0,1 1-1 0 0,-1 0 0 0 0,-1 1 0 0 0,0 0-1 0 0,-1 0 1 0 0,0 1 0 0 0,0 0 0 0 0,-1 0-1 0 0,0 1 1 0 0,0 0 0 0 0,-1 0 0 0 0,0 1-1 0 0,-18-9 1 0 0,22 13-7 0 0,0 0 0 0 0,0 1 0 0 0,-1 0 0 0 0,1 0 0 0 0,0 1 0 0 0,-1 0-1 0 0,1 0 1 0 0,-1 0 0 0 0,0 1 0 0 0,-11 0 0 0 0,12 1-6 0 0,1 0 0 0 0,-1 0 0 0 0,1 1 0 0 0,0 0 1 0 0,-1 0-1 0 0,1 0 0 0 0,0 0 0 0 0,0 1 0 0 0,1 0 0 0 0,-1 0 0 0 0,0 0 0 0 0,1 1 1 0 0,0 0-1 0 0,-5 5 0 0 0,5-6-95 0 0,1 1 0 0 0,-1 0 0 0 0,1 1 0 0 0,0-1 0 0 0,0 0 0 0 0,1 1 0 0 0,-1-1 0 0 0,1 1 0 0 0,0 0 0 0 0,0 0 0 0 0,1 0 0 0 0,-1 0 0 0 0,0 8 0 0 0,1 3-1143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6.1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7831 0 0,'0'0'286'0'0,"1"-1"-1"0"0,0 1 0 0 0,0-1 0 0 0,-1 1 0 0 0,1 0 0 0 0,0-1 0 0 0,0 1 0 0 0,0 0 0 0 0,-1 0 1 0 0,1 0-1 0 0,0-1 0 0 0,0 1 0 0 0,0 0 0 0 0,0 0 0 0 0,-1 0 0 0 0,1 0 0 0 0,0 0 1 0 0,1 1-1 0 0,29 0 4080 0 0,-15 0-2760 0 0,63-5 1078 0 0,1 0-4518 0 0,-71 4-5369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6.6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41 1927 0 0,'-7'-16'17916'0'0,"4"-1"-17538"0"0,3 17-350 0 0,0 0 0 0 0,0-1 0 0 0,0 1 1 0 0,0 0-1 0 0,0-1 0 0 0,0 1 0 0 0,0 0 1 0 0,0 0-1 0 0,0-1 0 0 0,0 1 0 0 0,0 0 1 0 0,0 0-1 0 0,1-1 0 0 0,-1 1 0 0 0,0 0 1 0 0,0 0-1 0 0,0-1 0 0 0,0 1 0 0 0,0 0 1 0 0,1 0-1 0 0,-1-1 0 0 0,0 1 0 0 0,0 0 1 0 0,0 0-1 0 0,1 0 0 0 0,-1 0 0 0 0,0-1 1 0 0,0 1-1 0 0,0 0 0 0 0,1 0 0 0 0,-1 0 1 0 0,0 0-1 0 0,1 0 0 0 0,-1 0 1 0 0,0 0-1 0 0,0 0 0 0 0,1-1 0 0 0,-1 1 1 0 0,0 0-1 0 0,0 0 0 0 0,1 0 0 0 0,-1 0 1 0 0,0 0-1 0 0,1 1 0 0 0,-1-1 0 0 0,0 0 1 0 0,0 0-1 0 0,1 0 0 0 0,12 4 232 0 0,-12-4-230 0 0,12 5 187 0 0,-3-2-95 0 0,0 1 0 0 0,0 0 0 0 0,0 1-1 0 0,0 0 1 0 0,0 0 0 0 0,-1 1 0 0 0,10 8 0 0 0,-17-12-110 0 0,0-1 0 0 0,-1 1 0 0 0,1 0 0 0 0,-1 0 0 0 0,0 0 0 0 0,1 0 1 0 0,-1 0-1 0 0,0 0 0 0 0,0 1 0 0 0,0-1 0 0 0,0 0 0 0 0,-1 1 0 0 0,1-1 0 0 0,-1 0 0 0 0,1 1 0 0 0,-1 4 0 0 0,0-4-3 0 0,-1 1 0 0 0,1 0 0 0 0,-1-1 0 0 0,0 1 0 0 0,0-1-1 0 0,0 1 1 0 0,0-1 0 0 0,-1 1 0 0 0,0-1 0 0 0,-1 4 0 0 0,-6 5 10 0 0,-1 1-1 0 0,0-2 1 0 0,-1 1-1 0 0,-14 12 1 0 0,17-17 4 0 0,-36 33 222 0 0,83-49-245 0 0,-25 6 4 0 0,0 0-1 0 0,0 1 1 0 0,1 0 0 0 0,-1 2-1 0 0,1-1 1 0 0,18 3 0 0 0,-27-1-1 0 0,0 0-1 0 0,1 0 1 0 0,-1 1 0 0 0,0 0 0 0 0,0 0 0 0 0,0 0-1 0 0,-1 1 1 0 0,1 0 0 0 0,-1 0 0 0 0,1 0 0 0 0,-1 1-1 0 0,0 0 1 0 0,0 0 0 0 0,0 0 0 0 0,-1 0 0 0 0,7 10-1 0 0,-9-12 11 0 0,0 0 0 0 0,0 1-1 0 0,-1-1 1 0 0,0 1 0 0 0,1-1-1 0 0,-1 1 1 0 0,0 0 0 0 0,0-1-1 0 0,0 1 1 0 0,-1 0 0 0 0,1 0-1 0 0,-1 0 1 0 0,1 0 0 0 0,-1 0-1 0 0,0-1 1 0 0,0 1 0 0 0,0 0-1 0 0,-1 0 1 0 0,1 0 0 0 0,-1 0-1 0 0,1 0 1 0 0,-1-1 0 0 0,0 1-1 0 0,0 0 1 0 0,0 0 0 0 0,-1-1-1 0 0,1 1 1 0 0,-1-1 0 0 0,1 1-1 0 0,-1-1 1 0 0,0 0 0 0 0,-2 3-1 0 0,-2 1 41 0 0,-1 0-1 0 0,1 0 1 0 0,-1-1-1 0 0,0 0 1 0 0,-1 0-1 0 0,1 0 1 0 0,-1-1-1 0 0,0 0 1 0 0,-12 3-1 0 0,-7 1 201 0 0,1-2-1 0 0,-53 5 0 0 0,47-7-145 0 0,32-4-111 0 0,0 0 0 0 0,-1 0 0 0 0,1 0 0 0 0,0 0 1 0 0,-1 0-1 0 0,1 0 0 0 0,0 0 0 0 0,-1 0 0 0 0,1 0 0 0 0,0 0 0 0 0,-1 0 0 0 0,1 0 0 0 0,0 0 0 0 0,-1 0 1 0 0,1 1-1 0 0,0-1 0 0 0,0 0 0 0 0,-1 0 0 0 0,1 0 0 0 0,0 1 0 0 0,0-1 0 0 0,-1 0 0 0 0,1 0 0 0 0,0 1 0 0 0,0-1 1 0 0,-1 1-1 0 0,4 8-1550 0 0,-1-6 533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7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41 6911 0 0,'-1'-1'555'0'0,"0"0"0"0"0,0-1 0 0 0,0 1-1 0 0,0 0 1 0 0,0-1 0 0 0,0 1-1 0 0,0 0 1 0 0,1-1 0 0 0,-1 1 0 0 0,0-1-1 0 0,1 1 1 0 0,-1-1 0 0 0,1 0-1 0 0,0 1 1 0 0,0-1 0 0 0,-1 0-1 0 0,1 1 1 0 0,0-1 0 0 0,0 1 0 0 0,0-1-1 0 0,1 0 1 0 0,-1 1 0 0 0,0-1-1 0 0,2-3 493 0 0,1 8-2167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38.4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189 232 5983 0 0,'26'-31'501'0'0,"29"-37"2993"0"0,-50 60-2944 0 0,1 0 0 0 0,-2 0-1 0 0,1-1 1 0 0,-1 1 0 0 0,0-1-1 0 0,4-16 1 0 0,-8 24-432 0 0,1-1 0 0 0,-1 0 1 0 0,1 0-1 0 0,-1 1 0 0 0,0-1 0 0 0,0 0 1 0 0,0 0-1 0 0,0 0 0 0 0,0 1 0 0 0,0-1 0 0 0,-1 0 1 0 0,1 0-1 0 0,0 1 0 0 0,-1-1 0 0 0,0 0 1 0 0,1 0-1 0 0,-1 1 0 0 0,0-1 0 0 0,0 1 0 0 0,0-1 1 0 0,0 1-1 0 0,0-1 0 0 0,0 1 0 0 0,0-1 1 0 0,0 1-1 0 0,-1 0 0 0 0,1 0 0 0 0,0 0 1 0 0,-1 0-1 0 0,1 0 0 0 0,-1 0 0 0 0,1 0 0 0 0,-1 0 1 0 0,0 0-1 0 0,1 1 0 0 0,-1-1 0 0 0,-3 0 1 0 0,-2 0 103 0 0,0-1 0 0 0,0 2 0 0 0,0-1 0 0 0,0 1 0 0 0,1 0 0 0 0,-1 1 1 0 0,0-1-1 0 0,-12 4 0 0 0,6 0-128 0 0,1 0 0 0 0,-1 0-1 0 0,1 2 1 0 0,0-1 0 0 0,1 2 0 0 0,-1-1 0 0 0,1 2 0 0 0,1-1 0 0 0,-18 18-1 0 0,21-20-34 0 0,1 1 0 0 0,1 1 0 0 0,-1-1-1 0 0,1 1 1 0 0,0 0 0 0 0,1 0 0 0 0,0 1-1 0 0,0-1 1 0 0,0 1 0 0 0,1 0 0 0 0,0 0-1 0 0,0 0 1 0 0,1 0 0 0 0,1 1 0 0 0,-1-1-1 0 0,0 12 1 0 0,2-17-14 0 0,0 1 0 0 0,0 0 0 0 0,1-1 0 0 0,-1 1 0 0 0,1 0 0 0 0,0-1 0 0 0,0 1 0 0 0,0 0 0 0 0,0-1 0 0 0,1 0 0 0 0,0 1 0 0 0,3 5 0 0 0,-3-7-27 0 0,0 0-1 0 0,0 1 1 0 0,0-1-1 0 0,1 0 0 0 0,-1 0 1 0 0,1-1-1 0 0,-1 1 1 0 0,1 0-1 0 0,0-1 1 0 0,-1 0-1 0 0,1 1 0 0 0,0-1 1 0 0,0 0-1 0 0,0-1 1 0 0,4 2-1 0 0,4-1 8 0 0,-1 0 1 0 0,0-1-1 0 0,0 0 0 0 0,1 0 0 0 0,-1-1 1 0 0,0-1-1 0 0,0 1 0 0 0,0-2 0 0 0,0 1 0 0 0,0-2 1 0 0,-1 1-1 0 0,12-7 0 0 0,-14 7-9 0 0,-1 0 0 0 0,0 0 0 0 0,0-1 0 0 0,0 0 0 0 0,0-1 0 0 0,0 1 0 0 0,-1-1 0 0 0,0 0 0 0 0,0 0 0 0 0,0-1 0 0 0,-1 0 0 0 0,1 1 0 0 0,-2-1 0 0 0,1-1 0 0 0,-1 1 0 0 0,1-1 0 0 0,-2 1 0 0 0,3-8 0 0 0,-4 11-5 0 0,-1 1 1 0 0,0 0-1 0 0,0 0 0 0 0,0-1 0 0 0,0 1 0 0 0,0 0 1 0 0,0 0-1 0 0,-1-1 0 0 0,0-2 0 0 0,1 4-8 0 0,0 1 0 0 0,0 0 0 0 0,-1-1 0 0 0,1 1 0 0 0,0 0 0 0 0,0 0 0 0 0,0-1 0 0 0,0 1 0 0 0,0 0 0 0 0,-1 0 0 0 0,1 0 0 0 0,0-1 0 0 0,0 1 0 0 0,0 0 0 0 0,0 0 0 0 0,-1 0 0 0 0,1-1 0 0 0,0 1-1 0 0,0 0 1 0 0,-1 0 0 0 0,1 0 0 0 0,0 0 0 0 0,0 0 0 0 0,-1 0 0 0 0,1-1 0 0 0,0 1 0 0 0,-1 0 0 0 0,1 0 0 0 0,-1 1 1 0 0,0-1-1 0 0,1 0 0 0 0,-1 1 1 0 0,0-1-1 0 0,1 0 1 0 0,-1 1-1 0 0,1-1 0 0 0,-1 1 1 0 0,1-1-1 0 0,-1 1 1 0 0,1 0-1 0 0,-1-1 0 0 0,1 1 1 0 0,-1-1-1 0 0,1 1 1 0 0,-1 1-1 0 0,-5 9 20 0 0,1 0-1 0 0,1 0 1 0 0,-1 1 0 0 0,-2 13 0 0 0,-9 52 102 0 0,11-47-108 0 0,-8 47-654 0 0,3 1-1 0 0,0 109 1 0 0,10-138-7371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3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98 3679 0 0,'0'-1'182'0'0,"-14"-23"3058"0"0,13 23-3047 0 0,1 0 1 0 0,-1 0-1 0 0,1 1 1 0 0,-1-1-1 0 0,0 0 1 0 0,1 0 0 0 0,-1 0-1 0 0,0 1 1 0 0,0-1-1 0 0,0 1 1 0 0,0-1-1 0 0,1 0 1 0 0,-1 1 0 0 0,0-1-1 0 0,0 1 1 0 0,0 0-1 0 0,0-1 1 0 0,0 1-1 0 0,0 0 1 0 0,0 0 0 0 0,0-1-1 0 0,-2 1 1 0 0,2 1-79 0 0,0-1 1 0 0,1 0-1 0 0,-1 1 0 0 0,0-1 1 0 0,1 1-1 0 0,-1-1 1 0 0,1 1-1 0 0,-1-1 1 0 0,1 1-1 0 0,-1 0 0 0 0,1-1 1 0 0,-1 1-1 0 0,1 0 1 0 0,0-1-1 0 0,-1 1 1 0 0,1 0-1 0 0,0-1 0 0 0,0 1 1 0 0,-1 0-1 0 0,1 0 1 0 0,0-1-1 0 0,0 1 1 0 0,0 0-1 0 0,0 0 0 0 0,0-1 1 0 0,0 1-1 0 0,0 0 1 0 0,0 0-1 0 0,0-1 1 0 0,1 3-1 0 0,4 24 838 0 0,-4-26-830 0 0,3 15 267 0 0,1-1-1 0 0,1 0 1 0 0,1-1 0 0 0,0 1-1 0 0,14 19 1 0 0,51 60 753 0 0,4 5 16 0 0,-74-95-1105 0 0,1 0-1 0 0,-1 1 0 0 0,0-1 1 0 0,0 1-1 0 0,0-1 1 0 0,0 1-1 0 0,-1 0 1 0 0,0-1-1 0 0,0 1 0 0 0,0 7 1 0 0,-1-9-39 0 0,0 0 0 0 0,0-1-1 0 0,0 1 1 0 0,-1 0 0 0 0,1 0 0 0 0,-1-1 0 0 0,0 1 0 0 0,0 0 0 0 0,0-1 0 0 0,0 1 0 0 0,0-1-1 0 0,0 1 1 0 0,-1-1 0 0 0,1 0 0 0 0,-1 1 0 0 0,0-1 0 0 0,0 0 0 0 0,0 0 0 0 0,-3 2-1 0 0,1 0 3 0 0,-1-1 0 0 0,0 0 0 0 0,0 0 0 0 0,0-1 0 0 0,0 0 0 0 0,-1 0 0 0 0,1 0 0 0 0,-1 0 0 0 0,1-1 0 0 0,-1 0 0 0 0,1 0 0 0 0,-1 0 0 0 0,0-1 0 0 0,0 0 0 0 0,1 0 0 0 0,-1-1 0 0 0,0 1 0 0 0,1-1 0 0 0,-1 0 0 0 0,0-1 0 0 0,1 1 0 0 0,-6-4 0 0 0,0 1-14 0 0,1 0-1 0 0,0-1 1 0 0,0 0-1 0 0,0-1 1 0 0,1 0 0 0 0,0-1-1 0 0,0 0 1 0 0,0 0-1 0 0,1-1 1 0 0,-11-12-1 0 0,17 17 0 0 0,0 0 0 0 0,1 1 0 0 0,-1-1-1 0 0,0 0 1 0 0,1 0 0 0 0,0 0 0 0 0,0 0 0 0 0,0 0 0 0 0,0 0-1 0 0,0-1 1 0 0,0 1 0 0 0,1 0 0 0 0,-1 0 0 0 0,1-1 0 0 0,0 1-1 0 0,0 0 1 0 0,1-1 0 0 0,-1 1 0 0 0,1 0 0 0 0,-1 0 0 0 0,1-1-1 0 0,0 1 1 0 0,0 0 0 0 0,0 0 0 0 0,1 0 0 0 0,-1 0 0 0 0,1 0-1 0 0,-1 1 1 0 0,1-1 0 0 0,0 0 0 0 0,0 1 0 0 0,1-1 0 0 0,-1 1-1 0 0,5-4 1 0 0,63-50-2 0 0,-50 42 0 0 0,-1-1 0 0 0,-1 0 0 0 0,23-25 0 0 0,-36 35 0 0 0,-1-2 0 0 0,1 1 0 0 0,-1 0 0 0 0,0-1 0 0 0,-1 0 0 0 0,1 1 0 0 0,-1-2 0 0 0,-1 1 0 0 0,1 0 0 0 0,-1 0 0 0 0,-1-1 0 0 0,1 1 0 0 0,-1-1 0 0 0,0-13 0 0 0,-1 17 3 0 0,0 1-1 0 0,0-1 1 0 0,-1 0 0 0 0,1 0-1 0 0,-1 0 1 0 0,0 1 0 0 0,0-1-1 0 0,0 0 1 0 0,-1 1-1 0 0,1-1 1 0 0,-1 1 0 0 0,0-1-1 0 0,0 1 1 0 0,0 0 0 0 0,0 0-1 0 0,-1 0 1 0 0,1 0-1 0 0,-1 0 1 0 0,0 1 0 0 0,0-1-1 0 0,0 1 1 0 0,0-1 0 0 0,0 1-1 0 0,0 0 1 0 0,-5-2-1 0 0,3 2 8 0 0,1 1-1 0 0,-1-1 1 0 0,0 1-1 0 0,0 0 0 0 0,1 0 1 0 0,-1 1-1 0 0,0-1 0 0 0,0 1 1 0 0,0 0-1 0 0,0 0 1 0 0,0 1-1 0 0,0-1 0 0 0,1 1 1 0 0,-1 0-1 0 0,0 1 1 0 0,0-1-1 0 0,1 1 0 0 0,-1 0 1 0 0,-5 3-1 0 0,7-3-4 0 0,-1 0-1 0 0,1 0 1 0 0,0 1 0 0 0,-1 0-1 0 0,1-1 1 0 0,1 1 0 0 0,-1 0-1 0 0,0 0 1 0 0,1 0 0 0 0,-1 1-1 0 0,1-1 1 0 0,0 1 0 0 0,-2 5-1 0 0,3-7-45 0 0,0 1 0 0 0,0 0 0 0 0,0 0-1 0 0,1 0 1 0 0,-1-1 0 0 0,1 1 0 0 0,0 0-1 0 0,0 0 1 0 0,0 0 0 0 0,0 0-1 0 0,0 0 1 0 0,1-1 0 0 0,0 1 0 0 0,-1 0-1 0 0,1 0 1 0 0,0 0 0 0 0,0-1 0 0 0,0 1-1 0 0,1-1 1 0 0,1 4 0 0 0,6 7-1760 0 0,2 1-5389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4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0 273 2759 0 0,'9'-16'4196'0'0,"24"-64"5246"0"0,27-34-5034 0 0,-51 94-4055 0 0,-8 16-260 0 0,1 0 0 0 0,-1 0 0 0 0,1 0 0 0 0,0 0 0 0 0,0 0 0 0 0,1 1-1 0 0,-1-1 1 0 0,1 1 0 0 0,4-5 0 0 0,-7 8-86 0 0,1 0 0 0 0,-1 0 0 0 0,0 0-1 0 0,1 0 1 0 0,-1 0 0 0 0,0 0 0 0 0,0 1 0 0 0,1-1 0 0 0,-1 0-1 0 0,0 0 1 0 0,0 0 0 0 0,1 0 0 0 0,-1 1 0 0 0,0-1-1 0 0,0 0 1 0 0,0 0 0 0 0,0 0 0 0 0,1 1 0 0 0,-1-1 0 0 0,0 0-1 0 0,0 0 1 0 0,0 1 0 0 0,0-1 0 0 0,0 0 0 0 0,0 0 0 0 0,1 1-1 0 0,-1-1 1 0 0,0 0 0 0 0,0 1 0 0 0,0-1 0 0 0,0 0-1 0 0,0 1 1 0 0,2 10 88 0 0,0 44 95 0 0,-3 0 0 0 0,-14 104 0 0 0,12-142-184 0 0,1 3-6 0 0,1 38 0 0 0,1-50 0 0 0,1 1 0 0 0,0 0 0 0 0,0-1 0 0 0,1 1 0 0 0,1-1 0 0 0,5 15 0 0 0,-7-20-207 0 0,1 0 1 0 0,0 0-1 0 0,0-1 0 0 0,0 1 0 0 0,0-1 1 0 0,1 1-1 0 0,-1-1 0 0 0,0 0 0 0 0,1 0 0 0 0,0 0 1 0 0,4 2-1 0 0,2 1-7192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4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59 2759 0 0,'1'-6'366'0'0,"1"0"0"0"0,0 0 0 0 0,4-9 0 0 0,-6 13 4 0 0,1 0 0 0 0,0 0-1 0 0,0 0 1 0 0,1 1 0 0 0,-1-1 0 0 0,0 0-1 0 0,1 1 1 0 0,-1-1 0 0 0,0 1-1 0 0,1-1 1 0 0,0 1 0 0 0,-1 0 0 0 0,5-3-1 0 0,-6 4-221 0 0,1 0 0 0 0,0 0 0 0 0,-1 0 0 0 0,1 0 0 0 0,0 0-1 0 0,0 0 1 0 0,-1 0 0 0 0,1 0 0 0 0,0 0 0 0 0,0 0 0 0 0,-1 0-1 0 0,1 1 1 0 0,0-1 0 0 0,0 0 0 0 0,-1 0 0 0 0,1 1 0 0 0,0-1-1 0 0,-1 0 1 0 0,1 1 0 0 0,-1-1 0 0 0,1 1 0 0 0,0-1 0 0 0,-1 1-1 0 0,1-1 1 0 0,-1 1 0 0 0,1-1 0 0 0,-1 1 0 0 0,1 1 0 0 0,12 20 1730 0 0,-11-19-1434 0 0,11 24 402 0 0,-1 0 1 0 0,-2 1 0 0 0,-1 1-1 0 0,-1-1 1 0 0,6 41 0 0 0,-12-48-836 0 0,-1 29 0 0 0,-1-49-11 0 0,0-1-57 0 0,0 0 0 0 0,0 1-1 0 0,0-1 1 0 0,0 0 0 0 0,0 0 0 0 0,0 0 0 0 0,0 0-1 0 0,0 1 1 0 0,0-1 0 0 0,0 0 0 0 0,0 0-1 0 0,0 0 1 0 0,0 0 0 0 0,0 1 0 0 0,0-1-1 0 0,0 0 1 0 0,0 0 0 0 0,0 0 0 0 0,0 0 0 0 0,0 0-1 0 0,0 1 1 0 0,-1-1 0 0 0,1 0 0 0 0,0 0-1 0 0,0 0 1 0 0,0 0 0 0 0,0 0 0 0 0,0 0-1 0 0,0 0 1 0 0,-1 0 0 0 0,1 1 0 0 0,0-1 0 0 0,0 0-1 0 0,0 0 1 0 0,0 0 0 0 0,0 0 0 0 0,-1 0-1 0 0,1 0 1 0 0,0 0 0 0 0,0 0 0 0 0,0 0-1 0 0,0 0 1 0 0,-1 0 0 0 0,1 0 0 0 0,0 0 0 0 0,0 0-1 0 0,0 0 1 0 0,0 0 0 0 0,-1 0 0 0 0,1 0-1 0 0,0 0 1 0 0,0 0 0 0 0,0 0 0 0 0,0 0-1 0 0,0-1 1 0 0,-1 1 0 0 0,1 0 0 0 0,0 0 0 0 0,0 0-1 0 0,0 0 1 0 0,0 0 0 0 0,0 0 0 0 0,0 0-1 0 0,-1-1 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4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66 2303 0 0,'-3'-2'51'0'0,"2"2"-25"0"0,0-1-1 0 0,0 1 0 0 0,0-1 1 0 0,0 0-1 0 0,0 1 0 0 0,0-1 1 0 0,0 0-1 0 0,0 0 0 0 0,0 0 1 0 0,0 0-1 0 0,0 0 0 0 0,1 0 0 0 0,-1-3 3239 0 0,10 1-1360 0 0,0 1 2918 0 0,91-23 1086 0 0,8 7-4068 0 0,-67 17-3191 0 0,-23 2-5456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5.0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38 5527 0 0,'-1'-10'521'0'0,"4"-18"6432"0"0,-7 51-4363 0 0,-7 23-1035 0 0,2 1 0 0 0,-3 52-1 0 0,10-76-1240 0 0,2 0-1 0 0,1-1 0 0 0,0 1 1 0 0,2 0-1 0 0,0-1 0 0 0,12 41 0 0 0,-13-58-278 0 0,0-1 0 0 0,0 1 0 0 0,0 0 0 0 0,1 0 0 0 0,-1-1 0 0 0,1 1 0 0 0,1-1 0 0 0,-1 0 0 0 0,0 0-1 0 0,6 5 1 0 0,-6-7-24 0 0,-1-1 0 0 0,0 1 0 0 0,1 0-1 0 0,-1-1 1 0 0,1 0 0 0 0,-1 1 0 0 0,1-1-1 0 0,0 0 1 0 0,-1 0 0 0 0,1-1-1 0 0,0 1 1 0 0,0 0 0 0 0,0-1 0 0 0,0 0-1 0 0,-1 0 1 0 0,1 0 0 0 0,0 0 0 0 0,0 0-1 0 0,0 0 1 0 0,3-2 0 0 0,1 0-5 0 0,0 0 0 0 0,-1-1 0 0 0,0 0 0 0 0,1-1 0 0 0,-1 1 0 0 0,0-1 0 0 0,-1 0 0 0 0,1-1 0 0 0,-1 1 0 0 0,6-7 0 0 0,-9 8-3 0 0,0 1 0 0 0,0-1 0 0 0,0 1 0 0 0,0-1 0 0 0,-1 0 0 0 0,1 0 0 0 0,-1 1 0 0 0,0-1 0 0 0,0 0 0 0 0,0 0 0 0 0,1-4 0 0 0,-2 5-2 0 0,0 0-1 0 0,0 0 1 0 0,0 0 0 0 0,0 0-1 0 0,0 1 1 0 0,0-1 0 0 0,-1 0 0 0 0,1 0-1 0 0,-1 0 1 0 0,1 0 0 0 0,-1 1 0 0 0,0-1-1 0 0,0 0 1 0 0,0 1 0 0 0,0-1-1 0 0,0 0 1 0 0,0 1 0 0 0,0-1 0 0 0,0 1-1 0 0,-2-2 1 0 0,1 1-1 0 0,-1 0 0 0 0,1 0 0 0 0,-1 1 0 0 0,1-1 0 0 0,-1 1 0 0 0,0-1 0 0 0,1 1 0 0 0,-1 0 0 0 0,0 0 0 0 0,0 0 0 0 0,0 0 0 0 0,0 1 0 0 0,0-1 0 0 0,0 1 0 0 0,0 0 0 0 0,0 0 0 0 0,0 0 0 0 0,0 0 0 0 0,0 0 0 0 0,-4 1 0 0 0,-3 1 0 0 0,0 1 0 0 0,0 0 0 0 0,1 0 0 0 0,-15 8 0 0 0,18-8 5 0 0,0 1-1 0 0,0 0 1 0 0,1 0-1 0 0,-1 0 0 0 0,1 0 1 0 0,0 1-1 0 0,-6 7 1 0 0,8-8-4 0 0,0-1 0 0 0,1 1 0 0 0,-1 0 0 0 0,1 0 1 0 0,-1 0-1 0 0,1 0 0 0 0,0 1 0 0 0,1-1 0 0 0,-1 0 0 0 0,1 1 0 0 0,-2 7 0 0 0,4-10-68 0 0,-1 0-1 0 0,0 0 1 0 0,0-1-1 0 0,1 1 1 0 0,-1 0-1 0 0,1 0 0 0 0,-1 0 1 0 0,1-1-1 0 0,0 1 1 0 0,0 0-1 0 0,-1-1 1 0 0,1 1-1 0 0,1 0 0 0 0,-1-1 1 0 0,0 1-1 0 0,0-1 1 0 0,0 0-1 0 0,3 3 0 0 0,11 5-6006 0 0,-3-4-753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5.7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66 919 0 0,'-8'-22'974'0'0,"7"18"-312"0"0,1 1 1 0 0,-1 0-1 0 0,0 0 1 0 0,1 0-1 0 0,0-1 1 0 0,0 1-1 0 0,0 0 1 0 0,1-7-1 0 0,-1 10-538 0 0,0 0-1 0 0,0-1 0 0 0,0 1 0 0 0,0 0 1 0 0,0-1-1 0 0,0 1 0 0 0,0 0 0 0 0,0 0 0 0 0,0-1 1 0 0,0 1-1 0 0,0 0 0 0 0,1-1 0 0 0,-1 1 1 0 0,0 0-1 0 0,0 0 0 0 0,0-1 0 0 0,1 1 1 0 0,-1 0-1 0 0,0 0 0 0 0,0-1 0 0 0,0 1 0 0 0,1 0 1 0 0,-1 0-1 0 0,0 0 0 0 0,1 0 0 0 0,-1-1 1 0 0,0 1-1 0 0,0 0 0 0 0,1 0 0 0 0,-1 0 1 0 0,0 0-1 0 0,1 0 0 0 0,-1 0 0 0 0,0 0 1 0 0,1 0-1 0 0,-1 0 0 0 0,0 0 0 0 0,1 0 0 0 0,-1 0 1 0 0,0 0-1 0 0,1 0 0 0 0,-1 0 0 0 0,0 0 1 0 0,1 0-1 0 0,-1 0 0 0 0,0 0 0 0 0,0 1 1 0 0,1-1-1 0 0,-1 0 0 0 0,0 0 0 0 0,0 0 0 0 0,1 0 1 0 0,-1 1-1 0 0,0-1 0 0 0,1 1 0 0 0,0 0 319 0 0,1 0-1 0 0,0 0 0 0 0,-1 1 1 0 0,0-1-1 0 0,1 1 1 0 0,-1 0-1 0 0,2 2 0 0 0,0 4 14 0 0,0-1 0 0 0,0 1 0 0 0,-1 0-1 0 0,0 0 1 0 0,0 0 0 0 0,0 15 0 0 0,-1 52 106 0 0,-2-17-162 0 0,1-40-274 0 0,1 18 17 0 0,-1-33-135 0 0,0-1 0 0 0,1 0 0 0 0,-1 0 0 0 0,1 0 1 0 0,-1 0-1 0 0,1 1 0 0 0,0-1 0 0 0,0 0 0 0 0,0 0 0 0 0,0 0 0 0 0,0-1 0 0 0,3 4 0 0 0,-3-4 1 0 0,-1-1 1 0 0,1 1-1 0 0,0-1 0 0 0,0 0 1 0 0,-1 1-1 0 0,1-1 0 0 0,0 0 1 0 0,0 0-1 0 0,0 1 0 0 0,-1-1 1 0 0,1 0-1 0 0,0 0 0 0 0,0 0 1 0 0,0 0-1 0 0,-1 0 0 0 0,1 0 1 0 0,0 0-1 0 0,0 0 0 0 0,0-1 1 0 0,0 1-1 0 0,-1 0 0 0 0,1 0 1 0 0,0-1-1 0 0,0 1 1 0 0,-1 0-1 0 0,2-1 0 0 0,22-14 69 0 0,-18 11-39 0 0,17-14-8 0 0,42-39 0 0 0,-13 10-13 0 0,-52 47-17 0 0,0 0 0 0 0,1-1 0 0 0,-1 1 0 0 0,0 0 0 0 0,0 0 0 0 0,0 0 0 0 0,0 0 0 0 0,1-1 0 0 0,-1 1 0 0 0,0 0 0 0 0,0 0 0 0 0,0 0 0 0 0,1 0 0 0 0,-1 0 0 0 0,0 0 0 0 0,0 0 0 0 0,0 0 0 0 0,1-1 0 0 0,-1 1 0 0 0,0 0 0 0 0,0 0 0 0 0,1 0 0 0 0,-1 0 0 0 0,0 0 0 0 0,0 0 0 0 0,1 0 0 0 0,-1 0 0 0 0,0 1 0 0 0,0-1 0 0 0,0 0 0 0 0,1 0 0 0 0,-1 0 0 0 0,0 0 0 0 0,2 9 0 0 0,-6 19 0 0 0,3-19 0 0 0,-4 28 0 0 0,2-12 0 0 0,0 0 0 0 0,1-1 0 0 0,1 1 0 0 0,2 0 0 0 0,5 37 0 0 0,5-7-1936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6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0 153 2015 0 0,'20'-8'16046'0'0,"-15"7"-15244"0"0,0 1-558 0 0,-1-1 0 0 0,1 0 0 0 0,-1 0 0 0 0,0-1-1 0 0,1 1 1 0 0,-1-1 0 0 0,6-3 0 0 0,-3 1-164 0 0,0-1 1 0 0,0 0-1 0 0,0 0 1 0 0,-1-1-1 0 0,0 0 1 0 0,0 0-1 0 0,0 0 1 0 0,4-8-1 0 0,-9 12-83 0 0,0 0 1 0 0,0 1-1 0 0,0-1 0 0 0,0 0 0 0 0,0 0 0 0 0,0 0 0 0 0,-1 0 1 0 0,1 0-1 0 0,-1-1 0 0 0,0 1 0 0 0,1 0 0 0 0,-1 0 0 0 0,0 0 0 0 0,0 0 1 0 0,-1-3-1 0 0,1 3 4 0 0,-1 0 0 0 0,0 0 0 0 0,0 0 0 0 0,0 0 0 0 0,0 0 0 0 0,0 0 0 0 0,0 0 0 0 0,-1 1-1 0 0,1-1 1 0 0,0 0 0 0 0,-1 1 0 0 0,0-1 0 0 0,1 1 0 0 0,-1 0 0 0 0,0-1 0 0 0,0 1 0 0 0,1 0 0 0 0,-4-1 0 0 0,4 1-1 0 0,0 0 0 0 0,-1 1 0 0 0,1-1 0 0 0,0 0 0 0 0,-1 1-1 0 0,1-1 1 0 0,-1 1 0 0 0,1-1 0 0 0,-1 1 0 0 0,1 0 0 0 0,-1 0 0 0 0,0-1-1 0 0,1 1 1 0 0,-1 0 0 0 0,1 1 0 0 0,-1-1 0 0 0,1 0 0 0 0,-4 1 0 0 0,4 0 0 0 0,0-1 0 0 0,-1 1 1 0 0,1 0-1 0 0,0 0 1 0 0,0 0-1 0 0,0 0 0 0 0,0 0 1 0 0,0 0-1 0 0,0 0 1 0 0,0 1-1 0 0,0-1 0 0 0,0 0 1 0 0,0 0-1 0 0,1 1 0 0 0,-1-1 1 0 0,0 2-1 0 0,-1 4 37 0 0,0-1-1 0 0,0 1 1 0 0,1 0-1 0 0,0 0 1 0 0,1 0-1 0 0,-1 0 1 0 0,2 7-1 0 0,-2 75 692 0 0,0-56-520 0 0,1 1 0 0 0,8 51 0 0 0,-7-75-208 0 0,1-1-1 0 0,0 1 1 0 0,1 0 0 0 0,0-1-1 0 0,1 1 1 0 0,6 12-1 0 0,-4-13-1545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6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79 5983 0 0,'0'0'85'0'0,"0"0"-1"0"0,0 0 0 0 0,0-1 0 0 0,0 1 0 0 0,0 0 0 0 0,0-1 0 0 0,0 1 1 0 0,0 0-1 0 0,0 0 0 0 0,0-1 0 0 0,0 1 0 0 0,0 0 0 0 0,0 0 0 0 0,1-1 0 0 0,-1 1 1 0 0,0 0-1 0 0,0 0 0 0 0,0 0 0 0 0,0-1 0 0 0,0 1 0 0 0,1 0 0 0 0,-1 0 1 0 0,0 0-1 0 0,0-1 0 0 0,0 1 0 0 0,1 0 0 0 0,-1 0 0 0 0,0 0 0 0 0,0 0 1 0 0,1-1-1 0 0,14-5 2290 0 0,15-4 1174 0 0,35-7-698 0 0,1 2-1 0 0,90-7 1 0 0,-117 20-4634 0 0,-34 3 937 0 0,0-1 1 0 0,0 1 0 0 0,-1-1-1 0 0,1 1 1 0 0,9 4 0 0 0,-6-1-6124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7.2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87 5063 0 0,'0'-5'648'0'0,"1"0"-1"0"0,0 0 0 0 0,0 0 0 0 0,0 0 0 0 0,0 0 0 0 0,1 1 0 0 0,0-1 0 0 0,4-8 0 0 0,-5 11-366 0 0,0 0-1 0 0,0 0 1 0 0,0 0-1 0 0,1 0 0 0 0,-1 0 1 0 0,1 0-1 0 0,-1 0 1 0 0,1 1-1 0 0,0-1 1 0 0,0 0-1 0 0,0 1 1 0 0,0-1-1 0 0,0 1 0 0 0,0 0 1 0 0,0 0-1 0 0,0 0 1 0 0,0 0-1 0 0,1 0 1 0 0,-1 0-1 0 0,3 0 1 0 0,10 0 282 0 0,1 0 0 0 0,-1 1 0 0 0,0 0 0 0 0,1 2 0 0 0,-1 0 0 0 0,0 0-1 0 0,25 8 1 0 0,-35-8-534 0 0,0 0-1 0 0,0 0 0 0 0,0 0 0 0 0,0 1 0 0 0,-1 0 0 0 0,1 0 0 0 0,-1 0 0 0 0,1 0 0 0 0,-1 1 1 0 0,0-1-1 0 0,0 1 0 0 0,-1 0 0 0 0,1 0 0 0 0,-1 1 0 0 0,0-1 0 0 0,0 1 0 0 0,0-1 0 0 0,-1 1 0 0 0,1 0 1 0 0,-1 0-1 0 0,0 0 0 0 0,-1 0 0 0 0,1 1 0 0 0,-1-1 0 0 0,1 6 0 0 0,-2-4-5 0 0,0 0 0 0 0,0 0 0 0 0,0 0 0 0 0,-1 0-1 0 0,0 0 1 0 0,0 0 0 0 0,-1 0 0 0 0,-3 10 0 0 0,-3 3 136 0 0,-16 28 1 0 0,17-36-84 0 0,1 0 0 0 0,0 1 0 0 0,0 0 0 0 0,1 0 0 0 0,1 0 0 0 0,-3 15 0 0 0,7-23-70 0 0,-1 0-1 0 0,1 0 1 0 0,1 0-1 0 0,-1 0 0 0 0,1 0 1 0 0,-1 0-1 0 0,3 6 0 0 0,-1 1-130 0 0,-1-9-683 0 0,-1 2-243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7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4 106 7831 0 0,'-1'-1'89'0'0,"1"0"-1"0"0,-1 0 1 0 0,1-1-1 0 0,0 1 0 0 0,-1 0 1 0 0,1 0-1 0 0,0-1 1 0 0,0 1-1 0 0,0 0 1 0 0,0 0-1 0 0,0-1 0 0 0,0 1 1 0 0,0 0-1 0 0,1-1 1 0 0,-1 1-1 0 0,0 0 0 0 0,1 0 1 0 0,-1 0-1 0 0,1-1 1 0 0,-1 1-1 0 0,2-1 1 0 0,0-1 337 0 0,0 1 1 0 0,1 0 0 0 0,0 0 0 0 0,-1 0 0 0 0,1 0 0 0 0,0 0-1 0 0,4-2 1 0 0,12-6 693 0 0,0 1 0 0 0,1 1-1 0 0,0 1 1 0 0,0 0 0 0 0,24-3-1 0 0,6 3-2150 0 0,0 7-3521 0 0,-31 2-1615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7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82 919 0 0,'0'-3'165'0'0,"1"0"-1"0"0,-1 1 0 0 0,1-1 1 0 0,0 1-1 0 0,0-1 0 0 0,0 1 0 0 0,0 0 1 0 0,1-1-1 0 0,-1 1 0 0 0,1 0 0 0 0,-1 0 1 0 0,1 0-1 0 0,0 0 0 0 0,2-2 0 0 0,2-1 654 0 0,0 1 0 0 0,0 0 0 0 0,12-6 0 0 0,-12 7 51 0 0,1-1 0 0 0,-1 1 1 0 0,1 1-1 0 0,0-1 0 0 0,0 1 0 0 0,0 0 0 0 0,10-1 0 0 0,-14 3-653 0 0,-1 0-1 0 0,1 0 1 0 0,-1 0 0 0 0,1 1 0 0 0,-1-1 0 0 0,1 1 0 0 0,-1-1 0 0 0,1 1 0 0 0,-1 0-1 0 0,1 0 1 0 0,-1 0 0 0 0,0 0 0 0 0,1 0 0 0 0,-1 1 0 0 0,0-1 0 0 0,0 1 0 0 0,0-1-1 0 0,0 1 1 0 0,0 0 0 0 0,0 0 0 0 0,-1 0 0 0 0,1 0 0 0 0,0 0 0 0 0,0 2 0 0 0,2 3-69 0 0,0-1 0 0 0,-1 1 0 0 0,0 0 0 0 0,0 0 0 0 0,-1 0 0 0 0,0 0 1 0 0,0 0-1 0 0,0 1 0 0 0,-1-1 0 0 0,0 1 0 0 0,-1-1 0 0 0,0 1 0 0 0,0-1 0 0 0,0 1 1 0 0,-3 10-1 0 0,-3 7-97 0 0,0-1 0 0 0,-2 0 0 0 0,-13 29 1 0 0,0 0 414 0 0,20-50-399 0 0,0 1 0 0 0,0-1 0 0 0,0 0 0 0 0,0 0 1 0 0,1 1-1 0 0,-1-1 0 0 0,1 0 0 0 0,0 1 0 0 0,0-1 1 0 0,1 5-1 0 0,-1-7-43 0 0,1 0 0 0 0,-1 0 0 0 0,0 0 0 0 0,1 0 0 0 0,-1 0 0 0 0,1 0 1 0 0,-1 0-1 0 0,1 0 0 0 0,0 0 0 0 0,-1 0 0 0 0,1-1 0 0 0,0 1 0 0 0,0 0 0 0 0,0 0 0 0 0,-1-1 0 0 0,1 1 1 0 0,0 0-1 0 0,0-1 0 0 0,0 1 0 0 0,0-1 0 0 0,0 1 0 0 0,0-1 0 0 0,0 0 0 0 0,0 1 0 0 0,0-1 0 0 0,0 0 1 0 0,0 0-1 0 0,0 0 0 0 0,0 0 0 0 0,1 0 0 0 0,-1 0 0 0 0,0 0 0 0 0,0 0 0 0 0,0 0 0 0 0,1-1 0 0 0,10 0 150 0 0,-1-2-1 0 0,0 0 1 0 0,19-7 0 0 0,12-4-5 0 0,-27 10-138 0 0,14-3 27 0 0,-27 7-68 0 0,0-1 0 0 0,0 1-1 0 0,0 0 1 0 0,0 0-1 0 0,0 0 1 0 0,0 0 0 0 0,0 0-1 0 0,0 1 1 0 0,0-1 0 0 0,-1 1-1 0 0,5 0 1 0 0,-6 0-32 0 0,1-1 0 0 0,-1 1 1 0 0,0-1-1 0 0,1 1 0 0 0,-1-1 1 0 0,1 1-1 0 0,-1-1 0 0 0,0 1 0 0 0,1-1 1 0 0,-1 1-1 0 0,0 0 0 0 0,1-1 1 0 0,-1 1-1 0 0,0 0 0 0 0,0-1 0 0 0,0 1 1 0 0,0 0-1 0 0,0-1 0 0 0,0 1 0 0 0,0 0 1 0 0,0-1-1 0 0,0 1 0 0 0,0 0 1 0 0,0-1-1 0 0,0 1 0 0 0,-1 1 0 0 0,0 5-862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8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101 110 2759 0 0,'1'-3'-67'0'0,"35"-53"2624"0"0,-30 47-716 0 0,1 1 0 0 0,0 0 0 0 0,0 0 0 0 0,10-8 0 0 0,-17 16-1782 0 0,0 0-1 0 0,0 0 1 0 0,0 0 0 0 0,0 0-1 0 0,0 0 1 0 0,0 0 0 0 0,0 0 0 0 0,0-1-1 0 0,1 1 1 0 0,-1 0 0 0 0,0 0-1 0 0,0 0 1 0 0,0 0 0 0 0,0 0 0 0 0,0 0-1 0 0,0 0 1 0 0,0 0 0 0 0,0 0-1 0 0,0 0 1 0 0,0 0 0 0 0,1 0 0 0 0,-1 0-1 0 0,0 0 1 0 0,0 0 0 0 0,0 0-1 0 0,0 0 1 0 0,0 0 0 0 0,0 0 0 0 0,0 0-1 0 0,0 0 1 0 0,0 0 0 0 0,1 0-1 0 0,-1 0 1 0 0,0 0 0 0 0,0 0 0 0 0,0 0-1 0 0,0 0 1 0 0,0 0 0 0 0,0 0-1 0 0,0 0 1 0 0,0 0 0 0 0,0 0 0 0 0,1 0-1 0 0,-1 0 1 0 0,0 1 0 0 0,0-1-1 0 0,0 0 1 0 0,0 0 0 0 0,0 6 1173 0 0,-4 9-173 0 0,-10 17-557 0 0,-1 0 1 0 0,-33 51-1 0 0,-15 31 256 0 0,60-108-755 0 0,-7 17 132 0 0,0 0-1 0 0,-6 26 1 0 0,16-49-126 0 0,-1 1 0 0 0,1-1 1 0 0,0 0-1 0 0,0 1 0 0 0,0-1 1 0 0,-1 0-1 0 0,1 1 0 0 0,0-1 0 0 0,0 0 1 0 0,0 1-1 0 0,0-1 0 0 0,0 0 1 0 0,0 1-1 0 0,0-1 0 0 0,0 1 1 0 0,0-1-1 0 0,0 0 0 0 0,0 1 0 0 0,0-1 1 0 0,0 0-1 0 0,0 1 0 0 0,0-1 1 0 0,0 0-1 0 0,1 1 0 0 0,-1-1 0 0 0,0 0 1 0 0,0 1-1 0 0,0-1 0 0 0,0 0 1 0 0,1 0-1 0 0,-1 1 0 0 0,0-1 0 0 0,0 0 1 0 0,1 0-1 0 0,-1 1 0 0 0,0-1 1 0 0,1 0-1 0 0,-1 0 0 0 0,0 1 1 0 0,0-1-1 0 0,1 0 0 0 0,-1 0 0 0 0,0 0 1 0 0,1 0-1 0 0,-1 0 0 0 0,0 0 1 0 0,1 0-1 0 0,-1 0 0 0 0,1 1 0 0 0,-1-1 1 0 0,0 0-1 0 0,1 0 0 0 0,-1-1 1 0 0,0 1-1 0 0,1 0 0 0 0,-1 0 1 0 0,0 0-1 0 0,1 0 0 0 0,-1 0 0 0 0,0 0 1 0 0,1 0-1 0 0,-1-1 0 0 0,27-12 323 0 0,-19 9-287 0 0,30-15-113 0 0,-19 8 235 0 0,26-9 0 0 0,-38 18-545 0 0,-1 0 0 0 0,1 0 0 0 0,-1 0-1 0 0,1 1 1 0 0,0 0 0 0 0,0 1-1 0 0,-1-1 1 0 0,11 2 0 0 0,-4 3-3814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8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57 3679 0 0,'15'-1'6968'0'0,"27"-4"-1"0"0,51-16-1838 0 0,-46 10-4222 0 0,-24 5-723 0 0,23-5-9 0 0,-42 11-189 0 0,1-1 0 0 0,-1 1 0 0 0,0 0 0 0 0,1 0 0 0 0,-1 0 0 0 0,1 0 1 0 0,7 3-1 0 0,-11-3-69 0 0,-1 0 0 0 0,1 0 0 0 0,-1 0 1 0 0,1 0-1 0 0,-1 1 0 0 0,1-1 0 0 0,-1 0 1 0 0,1 1-1 0 0,-1-1 0 0 0,1 0 0 0 0,-1 1 0 0 0,1-1 1 0 0,-1 0-1 0 0,0 1 0 0 0,1-1 0 0 0,-1 1 0 0 0,1-1 1 0 0,-1 1-1 0 0,0-1 0 0 0,0 1 0 0 0,1 0 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9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8 454 6911 0 0,'-1'-1'65'0'0,"0"0"0"0"0,1-1 0 0 0,-1 1 0 0 0,0 0-1 0 0,0-1 1 0 0,1 0 0 0 0,-1 1 0 0 0,1-1-1 0 0,-1 1 1 0 0,1-1 0 0 0,0 1 0 0 0,0-1 0 0 0,0 0-1 0 0,-1 1 1 0 0,2-1 0 0 0,-1 0 0 0 0,0 1-1 0 0,0-1 1 0 0,0 1 0 0 0,1-3 0 0 0,2-7 1239 0 0,1 0 1 0 0,4-10 0 0 0,-1 3 180 0 0,50-143 5213 0 0,-8 26-5532 0 0,-46 127-1095 0 0,0-1 0 0 0,-1 1-1 0 0,0-1 1 0 0,-1 0-1 0 0,1-10 1 0 0,-8 35-71 0 0,5 27 50 0 0,2 1 1 0 0,12 83-1 0 0,2 15 44 0 0,-15-139-145 0 0,1 16 81 0 0,3 22 0 0 0,-3-37-215 0 0,0 1 0 0 0,0-1-1 0 0,0 1 1 0 0,1-1-1 0 0,0 0 1 0 0,-1 0-1 0 0,1 1 1 0 0,1-1 0 0 0,-1-1-1 0 0,5 7 1 0 0,4 0-7054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49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 5983 0 0,'1'-11'372'0'0,"0"12"543"0"0,4 19 1511 0 0,-2-8-1153 0 0,21 72 2820 0 0,36 119-1437 0 0,-59-199-2642 0 0,0-1 1 0 0,-1 1-1 0 0,1 0 1 0 0,0-1 0 0 0,-1 1-1 0 0,0 0 1 0 0,0-1-1 0 0,0 1 1 0 0,-1 4-1 0 0,0-8-318 0 0,0-1 0 0 0,0 1-1 0 0,0-1 1 0 0,0 1 0 0 0,0-1-1 0 0,0 0 1 0 0,0 1 0 0 0,0-1-1 0 0,0 0 1 0 0,0 0 0 0 0,-1-1-1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0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98 2287 0 0,'-5'-4'105'0'0,"-9"-8"319"0"0,13 6 1250 0 0,10-1 1989 0 0,36-7 2037 0 0,25 0-2435 0 0,-9 2-2193 0 0,21-6-1335 0 0,-46 11-4365 0 0,-6 4-1088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0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1839 0 0,'2'-5'160'0'0,"0"1"-1"0"0,1-1 0 0 0,-1 0 0 0 0,1 1 1 0 0,0-1-1 0 0,3-3 0 0 0,-3 5 297 0 0,0 0-1 0 0,0 0 1 0 0,0 0-1 0 0,0 1 1 0 0,0 0-1 0 0,1-1 1 0 0,-1 1-1 0 0,1 1 1 0 0,0-1-1 0 0,-1 0 1 0 0,1 1-1 0 0,0 0 1 0 0,5-2-1 0 0,-5 3 3 0 0,-1-1 1 0 0,1 0-1 0 0,0 1 0 0 0,0 0 0 0 0,-1 0 0 0 0,1 0 0 0 0,0 0 0 0 0,0 1 0 0 0,-1-1 0 0 0,1 1 0 0 0,0 0 1 0 0,-1 0-1 0 0,1 0 0 0 0,6 4 0 0 0,-7-3-163 0 0,1 0 0 0 0,0 1 1 0 0,-1 0-1 0 0,0 0 0 0 0,0 0 1 0 0,0 0-1 0 0,0 0 0 0 0,0 0 1 0 0,0 1-1 0 0,-1-1 0 0 0,4 7 0 0 0,-4-4-184 0 0,1 0 0 0 0,-1 0 0 0 0,0 1-1 0 0,0-1 1 0 0,0 0 0 0 0,-1 1-1 0 0,0-1 1 0 0,0 1 0 0 0,-1 0 0 0 0,0-1-1 0 0,0 1 1 0 0,-1-1 0 0 0,1 1-1 0 0,-1-1 1 0 0,-1 1 0 0 0,-3 11 0 0 0,-23 43 117 0 0,18-42-57 0 0,1 0-1 0 0,1 0 1 0 0,1 0 0 0 0,-5 25 0 0 0,11-42-145 0 0,1 1 0 0 0,0-1-1 0 0,-1 0 1 0 0,1 1 0 0 0,0-1-1 0 0,0 1 1 0 0,1-1 0 0 0,-1 0-1 0 0,0 0 1 0 0,1 1 0 0 0,0-1-1 0 0,-1 0 1 0 0,1 0 0 0 0,0 1 0 0 0,2 2-1 0 0,-2-4-11 0 0,0 0 0 0 0,0 1 0 0 0,0-1 0 0 0,0 0 0 0 0,0 0 0 0 0,1 0 1 0 0,-1 0-1 0 0,1 0 0 0 0,-1 0 0 0 0,1 0 0 0 0,-1 0 0 0 0,1-1 0 0 0,-1 1 0 0 0,1 0 0 0 0,-1-1 0 0 0,1 1 0 0 0,0-1 0 0 0,-1 0 0 0 0,1 0 0 0 0,0 1 0 0 0,2-1 0 0 0,35-3-373 0 0,75-13 0 0 0,-93 12-683 0 0,-9 2-4270 0 0,-1 0-1728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0.6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 4143 0 0,'1'-26'3957'0'0,"4"32"-2099"0"0,16 56 5088 0 0,0 0-3306 0 0,31 127-1845 0 0,-46-170-1752 0 0,-4-14-507 0 0,0 1-1 0 0,0-1 1 0 0,-1 1 0 0 0,1 10 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0.8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57 3223 0 0,'0'-1'80'0'0,"0"0"-1"0"0,-1 1 0 0 0,1-1 0 0 0,0 0 0 0 0,0 0 0 0 0,0 1 0 0 0,0-1 1 0 0,0 0-1 0 0,0 0 0 0 0,0 1 0 0 0,0-1 0 0 0,0 0 0 0 0,0 1 0 0 0,1-1 0 0 0,-1 0 1 0 0,0 0-1 0 0,0 1 0 0 0,1-1 0 0 0,-1 0 0 0 0,0 1 0 0 0,1-1 0 0 0,-1 1 1 0 0,0-1-1 0 0,1 0 0 0 0,-1 1 0 0 0,2-1 0 0 0,-1 0 482 0 0,1 0 0 0 0,0 0 0 0 0,0 1 0 0 0,0-1 0 0 0,0 0 0 0 0,0 1-1 0 0,0 0 1 0 0,2-1 0 0 0,2 1 168 0 0,66-8 6094 0 0,0 0-3953 0 0,-45 4-2649 0 0,-4-1-476 0 0,1 2 0 0 0,41-1 0 0 0,-50 6-4666 0 0,-2 1-1677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1.5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64 4607 0 0,'-3'-4'616'0'0,"1"0"0"0"0,0 0-1 0 0,0 0 1 0 0,0 0-1 0 0,1 0 1 0 0,0-1-1 0 0,-1 1 1 0 0,1 0 0 0 0,1-1-1 0 0,-1 1 1 0 0,1-1-1 0 0,0-5 1 0 0,0 10-561 0 0,0 0 0 0 0,0 0 0 0 0,0 0 0 0 0,0 0 0 0 0,0 0 1 0 0,0 0-1 0 0,0-1 0 0 0,0 1 0 0 0,0 0 0 0 0,0 0 0 0 0,0 0 0 0 0,0 0 0 0 0,0 0 0 0 0,0 0 0 0 0,0 0 1 0 0,0-1-1 0 0,0 1 0 0 0,1 0 0 0 0,-1 0 0 0 0,0 0 0 0 0,0 0 0 0 0,0 0 0 0 0,0 0 0 0 0,0 0 0 0 0,0 0 1 0 0,0 0-1 0 0,0 0 0 0 0,1 0 0 0 0,-1 0 0 0 0,0 0 0 0 0,0 0 0 0 0,0 0 0 0 0,0 0 0 0 0,0 0 0 0 0,0 0 1 0 0,0 0-1 0 0,1 0 0 0 0,-1 0 0 0 0,0 0 0 0 0,0 0 0 0 0,0 0 0 0 0,7 4 1231 0 0,3 7-66 0 0,-5-2-882 0 0,-1 1 1 0 0,0-1-1 0 0,0 1 1 0 0,-1 0-1 0 0,0 0 1 0 0,-1 0-1 0 0,0 0 1 0 0,1 17-1 0 0,-2 6 199 0 0,-5 45-1 0 0,0 0 237 0 0,4-75-734 0 0,0 0 0 0 0,1 0 0 0 0,-1 0 0 0 0,0 0 0 0 0,1 0 0 0 0,0-1 1 0 0,1 5-1 0 0,-2-6-32 0 0,0-1 1 0 0,1 1-1 0 0,-1 0 0 0 0,1-1 1 0 0,-1 1-1 0 0,0-1 1 0 0,1 1-1 0 0,-1 0 1 0 0,1-1-1 0 0,-1 1 1 0 0,1-1-1 0 0,0 1 0 0 0,-1-1 1 0 0,1 1-1 0 0,-1-1 1 0 0,1 0-1 0 0,0 1 1 0 0,-1-1-1 0 0,1 0 1 0 0,0 0-1 0 0,0 1 0 0 0,-1-1 1 0 0,1 0-1 0 0,0 0 1 0 0,-1 0-1 0 0,1 0 1 0 0,0 0-1 0 0,0 0 0 0 0,-1 0 1 0 0,1 0-1 0 0,0 0 1 0 0,0 0-1 0 0,-1 0 1 0 0,2-1-1 0 0,6-2 2 0 0,1 0 1 0 0,-1-1-1 0 0,0 0 0 0 0,-1 0 1 0 0,1-1-1 0 0,-1 0 0 0 0,0 0 1 0 0,7-7-1 0 0,3-4 21 0 0,27-33 0 0 0,-36 37-30 0 0,-7 10 0 0 0,1 0 0 0 0,-1 0 0 0 0,1-1 0 0 0,0 1 0 0 0,-1 0 0 0 0,1 0 0 0 0,0 1 0 0 0,4-4 0 0 0,-6 5 0 0 0,1 0 0 0 0,-1 0 0 0 0,0 0 0 0 0,1 0 0 0 0,-1 0 0 0 0,0 1 0 0 0,0-1 0 0 0,0 0 0 0 0,1 0 0 0 0,-1 0 0 0 0,0 1 0 0 0,0-1 0 0 0,0 0 0 0 0,1 0 0 0 0,-1 0 0 0 0,0 1 0 0 0,0-1 0 0 0,0 0 0 0 0,0 0 0 0 0,0 1 0 0 0,0-1 0 0 0,1 0 0 0 0,-1 1 0 0 0,0-1 0 0 0,0 0 0 0 0,0 0 0 0 0,0 1 0 0 0,0-1 0 0 0,0 0 0 0 0,0 1 0 0 0,0-1 0 0 0,0 0 0 0 0,0 0 0 0 0,-1 1 0 0 0,1-1 0 0 0,0 0 0 0 0,0 1 0 0 0,0 13 0 0 0,0-14 0 0 0,-2 115 180 0 0,2-19-21 0 0,-1-81 164 0 0,3 24 1 0 0,5-6-1985 0 0,2-15-3725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2.2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65 4607 0 0,'0'-8'817'0'0,"1"0"-1"0"0,0 1 0 0 0,1-1 0 0 0,0 1 0 0 0,0-1 0 0 0,8-11 3492 0 0,-10 19-4251 0 0,0 0 0 0 0,0 1 1 0 0,3 7 1623 0 0,0 11-16 0 0,1 106 3616 0 0,-2-24-4157 0 0,-1-85-974 0 0,0 1 0 0 0,7 27 0 0 0,-5-36-144 0 0,-1 1-1 0 0,1-1 1 0 0,0 0-1 0 0,1 0 1 0 0,0 0 0 0 0,9 13-1 0 0,-11-18-468 0 0,1 0 0 0 0,0-1-1 0 0,0 1 1 0 0,6 3-1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2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46 8751 0 0,'0'-1'78'0'0,"-1"0"-19"0"0,0 0 0 0 0,1 0-1 0 0,-1 1 1 0 0,1-1 0 0 0,-1 0-1 0 0,1 0 1 0 0,-1 0 0 0 0,1 0 0 0 0,-1 0-1 0 0,1 0 1 0 0,0 0 0 0 0,-1 0-1 0 0,1 0 1 0 0,0 0 0 0 0,0 0 0 0 0,0 0-1 0 0,0-1 1 0 0,19-2 6125 0 0,-4-1-4751 0 0,0 1 0 0 0,0 1-1 0 0,26-3 1 0 0,48 2-1236 0 0,-69 3-625 0 0,8 1-4767 0 0,-1 2-1829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3.2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235 261 5527 0 0,'-2'-5'545'0'0,"1"0"-1"0"0,1-1 0 0 0,-1 1 0 0 0,1-1 0 0 0,0 1 0 0 0,0-1 0 0 0,2-9 1 0 0,-1-18 1545 0 0,-1 25-1735 0 0,-1-1 0 0 0,-1 1 0 0 0,1-1 0 0 0,-1 1 0 0 0,-1 0 0 0 0,0 0 0 0 0,0 0 0 0 0,0 0 0 0 0,-1 0 0 0 0,0 1 0 0 0,-1 0 0 0 0,0-1 0 0 0,0 2 0 0 0,0-1 0 0 0,-1 1 0 0 0,0-1 0 0 0,0 2 0 0 0,0-1 0 0 0,-1 1 0 0 0,0 0 1 0 0,0 0-1 0 0,-10-4 0 0 0,14 7-302 0 0,0 1 0 0 0,0-1 0 0 0,0 1 0 0 0,-1 0 0 0 0,1 0 1 0 0,0 1-1 0 0,-1-1 0 0 0,1 1 0 0 0,0 0 0 0 0,-1-1 0 0 0,1 1 1 0 0,-1 1-1 0 0,1-1 0 0 0,0 1 0 0 0,-1-1 0 0 0,1 1 0 0 0,0 0 1 0 0,-1 0-1 0 0,1 0 0 0 0,0 1 0 0 0,0-1 0 0 0,0 1 0 0 0,0-1 1 0 0,0 1-1 0 0,0 0 0 0 0,1 0 0 0 0,-1 1 0 0 0,1-1 0 0 0,-1 0 1 0 0,1 1-1 0 0,0 0 0 0 0,0-1 0 0 0,0 1 0 0 0,0 0 0 0 0,-1 4 1 0 0,0-2-34 0 0,0 0 0 0 0,1 0 0 0 0,0 1 0 0 0,0-1 0 0 0,0 1 0 0 0,1-1 0 0 0,-1 1 0 0 0,1 0 0 0 0,1 0 0 0 0,-1 0 0 0 0,1-1 0 0 0,0 1 0 0 0,1 0 0 0 0,-1 0 0 0 0,1 0 0 0 0,0-1 0 0 0,0 1 0 0 0,1 0 0 0 0,0-1 0 0 0,3 8 0 0 0,0-5-8 0 0,0 1 0 0 0,0-1 0 0 0,1 0 0 0 0,0 0 0 0 0,12 11 0 0 0,-14-16-6 0 0,0 1-1 0 0,0-1 1 0 0,1 0-1 0 0,-1 0 1 0 0,1-1-1 0 0,0 1 1 0 0,-1-1-1 0 0,1 0 1 0 0,0 0 0 0 0,0-1-1 0 0,1 1 1 0 0,5 0-1 0 0,-5-2-2 0 0,0 1 0 0 0,0-1 0 0 0,0 0 0 0 0,1 0 0 0 0,-1-1 0 0 0,0 0 0 0 0,0 0-1 0 0,0 0 1 0 0,0-1 0 0 0,8-3 0 0 0,-12 4-2 0 0,0 0 0 0 0,0 0 0 0 0,0 0 0 0 0,-1 0 0 0 0,1 0 0 0 0,0 0 0 0 0,-1-1 0 0 0,1 1 0 0 0,-1-1 0 0 0,1 1 0 0 0,-1-1-1 0 0,0 0 1 0 0,0 1 0 0 0,0-1 0 0 0,1 0 0 0 0,-2 0 0 0 0,1 0 0 0 0,0 0 0 0 0,0 0 0 0 0,-1 0 0 0 0,1 0 0 0 0,-1 0 0 0 0,1 0 0 0 0,-1 0 0 0 0,0 0 0 0 0,0 0 0 0 0,0 0 0 0 0,0 0-1 0 0,0 0 1 0 0,-1 0 0 0 0,1 0 0 0 0,0 0 0 0 0,-2-4 0 0 0,0 0-1 0 0,0-1 0 0 0,0 1 0 0 0,0 0 0 0 0,-1 0 0 0 0,0 0 0 0 0,0 0 0 0 0,0 1 0 0 0,-7-8 0 0 0,8 14 0 0 0,2 4 0 0 0,0 5 0 0 0,18 142 160 0 0,-11-67-77 0 0,-6-78-58 0 0,0 0-1 0 0,0 0 1 0 0,1 0 0 0 0,-1-1-1 0 0,2 1 1 0 0,3 9 0 0 0,-5-14-67 0 0,0 0 0 0 0,1 0 0 0 0,-1 0 0 0 0,1 0 0 0 0,-1 0 1 0 0,1 0-1 0 0,0-1 0 0 0,-1 1 0 0 0,1 0 0 0 0,0-1 0 0 0,0 1 0 0 0,0-1 1 0 0,0 0-1 0 0,1 0 0 0 0,-1 0 0 0 0,0 0 0 0 0,0 0 0 0 0,1 0 0 0 0,-1-1 1 0 0,1 1-1 0 0,2 0 0 0 0,6-1-901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3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33 4607 0 0,'-3'-7'284'0'0,"-13"-19"7962"0"0,12 27-5699 0 0,4-1-2466 0 0,0 1 0 0 0,0-1 0 0 0,-1 0-1 0 0,1 1 1 0 0,0-1 0 0 0,0 0 0 0 0,0 1-1 0 0,0-1 1 0 0,0 0 0 0 0,0 1 0 0 0,0-1 0 0 0,1 0-1 0 0,-1 1 1 0 0,0-1 0 0 0,0 0 0 0 0,0 1-1 0 0,0-1 1 0 0,0 0 0 0 0,0 1 0 0 0,1-1-1 0 0,-1 0 1 0 0,0 1 0 0 0,0-1 0 0 0,0 0-1 0 0,1 0 1 0 0,-1 1 0 0 0,0-1 0 0 0,1 0-1 0 0,-1 1 1 0 0,19 21-6509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3.6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 5983 0 0,'0'-1'78'0'0,"0"0"-1"0"0,0 1 0 0 0,1-1 0 0 0,-1 0 0 0 0,0 1 0 0 0,0-1 1 0 0,0 1-1 0 0,1-1 0 0 0,-1 0 0 0 0,0 1 0 0 0,1-1 0 0 0,-1 1 0 0 0,0-1 1 0 0,1 1-1 0 0,-1-1 0 0 0,1 1 0 0 0,-1-1 0 0 0,1 1 0 0 0,-1-1 1 0 0,1 1-1 0 0,-1 0 0 0 0,1-1 0 0 0,-1 1 0 0 0,1 0 0 0 0,0 0 1 0 0,-1-1-1 0 0,1 1 0 0 0,-1 0 0 0 0,1 0 0 0 0,0 0 0 0 0,-1 0 1 0 0,1 0-1 0 0,1 0 0 0 0,0 0 348 0 0,-1 1-1 0 0,1 1 1 0 0,0-1 0 0 0,-1 0-1 0 0,1 0 1 0 0,-1 1 0 0 0,1-1-1 0 0,-1 1 1 0 0,0-1 0 0 0,0 1 0 0 0,2 1-1 0 0,3 7 652 0 0,0 0 0 0 0,0 0 0 0 0,-1 0 0 0 0,-1 0 1 0 0,6 17-1 0 0,10 57 835 0 0,-18-71-1756 0 0,0 23 0 0 0,-2-25-125 0 0,1 1 0 0 0,2 16 0 0 0,-3-27-122 0 0,0-1 0 0 0,1 1 0 0 0,-1 0 0 0 0,0 0-1 0 0,0-1 1 0 0,0 1 0 0 0,1 0 0 0 0,-1-1 0 0 0,0 1 0 0 0,1 0 0 0 0,-1-1-1 0 0,1 1 1 0 0,-1 0 0 0 0,1-1 0 0 0,-1 1 0 0 0,1-1 0 0 0,-1 1 0 0 0,1-1-1 0 0,-1 1 1 0 0,1-1 0 0 0,0 1 0 0 0,-1-1 0 0 0,1 0 0 0 0,0 1-1 0 0,-1-1 1 0 0,2 1 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3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3 124 1375 0 0,'-2'-18'4575'0'0,"3"19"-3978"0"0,1 1-1 0 0,-1-1 0 0 0,0 0 1 0 0,0 1-1 0 0,1-1 0 0 0,-1 1 1 0 0,0-1-1 0 0,0 1 1 0 0,0 1-1 0 0,5 11 92 0 0,0 1 597 0 0,1 1 1 0 0,1-1-1 0 0,11 15 0 0 0,-16-25-1059 0 0,0 0 0 0 0,1-1-1 0 0,0 0 1 0 0,0 0 0 0 0,1 0 0 0 0,-1 0-1 0 0,1-1 1 0 0,0 1 0 0 0,-1-1-1 0 0,1 0 1 0 0,1-1 0 0 0,-1 1-1 0 0,10 2 1 0 0,-8-3-172 0 0,0-1-1 0 0,0 0 1 0 0,0 0-1 0 0,0-1 1 0 0,0 0-1 0 0,0 0 0 0 0,0-1 1 0 0,0 0-1 0 0,0 0 1 0 0,0 0-1 0 0,0-1 1 0 0,-1 0-1 0 0,1-1 1 0 0,0 1-1 0 0,-1-1 1 0 0,0-1-1 0 0,0 1 1 0 0,10-8-1 0 0,-12 8-25 0 0,0 1 0 0 0,-1-1 0 0 0,0 0 0 0 0,1-1 0 0 0,-1 1 0 0 0,-1-1 0 0 0,1 1 0 0 0,0-1 0 0 0,-1 0 0 0 0,0 0 0 0 0,0 0 0 0 0,0 0 0 0 0,0 0 0 0 0,0-1 0 0 0,-1 1 0 0 0,0-1 0 0 0,0 1 0 0 0,0-1 0 0 0,-1 1 0 0 0,1-1 0 0 0,-1 1 0 0 0,0-1 0 0 0,-1 1 0 0 0,1-1 0 0 0,-1 1 0 0 0,0-1 0 0 0,0 1 0 0 0,0-1 0 0 0,-3-5 0 0 0,1 2-22 0 0,0 1 0 0 0,-1 1 0 0 0,0-1 1 0 0,0 0-1 0 0,-1 1 0 0 0,1 0 0 0 0,-2 0 0 0 0,1 0 0 0 0,0 1 0 0 0,-1-1 0 0 0,0 1 1 0 0,-1 1-1 0 0,1-1 0 0 0,-1 1 0 0 0,1 0 0 0 0,-11-3 0 0 0,12 5-2 0 0,-1 0 1 0 0,1 0-1 0 0,0 1 0 0 0,-1 0 1 0 0,0 0-1 0 0,1 1 0 0 0,-1-1 1 0 0,1 1-1 0 0,-1 0 0 0 0,0 1 1 0 0,1-1-1 0 0,-1 1 0 0 0,1 0 1 0 0,-1 1-1 0 0,1-1 0 0 0,0 1 1 0 0,-1 0-1 0 0,1 1 0 0 0,0-1 1 0 0,0 1-1 0 0,1 0 1 0 0,-1 0-1 0 0,-5 5 0 0 0,5-4 8 0 0,1 0 0 0 0,-1 0 0 0 0,1 1 0 0 0,0-1 0 0 0,1 1 0 0 0,-7 10 0 0 0,9-12-238 0 0,-1 0 0 0 0,1 0 1 0 0,0 0-1 0 0,0 0 0 0 0,0 0 0 0 0,0 0 1 0 0,1 0-1 0 0,-1 0 0 0 0,1 1 1 0 0,0-1-1 0 0,0 0 0 0 0,0 0 0 0 0,0 0 1 0 0,1 0-1 0 0,0 4 0 0 0,3 5-6886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4.2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90 6911 0 0,'-1'-1'151'0'0,"1"-1"1"0"0,0 1-1 0 0,0 0 0 0 0,-1-1 0 0 0,1 1 0 0 0,0 0 0 0 0,0-1 0 0 0,0 1 0 0 0,0 0 0 0 0,0-1 0 0 0,1 1 1 0 0,-1 0-1 0 0,0-1 0 0 0,1 1 0 0 0,-1 0 0 0 0,1-1 0 0 0,-1 1 0 0 0,1 0 0 0 0,-1 0 0 0 0,1 0 0 0 0,0-1 1 0 0,0 1-1 0 0,0 0 0 0 0,-1 0 0 0 0,1 0 0 0 0,0 0 0 0 0,0 1 0 0 0,1-1 0 0 0,-1 0 0 0 0,0 0 0 0 0,0 0 0 0 0,0 1 1 0 0,2-1-1 0 0,8-6 1428 0 0,0 0 1 0 0,1 1 0 0 0,21-7-1 0 0,-21 9-1225 0 0,0 0 0 0 0,0 1 1 0 0,1 1-1 0 0,0 0 0 0 0,-1 1 0 0 0,26 0 0 0 0,-35 1-404 0 0,1 1-1 0 0,-1-1 1 0 0,0 1 0 0 0,0 0 0 0 0,6 2 0 0 0,1 2-400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4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1375 0 0,'3'-4'316'0'0,"-1"0"-1"0"0,1 1 0 0 0,0-1 0 0 0,1 1 0 0 0,-1 0 0 0 0,0 0 0 0 0,1 0 0 0 0,0 0 0 0 0,0 1 0 0 0,0-1 0 0 0,0 1 0 0 0,0 0 0 0 0,0 0 1 0 0,1 0-1 0 0,5-1 0 0 0,-3 1 348 0 0,0 1 0 0 0,0-1 1 0 0,0 1-1 0 0,0 1 0 0 0,0-1 1 0 0,0 1-1 0 0,0 1 0 0 0,1-1 1 0 0,-1 1-1 0 0,0 0 0 0 0,0 1 1 0 0,0-1-1 0 0,-1 1 0 0 0,12 5 1 0 0,-11-3-325 0 0,0-1 0 0 0,0 1 0 0 0,-1 0 0 0 0,1 1 0 0 0,-1-1 0 0 0,0 1 0 0 0,0 0 0 0 0,6 8 0 0 0,-10-10-254 0 0,0 0 0 0 0,1 0 1 0 0,-2 0-1 0 0,1 0 0 0 0,0 0 1 0 0,-1 0-1 0 0,1 0 0 0 0,-1 1 1 0 0,0-1-1 0 0,0 1 0 0 0,0-1 1 0 0,0 1-1 0 0,-1-1 0 0 0,1 7 1 0 0,-2 0 150 0 0,0-1 1 0 0,-1 1 0 0 0,0-1-1 0 0,-3 10 1 0 0,0 1 270 0 0,5-20-489 0 0,-1 1-1 0 0,1-1 0 0 0,0 1 0 0 0,0 0 0 0 0,0-1 0 0 0,0 1 0 0 0,0 0 0 0 0,0-1 0 0 0,0 1 0 0 0,0-1 0 0 0,0 1 0 0 0,0 0 0 0 0,0-1 0 0 0,0 1 0 0 0,1-1 0 0 0,-1 1 0 0 0,0 0 0 0 0,0-1 0 0 0,1 1 0 0 0,-1-1 0 0 0,0 1 0 0 0,1-1 0 0 0,-1 1 0 0 0,0-1 0 0 0,1 1 0 0 0,-1-1 0 0 0,1 1 0 0 0,-1-1 0 0 0,1 1 1 0 0,-1-1-1 0 0,1 0 0 0 0,-1 1 0 0 0,1-1 0 0 0,-1 0 0 0 0,1 0 0 0 0,0 1 0 0 0,-1-1 0 0 0,1 0 0 0 0,-1 0 0 0 0,1 0 0 0 0,0 0 0 0 0,0 0 0 0 0,5 1 12 0 0,0-1-1 0 0,0 0 1 0 0,0 0 0 0 0,6-2-1 0 0,6 1 76 0 0,-16 1-89 0 0,1 1 0 0 0,0-1-1 0 0,0 0 1 0 0,-1 1 0 0 0,1 0-1 0 0,0 0 1 0 0,-1 0 0 0 0,1 0-1 0 0,-1 0 1 0 0,1 0 0 0 0,-1 1-1 0 0,0-1 1 0 0,0 1 0 0 0,1-1-1 0 0,-1 1 1 0 0,0 0 0 0 0,0 0-1 0 0,0 0 1 0 0,-1 0-1 0 0,1 1 1 0 0,-1-1 0 0 0,1 0-1 0 0,-1 1 1 0 0,0-1 0 0 0,3 6-1 0 0,-3-5-4 0 0,-1 1 0 0 0,1-1-1 0 0,0 1 1 0 0,-1-1 0 0 0,0 1-1 0 0,1 0 1 0 0,-1-1 0 0 0,-1 1 0 0 0,1-1-1 0 0,-1 1 1 0 0,1-1 0 0 0,-1 1-1 0 0,0-1 1 0 0,0 1 0 0 0,0-1-1 0 0,-1 1 1 0 0,1-1 0 0 0,-1 0-1 0 0,-2 4 1 0 0,-2 0 13 0 0,0 0 0 0 0,-1 0 0 0 0,0 0 0 0 0,0 0 0 0 0,0-1-1 0 0,-1-1 1 0 0,0 1 0 0 0,-16 8 0 0 0,-7 0 120 0 0,-39 13 0 0 0,12-5-11 0 0,51-19-248 0 0,-21 10 530 0 0,26-12-570 0 0,0 0-1 0 0,0 0 1 0 0,0 0 0 0 0,1 1-1 0 0,-1-1 1 0 0,1 0-1 0 0,-1 1 1 0 0,1-1 0 0 0,-1 1-1 0 0,1 0 1 0 0,-2 3-1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6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12 230 5063 0 0,'-2'-5'371'0'0,"0"-1"-1"0"0,0 0 1 0 0,0 0-1 0 0,1 0 1 0 0,0 0-1 0 0,0-1 0 0 0,1 1 1 0 0,-1 0-1 0 0,1 0 1 0 0,2-10-1 0 0,-2 7 16 0 0,2 1 1 0 0,-1-1-1 0 0,1 0 1 0 0,1 0-1 0 0,-1 0 1 0 0,1 1-1 0 0,1 0 0 0 0,0 0 1 0 0,0 0-1 0 0,1 0 1 0 0,-1 0-1 0 0,8-7 1 0 0,-9 12-230 0 0,-1-1 1 0 0,1 1-1 0 0,1 0 1 0 0,-1 0 0 0 0,0 1-1 0 0,1-1 1 0 0,0 1-1 0 0,-1 0 1 0 0,1 0-1 0 0,0 0 1 0 0,0 0 0 0 0,0 1-1 0 0,0-1 1 0 0,0 1-1 0 0,1 0 1 0 0,-1 0-1 0 0,0 1 1 0 0,1-1 0 0 0,-1 1-1 0 0,0 0 1 0 0,1 0-1 0 0,-1 1 1 0 0,0-1 0 0 0,0 1-1 0 0,1 0 1 0 0,-1 0-1 0 0,5 2 1 0 0,-5-2-79 0 0,0 1-1 0 0,0 0 1 0 0,0 0-1 0 0,0 0 1 0 0,0 0 0 0 0,-1 0-1 0 0,1 1 1 0 0,-1 0 0 0 0,1 0-1 0 0,-1 0 1 0 0,0 0 0 0 0,0 0-1 0 0,0 1 1 0 0,4 6-1 0 0,-5-5-20 0 0,0 0-1 0 0,0 0 0 0 0,0 0 0 0 0,0 0 1 0 0,-1 0-1 0 0,0 1 0 0 0,0-1 0 0 0,-1 1 1 0 0,1-1-1 0 0,-1 9 0 0 0,-2 0 11 0 0,0-1 1 0 0,0 0-1 0 0,-1 0 1 0 0,-1 0-1 0 0,0 0 1 0 0,-1 0-1 0 0,0-1 1 0 0,-12 21-1 0 0,0-8 50 0 0,-1-2 0 0 0,0 0 1 0 0,-43 39-1 0 0,39-40 9 0 0,21-21-113 0 0,-1 1-1 0 0,1-1 1 0 0,0 0-1 0 0,-1 1 1 0 0,1 0-1 0 0,0-1 1 0 0,0 1 0 0 0,0 0-1 0 0,0-1 1 0 0,1 1-1 0 0,-1 0 1 0 0,0 0-1 0 0,1 0 1 0 0,-1 0-1 0 0,1 0 1 0 0,-1 3 0 0 0,1-3-1 0 0,1-1 0 0 0,-1 1 0 0 0,1 0 1 0 0,-1-1-1 0 0,1 1 0 0 0,-1-1 1 0 0,1 1-1 0 0,0-1 0 0 0,0 1 0 0 0,-1-1 1 0 0,1 0-1 0 0,0 0 0 0 0,1 1 0 0 0,-1-1 1 0 0,0 0-1 0 0,0 0 0 0 0,0 0 1 0 0,1 0-1 0 0,-1 0 0 0 0,3 1 0 0 0,1 1 5 0 0,0 0-1 0 0,0-1 1 0 0,0 0-1 0 0,0 0 1 0 0,1-1-1 0 0,-1 1 1 0 0,1-1-1 0 0,-1 0 0 0 0,9 0 1 0 0,6 0 84 0 0,27-4 1 0 0,-19 1-120 0 0,-11 1 121 0 0,30-8 1 0 0,-5 1-58 0 0,-36 7-50 0 0,-1 0-1 0 0,0-1 1 0 0,0 1-1 0 0,0-1 1 0 0,-1 0-1 0 0,1 0 1 0 0,0 0-1 0 0,-1-1 0 0 0,1 0 1 0 0,-1 0-1 0 0,0 0 1 0 0,0 0-1 0 0,0-1 1 0 0,0 1-1 0 0,-1-1 1 0 0,1 0-1 0 0,-1 0 1 0 0,0 0-1 0 0,0-1 1 0 0,-1 1-1 0 0,1-1 1 0 0,-1 0-1 0 0,0 1 1 0 0,2-7-1 0 0,2-9-13 0 0,-1-1-1 0 0,-1 1 0 0 0,-1-1 1 0 0,2-33-1 0 0,-5 41 18 0 0,-1 0 0 0 0,0 0 0 0 0,0 0 0 0 0,-1-1 0 0 0,-1 2 0 0 0,0-1 0 0 0,-8-19 0 0 0,5 22 0 0 0,4 14 0 0 0,5 17 0 0 0,6 8 160 0 0,22 53-1 0 0,-19-54 2 0 0,14 49-1 0 0,-19-51-134 0 0,-4-11-12 0 0,0 0-1 0 0,1-1 1 0 0,9 21-1 0 0,-12-34-57 0 0,-1 0 0 0 0,1 0 0 0 0,-1 0 0 0 0,1 0 1 0 0,-1-1-1 0 0,1 1 0 0 0,0 0 0 0 0,0 0 0 0 0,-1 0 0 0 0,1-1 0 0 0,0 1 0 0 0,0 0 0 0 0,0-1 0 0 0,0 1 0 0 0,-1-1 0 0 0,1 1 0 0 0,2 0 0 0 0,4 1-837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7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49 3223 0 0,'-2'-6'-504'0'0,"2"5"738"0"0,-1-1 0 0 0,0 0 1 0 0,1 1-1 0 0,-1-1 1 0 0,1 1-1 0 0,0-1 1 0 0,0 0-1 0 0,-1 1 1 0 0,1-4-1 0 0,1 4-31 0 0,-1 0 0 0 0,0 1 0 0 0,1-1 0 0 0,-1 0-1 0 0,1 1 1 0 0,-1-1 0 0 0,1 1 0 0 0,-1-1 0 0 0,1 0 0 0 0,0 1 0 0 0,-1-1 0 0 0,1 1 0 0 0,0 0-1 0 0,-1-1 1 0 0,1 1 0 0 0,0 0 0 0 0,-1-1 0 0 0,1 1 0 0 0,0 0 0 0 0,0 0 0 0 0,-1-1-1 0 0,1 1 1 0 0,0 0 0 0 0,0 0 0 0 0,1 0 0 0 0,18-3 2668 0 0,33 0 0 0 0,22 5-456 0 0,21-1-1232 0 0,-91-1-1145 0 0,4 0 52 0 0,1-1 0 0 0,-1 0 1 0 0,1 0-1 0 0,15-5 0 0 0,-24 6-93 0 0,-3 3 12 0 0,-7 4 72 0 0,7-5 2 0 0,-1 2-6 0 0,1-1 0 0 0,-1 1-1 0 0,1-1 1 0 0,0 1 0 0 0,0 0 0 0 0,0 0 0 0 0,0 0 0 0 0,0 0 0 0 0,1 0 0 0 0,0 0 0 0 0,0 0 0 0 0,0 1 0 0 0,0 7 0 0 0,0 6 321 0 0,4 37 1 0 0,-2-37-284 0 0,18 230 910 0 0,-19-248-1025 0 0,1 17 67 0 0,1-1 0 0 0,1 1-1 0 0,0-1 1 0 0,1 1-1 0 0,6 15 1 0 0,-9-30-99 0 0,-1-1 0 0 0,1 0 0 0 0,0 0-1 0 0,-1 0 1 0 0,1 0 0 0 0,0 0 0 0 0,-1-1 0 0 0,1 1-1 0 0,0 0 1 0 0,0 0 0 0 0,0 0 0 0 0,0-1 0 0 0,0 1-1 0 0,0 0 1 0 0,0-1 0 0 0,0 1 0 0 0,0-1 0 0 0,0 1-1 0 0,2 0 1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7.2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14 104 2271 0 0,'0'-1'1'0'0,"-10"-11"117"0"0,10 11-112 0 0,0 0-1 0 0,-1 1 1 0 0,1-1 0 0 0,-1 0-1 0 0,1 1 1 0 0,0-1 0 0 0,0 0-1 0 0,-1 1 1 0 0,1-1 0 0 0,0 0-1 0 0,0 0 1 0 0,0 1 0 0 0,0-1-1 0 0,0 0 1 0 0,0 0 0 0 0,0 1-1 0 0,0-1 1 0 0,0 0 0 0 0,1 0-1 0 0,1-1 390 0 0,1 0-1 0 0,0 1 1 0 0,0-1-1 0 0,0 1 1 0 0,1 0-1 0 0,-1 0 1 0 0,6-1-1 0 0,-7 1-196 0 0,80-14 6863 0 0,-10 2-3342 0 0,78-15-723 0 0,-86 22-8370 0 0,-36 5-750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7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30 5063 0 0,'12'-30'2750'0'0,"-148"280"12148"0"0,125-233-14826 0 0,8-14-44 0 0,1 0 0 0 0,0 0 0 0 0,0 0 0 0 0,0 0 0 0 0,0 0 0 0 0,1 1 0 0 0,-1-1 0 0 0,1 1 0 0 0,0-1 0 0 0,0 1 0 0 0,-1 4 0 0 0,2-7-15 0 0,0 0 0 0 0,0-1 0 0 0,1 1-1 0 0,-1 0 1 0 0,0-1 0 0 0,1 1 0 0 0,-1 0 0 0 0,0-1-1 0 0,1 1 1 0 0,-1 0 0 0 0,1-1 0 0 0,-1 1 0 0 0,1-1-1 0 0,-1 1 1 0 0,1 0 0 0 0,-1-1 0 0 0,1 0 0 0 0,-1 1-1 0 0,1-1 1 0 0,0 1 0 0 0,-1-1 0 0 0,1 0 0 0 0,0 1-1 0 0,-1-1 1 0 0,1 0 0 0 0,0 0 0 0 0,0 0 0 0 0,-1 1 0 0 0,2-1-1 0 0,24 3 131 0 0,-21-3-102 0 0,193 18 199 0 0,-174-18-405 0 0,-20-1 62 0 0,1 1 0 0 0,-1 0 0 0 0,0 0 0 0 0,0 0 0 0 0,1 0 0 0 0,-1 1 0 0 0,0-1 0 0 0,5 3 0 0 0,-5-1-885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7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0 4607 0 0,'0'1'212'0'0,"-1"-1"-1"0"0,1 1 0 0 0,-1-1 0 0 0,0 1 0 0 0,1-1 1 0 0,-1 1-1 0 0,1-1 0 0 0,-1 1 0 0 0,1-1 0 0 0,-1 1 0 0 0,1-1 1 0 0,0 1-1 0 0,-1 0 0 0 0,1-1 0 0 0,0 1 0 0 0,0 0 1 0 0,-1-1-1 0 0,1 1 0 0 0,0 0 0 0 0,0 0 0 0 0,0-1 0 0 0,0 1 1 0 0,0 0-1 0 0,0-1 0 0 0,0 1 0 0 0,0 0 0 0 0,0 0 1 0 0,0-1-1 0 0,0 1 0 0 0,0 0 0 0 0,1-1 0 0 0,-1 1 0 0 0,0 0 1 0 0,0-1-1 0 0,1 1 0 0 0,-1 0 0 0 0,0-1 0 0 0,1 1 1 0 0,-1 0-1 0 0,1-1 0 0 0,-1 1 0 0 0,1-1 0 0 0,-1 1 0 0 0,1-1 1 0 0,-1 1-1 0 0,1-1 0 0 0,0 0 0 0 0,-1 1 0 0 0,1-1 1 0 0,0 0-1 0 0,-1 1 0 0 0,1-1 0 0 0,0 0 0 0 0,-1 0 0 0 0,1 0 1 0 0,0 1-1 0 0,-1-1 0 0 0,2 0 0 0 0,10 1 857 0 0,0-1-1 0 0,-1 1 1 0 0,1-2 0 0 0,20-3-1 0 0,0 1-424 0 0,50-10-20 0 0,-5 1-378 0 0,-58 12-208 0 0,-12 3-80 0 0,-7-3 37 0 0,1 0-1 0 0,-1 0 1 0 0,0 0 0 0 0,0 0 0 0 0,0 1 0 0 0,0-1 0 0 0,0 0 0 0 0,0 0 0 0 0,0 0-1 0 0,0 0 1 0 0,0 0 0 0 0,0 0 0 0 0,0 1 0 0 0,0-1 0 0 0,0 0 0 0 0,0 0-1 0 0,0 0 1 0 0,0 0 0 0 0,0 0 0 0 0,0 1 0 0 0,0-1 0 0 0,0 0 0 0 0,0 0-1 0 0,0 0 1 0 0,-1 0 0 0 0,1 0 0 0 0,0 0 0 0 0,0 0 0 0 0,0 1 0 0 0,0-1-1 0 0,0 0 1 0 0,0 0 0 0 0,0 0 0 0 0,0 0 0 0 0,0 0 0 0 0,-1 0 0 0 0,1 0-1 0 0,0 0 1 0 0,0 0 0 0 0,0 0 0 0 0,0 0 0 0 0,-1 1 0 0 0,-5 6-2138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9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141 223 3223 0 0,'5'-32'1204'0'0,"9"-38"0"0"0,-7 40 1957 0 0,5-44 0 0 0,-12 74-3047 0 0,0-1 0 0 0,0 0 0 0 0,1 1 0 0 0,-1-1 1 0 0,0 0-1 0 0,0 0 0 0 0,0 1 0 0 0,0-1 0 0 0,0 0 1 0 0,-1 1-1 0 0,1-1 0 0 0,0 0 0 0 0,0 1 0 0 0,0-1 1 0 0,-1 0-1 0 0,1 1 0 0 0,0-1 0 0 0,-1 0 0 0 0,1 1 1 0 0,0-1-1 0 0,-1 1 0 0 0,1-1 0 0 0,-1 0 0 0 0,0 1-6 0 0,0 0 0 0 0,1 0 0 0 0,-1-1 0 0 0,0 1 0 0 0,1 0 0 0 0,-1 0 0 0 0,1 0 0 0 0,-1 0 0 0 0,0 0 0 0 0,1 0 0 0 0,-1 0 0 0 0,0 1 0 0 0,1-1 0 0 0,-1 0 0 0 0,0 0 0 0 0,1 0 0 0 0,-1 1 0 0 0,1-1 0 0 0,-2 1 0 0 0,-3 2 388 0 0,-1 1 0 0 0,1-1 1 0 0,-8 9-1 0 0,3-2-272 0 0,2 0 1 0 0,0 0-1 0 0,0 0 0 0 0,1 1 1 0 0,0 1-1 0 0,1-1 0 0 0,0 1 1 0 0,1 0-1 0 0,-6 17 1 0 0,-1 13 309 0 0,-10 63 0 0 0,3 33-85 0 0,17-118-385 0 0,2-1 0 0 0,0 1 0 0 0,1 0 0 0 0,7 39 0 0 0,-7-54-59 0 0,1 0 0 0 0,-1 0-1 0 0,1 0 1 0 0,0 0 0 0 0,1 0-1 0 0,-1-1 1 0 0,1 1 0 0 0,0 0-1 0 0,0-1 1 0 0,0 0 0 0 0,0 0 0 0 0,1 0-1 0 0,0 0 1 0 0,0-1 0 0 0,0 1-1 0 0,0-1 1 0 0,6 4 0 0 0,-4-4 7 0 0,0 0 0 0 0,1-1 0 0 0,-1 0 0 0 0,0 0-1 0 0,1 0 1 0 0,0-1 0 0 0,-1 1 0 0 0,1-2 0 0 0,0 1 0 0 0,0-1 0 0 0,0 0 0 0 0,12-2 0 0 0,-5 0 18 0 0,-1 0 0 0 0,1-2 0 0 0,-1 0 0 0 0,0 0 0 0 0,0-1 0 0 0,0 0 0 0 0,12-9 0 0 0,-19 11-22 0 0,-1-1 0 0 0,0 1 0 0 0,0-1-1 0 0,0-1 1 0 0,0 1 0 0 0,-1-1 0 0 0,7-8-1 0 0,-9 10-6 0 0,0 0-1 0 0,0-1 0 0 0,0 1 0 0 0,-1-1 0 0 0,1 0 0 0 0,-1 1 0 0 0,0-1 0 0 0,0 0 1 0 0,0 0-1 0 0,-1 0 0 0 0,1 1 0 0 0,-1-1 0 0 0,0-6 0 0 0,0 7 0 0 0,-1 0 0 0 0,1 0 0 0 0,-1 0 0 0 0,1 0 0 0 0,-1 0 0 0 0,0 0 0 0 0,0 0 0 0 0,-1 1 0 0 0,1-1 0 0 0,0 0 0 0 0,-1 1 0 0 0,0-1 0 0 0,1 1 0 0 0,-1 0 0 0 0,0-1 0 0 0,-1 1 0 0 0,1 0 0 0 0,0 0 0 0 0,0 0 0 0 0,-1 0 0 0 0,1 1 0 0 0,-1-1 0 0 0,0 1 0 0 0,1-1 0 0 0,-1 1 0 0 0,0 0 0 0 0,-5-1 0 0 0,2 0 0 0 0,0 1 0 0 0,1 0 0 0 0,-1 1 0 0 0,0-1 0 0 0,0 1 0 0 0,0 0 0 0 0,0 0 0 0 0,0 1 0 0 0,1 0 0 0 0,-1 0 0 0 0,0 0 0 0 0,0 1 0 0 0,-6 2 0 0 0,4 1 12 0 0,0-1 1 0 0,1 1-1 0 0,0 0 0 0 0,0 0 0 0 0,0 1 0 0 0,1 0 0 0 0,0 0 1 0 0,0 1-1 0 0,-9 12 0 0 0,9-10-10 0 0,-1 1-1 0 0,2 0 1 0 0,0 0 0 0 0,0 0 0 0 0,0 0 0 0 0,2 1-1 0 0,-4 12 1 0 0,6-18-91 0 0,0 0-1 0 0,0 0 0 0 0,1-1 1 0 0,0 1-1 0 0,0 0 1 0 0,0 0-1 0 0,1-1 0 0 0,-1 1 1 0 0,1 0-1 0 0,0-1 1 0 0,0 1-1 0 0,1 0 1 0 0,-1-1-1 0 0,1 0 0 0 0,4 8 1 0 0,3-1-1158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1:59.3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12 5983 0 0,'1'-1'57'0'0,"-1"0"0"0"0,1 1-1 0 0,-1-1 1 0 0,1 0 0 0 0,0 0-1 0 0,-1 1 1 0 0,1-1 0 0 0,0 0-1 0 0,-1 1 1 0 0,1-1 0 0 0,0 0 0 0 0,0 1-1 0 0,0-1 1 0 0,0 1 0 0 0,-1-1-1 0 0,3 0 1 0 0,-2 2 101 0 0,0-1 1 0 0,0 1 0 0 0,0-1-1 0 0,0 0 1 0 0,0 1-1 0 0,0-1 1 0 0,-1 1-1 0 0,1 0 1 0 0,0-1-1 0 0,0 1 1 0 0,-1 0-1 0 0,1 0 1 0 0,0-1 0 0 0,-1 1-1 0 0,1 0 1 0 0,-1 0-1 0 0,2 1 1 0 0,1 4 479 0 0,1-1 0 0 0,-1 1 0 0 0,0 1 1 0 0,0-1-1 0 0,0 0 0 0 0,-1 1 0 0 0,0-1 1 0 0,-1 1-1 0 0,1 0 0 0 0,-1-1 1 0 0,0 1-1 0 0,-1 0 0 0 0,0 0 0 0 0,0 0 1 0 0,0 0-1 0 0,-2 7 0 0 0,-3 11 70 0 0,-1 0 0 0 0,-2-1 0 0 0,-10 27 0 0 0,7-24-686 0 0,-8 37 0 0 0,18-61-181 0 0,-1 13 459 0 0,2-16-388 0 0,0 1-1 0 0,0-1 0 0 0,0 0 0 0 0,0 1 0 0 0,0-1 0 0 0,0 1 0 0 0,0-1 0 0 0,0 0 0 0 0,0 1 0 0 0,0-1 0 0 0,0 1 0 0 0,0-1 0 0 0,0 0 0 0 0,1 1 0 0 0,-1-1 0 0 0,0 1 0 0 0,0-1 0 0 0,1 0 1 0 0,-1 1-1 0 0,0-1 0 0 0,0 0 0 0 0,1 1 0 0 0,-1-1 0 0 0,0 0 0 0 0,1 0 0 0 0,-1 1 0 0 0,0-1 0 0 0,1 0 0 0 0,-1 0 0 0 0,1 1 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00.4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186 227 1839 0 0,'8'-18'2062'0'0,"-3"12"-1482"0"0,8-19 1393 0 0,22-43 1941 0 0,-32 62-3445 0 0,0-1 1 0 0,-1 0-1 0 0,0 0 0 0 0,0 1 0 0 0,-1-1 1 0 0,0-1-1 0 0,0 1 0 0 0,-1-9 0 0 0,0 15-352 0 0,0-1-1 0 0,0 0 1 0 0,0 1-1 0 0,0-1 1 0 0,-1 1 0 0 0,1-1-1 0 0,-1 1 1 0 0,1-1-1 0 0,-1 0 1 0 0,0 1-1 0 0,1 0 1 0 0,-1-1-1 0 0,0 1 1 0 0,0-1 0 0 0,0 1-1 0 0,0 0 1 0 0,0 0-1 0 0,0 0 1 0 0,0-1-1 0 0,-1 1 1 0 0,-1-1-1 0 0,0 1 8 0 0,1 0 1 0 0,-1 0-1 0 0,1 0 0 0 0,-1 0 0 0 0,0 0 0 0 0,0 1 0 0 0,1-1 0 0 0,-1 1 0 0 0,0 0 0 0 0,0 0 1 0 0,-4 1-1 0 0,-4 0 62 0 0,1 1 0 0 0,-1 0 0 0 0,1 1 0 0 0,0 0 1 0 0,-15 7-1 0 0,17-5-114 0 0,-1-1-1 0 0,1 1 1 0 0,0 1 0 0 0,0 0-1 0 0,1 0 1 0 0,-1 0 0 0 0,1 1 0 0 0,1 0-1 0 0,-1 1 1 0 0,1-1 0 0 0,1 1-1 0 0,-1 1 1 0 0,1-1 0 0 0,1 1 0 0 0,-5 11-1 0 0,5-10 35 0 0,0 1 0 0 0,1-1 0 0 0,1 1-1 0 0,-1 0 1 0 0,2 0 0 0 0,0-1 0 0 0,0 1-1 0 0,1 0 1 0 0,0 0 0 0 0,1 0 0 0 0,0 0-1 0 0,1 0 1 0 0,4 15 0 0 0,-5-22-82 0 0,0 0 1 0 0,1 0-1 0 0,-1 0 1 0 0,1-1-1 0 0,0 1 1 0 0,1 0-1 0 0,-1-1 1 0 0,0 1 0 0 0,1-1-1 0 0,0 0 1 0 0,0 0-1 0 0,0 0 1 0 0,0 0-1 0 0,5 3 1 0 0,-6-4-3 0 0,1-1 0 0 0,0 0 0 0 0,0 1 0 0 0,0-1 0 0 0,0-1 1 0 0,0 1-1 0 0,0 0 0 0 0,0-1 0 0 0,0 1 0 0 0,0-1 0 0 0,0 0 1 0 0,0 0-1 0 0,0 0 0 0 0,0 0 0 0 0,0 0 0 0 0,0-1 0 0 0,0 0 1 0 0,0 1-1 0 0,0-1 0 0 0,5-2 0 0 0,-3 0-21 0 0,1 1-1 0 0,-1-1 1 0 0,0 0-1 0 0,1 0 1 0 0,-1-1-1 0 0,0 1 1 0 0,-1-1 0 0 0,1 0-1 0 0,-1 0 1 0 0,0-1-1 0 0,0 1 1 0 0,0-1-1 0 0,-1 0 1 0 0,1 0-1 0 0,-1 0 1 0 0,0-1 0 0 0,-1 1-1 0 0,1-1 1 0 0,-1 1-1 0 0,0-1 1 0 0,-1 0-1 0 0,1 0 1 0 0,-1 0-1 0 0,0 0 1 0 0,-1 0 0 0 0,1 0-1 0 0,-1 0 1 0 0,-1-9-1 0 0,1 14 0 0 0,0-5 0 0 0,-1-1 0 0 0,1 1 0 0 0,-1-1 0 0 0,0 1 0 0 0,-1-1 0 0 0,1 1 0 0 0,-5-11 0 0 0,6 17 0 0 0,0 0 0 0 0,0 0 0 0 0,-1 0 0 0 0,1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0,-1 0 0 0 0,1 0 0 0 0,0 0 0 0 0,0 0 0 0 0,0 0 0 0 0,0 0 0 0 0,0 0 0 0 0,0 0 0 0 0,0 0 0 0 0,0 0 0 0 0,0 0 0 0 0,0 0 0 0 0,0 0 0 0 0,0 1 0 0 0,0-1 0 0 0,-1 0 0 0 0,1 0 0 0 0,0 0 0 0 0,0 0 0 0 0,0 0 0 0 0,-3 7 0 0 0,0 7 0 0 0,5 81 39 0 0,1-29-3 0 0,-9 31 142 0 0,3-63-48 0 0,1 63-1 0 0,2-95-207 0 0,0-1 1 0 0,0 1-1 0 0,1 0 0 0 0,-1 0 0 0 0,0-1 0 0 0,1 1 1 0 0,-1 0-1 0 0,1-1 0 0 0,-1 1 0 0 0,1-1 0 0 0,0 1 1 0 0,0-1-1 0 0,0 1 0 0 0,0-1 0 0 0,0 1 0 0 0,0-1 1 0 0,0 0-1 0 0,0 0 0 0 0,1 1 0 0 0,-1-1 1 0 0,0 0-1 0 0,1 0 0 0 0,-1 0 0 0 0,1-1 0 0 0,-1 1 1 0 0,1 0-1 0 0,-1 0 0 0 0,3 0 0 0 0,5-1-7650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00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110 120 4143 0 0,'1'-14'852'0'0,"-1"-26"-1"0"0,0 35-196 0 0,-1-1 1 0 0,0 2-1 0 0,0-1 0 0 0,0 0 0 0 0,0 0 1 0 0,-1 0-1 0 0,0 0 0 0 0,-3-6 0 0 0,5 11-548 0 0,-1-1 0 0 0,1 1-1 0 0,0-1 1 0 0,-1 1 0 0 0,1-1 0 0 0,0 1-1 0 0,-1-1 1 0 0,1 1 0 0 0,-1-1-1 0 0,1 1 1 0 0,-1 0 0 0 0,1-1-1 0 0,-1 1 1 0 0,1 0 0 0 0,-1-1 0 0 0,0 1-1 0 0,1 0 1 0 0,-1 0 0 0 0,1 0-1 0 0,-1 0 1 0 0,1-1 0 0 0,-1 1-1 0 0,0 0 1 0 0,1 0 0 0 0,-1 0 0 0 0,0 0-1 0 0,1 0 1 0 0,-1 0 0 0 0,1 1-1 0 0,-1-1 1 0 0,0 0 0 0 0,1 0-1 0 0,-1 0 1 0 0,1 0 0 0 0,-1 1 0 0 0,1-1-1 0 0,-1 0 1 0 0,1 1 0 0 0,-1-1-1 0 0,1 0 1 0 0,-1 1 0 0 0,1-1-1 0 0,-1 1 1 0 0,1-1 0 0 0,-1 1 0 0 0,-3 3 365 0 0,0 0 1 0 0,1 0 0 0 0,-6 9 0 0 0,8-11-327 0 0,-8 10 328 0 0,1 1 1 0 0,1 1 0 0 0,0-1-1 0 0,-5 19 1 0 0,10-28-398 0 0,0 1 0 0 0,1 0-1 0 0,0 0 1 0 0,0 1 0 0 0,0-1 0 0 0,1 0 0 0 0,0 0-1 0 0,0 0 1 0 0,0 0 0 0 0,1 1 0 0 0,-1-1-1 0 0,1 0 1 0 0,0 0 0 0 0,1 0 0 0 0,-1 0-1 0 0,3 5 1 0 0,-3-9-61 0 0,0 1 0 0 0,0-1 0 0 0,-1 1 0 0 0,1-1 0 0 0,1 1 1 0 0,-1-1-1 0 0,0 0 0 0 0,0 1 0 0 0,0-1 0 0 0,1 0 0 0 0,-1 0 0 0 0,0 0 0 0 0,1 0 0 0 0,-1 0 0 0 0,1 0 0 0 0,0 0 0 0 0,-1-1 0 0 0,1 1 0 0 0,2 0 0 0 0,-1 0 0 0 0,0-1-1 0 0,-1 0 1 0 0,1 0-1 0 0,0 0 1 0 0,-1 0-1 0 0,1-1 1 0 0,0 1-1 0 0,-1-1 1 0 0,1 1-1 0 0,-1-1 1 0 0,5-2-1 0 0,1-1 10 0 0,0-1-1 0 0,0 0 0 0 0,-1 0 0 0 0,1 0 0 0 0,-1-1 0 0 0,9-10 0 0 0,-7 6 2 0 0,-1 0-1 0 0,0-1 1 0 0,-1 0-1 0 0,0 0 1 0 0,9-23-1 0 0,-3 2-57 0 0,7-33 0 0 0,-20 65 32 0 0,1 0 0 0 0,-1 0 0 0 0,0 0 0 0 0,0 0-1 0 0,0 0 1 0 0,0 0 0 0 0,0 0 0 0 0,0 0 0 0 0,0 0-1 0 0,0 1 1 0 0,0-1 0 0 0,0 0 0 0 0,0 0 0 0 0,1 0-1 0 0,-1 0 1 0 0,0 0 0 0 0,0 0 0 0 0,0 0 0 0 0,0 0-1 0 0,0 0 1 0 0,0 0 0 0 0,0 0 0 0 0,0 0-1 0 0,0 0 1 0 0,1 0 0 0 0,-1 0 0 0 0,0 0 0 0 0,0 0-1 0 0,0 0 1 0 0,0-1 0 0 0,0 1 0 0 0,0 0 0 0 0,0 0-1 0 0,0 0 1 0 0,0 0 0 0 0,0 0 0 0 0,0 0 0 0 0,1 0-1 0 0,-1 0 1 0 0,0 0 0 0 0,0 0 0 0 0,0 0-1 0 0,0 0 1 0 0,0 0 0 0 0,0 0 0 0 0,0-1 0 0 0,0 1-1 0 0,0 0 1 0 0,0 0 0 0 0,0 0 0 0 0,0 0 0 0 0,0 0-1 0 0,0 0 1 0 0,0 0 0 0 0,0 0 0 0 0,0 0 0 0 0,0-1-1 0 0,0 1 1 0 0,0 0 0 0 0,0 0 0 0 0,0 0 0 0 0,0 0-1 0 0,0 0 1 0 0,3 12-3 0 0,1 17 6 0 0,-3 3 99 0 0,-1 0 0 0 0,-6 42 0 0 0,-16 64 374 0 0,10-72-381 0 0,12-62-81 0 0,-1 0 0 0 0,1-1-1 0 0,0 1 1 0 0,0 0-1 0 0,0 0 1 0 0,1 4-1 0 0,-1-6-97 0 0,1 0-1 0 0,-1-1 0 0 0,1 1 1 0 0,-1 0-1 0 0,1-1 0 0 0,0 1 1 0 0,0-1-1 0 0,0 1 0 0 0,0-1 1 0 0,0 1-1 0 0,0-1 0 0 0,0 0 1 0 0,0 0-1 0 0,1 1 0 0 0,1 0 1 0 0,0 0-1094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01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198 218 2303 0 0,'17'-22'1443'0'0,"-2"-1"0"0"0,0 0-1 0 0,21-48 1 0 0,-35 68-1110 0 0,0 0 0 0 0,0 0 0 0 0,0 0 0 0 0,0 0-1 0 0,0-1 1 0 0,-1 1 0 0 0,1 0 0 0 0,-1-1 0 0 0,0 1 0 0 0,0-1 0 0 0,-1 1 0 0 0,1-4-1 0 0,-1 6-178 0 0,0-1-1 0 0,1 0 1 0 0,-1 1-1 0 0,0-1 0 0 0,1 1 1 0 0,-1-1-1 0 0,0 1 1 0 0,0-1-1 0 0,0 1 1 0 0,-1 0-1 0 0,1 0 0 0 0,0-1 1 0 0,0 1-1 0 0,-1 0 1 0 0,1 0-1 0 0,0 0 0 0 0,-1 0 1 0 0,1 0-1 0 0,-1 1 1 0 0,0-1-1 0 0,1 0 0 0 0,-1 1 1 0 0,0-1-1 0 0,-2 0 1 0 0,-3 0 36 0 0,-1 0 0 0 0,1 0 0 0 0,-1 1 1 0 0,1 0-1 0 0,-1 0 0 0 0,0 1 0 0 0,1 0 1 0 0,0 0-1 0 0,-1 1 0 0 0,1 0 1 0 0,0 0-1 0 0,0 0 0 0 0,0 1 0 0 0,0 0 1 0 0,0 1-1 0 0,1 0 0 0 0,-1 0 0 0 0,-9 8 1 0 0,5-3 57 0 0,0 1 0 0 0,0 0 0 0 0,1 1 0 0 0,1 1 0 0 0,0-1 0 0 0,0 1 0 0 0,1 1 0 0 0,-10 20 1 0 0,16-29-165 0 0,0 0 0 0 0,1 0 1 0 0,-1 1-1 0 0,1-1 1 0 0,0 0-1 0 0,0 1 1 0 0,0-1-1 0 0,1 1 1 0 0,0-1-1 0 0,0 0 0 0 0,0 6 1 0 0,1-8-65 0 0,-1 0 0 0 0,1 0 0 0 0,-1 0-1 0 0,1 1 1 0 0,0-1 0 0 0,-1 0 0 0 0,1 0 0 0 0,1 0 0 0 0,-1 0 0 0 0,0-1 0 0 0,0 1-1 0 0,1 0 1 0 0,-1 0 0 0 0,1-1 0 0 0,-1 1 0 0 0,1-1 0 0 0,0 1 0 0 0,-1-1 0 0 0,1 0 0 0 0,0 1-1 0 0,0-1 1 0 0,0 0 0 0 0,4 1 0 0 0,1 0-5 0 0,0 0-1 0 0,0-1 1 0 0,0 1-1 0 0,0-2 1 0 0,0 1-1 0 0,1-1 1 0 0,-1 0-1 0 0,0 0 1 0 0,0-1-1 0 0,0 0 1 0 0,1 0 0 0 0,-1-1-1 0 0,0 0 1 0 0,13-5-1 0 0,-13 4 0 0 0,1-1 0 0 0,-1 1 0 0 0,0-1 0 0 0,0-1 0 0 0,0 0 0 0 0,0 0 0 0 0,-1 0 0 0 0,0 0 0 0 0,0-1 0 0 0,0 0 0 0 0,-1 0 0 0 0,9-13 0 0 0,-13 17-14 0 0,-1 1 0 0 0,1-1 0 0 0,0 1 0 0 0,-1-1 0 0 0,1 1 0 0 0,-1-1 0 0 0,0 1 0 0 0,0-1 0 0 0,1 1 0 0 0,-1-1 0 0 0,0 1 0 0 0,0-1 0 0 0,-1-3 0 0 0,1 5 0 0 0,0 0 0 0 0,0 0 0 0 0,0-1 0 0 0,0 1 0 0 0,0 0 0 0 0,0 0 0 0 0,0-1 0 0 0,-1 1 0 0 0,1 0 0 0 0,0 0 0 0 0,0-1 0 0 0,0 1 0 0 0,0 0 0 0 0,-1 0 0 0 0,1 0 0 0 0,0-1 0 0 0,0 1 0 0 0,0 0 0 0 0,-1 0 0 0 0,1 0 0 0 0,0 0 0 0 0,0 0 0 0 0,-1-1 0 0 0,1 1 0 0 0,0 0 0 0 0,0 0 0 0 0,-1 0 0 0 0,1 0 0 0 0,-1 0 0 0 0,0 0 0 0 0,0 0 0 0 0,0 1 0 0 0,1-1 0 0 0,-1 0 0 0 0,0 1 0 0 0,0-1 0 0 0,0 0 0 0 0,1 1 0 0 0,-1-1 0 0 0,0 1 0 0 0,1-1 0 0 0,-1 1 0 0 0,-1 0 0 0 0,-6 8 4 0 0,0-1 0 0 0,1 1 1 0 0,0 0-1 0 0,-12 19 0 0 0,-18 44 35 0 0,22-40-24 0 0,5-12-172 0 0,2 0 1 0 0,1 0 0 0 0,0 1 0 0 0,2 0-1 0 0,0 0 1 0 0,1 0 0 0 0,1 1-1 0 0,2 0 1 0 0,0-1 0 0 0,1 1-1 0 0,1 0 1 0 0,4 22 0 0 0,-1-14-7743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02.5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54 177 5527 0 0,'4'-14'1490'0'0,"0"1"0"0"0,-2-1 0 0 0,1 0 0 0 0,0-26 0 0 0,-14 73 3538 0 0,-27 164-1446 0 0,20-93-2826 0 0,17-103-746 0 0,1 1 7 0 0,-1-1 0 0 0,1 1 0 0 0,0 0 0 0 0,-1 0 0 0 0,1 0 0 0 0,0-1 0 0 0,0 1 0 0 0,0 0 0 0 0,0 0 0 0 0,0 0 0 0 0,1 0 1 0 0,-1-1-1 0 0,1 1 0 0 0,-1 0 0 0 0,2 3 0 0 0,-1-6-12 0 0,-1 1 0 0 0,1 0 0 0 0,-1 0 0 0 0,1 0 0 0 0,-1 0 0 0 0,1 0 0 0 0,-1-1 0 0 0,1 1 0 0 0,-1 0 0 0 0,1 0 0 0 0,-1-1 0 0 0,0 1 0 0 0,1 0 0 0 0,-1-1 0 0 0,1 1 0 0 0,-1-1 0 0 0,0 1 0 0 0,1 0 1 0 0,-1-1-1 0 0,0 1 0 0 0,1-2 0 0 0,8-9 37 0 0,-4 2-27 0 0,0-1 0 0 0,0 0-1 0 0,-1 1 1 0 0,0-2 0 0 0,-1 1-1 0 0,0 0 1 0 0,0-1 0 0 0,1-13 0 0 0,-2-6-52 0 0,-2-48 1 0 0,-1 51 41 0 0,1 0 0 0 0,7-46 0 0 0,-5 66 29 0 0,0 6-38 0 0,2 12-67 0 0,2 17 25 0 0,-1-3 46 0 0,1 0 0 0 0,1 0 0 0 0,19 41 0 0 0,-15-42 18 0 0,2 0 0 0 0,30 42-1 0 0,-39-62 10 0 0,0 1-1 0 0,0 0 0 0 0,0-1 0 0 0,1 0 0 0 0,-1 0 0 0 0,1 0 0 0 0,0 0 0 0 0,1-1 0 0 0,-1 0 0 0 0,1 0 1 0 0,-1-1-1 0 0,1 1 0 0 0,9 2 0 0 0,-12-5-15 0 0,-1 0 0 0 0,1 0 0 0 0,-1 0 0 0 0,1 0 1 0 0,-1 0-1 0 0,1-1 0 0 0,-1 1 0 0 0,0-1 0 0 0,1 0 0 0 0,-1 0 0 0 0,1 0 0 0 0,-1 0 1 0 0,0 0-1 0 0,0 0 0 0 0,0 0 0 0 0,0-1 0 0 0,0 1 0 0 0,0-1 0 0 0,0 0 1 0 0,0 1-1 0 0,0-1 0 0 0,-1 0 0 0 0,1 0 0 0 0,1-2 0 0 0,2-3 9 0 0,-1-1-1 0 0,1 1 0 0 0,-1-1 1 0 0,0 1-1 0 0,4-15 0 0 0,-2-1 34 0 0,0 1 0 0 0,-2-1 0 0 0,2-36 0 0 0,-4-69 198 0 0,-2 78-148 0 0,-2 29-17 0 0,2 20-79 0 0,0 0 0 0 0,-1 0 0 0 0,1-1-1 0 0,0 1 1 0 0,0 0 0 0 0,-1 0 0 0 0,1 0 0 0 0,-1 0 0 0 0,1 0 0 0 0,-1 0 0 0 0,1-1-1 0 0,-1 1 1 0 0,0 0 0 0 0,-1-1 0 0 0,2 2-7 0 0,0 0 0 0 0,0 0 0 0 0,0 0-1 0 0,-1 0 1 0 0,1 0 0 0 0,0 1 0 0 0,0-1 0 0 0,0 0 0 0 0,0 0-1 0 0,0 0 1 0 0,-1 0 0 0 0,1 0 0 0 0,0 0 0 0 0,0 1-1 0 0,0-1 1 0 0,0 0 0 0 0,0 0 0 0 0,0 0 0 0 0,0 0 0 0 0,-1 1-1 0 0,1-1 1 0 0,0 0 0 0 0,0 0 0 0 0,0 0 0 0 0,0 0 0 0 0,0 1-1 0 0,0-1 1 0 0,0 0 0 0 0,0 0 0 0 0,0 0 0 0 0,0 1 0 0 0,0-1-1 0 0,0 0 1 0 0,0 0 0 0 0,0 1 0 0 0,0 7-41 0 0,0-8 35 0 0,1 6-408 0 0,0 0 0 0 0,0 1 0 0 0,0-1 1 0 0,1 0-1 0 0,0-1 0 0 0,0 1 0 0 0,3 6 1 0 0,-4-11 203 0 0,4 11-7353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02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57 6911 0 0,'-7'24'1620'0'0,"6"-9"-514"0"0,-2 1 1063 0 0,2 1 0 0 0,0 31 0 0 0,1-43-1835 0 0,1 0 0 0 0,-1 0 0 0 0,1 0 0 0 0,1 0 0 0 0,-1 0-1 0 0,1 0 1 0 0,0 0 0 0 0,0-1 0 0 0,0 1 0 0 0,1-1-1 0 0,-1 1 1 0 0,1-1 0 0 0,6 7 0 0 0,-5-7-252 0 0,0-1 1 0 0,0 0 0 0 0,0 0-1 0 0,0 0 1 0 0,0 0 0 0 0,0-1-1 0 0,1 0 1 0 0,-1 0-1 0 0,1 0 1 0 0,0 0 0 0 0,0-1-1 0 0,0 1 1 0 0,-1-1 0 0 0,1-1-1 0 0,0 1 1 0 0,0-1-1 0 0,0 0 1 0 0,0 0 0 0 0,0 0-1 0 0,0-1 1 0 0,0 1-1 0 0,0-1 1 0 0,0 0 0 0 0,0-1-1 0 0,0 1 1 0 0,-1-1 0 0 0,7-3-1 0 0,-5 2-54 0 0,0 0 0 0 0,-1 0 0 0 0,1-1 0 0 0,-1 1 0 0 0,0-1-1 0 0,0 0 1 0 0,0-1 0 0 0,6-5 0 0 0,-9 7-8 0 0,0 0 1 0 0,0 0-1 0 0,0 0 0 0 0,-1 0 0 0 0,1 0 1 0 0,-1 0-1 0 0,1 0 0 0 0,-1 0 1 0 0,0 0-1 0 0,0-1 0 0 0,-1 1 0 0 0,1 0 1 0 0,-1-1-1 0 0,1 1 0 0 0,-1-1 1 0 0,0 1-1 0 0,-1-6 0 0 0,-1 0 15 0 0,-1 0 0 0 0,0 0 0 0 0,0 0-1 0 0,-1 0 1 0 0,0 0 0 0 0,-1 1 0 0 0,0-1 0 0 0,0 1 0 0 0,-1 1-1 0 0,0-1 1 0 0,0 1 0 0 0,-1 0 0 0 0,0 0 0 0 0,0 1 0 0 0,0 0-1 0 0,-1 0 1 0 0,0 1 0 0 0,0 0 0 0 0,-1 0 0 0 0,1 1 0 0 0,-1 0-1 0 0,0 0 1 0 0,-13-2 0 0 0,17 5-16 0 0,0 0 0 0 0,0 1 0 0 0,0 0 0 0 0,0 0 0 0 0,0 0 0 0 0,0 1 0 0 0,0-1-1 0 0,0 1 1 0 0,0 1 0 0 0,0-1 0 0 0,0 1 0 0 0,1-1 0 0 0,-1 1 0 0 0,1 1 0 0 0,-1-1 0 0 0,1 1 0 0 0,-5 3 0 0 0,3-1-224 0 0,0 0 0 0 0,1 0 1 0 0,-1 1-1 0 0,1-1 1 0 0,0 1-1 0 0,1 1 1 0 0,0-1-1 0 0,-1 1 1 0 0,2-1-1 0 0,-5 12 1 0 0,-1 7-7935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18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2911 386 1260 0 0,'-45'-31'6227'0'0,"-61"-38"4525"0"0,88 59-10472 0 0,-1 1 0 0 0,0 1 0 0 0,0 0 0 0 0,-24-5 0 0 0,19 8-879 0 0,-1 1 0 0 0,0 1 0 0 0,0 1 0 0 0,0 1 1 0 0,-41 4-1 0 0,-125 28-3547 0 0,85-12 1042 0 0,-35 2-1716 0 0,-264 52 2277 0 0,173-20 2537 0 0,-129 35 1 0 0,285-64-40 0 0,0 3 0 0 0,-128 66 0 0 0,146-60 79 0 0,2 2 0 0 0,1 2 1 0 0,-90 81-1 0 0,83-57 543 0 0,-61 75 0 0 0,113-123 545 0 0,0 2 0 0 0,1-1 0 0 0,0 1 0 0 0,-10 27 0 0 0,-18 65 2404 0 0,22-47-3699 0 0,-10 69 0 0 0,2 63-3027 0 0,21-165 2634 0 0,1 0-1 0 0,1 0 1 0 0,1 0 0 0 0,2 0-1 0 0,0 0 1 0 0,2 0 0 0 0,1-1-1 0 0,1 0 1 0 0,1 0-1 0 0,2-1 1 0 0,18 37 0 0 0,-23-52 572 0 0,1-1 0 0 0,0 0 1 0 0,1 0-1 0 0,0 0 0 0 0,0-1 1 0 0,1 0-1 0 0,0 0 0 0 0,0-1 1 0 0,1 0-1 0 0,14 9 0 0 0,-10-9 4 0 0,-1-1 0 0 0,1-1 0 0 0,0 0 0 0 0,0 0 0 0 0,1-1 0 0 0,-1-1 0 0 0,28 3 0 0 0,43-1 8 0 0,101-7 1 0 0,-45-1-49 0 0,841-41-206 0 0,-505-4 143 0 0,303-17-46 0 0,-524 57 85 0 0,223-8-94 0 0,603-70-84 0 0,-556 11 226 0 0,-187 5 6 0 0,-134 24 0 0 0,314-76 0 0 0,-492 114 71 0 0,-1-1 0 0 0,0-1 0 0 0,-1-1 1 0 0,0-2-1 0 0,-1 0 0 0 0,0-1 0 0 0,-2-1 1 0 0,1-1-1 0 0,-2-2 0 0 0,31-31 0 0 0,-40 37-64 0 0,25-26 513 0 0,57-78-1 0 0,-85 103 24 0 0,0 0 0 0 0,0-1 0 0 0,-1 0 0 0 0,-1 0 0 0 0,0 0 0 0 0,-1-1 0 0 0,-1 0 0 0 0,0 0 0 0 0,-1 0 0 0 0,2-29 0 0 0,-5 34 229 0 0,-1-1 0 0 0,0 1 0 0 0,0 0 0 0 0,-1 0-1 0 0,-1-1 1 0 0,0 2 0 0 0,-5-15 0 0 0,-37-65 4294 0 0,26 54-5530 0 0,-168-360-10639 0 0,160 336 9824 0 0,12 25 698 0 0,-2 0 1 0 0,-1 1 0 0 0,-43-58-1 0 0,51 78 417 0 0,-1 1 1 0 0,-1 0-1 0 0,0 1 1 0 0,0 0-1 0 0,-1 1 0 0 0,-1 0 1 0 0,0 1-1 0 0,0 1 1 0 0,-1 0-1 0 0,0 1 0 0 0,-24-9 1 0 0,-3 4 139 0 0,-1 2 1 0 0,-71-8 0 0 0,-95 5-91 0 0,-66 10-112 0 0,0 11 0 0 0,-275 46 0 0 0,302-12 211 0 0,-393 119 0 0 0,405-88 15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25.3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360 248 7367 0 0,'10'-30'-126'0'0,"26"-54"0"0"0,-15 44 2620 0 0,17-48 0 0 0,-35 82-1252 0 0,-3 10-68 0 0,0 4-779 0 0,0 11-65 0 0,-1-1 0 0 0,-1 0 0 0 0,-1 1 0 0 0,-1-1 0 0 0,-8 26 0 0 0,9-33-241 0 0,-7 24 158 0 0,-2 0 0 0 0,-1-1-1 0 0,-2 0 1 0 0,-30 49 0 0 0,9-27-23 0 0,-3-2 0 0 0,-1-2 0 0 0,-58 57 0 0 0,93-104-183 0 0,0 1 1 0 0,-1-1-1 0 0,0-1 1 0 0,0 1-1 0 0,-1-1 1 0 0,-7 4-1 0 0,12-7-33 0 0,1 0 0 0 0,-1-1 0 0 0,1 1-1 0 0,-1 0 1 0 0,1-1 0 0 0,-1 0 0 0 0,1 1-1 0 0,-1-1 1 0 0,0 0 0 0 0,1 0-1 0 0,-1 0 1 0 0,0 0 0 0 0,1 0 0 0 0,-1 0-1 0 0,0-1 1 0 0,1 1 0 0 0,-1 0 0 0 0,1-1-1 0 0,-1 1 1 0 0,1-1 0 0 0,-1 0-1 0 0,1 0 1 0 0,-1 1 0 0 0,1-1 0 0 0,0 0-1 0 0,-1 0 1 0 0,1 0 0 0 0,0 0 0 0 0,0 0-1 0 0,0-1 1 0 0,-1 1 0 0 0,1 0-1 0 0,1-1 1 0 0,-3-1 0 0 0,-1-6 8 0 0,-1 0 1 0 0,1 0-1 0 0,0-1 1 0 0,1 1-1 0 0,0-1 1 0 0,1 0-1 0 0,0 0 1 0 0,-1-10-1 0 0,0-11 54 0 0,3-41 0 0 0,0 49-51 0 0,1 0 1 0 0,1 1 0 0 0,1-1-1 0 0,1 0 1 0 0,1 1 0 0 0,9-24-1 0 0,-13 43-11 0 0,1 1 0 0 0,-1-1 0 0 0,1 0 0 0 0,-1 1 0 0 0,1-1 0 0 0,0 1 0 0 0,0-1 0 0 0,0 1 0 0 0,0 0 0 0 0,5-4 0 0 0,-6 5-3 0 0,0 1 0 0 0,0-1 0 0 0,-1 1 0 0 0,1-1 0 0 0,0 1 0 0 0,0 0 0 0 0,0-1 0 0 0,0 1 0 0 0,1 0-1 0 0,-1 0 1 0 0,0 0 0 0 0,0 0 0 0 0,0-1 0 0 0,0 1 0 0 0,0 1 0 0 0,0-1 0 0 0,0 0 0 0 0,0 0 0 0 0,0 0 0 0 0,0 1-1 0 0,0-1 1 0 0,0 0 0 0 0,0 1 0 0 0,0-1 0 0 0,0 1 0 0 0,0-1 0 0 0,0 1 0 0 0,0-1 0 0 0,-1 1 0 0 0,1 0 0 0 0,0-1-1 0 0,0 1 1 0 0,-1 0 0 0 0,2 1 0 0 0,7 11 41 0 0,0 0-1 0 0,-1 1 0 0 0,0 0 1 0 0,-1 0-1 0 0,-1 0 0 0 0,5 17 1 0 0,-9-24-44 0 0,23 54 634 0 0,46 85 0 0 0,-60-124-429 0 0,-1 1 0 0 0,-1 0-1 0 0,9 36 1 0 0,-15-47-187 0 0,-2-7-13 0 0,1-1 0 0 0,-1 0 0 0 0,1 1 0 0 0,0-1 0 0 0,0 0 0 0 0,1 0 1 0 0,-1 0-1 0 0,1 0 0 0 0,0 0 0 0 0,0 0 0 0 0,0-1 0 0 0,7 6 0 0 0,-6-6-60 0 0,1 0 1 0 0,0 0-1 0 0,0 0 0 0 0,1-1 0 0 0,-1 0 1 0 0,0 0-1 0 0,1 0 0 0 0,0 0 0 0 0,-1-1 1 0 0,8 1-1 0 0,10 0-1691 0 0,0-2-5671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25.6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380 33 5983 0 0,'1'-2'123'0'0,"0"0"0"0"0,0 0 0 0 0,1 0-1 0 0,-1 0 1 0 0,1 0 0 0 0,-1 0-1 0 0,1 0 1 0 0,0 0 0 0 0,-1 1 0 0 0,1-1-1 0 0,0 1 1 0 0,0-1 0 0 0,0 1-1 0 0,1 0 1 0 0,-1 0 0 0 0,0 0 0 0 0,0 0-1 0 0,1 0 1 0 0,-1 0 0 0 0,0 1-1 0 0,1-1 1 0 0,-1 1 0 0 0,1-1 0 0 0,-1 1-1 0 0,0 0 1 0 0,1 0 0 0 0,3 1-1 0 0,-6-1-61 0 0,0 0-1 0 0,1 0 1 0 0,-1 0-1 0 0,0 0 0 0 0,0 0 1 0 0,1 0-1 0 0,-1 0 1 0 0,0 0-1 0 0,0 0 0 0 0,1 0 1 0 0,-1 0-1 0 0,0 0 1 0 0,0 0-1 0 0,1 0 1 0 0,-1 1-1 0 0,0-1 0 0 0,0 0 1 0 0,0 0-1 0 0,1 0 1 0 0,-1 0-1 0 0,0 1 0 0 0,0-1 1 0 0,0 0-1 0 0,0 0 1 0 0,1 1-1 0 0,-1-1 1 0 0,0 0-1 0 0,0 0 0 0 0,0 0 1 0 0,0 1-1 0 0,0-1 1 0 0,0 1-1 0 0,-3 8 1285 0 0,-11 7 152 0 0,-18 12-230 0 0,-1-1 0 0 0,-1-1 0 0 0,-47 26 0 0 0,68-45-1258 0 0,-1-1 0 0 0,1 0 0 0 0,-1-1 1 0 0,0-1-1 0 0,-24 5 0 0 0,29-8 22 0 0,0 0 0 0 0,-1-1 0 0 0,1 0 0 0 0,-1 0 0 0 0,1-1 0 0 0,0 0 0 0 0,-1-1-1 0 0,1 0 1 0 0,-16-5 0 0 0,22 6 8 0 0,1 0 1 0 0,-1-1-1 0 0,0 1 0 0 0,1-1 0 0 0,-1 1 0 0 0,1-1 1 0 0,-3-3-1 0 0,-3-6-1117 0 0,8 10 638 0 0,0 0 0 0 0,-1 0-1 0 0,1 0 1 0 0,0 0 0 0 0,0 0 0 0 0,0 0 0 0 0,0 0-1 0 0,0 0 1 0 0,0 0 0 0 0,0 0 0 0 0,1-1 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25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184 8 5063 0 0,'-1'0'53'0'0,"1"-1"0"0"0,-1 0 0 0 0,1 1-1 0 0,-1-1 1 0 0,1 1 0 0 0,-1-1-1 0 0,1 1 1 0 0,-1 0 0 0 0,1-1 0 0 0,-1 1-1 0 0,0 0 1 0 0,1-1 0 0 0,-1 1-1 0 0,0 0 1 0 0,1 0 0 0 0,-1-1-1 0 0,0 1 1 0 0,1 0 0 0 0,-1 0 0 0 0,0 0-1 0 0,1 0 1 0 0,-1 0 0 0 0,0 0-1 0 0,-1 0 1 0 0,0 1 189 0 0,1 0 0 0 0,-1 0 1 0 0,0 0-1 0 0,1 1 0 0 0,-1-1 0 0 0,1 0 0 0 0,-1 1 0 0 0,0 1 1 0 0,-1-1-38 0 0,-19 21 3091 0 0,-24 32-1 0 0,34-38-2641 0 0,0 1 0 0 0,0 1-1 0 0,2 0 1 0 0,0 0 0 0 0,-8 26-1 0 0,17-40-512 0 0,-1 1-1 0 0,1-1 1 0 0,0 1-1 0 0,0-1 1 0 0,1 1-1 0 0,0 0 1 0 0,0 0 0 0 0,0-1-1 0 0,1 1 1 0 0,-1-1-1 0 0,2 1 1 0 0,-1 0-1 0 0,0-1 1 0 0,1 0-1 0 0,3 8 1 0 0,-3-10-76 0 0,0 1 1 0 0,0 0-1 0 0,0-1 0 0 0,1 1 0 0 0,-1-1 1 0 0,1 0-1 0 0,0 0 0 0 0,0 0 1 0 0,0 0-1 0 0,0-1 0 0 0,0 1 1 0 0,1-1-1 0 0,-1 0 0 0 0,1 1 0 0 0,0-2 1 0 0,-1 1-1 0 0,1 0 0 0 0,0-1 1 0 0,0 0-1 0 0,0 0 0 0 0,6 1 0 0 0,8-1-19 0 0,-1-1 0 0 0,1 0-1 0 0,-1-1 1 0 0,27-6-1 0 0,-23 4-30 0 0,-15 2-344 0 0,-1 1 1 0 0,1-1-1 0 0,0 2 0 0 0,0-1 0 0 0,0 1 0 0 0,-1-1 0 0 0,12 4 1 0 0,-4 1-7114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27.2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34 230 5983 0 0,'-5'-10'950'0'0,"5"8"-635"0"0,-1 0 0 0 0,0 0-1 0 0,0 0 1 0 0,0 0-1 0 0,0 0 1 0 0,0 0 0 0 0,0 1-1 0 0,-1-1 1 0 0,1 0-1 0 0,-1 1 1 0 0,1-1 0 0 0,-3-1-1 0 0,4 2-265 0 0,0 1-1 0 0,-1 0 1 0 0,1 0-1 0 0,0 0 0 0 0,0 0 1 0 0,0 0-1 0 0,0 0 1 0 0,-1 0-1 0 0,1 0 1 0 0,0 0-1 0 0,0 0 0 0 0,0 0 1 0 0,0 0-1 0 0,-1 0 1 0 0,1 0-1 0 0,0 0 0 0 0,0 0 1 0 0,0 0-1 0 0,0 0 1 0 0,-1 0-1 0 0,1 0 1 0 0,0 0-1 0 0,0 0 0 0 0,0 0 1 0 0,0 0-1 0 0,-1 0 1 0 0,1 1-1 0 0,0-1 1 0 0,0 0-1 0 0,0 0 0 0 0,0 0 1 0 0,0 0-1 0 0,0 0 1 0 0,-1 0-1 0 0,1 1 0 0 0,0-1 1 0 0,0 0-1 0 0,-3 10 898 0 0,1 10 182 0 0,3-15-982 0 0,-1 1 1 0 0,1-1-1 0 0,1 1 1 0 0,-1-1 0 0 0,1 1-1 0 0,0-1 1 0 0,0 0-1 0 0,1 0 1 0 0,-1 0 0 0 0,1 0-1 0 0,0 0 1 0 0,0-1-1 0 0,1 1 1 0 0,0-1 0 0 0,-1 0-1 0 0,1 0 1 0 0,1 0-1 0 0,4 3 1 0 0,-4-4-38 0 0,1 1 0 0 0,0-1 0 0 0,0 0 1 0 0,1 0-1 0 0,-1 0 0 0 0,0-1 0 0 0,1 0 0 0 0,0 0 0 0 0,-1-1 0 0 0,1 0 1 0 0,0 0-1 0 0,0-1 0 0 0,0 1 0 0 0,10-2 0 0 0,-9 0-31 0 0,-1 0 0 0 0,1 0 0 0 0,0-1 0 0 0,0 0 0 0 0,-1 0 0 0 0,1-1 0 0 0,-1 0-1 0 0,1 0 1 0 0,-1 0 0 0 0,0-1 0 0 0,-1-1 0 0 0,1 1 0 0 0,-1-1 0 0 0,0 0 0 0 0,0 0 0 0 0,0-1 0 0 0,0 0 0 0 0,-1 0 0 0 0,0 0-1 0 0,-1 0 1 0 0,1-1 0 0 0,5-12 0 0 0,-7 10-57 0 0,1 0-1 0 0,-2 0 0 0 0,1-1 1 0 0,-1 1-1 0 0,-1-1 0 0 0,0 0 1 0 0,0 1-1 0 0,-1-1 0 0 0,0 0 1 0 0,0 1-1 0 0,-1-1 0 0 0,-1 0 1 0 0,-4-15-1 0 0,5 20-20 0 0,-1-1 0 0 0,0 1 0 0 0,-1 0 0 0 0,1 0 1 0 0,-1 1-1 0 0,0-1 0 0 0,0 0 0 0 0,0 1 0 0 0,0 0 0 0 0,-1 0 0 0 0,0 0 0 0 0,0 0 1 0 0,0 0-1 0 0,0 1 0 0 0,-1 0 0 0 0,0 0 0 0 0,1 0 0 0 0,-1 0 0 0 0,0 1 0 0 0,0 0 1 0 0,0 0-1 0 0,0 0 0 0 0,-1 0 0 0 0,1 1 0 0 0,-8-1 0 0 0,2 1-49 0 0,-1 0 0 0 0,1 1 0 0 0,0 0 0 0 0,0 0-1 0 0,-1 1 1 0 0,-14 4 0 0 0,19-3 21 0 0,1 0-1 0 0,-1 0 0 0 0,1 1 1 0 0,-1-1-1 0 0,1 2 0 0 0,0-1 1 0 0,0 1-1 0 0,0 0 0 0 0,1 0 1 0 0,-1 0-1 0 0,-6 8 0 0 0,8-8 27 0 0,1 1-1 0 0,-1-1 1 0 0,1 0 0 0 0,0 1-1 0 0,0 0 1 0 0,1 0 0 0 0,-1 0-1 0 0,1 0 1 0 0,0 0-1 0 0,1 1 1 0 0,-1-1 0 0 0,1 0-1 0 0,0 1 1 0 0,0-1 0 0 0,1 1-1 0 0,0-1 1 0 0,0 1 0 0 0,0 0-1 0 0,0-1 1 0 0,1 1-1 0 0,0-1 1 0 0,0 0 0 0 0,1 1-1 0 0,0-1 1 0 0,-1 0 0 0 0,5 7-1 0 0,15 29 47 0 0,2 0 1 0 0,47 63-1 0 0,-13-22 343 0 0,-45-63-273 0 0,17 25 258 0 0,28 58 1 0 0,-51-88-309 0 0,0 0 0 0 0,-1 0-1 0 0,0 0 1 0 0,-1 0 0 0 0,-1 1-1 0 0,0-1 1 0 0,-1 1 0 0 0,0 0-1 0 0,-1 17 1 0 0,-2-26-43 0 0,0 0 0 0 0,0 0 0 0 0,-1-1 0 0 0,1 1-1 0 0,-1 0 1 0 0,0-1 0 0 0,-1 1 0 0 0,1-1 0 0 0,-1 0 0 0 0,0 0 0 0 0,-1 0-1 0 0,1 0 1 0 0,-1 0 0 0 0,0-1 0 0 0,0 0 0 0 0,-1 1 0 0 0,1-1-1 0 0,-6 3 1 0 0,3-2 10 0 0,-1 0-1 0 0,0 0 0 0 0,0 0 0 0 0,0-1 0 0 0,-1-1 0 0 0,0 1 1 0 0,1-1-1 0 0,-1-1 0 0 0,0 0 0 0 0,-18 3 0 0 0,20-5-26 0 0,0 0 0 0 0,1-1 0 0 0,-1 0 0 0 0,0 1 0 0 0,1-2 0 0 0,0 1 0 0 0,-1-1 0 0 0,1 0 0 0 0,0-1 0 0 0,0 1 0 0 0,0-1 0 0 0,0 0 0 0 0,0-1 0 0 0,1 1 0 0 0,-10-9 0 0 0,14 10 3 0 0,0 1 0 0 0,0 0-1 0 0,0-1 1 0 0,0 1 0 0 0,0 0 0 0 0,1-1-1 0 0,-1 1 1 0 0,0-1 0 0 0,0-2 0 0 0,1 4-130 0 0,0-1 0 0 0,0 0 0 0 0,-1 1 1 0 0,1-1-1 0 0,0 0 0 0 0,0 1 0 0 0,0-1 0 0 0,0 0 0 0 0,0 1 1 0 0,0-1-1 0 0,0 0 0 0 0,0 1 0 0 0,1-1 0 0 0,-1 1 1 0 0,0-1-1 0 0,0 0 0 0 0,0 1 0 0 0,1-1 0 0 0,-1 0 1 0 0,0 1-1 0 0,1-1 0 0 0,-1 1 0 0 0,0-1 0 0 0,2 0 1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28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6911 0 0,'8'-8'886'0'0,"-7"6"-372"0"0,0 0-1 0 0,0 0 0 0 0,1 0 1 0 0,-1 1-1 0 0,1-1 1 0 0,0 0-1 0 0,-1 1 0 0 0,1-1 1 0 0,0 1-1 0 0,0 0 0 0 0,0 0 1 0 0,0 0-1 0 0,0 0 1 0 0,0 0-1 0 0,4-1 0 0 0,-6 2-473 0 0,1 0 1 0 0,-1 0-1 0 0,0 0 0 0 0,1 0 0 0 0,-1 0 0 0 0,0 0 1 0 0,1 0-1 0 0,-1 0 0 0 0,0 0 0 0 0,1 0 0 0 0,-1 1 1 0 0,0-1-1 0 0,0 0 0 0 0,1 0 0 0 0,-1 0 0 0 0,0 1 1 0 0,0-1-1 0 0,0 0 0 0 0,1 0 0 0 0,-1 1 0 0 0,0-1 0 0 0,0 0 1 0 0,0 0-1 0 0,1 1 0 0 0,-1-1 0 0 0,0 0 0 0 0,0 0 1 0 0,0 1-1 0 0,0-1 0 0 0,0 0 0 0 0,0 1 0 0 0,0-1 1 0 0,0 0-1 0 0,0 1 0 0 0,0-1 0 0 0,0 0 0 0 0,0 1 1 0 0,0 0-40 0 0,0-1-1 0 0,0 1 1 0 0,0-1 0 0 0,-1 0 0 0 0,1 1 0 0 0,0-1 0 0 0,0 1 0 0 0,-1-1 0 0 0,1 1 0 0 0,0-1 0 0 0,0 0 0 0 0,-1 1 0 0 0,1-1 0 0 0,0 0 0 0 0,-1 1 0 0 0,1-1 0 0 0,-1 0 0 0 0,1 0 0 0 0,0 1 0 0 0,-1-1 0 0 0,1 0 0 0 0,-1 0 0 0 0,1 0 0 0 0,-1 1 0 0 0,1-1 0 0 0,-1 0 0 0 0,1 0-1 0 0,-1 0 1 0 0,1 0 0 0 0,-1 0 0 0 0,1 0 0 0 0,-1 0 0 0 0,0 0 0 0 0,1 0-105 0 0,-4 1-37 0 0,-13 5-1132 0 0,10 1-4493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3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430 172 4679 0 0,'4'-7'494'0'0,"0"-1"0"0"0,0 1-1 0 0,-1-1 1 0 0,0 0-1 0 0,-1-1 1 0 0,0 1-1 0 0,2-13 1 0 0,-2 8-99 0 0,2-6 1227 0 0,8-32 2339 0 0,-10 39-2476 0 0,-7 15-209 0 0,-10 17-512 0 0,-5 14-324 0 0,-30 70 0 0 0,33-66 107 0 0,-33 56 1 0 0,22-50-428 0 0,-42 49 1 0 0,58-79-99 0 0,0-1 1 0 0,-1-1-1 0 0,0 0 1 0 0,0-1-1 0 0,-2-1 1 0 0,1 0 0 0 0,-24 12-1 0 0,35-20-20 0 0,1-1 0 0 0,-1 0-1 0 0,1 0 1 0 0,-1 0 0 0 0,1-1-1 0 0,-1 1 1 0 0,0-1 0 0 0,1 1 0 0 0,-1-1-1 0 0,0 0 1 0 0,0 0 0 0 0,1 0-1 0 0,-1 0 1 0 0,0-1 0 0 0,1 1 0 0 0,-1-1-1 0 0,0 0 1 0 0,1 1 0 0 0,-1-1-1 0 0,-4-2 1 0 0,5 1 0 0 0,0 0 0 0 0,0 1 0 0 0,-1-1-1 0 0,1 0 1 0 0,0 0 0 0 0,0-1 0 0 0,1 1 0 0 0,-1 0-1 0 0,0 0 1 0 0,1-1 0 0 0,0 1 0 0 0,-1-1 0 0 0,1 0-1 0 0,0 1 1 0 0,0-1 0 0 0,0 0 0 0 0,1 0 0 0 0,-1 1-1 0 0,0-6 1 0 0,1-2-2 0 0,0 1 0 0 0,0 0 0 0 0,0 0 0 0 0,1-1 0 0 0,1 1 0 0 0,0 0 0 0 0,0 0 0 0 0,0 0 0 0 0,1 0 0 0 0,5-8 0 0 0,-6 12 0 0 0,0 0 0 0 0,1 0 0 0 0,-1 0 0 0 0,1 1 0 0 0,1 0 0 0 0,-1-1 0 0 0,0 1 0 0 0,1 0 0 0 0,0 1 0 0 0,0-1 0 0 0,0 1 0 0 0,1 0 0 0 0,-1 0 0 0 0,1 0 0 0 0,-1 0 0 0 0,1 1 0 0 0,0 0 0 0 0,10-3 0 0 0,-10 4 37 0 0,0 0-1 0 0,-1 1 1 0 0,1-1-1 0 0,0 1 1 0 0,0 1 0 0 0,0-1-1 0 0,0 1 1 0 0,0 0-1 0 0,0 0 1 0 0,-1 0-1 0 0,1 0 1 0 0,0 1 0 0 0,-1 0-1 0 0,1 0 1 0 0,-1 0-1 0 0,8 6 1 0 0,4 4 305 0 0,0 0 1 0 0,26 29-1 0 0,-2-4-52 0 0,-31-29-205 0 0,1 0 1 0 0,1-1-1 0 0,0-1 1 0 0,0 0-1 0 0,0 0 1 0 0,0-1-1 0 0,14 4 1 0 0,-19-7-47 0 0,0 0 1 0 0,0-1 0 0 0,0 0-1 0 0,0 0 1 0 0,0 0-1 0 0,0-1 1 0 0,0 0 0 0 0,0 0-1 0 0,0-1 1 0 0,1 0 0 0 0,-1 0-1 0 0,0 0 1 0 0,0-1-1 0 0,-1 1 1 0 0,1-1 0 0 0,9-5-1 0 0,-14 6-36 0 0,1 0 0 0 0,0 0 0 0 0,0 0 1 0 0,-1 0-1 0 0,1 0 0 0 0,-1-1 0 0 0,1 1 0 0 0,-1 0 0 0 0,1-1 0 0 0,-1 0 0 0 0,0 1 0 0 0,0-1 0 0 0,0 0 0 0 0,0 1 0 0 0,0-1 1 0 0,0 0-1 0 0,0 0 0 0 0,0 0 0 0 0,-1 0 0 0 0,1 0 0 0 0,0-2 0 0 0,-1 1 0 0 0,-1 0 0 0 0,1 1-1 0 0,0-1 1 0 0,-1 0 0 0 0,1 1 0 0 0,-1-1-1 0 0,0 0 1 0 0,0 1 0 0 0,0-1 0 0 0,0 1-1 0 0,0-1 1 0 0,0 1 0 0 0,-1 0 0 0 0,0-1-1 0 0,-2-2 1 0 0,3 4-6 0 0,1 0-55 0 0,-1 0 1 0 0,0 0-1 0 0,0 0 1 0 0,0 0-1 0 0,0 0 1 0 0,0 0-1 0 0,0 1 1 0 0,0-1-1 0 0,0 0 1 0 0,0 0-1 0 0,-2 0 1 0 0,-2-1-690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5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36 4375 0 0,'-9'-5'192'0'0,"-11"-7"934"0"0,8 8 3230 0 0,31-2 3573 0 0,-6 3-7393 0 0,25-1 0 0 0,-34 4 4 0 0,0 0-529 0 0,3-1-69 0 0,0 1 0 0 0,0 0 0 0 0,0 0 0 0 0,0 0 0 0 0,9 3 0 0 0,-7-1-636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5.3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28 6447 0 0,'-1'1'94'0'0,"1"-1"-1"0"0,0 0 0 0 0,-1 1 0 0 0,1-1 0 0 0,0 0 1 0 0,0 1-1 0 0,-1-1 0 0 0,1 0 0 0 0,0 1 1 0 0,0-1-1 0 0,0 0 0 0 0,-1 1 0 0 0,1-1 0 0 0,0 1 1 0 0,0-1-1 0 0,0 0 0 0 0,0 1 0 0 0,0-1 1 0 0,0 1-1 0 0,0-1 0 0 0,0 0 0 0 0,0 1 0 0 0,0-1 1 0 0,0 1-1 0 0,0-1 0 0 0,0 1 0 0 0,0-1 0 0 0,0 0 1 0 0,0 1-1 0 0,1-1 0 0 0,-1 1 0 0 0,0-1 1 0 0,0 0-1 0 0,0 1 0 0 0,1-1 0 0 0,-1 0 0 0 0,0 1 1 0 0,0-1-1 0 0,1 0 0 0 0,-1 1 0 0 0,0-1 0 0 0,1 0 1 0 0,-1 0-1 0 0,0 1 0 0 0,1-1 0 0 0,-1 0 1 0 0,1 0-1 0 0,-1 0 0 0 0,0 1 0 0 0,2-1 0 0 0,-1 1 358 0 0,1-1-1 0 0,0 1 1 0 0,-1 0-1 0 0,1-1 1 0 0,0 1-1 0 0,0-1 1 0 0,0 0-1 0 0,-1 0 1 0 0,1 0-1 0 0,3 0 1 0 0,9-3 642 0 0,0-1 1 0 0,-1-1 0 0 0,18-9-1 0 0,19-6-2269 0 0,-35 16-5724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5.9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0 365 2303 0 0,'3'-4'47'0'0,"0"-1"-1"0"0,0 1 1 0 0,0 0-1 0 0,5-5 1 0 0,-5 7-76 0 0,-1-1 1 0 0,0 0 0 0 0,1 1-1 0 0,-1-1 1 0 0,0 0-1 0 0,0 0 1 0 0,-1 0 0 0 0,1 0-1 0 0,-1 0 1 0 0,3-7-1 0 0,8-42 1133 0 0,9-27 5294 0 0,7-33 539 0 0,-27 108-6617 0 0,-1 0-1 0 0,1 0 1 0 0,-1 0-1 0 0,0-1 1 0 0,0 1 0 0 0,-1 0-1 0 0,-1-8 1 0 0,2 11-269 0 0,0 0 1 0 0,0 0 0 0 0,0 1-1 0 0,-1-1 1 0 0,1 0-1 0 0,0 0 1 0 0,0 1-1 0 0,-1-1 1 0 0,1 0 0 0 0,-1 1-1 0 0,1-1 1 0 0,0 0-1 0 0,-1 1 1 0 0,1-1 0 0 0,-1 1-1 0 0,0-1 1 0 0,1 1-1 0 0,-1-1 1 0 0,1 1-1 0 0,-1-1 1 0 0,0 1 0 0 0,1-1-1 0 0,-1 1 1 0 0,0 0-1 0 0,1-1 1 0 0,-1 1 0 0 0,0 0-1 0 0,0 0 1 0 0,1 0-1 0 0,-1 0 1 0 0,0-1-1 0 0,0 1 1 0 0,0 0 0 0 0,1 0-1 0 0,-1 0 1 0 0,0 1-1 0 0,0-1 1 0 0,1 0-1 0 0,-1 0 1 0 0,0 0 0 0 0,0 0-1 0 0,1 1 1 0 0,-1-1-1 0 0,0 0 1 0 0,0 1 0 0 0,1-1-1 0 0,-1 1 1 0 0,0-1-1 0 0,0 1 1 0 0,-3 2-1 0 0,0 0 1 0 0,1 0-1 0 0,0 0 0 0 0,-1 1 1 0 0,1-1-1 0 0,0 1 0 0 0,1 0 1 0 0,-1-1-1 0 0,1 1 1 0 0,-1 0-1 0 0,1 1 0 0 0,0-1 1 0 0,1 0-1 0 0,-1 1 0 0 0,1-1 1 0 0,0 1-1 0 0,-1 7 0 0 0,0 3-12 0 0,1 0 0 0 0,0 1 0 0 0,1-1 0 0 0,2 16-1 0 0,-1-20-20 0 0,1-1 0 0 0,0 1-1 0 0,1 0 1 0 0,0-1-1 0 0,0 0 1 0 0,1 0-1 0 0,1 0 1 0 0,0 0-1 0 0,0-1 1 0 0,1 1 0 0 0,7 8-1 0 0,-6-8 48 0 0,1-1-1 0 0,0 0 1 0 0,1-1-1 0 0,0 0 1 0 0,0 0 0 0 0,20 12-1 0 0,-25-18-47 0 0,-1 0 0 0 0,1 0 1 0 0,0 0-1 0 0,0-1 0 0 0,0 0 0 0 0,0 0 0 0 0,-1 0 0 0 0,1 0 0 0 0,0-1 0 0 0,1 1 0 0 0,-1-1 1 0 0,0 0-1 0 0,0 0 0 0 0,0-1 0 0 0,0 1 0 0 0,0-1 0 0 0,0 0 0 0 0,0 0 0 0 0,-1 0 1 0 0,1-1-1 0 0,0 1 0 0 0,0-1 0 0 0,-1 0 0 0 0,6-3 0 0 0,-4 1-17 0 0,0-1 0 0 0,0 1 0 0 0,0-1 0 0 0,0 0 0 0 0,-1 0 0 0 0,0 0 0 0 0,0-1 0 0 0,-1 0 0 0 0,1 1 0 0 0,-1-1 0 0 0,0-1 0 0 0,-1 1 0 0 0,1 0 0 0 0,-1-1 0 0 0,-1 1 0 0 0,1-1 0 0 0,-1 1 0 0 0,0-1 0 0 0,-1 0 0 0 0,1-9 0 0 0,-1 4 0 0 0,-1 1 0 0 0,0 0 0 0 0,-1-1 0 0 0,0 1 0 0 0,0 0 0 0 0,-1 0 0 0 0,-1 0 0 0 0,0 0 0 0 0,0 1 0 0 0,-1-1 0 0 0,-8-11 0 0 0,-22-25 0 0 0,31 42 0 0 0,-1 0 0 0 0,1 1 0 0 0,-1 0 0 0 0,0-1 0 0 0,-1 1 0 0 0,-8-5 0 0 0,12 8 0 0 0,0 0 1 0 0,-1 0-1 0 0,1 1 0 0 0,0-1 1 0 0,0 0-1 0 0,0 1 0 0 0,-1 0 1 0 0,1-1-1 0 0,0 1 0 0 0,-1 0 1 0 0,1 0-1 0 0,0 0 0 0 0,-1 0 1 0 0,1 1-1 0 0,0-1 0 0 0,0 1 0 0 0,-3 0 1 0 0,2 0-1 0 0,-1 1 1 0 0,1 0 0 0 0,0 0-1 0 0,-1 0 1 0 0,1 0-1 0 0,0 0 1 0 0,1 1-1 0 0,-1-1 1 0 0,-4 6-1 0 0,1-1-7 0 0,1 1 0 0 0,0 0 0 0 0,0 0 0 0 0,0 0 0 0 0,1 1 0 0 0,1-1 0 0 0,-5 16 0 0 0,7-19-144 0 0,0 1 0 0 0,0-1 0 0 0,0 1 0 0 0,1-1 0 0 0,-1 1 0 0 0,1-1 0 0 0,2 10 0 0 0,5 7-5818 0 0,3-3-1249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6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8751 0 0,'7'25'2762'0'0,"-2"0"0"0"0,0 0 0 0 0,1 38-1 0 0,-4-34-2007 0 0,1 0 0 0 0,10 37-1 0 0,-13-64-867 0 0,0 0-1 0 0,1 0 1 0 0,-1 0 0 0 0,1-1-1 0 0,-1 1 1 0 0,1 0-1 0 0,0 0 1 0 0,0-1 0 0 0,0 1-1 0 0,0 0 1 0 0,0-1 0 0 0,0 1-1 0 0,0-1 1 0 0,1 0-1 0 0,-1 1 1 0 0,0-1 0 0 0,1 0-1 0 0,1 2 1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6.5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17 5063 0 0,'0'-11'678'0'0,"0"11"-542"0"0,0 0 0 0 0,0-1 0 0 0,0 1 1 0 0,0 0-1 0 0,0 0 0 0 0,0-1 0 0 0,0 1 0 0 0,0 0 1 0 0,0 0-1 0 0,0 0 0 0 0,0-1 0 0 0,0 1 0 0 0,1 0 1 0 0,-1 0-1 0 0,0-1 0 0 0,0 1 0 0 0,0 0 0 0 0,0 0 1 0 0,0 0-1 0 0,1 0 0 0 0,-1-1 0 0 0,0 1 0 0 0,0 0 1 0 0,0 0-1 0 0,0 0 0 0 0,1 0 0 0 0,-1 0 0 0 0,0 0 1 0 0,0-1-1 0 0,1 1 0 0 0,-1 0 0 0 0,0 0 0 0 0,0 0 1 0 0,0 0-1 0 0,1 0 0 0 0,-1 0 0 0 0,0 0 0 0 0,0 0 1 0 0,1 0-1 0 0,0 0 265 0 0,0 1 1 0 0,-1-1 0 0 0,1 0 0 0 0,0 1 0 0 0,0-1-1 0 0,0 1 1 0 0,-1-1 0 0 0,1 1 0 0 0,0-1-1 0 0,0 1 1 0 0,-1-1 0 0 0,1 1 0 0 0,0 0-1 0 0,-1 0 1 0 0,1-1 0 0 0,-1 1 0 0 0,1 1 0 0 0,18 27 1065 0 0,-2 0 0 0 0,23 53 1 0 0,-34-66-1364 0 0,0 0 0 0 0,-1 1 0 0 0,-1-1 0 0 0,0 1 0 0 0,-1 0 0 0 0,-1 0 0 0 0,0 30 0 0 0,-3-41-71 0 0,0 1 0 0 0,0-1 0 0 0,-1 0 0 0 0,0 0 0 0 0,0 1 0 0 0,0-1 0 0 0,-1 0 0 0 0,0-1 0 0 0,0 1 0 0 0,0 0-1 0 0,-1-1 1 0 0,1 0 0 0 0,-1 0 0 0 0,-1 0 0 0 0,1 0 0 0 0,-9 6 0 0 0,12-10-25 0 0,0 0 0 0 0,-1 1-1 0 0,1-1 1 0 0,-1 0 0 0 0,1-1-1 0 0,-1 1 1 0 0,1 0 0 0 0,-1 0 0 0 0,0-1-1 0 0,1 1 1 0 0,-1-1 0 0 0,0 1-1 0 0,0-1 1 0 0,0 0 0 0 0,1 1 0 0 0,-1-1-1 0 0,0 0 1 0 0,0 0 0 0 0,0-1-1 0 0,1 1 1 0 0,-1 0 0 0 0,0 0 0 0 0,0-1-1 0 0,1 1 1 0 0,-1-1 0 0 0,0 0-1 0 0,1 0 1 0 0,-1 1 0 0 0,0-1 0 0 0,1 0-1 0 0,-1 0 1 0 0,1 0 0 0 0,0 0-1 0 0,-1-1 1 0 0,1 1 0 0 0,0 0 0 0 0,0-1-1 0 0,-2-1 1 0 0,-1-3-8 0 0,0 0 0 0 0,0-1 0 0 0,1 1 0 0 0,0-1 0 0 0,0 0-1 0 0,1 1 1 0 0,-1-1 0 0 0,0-9 0 0 0,-4-26-1106 0 0,3 0 0 0 0,1-49-1 0 0,2 58-347 0 0,1 17-547 0 0,3-24-1 0 0,0 16-842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6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 24 0 0,'9'-9'3619'0'0,"-8"8"-3189"0"0,0 0 1 0 0,0-1-1 0 0,0 1 0 0 0,0 0 0 0 0,0 0 1 0 0,0 0-1 0 0,0 0 0 0 0,1 1 1 0 0,1-2-1 0 0,0 1 248 0 0,1 0 0 0 0,0 1 1 0 0,0-1-1 0 0,0 1 0 0 0,0 0 0 0 0,0 1 0 0 0,0-1 1 0 0,-1 1-1 0 0,1-1 0 0 0,0 1 0 0 0,0 0 0 0 0,5 3 0 0 0,12 2 1145 0 0,18-1 145 0 0,49 1 1 0 0,-37-3-1824 0 0,-29 0-333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6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5 17967 0 0,'-7'-3'3560'0'0,"8"3"-2992"0"0,4 0 288 0 0,23-1-1184 0 0,-20 1-112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6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10135 0 0,'8'17'7265'0'0,"11"35"-3766"0"0,-5-9-2620 0 0,12 37-186 0 0,-21-68-784 0 0,0-1-1 0 0,1 0 0 0 0,0 0 0 0 0,12 16 1 0 0,-8-16-1600 0 0,0-4-5624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7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29 139 9215 0 0,'1'7'498'0'0,"0"1"-1"0"0,0-1 0 0 0,1 0 0 0 0,2 8 1 0 0,1 3 345 0 0,-1-4 56 0 0,0 1 0 0 0,0-1 0 0 0,1 0 0 0 0,1-1 1 0 0,11 21-1 0 0,-15-31-724 0 0,0 1-1 0 0,1-1 1 0 0,-1 0-1 0 0,0-1 1 0 0,1 1-1 0 0,0 0 1 0 0,-1-1 0 0 0,1 1-1 0 0,0-1 1 0 0,0 0-1 0 0,1 0 1 0 0,-1 0 0 0 0,0-1-1 0 0,1 1 1 0 0,-1-1-1 0 0,1 1 1 0 0,-1-1 0 0 0,1 0-1 0 0,0-1 1 0 0,-1 1-1 0 0,1-1 1 0 0,0 1 0 0 0,0-1-1 0 0,-1 0 1 0 0,1 0-1 0 0,0-1 1 0 0,7-1-1 0 0,-6 1-149 0 0,0 0 0 0 0,1-1-1 0 0,-1 0 1 0 0,0 0-1 0 0,0 0 1 0 0,0-1-1 0 0,0 1 1 0 0,0-1-1 0 0,0 0 1 0 0,-1-1-1 0 0,0 1 1 0 0,0-1-1 0 0,0 0 1 0 0,0 0-1 0 0,0 0 1 0 0,-1-1 0 0 0,1 1-1 0 0,-1-1 1 0 0,0 1-1 0 0,-1-1 1 0 0,1 0-1 0 0,-1-1 1 0 0,0 1-1 0 0,0 0 1 0 0,-1 0-1 0 0,0-1 1 0 0,1 1-1 0 0,-2-1 1 0 0,1 1-1 0 0,-1-1 1 0 0,0 0 0 0 0,0 1-1 0 0,0-1 1 0 0,-2-6-1 0 0,-1 1-14 0 0,-1 1 1 0 0,0-1-1 0 0,0 0 0 0 0,-1 1 0 0 0,-1 0 0 0 0,1 0 1 0 0,-2 1-1 0 0,-9-12 0 0 0,7 10 7 0 0,-1 0-1 0 0,0 1 1 0 0,-1 0-1 0 0,0 1 1 0 0,0 0 0 0 0,-15-8-1 0 0,23 15-11 0 0,-1 0-1 0 0,0 0 1 0 0,0 0-1 0 0,0 0 1 0 0,0 1-1 0 0,0 0 1 0 0,0 0-1 0 0,0 0 1 0 0,0 0-1 0 0,0 1 1 0 0,0 0 0 0 0,0-1-1 0 0,-1 2 1 0 0,-5-1-1 0 0,7 1-2 0 0,-1 0 1 0 0,1 0-1 0 0,0 1 0 0 0,0-1 1 0 0,0 1-1 0 0,0-1 0 0 0,0 1 1 0 0,0 0-1 0 0,1 0 0 0 0,-1 0 1 0 0,1 0-1 0 0,-1 1 0 0 0,1-1 1 0 0,0 1-1 0 0,0-1 0 0 0,0 1 0 0 0,0 0 1 0 0,-2 5-1 0 0,0-1-275 0 0,1 0-1 0 0,0 0 1 0 0,0 1-1 0 0,1-1 1 0 0,0 1-1 0 0,-1 10 0 0 0,2-11-391 0 0,1 0 0 0 0,-1 0 0 0 0,1 0-1 0 0,1 0 1 0 0,0 0 0 0 0,0 0-1 0 0,2 8 1 0 0,3 4-6546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7.5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13359 0 0,'0'0'130'0'0,"1"0"0"0"0,-1-1 0 0 0,0 1 0 0 0,0 0-1 0 0,0 0 1 0 0,1 0 0 0 0,-1 0 0 0 0,0-1 0 0 0,0 1 0 0 0,1 0-1 0 0,-1 0 1 0 0,0 0 0 0 0,1 0 0 0 0,-1 0 0 0 0,0 0-1 0 0,0 0 1 0 0,1 0 0 0 0,-1 0 0 0 0,0-1 0 0 0,1 1 0 0 0,-1 0-1 0 0,0 1 1 0 0,1-1 0 0 0,-1 0 0 0 0,0 0 0 0 0,0 0-1 0 0,1 0 1 0 0,-1 0 0 0 0,0 0 0 0 0,1 0 0 0 0,-1 0 0 0 0,0 1-1 0 0,16 7 2356 0 0,14 16-352 0 0,-29-23-2112 0 0,0 0 0 0 0,-1 0 0 0 0,1-1 0 0 0,0 1 0 0 0,0 0 0 0 0,-1 0 0 0 0,1 0 0 0 0,0 0 1 0 0,-1 0-1 0 0,1 0 0 0 0,-1 0 0 0 0,1 0 0 0 0,-1 0 0 0 0,0 0 0 0 0,1 0 0 0 0,-1 0 0 0 0,0 0 1 0 0,0 0-1 0 0,0 0 0 0 0,1 1 0 0 0,-1-1 0 0 0,-1 0 0 0 0,1 0 0 0 0,0 0 0 0 0,0 0 0 0 0,0 0 1 0 0,0 0-1 0 0,-1 0 0 0 0,0 2 0 0 0,-1 0-20 0 0,0 0-1 0 0,-1 0 1 0 0,1 1 0 0 0,-1-1 0 0 0,0-1 0 0 0,-6 6-1 0 0,3-3 60 0 0,5-4-61 0 0,0 0-1 0 0,0 0 1 0 0,0 0-1 0 0,0 0 1 0 0,0 0-1 0 0,0 0 1 0 0,0 0-1 0 0,0 0 1 0 0,0 0 0 0 0,0 1-1 0 0,1-1 1 0 0,-1 0-1 0 0,0 0 1 0 0,1 1-1 0 0,-1-1 1 0 0,1 1-1 0 0,0-1 1 0 0,-1 0-1 0 0,1 1 1 0 0,0-1 0 0 0,0 3-1 0 0,1-2 2 0 0,-1-1 0 0 0,1 0 0 0 0,0 0 0 0 0,-1 1 0 0 0,1-1 0 0 0,0 0 0 0 0,0 0 0 0 0,0 0 0 0 0,0 0-1 0 0,0 0 1 0 0,0 0 0 0 0,0 0 0 0 0,0 0 0 0 0,1 0 0 0 0,-1-1 0 0 0,0 1 0 0 0,0 0 0 0 0,1-1 0 0 0,-1 1 0 0 0,0-1 0 0 0,2 1 0 0 0,4 1 94 0 0,0-1 0 0 0,0 1 1 0 0,0-1-1 0 0,0-1 0 0 0,0 1 0 0 0,-1-1 1 0 0,1-1-1 0 0,11-1 0 0 0,54-13 362 0 0,-71 15-455 0 0,39-11-1613 0 0,-22 5-6448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8.0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26 455 0 0,'-3'-10'-2222'0'0,"-9"-5"15835"0"0,12 15-13416 0 0,-5 13 4967 0 0,4-5-4720 0 0,1 0 0 0 0,-1 0 0 0 0,2 0 0 0 0,-1 0 0 0 0,1 0 0 0 0,0 0 0 0 0,1 0 0 0 0,0-1 0 0 0,0 1 0 0 0,1-1 0 0 0,0 1 0 0 0,0-1 0 0 0,5 8 0 0 0,6 10-262 0 0,2-1 1 0 0,24 27-1 0 0,-30-38 87 0 0,-4-6-213 0 0,4 6 106 0 0,0 0 1 0 0,0 1-1 0 0,-1 0 0 0 0,10 22 1 0 0,-18-32-136 0 0,1 0 0 0 0,-1 0 0 0 0,1 0-1 0 0,-1 0 1 0 0,-1 0 0 0 0,1 1 0 0 0,0-1 0 0 0,-1 0 0 0 0,0 1 0 0 0,0-1 0 0 0,0 0 0 0 0,-1 1 0 0 0,0-1 0 0 0,0 0-1 0 0,0 1 1 0 0,0-1 0 0 0,0 0 0 0 0,-1 0 0 0 0,0 0 0 0 0,0 0 0 0 0,0 0 0 0 0,-3 3 0 0 0,3-3-3 0 0,0-1 1 0 0,-1 0-1 0 0,0 0 0 0 0,1 0 1 0 0,-1-1-1 0 0,0 1 0 0 0,0-1 1 0 0,-1 1-1 0 0,1-1 1 0 0,-1 0-1 0 0,1 0 0 0 0,-1-1 1 0 0,1 1-1 0 0,-1-1 1 0 0,0 1-1 0 0,0-1 0 0 0,0 0 1 0 0,0-1-1 0 0,1 1 1 0 0,-1-1-1 0 0,0 0 0 0 0,0 0 1 0 0,-5 0-1 0 0,3-1-25 0 0,1 0 0 0 0,-1 0 1 0 0,1-1-1 0 0,0 1 0 0 0,0-1 0 0 0,0 0 0 0 0,0-1 0 0 0,0 1 0 0 0,0-1 0 0 0,0 0 1 0 0,1 0-1 0 0,-1-1 0 0 0,1 1 0 0 0,0-1 0 0 0,0 0 0 0 0,-4-5 0 0 0,5 5-426 0 0,0-1 0 0 0,0 1-1 0 0,0-1 1 0 0,0 0-1 0 0,1 1 1 0 0,-3-9-1 0 0,0-5-7997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38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77 11519 0 0,'2'-3'328'0'0,"0"1"-1"0"0,-1 0 1 0 0,2 0-1 0 0,-1 0 0 0 0,0 0 1 0 0,0 0-1 0 0,1 0 0 0 0,-1 0 1 0 0,1 1-1 0 0,-1-1 1 0 0,1 1-1 0 0,0 0 0 0 0,-1 0 1 0 0,1 0-1 0 0,0 0 1 0 0,0 0-1 0 0,0 0 0 0 0,5 0 1 0 0,1-1 741 0 0,55-15 2466 0 0,11-3-1529 0 0,-62 17-2382 0 0,-1 1-1 0 0,0 1 1 0 0,26-1-1 0 0,-25 4-7756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0.4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27 6911 0 0,'-47'-21'5594'0'0,"78"29"8"0"0,6-5-3811 0 0,42-4-2171 0 0,-60 0 876 0 0,32 1-636 0 0,26-2-189 0 0,-63 1-2579 0 0,23-6 0 0 0,-17 3-3006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0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6 8287 0 0,'-10'-5'1500'0'0,"20"15"1732"0"0,-4-7-1970 0 0,27 13 856 0 0,37 12 1 0 0,-57-24-1852 0 0,83 34 1313 0 0,-87-34-1465 0 0,-1 0 1 0 0,0 1 0 0 0,-1 0-1 0 0,1 0 1 0 0,-1 1 0 0 0,0 0-1 0 0,0 0 1 0 0,11 14 0 0 0,-16-17-83 0 0,0-1 0 0 0,0 1 0 0 0,-1 0 0 0 0,1 0 0 0 0,-1 0 0 0 0,1 0 0 0 0,-1 0 0 0 0,0 0 0 0 0,0 0 0 0 0,-1 0 1 0 0,1 0-1 0 0,-1 1 0 0 0,1-1 0 0 0,-1 0 0 0 0,0 0 0 0 0,0 1 0 0 0,-1 4 0 0 0,0-4 9 0 0,-1 0-1 0 0,1 0 1 0 0,-1 0-1 0 0,0 0 1 0 0,0 0 0 0 0,0-1-1 0 0,-1 1 1 0 0,1-1-1 0 0,-1 1 1 0 0,1-1-1 0 0,-1 0 1 0 0,0 0 0 0 0,-5 3-1 0 0,-13 9 93 0 0,0 0-1 0 0,-1-2 1 0 0,-36 16-1 0 0,-7 5 37 0 0,60-29 146 0 0,5-5-361 0 0,0 0 0 0 0,0 0 0 0 0,0 0 1 0 0,0 0-1 0 0,0 1 0 0 0,0-1 0 0 0,0 0 0 0 0,0 0 0 0 0,1 0 0 0 0,-1 0 0 0 0,0 0 0 0 0,0 0 1 0 0,0 0-1 0 0,0 1 0 0 0,0-1 0 0 0,0 0 0 0 0,0 0 0 0 0,1 0 0 0 0,-1 0 0 0 0,0 0 0 0 0,0 0 1 0 0,0 0-1 0 0,0 0 0 0 0,0 0 0 0 0,1 0 0 0 0,-1 0 0 0 0,0 0 0 0 0,0 0 0 0 0,0 0 0 0 0,0 0 1 0 0,0 0-1 0 0,1 0 0 0 0,-1 0 0 0 0,0 0 0 0 0,0 0 0 0 0,0 0 0 0 0,0 0 0 0 0,0 0 0 0 0,1 0 1 0 0,-1 0-1 0 0,0 0 0 0 0,0 0 0 0 0,0-1 0 0 0,0 1 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118 686 6911 0 0,'-8'-2'611'0'0,"0"0"-1"0"0,1-1 0 0 0,-1 0 1 0 0,0 0-1 0 0,1-1 0 0 0,-14-8 0 0 0,17 10-265 0 0,0-1-1 0 0,0-1 0 0 0,1 1 0 0 0,-1 0 0 0 0,1-1 1 0 0,0 0-1 0 0,0 0 0 0 0,0 0 0 0 0,0 0 0 0 0,1 0 1 0 0,-1-1-1 0 0,1 1 0 0 0,0-1 0 0 0,1 1 0 0 0,-1-1 1 0 0,1 0-1 0 0,0 0 0 0 0,0 0 0 0 0,0 0 0 0 0,1 0 1 0 0,-1 1-1 0 0,1-1 0 0 0,1 0 0 0 0,0-9 0 0 0,3-4 97 0 0,0 1-1 0 0,0 0 1 0 0,2 0-1 0 0,0 1 1 0 0,14-28-1 0 0,-16 37-392 0 0,0 0 1 0 0,1 0-1 0 0,-1 1 0 0 0,1-1 1 0 0,0 1-1 0 0,1 0 0 0 0,8-7 1 0 0,-13 12-49 0 0,0 0 1 0 0,0 0 0 0 0,0 0-1 0 0,0 0 1 0 0,1 0 0 0 0,-1 1-1 0 0,0-1 1 0 0,1 0-1 0 0,-1 1 1 0 0,0-1 0 0 0,1 1-1 0 0,-1-1 1 0 0,1 1 0 0 0,-1 0-1 0 0,1-1 1 0 0,-1 1 0 0 0,1 0-1 0 0,-1 0 1 0 0,1 0 0 0 0,-1 0-1 0 0,1 0 1 0 0,0 1-1 0 0,-1-1 1 0 0,0 0 0 0 0,1 1-1 0 0,-1-1 1 0 0,1 1 0 0 0,-1-1-1 0 0,1 1 1 0 0,-1 0 0 0 0,0 0-1 0 0,0 0 1 0 0,1-1-1 0 0,-1 1 1 0 0,0 0 0 0 0,0 0-1 0 0,0 1 1 0 0,0-1 0 0 0,0 0-1 0 0,0 0 1 0 0,0 0 0 0 0,0 1-1 0 0,-1-1 1 0 0,1 0 0 0 0,0 3-1 0 0,3 3 0 0 0,0 1 0 0 0,-1 0 0 0 0,-1 0 0 0 0,1 0 0 0 0,-1 0 0 0 0,2 17 0 0 0,-1 55 0 0 0,-4-56 0 0 0,6 37 0 0 0,-5-55 13 0 0,1 0-1 0 0,1-1 1 0 0,-1 1 0 0 0,1 0-1 0 0,0 0 1 0 0,1-1 0 0 0,-1 1-1 0 0,7 9 1 0 0,-8-14-12 0 0,0 0 0 0 0,0 1 0 0 0,0-1-1 0 0,0 0 1 0 0,1 0 0 0 0,-1 0 0 0 0,0 0 0 0 0,1 0 0 0 0,-1 0 0 0 0,0-1 0 0 0,1 1 0 0 0,-1 0-1 0 0,1-1 1 0 0,0 1 0 0 0,-1-1 0 0 0,1 1 0 0 0,-1-1 0 0 0,1 0 0 0 0,0 0 0 0 0,-1 1 0 0 0,1-1-1 0 0,0-1 1 0 0,-1 1 0 0 0,1 0 0 0 0,0 0 0 0 0,-1 0 0 0 0,1-1 0 0 0,-1 1 0 0 0,1-1 0 0 0,-1 0-1 0 0,1 1 1 0 0,-1-1 0 0 0,1 0 0 0 0,-1 0 0 0 0,1 0 0 0 0,1-1 0 0 0,5-4 12 0 0,-1 0 0 0 0,0 0-1 0 0,0 0 1 0 0,0-1 0 0 0,0 0 0 0 0,-1-1 0 0 0,-1 0 0 0 0,1 1 0 0 0,-1-2 0 0 0,0 1 0 0 0,3-10-1 0 0,-2 6 6 0 0,-2-1-1 0 0,1 1 0 0 0,-2-1 1 0 0,0 0-1 0 0,0 0 0 0 0,-1 0 1 0 0,0-20-1 0 0,-2 31-17 0 0,1 0 0 0 0,-1 0 0 0 0,0-1 0 0 0,0 1 0 0 0,0 0 0 0 0,0-1 0 0 0,-1 1 0 0 0,1 0 0 0 0,-1 0 0 0 0,1-1 0 0 0,-1 1 0 0 0,0 0 0 0 0,0 0 0 0 0,0 0 0 0 0,0 0 0 0 0,0 0 0 0 0,0 0 0 0 0,-2-2 0 0 0,3 4 0 0 0,0 0 0 0 0,-1 0 0 0 0,1 0 0 0 0,-1 0 0 0 0,1 0 0 0 0,0 0 0 0 0,-1 0 0 0 0,1 0 0 0 0,0 0 0 0 0,-1 0 0 0 0,1 0 0 0 0,-1 0 0 0 0,1 0 0 0 0,0 0 0 0 0,-1 0 0 0 0,1 0 0 0 0,0 0 0 0 0,-1 1 0 0 0,1-1 0 0 0,0 0 0 0 0,-1 0 0 0 0,1 0 0 0 0,0 1 0 0 0,-1-1 0 0 0,1 0 0 0 0,0 0 0 0 0,0 1 0 0 0,-1-1 0 0 0,1 0 0 0 0,0 0 0 0 0,0 1 0 0 0,-1-1 0 0 0,1 0 0 0 0,0 1 0 0 0,0-1 0 0 0,0 0 0 0 0,0 1 0 0 0,0-1 0 0 0,0 1 0 0 0,-1-1 0 0 0,1 1 0 0 0,-5 17 0 0 0,4-2 0 0 0,0 1 0 0 0,1-1 0 0 0,1 0 0 0 0,0 1 0 0 0,4 16 0 0 0,-3-22 0 0 0,1 0 0 0 0,0-1 0 0 0,1 1 0 0 0,0-1 0 0 0,0 0 0 0 0,1 0 0 0 0,1 0 0 0 0,8 13 0 0 0,-12-21-13 0 0,0 0-1 0 0,0 0 1 0 0,0 0 0 0 0,0 0 0 0 0,0 0-1 0 0,0-1 1 0 0,0 1 0 0 0,1-1-1 0 0,-1 1 1 0 0,1-1 0 0 0,-1 0-1 0 0,1 0 1 0 0,-1 0 0 0 0,1 0-1 0 0,0 0 1 0 0,3 0 0 0 0,-1-1-42 0 0,-1 0 1 0 0,1 0-1 0 0,-1 0 1 0 0,1 0 0 0 0,-1-1-1 0 0,1 0 1 0 0,-1 0-1 0 0,0 0 1 0 0,7-3-1 0 0,-1-1-98 0 0,0 0 0 0 0,0-1-1 0 0,0 0 1 0 0,-1-1 0 0 0,0 0 0 0 0,0 0-1 0 0,10-11 1 0 0,-15 14-156 0 0,0 0 0 0 0,0-1 0 0 0,-1 0 0 0 0,1 1 0 0 0,-1-1 0 0 0,0 0 0 0 0,-1 0 0 0 0,1-1 1 0 0,-1 1-1 0 0,0-1 0 0 0,0 1 0 0 0,-1-1 0 0 0,0 0 0 0 0,0 1 0 0 0,0-1 0 0 0,0 0 0 0 0,-1 0 0 0 0,0 0 0 0 0,0 1 0 0 0,-1-1 0 0 0,0 0 1 0 0,-2-8-1 0 0,3 14 307 0 0,0-1 0 0 0,0 1 0 0 0,0-1 0 0 0,0 1 0 0 0,0 0 0 0 0,0-1 1 0 0,0 1-1 0 0,-1-1 0 0 0,1 1 0 0 0,0-1 0 0 0,0 1 0 0 0,-1 0 0 0 0,1-1 0 0 0,0 1 1 0 0,0 0-1 0 0,-1-1 0 0 0,1 1 0 0 0,0 0 0 0 0,-1-1 0 0 0,1 1 0 0 0,-1 0 0 0 0,1 0 1 0 0,0-1-1 0 0,-1 1 0 0 0,1 0 0 0 0,-1 0 0 0 0,0 0 31 0 0,1 0 0 0 0,-1 0 1 0 0,1 0-1 0 0,-1 1 0 0 0,1-1 0 0 0,-1 0 0 0 0,1 1 1 0 0,0-1-1 0 0,-1 0 0 0 0,1 1 0 0 0,-1-1 0 0 0,1 1 1 0 0,0-1-1 0 0,-1 0 0 0 0,1 1 0 0 0,0-1 0 0 0,0 1 1 0 0,-1 0-1 0 0,-8 25 1081 0 0,5 4 97 0 0,1 0 0 0 0,2 0 0 0 0,4 49 0 0 0,-1 18-428 0 0,-13 35 252 0 0,7-108-860 0 0,-1 0-1 0 0,-1-1 1 0 0,-13 33-1 0 0,19-56-168 0 0,0 1 0 0 0,-1 0 0 0 0,1-1 0 0 0,0 1 0 0 0,0-1 0 0 0,-1 1 1 0 0,1 0-1 0 0,0-1 0 0 0,-1 1 0 0 0,1-1 0 0 0,-1 1 0 0 0,1 0 0 0 0,-1-1 0 0 0,1 0 0 0 0,-1 1 0 0 0,1-1 0 0 0,-1 1 0 0 0,0 0 0 0 0,1-1 1 0 0,-1-1-1 0 0,1 1 1 0 0,0 0-1 0 0,-1 0 0 0 0,1 0 1 0 0,0-1-1 0 0,-1 1 1 0 0,1 0-1 0 0,0 0 1 0 0,0-1-1 0 0,0 1 1 0 0,-1 0-1 0 0,1 0 1 0 0,0-1-1 0 0,0 1 0 0 0,0 0 1 0 0,0-1-1 0 0,-1 1 1 0 0,1 0-1 0 0,0-1 1 0 0,0 1-1 0 0,0 0 1 0 0,0-1-1 0 0,0 0 1 0 0,-4-30 104 0 0,4 27-99 0 0,-2-18-8 0 0,1 0 0 0 0,1 0 0 0 0,6-38 0 0 0,-1 7 0 0 0,-4 35 0 0 0,10-116 0 0 0,-8 114 0 0 0,1 0 0 0 0,1 0 0 0 0,0 0 0 0 0,13-27 0 0 0,-17 43 0 0 0,1 1 0 0 0,0-1 0 0 0,0 1 0 0 0,0 0 0 0 0,0 0 0 0 0,0 0 0 0 0,1 0 0 0 0,-1 0 0 0 0,1 1 0 0 0,0-1 0 0 0,0 1 0 0 0,3-3 0 0 0,-4 5 0 0 0,-1-1 0 0 0,0 0 0 0 0,1 1 0 0 0,-1 0 0 0 0,0-1 0 0 0,1 1 0 0 0,-1 0 0 0 0,1-1 0 0 0,-1 1 0 0 0,1 0 0 0 0,-1 0 0 0 0,0 0 0 0 0,1 1 0 0 0,-1-1 0 0 0,1 0 0 0 0,-1 0 0 0 0,0 1 0 0 0,1-1 0 0 0,-1 1 0 0 0,1-1 0 0 0,-1 1 0 0 0,0 0 0 0 0,0-1 0 0 0,1 1 0 0 0,-1 0 0 0 0,0 0 0 0 0,0 0 0 0 0,0 0 0 0 0,0 0 0 0 0,0 0 0 0 0,0 0 0 0 0,0 0 0 0 0,1 3 0 0 0,10 13-15 0 0,-1 1 0 0 0,-1 0-1 0 0,12 27 1 0 0,-15-30 12 0 0,-7-13 6 0 0,1 0 0 0 0,0 0 0 0 0,-1-1 1 0 0,1 1-1 0 0,0 0 0 0 0,0-1 0 0 0,0 1 0 0 0,1-1 0 0 0,-1 0 0 0 0,0 1 0 0 0,0-1 0 0 0,1 0 1 0 0,-1 1-1 0 0,1-1 0 0 0,-1 0 0 0 0,1 0 0 0 0,0 0 0 0 0,-1-1 0 0 0,1 1 0 0 0,0 0 0 0 0,0-1 1 0 0,-1 1-1 0 0,1-1 0 0 0,0 1 0 0 0,0-1 0 0 0,0 0 0 0 0,0 0 0 0 0,-1 0 0 0 0,1 0 0 0 0,0 0 1 0 0,0 0-1 0 0,0 0 0 0 0,0-1 0 0 0,0 1 0 0 0,2-2 0 0 0,2 0 8 0 0,0-1 1 0 0,0 0-1 0 0,-1 0 0 0 0,1 0 0 0 0,-1-1 0 0 0,0 0 1 0 0,0 0-1 0 0,-1 0 0 0 0,6-7 0 0 0,-1 1 8 0 0,-1-1 0 0 0,-1 1 0 0 0,0-2 0 0 0,12-23 0 0 0,-17 29 0 0 0,1 0-1 0 0,-1 0 1 0 0,0 0-1 0 0,0 0 1 0 0,-1-1-1 0 0,0 1 1 0 0,0-1-1 0 0,0 1 1 0 0,-1-1-1 0 0,0 1 1 0 0,-1-13-1 0 0,1 18-11 0 0,0 1 0 0 0,0-1 0 0 0,-1 1 0 0 0,1-1-1 0 0,0 1 1 0 0,0-1 0 0 0,0 1 0 0 0,0-1 0 0 0,0 1-1 0 0,0-1 1 0 0,-1 1 0 0 0,1-1 0 0 0,0 1 0 0 0,0-1 0 0 0,-1 1-1 0 0,1 0 1 0 0,0-1 0 0 0,-1 1 0 0 0,1 0 0 0 0,0-1-1 0 0,-1 1 1 0 0,1 0 0 0 0,-1-1 0 0 0,0 1 0 0 0,1 0 1 0 0,-1 0 1 0 0,1 0-1 0 0,0 0 1 0 0,-1 1-1 0 0,1-1 1 0 0,-1 0-1 0 0,1 1 1 0 0,0-1 0 0 0,-1 0-1 0 0,1 1 1 0 0,0-1-1 0 0,-1 0 1 0 0,1 1-1 0 0,0-1 1 0 0,0 1 0 0 0,-1-1-1 0 0,1 0 1 0 0,0 1-1 0 0,0 0 1 0 0,-9 26 228 0 0,7-17-220 0 0,1-1-1 0 0,0 1 1 0 0,1 0 0 0 0,0 0-1 0 0,0 0 1 0 0,1 0 0 0 0,1 0-1 0 0,-1-1 1 0 0,2 1 0 0 0,4 15-1 0 0,-5-20-23 0 0,0-1 0 0 0,1 1 1 0 0,-1-1-1 0 0,1 1 0 0 0,0-1 0 0 0,0 0 0 0 0,0 0 0 0 0,1 0 0 0 0,-1 0 0 0 0,1-1 0 0 0,0 1 0 0 0,0-1 0 0 0,0 0 0 0 0,0 0 0 0 0,1-1 1 0 0,-1 1-1 0 0,1-1 0 0 0,0 0 0 0 0,0 0 0 0 0,-1 0 0 0 0,1-1 0 0 0,6 1 0 0 0,-1-1-222 0 0,-1 0-1 0 0,1-1 1 0 0,0 0-1 0 0,0 0 0 0 0,0-1 1 0 0,-1-1-1 0 0,1 0 1 0 0,14-4-1 0 0,5-4-2646 0 0,39-19 0 0 0,-56 23 1497 0 0,0 0 0 0 0,-1-1 0 0 0,0 0 0 0 0,0-1 0 0 0,-1-1 1 0 0,11-9-1 0 0,-17 14 1109 0 0,0-1-1 0 0,0 1 1 0 0,0-1 0 0 0,-1 0 0 0 0,1 0 0 0 0,-1 0 0 0 0,0 0-1 0 0,-1 0 1 0 0,1-1 0 0 0,-1 0 0 0 0,0 1 0 0 0,-1-1 0 0 0,1 0-1 0 0,-1 0 1 0 0,1-10 0 0 0,-2 13 584 0 0,0 1 0 0 0,0-1-1 0 0,-1 1 1 0 0,1-1 0 0 0,-1 1 0 0 0,1-1 0 0 0,-1 1-1 0 0,0-1 1 0 0,0 1 0 0 0,0 0 0 0 0,0-1-1 0 0,0 1 1 0 0,0 0 0 0 0,-1 0 0 0 0,1 0-1 0 0,-1 0 1 0 0,1 0 0 0 0,-1 0 0 0 0,0 0 0 0 0,0 1-1 0 0,0-1 1 0 0,0 0 0 0 0,0 1 0 0 0,-4-3-1 0 0,2 3 145 0 0,1 0 0 0 0,0 0-1 0 0,0 0 1 0 0,-1 0 0 0 0,1 1-1 0 0,-1-1 1 0 0,1 1 0 0 0,0 0-1 0 0,-1 0 1 0 0,1 0 0 0 0,-1 0-1 0 0,1 1 1 0 0,0-1 0 0 0,-1 1-1 0 0,1 0 1 0 0,0 0 0 0 0,-1 0-1 0 0,-2 2 1 0 0,-2 2-120 0 0,0-1 0 0 0,0 2 0 0 0,0-1 0 0 0,1 1 0 0 0,0 0 0 0 0,0 1 0 0 0,1-1 0 0 0,-1 1 0 0 0,2 1 0 0 0,-1-1 0 0 0,-4 9 0 0 0,6-9-276 0 0,0-1-1 0 0,1 1 1 0 0,0-1 0 0 0,0 1-1 0 0,1 0 1 0 0,0 0 0 0 0,0 0-1 0 0,1 0 1 0 0,-1 0 0 0 0,2 1-1 0 0,-1-1 1 0 0,1 0 0 0 0,0 1-1 0 0,2 12 1 0 0,-2-18-56 0 0,1 0-1 0 0,-1 1 1 0 0,1-1 0 0 0,0 0-1 0 0,0 0 1 0 0,0 0 0 0 0,0 0-1 0 0,0 0 1 0 0,0 0 0 0 0,0 0-1 0 0,1 0 1 0 0,-1 0 0 0 0,1 0-1 0 0,0-1 1 0 0,-1 1 0 0 0,1-1-1 0 0,0 1 1 0 0,3 1 0 0 0,-2-1 7 0 0,0-1 0 0 0,0 0 0 0 0,1 0 0 0 0,-1 0 1 0 0,0 0-1 0 0,0-1 0 0 0,1 0 0 0 0,-1 1 1 0 0,1-1-1 0 0,-1 0 0 0 0,6-1 0 0 0,1-1 13 0 0,0 0 0 0 0,0 0-1 0 0,0-1 1 0 0,0-1 0 0 0,-1 1 0 0 0,1-2-1 0 0,12-7 1 0 0,-15 8-26 0 0,-1-1 0 0 0,0 0 0 0 0,0 0 0 0 0,0 0 0 0 0,-1-1 0 0 0,0 0 0 0 0,8-11 0 0 0,-10 12 0 0 0,0 0 0 0 0,0 0 0 0 0,0 0 0 0 0,-1-1 0 0 0,0 1 0 0 0,0-1 0 0 0,0 1 0 0 0,-1-1 0 0 0,0 0 0 0 0,0 0 0 0 0,0-6 0 0 0,-2 4 0 0 0,-2 8 0 0 0,2 1 0 0 0,1 0 0 0 0,-1 0 0 0 0,1 0 0 0 0,-1 0 0 0 0,1 0 0 0 0,-1 0 0 0 0,1 0 0 0 0,0 0 0 0 0,-1 0 0 0 0,1 0 0 0 0,0 0 0 0 0,0 0 0 0 0,0 1 0 0 0,0 8 0 0 0,1 0 0 0 0,0 0 0 0 0,0-1 0 0 0,1 1 0 0 0,1-1 0 0 0,-1 1 0 0 0,1-1 0 0 0,1 0 0 0 0,0 0 0 0 0,5 8 0 0 0,-7-13 0 0 0,0 0 0 0 0,0-1 0 0 0,1 0 0 0 0,-1 0 0 0 0,1 1 0 0 0,0-1 0 0 0,0-1 0 0 0,0 1 0 0 0,0 0 0 0 0,1-1 0 0 0,-1 0 0 0 0,1 1 0 0 0,-1-2 0 0 0,1 1 0 0 0,0 0 0 0 0,-1-1 0 0 0,1 1 0 0 0,0-1 0 0 0,0 0 0 0 0,0 0 0 0 0,0-1 0 0 0,1 1 0 0 0,-1-1 0 0 0,0 0 0 0 0,0 0 0 0 0,5-1 0 0 0,-1 0 2 0 0,1-1-1 0 0,-1 0 1 0 0,0 0-1 0 0,0-1 1 0 0,0 0-1 0 0,0 0 1 0 0,0-1-1 0 0,-1 0 1 0 0,0 0 0 0 0,0-1-1 0 0,0 0 1 0 0,7-6-1 0 0,-7 3 4 0 0,1 0 0 0 0,-1 0 0 0 0,-1-1 0 0 0,1 0 0 0 0,-1 0-1 0 0,-1-1 1 0 0,0 1 0 0 0,5-15 0 0 0,-2-1 3 0 0,-1 0 0 0 0,-1 0 0 0 0,-1 0 0 0 0,-2 0 0 0 0,0-1 0 0 0,-2 1 0 0 0,-2-31 0 0 0,-3-13-8 0 0,-1-43 0 0 0,5 91 0 0 0,1 1 0 0 0,1 0 0 0 0,7-30 0 0 0,-4 81 0 0 0,52 235-59 0 0,-33-169 46 0 0,-13-54 29 0 0,27 74 0 0 0,-32-103-13 0 0,0-1 1 0 0,1 0-1 0 0,1 0 0 0 0,-1-1 0 0 0,2 0 0 0 0,0 0 1 0 0,0-1-1 0 0,1 0 0 0 0,16 13 0 0 0,-26-24-20 0 0,0 0-1 0 0,0 0 1 0 0,0 0-1 0 0,0 1 1 0 0,0-1-1 0 0,0 0 1 0 0,0 0-1 0 0,1 0 1 0 0,-1 0-1 0 0,0 0 1 0 0,0 0-1 0 0,0 1 1 0 0,0-1-1 0 0,0 0 1 0 0,0 0-1 0 0,1 0 0 0 0,-1 0 1 0 0,0 0-1 0 0,0 0 1 0 0,0 0-1 0 0,0 0 1 0 0,1 0-1 0 0,-1 0 1 0 0,0 0-1 0 0,0 0 1 0 0,0 0-1 0 0,0 0 1 0 0,1 0-1 0 0,-1 0 1 0 0,0 0-1 0 0,0 0 1 0 0,0 0-1 0 0,0 0 1 0 0,1 0-1 0 0,-1 0 1 0 0,0 0-1 0 0,0 0 1 0 0,0 0-1 0 0,0 0 1 0 0,1 0-1 0 0,-1 0 1 0 0,0 0-1 0 0,0 0 1 0 0,0 0-1 0 0,0-1 1 0 0,-3-6-2476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2.6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0 168 5527 0 0,'0'-1'132'0'0,"0"0"-1"0"0,1 0 1 0 0,-1 0-1 0 0,0 0 1 0 0,1 0-1 0 0,-1 1 1 0 0,1-1-1 0 0,-1 0 1 0 0,1 0-1 0 0,-1 0 1 0 0,1 1-1 0 0,0-1 1 0 0,-1 0-1 0 0,1 1 1 0 0,0-1-1 0 0,-1 1 1 0 0,1-1-1 0 0,0 1 1 0 0,0-1-1 0 0,0 1 1 0 0,1-1-1 0 0,23-10 2769 0 0,-19 9-2254 0 0,139-42 8650 0 0,-10 4-6983 0 0,-116 33-2309 0 0,11-4-230 0 0,1 0 0 0 0,0 2-1 0 0,50-7 1 0 0,-66 15-7897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6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3 313 5983 0 0,'-2'-4'1615'0'0,"5"4"774"0"0,11 5 1451 0 0,18 12-2908 0 0,-19-9-672 0 0,-1-1 1 0 0,1 0-1 0 0,1-1 1 0 0,-1-1-1 0 0,1 0 0 0 0,23 5 1 0 0,-33-10-229 0 0,-1 0 1 0 0,1-1 0 0 0,-1 1-1 0 0,1-1 1 0 0,-1 0-1 0 0,1 0 1 0 0,-1 0-1 0 0,1 0 1 0 0,-1-1-1 0 0,0 1 1 0 0,5-4-1 0 0,3-2 54 0 0,18-14-1 0 0,-19 12-66 0 0,0 0-1 0 0,-1-1 0 0 0,0 0 1 0 0,-1 0-1 0 0,0-1 0 0 0,-1 0 1 0 0,0 0-1 0 0,0-1 0 0 0,-1 0 0 0 0,6-19 1 0 0,-9 22-18 0 0,0-1 0 0 0,0 0 0 0 0,-1 1 0 0 0,-1-1 0 0 0,0 0 1 0 0,0 0-1 0 0,-1 0 0 0 0,0 0 0 0 0,-1 0 0 0 0,0 0 0 0 0,-1 0 0 0 0,0 0 1 0 0,0 1-1 0 0,-7-17 0 0 0,8 24 8 0 0,0-1 0 0 0,0 1 1 0 0,0-1-1 0 0,-1 1 0 0 0,1-1 0 0 0,-1 1 1 0 0,0 0-1 0 0,0 0 0 0 0,0 0 1 0 0,0 0-1 0 0,0 0 0 0 0,0 0 0 0 0,0 1 1 0 0,0-1-1 0 0,-5-2 0 0 0,6 4 6 0 0,-1 0-1 0 0,1-1 1 0 0,-1 1-1 0 0,1 0 0 0 0,-1-1 1 0 0,1 1-1 0 0,-1 0 1 0 0,0 0-1 0 0,1 0 1 0 0,-1 1-1 0 0,1-1 1 0 0,-1 0-1 0 0,1 0 1 0 0,-1 1-1 0 0,1-1 1 0 0,-1 1-1 0 0,1 0 1 0 0,-1-1-1 0 0,1 1 1 0 0,0 0-1 0 0,-1 0 1 0 0,1 0-1 0 0,0 0 1 0 0,0 0-1 0 0,0 0 0 0 0,0 0 1 0 0,0 0-1 0 0,-2 2 1 0 0,-2 5 53 0 0,0-1 0 0 0,0 1 0 0 0,1 0 0 0 0,0 0 0 0 0,0 0 0 0 0,1 1 0 0 0,0-1 0 0 0,1 1 0 0 0,-3 14 0 0 0,2-1 25 0 0,0 0 0 0 0,2 40 0 0 0,8 29 581 0 0,21 93 0 0 0,-21-140-440 0 0,6 29 328 0 0,40 131 0 0 0,-45-179-560 0 0,-1-1 0 0 0,0 1 0 0 0,-2 1 0 0 0,-1-1 0 0 0,1 44 0 0 0,-5-68-55 0 0,0 0-1 0 0,0 0 1 0 0,0 0 0 0 0,0 0-1 0 0,-1 0 1 0 0,1 0 0 0 0,0 0-1 0 0,0 0 1 0 0,-1 0-1 0 0,1 0 1 0 0,-1 0 0 0 0,0 1-1 0 0,-4 1-4537 0 0,4-2 4304 0 0,1-1 0 0 0,-1 0 0 0 0,1 0 0 0 0,0 0 0 0 0,-1 0 0 0 0,0-1 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6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11 270 5527 0 0,'-1'-1'48'0'0,"0"-1"-1"0"0,0 1 0 0 0,0-1 0 0 0,0 0 1 0 0,0 1-1 0 0,0-1 0 0 0,0 0 0 0 0,1 0 1 0 0,-1 0-1 0 0,1 1 0 0 0,-1-1 0 0 0,1 0 1 0 0,0 0-1 0 0,0 0 0 0 0,0 0 0 0 0,0-2 1 0 0,1 0 143 0 0,0 1 1 0 0,0 0 0 0 0,0-1 0 0 0,0 1 0 0 0,1 0-1 0 0,0 0 1 0 0,0 0 0 0 0,3-4 0 0 0,7-9 965 0 0,1 0 1 0 0,1 0-1 0 0,1 2 0 0 0,0 0 1 0 0,1 0-1 0 0,27-17 1 0 0,-21 17-460 0 0,1 1 0 0 0,0 1 0 0 0,1 2 0 0 0,46-16 0 0 0,-65 25-800 0 0,1-1 0 0 0,-1 0 1 0 0,1 1-1 0 0,0 0 0 0 0,-1 0 1 0 0,1 1-1 0 0,0 0 0 0 0,-1 0 1 0 0,1 0-1 0 0,0 1 0 0 0,0-1 1 0 0,-1 1-1 0 0,1 1 0 0 0,-1-1 1 0 0,12 5-1 0 0,-5 0-6385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6.5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58 3679 0 0,'1'-11'1111'0'0,"0"0"0"0"0,0 1 0 0 0,4-15 0 0 0,-6 36 562 0 0,0 0-1 0 0,0 20 0 0 0,1 0-745 0 0,-6 88 2270 0 0,-30 167 0 0 0,28-247-2850 0 0,-6 79 1 0 0,13-106-303 0 0,1-1 1 0 0,0 0 0 0 0,1 1-1 0 0,0-1 1 0 0,1 0 0 0 0,1 0-1 0 0,0 1 1 0 0,0-2-1 0 0,1 1 1 0 0,0 0 0 0 0,10 17-1 0 0,-9-21-1239 0 0,1 0-1 0 0,-1 0 1 0 0,1-1 0 0 0,10 8-1 0 0,-2-1-5561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6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105 169 2759 0 0,'2'-20'-21'0'0,"1"-9"2071"0"0,-1 0 0 0 0,-4-46-1 0 0,2 74-1933 0 0,0 0 0 0 0,0 0 0 0 0,0 0 0 0 0,0 1-1 0 0,0-1 1 0 0,-1 0 0 0 0,1 0 0 0 0,0 0 0 0 0,0 0-1 0 0,-1 0 1 0 0,1 1 0 0 0,0-1 0 0 0,-1 0 0 0 0,1 0-1 0 0,-1 1 1 0 0,-1-2 0 0 0,2 2-46 0 0,0 0 0 0 0,-1 0 0 0 0,1 0 0 0 0,0 0 0 0 0,-1 0 0 0 0,1 0 0 0 0,0 0 0 0 0,0 0 0 0 0,-1 0 0 0 0,1 0 0 0 0,0 0 0 0 0,-1 0 0 0 0,1 0 0 0 0,0 1 0 0 0,-1-1 0 0 0,1 0 0 0 0,0 0 0 0 0,0 0 0 0 0,-1 1 0 0 0,1-1 0 0 0,0 0 0 0 0,0 0 0 0 0,0 1 0 0 0,-1-1 0 0 0,1 0 0 0 0,0 0 0 0 0,0 1 0 0 0,0 0 0 0 0,-3 3 287 0 0,0 1 0 0 0,1 0-1 0 0,0-1 1 0 0,-2 7 0 0 0,4-11-345 0 0,-27 89 2229 0 0,-24 146-1 0 0,49-213-1919 0 0,0-1 0 0 0,1 0-1 0 0,2 0 1 0 0,0 0 0 0 0,5 30-1 0 0,-6-48-330 0 0,1-1-1 0 0,0 1 0 0 0,-1 0 1 0 0,1 0-1 0 0,0-1 0 0 0,1 1 1 0 0,-1 0-1 0 0,0-1 0 0 0,1 1 1 0 0,-1-1-1 0 0,1 1 0 0 0,0-1 1 0 0,0 0-1 0 0,0 0 0 0 0,0 0 1 0 0,0 0-1 0 0,0 0 0 0 0,1 0 1 0 0,-1-1-1 0 0,1 1 0 0 0,3 1 1 0 0,7 3-532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7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7 278 6447 0 0,'-2'-8'242'0'0,"0"-1"0"0"0,1 1-1 0 0,0-1 1 0 0,0 1 0 0 0,1-1 0 0 0,0 0-1 0 0,1 1 1 0 0,1-12 0 0 0,4-9 1089 0 0,9-29 1 0 0,-14 57-1315 0 0,4-18 568 0 0,-4 11-188 0 0,1 0 0 0 0,1 0 0 0 0,-1 0 0 0 0,1 0 0 0 0,1 1 1 0 0,-1-1-1 0 0,1 1 0 0 0,6-7 0 0 0,-10 13-336 0 0,0 1 0 0 0,1-1 0 0 0,-1 1 0 0 0,1-1-1 0 0,-1 1 1 0 0,0-1 0 0 0,1 1 0 0 0,-1 0 0 0 0,1-1 0 0 0,-1 1 0 0 0,1 0 0 0 0,-1 0 0 0 0,1-1-1 0 0,0 1 1 0 0,-1 0 0 0 0,1 0 0 0 0,-1 0 0 0 0,1 0 0 0 0,-1-1 0 0 0,1 1 0 0 0,0 0 0 0 0,-1 0 0 0 0,1 0-1 0 0,-1 0 1 0 0,1 1 0 0 0,0-1 0 0 0,0 0 15 0 0,0 1 1 0 0,0-1-1 0 0,0 1 0 0 0,0 0 0 0 0,0-1 0 0 0,0 1 0 0 0,0 0 1 0 0,0 0-1 0 0,0-1 0 0 0,0 1 0 0 0,-1 0 0 0 0,2 2 1 0 0,1 1 92 0 0,-1 0 0 0 0,0 1 1 0 0,1 0-1 0 0,2 9 0 0 0,0 10 72 0 0,0 1 1 0 0,-1 0-1 0 0,0 39 0 0 0,-8 76 1072 0 0,3-121-1095 0 0,0-14-160 0 0,1 0-1 0 0,0 0 1 0 0,1-1-1 0 0,-1 1 1 0 0,1 0-1 0 0,1 5 1 0 0,-1-8-170 0 0,-1-1 0 0 0,1 1 0 0 0,-1-1 0 0 0,1 1 0 0 0,0-1 0 0 0,-1 0 0 0 0,1 1 0 0 0,0-1 0 0 0,0 0 0 0 0,0 0 0 0 0,0 1 0 0 0,0-1 0 0 0,0 0 0 0 0,1 0 0 0 0,-1 0 0 0 0,0-1 0 0 0,1 1 0 0 0,-1 0 0 0 0,0 0 0 0 0,1-1 0 0 0,-1 1 0 0 0,3 0 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7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9 5063 0 0,'1'-9'1568'0'0,"0"15"2207"0"0,0 0-2936 0 0,-1-4 299 0 0,0 4-2 0 0,-4 83 2283 0 0,-1 39-1790 0 0,5-123-1681 0 0,0 0 1 0 0,1 0-1 0 0,-1-1 0 0 0,1 1 0 0 0,0 0 0 0 0,0 0 0 0 0,1-1 0 0 0,-1 1 1 0 0,1-1-1 0 0,0 1 0 0 0,1-1 0 0 0,-1 0 0 0 0,1 0 0 0 0,-1 0 1 0 0,1 0-1 0 0,6 6 0 0 0,0-4-275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7.8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96 5063 0 0,'0'-3'119'0'0,"0"0"-12"0"0,-1-1 0 0 0,1 1 0 0 0,0-1 0 0 0,1 0-1 0 0,-1 1 1 0 0,0-1 0 0 0,1 1 0 0 0,0-1 0 0 0,0 1 0 0 0,0-1 0 0 0,0 1 0 0 0,1 0 0 0 0,-1-1-1 0 0,1 1 1 0 0,0 0 0 0 0,0 0 0 0 0,3-5 0 0 0,-1 5 312 0 0,0 0 1 0 0,-1 0-1 0 0,1 0 1 0 0,0 0-1 0 0,0 1 0 0 0,0 0 1 0 0,1-1-1 0 0,5-1 0 0 0,-8 4-280 0 0,-1 0 0 0 0,1-1 0 0 0,-1 1 0 0 0,0 0 0 0 0,1 0 0 0 0,-1 0 0 0 0,1 0-1 0 0,-1 0 1 0 0,1 1 0 0 0,-1-1 0 0 0,1 0 0 0 0,-1 1 0 0 0,1-1 0 0 0,-1 1 0 0 0,0-1 0 0 0,1 1-1 0 0,-1 0 1 0 0,0-1 0 0 0,0 1 0 0 0,1 0 0 0 0,-1 0 0 0 0,0 0 0 0 0,0 0 0 0 0,0 0-1 0 0,0 0 1 0 0,0 0 0 0 0,0 1 0 0 0,0-1 0 0 0,-1 0 0 0 0,1 0 0 0 0,1 3 0 0 0,1 3 193 0 0,0 0 0 0 0,0 0 0 0 0,-1 1 0 0 0,0 0 1 0 0,0-1-1 0 0,0 1 0 0 0,-1 0 0 0 0,0 12 0 0 0,-1-9-109 0 0,0 0-1 0 0,-1 1 0 0 0,0-1 0 0 0,-1 0 0 0 0,-4 16 0 0 0,2-15-141 0 0,-1 0 0 0 0,0 0-1 0 0,-1 0 1 0 0,-10 15 0 0 0,12-20-51 0 0,-1-1 1 0 0,1-1 0 0 0,-1 1 0 0 0,0-1 0 0 0,0 0 0 0 0,-1 0 0 0 0,1 0-1 0 0,-1 0 1 0 0,-10 4 0 0 0,15-8-25 0 0,0 0-1 0 0,0 0 1 0 0,-1-1-1 0 0,1 1 1 0 0,0-1 0 0 0,-1 0-1 0 0,1 1 1 0 0,-1-1-1 0 0,1 0 1 0 0,0 0-1 0 0,-1 0 1 0 0,1 0 0 0 0,-1 0-1 0 0,1 0 1 0 0,0 0-1 0 0,-1 0 1 0 0,1 0-1 0 0,-1-1 1 0 0,1 1-1 0 0,0-1 1 0 0,-1 1 0 0 0,1-1-1 0 0,0 1 1 0 0,-2-2-1 0 0,2 1 0 0 0,0 0 0 0 0,0 0 1 0 0,1 0-1 0 0,-1 0 0 0 0,0 0 0 0 0,0 0 0 0 0,1 0 0 0 0,-1-1 0 0 0,0 1 0 0 0,1 0 0 0 0,-1-1 1 0 0,1 1-1 0 0,0 0 0 0 0,-1-1 0 0 0,1 1 0 0 0,0 0 0 0 0,0-1 0 0 0,0 1 0 0 0,0 0 0 0 0,0-1 0 0 0,0 1 1 0 0,0-1-1 0 0,1 1 0 0 0,0-2 0 0 0,-1-1-6 0 0,1 1 1 0 0,1 0-1 0 0,-1-1 1 0 0,0 1-1 0 0,1 0 1 0 0,-1 0-1 0 0,1 0 1 0 0,0 0-1 0 0,0 1 1 0 0,0-1-1 0 0,1 0 1 0 0,-1 1-1 0 0,0-1 1 0 0,1 1-1 0 0,0 0 1 0 0,-1 0-1 0 0,1 0 1 0 0,0 0-1 0 0,0 0 1 0 0,0 1-1 0 0,1 0 1 0 0,-1-1-1 0 0,0 1 1 0 0,0 0-1 0 0,1 0 1 0 0,-1 1-1 0 0,0-1 1 0 0,1 1-1 0 0,4 0 1 0 0,-1-1 4 0 0,0 1 0 0 0,0 1 0 0 0,0 0 0 0 0,0 0 0 0 0,0 0 0 0 0,0 0 1 0 0,0 1-1 0 0,-1 1 0 0 0,1-1 0 0 0,-1 1 0 0 0,1 0 0 0 0,-1 0 0 0 0,9 7 1 0 0,1 3-265 0 0,-9-7 442 0 0,0 0 0 0 0,0-1 0 0 0,1 0 0 0 0,11 5 0 0 0,-16-8-334 0 0,-1-1 0 0 0,1 0 0 0 0,0-1 0 0 0,1 1 1 0 0,-1 0-1 0 0,0-1 0 0 0,0 0 0 0 0,0 0 0 0 0,0 0 0 0 0,0 0 0 0 0,0 0 0 0 0,0 0 0 0 0,0-1 0 0 0,0 0 0 0 0,0 0 0 0 0,6-2 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8.1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 1839 0 0,'1'-1'84'0'0,"3"-4"796"0"0,1 1 0 0 0,0-1 1 0 0,0 1-1 0 0,1 0 0 0 0,8-5 1 0 0,-13 8-674 0 0,1 0 0 0 0,0 1 0 0 0,-1-1 0 0 0,1 1 0 0 0,-1-1 0 0 0,1 1 0 0 0,0 0 0 0 0,-1-1 0 0 0,1 1 0 0 0,0 0 0 0 0,-1 0 1 0 0,1 0-1 0 0,0 0 0 0 0,-1 1 0 0 0,1-1 0 0 0,0 0 0 0 0,-1 1 0 0 0,1-1 0 0 0,-1 1 0 0 0,1 0 0 0 0,-1-1 0 0 0,1 1 0 0 0,-1 0 1 0 0,1 0-1 0 0,-1 0 0 0 0,0 0 0 0 0,1 0 0 0 0,0 1 0 0 0,4 4 453 0 0,-1 0 0 0 0,0 1 0 0 0,0-1 0 0 0,0 1 0 0 0,-1 0 0 0 0,0 0 0 0 0,5 14 0 0 0,17 57 1591 0 0,-23-65-1922 0 0,2 7-176 0 0,-1 0 1 0 0,-2 1 0 0 0,0-1-1 0 0,0 1 1 0 0,-2-1-1 0 0,-1 1 1 0 0,0 0 0 0 0,-8 31-1 0 0,-2-3-40 0 0,-2-1 0 0 0,-28 64 0 0 0,4-22 63 0 0,33-76-270 0 0,3-5-6132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8.4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10 107 2303 0 0,'-2'-12'1187'0'0,"1"-1"0"0"0,0-20-1 0 0,2 20 1850 0 0,-5-22 3216 0 0,1 52-4456 0 0,24 258 3009 0 0,-20-262-4675 0 0,0-4-197 0 0,1-1 0 0 0,-1 0 0 0 0,1 0 0 0 0,1 0 0 0 0,-1 0 0 0 0,1 0 0 0 0,1-1 0 0 0,7 13 0 0 0,-11-20 22 0 0,0 0 0 0 0,0 0 0 0 0,0 0 0 0 0,0 0 0 0 0,0 0 0 0 0,0 0-1 0 0,0 0 1 0 0,1 1-676 0 0,-1-1 676 0 0,0 0 0 0 0,0 0 0 0 0,0 0-1 0 0,0 0 1 0 0,0 1 0 0 0,0-1 0 0 0,0 0 0 0 0,0 0 0 0 0,0 0 0 0 0,0 0 0 0 0,0 0 0 0 0,0 0 0 0 0,0 0 0 0 0,0 0-1 0 0,-1 0 1 0 0,1 0 0 0 0,0 0 0 0 0,0 0 0 0 0,0 0 0 0 0,0 1-677 0 0,-1-1 677 0 0,1 0 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8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17 100 3679 0 0,'-4'-7'-821'0'0,"2"5"1277"0"0,0-1-1 0 0,1 1 0 0 0,-1-1 0 0 0,1 0 0 0 0,0 0 0 0 0,0 1 1 0 0,-1-5-1 0 0,2 6-248 0 0,0 1 0 0 0,0-1 0 0 0,0 1-1 0 0,0-1 1 0 0,0 1 0 0 0,0-1 0 0 0,0 1 0 0 0,0-1 0 0 0,0 1 0 0 0,1-1 0 0 0,-1 1 0 0 0,0-1 0 0 0,0 1 0 0 0,0 0 0 0 0,1-1 0 0 0,-1 1 0 0 0,0-1 0 0 0,1 1-1 0 0,-1 0 1 0 0,1-1 0 0 0,0 0 205 0 0,0 0-1 0 0,0 1 0 0 0,0-1 0 0 0,0 1 1 0 0,0-1-1 0 0,0 1 0 0 0,0 0 1 0 0,1-1-1 0 0,-1 1 0 0 0,0 0 0 0 0,2 0 1 0 0,43-7 2103 0 0,48-12 1 0 0,-52 9-2471 0 0,62-6 1 0 0,-100 16-266 0 0,0 0-1 0 0,0-1 0 0 0,0 2 1 0 0,0-1-1 0 0,0 0 1 0 0,7 2-1 0 0,3 4-6715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9.2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35 182 5063 0 0,'-4'-14'548'0'0,"1"0"-1"0"0,-2-23 1 0 0,0 0 599 0 0,4 30-832 0 0,-15-66 6058 0 0,17 84-5441 0 0,1-1-1 0 0,0 1 1 0 0,6 13-1 0 0,-3-14-798 0 0,0 0-1 0 0,1 0 1 0 0,0-1-1 0 0,1 1 1 0 0,0-1-1 0 0,12 12 1 0 0,56 41 659 0 0,-62-52-636 0 0,-1-1 4 0 0,-1 0-1 0 0,-1 1 0 0 0,0 0 1 0 0,10 12-1 0 0,-18-19-125 0 0,0 0 0 0 0,0 0-1 0 0,0 0 1 0 0,0 0 0 0 0,0 0-1 0 0,0 1 1 0 0,-1-1 0 0 0,1 1-1 0 0,-1-1 1 0 0,0 1 0 0 0,0 0-1 0 0,-1-1 1 0 0,1 1 0 0 0,-1 0-1 0 0,0-1 1 0 0,0 1 0 0 0,0 0-1 0 0,0 0 1 0 0,-1-1-1 0 0,-1 7 1 0 0,1-8-20 0 0,0 0-1 0 0,0 0 1 0 0,0-1-1 0 0,0 1 0 0 0,0 0 1 0 0,-1-1-1 0 0,1 1 1 0 0,-1-1-1 0 0,1 1 1 0 0,-1-1-1 0 0,0 0 1 0 0,1 1-1 0 0,-1-1 1 0 0,0 0-1 0 0,0 0 1 0 0,-2 1-1 0 0,-33 10 180 0 0,36-12-183 0 0,-3 1 23 0 0,-9 2 98 0 0,0 0 0 0 0,-18 2 0 0 0,29-5-122 0 0,-1 0-1 0 0,1 1 0 0 0,-1-1 0 0 0,1 0 0 0 0,-1 0 0 0 0,1-1 0 0 0,-1 1 0 0 0,1-1 0 0 0,-1 1 0 0 0,1-1 0 0 0,-1 0 0 0 0,1 0 1 0 0,0 0-1 0 0,-1 0 0 0 0,1 0 0 0 0,0 0 0 0 0,0-1 0 0 0,0 1 0 0 0,-3-3 0 0 0,4 2-145 0 0,0 1-1 0 0,1-1 1 0 0,-1 0-1 0 0,1 0 1 0 0,-1 1-1 0 0,1-1 1 0 0,0 0-1 0 0,-1 0 1 0 0,1 1 0 0 0,0-1-1 0 0,0 0 1 0 0,0 0-1 0 0,0 0 1 0 0,1 1-1 0 0,-1-1 1 0 0,0 0-1 0 0,1 0 1 0 0,-1 1-1 0 0,1-1 1 0 0,1-2 0 0 0,2-6-7029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9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22 172 3223 0 0,'-3'-5'174'0'0,"0"0"-1"0"0,0 0 1 0 0,1 0-1 0 0,0 0 0 0 0,0-1 1 0 0,0 1-1 0 0,1-1 1 0 0,-2-7-1 0 0,3 10 188 0 0,0 0 1 0 0,0 0-1 0 0,0-1 1 0 0,0 1-1 0 0,1 0 0 0 0,-1 0 1 0 0,1 0-1 0 0,0-1 0 0 0,0 1 1 0 0,0 0-1 0 0,0 0 0 0 0,0 0 1 0 0,1 0-1 0 0,-1 1 1 0 0,1-1-1 0 0,2-3 0 0 0,0 2-32 0 0,0 0 1 0 0,0 0-1 0 0,1 1 0 0 0,-1-1 0 0 0,1 1 0 0 0,0 0 0 0 0,0 0 0 0 0,0 1 0 0 0,0-1 1 0 0,0 1-1 0 0,9-2 0 0 0,7-2 398 0 0,36-4 0 0 0,0 6-934 0 0,0 1-1 0 0,69 7 0 0 0,-123-4 171 0 0,29 2-347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9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33 4607 0 0,'-3'-32'600'0'0,"2"47"4100"0"0,-5 9-2745 0 0,-1 6-970 0 0,3-2-180 0 0,-14 89 2278 0 0,-3 162 1 0 0,21-252-2835 0 0,2 0 1 0 0,8 50-1 0 0,-7-64-238 0 0,1 0 0 0 0,0 0 0 0 0,0 0 0 0 0,1-1 0 0 0,1 1 0 0 0,0-1 0 0 0,14 19 0 0 0,-16-26-271 0 0,0 0 0 0 0,0-1 0 0 0,1 1 0 0 0,0-1 0 0 0,0 0 0 0 0,9 5 0 0 0,2 0-6512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49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96 1839 0 0,'-1'-1'89'0'0,"0"0"-1"0"0,0 0 0 0 0,1-1 0 0 0,-1 1 0 0 0,0-1 0 0 0,1 1 1 0 0,-1-1-1 0 0,1 1 0 0 0,0-1 0 0 0,-1 1 0 0 0,1-1 0 0 0,0 1 1 0 0,0-1-1 0 0,0 0 0 0 0,0 1 0 0 0,0-1 0 0 0,0 1 0 0 0,1-4 0 0 0,0 2 495 0 0,1-1 0 0 0,-1 0-1 0 0,1 1 1 0 0,0-1 0 0 0,-1 1-1 0 0,6-7 1 0 0,-5 7-81 0 0,1 1 1 0 0,0-1-1 0 0,-1 1 0 0 0,1-1 1 0 0,0 1-1 0 0,1 0 1 0 0,-1 0-1 0 0,0 0 1 0 0,0 1-1 0 0,1-1 1 0 0,-1 1-1 0 0,1 0 0 0 0,-1 0 1 0 0,1 0-1 0 0,6-1 1 0 0,7 0 601 0 0,0 1 1 0 0,19 1-1 0 0,-21 0-828 0 0,2 0-110 0 0,1 1 0 0 0,33 5 0 0 0,-44-4-1547 0 0,-1-1 1 0 0,0 1-1 0 0,9 5 1 0 0,-2-1-4722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0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5 369 3223 0 0,'-1'-4'89'0'0,"0"1"0"0"0,0-1 0 0 0,1 1-1 0 0,-1-1 1 0 0,1 1 0 0 0,0-1 0 0 0,0 0-1 0 0,0 1 1 0 0,0-1 0 0 0,1 0-1 0 0,1-5 1 0 0,2-6 747 0 0,9-22 1 0 0,-1 2 547 0 0,46-184 10374 0 0,-58 218-11697 0 0,0 0-1 0 0,1 0 0 0 0,-1 0 1 0 0,0 0-1 0 0,0 0 1 0 0,1 1-1 0 0,-1-1 1 0 0,1 0-1 0 0,-1 0 0 0 0,1 0 1 0 0,-1 1-1 0 0,1-1 1 0 0,-1 0-1 0 0,2 0 0 0 0,-2 1-35 0 0,0 0-1 0 0,0 0 0 0 0,1 0 1 0 0,-1 0-1 0 0,0 0 0 0 0,0 0 1 0 0,1 0-1 0 0,-1 0 0 0 0,0 0 1 0 0,0 0-1 0 0,0 0 0 0 0,1 0 1 0 0,-1 0-1 0 0,0 0 0 0 0,0 0 1 0 0,0 0-1 0 0,1 1 0 0 0,-1-1 1 0 0,0 0-1 0 0,0 0 0 0 0,0 0 1 0 0,0 0-1 0 0,1 1 0 0 0,-1-1 0 0 0,0 0 1 0 0,0 0-1 0 0,0 0 0 0 0,0 0 1 0 0,0 1-1 0 0,0-1 0 0 0,1 0 1 0 0,-1 0-1 0 0,0 1 0 0 0,1 3 105 0 0,1-1-1 0 0,-1 1 1 0 0,0 0 0 0 0,1 8-1 0 0,2 22-54 0 0,-3 1 0 0 0,-3 40 0 0 0,2 32 211 0 0,1-91-188 0 0,1 0 0 0 0,0 1 0 0 0,1-1 0 0 0,9 24 0 0 0,-9-29-724 0 0,3 5-4931 0 0,-1-4-1433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0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9 11055 0 0,'0'-7'988'0'0,"2"6"24"0"0,7 10 856 0 0,8 18-381 0 0,-14-21-1425 0 0,-1-1 1 0 0,0 0-1 0 0,0 1 1 0 0,-1 0 0 0 0,1-1-1 0 0,-1 1 1 0 0,0 0-1 0 0,-1-1 1 0 0,0 1-1 0 0,1 0 1 0 0,-2 0-1 0 0,1 0 1 0 0,-1-1-1 0 0,-1 9 1 0 0,-3 1-167 0 0,0 1 0 0 0,0 0 0 0 0,-14 25 1 0 0,8-21-415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0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98 1839 0 0,'1'-2'200'0'0,"-1"0"0"0"0,1-1-1 0 0,0 1 1 0 0,0 0 0 0 0,0 0-1 0 0,0 0 1 0 0,1 1 0 0 0,-1-1-1 0 0,1 0 1 0 0,-1 0 0 0 0,1 1-1 0 0,-1-1 1 0 0,1 0-1 0 0,0 1 1 0 0,2-2 0 0 0,1 1 1056 0 0,1-1 0 0 0,-1 1 1 0 0,1 0-1 0 0,10-2 0 0 0,100-19 2923 0 0,-83 14-4152 0 0,1 1 1 0 0,46-4 0 0 0,-58 11-278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0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7 272 3223 0 0,'-2'-5'98'0'0,"1"-1"0"0"0,0 1-1 0 0,0 0 1 0 0,0 0-1 0 0,1-1 1 0 0,0 1-1 0 0,0 0 1 0 0,0 0 0 0 0,0-1-1 0 0,3-8 1 0 0,10-67 2268 0 0,-9 48 1413 0 0,13-47 0 0 0,-17 79-3664 0 0,0 1 1 0 0,0-1-1 0 0,0 1 1 0 0,1 0 0 0 0,-1-1-1 0 0,0 1 1 0 0,0-1-1 0 0,0 1 1 0 0,0-1-1 0 0,0 1 1 0 0,0 0 0 0 0,1-1-1 0 0,-1 1 1 0 0,0 0-1 0 0,0-1 1 0 0,1 1-1 0 0,-1-1 1 0 0,0 1 0 0 0,0 0-1 0 0,1-1 1 0 0,-1 1-1 0 0,0 0 1 0 0,1 0-1 0 0,-1-1 1 0 0,1 1 0 0 0,-1 0-1 0 0,0 0 1 0 0,1-1-1 0 0,0 2-30 0 0,-1-1 0 0 0,1 1 0 0 0,-1-1-1 0 0,1 1 1 0 0,-1-1 0 0 0,1 1 0 0 0,-1 0 0 0 0,0-1-1 0 0,1 1 1 0 0,-1-1 0 0 0,0 1 0 0 0,1 0-1 0 0,-1-1 1 0 0,0 1 0 0 0,0 0 0 0 0,6 30 537 0 0,57 359 1234 0 0,-57-366-7744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1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6447 0 0,'1'0'43'0'0,"-1"0"-1"0"0,0-1 0 0 0,1 1 0 0 0,-1 0 0 0 0,0-1 1 0 0,1 1-1 0 0,-1 0 0 0 0,1-1 0 0 0,-1 1 0 0 0,1 0 1 0 0,-1 0-1 0 0,1-1 0 0 0,-1 1 0 0 0,0 0 0 0 0,1 0 1 0 0,-1 0-1 0 0,1 0 0 0 0,-1 0 0 0 0,1 0 0 0 0,-1 0 1 0 0,1 0-1 0 0,0 0 0 0 0,-1 0 0 0 0,1 0 0 0 0,-1 0 1 0 0,1 0-1 0 0,-1 0 0 0 0,0 0 0 0 0,1 1 0 0 0,-1-1 1 0 0,1 0-1 0 0,-1 0 0 0 0,1 0 0 0 0,-1 1 0 0 0,1-1 1 0 0,19 15 1736 0 0,-14-9-1448 0 0,10 6 372 0 0,0 2 1 0 0,-2-1-1 0 0,0 2 0 0 0,0 0 1 0 0,-2 1-1 0 0,1 0 1 0 0,-2 1-1 0 0,10 19 1 0 0,-15-24-486 0 0,0 0 1 0 0,-1 1-1 0 0,-1-1 0 0 0,0 1 1 0 0,0 0-1 0 0,-1 1 1 0 0,-1-1-1 0 0,0 1 1 0 0,-1-1-1 0 0,-1 1 1 0 0,0-1-1 0 0,0 1 0 0 0,-3 13 1 0 0,-2-6-48 0 0,0-1 1 0 0,-1 0-1 0 0,-2 0 1 0 0,1 0-1 0 0,-2-1 1 0 0,-16 26-1 0 0,-26 28-1062 0 0,-6-5-4277 0 0,36-45-1096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2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185 329 4743 0 0,'-102'-158'483'0'0,"79"124"-462"0"0,11 16 643 0 0,-1 1-1 0 0,-22-23 0 0 0,36 40-357 0 0,0 1 0 0 0,0-1 0 0 0,0 0 0 0 0,0 1-1 0 0,0-1 1 0 0,0 0 0 0 0,0 0 0 0 0,-1 0 0 0 0,1 0 0 0 0,0 0 0 0 0,0 0 0 0 0,2 0 0 0 0,23-3 450 0 0,-22 2-656 0 0,14-2 288 0 0,0-1 0 0 0,1-1 0 0 0,-2 0 0 0 0,30-14 0 0 0,8-2 760 0 0,-53 20-1106 0 0,0 1 0 0 0,0-1 0 0 0,0 1 0 0 0,0 0 0 0 0,0-1 0 0 0,0 1 0 0 0,0 0 0 0 0,0 0 1 0 0,0 1-1 0 0,0-1 0 0 0,0 0 0 0 0,0 1 0 0 0,0-1 0 0 0,0 1 0 0 0,0 0 0 0 0,0 0 0 0 0,0-1 0 0 0,0 1 0 0 0,-1 0 0 0 0,1 1 0 0 0,0-1 0 0 0,-1 0 0 0 0,1 0 0 0 0,-1 1 1 0 0,1-1-1 0 0,-1 1 0 0 0,0-1 0 0 0,1 1 0 0 0,0 2 0 0 0,4 5 42 0 0,-1 0 0 0 0,0 1 0 0 0,0 0 0 0 0,3 12 0 0 0,-6-18-69 0 0,19 57 460 0 0,-3 1 0 0 0,20 121 0 0 0,-11 132 1112 0 0,-26-269-1328 0 0,-1 1 0 0 0,-3-1-1 0 0,-1 0 1 0 0,-19 78 0 0 0,20-112-173 0 0,-1 1 1 0 0,-1-1 0 0 0,0 0-1 0 0,-1 0 1 0 0,0-1 0 0 0,-1 0 0 0 0,0 0-1 0 0,-10 11 1 0 0,13-16-27 0 0,-1-2 0 0 0,1 1 0 0 0,-1 0 0 0 0,0-1 0 0 0,0 0 0 0 0,-1 0 0 0 0,1-1 0 0 0,-1 1 0 0 0,0-1 0 0 0,0-1 0 0 0,0 1 0 0 0,0-1 0 0 0,-1 0 0 0 0,1 0 0 0 0,0-1 0 0 0,-1 1-1 0 0,-13-1 1 0 0,19-1-68 0 0,-1 0-1 0 0,0 0 1 0 0,0-1-1 0 0,1 1 1 0 0,-1 0-1 0 0,0-1 0 0 0,0 0 1 0 0,1 1-1 0 0,-1-1 1 0 0,1 0-1 0 0,-1 0 1 0 0,1 0-1 0 0,-1 0 0 0 0,1 0 1 0 0,-1 0-1 0 0,1-1 1 0 0,0 1-1 0 0,0 0 0 0 0,-1-1 1 0 0,1 1-1 0 0,0-1 1 0 0,0 1-1 0 0,1-1 1 0 0,-1 1-1 0 0,0-1 0 0 0,0 0 1 0 0,1 1-1 0 0,-1-1 1 0 0,0-3-1 0 0,1 2-411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2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323 108 4143 0 0,'3'-10'514'0'0,"0"1"-1"0"0,0 0 0 0 0,1 0 0 0 0,1 0 0 0 0,8-14 1 0 0,-3 6 378 0 0,-9 14-671 0 0,0 2-39 0 0,0-1 0 0 0,-1 1 0 0 0,1-1 0 0 0,0 1 0 0 0,0 0 0 0 0,0-1 1 0 0,0 1-1 0 0,0 0 0 0 0,0 0 0 0 0,0-1 0 0 0,1 1 0 0 0,2-1 0 0 0,-4 2-146 0 0,0 0-1 0 0,0 0 1 0 0,0 0 0 0 0,0 0-1 0 0,1 0 1 0 0,-1 1-1 0 0,0-1 1 0 0,0 0-1 0 0,0 0 1 0 0,0 0-1 0 0,0 0 1 0 0,0 1 0 0 0,0-1-1 0 0,1 0 1 0 0,-1 0-1 0 0,0 0 1 0 0,0 1-1 0 0,0-1 1 0 0,0 0 0 0 0,0 0-1 0 0,0 0 1 0 0,0 1-1 0 0,0-1 1 0 0,0 0-1 0 0,0 0 1 0 0,0 1-1 0 0,0-1 1 0 0,0 0 0 0 0,0 0-1 0 0,0 0 1 0 0,0 1-1 0 0,-1-1 1 0 0,1 0-1 0 0,0 0 1 0 0,0 0-1 0 0,0 1 1 0 0,-3 9 488 0 0,-4 8-52 0 0,-2 0 1 0 0,0 0-1 0 0,-18 27 0 0 0,-41 44 70 0 0,17-31-125 0 0,-87 77-1 0 0,126-125-193 0 0,1 1-1 0 0,0 0 0 0 0,0 1 1 0 0,-12 19-1 0 0,23-31-204 0 0,0 0 0 0 0,0 1 0 0 0,-1-1 0 0 0,1 1 0 0 0,0-1 0 0 0,0 1 0 0 0,0-1 0 0 0,0 1 0 0 0,-1-1 0 0 0,1 1 0 0 0,0-1 0 0 0,0 1 0 0 0,0-1 0 0 0,0 1 0 0 0,0-1 0 0 0,0 1 0 0 0,0-1 0 0 0,1 1 0 0 0,-1-1 0 0 0,0 1 0 0 0,0-1 0 0 0,0 1 0 0 0,0-1 0 0 0,1 1 0 0 0,-1-1 0 0 0,0 1 0 0 0,0-1 0 0 0,1 1 0 0 0,-1-1 0 0 0,0 0 0 0 0,1 1 0 0 0,-1-1 0 0 0,0 0 0 0 0,1 1 0 0 0,-1-1 0 0 0,1 0 0 0 0,-1 1 0 0 0,1-1 0 0 0,-1 0 0 0 0,1 0 0 0 0,-1 0 0 0 0,1 1 0 0 0,-1-1 0 0 0,1 0 0 0 0,-1 0 0 0 0,1 0 0 0 0,0 0 0 0 0,27 5 385 0 0,-25-4-348 0 0,44 3 583 0 0,93 13 938 0 0,-103-11-1336 0 0,64 20 0 0 0,-97-25-216 0 0,0 1-1 0 0,0 0 0 0 0,0-1 1 0 0,0 1-1 0 0,5 4 0 0 0,-8-5-106 0 0,-1-1 0 0 0,1 1 0 0 0,0-1 0 0 0,-1 1 0 0 0,1 0 0 0 0,0-1 0 0 0,-1 1 1 0 0,1-1-1 0 0,-1 1 0 0 0,1 0 0 0 0,-1 0 0 0 0,0-1 0 0 0,1 1 0 0 0,-1 0 0 0 0,0 0 0 0 0,1-1 0 0 0,-1 1 0 0 0,0 0 0 0 0,0 0 0 0 0,0 0 0 0 0,1 0 0 0 0,-1-1 0 0 0,0 1 0 0 0,0 0 0 0 0,0 0 0 0 0,0 0 0 0 0,-1 0 0 0 0,1 0 0 0 0,0-1 0 0 0,0 1 0 0 0,0 0 0 0 0,-1 0 0 0 0,0 1 0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3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51 5063 0 0,'-23'-18'612'0'0,"23"17"-480"0"0,0 1 1 0 0,0 0-1 0 0,0 0 0 0 0,0-1 0 0 0,-1 1 0 0 0,1 0 0 0 0,0-1 0 0 0,0 1 0 0 0,0 0 0 0 0,0 0 0 0 0,0-1 0 0 0,0 1 0 0 0,0 0 0 0 0,1-1 1 0 0,-1 1-1 0 0,0 0 0 0 0,0-1 0 0 0,0 1 0 0 0,0 0 0 0 0,0 0 0 0 0,0-1 0 0 0,1 1 0 0 0,-1 0 0 0 0,0 0 0 0 0,0-1 0 0 0,0 1 0 0 0,0 0 1 0 0,1 0-1 0 0,-1-1 0 0 0,0 1 0 0 0,0 0 0 0 0,1 0 0 0 0,-1 0 0 0 0,0 0 0 0 0,0 0 0 0 0,1-1 0 0 0,-1 1 0 0 0,0 0 0 0 0,1 0 1 0 0,11-6 1678 0 0,0 2-805 0 0,-1 1 0 0 0,1 0 0 0 0,-1 1-1 0 0,1 0 1 0 0,0 1 0 0 0,22 0 0 0 0,-16 1-872 0 0,0 2 1 0 0,1 0-1 0 0,30 9 1 0 0,-36-7-927 0 0,-1 3-4000 0 0,-1 2-1550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3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89 6911 0 0,'0'-4'225'0'0,"1"-7"-105"0"0,0 0-1 0 0,3-11 1 0 0,-3 19 43 0 0,0 0-1 0 0,0 0 1 0 0,0 0 0 0 0,0 1 0 0 0,0-1 0 0 0,1 0 0 0 0,-1 1 0 0 0,1-1 0 0 0,0 1 0 0 0,0-1 0 0 0,0 1 0 0 0,3-3 0 0 0,-5 5-86 0 0,0 0 0 0 0,0-1-1 0 0,1 1 1 0 0,-1 0 0 0 0,0 0 0 0 0,0-1 0 0 0,1 1 0 0 0,-1 0 0 0 0,0 0 0 0 0,0 0 0 0 0,1 0 0 0 0,-1-1 0 0 0,0 1 0 0 0,1 0 0 0 0,-1 0 0 0 0,0 0 0 0 0,1 0 0 0 0,-1 0-1 0 0,0 0 1 0 0,1 0 0 0 0,-1 0 0 0 0,0 0 0 0 0,1 0 0 0 0,-1 0 0 0 0,0 0 0 0 0,1 0 0 0 0,-1 0 0 0 0,0 0 0 0 0,1 0 0 0 0,-1 0 0 0 0,0 1 0 0 0,1-1 0 0 0,3 11 1346 0 0,-3 14-229 0 0,-2-15-964 0 0,0 1 1 0 0,-1 0-1 0 0,-1-1 1 0 0,0 0 0 0 0,0 0-1 0 0,-8 16 1 0 0,2-7-168 0 0,-2-1-1 0 0,-17 24 1 0 0,27-41-55 0 0,1 0 0 0 0,-1 0 1 0 0,0 0-1 0 0,0 1 0 0 0,1-1 0 0 0,-1 0 0 0 0,0 0 0 0 0,1 1 0 0 0,-1-1 0 0 0,1 0 0 0 0,0 1 1 0 0,-1-1-1 0 0,1 1 0 0 0,0-1 0 0 0,0 0 0 0 0,0 1 0 0 0,0-1 0 0 0,0 1 0 0 0,0-1 0 0 0,1 0 0 0 0,-1 1 1 0 0,0-1-1 0 0,1 0 0 0 0,-1 1 0 0 0,0-1 0 0 0,1 0 0 0 0,0 1 0 0 0,-1-1 0 0 0,2 2 0 0 0,1 0-181 0 0,1 1 0 0 0,-1-1 0 0 0,1 0 0 0 0,-1 0 0 0 0,1 0 0 0 0,0 0 0 0 0,6 3 0 0 0,0-1-5362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3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0 2759 0 0,'-4'2'635'0'0,"0"1"-1"0"0,0-1 0 0 0,1 1 1 0 0,-1 0-1 0 0,1 0 0 0 0,-1 0 0 0 0,1 0 1 0 0,-4 7-1 0 0,-7 5 3533 0 0,14-14-4034 0 0,-1-1-1 0 0,1 1 0 0 0,0-1 0 0 0,-1 1 0 0 0,1-1 0 0 0,0 1 1 0 0,0-1-1 0 0,0 1 0 0 0,-1-1 0 0 0,1 1 0 0 0,0-1 1 0 0,0 1-1 0 0,0-1 0 0 0,0 1 0 0 0,0-1 0 0 0,0 1 1 0 0,0-1-1 0 0,0 1 0 0 0,0 0 0 0 0,1-1 0 0 0,-1 1 1 0 0,0-1-1 0 0,0 1 0 0 0,0-1 0 0 0,0 1 0 0 0,1-1 1 0 0,-1 1-1 0 0,0-1 0 0 0,1 0 0 0 0,-1 1 0 0 0,0-1 1 0 0,1 1-1 0 0,0 0 0 0 0,3 5 113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4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2 496 6447 0 0,'0'-1'126'0'0,"-1"0"-1"0"0,1 0 0 0 0,0-1 0 0 0,0 1 0 0 0,0 0 0 0 0,0 0 0 0 0,0 0 1 0 0,0 0-1 0 0,0 0 0 0 0,0-1 0 0 0,0 1 0 0 0,0 0 0 0 0,1 0 0 0 0,-1 0 1 0 0,0 0-1 0 0,1 0 0 0 0,-1 0 0 0 0,1 0 0 0 0,-1 0 0 0 0,1 0 0 0 0,1-2 1 0 0,0 1 572 0 0,1-1 1 0 0,0 1 0 0 0,0 0-1 0 0,0 0 1 0 0,7-3 0 0 0,43-23 1791 0 0,51-30-763 0 0,-92 50-1668 0 0,-1 0 0 0 0,1-2 0 0 0,-1 1 0 0 0,-1-1 0 0 0,0-1 0 0 0,11-13 0 0 0,-15 15-31 0 0,-1 1-1 0 0,1-1 1 0 0,-1 0-1 0 0,0-1 0 0 0,-1 1 1 0 0,4-14-1 0 0,-7 17-12 0 0,1-1-1 0 0,-1 0 1 0 0,0 0-1 0 0,-1 0 1 0 0,0 0-1 0 0,0 1 1 0 0,0-1 0 0 0,-1 0-1 0 0,0 0 1 0 0,-3-9-1 0 0,1 4-14 0 0,-1 0 0 0 0,0 1 0 0 0,-1 0 0 0 0,0 0 0 0 0,-9-14 0 0 0,12 22 0 0 0,0 0 0 0 0,0 0 0 0 0,-1-1 0 0 0,1 2 0 0 0,-1-1 0 0 0,1 0 0 0 0,-1 0 0 0 0,0 1 0 0 0,0 0 0 0 0,0 0 0 0 0,-1 0 0 0 0,1 0 0 0 0,0 0 0 0 0,-1 0 0 0 0,1 1 0 0 0,-1 0 0 0 0,0-1 0 0 0,1 1 0 0 0,-1 1 0 0 0,-7-2 0 0 0,9 2 1 0 0,0 0-1 0 0,-1 1 1 0 0,1-1 0 0 0,0 0-1 0 0,-1 1 1 0 0,1-1-1 0 0,0 1 1 0 0,0 0 0 0 0,0 0-1 0 0,-1 0 1 0 0,1 0-1 0 0,0 0 1 0 0,0 0-1 0 0,0 1 1 0 0,1-1 0 0 0,-4 3-1 0 0,3-1 2 0 0,-1 0 1 0 0,1 0-1 0 0,-1 0 0 0 0,1 1 0 0 0,0-1 0 0 0,0 1 1 0 0,1-1-1 0 0,-1 1 0 0 0,0 4 0 0 0,-1 4 4 0 0,0 1-1 0 0,1-1 0 0 0,1 1 1 0 0,0-1-1 0 0,1 15 0 0 0,4 19-43 0 0,2 0 0 0 0,2 0 0 0 0,19 64 0 0 0,46 88 47 0 0,-49-142 116 0 0,-3 1 0 0 0,16 66 0 0 0,-32-102-205 0 0,0-1 262 0 0,2 23 1 0 0,-7-37-331 0 0,1 0 1 0 0,-1 0-1 0 0,0 0 1 0 0,-1 0-1 0 0,1 0 1 0 0,-1 0 0 0 0,-1 0-1 0 0,-1 7 1 0 0,-2-2-6147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4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6 124 8751 0 0,'-1'-7'413'0'0,"-3"-18"65"0"0,4 24-462 0 0,0 0-1 0 0,0 0 1 0 0,0 0-1 0 0,0 0 1 0 0,0 0-1 0 0,0 0 1 0 0,1 0-1 0 0,-1 0 1 0 0,0 0-1 0 0,1 0 1 0 0,-1 0-1 0 0,0 0 1 0 0,1 0-1 0 0,-1 0 1 0 0,1 1-1 0 0,0-1 1 0 0,-1 0-1 0 0,1 0 1 0 0,0 0-1 0 0,-1 1 1 0 0,2-2-1 0 0,2 0 237 0 0,7-7 314 0 0,1 1 0 0 0,0 1 0 0 0,0 0 0 0 0,1 1 0 0 0,0 1 0 0 0,24-8 0 0 0,-11 8-510 0 0,1 1 1 0 0,-1 1-1 0 0,1 1 1 0 0,48 3-1 0 0,-50 1-328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4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70 2759 0 0,'-2'-10'-83'0'0,"1"2"400"0"0,-1 1-1 0 0,0-1 1 0 0,-3-9 0 0 0,4 16-78 0 0,1 0 0 0 0,0 0 0 0 0,-1 0 0 0 0,1 0 0 0 0,-1 0 0 0 0,0 0 0 0 0,1 0 0 0 0,-1 0 0 0 0,0 0 0 0 0,1 0 0 0 0,-1 0 1 0 0,0 0-1 0 0,0 0 0 0 0,0 1 0 0 0,0-1 0 0 0,0 0 0 0 0,0 1 0 0 0,0-1 0 0 0,0 1 0 0 0,0-1 0 0 0,0 1 0 0 0,0-1 0 0 0,0 1 0 0 0,-1 0 0 0 0,1-1 0 0 0,0 1 0 0 0,0 0 0 0 0,-2 0 0 0 0,1 1-80 0 0,1-1-1 0 0,-1 1 1 0 0,1 0-1 0 0,-1-1 0 0 0,1 1 1 0 0,0 0-1 0 0,-1 0 1 0 0,1 0-1 0 0,0 0 1 0 0,0 0-1 0 0,-1 0 0 0 0,1 1 1 0 0,0-1-1 0 0,0 0 1 0 0,0 0-1 0 0,1 1 1 0 0,-1-1-1 0 0,-1 3 0 0 0,-11 27 1378 0 0,3 1-734 0 0,2-1 1 0 0,1 1 0 0 0,2 0 0 0 0,1 1 0 0 0,0 54 0 0 0,5-76-825 0 0,-1 1 0 0 0,2-1 1 0 0,-1 0-1 0 0,2 0 0 0 0,-1 0 1 0 0,1 0-1 0 0,1-1 0 0 0,0 1 0 0 0,1-1 1 0 0,0 0-1 0 0,0 0 0 0 0,1 0 0 0 0,0-1 1 0 0,1 0-1 0 0,0 0 0 0 0,11 11 1 0 0,-4-7-4779 0 0,-2 0-1670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4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1 399 2303 0 0,'3'-68'4694'0'0,"21"-115"0"0"0,-12 107-2106 0 0,-11 70-2248 0 0,0-2 256 0 0,0 1-1 0 0,0-1 0 0 0,1 1 1 0 0,0-1-1 0 0,0 1 1 0 0,7-14-1 0 0,-9 21-571 0 0,0 0 0 0 0,0 0 0 0 0,0 0-1 0 0,0 0 1 0 0,0 0 0 0 0,0 0 0 0 0,0 0 0 0 0,0 0-1 0 0,1 0 1 0 0,-1 0 0 0 0,0 0 0 0 0,0 0-1 0 0,0 0 1 0 0,0 0 0 0 0,0 0 0 0 0,0 0 0 0 0,0 0-1 0 0,0 0 1 0 0,1 0 0 0 0,-1 0 0 0 0,0 0 0 0 0,0 0-1 0 0,0 0 1 0 0,0 0 0 0 0,0 1 0 0 0,0-1-1 0 0,0 0 1 0 0,0 0 0 0 0,0 0 0 0 0,0 0 0 0 0,0 0-1 0 0,0 0 1 0 0,1 0 0 0 0,-1 0 0 0 0,0 0 0 0 0,0 0-1 0 0,0 0 1 0 0,0 0 0 0 0,0 1 0 0 0,0-1-1 0 0,0 0 1 0 0,0 0 0 0 0,0 0 0 0 0,0 0 0 0 0,0 0-1 0 0,0 0 1 0 0,0 0 0 0 0,0 0 0 0 0,0 0 0 0 0,0 1-1 0 0,0-1 1 0 0,0 0 0 0 0,0 0 0 0 0,0 0-1 0 0,0 0 1 0 0,0 0 0 0 0,1 7 324 0 0,-1 16-214 0 0,-1 0 1 0 0,-1 0-1 0 0,-1 0 0 0 0,-9 31 0 0 0,1 4-193 0 0,8-39 73 0 0,0 1-1 0 0,1 25 0 0 0,2-36 3 0 0,1 0-1 0 0,0-1 0 0 0,0 1 1 0 0,1-1-1 0 0,0 1 0 0 0,1-1 1 0 0,5 14-1 0 0,19 23-1694 0 0,-22-37-5349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5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7 10591 0 0,'0'0'30'0'0,"0"0"0"0"0,0-1-1 0 0,0 1 1 0 0,0 0-1 0 0,0 0 1 0 0,0-1 0 0 0,0 1-1 0 0,0 0 1 0 0,0 0-1 0 0,0-1 1 0 0,0 1 0 0 0,0 0-1 0 0,0 0 1 0 0,0 0-1 0 0,0-1 1 0 0,0 1 0 0 0,0 0-1 0 0,0 0 1 0 0,0 0-1 0 0,1-1 1 0 0,-1 1 0 0 0,0 0-1 0 0,0 0 1 0 0,0 0 0 0 0,0 0-1 0 0,0-1 1 0 0,1 1-1 0 0,-1 0 1 0 0,0 0 0 0 0,0 0-1 0 0,0 0 1 0 0,1 0-1 0 0,-1 0 1 0 0,0-1 0 0 0,8 5-82 0 0,9 15-445 0 0,-14-16 896 0 0,0 1-230 0 0,0-1-1 0 0,-1 1 1 0 0,1 0 0 0 0,-1 0-1 0 0,0 0 1 0 0,0 1-1 0 0,-1-1 1 0 0,1 0 0 0 0,-1 1-1 0 0,0-1 1 0 0,0 1 0 0 0,0 0-1 0 0,-1-1 1 0 0,0 1-1 0 0,1-1 1 0 0,-2 1 0 0 0,1 0-1 0 0,-1-1 1 0 0,1 1 0 0 0,-1-1-1 0 0,0 1 1 0 0,-1-1 0 0 0,-1 5-1 0 0,0 0-80 0 0,-1-1-1 0 0,0 0 0 0 0,0 0 1 0 0,-1 0-1 0 0,1 0 0 0 0,-2-1 1 0 0,1 0-1 0 0,-1 0 0 0 0,0 0 1 0 0,-14 11-1 0 0,3-8-1656 0 0,10-8-3813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5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0 141 455 0 0,'61'-70'570'0'0,"-48"57"804"0"0,1 0-1 0 0,30-20 0 0 0,-42 31-1060 0 0,-1 1-1 0 0,1 0 1 0 0,0 0 0 0 0,1 0 0 0 0,-1 0 0 0 0,0 0-1 0 0,0 0 1 0 0,0 0 0 0 0,1 1 0 0 0,-1-1-1 0 0,0 1 1 0 0,0 0 0 0 0,1-1 0 0 0,-1 1 0 0 0,0 0-1 0 0,1 1 1 0 0,-1-1 0 0 0,0 0 0 0 0,4 1 0 0 0,-4 1-12 0 0,1-1 1 0 0,-1 0 0 0 0,0 0 0 0 0,1 1-1 0 0,-1 0 1 0 0,0-1 0 0 0,0 1-1 0 0,-1 0 1 0 0,1 0 0 0 0,0 0 0 0 0,0 0-1 0 0,-1 0 1 0 0,1 0 0 0 0,-1 1-1 0 0,0-1 1 0 0,2 4 0 0 0,-1 0-148 0 0,0 0 1 0 0,0 0-1 0 0,0 0 0 0 0,-1 0 1 0 0,0 0-1 0 0,0 0 0 0 0,0 0 0 0 0,-1 0 1 0 0,0 0-1 0 0,0 0 0 0 0,-1 1 1 0 0,0-1-1 0 0,0 0 0 0 0,0 0 1 0 0,-1 0-1 0 0,1 0 0 0 0,-1-1 1 0 0,-6 11-1 0 0,2-5-126 0 0,-1 0 1 0 0,0 0-1 0 0,0-1 0 0 0,-1-1 0 0 0,-1 1 1 0 0,0-1-1 0 0,0-1 0 0 0,-13 10 1 0 0,20-16-14 0 0,-4 3 57 0 0,-1 0 1 0 0,-9 11-1 0 0,15-15-37 0 0,-1 0 1 0 0,1 0-1 0 0,0 1 0 0 0,0-1 1 0 0,0 0-1 0 0,1 1 1 0 0,-1-1-1 0 0,0 1 0 0 0,0-1 1 0 0,1 1-1 0 0,-1-1 0 0 0,1 1 1 0 0,-1-1-1 0 0,1 1 1 0 0,0-1-1 0 0,0 1 0 0 0,0 0 1 0 0,0-1-1 0 0,0 1 0 0 0,0-1 1 0 0,0 4-1 0 0,1-4 10 0 0,0 0 1 0 0,0 0-1 0 0,0 1 0 0 0,0-1 0 0 0,0 0 1 0 0,0 0-1 0 0,0 0 0 0 0,0 0 0 0 0,0 0 1 0 0,0-1-1 0 0,1 1 0 0 0,-1 0 0 0 0,0-1 1 0 0,1 1-1 0 0,-1 0 0 0 0,0-1 1 0 0,1 0-1 0 0,-1 1 0 0 0,1-1 0 0 0,-1 0 1 0 0,3 1-1 0 0,3 0 159 0 0,0-1-1 0 0,1 1 1 0 0,7-2 0 0 0,55-4 129 0 0,52-2-3083 0 0,-117 7 1282 0 0,-3 0-18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5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 6911 0 0,'1'-4'93'0'0,"0"-1"8"0"0,1 1 0 0 0,-1 0 0 0 0,1-1 0 0 0,0 1 0 0 0,3-4 1 0 0,-4 6-113 0 0,0 1 0 0 0,0-1 1 0 0,0 1-1 0 0,1 0 1 0 0,-1-1-1 0 0,1 1 1 0 0,-1 0-1 0 0,1 0 1 0 0,-1 0-1 0 0,1 0 1 0 0,0 1-1 0 0,-1-1 1 0 0,1 0-1 0 0,0 1 0 0 0,0-1 1 0 0,2 0-1 0 0,9-2 482 0 0,0 1 0 0 0,0 0-1 0 0,21 0 1 0 0,-28 2-153 0 0,-1 1 1 0 0,1-1-1 0 0,-1 1 0 0 0,1 1 1 0 0,-1-1-1 0 0,0 1 0 0 0,0 0 1 0 0,0 0-1 0 0,0 0 0 0 0,0 1 1 0 0,8 5-1 0 0,-4-1 27 0 0,-1 0-1 0 0,0 1 1 0 0,-1 0-1 0 0,0 0 1 0 0,0 0-1 0 0,0 1 1 0 0,-1 0 0 0 0,-1 0-1 0 0,0 1 1 0 0,0-1-1 0 0,0 1 1 0 0,-2 0-1 0 0,1 1 1 0 0,3 15 0 0 0,-3-6-76 0 0,-1-1 1 0 0,-1 1 0 0 0,0 0 0 0 0,-2 0-1 0 0,0 0 1 0 0,-1 0 0 0 0,-5 20 0 0 0,0-10 122 0 0,-22 57 1 0 0,18-61-161 0 0,2 0 1 0 0,-10 51-1 0 0,18-73-385 0 0,0 0 1 0 0,0 1-1 0 0,0-1 0 0 0,0 0 1 0 0,2 7-1 0 0,-1-7-673 0 0,1 6-6416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5.8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80 8751 0 0,'2'-11'776'0'0,"0"4"-616"0"0,-1 3-160 0 0,1 3 0 0 0,-1 1 688 0 0,1-2 112 0 0,-1-2 16 0 0,4-4 8 0 0,0-3 464 0 0,-1 0 96 0 0,3 3 24 0 0,-4 0 0 0 0,2 5-824 0 0,-2 2-160 0 0,0 1-32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7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55 919 0 0,'0'-12'-1288'0'0,"-4"-8"4562"0"0,4 19-2947 0 0,-1 0 0 0 0,1-1 1 0 0,0 1-1 0 0,-1 0 0 0 0,1 0 1 0 0,-1 0-1 0 0,1 0 0 0 0,-1 0 1 0 0,0 0-1 0 0,0 0 0 0 0,1 0 0 0 0,-1 0 1 0 0,0 0-1 0 0,0 0 0 0 0,0 0 1 0 0,0 1-1 0 0,0-1 0 0 0,0 0 1 0 0,0 1-1 0 0,0-1 0 0 0,0 1 0 0 0,0-1 1 0 0,0 1-1 0 0,-2-1 0 0 0,2 1-193 0 0,1 0 1 0 0,-1 0-1 0 0,0 0 0 0 0,1 0 0 0 0,-1 0 0 0 0,1 0 0 0 0,-1 1 0 0 0,0-1 1 0 0,1 0-1 0 0,-1 0 0 0 0,1 0 0 0 0,-1 1 0 0 0,0-1 0 0 0,1 0 0 0 0,-1 1 0 0 0,1-1 1 0 0,-1 1-1 0 0,1-1 0 0 0,-1 1 0 0 0,1-1 0 0 0,0 1 0 0 0,-1-1 0 0 0,1 1 0 0 0,-1-1 1 0 0,1 1-1 0 0,0-1 0 0 0,0 1 0 0 0,-1-1 0 0 0,1 1 0 0 0,0 0 0 0 0,0-1 1 0 0,0 1-1 0 0,0 0 0 0 0,-1 0 0 0 0,-2 27 1746 0 0,3-24-1671 0 0,0 21 487 0 0,1 1-1 0 0,5 27 1 0 0,1 36-165 0 0,-7-63-357 0 0,-1-7 15 0 0,2 0 0 0 0,0 0-1 0 0,4 26 1 0 0,-4-41-196 0 0,0 0 0 0 0,0 0 0 0 0,1 0 0 0 0,-1 0 0 0 0,1 0 0 0 0,0 0 0 0 0,0-1 0 0 0,0 1 0 0 0,5 5 1 0 0,-7-9-161 0 0,1 1 1 0 0,0-1 0 0 0,-1 0-1 0 0,1 0 1 0 0,-1 1 0 0 0,1-1 0 0 0,-1 0-1 0 0,1 0 1 0 0,-1 0 0 0 0,1 0-1 0 0,0 0 1 0 0,-1 0 0 0 0,1 0 0 0 0,-1 0-1 0 0,1 0 1 0 0,0 0 0 0 0,-1 0-1 0 0,1 0 1 0 0,-1 0 0 0 0,1-1 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2:57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46 3679 0 0,'-1'0'207'0'0,"0"-1"1"0"0,0 1-1 0 0,0 0 0 0 0,0-1 0 0 0,-1 1 0 0 0,1 0 0 0 0,0 0 0 0 0,0 0 0 0 0,0 0 0 0 0,0 0 0 0 0,0 0 0 0 0,-1 0 0 0 0,1 0 0 0 0,0 0 0 0 0,0 0 0 0 0,0 1 0 0 0,0-1 0 0 0,0 0 0 0 0,-1 1 0 0 0,1-1 0 0 0,0 1 0 0 0,0-1 0 0 0,0 1 0 0 0,0 0 0 0 0,1 0 0 0 0,-1-1 0 0 0,0 1 1 0 0,0 0-1 0 0,0 0 0 0 0,-1 1 0 0 0,2-1-4 0 0,0 0 1 0 0,0 0 0 0 0,-1 0-1 0 0,1 0 1 0 0,0 0-1 0 0,0 0 1 0 0,0 0 0 0 0,0 0-1 0 0,0 0 1 0 0,0 0 0 0 0,0 0-1 0 0,1 0 1 0 0,-1 0 0 0 0,0 0-1 0 0,0 0 1 0 0,1 0-1 0 0,-1 0 1 0 0,1 0 0 0 0,-1 0-1 0 0,1-1 1 0 0,-1 1 0 0 0,1 0-1 0 0,-1 0 1 0 0,1 0 0 0 0,0-1-1 0 0,0 1 1 0 0,-1 0-1 0 0,1-1 1 0 0,0 1 0 0 0,0 0-1 0 0,0-1 1 0 0,-1 1 0 0 0,1-1-1 0 0,0 1 1 0 0,2-1 0 0 0,3 3 50 0 0,0 0 0 0 0,1 0 0 0 0,-1-1-1 0 0,1 0 1 0 0,0 0 0 0 0,-1-1 0 0 0,1 0 0 0 0,0 0 0 0 0,0 0 0 0 0,0-1 0 0 0,0 0 0 0 0,0-1 0 0 0,0 1 0 0 0,0-1 0 0 0,0-1 0 0 0,7-1 0 0 0,10-6-22 0 0,0 0-1 0 0,-1-1 1 0 0,25-15-1 0 0,31-13 387 0 0,-77 37-613 0 0,0 0-1 0 0,0 0 1 0 0,0 1 0 0 0,0-1 0 0 0,0 0-1 0 0,0 1 1 0 0,1 0 0 0 0,-1 0-1 0 0,0-1 1 0 0,0 1 0 0 0,0 1 0 0 0,0-1-1 0 0,1 0 1 0 0,-1 0 0 0 0,0 1 0 0 0,0-1-1 0 0,3 2 1 0 0,-5 0-111 0 0,1-1-1 0 0,-1 1 1 0 0,1 0-1 0 0,-1 0 1 0 0,0-1-1 0 0,0 1 1 0 0,0 0-1 0 0,0 0 1 0 0,0-1-1 0 0,0 1 1 0 0,0 0-1 0 0,-1 0 1 0 0,0 2-1 0 0,1-1-1022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1.4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1 501 2303 0 0,'3'10'2310'0'0,"5"-7"2940"0"0,4-17-4282 0 0,-1 0-1 0 0,0-1 0 0 0,-1 0 0 0 0,-1 0 0 0 0,0-1 0 0 0,-1-1 1 0 0,12-33-1 0 0,-5 2 159 0 0,16-85 0 0 0,-27 109-874 0 0,0 0 0 0 0,-1 0 1 0 0,-2 0-1 0 0,0-1 1 0 0,-4-27-1 0 0,3 52-247 0 0,1 0 0 0 0,-1 0-1 0 0,0 0 1 0 0,0 0 0 0 0,0 0 0 0 0,0 0 0 0 0,0-1-1 0 0,0 1 1 0 0,0 0 0 0 0,0 0 0 0 0,0 0-1 0 0,0 0 1 0 0,0 0 0 0 0,0 0 0 0 0,0 0-1 0 0,0 0 1 0 0,0-1 0 0 0,0 1 0 0 0,0 0 0 0 0,0 0-1 0 0,0 0 1 0 0,0 0 0 0 0,0 0 0 0 0,0 0-1 0 0,0 0 1 0 0,-1 0 0 0 0,1 0 0 0 0,0 0-1 0 0,0-1 1 0 0,0 1 0 0 0,0 0 0 0 0,0 0 0 0 0,0 0-1 0 0,0 0 1 0 0,0 0 0 0 0,0 0 0 0 0,0 0-1 0 0,0 0 1 0 0,0 0 0 0 0,-1 0 0 0 0,1 0-1 0 0,0 0 1 0 0,0 0 0 0 0,0 0 0 0 0,0 0 0 0 0,0 0-1 0 0,0 0 1 0 0,0 0 0 0 0,0 0 0 0 0,0 0-1 0 0,-1 0 1 0 0,1 0 0 0 0,0 0 0 0 0,0 0-1 0 0,-3 6 127 0 0,-2 11 3 0 0,4 45 62 0 0,3 0 0 0 0,14 92 0 0 0,-4-46-66 0 0,-11-108-130 0 0,4 39 63 0 0,-4-37-62 0 0,-1 0-1 0 0,1 0 0 0 0,-1 0 1 0 0,1 0-1 0 0,0 0 0 0 0,0 0 1 0 0,0 0-1 0 0,0 0 0 0 0,0 0 1 0 0,1 0-1 0 0,-1 0 0 0 0,0-1 1 0 0,1 1-1 0 0,2 2 0 0 0,-3-4-16 0 0,0 1-1 0 0,-1-1 0 0 0,1 1 0 0 0,0-1 0 0 0,0 0 0 0 0,0 0 0 0 0,0 0 1 0 0,0 1-1 0 0,0-1 0 0 0,0 0 0 0 0,0 0 0 0 0,0 0 0 0 0,0 0 0 0 0,-1-1 0 0 0,1 1 1 0 0,0 0-1 0 0,0 0 0 0 0,0 0 0 0 0,0-1 0 0 0,1 0 0 0 0,11-5-4389 0 0,-11 4 2667 0 0,10-5-5219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1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7 134 5983 0 0,'-2'-8'298'0'0,"0"-2"-53"0"0,1 16 839 0 0,2 3-453 0 0,2 17 1326 0 0,0 0-1 0 0,2-1 0 0 0,14 48 0 0 0,-17-67-1742 0 0,1 0-1 0 0,-1 0 0 0 0,1 0 0 0 0,0 0 0 0 0,1-1 1 0 0,-1 0-1 0 0,1 1 0 0 0,0-1 0 0 0,0-1 0 0 0,1 1 0 0 0,-1 0 1 0 0,1-1-1 0 0,0 0 0 0 0,0 0 0 0 0,1-1 0 0 0,-1 1 1 0 0,1-1-1 0 0,0 0 0 0 0,0-1 0 0 0,-1 0 0 0 0,11 3 1 0 0,-12-4-169 0 0,0 0 0 0 0,0-1 0 0 0,1 1 0 0 0,-1-1 0 0 0,0 0 1 0 0,1-1-1 0 0,-1 1 0 0 0,0-1 0 0 0,0 1 0 0 0,0-1 0 0 0,1 0 1 0 0,-1-1-1 0 0,6-2 0 0 0,-4 1 17 0 0,-1 0 0 0 0,0-1 0 0 0,1 1 0 0 0,-1-1 0 0 0,0 0 0 0 0,-1-1 0 0 0,1 1 0 0 0,5-8 0 0 0,-4 3 5 0 0,1 0-1 0 0,-2-1 0 0 0,1 1 1 0 0,-1-1-1 0 0,-1 0 0 0 0,0-1 0 0 0,0 1 1 0 0,-1-1-1 0 0,-1 0 0 0 0,3-13 0 0 0,-5 15-56 0 0,0 0 0 0 0,0 0 0 0 0,-1-1 0 0 0,0 1-1 0 0,-1 0 1 0 0,0 0 0 0 0,0 0 0 0 0,-1 0-1 0 0,0 1 1 0 0,-1-1 0 0 0,0 1 0 0 0,0 0 0 0 0,-1 0-1 0 0,1 0 1 0 0,-2 0 0 0 0,1 1 0 0 0,-1 0-1 0 0,-1 0 1 0 0,1 0 0 0 0,-1 1 0 0 0,0 0 0 0 0,0 1-1 0 0,-12-8 1 0 0,15 12-8 0 0,0-1-1 0 0,-1 0 1 0 0,1 1 0 0 0,0 0-1 0 0,-1 0 1 0 0,1 0 0 0 0,-1 1-1 0 0,0-1 1 0 0,1 1 0 0 0,-1 0-1 0 0,1 1 1 0 0,-1-1-1 0 0,0 1 1 0 0,1 0 0 0 0,-1 0-1 0 0,1 0 1 0 0,0 0 0 0 0,-1 1-1 0 0,1 0 1 0 0,0 0 0 0 0,-4 3-1 0 0,-1 0 3 0 0,0 1 0 0 0,0 0 0 0 0,1 1 0 0 0,0 0 0 0 0,0 0 0 0 0,0 1 0 0 0,1-1 0 0 0,-6 11 0 0 0,10-14-45 0 0,1 0 1 0 0,-1-1-1 0 0,1 1 0 0 0,0 1 0 0 0,1-1 0 0 0,-1 0 1 0 0,1 0-1 0 0,-1 1 0 0 0,1-1 0 0 0,0 8 0 0 0,1-11-37 0 0,0 1 0 0 0,0-1 0 0 0,0 1-1 0 0,0-1 1 0 0,0 1 0 0 0,0-1-1 0 0,1 1 1 0 0,-1-1 0 0 0,1 1-1 0 0,-1-1 1 0 0,1 1 0 0 0,0-1 0 0 0,-1 0-1 0 0,1 1 1 0 0,0-1 0 0 0,0 0-1 0 0,0 0 1 0 0,0 0 0 0 0,0 0-1 0 0,0 0 1 0 0,0 0 0 0 0,0 0 0 0 0,1 0-1 0 0,-1 0 1 0 0,0 0 0 0 0,0 0-1 0 0,1-1 1 0 0,-1 1 0 0 0,1-1-1 0 0,-1 1 1 0 0,0-1 0 0 0,1 1 0 0 0,-1-1-1 0 0,3 0 1 0 0,13 2-7125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2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2303 0 0,'0'0'63'0'0,"1"0"0"0"0,-1-1 0 0 0,0 1-1 0 0,0-1 1 0 0,0 1 0 0 0,1-1 0 0 0,-1 1-1 0 0,0 0 1 0 0,0-1 0 0 0,1 1 0 0 0,-1-1-1 0 0,0 1 1 0 0,1 0 0 0 0,-1-1 0 0 0,1 1-1 0 0,-1 0 1 0 0,0 0 0 0 0,1-1-1 0 0,-1 1 1 0 0,1 0 0 0 0,-1 0 0 0 0,1 0-1 0 0,-1-1 1 0 0,0 1 0 0 0,1 0 0 0 0,-1 0-1 0 0,1 0 1 0 0,-1 0 0 0 0,1 0 0 0 0,-1 0-1 0 0,1 0 1 0 0,-1 0 0 0 0,1 0-1 0 0,-1 0 1 0 0,1 0 0 0 0,-1 0 0 0 0,1 1-1 0 0,-1-1 1 0 0,1 0 0 0 0,24 7 4268 0 0,-22-7-3833 0 0,7 3 325 0 0,-1-2 0 0 0,0 0-1 0 0,1 0 1 0 0,-1 0 0 0 0,1-1 0 0 0,-1-1-1 0 0,1 1 1 0 0,-1-2 0 0 0,0 1 0 0 0,12-4-1 0 0,36-5 1917 0 0,-32 13-3865 0 0,-20-3-52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2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30 3223 0 0,'-3'-12'163'0'0,"-3"-6"8384"0"0,4 39-5362 0 0,3 8-1388 0 0,11 53 0 0 0,-8-58-817 0 0,0 0 0 0 0,-2-1-1 0 0,0 39 1 0 0,-8-22-902 0 0,3-27-40 0 0,2 0 0 0 0,-2 13 0 0 0,3-25-37 0 0,0 0 1 0 0,0 0-1 0 0,0 0 0 0 0,0-1 0 0 0,0 1 0 0 0,0 0 1 0 0,0 0-1 0 0,0 0 0 0 0,0-1 0 0 0,0 1 0 0 0,0 0 1 0 0,1 0-1 0 0,-1-1 0 0 0,0 1 0 0 0,0 0 0 0 0,1 0 1 0 0,-1-1-1 0 0,1 1 0 0 0,-1 0 0 0 0,1-1 1 0 0,-1 1-1 0 0,1 0 0 0 0,-1-1 0 0 0,1 1 0 0 0,-1-1 1 0 0,1 1-1 0 0,0-1 0 0 0,-1 1 0 0 0,1-1 0 0 0,0 0 1 0 0,-1 1-1 0 0,1-1 0 0 0,0 0 0 0 0,-1 1 0 0 0,1-1 1 0 0,0 0-1 0 0,0 0 0 0 0,0 0 0 0 0,-1 1 0 0 0,1-1 1 0 0,0 0-1 0 0,0 0 0 0 0,0 0 0 0 0,-1-1 0 0 0,1 1 1 0 0,0 0-1 0 0,0 0 0 0 0,0 0 0 0 0,-1 0 1 0 0,1-1-1 0 0,0 1 0 0 0,1-1 0 0 0,3-1 10 0 0,1-1-1 0 0,0 0 1 0 0,-1 0 0 0 0,1-1-1 0 0,6-5 1 0 0,1-2-11 0 0,0 0 0 0 0,-1-1 0 0 0,0 0 0 0 0,-1-1 0 0 0,15-23 0 0 0,-28 42 10 0 0,-1-1 0 0 0,1 1 0 0 0,0 0 0 0 0,0-1 0 0 0,1 1 0 0 0,-1 7-1 0 0,-5 46 118 0 0,1-6-67 0 0,4-42-273 0 0,1 1 1 0 0,1-1-1 0 0,0 0 0 0 0,0 1 0 0 0,1-1 1 0 0,4 17-1 0 0,-2-17-7554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2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 6447 0 0,'-11'26'6775'0'0,"11"-25"-6584"0"0,0-1 1 0 0,1 9 7504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4.7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71 6447 0 0,'-3'-5'1310'0'0,"2"3"-961"0"0,0 1 0 0 0,0-1-1 0 0,0 1 1 0 0,0-1 0 0 0,0 0 0 0 0,0 0 0 0 0,1 1 0 0 0,-1-1-1 0 0,1 0 1 0 0,-1 0 0 0 0,1 1 0 0 0,0-1 0 0 0,0 0 0 0 0,-1 0 0 0 0,1 0-1 0 0,1 0 1 0 0,-1 0 0 0 0,0 1 0 0 0,0-1 0 0 0,1 0 0 0 0,-1 0-1 0 0,1 0 1 0 0,-1 1 0 0 0,2-3 0 0 0,1-2 523 0 0,-3 5-718 0 0,0 1 1 0 0,0-1-1 0 0,1 0 1 0 0,-1 0-1 0 0,0 1 1 0 0,1-1-1 0 0,-1 0 1 0 0,0 1 0 0 0,1-1-1 0 0,-1 0 1 0 0,1 1-1 0 0,-1-1 1 0 0,1 1-1 0 0,0-1 1 0 0,-1 1 0 0 0,1-1-1 0 0,-1 1 1 0 0,1-1-1 0 0,0 1 1 0 0,0-1-1 0 0,0 1 1 0 0,-11 13-752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3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68 3679 0 0,'1'-7'338'0'0,"-1"0"-1"0"0,0-1 1 0 0,0 1-1 0 0,-1-9 1 0 0,0 14-73 0 0,1 1 0 0 0,0 0 0 0 0,-1-1 0 0 0,1 1 0 0 0,-1-1 0 0 0,1 1 0 0 0,-1 0 0 0 0,1-1 0 0 0,-1 1-1 0 0,0 0 1 0 0,0 0 0 0 0,-1-2 0 0 0,1 2-75 0 0,0 1 0 0 0,1 0 0 0 0,-1-1 0 0 0,0 1 0 0 0,1 0 0 0 0,-1-1 0 0 0,0 1 0 0 0,0 0 0 0 0,0 0 0 0 0,1-1-1 0 0,-1 1 1 0 0,0 0 0 0 0,0 0 0 0 0,0 0 0 0 0,1 0 0 0 0,-1 0 0 0 0,0 0 0 0 0,0 0 0 0 0,0 1 0 0 0,1-1 0 0 0,-1 0 0 0 0,0 0-1 0 0,0 1 1 0 0,-1-1 0 0 0,0 2 102 0 0,0-1 1 0 0,0 1-1 0 0,0-1 0 0 0,0 1 0 0 0,0 0 0 0 0,1 0 0 0 0,-1 0 0 0 0,0-1 0 0 0,1 2 1 0 0,0-1-1 0 0,-1 0 0 0 0,1 0 0 0 0,-2 5 0 0 0,-10 32 1809 0 0,11-32-1965 0 0,0 0 0 0 0,1 0-1 0 0,0 0 1 0 0,1-1 0 0 0,-1 1 0 0 0,1 0 0 0 0,1 0 0 0 0,-1 0-1 0 0,1 0 1 0 0,0 0 0 0 0,1 0 0 0 0,0-1 0 0 0,0 1 0 0 0,0-1-1 0 0,1 1 1 0 0,0-1 0 0 0,0 0 0 0 0,0 0 0 0 0,1 0 0 0 0,0 0-1 0 0,0-1 1 0 0,1 0 0 0 0,5 6 0 0 0,14 13 37 0 0,-1 1 0 0 0,-2 0 1 0 0,0 2-1 0 0,23 40 0 0 0,-41-62-155 0 0,-1 0 0 0 0,1 1 1 0 0,-1-1-1 0 0,0 1 0 0 0,0 0 0 0 0,0 0 0 0 0,-1 0 0 0 0,0 0 0 0 0,1 11 0 0 0,-3-13-9 0 0,1-1 0 0 0,0 1 0 0 0,-1 0 0 0 0,0-1 0 0 0,0 1 0 0 0,0-1 0 0 0,0 1 0 0 0,0-1 1 0 0,-1 1-1 0 0,1-1 0 0 0,-1 0 0 0 0,0 0 0 0 0,0 1 0 0 0,0-2 0 0 0,-1 1 0 0 0,1 0 0 0 0,-4 3 0 0 0,1-1 3 0 0,0-1-1 0 0,0 0 0 0 0,-1 0 0 0 0,1 0 0 0 0,-1-1 0 0 0,0 1 0 0 0,0-1 1 0 0,0-1-1 0 0,-12 4 0 0 0,14-5-6 0 0,1 0-1 0 0,-1-1 1 0 0,0 0 0 0 0,0 1 0 0 0,0-2 0 0 0,0 1-1 0 0,1 0 1 0 0,-1-1 0 0 0,0 0 0 0 0,0 0 0 0 0,1 0-1 0 0,-1 0 1 0 0,0 0 0 0 0,1-1 0 0 0,0 1 0 0 0,-1-1 0 0 0,1 0-1 0 0,-6-5 1 0 0,4 3-210 0 0,0 0 0 0 0,1-1 0 0 0,-1 0 0 0 0,1 0 1 0 0,0 0-1 0 0,0-1 0 0 0,1 1 0 0 0,-1-1 0 0 0,1 0 0 0 0,0 0 0 0 0,1 0 0 0 0,-3-10 0 0 0,0-1-7651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3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5 259 5983 0 0,'0'-1'166'0'0,"-1"-1"0"0"0,0 1 0 0 0,1-1 0 0 0,-1 1 0 0 0,1-1 0 0 0,0 1 0 0 0,-1-1 0 0 0,1 1 0 0 0,0-1 0 0 0,0 1 0 0 0,0-1 0 0 0,0 1 0 0 0,0-1 0 0 0,0 1 0 0 0,0-1 0 0 0,1 1 0 0 0,-1-1 0 0 0,1 1 0 0 0,-1 0 0 0 0,1-1 0 0 0,0-1 0 0 0,1 1 371 0 0,0 0 0 0 0,-1 0 0 0 0,1 0 0 0 0,1 0 0 0 0,-1 0 0 0 0,0 1 0 0 0,0-1 0 0 0,1 1 0 0 0,-1-1 0 0 0,1 1 0 0 0,2-1 0 0 0,66-36 5260 0 0,29-28-3586 0 0,15-10-1651 0 0,-115 76-560 0 0,7-4-4 0 0,-1 1-1 0 0,1-1 0 0 0,-1 1 1 0 0,1 0-1 0 0,0 1 1 0 0,8-2-1 0 0,-15 4-52 0 0,0 0-1 0 0,1 0 1 0 0,-1 0-1 0 0,0 0 1 0 0,1 0-1 0 0,-1 0 1 0 0,0 0-1 0 0,1 0 0 0 0,-1 0 1 0 0,0 0-1 0 0,1 0 1 0 0,-1 0-1 0 0,0 0 1 0 0,1 1-1 0 0,-1-1 1 0 0,0 0-1 0 0,1 0 1 0 0,-1 0-1 0 0,0 1 1 0 0,0-1-1 0 0,1 0 1 0 0,-1 0-1 0 0,0 1 1 0 0,0-1-1 0 0,1 0 1 0 0,-1 0-1 0 0,0 1 1 0 0,0-1-1 0 0,0 0 1 0 0,0 1-1 0 0,0-1 1 0 0,1 0-1 0 0,-1 1 1 0 0,0-1-1 0 0,0 0 1 0 0,0 1-1 0 0,0-1 1 0 0,0 0-1 0 0,0 1 1 0 0,0-1-1 0 0,0 0 1 0 0,0 1-1 0 0,0-1 0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5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76 118 2303 0 0,'-5'-3'252'0'0,"0"0"-1"0"0,0 0 0 0 0,0 0 1 0 0,1-1-1 0 0,-6-5 0 0 0,7 6 526 0 0,1 1-1 0 0,-1-1 1 0 0,1 0-1 0 0,0 0 0 0 0,0 0 1 0 0,0 0-1 0 0,1 0 1 0 0,-1-1-1 0 0,-1-5 0 0 0,3 8-597 0 0,0 1-1 0 0,0 0 0 0 0,0-1 1 0 0,0 1-1 0 0,0 0 0 0 0,0-1 1 0 0,0 1-1 0 0,0 0 0 0 0,1-1 1 0 0,-1 1-1 0 0,0 0 0 0 0,0-1 1 0 0,0 1-1 0 0,1 0 0 0 0,-1-1 1 0 0,0 1-1 0 0,0 0 0 0 0,1 0 1 0 0,-1-1-1 0 0,0 1 1 0 0,1 0-1 0 0,-1 0 0 0 0,0 0 1 0 0,1-1-1 0 0,-1 1 0 0 0,0 0 1 0 0,1 0-1 0 0,-1 0 0 0 0,0 0 1 0 0,1 0-1 0 0,-1 0 0 0 0,1 0 1 0 0,-1 0-1 0 0,0 0 0 0 0,1 0 1 0 0,-1 0-1 0 0,1 0 0 0 0,21-1 1288 0 0,-15 1-1157 0 0,11-3 4 0 0,-1 0-1 0 0,19-5 1 0 0,-23 4-294 0 0,-1 1 1 0 0,0 0 0 0 0,1 1 0 0 0,0 1-1 0 0,22-1 1 0 0,-34 2-21 0 0,0 0 0 0 0,-1 0 0 0 0,1 0 0 0 0,0 0 0 0 0,0 0 0 0 0,-1 1 0 0 0,1-1 0 0 0,0 0 0 0 0,-1 0 0 0 0,1 0 0 0 0,-1 1 0 0 0,1-1 0 0 0,0 0 0 0 0,-1 0 0 0 0,1 1 0 0 0,-1-1-1 0 0,1 1 1 0 0,0-1 0 0 0,-1 0 0 0 0,1 1 0 0 0,-1-1 0 0 0,1 1 0 0 0,0 0 0 0 0,-1 0-34 0 0,0-1-1 0 0,0 1 0 0 0,0 0 1 0 0,-1-1-1 0 0,1 1 1 0 0,0-1-1 0 0,0 1 1 0 0,0 0-1 0 0,0-1 0 0 0,0 1 1 0 0,-1-1-1 0 0,1 1 1 0 0,0-1-1 0 0,-1 1 1 0 0,1-1-1 0 0,0 1 0 0 0,-1-1 1 0 0,1 1-1 0 0,0-1 1 0 0,-2 1-1 0 0,-1 2-324 0 0,0 0 0 0 0,-1 0 0 0 0,1 0 0 0 0,-1-1 0 0 0,-7 5 0 0 0,-62 18-1852 0 0,56-21 2187 0 0,0 2-1 0 0,1 0 1 0 0,-1 1-1 0 0,1 0 0 0 0,-18 12 1 0 0,18-4 764 0 0,13-8 320 0 0,3-6-1005 0 0,0-1 1 0 0,1 0-1 0 0,-1 0 1 0 0,0 1-1 0 0,1-1 1 0 0,-1 0-1 0 0,0 0 1 0 0,1 1-1 0 0,-1-1 1 0 0,0 0-1 0 0,1 0 1 0 0,-1 0-1 0 0,1 0 0 0 0,-1 1 1 0 0,0-1-1 0 0,1 0 1 0 0,-1 0-1 0 0,1 0 1 0 0,-1 0-1 0 0,1 0 1 0 0,-1 0-1 0 0,0 0 1 0 0,2 0-1 0 0,9-2 291 0 0,0 1-1 0 0,0-2 0 0 0,-1 1 0 0 0,1-2 1 0 0,0 1-1 0 0,13-8 0 0 0,4 0-10 0 0,105-45 658 0 0,7-3-589 0 0,-139 59-434 0 0,21-6 237 0 0,-13 7-519 0 0,-9-1 261 0 0,1 0 0 0 0,-1 0 0 0 0,0 0 0 0 0,0 1 0 0 0,0-1 1 0 0,0 0-1 0 0,0 0 0 0 0,1 0 0 0 0,-1 1 0 0 0,0-1 0 0 0,0 0 0 0 0,0 0 1 0 0,0 0-1 0 0,0 1 0 0 0,0-1 0 0 0,0 0 0 0 0,0 0 0 0 0,0 1 0 0 0,0-1 1 0 0,0 0-1 0 0,0 0 0 0 0,0 1 0 0 0,0-1 0 0 0,0 0 0 0 0,0 0 0 0 0,0 1 1 0 0,0-1-1 0 0,0 0 0 0 0,0 0 0 0 0,0 1 0 0 0,0-1 0 0 0,0 0 0 0 0,-1 1 1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7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182 51 5063 0 0,'-1'-3'276'0'0,"1"1"-1"0"0,0 0 1 0 0,-1-1-1 0 0,0 1 0 0 0,1 0 1 0 0,-1-1-1 0 0,0 1 1 0 0,0 0-1 0 0,0 0 1 0 0,-1 0-1 0 0,1 0 0 0 0,0 0 1 0 0,-1 0-1 0 0,0 1 1 0 0,1-1-1 0 0,-3-2 0 0 0,2 3-49 0 0,1 0-1 0 0,0-1 0 0 0,-1 1 1 0 0,0 0-1 0 0,1 0 0 0 0,-1 0 0 0 0,1 0 1 0 0,-1 1-1 0 0,0-1 0 0 0,0 0 1 0 0,0 1-1 0 0,1-1 0 0 0,-1 1 1 0 0,0 0-1 0 0,0-1 0 0 0,0 1 0 0 0,0 0 1 0 0,0 0-1 0 0,0 0 0 0 0,-3 1 1 0 0,1 1-30 0 0,0 0 1 0 0,0 0-1 0 0,0 0 1 0 0,0 0-1 0 0,0 1 1 0 0,0 0 0 0 0,1 0-1 0 0,-1 0 1 0 0,1 0-1 0 0,0 0 1 0 0,0 1-1 0 0,0-1 1 0 0,1 1 0 0 0,-1 0-1 0 0,1 0 1 0 0,-3 5-1 0 0,-3 9 370 0 0,1 0-1 0 0,-8 28 1 0 0,12-35-250 0 0,-6 26 159 0 0,1 1 0 0 0,2-1-1 0 0,2 1 1 0 0,2 0-1 0 0,1 39 1 0 0,2-60-432 0 0,0 1 0 0 0,1-1 0 0 0,0-1 0 0 0,2 1 0 0 0,0 0 0 0 0,6 16 0 0 0,-8-28-47 0 0,0 0 0 0 0,0 0 0 0 0,0 0 0 0 0,1 0 0 0 0,0-1 0 0 0,0 1 0 0 0,0-1 0 0 0,1 0 0 0 0,-1 0 0 0 0,1 0 0 0 0,0 0-1 0 0,0 0 1 0 0,1-1 0 0 0,-1 0 0 0 0,1 0 0 0 0,-1 0 0 0 0,1-1 0 0 0,0 1 0 0 0,0-1 0 0 0,0 0 0 0 0,0 0 0 0 0,10 1 0 0 0,-5-2-626 0 0,-1 0-1 0 0,1-1 1 0 0,0 0 0 0 0,10-2-1 0 0,-1-1-6553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7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7831 0 0,'0'-1'32'0'0,"0"1"0"0"0,0 0 0 0 0,0-1 0 0 0,0 1 0 0 0,0 0 0 0 0,0-1 0 0 0,0 1 0 0 0,0 0 0 0 0,0-1 0 0 0,0 1 0 0 0,0 0 0 0 0,0-1-1 0 0,0 1 1 0 0,0 0 0 0 0,0-1 0 0 0,1 1 0 0 0,-1 0 0 0 0,0-1 0 0 0,0 1 0 0 0,0 0 0 0 0,0 0 0 0 0,1-1 0 0 0,-1 1 0 0 0,0 0 0 0 0,0 0 0 0 0,1-1 0 0 0,-1 1-1 0 0,0 0 1 0 0,0 0 0 0 0,1 0 0 0 0,-1-1 0 0 0,0 1 0 0 0,1 0 0 0 0,-1 0 0 0 0,0 0 0 0 0,1 0 0 0 0,-1 0 0 0 0,0 0 0 0 0,1-1 0 0 0,14 6 1309 0 0,-8-2-856 0 0,6 2 917 0 0,1-1 1 0 0,0-1-1 0 0,0 0 0 0 0,21 1 0 0 0,57-1 138 0 0,-66-3-1655 0 0,-9 0-177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8.3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138 149 4143 0 0,'2'-3'-78'0'0,"4"-9"1517"0"0,-1 0 1 0 0,8-21-1 0 0,-12 28-873 0 0,0 1-1 0 0,0 0 1 0 0,-1 0-1 0 0,1 0 1 0 0,-1-1-1 0 0,0 1 1 0 0,0 0 0 0 0,-1 0-1 0 0,1 0 1 0 0,-1-1-1 0 0,0 1 1 0 0,-2-7-1 0 0,2 9-435 0 0,1 1 0 0 0,-1 0-1 0 0,0-1 1 0 0,1 1 0 0 0,-1-1 0 0 0,0 1-1 0 0,0 0 1 0 0,0-1 0 0 0,0 1 0 0 0,0 0-1 0 0,0 0 1 0 0,0 0 0 0 0,-1 0 0 0 0,1 0-1 0 0,0 0 1 0 0,-1 0 0 0 0,1 0-1 0 0,0 1 1 0 0,-1-1 0 0 0,1 0 0 0 0,-1 1-1 0 0,1-1 1 0 0,-1 1 0 0 0,1 0 0 0 0,-1-1-1 0 0,1 1 1 0 0,-1 0 0 0 0,0 0 0 0 0,1 0-1 0 0,-1 0 1 0 0,1 0 0 0 0,-1 0-1 0 0,1 1 1 0 0,-1-1 0 0 0,0 0 0 0 0,1 1-1 0 0,-1-1 1 0 0,-1 2 0 0 0,-2 0 19 0 0,0 0 0 0 0,0 1 0 0 0,1-1 0 0 0,-1 1 0 0 0,1 0 0 0 0,-1 1 1 0 0,1-1-1 0 0,0 1 0 0 0,-7 7 0 0 0,3 1-14 0 0,0-1 0 0 0,1 1 0 0 0,0 1-1 0 0,-8 17 1 0 0,13-23-104 0 0,-1-1-1 0 0,1 0 0 0 0,0 1 1 0 0,1 0-1 0 0,0-1 0 0 0,0 1 1 0 0,0 0-1 0 0,1-1 0 0 0,0 1 1 0 0,0 0-1 0 0,2 8 0 0 0,-2-13-21 0 0,1 0 0 0 0,-1 0-1 0 0,1-1 1 0 0,-1 1 0 0 0,1 0-1 0 0,0 0 1 0 0,0 0 0 0 0,0 0-1 0 0,0 0 1 0 0,0-1 0 0 0,0 1-1 0 0,0-1 1 0 0,1 1 0 0 0,-1-1-1 0 0,1 1 1 0 0,-1-1 0 0 0,1 1-1 0 0,-1-1 1 0 0,4 2 0 0 0,-2-2 0 0 0,-1 0 0 0 0,1-1 0 0 0,-1 1 0 0 0,1-1-1 0 0,-1 1 1 0 0,1-1 0 0 0,-1 0 0 0 0,1 0 0 0 0,-1 0 0 0 0,1 0 0 0 0,0-1 0 0 0,-1 1 0 0 0,5-2 0 0 0,0 0-2 0 0,-1 0 0 0 0,0 0 0 0 0,-1-1 0 0 0,1 0 0 0 0,0 0-1 0 0,-1-1 1 0 0,1 0 0 0 0,-1 0 0 0 0,0 0 0 0 0,-1 0 0 0 0,9-9 0 0 0,-9 6-3 0 0,1 1 0 0 0,-1-1 0 0 0,0 0 0 0 0,0 0 0 0 0,-1-1 0 0 0,0 1 1 0 0,0-1-1 0 0,-1 1 0 0 0,0-1 0 0 0,0 0 0 0 0,-1 0 0 0 0,1-9 0 0 0,-2 17-4 0 0,0 0 0 0 0,0 0 0 0 0,0 1 0 0 0,0-1 0 0 0,0 0 0 0 0,0 0 0 0 0,0 0 0 0 0,0 0 0 0 0,0 0 0 0 0,-1 0 0 0 0,1 0 0 0 0,0 0 0 0 0,0 0 0 0 0,0 0 0 0 0,0 0 0 0 0,0-1 0 0 0,0 1 0 0 0,0 0 0 0 0,0 0 0 0 0,0 0 0 0 0,0 0 0 0 0,0 0 0 0 0,0 0 0 0 0,0 0 0 0 0,0 0 0 0 0,0 0 0 0 0,0 0 0 0 0,0 0 0 0 0,0 0 0 0 0,0 0 0 0 0,0 0 0 0 0,0 0 0 0 0,0 0 0 0 0,0 0 0 0 0,0 0 0 0 0,0 0 0 0 0,-1 0 0 0 0,1 0 0 0 0,0 0 0 0 0,0 0 0 0 0,0 0 0 0 0,-3 9 0 0 0,-3 13 0 0 0,-1 72 0 0 0,-2 14 0 0 0,5-82-69 0 0,1-1 1 0 0,1 1-1 0 0,2 35 0 0 0,4-49-1988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08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14 14279 0 0,'1'-1'109'0'0,"0"0"1"0"0,0 0-1 0 0,0 0 0 0 0,0 0 0 0 0,0 0 0 0 0,0 0 1 0 0,0 0-1 0 0,0 0 0 0 0,0 0 0 0 0,0 0 0 0 0,0 1 1 0 0,3-2-1 0 0,-3 2-143 0 0,0 0 0 0 0,0 0-1 0 0,0 0 1 0 0,-1 1 0 0 0,1-1 0 0 0,0 0 0 0 0,0 1 0 0 0,0-1 0 0 0,0 0 0 0 0,0 1 0 0 0,-1-1 0 0 0,1 1 0 0 0,0-1-1 0 0,0 1 1 0 0,-1 0 0 0 0,1-1 0 0 0,0 1 0 0 0,-1 0 0 0 0,1-1 0 0 0,-1 1 0 0 0,2 1 0 0 0,14 19 675 0 0,0 0 1 0 0,-1 1-1 0 0,-2 1 1 0 0,0 0-1 0 0,-1 1 1 0 0,-2 0-1 0 0,0 1 1 0 0,-2 0-1 0 0,0 0 1 0 0,-2 1-1 0 0,4 30 1 0 0,-8-28-433 0 0,0 0 1 0 0,-2 0-1 0 0,-1-1 1 0 0,-1 1 0 0 0,-1 0-1 0 0,-10 37 1 0 0,-2-11-26 0 0,-31 74 1 0 0,-34 49-249 0 0,50-115-137 0 0,8-13-138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1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66 4143 0 0,'0'0'319'0'0,"-1"-1"-52"0"0,0 0 0 0 0,1 1 1 0 0,-1-1-1 0 0,0 0 0 0 0,1 0 0 0 0,-1 0 0 0 0,0 0 1 0 0,1 1-1 0 0,-1-1 0 0 0,1 0 0 0 0,0 0 0 0 0,-1 0 1 0 0,1 0-1 0 0,0 0 0 0 0,-1-1 0 0 0,1 1 0 0 0,0 0 1 0 0,0 0-1 0 0,0 0 0 0 0,0 0 0 0 0,0 0 0 0 0,0 0 0 0 0,0 0 1 0 0,1 0-1 0 0,-1 0 0 0 0,0 0 0 0 0,0 0 0 0 0,1 0 1 0 0,-1 0-1 0 0,1 0 0 0 0,0-1 0 0 0,0 0 24 0 0,0 1 0 0 0,0-1 0 0 0,0 1 1 0 0,1-1-1 0 0,-1 1 0 0 0,1 0 0 0 0,-1-1 0 0 0,1 1 0 0 0,0 0 0 0 0,-1 0 0 0 0,1 0 0 0 0,0 0 1 0 0,-1 1-1 0 0,1-1 0 0 0,2 0 0 0 0,16-4 517 0 0,1 2 1 0 0,34-3 0 0 0,-42 6-652 0 0,-1 0 0 0 0,1 1 0 0 0,0 0 1 0 0,-1 1-1 0 0,21 5 0 0 0,-30-6-127 0 0,-1-1-1 0 0,0 1 1 0 0,1 0 0 0 0,-1 0-1 0 0,1 0 1 0 0,-1 1 0 0 0,0-1-1 0 0,0 1 1 0 0,0-1 0 0 0,0 1-1 0 0,0 0 1 0 0,0-1 0 0 0,0 1-1 0 0,0 0 1 0 0,-1 0 0 0 0,1 1-1 0 0,-1-1 1 0 0,1 0-1 0 0,-1 0 1 0 0,0 1 0 0 0,0-1-1 0 0,0 1 1 0 0,1 3 0 0 0,-2-2-12 0 0,0-1 1 0 0,0 0 0 0 0,0 0-1 0 0,0 0 1 0 0,0 0-1 0 0,-1 0 1 0 0,1 1 0 0 0,-1-1-1 0 0,0 0 1 0 0,0 0 0 0 0,0 0-1 0 0,0 0 1 0 0,-1-1-1 0 0,1 1 1 0 0,-1 0 0 0 0,0 0-1 0 0,0-1 1 0 0,0 1 0 0 0,-3 2-1 0 0,-4 6 83 0 0,-1-1-1 0 0,-1-1 1 0 0,0 1 0 0 0,0-2-1 0 0,-18 11 1 0 0,37-22-101 0 0,-1 0 0 0 0,0 1 0 0 0,1 0 0 0 0,0 0 0 0 0,0 1 0 0 0,-1-1 0 0 0,1 2 0 0 0,0-1 0 0 0,0 1 0 0 0,0 0 0 0 0,0 1 0 0 0,12 2 0 0 0,-16-1 4 0 0,-1-1 0 0 0,1 1 0 0 0,-1 0 0 0 0,1 0 0 0 0,-1 0 0 0 0,0 1 0 0 0,0-1 0 0 0,0 1 0 0 0,0 0 1 0 0,0-1-1 0 0,-1 1 0 0 0,1 1 0 0 0,-1-1 0 0 0,0 0 0 0 0,1 1 0 0 0,-2-1 0 0 0,1 1 0 0 0,0-1 0 0 0,-1 1 0 0 0,2 6 0 0 0,-1-5 15 0 0,-1-1 0 0 0,0 1 0 0 0,0 0 0 0 0,-1-1 1 0 0,1 1-1 0 0,-1 0 0 0 0,0 0 0 0 0,0-1 0 0 0,-1 1 0 0 0,0 0 0 0 0,1-1 1 0 0,-1 1-1 0 0,-1 0 0 0 0,1-1 0 0 0,-1 1 0 0 0,0-1 0 0 0,-2 6 0 0 0,3-9-7 0 0,0 0-1 0 0,0 0 1 0 0,-1-1-1 0 0,1 1 1 0 0,0 0-1 0 0,0 0 1 0 0,0 0-1 0 0,0-1 1 0 0,-1 1-1 0 0,1-1 1 0 0,0 1-1 0 0,-1-1 1 0 0,1 1-1 0 0,0-1 1 0 0,-1 0-1 0 0,1 0 1 0 0,-2 1-1 0 0,-29-1 170 0 0,22 0-102 0 0,-80 5 305 0 0,77-1-2449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2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60 4143 0 0,'-4'-18'3468'0'0,"3"16"-2673"0"0,0 0 1 0 0,1 0 0 0 0,-1-1 0 0 0,1 1 0 0 0,-1 0 0 0 0,1 0-1 0 0,0-4 1 0 0,0 5-633 0 0,0 1-1 0 0,0-1 1 0 0,0 0 0 0 0,1 1-1 0 0,-1-1 1 0 0,0 1-1 0 0,0-1 1 0 0,1 0-1 0 0,-1 1 1 0 0,1-1-1 0 0,-1 1 1 0 0,1-1-1 0 0,-1 1 1 0 0,1-1 0 0 0,-1 1-1 0 0,1-1 1 0 0,-1 1-1 0 0,1-1 1 0 0,-1 1-1 0 0,1 0 1 0 0,0-1-1 0 0,-1 1 1 0 0,1 0 0 0 0,0 0-1 0 0,-1-1 1 0 0,1 1-1 0 0,0 0 1 0 0,-1 0-1 0 0,2 0 1 0 0,12-3 169 0 0,1 1 0 0 0,-1 1 1 0 0,1 0-1 0 0,0 1 0 0 0,-1 0 0 0 0,1 1 1 0 0,-1 1-1 0 0,1 0 0 0 0,-1 1 0 0 0,16 5 0 0 0,-27-6-310 0 0,1 0-1 0 0,-1-1 0 0 0,1 1 1 0 0,-1 0-1 0 0,0 0 0 0 0,0 1 0 0 0,0-1 1 0 0,0 1-1 0 0,0-1 0 0 0,-1 1 0 0 0,1 0 1 0 0,-1 0-1 0 0,1 0 0 0 0,-1 0 0 0 0,0 1 1 0 0,-1-1-1 0 0,1 1 0 0 0,0-1 1 0 0,-1 1-1 0 0,0-1 0 0 0,0 1 0 0 0,0 0 1 0 0,1 6-1 0 0,-1 7 54 0 0,0-1 0 0 0,-1 1 0 0 0,-1 0 0 0 0,-4 20 0 0 0,1 8 170 0 0,0 4 99 0 0,0 24 131 0 0,2-58-429 0 0,2-12-37 0 0,-1-1 0 0 0,1 1 0 0 0,0-1 1 0 0,0 1-1 0 0,0-1 0 0 0,0 1 0 0 0,0-1 0 0 0,0 1 0 0 0,1-1 1 0 0,-1 1-1 0 0,1-1 0 0 0,1 5 0 0 0,-1-7-89 0 0,-1 0-1 0 0,0 1 1 0 0,0-1-1 0 0,1 0 1 0 0,-1 1 0 0 0,1-1-1 0 0,-1 0 1 0 0,0 0-1 0 0,1 0 1 0 0,-1 1-1 0 0,1-1 1 0 0,-1 0 0 0 0,0 0-1 0 0,1 0 1 0 0,-1 0-1 0 0,1 0 1 0 0,-1 1-1 0 0,1-1 1 0 0,-1 0 0 0 0,1 0-1 0 0,-1 0 1 0 0,0 0-1 0 0,1 0 1 0 0,-1-1-1 0 0,1 1 1 0 0,-1 0 0 0 0,1 0-1 0 0,0 0-128 0 0,-1 0-1 0 0,1-1 0 0 0,-1 1 1 0 0,1 0-1 0 0,-1 0 0 0 0,0 0 1 0 0,1-1-1 0 0,-1 1 1 0 0,1 0-1 0 0,-1 0 0 0 0,0-1 1 0 0,1 1-1 0 0,-1 0 0 0 0,0-1 1 0 0,0 1-1 0 0,1 0 1 0 0,-1-1-1 0 0,0 1 0 0 0,0-1 1 0 0,1 1-1 0 0,-1 0 0 0 0,0-1 1 0 0,0 1-1 0 0,0-1 1 0 0,0 1-1 0 0,1-1 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2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86 1375 0 0,'-10'-19'9884'0'0,"22"22"-2753"0"0,-9-2-7178 0 0,9 3 547 0 0,0-1 0 0 0,1-1 0 0 0,0 0 0 0 0,-1 0 0 0 0,1-1 0 0 0,0-1 0 0 0,0 0 0 0 0,-1 0 0 0 0,1-2 0 0 0,19-3 0 0 0,-16 1-385 0 0,0-1 1 0 0,-1-1-1 0 0,1 0 0 0 0,-1-1 0 0 0,0 0 0 0 0,-1-1 0 0 0,23-17 0 0 0,-30 18-99 0 0,-6 4-24 0 0,-6 5-29 0 0,-6 5-428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3.7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206 71 1839 0 0,'3'-3'449'0'0,"0"-1"0"0"0,0 1-1 0 0,-1-1 1 0 0,1 1-1 0 0,-1-1 1 0 0,0 0 0 0 0,0 0-1 0 0,0 0 1 0 0,1-5 0 0 0,0 3 482 0 0,2-7 1291 0 0,-5 13-2054 0 0,0 0-1 0 0,0-1 1 0 0,1 1 0 0 0,-1 0 0 0 0,0 0-1 0 0,0-1 1 0 0,0 1 0 0 0,0 0-1 0 0,0-1 1 0 0,0 1 0 0 0,1 0-1 0 0,-1-1 1 0 0,0 1 0 0 0,0 0 0 0 0,0-1-1 0 0,0 1 1 0 0,0 0 0 0 0,0-1-1 0 0,0 1 1 0 0,-1 0 0 0 0,1-1-1 0 0,0 1 1 0 0,0 0 0 0 0,0-1-1 0 0,0 1 1 0 0,0 0 0 0 0,0-1 0 0 0,-1 1-1 0 0,1-1 1 0 0,-2 4 1848 0 0,-2 8 253 0 0,-7 12-1534 0 0,-1 0 0 0 0,-26 35-1 0 0,-27 10 213 0 0,47-52-720 0 0,2 1 1 0 0,-1 1-1 0 0,-25 38 0 0 0,40-53-196 0 0,0 1 0 0 0,0 0-1 0 0,1-1 1 0 0,-1 1 0 0 0,1 0 0 0 0,0 0-1 0 0,-1 4 1 0 0,2-7-22 0 0,0 0 0 0 0,0 0 0 0 0,-1-1-1 0 0,1 1 1 0 0,0 0 0 0 0,0 0 0 0 0,0 0 0 0 0,1 0 0 0 0,-1-1-1 0 0,0 1 1 0 0,0 0 0 0 0,0 0 0 0 0,1 0 0 0 0,-1-1 0 0 0,0 1-1 0 0,1 0 1 0 0,-1-1 0 0 0,0 1 0 0 0,1 0 0 0 0,-1 0 0 0 0,1-1-1 0 0,-1 1 1 0 0,1-1 0 0 0,0 1 0 0 0,-1-1 0 0 0,1 1 0 0 0,0-1-1 0 0,-1 1 1 0 0,1-1 0 0 0,0 1 0 0 0,-1-1 0 0 0,1 0 0 0 0,0 1-1 0 0,0-1 1 0 0,-1 0 0 0 0,1 0 0 0 0,0 1 0 0 0,0-1 0 0 0,0 0-1 0 0,1 0 1 0 0,15 0 92 0 0,0 0-1 0 0,0-1 1 0 0,29-6-1 0 0,18-1-11 0 0,-23 7-72 0 0,71 7 0 0 0,-112-6-32 0 0,1 0-1 0 0,-1 0 0 0 0,1 0 0 0 0,-1 0 1 0 0,0 1-1 0 0,1-1 0 0 0,-1 0 0 0 0,1 0 0 0 0,-1 0 1 0 0,0 0-1 0 0,1 0 0 0 0,-1 1 0 0 0,1-1 1 0 0,-1 0-1 0 0,0 0 0 0 0,1 1 0 0 0,-1-1 0 0 0,0 0 1 0 0,1 0-1 0 0,-1 1 0 0 0,0-1 0 0 0,0 0 1 0 0,1 1-1 0 0,-1-1 0 0 0,0 0 0 0 0,1 1 0 0 0,-3 8-6473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4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74 2303 0 0,'-13'10'11496'0'0,"32"-12"-10111"0"0,0-1-1 0 0,0 0 1 0 0,0-1-1 0 0,-1-1 0 0 0,21-8 1 0 0,8-3-656 0 0,-6 3-372 0 0,-24 7-301 0 0,1 1 0 0 0,-1 0-1 0 0,31-3 1 0 0,-33 9 70 0 0,-14-1-172 0 0,-1 0 1 0 0,0 0 0 0 0,1 1-1 0 0,-1-1 1 0 0,0 0 0 0 0,0 0-1 0 0,1 0 1 0 0,-1 0 0 0 0,0 0 0 0 0,1 1-1 0 0,-1-1 1 0 0,0 0 0 0 0,0 0-1 0 0,1 0 1 0 0,-1 1 0 0 0,0-1-1 0 0,0 0 1 0 0,0 0 0 0 0,0 1-1 0 0,1-1 1 0 0,-1 0 0 0 0,0 1 0 0 0,0-1-1 0 0,0 0 1 0 0,0 1 0 0 0,0-1-1 0 0,0 0 1 0 0,0 0 0 0 0,0 1-1 0 0,0-1 1 0 0,0 0 0 0 0,0 1 0 0 0,0-1-1 0 0,0 0 1 0 0,0 1 0 0 0,0-1-1 0 0,0 0 1 0 0,0 1 0 0 0,0-1-1 0 0,0 0 1 0 0,0 1 0 0 0,0-1-1 0 0,-1 1 1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5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229 198 2759 0 0,'41'-58'2880'0'0,"-36"50"-2387"0"0,3-7 1010 0 0,11-25-1 0 0,-18 37-1154 0 0,1-1-1 0 0,-1-1 0 0 0,0 1 0 0 0,0 0 0 0 0,0 0 0 0 0,-1 0 0 0 0,1-1 0 0 0,-1 1 0 0 0,0 0 0 0 0,0 0 0 0 0,-2-8 0 0 0,2 11-246 0 0,0 0 0 0 0,0 0-1 0 0,-1 0 1 0 0,1 0 0 0 0,0 0 0 0 0,-1 0 0 0 0,1 0 0 0 0,-1 1-1 0 0,1-1 1 0 0,-1 0 0 0 0,1 0 0 0 0,-1 0 0 0 0,0 1-1 0 0,1-1 1 0 0,-1 0 0 0 0,0 1 0 0 0,0-1 0 0 0,1 1 0 0 0,-1-1-1 0 0,0 1 1 0 0,0-1 0 0 0,0 1 0 0 0,0-1 0 0 0,-1 1-1 0 0,0-1 35 0 0,0 1 0 0 0,0 0-1 0 0,0 0 1 0 0,0 0-1 0 0,0 0 1 0 0,0 0 0 0 0,0 1-1 0 0,-1-1 1 0 0,1 0-1 0 0,-3 2 1 0 0,-3 2 65 0 0,0-1-1 0 0,0 1 1 0 0,0 0-1 0 0,-10 8 1 0 0,4 0-111 0 0,0 0 0 0 0,0 1 1 0 0,2 0-1 0 0,-22 28 1 0 0,14-12 216 0 0,-26 50 1 0 0,32-53 161 0 0,-17 50 0 0 0,27-65-281 0 0,1 1 0 0 0,0 0 0 0 0,0 0-1 0 0,2 1 1 0 0,-1-1 0 0 0,2 0-1 0 0,0 13 1 0 0,0-19-161 0 0,1-1 1 0 0,0 1-1 0 0,1 0 0 0 0,-1-1 0 0 0,1 1 1 0 0,0-1-1 0 0,1 1 0 0 0,-1-1 1 0 0,1 0-1 0 0,0 0 0 0 0,0 0 0 0 0,1-1 1 0 0,0 1-1 0 0,4 4 0 0 0,-2-3 41 0 0,1-1-1 0 0,-1 1 0 0 0,1-1 1 0 0,0 0-1 0 0,1-1 1 0 0,-1 0-1 0 0,1 0 0 0 0,0-1 1 0 0,10 4-1 0 0,-9-5 4 0 0,1 1-1 0 0,-1-2 0 0 0,1 1 1 0 0,0-1-1 0 0,-1 0 1 0 0,1-1-1 0 0,0 0 1 0 0,10-2-1 0 0,-13 1-46 0 0,0-1 0 0 0,-1 1 0 0 0,1-1 0 0 0,-1 0 1 0 0,1-1-1 0 0,-1 1 0 0 0,0-1 0 0 0,0 0 0 0 0,0-1 0 0 0,0 0 0 0 0,9-7 0 0 0,-13 8-23 0 0,1 0 0 0 0,-1 0 0 0 0,1 0 0 0 0,-1 0 0 0 0,0 0 0 0 0,0 0 0 0 0,-1-1 0 0 0,1 1 0 0 0,-1 0 0 0 0,1-1 0 0 0,-1 0 0 0 0,0 1 0 0 0,-1-1 0 0 0,1 0 0 0 0,0 1 0 0 0,-1-1 0 0 0,0 0 0 0 0,0 0 0 0 0,0 1 0 0 0,0-1 0 0 0,-2-4 0 0 0,2 6 0 0 0,-1 0 0 0 0,1-1 0 0 0,-1 1 0 0 0,0 0 0 0 0,0-1 0 0 0,0 1 0 0 0,0 0 0 0 0,0 0 0 0 0,-1 0 0 0 0,1 0 0 0 0,-1 0 0 0 0,1 0 0 0 0,-1 1 0 0 0,0-1 0 0 0,0 0 0 0 0,1 1 0 0 0,-1-1 0 0 0,0 1 0 0 0,0 0 0 0 0,-1 0 0 0 0,1-1 0 0 0,0 1 0 0 0,0 1 0 0 0,-1-1 0 0 0,1 0 0 0 0,0 1 0 0 0,-1-1 0 0 0,1 1 0 0 0,0-1 0 0 0,-1 1 0 0 0,1 0 0 0 0,-1 0 0 0 0,-2 1 0 0 0,-4 0 0 0 0,0 0 0 0 0,0 1 0 0 0,0 0 0 0 0,0 1 0 0 0,1 0 0 0 0,-1 1 0 0 0,1-1 0 0 0,-1 2 0 0 0,1-1 0 0 0,1 1 0 0 0,-1 0 0 0 0,1 1 0 0 0,0 0 0 0 0,0 0 0 0 0,-12 14 0 0 0,19-20-6 0 0,-1 1 0 0 0,0-1 1 0 0,1 1-1 0 0,-1 0 0 0 0,1-1 0 0 0,-1 1 0 0 0,1 0 0 0 0,0-1 0 0 0,-1 1 1 0 0,1 0-1 0 0,0 0 0 0 0,-1-1 0 0 0,1 1 0 0 0,0 0 0 0 0,0 0 1 0 0,0 0-1 0 0,0 0 0 0 0,0-1 0 0 0,0 1 0 0 0,0 0 0 0 0,0 0 0 0 0,0 0 1 0 0,0-1-1 0 0,0 1 0 0 0,0 0 0 0 0,1 0 0 0 0,-1 0 0 0 0,1 0 0 0 0,0 1-34 0 0,0-1 1 0 0,0 0-1 0 0,0 1 0 0 0,0-1 0 0 0,0 0 0 0 0,1 0 0 0 0,-1 0 0 0 0,0 0 0 0 0,1 0 0 0 0,-1 0 0 0 0,1-1 0 0 0,-1 1 0 0 0,3 0 0 0 0,6 3-791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5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8751 0 0,'1'0'65'0'0,"-1"0"0"0"0,1 0-1 0 0,-1 0 1 0 0,1 0-1 0 0,-1 0 1 0 0,0 0 0 0 0,1 0-1 0 0,-1 0 1 0 0,1 0 0 0 0,-1 0-1 0 0,1 0 1 0 0,-1 0-1 0 0,0 1 1 0 0,1-1 0 0 0,-1 0-1 0 0,1 0 1 0 0,-1 0 0 0 0,0 1-1 0 0,1-1 1 0 0,-1 0-1 0 0,0 0 1 0 0,1 1 0 0 0,-1-1-1 0 0,0 0 1 0 0,1 1-1 0 0,-1-1 1 0 0,0 0 0 0 0,0 1-1 0 0,1-1 1 0 0,-1 1 0 0 0,12 14 1503 0 0,-11-12-949 0 0,2 1-13 0 0,0 1-1 0 0,0-1 1 0 0,0 1-1 0 0,-1 0 1 0 0,0 0-1 0 0,0 0 1 0 0,-1 0-1 0 0,1 0 1 0 0,-1 1-1 0 0,0-1 1 0 0,0 0-1 0 0,-1 8 1 0 0,0 2-101 0 0,-1 0 1 0 0,-1 0 0 0 0,-4 15-1 0 0,2-14-1227 0 0,2 0-1 0 0,-2 25 1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6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242 207 5983 0 0,'2'-3'121'0'0,"7"-11"1470"0"0,-1-1 0 0 0,0 0 0 0 0,-1 0 0 0 0,7-24 0 0 0,-12 35-1184 0 0,-2-1-1 0 0,1 1 1 0 0,0 0-1 0 0,-1 0 1 0 0,0 0 0 0 0,0-1-1 0 0,0 1 1 0 0,0 0-1 0 0,-1 0 1 0 0,-1-5-1 0 0,1 6-273 0 0,0 0-1 0 0,0 0 1 0 0,0 1-1 0 0,-1-1 0 0 0,1 0 1 0 0,-1 1-1 0 0,0-1 0 0 0,0 1 1 0 0,0 0-1 0 0,0 0 1 0 0,0 0-1 0 0,0 0 0 0 0,0 0 1 0 0,-1 0-1 0 0,1 0 0 0 0,-4-1 1 0 0,1 1-83 0 0,0 0-1 0 0,0 0 1 0 0,0 0 0 0 0,0 0-1 0 0,0 1 1 0 0,-1 0 0 0 0,1 0 0 0 0,-1 1-1 0 0,1-1 1 0 0,-1 1 0 0 0,1 0-1 0 0,0 1 1 0 0,-1-1 0 0 0,1 1 0 0 0,-1 0-1 0 0,1 0 1 0 0,0 1 0 0 0,0 0 0 0 0,-6 2-1 0 0,3 0-28 0 0,-1 0-1 0 0,2 0 1 0 0,-1 1 0 0 0,1 0-1 0 0,-1 0 1 0 0,1 1-1 0 0,1 0 1 0 0,-1 0-1 0 0,1 1 1 0 0,0-1 0 0 0,-5 9-1 0 0,1 0 47 0 0,1 0-1 0 0,0 1 0 0 0,-8 21 1 0 0,15-32-37 0 0,0 1 0 0 0,1-1 0 0 0,-1 1 0 0 0,1 0 1 0 0,0 0-1 0 0,0-1 0 0 0,1 1 0 0 0,0 0 0 0 0,0 0 0 0 0,0 0 1 0 0,0 0-1 0 0,1 0 0 0 0,3 11 0 0 0,-3-16-21 0 0,0 1 0 0 0,-1-1-1 0 0,1 1 1 0 0,0-1 0 0 0,0 0 0 0 0,0 1-1 0 0,0-1 1 0 0,0 0 0 0 0,1 1 0 0 0,-1-1-1 0 0,0 0 1 0 0,0 0 0 0 0,1 0 0 0 0,-1 0-1 0 0,1 0 1 0 0,-1-1 0 0 0,1 1 0 0 0,-1 0-1 0 0,1-1 1 0 0,0 1 0 0 0,-1-1 0 0 0,1 1-1 0 0,0-1 1 0 0,-1 0 0 0 0,1 0 0 0 0,0 1-1 0 0,-1-1 1 0 0,1-1 0 0 0,0 1 0 0 0,-1 0-1 0 0,4-1 1 0 0,1 0 18 0 0,0 0-1 0 0,0-1 1 0 0,-1 0 0 0 0,1 0-1 0 0,-1 0 1 0 0,1-1 0 0 0,-1 0-1 0 0,5-3 1 0 0,3-4-17 0 0,0 0 0 0 0,-1-1 0 0 0,-1-1 0 0 0,1 0-1 0 0,-2-1 1 0 0,0 1 0 0 0,-1-2 0 0 0,0 0 0 0 0,0 0 0 0 0,-2 0-1 0 0,0-1 1 0 0,8-25 0 0 0,-13 30-10 0 0,-4 13 0 0 0,-4 16 0 0 0,-19 281 540 0 0,25-294-443 0 0,0 0 0 0 0,0 0-1 0 0,0 0 1 0 0,1 0 0 0 0,0 0 0 0 0,0 0-1 0 0,3 11 1 0 0,-3-15-193 0 0,0 0 1 0 0,0 0-1 0 0,0 0 0 0 0,1 0 1 0 0,-1 0-1 0 0,0 0 0 0 0,1 0 0 0 0,0-1 1 0 0,2 4-1 0 0,-2-4-480 0 0,0 1 0 0 0,1-1 0 0 0,-1 0 0 0 0,0 0 0 0 0,1 1 0 0 0,-1-2 0 0 0,1 1 0 0 0,-1 0 0 0 0,1 0 0 0 0,2 0 1 0 0,6 0-6895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6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111 146 3223 0 0,'14'-35'480'0'0,"-9"24"813"0"0,0 0 0 0 0,-1 0 0 0 0,0 0-1 0 0,-1 0 1 0 0,-1-1 0 0 0,3-20 0 0 0,-5 32-1175 0 0,0-1 1 0 0,0 1-1 0 0,0-1 1 0 0,1 1-1 0 0,-1 0 1 0 0,0-1-1 0 0,0 1 1 0 0,-1-1-1 0 0,1 1 1 0 0,0 0-1 0 0,0-1 1 0 0,0 1-1 0 0,0-1 1 0 0,0 1-1 0 0,0 0 1 0 0,0-1-1 0 0,-1 1 1 0 0,1-1 0 0 0,0 1-1 0 0,0 0 1 0 0,-1-1-1 0 0,1 1 1 0 0,0 0-1 0 0,0 0 1 0 0,-1-1-1 0 0,1 1 1 0 0,0 0-1 0 0,-1 0 1 0 0,1-1-1 0 0,0 1 1 0 0,-1 0-1 0 0,0 0 17 0 0,0 0 0 0 0,0 0 0 0 0,0 0 0 0 0,0 0-1 0 0,0 0 1 0 0,0 1 0 0 0,1-1 0 0 0,-1 0 0 0 0,0 1-1 0 0,0-1 1 0 0,0 0 0 0 0,1 1 0 0 0,-1-1 0 0 0,0 2-1 0 0,-25 22 1128 0 0,24-23-1192 0 0,-14 16 395 0 0,1 1-1 0 0,-20 31 1 0 0,29-39-368 0 0,0 1 0 0 0,1-1 1 0 0,0 1-1 0 0,1 0 0 0 0,0 0 1 0 0,0 0-1 0 0,-1 13 0 0 0,4-22-76 0 0,1 0 1 0 0,0-1-1 0 0,-1 1 0 0 0,1 0 1 0 0,0-1-1 0 0,0 1 0 0 0,0 0 0 0 0,1-1 1 0 0,-1 1-1 0 0,0-1 0 0 0,1 1 0 0 0,-1 0 1 0 0,1-1-1 0 0,-1 1 0 0 0,1-1 1 0 0,0 1-1 0 0,-1-1 0 0 0,1 1 0 0 0,0-1 1 0 0,0 0-1 0 0,0 1 0 0 0,2 0 1 0 0,-2-1-5 0 0,1 0 0 0 0,-1 0 0 0 0,1 0 0 0 0,-1-1 0 0 0,1 1 0 0 0,0 0 0 0 0,-1-1 0 0 0,1 0 0 0 0,0 1 0 0 0,0-1 0 0 0,-1 0 0 0 0,1 0 1 0 0,0 0-1 0 0,0 0 0 0 0,0 0 0 0 0,-1 0 0 0 0,1-1 0 0 0,0 1 0 0 0,-1-1 0 0 0,4 0 0 0 0,3-2-4 0 0,1-1 1 0 0,-1 0-1 0 0,0 0 0 0 0,0-1 0 0 0,-1 0 1 0 0,1 0-1 0 0,-1-1 0 0 0,0 0 0 0 0,0 0 0 0 0,-1-1 1 0 0,0 1-1 0 0,9-13 0 0 0,-9 9 1 0 0,1 0 0 0 0,-1-1 0 0 0,-1 1 0 0 0,0-1 0 0 0,0 0 0 0 0,-1-1 0 0 0,-1 1 0 0 0,0 0 0 0 0,2-14 0 0 0,-4 16-12 0 0,-3 19 5 0 0,-3 18 44 0 0,2 26 216 0 0,3 62 0 0 0,1-41-21 0 0,-1-65-734 0 0,0-1 820 0 0,0 0 0 0 0,1 0 1 0 0,2 15-1 0 0,-3-22-490 0 0,1 1 0 0 0,0-1 1 0 0,0 0-1 0 0,0 0 0 0 0,0 0 0 0 0,0 0 1 0 0,0 0-1 0 0,2 2 0 0 0,-2-2-275 0 0,0-1 0 0 0,0 0 0 0 0,0 0-1 0 0,0 0 1 0 0,0 0 0 0 0,1-1 0 0 0,-1 1 0 0 0,0 0-1 0 0,0 0 1 0 0,1-1 0 0 0,-1 1 0 0 0,1-1-1 0 0,2 1 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7.2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198 83 2303 0 0,'16'-31'1988'0'0,"-14"27"-954"0"0,1 0 0 0 0,-1 0-1 0 0,0 0 1 0 0,0 0-1 0 0,0-1 1 0 0,0 1 0 0 0,-1 0-1 0 0,0-1 1 0 0,2-8-1 0 0,-4 13-851 0 0,1 0 0 0 0,0 0-1 0 0,-1 0 1 0 0,1 0-1 0 0,0 0 1 0 0,0 0 0 0 0,-1 0-1 0 0,1 1 1 0 0,0-1 0 0 0,-1 0-1 0 0,1 0 1 0 0,0 0 0 0 0,-1 1-1 0 0,1-1 1 0 0,0 0-1 0 0,0 0 1 0 0,-1 0 0 0 0,1 1-1 0 0,0-1 1 0 0,0 0 0 0 0,0 1-1 0 0,-1-1 1 0 0,1 0 0 0 0,0 0-1 0 0,0 1 1 0 0,0-1-1 0 0,0 1 1 0 0,-9 11 935 0 0,8-9-889 0 0,-10 26 1129 0 0,11-28-1331 0 0,-1 0 1 0 0,1 1-1 0 0,0-1 1 0 0,-1 0-1 0 0,1 0 1 0 0,0 1 0 0 0,0-1-1 0 0,0 0 1 0 0,0 0-1 0 0,0 1 1 0 0,0-1-1 0 0,0 0 1 0 0,1 0 0 0 0,-1 1-1 0 0,0-1 1 0 0,1 0-1 0 0,-1 0 1 0 0,1 0-1 0 0,-1 0 1 0 0,2 2-1 0 0,-1-2-4 0 0,-1-2 20 0 0,0 0-31 0 0,-3-1-11 0 0,-9 4 0 0 0,5 1 18 0 0,1 0-1 0 0,0 0 0 0 0,0 1 1 0 0,0 0-1 0 0,1 0 1 0 0,-1 0-1 0 0,1 1 0 0 0,-8 8 1 0 0,5-4 52 0 0,1 1 0 0 0,0-1 1 0 0,1 1-1 0 0,-9 19 0 0 0,7-12 12 0 0,1 2 0 0 0,1-1-1 0 0,1 1 1 0 0,0 0 0 0 0,2 0-1 0 0,-2 23 1 0 0,4-35-22 0 0,1 0-1 0 0,0 0 1 0 0,1-1-1 0 0,-1 1 1 0 0,1 0-1 0 0,1 0 1 0 0,-1 0-1 0 0,1-1 1 0 0,3 8-1 0 0,-3-10-27 0 0,0-1-1 0 0,0 1 0 0 0,0-1 0 0 0,0 0 1 0 0,0 0-1 0 0,1 0 0 0 0,-1 0 0 0 0,1 0 0 0 0,0 0 1 0 0,0-1-1 0 0,0 1 0 0 0,0-1 0 0 0,0 0 1 0 0,1 0-1 0 0,-1 0 0 0 0,0-1 0 0 0,8 3 0 0 0,0-1 12 0 0,0 0-1 0 0,0-1 1 0 0,1 0-1 0 0,-1-1 1 0 0,1 0-1 0 0,-1-1 1 0 0,1 0 0 0 0,-1-1-1 0 0,0 0 1 0 0,1-1-1 0 0,-1 0 1 0 0,0-1-1 0 0,0 0 1 0 0,0-1-1 0 0,0 0 1 0 0,10-6-1 0 0,-20 9-42 0 0,1 0 0 0 0,0 0 0 0 0,-1-1 0 0 0,1 1 0 0 0,-1 0 0 0 0,0-1 0 0 0,1 1 0 0 0,-1-1 0 0 0,0 1 0 0 0,0-1 0 0 0,0 1 0 0 0,0-1 0 0 0,0 0 0 0 0,1-2 0 0 0,-2 3 0 0 0,0 0 0 0 0,0 1 0 0 0,0-1 0 0 0,0 0 0 0 0,0 1 0 0 0,0-1 0 0 0,0 0 0 0 0,0 1 0 0 0,0-1 0 0 0,0 0 0 0 0,0 0 0 0 0,0 1 0 0 0,-1-1 0 0 0,1 0 0 0 0,0 1 0 0 0,-1-1 0 0 0,1 1 0 0 0,0-1 0 0 0,-1 0 0 0 0,1 1 0 0 0,-1-1 0 0 0,1 1 0 0 0,-1-1 0 0 0,1 1 0 0 0,-1-1 0 0 0,1 1 0 0 0,-1 0 0 0 0,1-1 0 0 0,-1 1 0 0 0,0 0 0 0 0,1-1 0 0 0,-1 1 0 0 0,1 0 0 0 0,-1 0 0 0 0,0-1 0 0 0,0 1 0 0 0,1 0 0 0 0,-1 0 0 0 0,0 0 0 0 0,-1 0 0 0 0,-8-1 0 0 0,0 0 0 0 0,0 0 0 0 0,0 1 0 0 0,0 0 0 0 0,0 1 0 0 0,-15 3 0 0 0,0 1 0 0 0,-34 13 0 0 0,47-14 19 0 0,-10 3 114 0 0,-34 17 0 0 0,50-21-244 0 0,1-1-1 0 0,0 1 1 0 0,0 0 0 0 0,1 1-1 0 0,-1-1 1 0 0,1 1 0 0 0,0 0-1 0 0,0 0 1 0 0,0 0 0 0 0,0 1-1 0 0,1-1 1 0 0,-4 7-1 0 0,2 6-5925 0 0,7 0-2059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19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64 255 1375 0 0,'-4'-7'282'0'0,"-14"-28"3366"0"0,14 29-1682 0 0,0 0 0 0 0,0 1 1 0 0,-10-9 2829 0 0,12 21-3433 0 0,1 11-682 0 0,1-12-126 0 0,-1 11-35 0 0,-10 156 1168 0 0,11-169-1665 0 0,0 1 0 0 0,0-1-1 0 0,0 0 1 0 0,1 0 0 0 0,0 0-1 0 0,-1 0 1 0 0,3 5 0 0 0,-3-13 27 0 0,0-1 0 0 0,0 1 1 0 0,0 0-1 0 0,1-1 1 0 0,1-3-1 0 0,-1-1 16 0 0,44-209 728 0 0,-44 213-782 0 0,1 1-1 0 0,-1 0 1 0 0,1 0-1 0 0,-1 1 1 0 0,1-1 0 0 0,2-4-1 0 0,-3 8-5 0 0,-1-1 0 0 0,1 0 0 0 0,-1 1 0 0 0,1-1 0 0 0,0 1-1 0 0,-1-1 1 0 0,1 1 0 0 0,-1-1 0 0 0,1 1 0 0 0,0-1 0 0 0,0 1-1 0 0,-1 0 1 0 0,1-1 0 0 0,0 1 0 0 0,0 0 0 0 0,-1 0 0 0 0,1-1 0 0 0,0 1-1 0 0,0 0 1 0 0,-1 0 0 0 0,1 0 0 0 0,0 0 0 0 0,0 0 0 0 0,0 0 0 0 0,0 0-1 0 0,-1 0 1 0 0,1 0 0 0 0,0 1 0 0 0,0-1 0 0 0,-1 0 0 0 0,1 0 0 0 0,0 1-1 0 0,0-1 1 0 0,-1 1 0 0 0,1-1 0 0 0,0 0 0 0 0,-1 1 0 0 0,2 0-1 0 0,8 7 28 0 0,1 0-1 0 0,-1 1 0 0 0,0 0 1 0 0,12 16-1 0 0,29 44 190 0 0,-14-18-147 0 0,-33-46-55 0 0,-1-1 0 0 0,1 1-1 0 0,0-1 1 0 0,0 0 0 0 0,1-1 0 0 0,-1 1 0 0 0,1-1-1 0 0,-1 0 1 0 0,10 5 0 0 0,-13-8-7 0 0,1 1 1 0 0,-1-1-1 0 0,1 1 1 0 0,-1-1-1 0 0,1 0 0 0 0,-1 0 1 0 0,1 0-1 0 0,-1 1 1 0 0,1-1-1 0 0,0-1 0 0 0,-1 1 1 0 0,1 0-1 0 0,-1 0 1 0 0,1-1-1 0 0,2 0 1 0 0,-2 0-4 0 0,0 0 0 0 0,-1 0 0 0 0,1 0 0 0 0,-1 0 1 0 0,1-1-1 0 0,0 1 0 0 0,-1 0 0 0 0,0-1 1 0 0,1 0-1 0 0,-1 1 0 0 0,0-1 0 0 0,0 0 0 0 0,0 1 1 0 0,0-1-1 0 0,1-2 0 0 0,5-15 54 0 0,-1 1 0 0 0,-1-1 0 0 0,-1 0 0 0 0,-1 0 0 0 0,0-1 0 0 0,-1 1 0 0 0,-1-28 0 0 0,-2 35-41 0 0,0 0 1 0 0,0 0-1 0 0,-1 1 0 0 0,0-1 0 0 0,-1 0 1 0 0,-1 1-1 0 0,0 0 0 0 0,0 0 1 0 0,-1 0-1 0 0,-12-19 0 0 0,16 28-25 0 0,-1 0 1 0 0,1 0-1 0 0,-1 1 0 0 0,1-1 0 0 0,-1 0 1 0 0,0 1-1 0 0,0-1 0 0 0,1 1 0 0 0,-1 0 1 0 0,0 0-1 0 0,-4-2 0 0 0,6 3 1 0 0,0 0 0 0 0,-1 0 0 0 0,1 0 0 0 0,0 0 0 0 0,0 0 0 0 0,-1-1 0 0 0,1 1 0 0 0,0 0 0 0 0,0 0 0 0 0,-1 0 0 0 0,1 0 0 0 0,0 0 0 0 0,-1 0 0 0 0,1 0 0 0 0,0 1 0 0 0,0-1 0 0 0,-1 0 0 0 0,1 0 0 0 0,0 0 0 0 0,0 0 0 0 0,-1 0 0 0 0,1 0 0 0 0,0 0 0 0 0,0 1 0 0 0,-1-1 0 0 0,1 0 0 0 0,0 0 0 0 0,0 0 0 0 0,-1 0 0 0 0,1 1 0 0 0,0-1 0 0 0,0 0 0 0 0,0 1-3 0 0,-1 0 0 0 0,1 1 1 0 0,0-1-1 0 0,0 0 0 0 0,0 0 0 0 0,0 0 0 0 0,0 0 0 0 0,0 0 0 0 0,0 0 1 0 0,0 0-1 0 0,1 0 0 0 0,-1 0 0 0 0,1 2 0 0 0,0 0-139 0 0,0-1-1 0 0,0 1 0 0 0,1-1 1 0 0,-1 0-1 0 0,0 1 0 0 0,1-1 1 0 0,0 0-1 0 0,2 2 1 0 0,9 9-5602 0 0,-13-13 5516 0 0,11 10-7037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0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 81 4607 0 0,'-3'26'4924'0'0,"2"-22"-4128"0"0,1 1 0 0 0,0 0 0 0 0,0-1 0 0 0,0 1 0 0 0,1-1 0 0 0,0 1 0 0 0,-1-1 0 0 0,2 1 0 0 0,2 7 0 0 0,-3-9-578 0 0,0-1 0 0 0,1 0 0 0 0,-1 0 1 0 0,1 0-1 0 0,-1 0 0 0 0,1 0 0 0 0,0 0 1 0 0,0 0-1 0 0,0-1 0 0 0,0 1 0 0 0,0-1 0 0 0,0 1 1 0 0,0-1-1 0 0,1 0 0 0 0,-1 0 0 0 0,0 0 0 0 0,1 0 1 0 0,-1 0-1 0 0,4 0 0 0 0,2 1-24 0 0,1 0-1 0 0,0-1 0 0 0,0-1 1 0 0,-1 1-1 0 0,1-2 0 0 0,0 1 1 0 0,17-4-1 0 0,-21 3-153 0 0,0 0 0 0 0,0 0 1 0 0,0-1-1 0 0,0 0 0 0 0,-1 0 0 0 0,1 0 0 0 0,0 0 0 0 0,-1-1 1 0 0,0 0-1 0 0,1 1 0 0 0,-1-2 0 0 0,0 1 0 0 0,-1 0 0 0 0,8-9 0 0 0,-10 10-31 0 0,1-1 0 0 0,-1 1 0 0 0,1-1 0 0 0,-1 0 0 0 0,0 1 0 0 0,0-1 0 0 0,0 0 0 0 0,0 0-1 0 0,-1 0 1 0 0,1 0 0 0 0,-1 0 0 0 0,0 0 0 0 0,0 0 0 0 0,0 0 0 0 0,0 0 0 0 0,0 1-1 0 0,0-1 1 0 0,-1 0 0 0 0,0 0 0 0 0,1 0 0 0 0,-1 0 0 0 0,0 0 0 0 0,-1 1 0 0 0,1-1 0 0 0,0 0-1 0 0,-1 1 1 0 0,1-1 0 0 0,-1 1 0 0 0,0 0 0 0 0,-3-4 0 0 0,0 0 13 0 0,-1 1-1 0 0,0 0 1 0 0,1 0 0 0 0,-2 0 0 0 0,1 1-1 0 0,-1 0 1 0 0,1 0 0 0 0,-1 0 0 0 0,0 1-1 0 0,-13-4 1 0 0,9 4-22 0 0,0 1 0 0 0,0 0 0 0 0,0 1 0 0 0,-1 0 0 0 0,1 0 0 0 0,-1 2 0 0 0,1-1 0 0 0,0 1 0 0 0,-1 1 0 0 0,1 0 0 0 0,0 1 0 0 0,0 0 0 0 0,0 0 0 0 0,1 2 0 0 0,-1-1 0 0 0,-15 10 0 0 0,7 3-428 0 0,13-8-16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1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333 138 4607 0 0,'-3'-18'1654'0'0,"1"0"-1"0"0,0 1 0 0 0,1-1 1 0 0,1 0-1 0 0,5-31 0 0 0,-2 65 3185 0 0,-1-3-4337 0 0,0 23-1 0 0,-4-3-294 0 0,-3 0 0 0 0,0-1 0 0 0,-2 0-1 0 0,-2 0 1 0 0,-1 0 0 0 0,-25 54 0 0 0,26-67-31 0 0,-1 0-1 0 0,-16 21 1 0 0,21-33-120 0 0,0 0-1 0 0,-1 0 1 0 0,0-1 0 0 0,0 0-1 0 0,-1 0 1 0 0,0-1 0 0 0,0 1-1 0 0,-9 4 1 0 0,13-8-39 0 0,-1 0 0 0 0,1-1 0 0 0,-1 1 0 0 0,0-1 0 0 0,1 0 0 0 0,-1 0 0 0 0,0 0 0 0 0,0 0-1 0 0,0-1 1 0 0,0 0 0 0 0,0 0 0 0 0,1 0 0 0 0,-1 0 0 0 0,0 0 0 0 0,0-1 0 0 0,0 1 0 0 0,0-1 0 0 0,0 0 0 0 0,1-1 0 0 0,-1 1 0 0 0,0-1-1 0 0,1 1 1 0 0,-1-1 0 0 0,1 0 0 0 0,0 0 0 0 0,0-1 0 0 0,-1 1 0 0 0,2-1 0 0 0,-1 1 0 0 0,-4-6 0 0 0,3 3-8 0 0,-1 0 0 0 0,1-1 0 0 0,1 1 0 0 0,-1-1 0 0 0,1 0 1 0 0,0-1-1 0 0,1 1 0 0 0,-1 0 0 0 0,1-1 0 0 0,1 1 0 0 0,-1-1 0 0 0,1 1 1 0 0,0-1-1 0 0,1 0 0 0 0,-1 0 0 0 0,1 1 0 0 0,1-8 0 0 0,0 9-8 0 0,-1 1 0 0 0,1-1 0 0 0,0 1 0 0 0,1-1 0 0 0,-1 1 0 0 0,1-1 0 0 0,3-5 0 0 0,-4 9 0 0 0,0-1 0 0 0,0 1 0 0 0,0 0 0 0 0,0-1 0 0 0,0 1 0 0 0,0 0 0 0 0,1 0 0 0 0,-1 0 0 0 0,0 0 0 0 0,1 0 0 0 0,-1 0 0 0 0,1 0 0 0 0,-1 0 0 0 0,1 0 0 0 0,0 1 0 0 0,-1-1 0 0 0,1 1 0 0 0,0-1 0 0 0,-1 1 0 0 0,1 0 0 0 0,0 0 0 0 0,3 0 0 0 0,2 0-1 0 0,0 1 1 0 0,0 0-1 0 0,0 0 0 0 0,-1 1 0 0 0,1 0 1 0 0,0 0-1 0 0,11 6 0 0 0,45 27-7 0 0,-38-20 6 0 0,-6-3 3 0 0,-1 1-1 0 0,0 1 0 0 0,-1 0 1 0 0,-1 1-1 0 0,19 22 1 0 0,-31-33 11 0 0,0 1 0 0 0,1 0 0 0 0,0-1 0 0 0,0 0 0 0 0,0 0 0 0 0,0 0 0 0 0,1 0 0 0 0,-1-1 0 0 0,1 0 0 0 0,0 0 0 0 0,0-1 0 0 0,0 0 0 0 0,0 0 0 0 0,1 0 0 0 0,-1-1 0 0 0,0 0 0 0 0,1 0 0 0 0,-1 0 0 0 0,1-1 0 0 0,11-1 0 0 0,-1 3-608 0 0,-12-1-771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1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1 110 4143 0 0,'1'-2'228'0'0,"0"1"-1"0"0,0-1 1 0 0,0 1-1 0 0,0-1 0 0 0,0 1 1 0 0,1 0-1 0 0,-1 0 0 0 0,1-1 1 0 0,-1 1-1 0 0,0 0 0 0 0,1 0 1 0 0,0 1-1 0 0,-1-1 0 0 0,1 0 1 0 0,0 0-1 0 0,-1 1 0 0 0,1-1 1 0 0,0 1-1 0 0,2-1 1 0 0,41-6 4565 0 0,-40 7-4278 0 0,47-8 3018 0 0,57-17 0 0 0,-67 15-3167 0 0,-17 3-359 0 0,29-11 0 0 0,-21 4-6695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2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361 9 1375 0 0,'-2'-1'488'0'0,"-1"-1"0"0"0,1 1 0 0 0,0 0 0 0 0,-1 0 0 0 0,1 1 0 0 0,-1-1 0 0 0,0 1-1 0 0,1-1 1 0 0,-1 1 0 0 0,-4 0 0 0 0,-31 0 3011 0 0,24 2-2662 0 0,1 2 0 0 0,0-1 0 0 0,0 1 0 0 0,0 1 0 0 0,0 0 0 0 0,1 1 0 0 0,-1 1 0 0 0,2 0 0 0 0,-23 16 0 0 0,12-4-206 0 0,1 0 1 0 0,0 1 0 0 0,-31 39 0 0 0,49-54-453 0 0,-1 0 1 0 0,1 1-1 0 0,0-1 1 0 0,-4 11-1 0 0,6-13-91 0 0,0 0 1 0 0,0 1-1 0 0,0-1 1 0 0,1 0-1 0 0,-1 0 0 0 0,1 0 1 0 0,0 1-1 0 0,-1-1 0 0 0,1 0 1 0 0,1 6-1 0 0,1-5-42 0 0,-1-1-1 0 0,1 0 0 0 0,-1 0 1 0 0,1 0-1 0 0,0 0 0 0 0,0 0 1 0 0,0 0-1 0 0,1 0 1 0 0,-1-1-1 0 0,0 1 0 0 0,1-1 1 0 0,0 0-1 0 0,0 1 1 0 0,0-1-1 0 0,6 3 0 0 0,4 2-21 0 0,2 0-1 0 0,16 5 0 0 0,-29-11-11 0 0,16 4 77 0 0,1-1 0 0 0,-1 0 0 0 0,1-2 0 0 0,-1 0 0 0 0,1-1 0 0 0,26-2 0 0 0,-19 1 59 0 0,-25 0-144 0 0,0 0 1 0 0,0 0 0 0 0,0 0-1 0 0,0 0 1 0 0,0 0 0 0 0,0 0-1 0 0,0 1 1 0 0,-1-1-1 0 0,1 0 1 0 0,0 0 0 0 0,0 1-1 0 0,0-1 1 0 0,0 1 0 0 0,0-1-1 0 0,-1 1 1 0 0,1-1 0 0 0,0 1-1 0 0,0-1 1 0 0,-1 1-1 0 0,1 0 1 0 0,0-1 0 0 0,-1 1-1 0 0,1 0 1 0 0,0-1 0 0 0,0 2-1 0 0,0 1-20 0 0,0-1-1 0 0,-1 1 0 0 0,1 0 1 0 0,0 0-1 0 0,-1-1 1 0 0,0 7-1 0 0,2 6-545 0 0,0-6-131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2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2759 0 0,'1'-2'207'0'0,"1"3"-75"0"0,0-1 0 0 0,0 1-1 0 0,0-1 1 0 0,0 1 0 0 0,0 0-1 0 0,0-1 1 0 0,0 1 0 0 0,2 2-1 0 0,-4-3 100 0 0,6 4 781 0 0,-2-1 0 0 0,1 1 0 0 0,0 0 0 0 0,-1 1 0 0 0,0-1 0 0 0,0 1 1 0 0,0-1-1 0 0,-1 1 0 0 0,1 0 0 0 0,-1 1 0 0 0,0-1 0 0 0,3 11 0 0 0,-4-11-527 0 0,0-1-1 0 0,0 1 1 0 0,-1 1 0 0 0,0-1-1 0 0,0 0 1 0 0,-1 0 0 0 0,1 0-1 0 0,-1 0 1 0 0,0 6 0 0 0,-2-6-382 0 0,0 8 84 0 0,2-13-193 0 0,0 0 0 0 0,0 0 1 0 0,0 1-1 0 0,0-1 0 0 0,0 0 0 0 0,-1 0 0 0 0,1 0 0 0 0,0 0 0 0 0,0 0 0 0 0,0 1 0 0 0,0-1 0 0 0,0 0 1 0 0,0 0-1 0 0,0 0 0 0 0,0 0 0 0 0,1 1 0 0 0,-1-1 0 0 0,0 0 0 0 0,0 0 0 0 0,0 0 0 0 0,0 0 0 0 0,0 0 1 0 0,0 1-1 0 0,0-1 0 0 0,0 0 0 0 0,0 0 0 0 0,0 0 0 0 0,0 0 0 0 0,0 0 0 0 0,1 0 0 0 0,-1 0 1 0 0,0 1-1 0 0,0-1 0 0 0,0 0 0 0 0,0 0 0 0 0,0 0 0 0 0,1 0 0 0 0,-1 0 0 0 0,0 0 0 0 0,0 0 0 0 0,0 0 1 0 0,0 0-1 0 0,0 0 0 0 0,1 0 0 0 0,-1 0 0 0 0,0 0 0 0 0,0 0 0 0 0,0 0 0 0 0,0 0 0 0 0,0 0 0 0 0,1 0 1 0 0,-1 0-1 0 0,0 0 0 0 0,3 0-1635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7.8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60 121 919 0 0,'-1'-1'179'0'0,"-36"-40"5223"0"0,34 38-4845 0 0,1 0 1 0 0,0 0 0 0 0,0 0 0 0 0,0 0 0 0 0,0 0 0 0 0,1-1-1 0 0,-1 1 1 0 0,1-1 0 0 0,0 1 0 0 0,0-1 0 0 0,0 0-1 0 0,0-3 1 0 0,1 6-453 0 0,0 0 0 0 0,1 0 1 0 0,-1 0-1 0 0,0 0 0 0 0,1 0 0 0 0,-1 1 0 0 0,1-1 0 0 0,-1 0 0 0 0,1 0 0 0 0,0 0 0 0 0,-1 1 0 0 0,1-1 1 0 0,0 0-1 0 0,-1 0 0 0 0,1 1 0 0 0,0-1 0 0 0,0 1 0 0 0,-1-1 0 0 0,1 1 0 0 0,0-1 0 0 0,0 1 0 0 0,0-1 1 0 0,1 1-1 0 0,25-9 804 0 0,-23 8-714 0 0,1 0-91 0 0,0-1 1 0 0,1 2-1 0 0,-1-1 0 0 0,1 0 1 0 0,0 1-1 0 0,-1 0 0 0 0,1 0 0 0 0,-1 1 1 0 0,1 0-1 0 0,-1 0 0 0 0,1 0 1 0 0,-1 0-1 0 0,0 1 0 0 0,0 0 1 0 0,0 0-1 0 0,0 1 0 0 0,0-1 1 0 0,7 5-1 0 0,-9-4-66 0 0,1 0 1 0 0,-1 0-1 0 0,0 0 0 0 0,0 0 1 0 0,0 1-1 0 0,0-1 1 0 0,-1 1-1 0 0,1 0 0 0 0,-1 0 1 0 0,0 0-1 0 0,0 0 0 0 0,-1 0 1 0 0,1 0-1 0 0,-1 0 0 0 0,0 1 1 0 0,0-1-1 0 0,0 0 0 0 0,0 1 1 0 0,-1-1-1 0 0,0 1 0 0 0,0-1 1 0 0,0 1-1 0 0,-1 5 1 0 0,-1-2-7 0 0,0 1 0 0 0,0 0 0 0 0,-1-1 0 0 0,0 1 0 0 0,-7 13 0 0 0,-26 38 267 0 0,22-37-150 0 0,-7 5 87 0 0,17-22-154 0 0,-1-1-1 0 0,1 0 0 0 0,0 1 0 0 0,1 0 1 0 0,-1 0-1 0 0,1 0 0 0 0,1 0 0 0 0,-4 9 1 0 0,6-14-65 0 0,0-1 0 0 0,0 1 0 0 0,0-1 0 0 0,0 1 0 0 0,-1 0 0 0 0,1-1 0 0 0,0 1 0 0 0,0-1 0 0 0,0 1 0 0 0,0 0 0 0 0,1-1 0 0 0,-1 1 0 0 0,0-1 0 0 0,0 1 0 0 0,0-1 0 0 0,0 1 0 0 0,1 0 0 0 0,-1-1 0 0 0,0 1 0 0 0,0-1 0 0 0,1 1 0 0 0,-1-1 0 0 0,0 1 0 0 0,1-1 0 0 0,-1 1 0 0 0,1-1 0 0 0,-1 0 0 0 0,1 1 1 0 0,0-1-1 0 0,0 1 4 0 0,0 0 1 0 0,1-1-1 0 0,-1 1 0 0 0,1-1 1 0 0,-1 0-1 0 0,1 1 1 0 0,-1-1-1 0 0,1 0 1 0 0,0 0-1 0 0,-1 0 1 0 0,2 0-1 0 0,5-1 12 0 0,0 0 0 0 0,-1-1 0 0 0,10-3-1 0 0,-1 0-66 0 0,0 1-1 0 0,0 1 0 0 0,0 0 1 0 0,1 1-1 0 0,26-1 0 0 0,-33 4-1370 0 0,1 0 0 0 0,-1 0 0 0 0,13 4-1 0 0,-11-2-514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7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5527 0 0,'12'-6'498'0'0,"-10"6"-406"0"0,0 2 395 0 0,-1 0 1 0 0,1 1-1 0 0,-1-1 1 0 0,1 1-1 0 0,-1-1 1 0 0,2 6 0 0 0,1 1 465 0 0,2 3 228 0 0,0 0 0 0 0,-1 1 0 0 0,-1-1 1 0 0,0 1-1 0 0,0 0 0 0 0,-1 0 0 0 0,-1 0 0 0 0,0 0 0 0 0,-1 17 0 0 0,0-20-1006 0 0,0 0 1 0 0,0 0-1 0 0,0 0 1 0 0,1 0-1 0 0,4 10 0 0 0,4 8-6666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8.3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70 7367 0 0,'-1'-3'145'0'0,"0"1"0"0"0,0-1 0 0 0,0 0 0 0 0,1 0 0 0 0,-1 0 0 0 0,1 0 0 0 0,-1-5 0 0 0,1 7 82 0 0,1-1 1 0 0,-1 1-1 0 0,1-1 1 0 0,-1 1-1 0 0,1-1 1 0 0,-1 1-1 0 0,1-1 1 0 0,0 1-1 0 0,0 0 1 0 0,-1-1-1 0 0,1 1 1 0 0,0 0-1 0 0,0 0 1 0 0,0-1-1 0 0,1 1 1 0 0,0-1-1 0 0,1 0 138 0 0,-1 0 0 0 0,1 0 0 0 0,-1 1 0 0 0,1-1 0 0 0,0 1 0 0 0,0-1 0 0 0,-1 1 0 0 0,1 0 1 0 0,0 0-1 0 0,0 0 0 0 0,0 1 0 0 0,1-1 0 0 0,2 0 0 0 0,0 1 8 0 0,-1 0 1 0 0,1 0-1 0 0,0 1 1 0 0,-1 0-1 0 0,1 0 0 0 0,9 3 1 0 0,-4 0-69 0 0,1 0 0 0 0,-1 1 0 0 0,-1 1 0 0 0,1 0 0 0 0,-1 0 0 0 0,11 9 0 0 0,-7-3-200 0 0,-1 1 1 0 0,-1-1-1 0 0,-1 2 1 0 0,0 0-1 0 0,0 0 1 0 0,-1 1-1 0 0,-1 0 1 0 0,-1 1-1 0 0,12 30 0 0 0,-18-41-65 0 0,0 0-1 0 0,0 1 1 0 0,-1-1-1 0 0,0 1 0 0 0,0 0 1 0 0,-1-1-1 0 0,0 1 0 0 0,0-1 1 0 0,0 1-1 0 0,0 0 1 0 0,-2 6-1 0 0,1-9-20 0 0,0-1 0 0 0,1 1 0 0 0,-1-1-1 0 0,0 1 1 0 0,-1-1 0 0 0,1 1 0 0 0,0-1 0 0 0,-1 0 0 0 0,1 1 0 0 0,-1-1-1 0 0,0 0 1 0 0,1 0 0 0 0,-1 0 0 0 0,0 0 0 0 0,0-1 0 0 0,0 1 0 0 0,-1 0-1 0 0,1-1 1 0 0,0 0 0 0 0,-1 1 0 0 0,1-1 0 0 0,-1 0 0 0 0,1 0 0 0 0,-6 1-1 0 0,2-1-122 0 0,0 0-1 0 0,0-1 0 0 0,0 0 0 0 0,0 0 0 0 0,0 0 0 0 0,0-1 0 0 0,0 1 0 0 0,0-1 0 0 0,0-1 0 0 0,1 1 0 0 0,-1-1 0 0 0,0 0 0 0 0,1-1 0 0 0,-1 1 0 0 0,1-1 1 0 0,0 0-1 0 0,0-1 0 0 0,0 1 0 0 0,-6-5 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28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1 171 5527 0 0,'5'-6'638'0'0,"1"0"0"0"0,-1 1 0 0 0,1 0 0 0 0,1 0 0 0 0,-1 0 0 0 0,1 1 0 0 0,0-1 0 0 0,8-2 0 0 0,0-2 794 0 0,70-39 5737 0 0,-74 42-6504 0 0,0 1 0 0 0,23-9 0 0 0,-8 5-147 0 0,-12 3-441 0 0,0 0 1 0 0,1 2-1 0 0,0 0 0 0 0,0 0 1 0 0,1 1-1 0 0,-1 1 0 0 0,0 1 1 0 0,19 0-1 0 0,-33 1-117 0 0,0 0 1 0 0,1 0-1 0 0,-1 0 0 0 0,0 1 0 0 0,0-1 0 0 0,1 0 0 0 0,-1 1 1 0 0,0-1-1 0 0,0 1 0 0 0,1-1 0 0 0,-1 1 0 0 0,0 0 0 0 0,0 0 1 0 0,2 1-1 0 0,3 6-643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0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47 150 3679 0 0,'-4'0'310'0'0,"0"0"0"0"0,1-1-1 0 0,-1 0 1 0 0,1 0 0 0 0,-1 0 0 0 0,1 0-1 0 0,-1-1 1 0 0,-3-1 0 0 0,6 2-174 0 0,0 1 0 0 0,1 0 0 0 0,-1-1 0 0 0,0 1 0 0 0,1-1 1 0 0,-1 1-1 0 0,0-1 0 0 0,1 0 0 0 0,-1 1 0 0 0,1-1 0 0 0,-1 1 1 0 0,1-1-1 0 0,0 0 0 0 0,-1 0 0 0 0,1 1 0 0 0,-1-1 1 0 0,1-1-1 0 0,0 1-23 0 0,0 0 0 0 0,0 1 0 0 0,0-1 0 0 0,0 0 0 0 0,0 0 0 0 0,1 1 0 0 0,-1-1 0 0 0,0 0 0 0 0,1 1 0 0 0,-1-1 0 0 0,0 0 1 0 0,1 1-1 0 0,-1-1 0 0 0,1 0 0 0 0,-1 1 0 0 0,1-1 0 0 0,-1 1 0 0 0,1-1 0 0 0,-1 1 0 0 0,1-1 0 0 0,0 1 0 0 0,-1 0 0 0 0,2-1 0 0 0,3-2 346 0 0,0 0-1 0 0,0 1 0 0 0,0 0 0 0 0,0 0 0 0 0,0 0 1 0 0,1 1-1 0 0,-1-1 0 0 0,8 1 0 0 0,48-2 1392 0 0,-21 1-1298 0 0,68-12 73 0 0,-21 2-552 0 0,-10 1-485 0 0,112-33-1 0 0,-169 37-4936 0 0,-13 5-109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0.6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41 3223 0 0,'-1'-2'84'0'0,"-4"-19"465"0"0,5 20-359 0 0,0 1-1 0 0,0-1 1 0 0,-1 0-1 0 0,1 1 1 0 0,0-1-1 0 0,0 0 1 0 0,0 1-1 0 0,0-1 1 0 0,1 1-1 0 0,-1-1 1 0 0,0 0 0 0 0,0 1-1 0 0,0-1 1 0 0,0 1-1 0 0,1-1 1 0 0,-1 0-1 0 0,0 1 1 0 0,0-1-1 0 0,1 1 1 0 0,-1-1-1 0 0,1 1 1 0 0,-1-1-1 0 0,0 1 1 0 0,1-1-1 0 0,-1 1 1 0 0,1 0-1 0 0,-1-1 1 0 0,1 1-1 0 0,-1 0 1 0 0,2-1-1 0 0,0 1 166 0 0,0 0 0 0 0,0 0 0 0 0,0 0 0 0 0,0 0-1 0 0,-1 1 1 0 0,1-1 0 0 0,0 1 0 0 0,0-1-1 0 0,0 1 1 0 0,3 1 0 0 0,4 2 593 0 0,108 28 4141 0 0,61 5-2633 0 0,19-4-1360 0 0,-191-32-1073 0 0,0 1 0 0 0,0-1 0 0 0,0 2-1 0 0,-1-1 1 0 0,1 0 0 0 0,-1 1 0 0 0,1 0 0 0 0,-1 0 0 0 0,0 1-1 0 0,7 6 1 0 0,-10-9-22 0 0,-1 1-1 0 0,1-1 1 0 0,-1 1 0 0 0,1-1-1 0 0,-1 1 1 0 0,0 0-1 0 0,0 0 1 0 0,0-1 0 0 0,0 1-1 0 0,0 0 1 0 0,-1 0-1 0 0,1 0 1 0 0,0 0 0 0 0,-1 0-1 0 0,1 0 1 0 0,-1 0-1 0 0,0 0 1 0 0,0 0 0 0 0,0 0-1 0 0,0 1 1 0 0,0-1-1 0 0,0 0 1 0 0,-1 0 0 0 0,1 0-1 0 0,0 0 1 0 0,-1 0-1 0 0,0 0 1 0 0,1 0 0 0 0,-1 0-1 0 0,0-1 1 0 0,0 1-1 0 0,0 0 1 0 0,0 0 0 0 0,-3 2-1 0 0,-3 5 2 0 0,-2 0 0 0 0,1 0 0 0 0,-1-1 0 0 0,0 0 0 0 0,-1-1 0 0 0,0 0 1 0 0,0 0-1 0 0,-1-1 0 0 0,-15 6 0 0 0,-6 2 147 0 0,-67 18 1 0 0,85-29-238 0 0,-3 1 240 0 0,1 1 1 0 0,-21 9 0 0 0,32-12-314 0 0,1 1 1 0 0,0-1-1 0 0,-1 1 0 0 0,1-1 1 0 0,0 1-1 0 0,1 0 0 0 0,-1 1 1 0 0,0-1-1 0 0,1 1 0 0 0,0-1 1 0 0,0 1-1 0 0,-5 8 1 0 0,0 3-7762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3.0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11 142 455 0 0,'0'-1'301'0'0,"1"-1"-1"0"0,-1 0 0 0 0,0 0 1 0 0,1 0-1 0 0,-1 1 0 0 0,0-1 1 0 0,0 0-1 0 0,0 0 0 0 0,0 0 1 0 0,-1 0-1 0 0,1 0 0 0 0,-1-3 1 0 0,0 3 194 0 0,1-1-1 0 0,-1 0 1 0 0,1 0 0 0 0,0 1 0 0 0,0-1 0 0 0,0-5-1 0 0,1 3 12 0 0,1 1 0 0 0,-1 0 0 0 0,1-1 0 0 0,0 1 0 0 0,0 0 1 0 0,0 0-1 0 0,0 0 0 0 0,1 1 0 0 0,0-1 0 0 0,0 0 0 0 0,0 1 0 0 0,4-4 0 0 0,-2 2-4 0 0,0 1 1 0 0,0 1 0 0 0,0-1-1 0 0,1 1 1 0 0,-1 0 0 0 0,1 0 0 0 0,0 0-1 0 0,7-2 1 0 0,-12 5-467 0 0,0-1-1 0 0,1 1 1 0 0,-1 0 0 0 0,0-1 0 0 0,0 1-1 0 0,0 0 1 0 0,0 0 0 0 0,0-1-1 0 0,1 1 1 0 0,-1 0 0 0 0,0 0 0 0 0,0 0-1 0 0,0 0 1 0 0,1 1 0 0 0,-1-1-1 0 0,0 0 1 0 0,0 1 0 0 0,0-1 0 0 0,0 0-1 0 0,0 1 1 0 0,0-1 0 0 0,0 1 0 0 0,0-1-1 0 0,0 1 1 0 0,0 0 0 0 0,0 0-1 0 0,0-1 1 0 0,0 1 0 0 0,0 0 0 0 0,0 0-1 0 0,-1 0 1 0 0,1 0 0 0 0,0 0 0 0 0,-1 0-1 0 0,1 0 1 0 0,0 0 0 0 0,-1 0-1 0 0,0 0 1 0 0,1 0 0 0 0,-1 0 0 0 0,0 1-1 0 0,1-1 1 0 0,-1 0 0 0 0,0 1 0 0 0,1 3 81 0 0,-1-1 1 0 0,0 1 0 0 0,0-1 0 0 0,-1 0 0 0 0,1 1 0 0 0,-1-1 0 0 0,0 0 0 0 0,0 1 0 0 0,0-1 0 0 0,-4 7 0 0 0,-2 2-111 0 0,-1-1 0 0 0,0 0 0 0 0,-1 0 0 0 0,0-1 0 0 0,-1-1 0 0 0,0 1 0 0 0,0-1-1 0 0,-2-1 1 0 0,1 0 0 0 0,-23 13 0 0 0,41-25 20 0 0,-1 0 1 0 0,1 0-1 0 0,0 1 0 0 0,0 0 0 0 0,0 1 0 0 0,-1-1 0 0 0,1 1 1 0 0,1 1-1 0 0,-1-1 0 0 0,9 2 0 0 0,-7-1 8 0 0,1 1 0 0 0,0 0 1 0 0,-1 1-1 0 0,1 0 0 0 0,-1 0 0 0 0,0 1 0 0 0,13 6 0 0 0,-17-7-16 0 0,0 1 0 0 0,0 0 0 0 0,-1 1 0 0 0,0-1-1 0 0,1 1 1 0 0,-1 0 0 0 0,-1 0 0 0 0,1 0 0 0 0,0 0 0 0 0,-1 0 0 0 0,0 1-1 0 0,0 0 1 0 0,2 5 0 0 0,-4-8-11 0 0,0 0 0 0 0,0 0-1 0 0,0 0 1 0 0,-1 0 0 0 0,1 0 0 0 0,-1 1 0 0 0,1-1-1 0 0,-1 0 1 0 0,0 0 0 0 0,0 0 0 0 0,0 1-1 0 0,0-1 1 0 0,0 0 0 0 0,-1 0 0 0 0,1 1-1 0 0,-1-1 1 0 0,1 0 0 0 0,-1 0 0 0 0,0 0-1 0 0,1 0 1 0 0,-1 0 0 0 0,0 0 0 0 0,-1 0 0 0 0,1 0-1 0 0,0 0 1 0 0,-1 0 0 0 0,1-1 0 0 0,-1 1-1 0 0,1 0 1 0 0,-1-1 0 0 0,0 1 0 0 0,1-1-1 0 0,-4 2 1 0 0,-3 2 25 0 0,0-1 0 0 0,-1-1 0 0 0,1 1 0 0 0,-1-1 0 0 0,0-1 0 0 0,0 1 0 0 0,0-1 0 0 0,-14 1-1 0 0,7-2 48 0 0,-1-1 0 0 0,1 0-1 0 0,-32-5 1 0 0,46 5-70 0 0,1-1 1 0 0,-1 1-1 0 0,1 0 1 0 0,0-1-1 0 0,-1 1 0 0 0,1-1 1 0 0,0 1-1 0 0,-1-1 1 0 0,1 0-1 0 0,0 1 1 0 0,0-1-1 0 0,0 0 0 0 0,0 0 1 0 0,-2-1-1 0 0,3 2-12 0 0,0 0 0 0 0,0 0-1 0 0,0 0 1 0 0,0-1 0 0 0,0 1-1 0 0,0 0 1 0 0,0 0 0 0 0,0 0-1 0 0,0 0 1 0 0,0 0 0 0 0,0 0-1 0 0,0 0 1 0 0,0 0 0 0 0,0 0-1 0 0,0 0 1 0 0,0 0 0 0 0,0 0-1 0 0,0-1 1 0 0,0 1 0 0 0,0 0-1 0 0,0 0 1 0 0,0 0 0 0 0,0 0-1 0 0,0 0 1 0 0,0 0 0 0 0,0 0-1 0 0,0 0 1 0 0,0 0 0 0 0,0 0-1 0 0,0 0 1 0 0,0-1 0 0 0,0 1-1 0 0,0 0 1 0 0,0 0 0 0 0,0 0-1 0 0,1 0 1 0 0,-1 0 0 0 0,0 0-1 0 0,0 0 1 0 0,0 0 0 0 0,0 0-1 0 0,0 0 1 0 0,0 0 0 0 0,0 0-1 0 0,0 0 1 0 0,0 0 0 0 0,0 0-1 0 0,0 0 1 0 0,0 0 0 0 0,1 0-1 0 0,-1 0 1 0 0,0 0 0 0 0,0 0-1 0 0,0 0 1 0 0,0 0 0 0 0,0 0-1 0 0,0 0 1 0 0,0 0 0 0 0,0 0-1 0 0,14 3-825 0 0,3 4-2401 0 0,-6-3-3969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4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24 2759 0 0,'-5'-9'315'0'0,"5"8"85"0"0,0 0 0 0 0,-1 0 0 0 0,1 1-1 0 0,6-11 9194 0 0,-6 11-9466 0 0,6 13 3030 0 0,-4-5-2865 0 0,-1 0-1 0 0,0 0 1 0 0,0 1 0 0 0,-1-1-1 0 0,0 1 1 0 0,-3 12 0 0 0,-12 52 2378 0 0,5-28-1981 0 0,2-11-1886 0 0,-1 8-3942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4.7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0 123 3679 0 0,'0'-7'468'0'0,"1"0"0"0"0,-1 1 0 0 0,1-1-1 0 0,1 0 1 0 0,-1 1 0 0 0,1-1-1 0 0,0 1 1 0 0,0 0 0 0 0,1 0 0 0 0,0 0-1 0 0,0 0 1 0 0,5-6 0 0 0,-6 9-157 0 0,0 1-1 0 0,0-1 1 0 0,0 1 0 0 0,0-1 0 0 0,1 1 0 0 0,-1 0-1 0 0,1 0 1 0 0,-1 0 0 0 0,1 1 0 0 0,0-1 0 0 0,0 1-1 0 0,0-1 1 0 0,0 1 0 0 0,0 0 0 0 0,0 0 0 0 0,0 0-1 0 0,0 0 1 0 0,0 1 0 0 0,1-1 0 0 0,-1 1-1 0 0,0 0 1 0 0,0 0 0 0 0,1 0 0 0 0,-1 0 0 0 0,0 1-1 0 0,6 1 1 0 0,-5-1-148 0 0,0 0-1 0 0,0 1 1 0 0,0 0-1 0 0,0 0 1 0 0,0 0 0 0 0,0 0-1 0 0,-1 1 1 0 0,1-1-1 0 0,-1 1 1 0 0,0 0-1 0 0,1 0 1 0 0,-1 0-1 0 0,0 0 1 0 0,-1 1 0 0 0,1-1-1 0 0,-1 1 1 0 0,1 0-1 0 0,-1 0 1 0 0,0 0-1 0 0,-1 0 1 0 0,1 0-1 0 0,-1 0 1 0 0,2 8 0 0 0,-1-5-115 0 0,-1-1 1 0 0,0 1 0 0 0,-1-1 0 0 0,0 1 0 0 0,0 0 0 0 0,0-1-1 0 0,-1 1 1 0 0,0 0 0 0 0,0-1 0 0 0,0 1 0 0 0,-1-1 0 0 0,0 0-1 0 0,-1 0 1 0 0,1 1 0 0 0,-5 6 0 0 0,-4 3-13 0 0,-1 0 0 0 0,-13 13 1 0 0,-11 14 24 0 0,34-40-47 0 0,0 0-1 0 0,0 0 0 0 0,0 0 0 0 0,0 1 1 0 0,1-1-1 0 0,-1 0 0 0 0,1 1 0 0 0,-1 6 1 0 0,1-9-7 0 0,1 0 1 0 0,0-1 0 0 0,0 1 0 0 0,0 0 0 0 0,0 0 0 0 0,0 0-1 0 0,0-1 1 0 0,1 1 0 0 0,-1 0 0 0 0,0 0 0 0 0,0 0 0 0 0,1-1 0 0 0,-1 1-1 0 0,0 0 1 0 0,1-1 0 0 0,-1 1 0 0 0,0 0 0 0 0,2 0 0 0 0,-2 0 0 0 0,1 0 0 0 0,0-1 1 0 0,0 1-1 0 0,0-1 1 0 0,0 1-1 0 0,0-1 0 0 0,0 1 1 0 0,0-1-1 0 0,0 0 0 0 0,0 1 1 0 0,1-1-1 0 0,-1 0 1 0 0,0 0-1 0 0,0 0 0 0 0,0 0 1 0 0,2 0-1 0 0,6-1 19 0 0,1 0-1 0 0,-1-1 1 0 0,0 0-1 0 0,0 0 1 0 0,0-1-1 0 0,0 0 1 0 0,9-6-1 0 0,-5 3 20 0 0,24-6 0 0 0,-30 10-370 0 0,1 0 0 0 0,0 0-1 0 0,0 1 1 0 0,0 0 0 0 0,0 0 0 0 0,0 1-1 0 0,0 0 1 0 0,0 0 0 0 0,0 1 0 0 0,14 3 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5.2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70 3223 0 0,'-18'-41'553'0'0,"14"27"2761"0"0,2 0 5357 0 0,12 24-3169 0 0,12 11-4974 0 0,32 25 1 0 0,-36-32-248 0 0,-1 0 0 0 0,0 1 0 0 0,-2 0 1 0 0,1 1-1 0 0,20 30 0 0 0,-34-43-274 0 0,-1 0 0 0 0,1 0 0 0 0,-1 0 1 0 0,1 1-1 0 0,-1-1 0 0 0,0 0 0 0 0,0 1 0 0 0,-1-1 0 0 0,1 0 0 0 0,-1 1 0 0 0,0-1 0 0 0,0 1 1 0 0,0-1-1 0 0,0 1 0 0 0,0-1 0 0 0,-1 1 0 0 0,-1 5 0 0 0,1-7-2 0 0,1 0 0 0 0,-2 1 0 0 0,1-1 1 0 0,0 0-1 0 0,0 1 0 0 0,-1-1 0 0 0,1 0 0 0 0,-1 0 0 0 0,1 0 0 0 0,-1 0 0 0 0,0-1 1 0 0,0 1-1 0 0,0 0 0 0 0,0-1 0 0 0,0 1 0 0 0,0-1 0 0 0,0 0 0 0 0,-1 0 0 0 0,1 0 1 0 0,0 0-1 0 0,-1 0 0 0 0,1 0 0 0 0,-1 0 0 0 0,-2 0 0 0 0,-1-1-108 0 0,-1 1 0 0 0,0-1-1 0 0,1 0 1 0 0,-1 0 0 0 0,0-1-1 0 0,1 0 1 0 0,-1 0 0 0 0,1-1-1 0 0,-1 0 1 0 0,1 0 0 0 0,0 0 0 0 0,0-1-1 0 0,0 0 1 0 0,0 0 0 0 0,0 0-1 0 0,1-1 1 0 0,-1 0 0 0 0,1 0-1 0 0,0 0 1 0 0,0-1 0 0 0,1 0-1 0 0,-8-8 1 0 0,6 3-7777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5.4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1 160 6911 0 0,'8'-10'941'0'0,"1"1"0"0"0,1 1 0 0 0,0-1 0 0 0,0 2 0 0 0,1-1 0 0 0,12-6 0 0 0,0 0 1478 0 0,-1 0-1478 0 0,1 1 0 0 0,0 1 1 0 0,28-10-1 0 0,-40 18-594 0 0,1 0 0 0 0,0 1 1 0 0,-1 0-1 0 0,1 1 0 0 0,0 0 0 0 0,1 1 1 0 0,-1 0-1 0 0,23 3 0 0 0,-18 1-1811 0 0,-2 3-3342 0 0,-3 0-2292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5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162 38 6447 0 0,'5'-9'240'0'0,"-5"7"-202"0"0,1 0 0 0 0,1-1 0 0 0,-1 1 0 0 0,0 0 0 0 0,0 0 0 0 0,1 0 0 0 0,-1 0 0 0 0,1 0 0 0 0,0 0 0 0 0,-1 1 0 0 0,5-3 0 0 0,11 1 3189 0 0,-17 3-3071 0 0,1 0 0 0 0,-1 0 0 0 0,1 0 0 0 0,-1 1 0 0 0,1-1 0 0 0,-1 0 0 0 0,1 0 1 0 0,-1 0-1 0 0,0 1 0 0 0,1-1 0 0 0,-1 0 0 0 0,1 0 0 0 0,-1 1 0 0 0,0-1 0 0 0,1 0 1 0 0,-1 1-1 0 0,0-1 0 0 0,1 1 0 0 0,-1-1 0 0 0,1 1 0 0 0,-1 0 54 0 0,0 1-1 0 0,1 0 1 0 0,-1-1 0 0 0,0 1-1 0 0,0-1 1 0 0,0 1-1 0 0,0-1 1 0 0,0 1 0 0 0,0 0-1 0 0,0-1 1 0 0,-1 1-1 0 0,1-1 1 0 0,0 1-1 0 0,-1-1 1 0 0,1 1 0 0 0,-2 1-1 0 0,-2 6 156 0 0,0 0 0 0 0,-1 0 0 0 0,0-1 0 0 0,-1 1 0 0 0,-8 9 0 0 0,-37 36 433 0 0,17-19-379 0 0,5-7-165 0 0,21-21-120 0 0,0 0 1 0 0,1 1-1 0 0,0 0 0 0 0,0 0 1 0 0,1 0-1 0 0,-6 11 1 0 0,11-19-116 0 0,1 0 0 0 0,0 1 1 0 0,0-1-1 0 0,0 0 0 0 0,0 0 1 0 0,-1 1-1 0 0,1-1 1 0 0,0 0-1 0 0,0 1 0 0 0,0-1 1 0 0,0 0-1 0 0,0 1 0 0 0,0-1 1 0 0,0 0-1 0 0,0 1 1 0 0,0-1-1 0 0,0 0 0 0 0,0 1 1 0 0,0-1-1 0 0,0 0 0 0 0,0 1 1 0 0,0-1-1 0 0,0 0 1 0 0,0 0-1 0 0,0 1 0 0 0,1-1 1 0 0,-1 0-1 0 0,0 1 0 0 0,0-1 1 0 0,0 0-1 0 0,1 0 1 0 0,-1 1-1 0 0,0-1 0 0 0,0 0 1 0 0,1 1-1 0 0,13 1 327 0 0,20-7-82 0 0,-32 5-222 0 0,79-23 274 0 0,9-1-240 0 0,-78 22-76 0 0,0 0-1 0 0,1 1 1 0 0,-1 0-1 0 0,1 1 1 0 0,14 1-1 0 0,-11 3-211 0 0,-9 5-6190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5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75 7367 0 0,'12'0'2670'0'0,"1"-2"-1"0"0,0 1 0 0 0,22-7 1 0 0,40-16 1471 0 0,-44 14-3477 0 0,43-10 1 0 0,-62 17-1178 0 0,32-3 1855 0 0,-22 7-2781 0 0,-20 0 622 0 0,1-1-1 0 0,-1 1 0 0 0,0 0 1 0 0,0 0-1 0 0,0-1 1 0 0,4 4-1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7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296 98 3223 0 0,'1'-1'42'0'0,"2"-7"981"0"0,0 0 0 0 0,0-1 0 0 0,-1 1 0 0 0,3-17 0 0 0,-5 24-851 0 0,0 0 0 0 0,0-1 0 0 0,0 1 0 0 0,0 0 0 0 0,0-1 0 0 0,0 1 0 0 0,0-1 0 0 0,0 1 0 0 0,0 0 0 0 0,-1-1 0 0 0,1 1 0 0 0,-1 0 0 0 0,1-1 0 0 0,-1 1 0 0 0,1 0 0 0 0,-1 0 0 0 0,0 0 0 0 0,1-1 0 0 0,-1 1 0 0 0,0 0 0 0 0,0 0 0 0 0,0 0 0 0 0,0 0 0 0 0,0 0 0 0 0,0 0 0 0 0,0 1 0 0 0,0-1 0 0 0,-1 0 0 0 0,1 0 0 0 0,0 1 0 0 0,0-1 0 0 0,-1 1 0 0 0,1-1 1 0 0,0 1-1 0 0,-1 0 0 0 0,1-1 0 0 0,0 1 0 0 0,-1 0 0 0 0,-2 0 0 0 0,-3 0 103 0 0,0 0 1 0 0,0 1 0 0 0,0 0 0 0 0,0 0 0 0 0,0 1 0 0 0,0 0-1 0 0,0 0 1 0 0,0 0 0 0 0,0 1 0 0 0,1 0 0 0 0,0 1 0 0 0,-1-1-1 0 0,1 1 1 0 0,1 0 0 0 0,-1 1 0 0 0,-6 5 0 0 0,-1 3 45 0 0,0 0 1 0 0,1 1-1 0 0,0 0 0 0 0,2 1 1 0 0,-12 19-1 0 0,17-25-232 0 0,0 0 0 0 0,1 0 0 0 0,0 1 0 0 0,1 0-1 0 0,-1 0 1 0 0,2 0 0 0 0,0 0 0 0 0,0 0 0 0 0,0 1 0 0 0,2-1 0 0 0,-1 19 0 0 0,2-22-63 0 0,0-1-1 0 0,0 1 1 0 0,0 0 0 0 0,1-1 0 0 0,0 1-1 0 0,1-1 1 0 0,-1 1 0 0 0,1-1 0 0 0,0 0-1 0 0,0 0 1 0 0,1-1 0 0 0,0 1-1 0 0,0-1 1 0 0,0 1 0 0 0,1-1 0 0 0,0-1-1 0 0,0 1 1 0 0,11 7 0 0 0,-4-3 50 0 0,1-2 0 0 0,1 0 0 0 0,23 10 0 0 0,-28-14-42 0 0,0 0 0 0 0,0-1-1 0 0,0 0 1 0 0,0-1-1 0 0,0 1 1 0 0,0-2 0 0 0,13 1-1 0 0,-20-1-33 0 0,-1 0 0 0 0,1-1 0 0 0,0 1 0 0 0,0 0 0 0 0,0-1 0 0 0,0 1 0 0 0,0-1 0 0 0,0 0 0 0 0,0 1 0 0 0,-1-1 0 0 0,1 0 0 0 0,0 0 0 0 0,-1 0 0 0 0,4-3 0 0 0,-5 4 0 0 0,1-1 0 0 0,-1 0 0 0 0,0 0 0 0 0,1 1 0 0 0,-1-1 0 0 0,0 0 0 0 0,1 0 0 0 0,-1 0 0 0 0,0 0 0 0 0,0 0 0 0 0,0 1 0 0 0,0-1 0 0 0,0 0 0 0 0,0 0 0 0 0,0 0 0 0 0,0 0 0 0 0,0 0 0 0 0,0 0 0 0 0,-1 1 0 0 0,1-1 0 0 0,0 0 0 0 0,0 0 0 0 0,-1 0 0 0 0,1 0 0 0 0,-1 1 0 0 0,1-1 0 0 0,-1 0 0 0 0,1 1 0 0 0,-1-1 0 0 0,1 0 0 0 0,-1 1 0 0 0,0-1 0 0 0,-1-1 0 0 0,-3-3 0 0 0,0 1 0 0 0,-1-1 0 0 0,1 1 0 0 0,-1 0 0 0 0,0 0 0 0 0,-1 0 0 0 0,1 1 0 0 0,0 0 0 0 0,-1 1 0 0 0,0-1 0 0 0,0 1 0 0 0,0 0 0 0 0,0 1 0 0 0,0 0 0 0 0,-14-1 0 0 0,7 2 0 0 0,0 0 0 0 0,-1 1 0 0 0,1 0 0 0 0,0 1 0 0 0,-1 1 0 0 0,-25 8 0 0 0,34-9-7 0 0,0 1 0 0 0,1-1 1 0 0,-1 1-1 0 0,1 0 0 0 0,0 1 0 0 0,-10 7 0 0 0,15-11 2 0 0,-1 1 0 0 0,0 0 0 0 0,0 0 0 0 0,0-1 0 0 0,1 1 0 0 0,-1 0 0 0 0,0 0 0 0 0,1 0 0 0 0,-1 0 0 0 0,1 0 0 0 0,-1-1 0 0 0,1 1 0 0 0,-1 0 0 0 0,1 0 0 0 0,-1 0 0 0 0,1 1 0 0 0,0-1 0 0 0,0 0 0 0 0,0 0 0 0 0,-1 0 0 0 0,1 0 0 0 0,0 0 0 0 0,0 0 0 0 0,1 0 0 0 0,-1 0 0 0 0,0 0 0 0 0,0 0 0 0 0,0 0 0 0 0,1 0 0 0 0,-1 0 0 0 0,0 0 0 0 0,1 0 0 0 0,-1 0 0 0 0,1 0 0 0 0,0 0 0 0 0,-1 0 0 0 0,1 0 0 0 0,0 0 0 0 0,-1 0 0 0 0,1-1 0 0 0,0 1 0 0 0,0 0 0 0 0,-1-1 0 0 0,1 1 0 0 0,0 0 0 0 0,0-1 0 0 0,1 1 0 0 0,10 7-656 0 0,0 0-214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7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11255 0 0,'15'-25'1134'0'0,"-14"25"-1055"0"0,-1 0 1 0 0,0 0-1 0 0,1 0 1 0 0,-1 0-1 0 0,0 0 1 0 0,1 1-1 0 0,-1-1 0 0 0,0 0 1 0 0,1 0-1 0 0,-1 0 1 0 0,1 0-1 0 0,-1 0 1 0 0,0 0-1 0 0,1 1 1 0 0,-1-1-1 0 0,0 0 1 0 0,0 0-1 0 0,1 0 1 0 0,-1 1-1 0 0,0-1 1 0 0,0 0-1 0 0,1 0 1 0 0,-1 1-1 0 0,0-1 1 0 0,0 0-1 0 0,1 1 1 0 0,-1-1-1 0 0,0 0 0 0 0,0 1 1 0 0,0 0-1 0 0,7 10 2536 0 0,-6-6-2060 0 0,0 0-1 0 0,0 0 1 0 0,0 0 0 0 0,0 0-1 0 0,-1 0 1 0 0,0 1 0 0 0,-1 6-1 0 0,-8 39 210 0 0,2-8-609 0 0,6-37-291 0 0,0 1 131 0 0,0 0 0 0 0,1 0 0 0 0,0 8-1 0 0,0-13-346 0 0,1 0-1 0 0,-1 0 1 0 0,0 0-1 0 0,1 0 0 0 0,0 0 1 0 0,-1 0-1 0 0,1-1 1 0 0,0 1-1 0 0,2 3 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37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257 159 5063 0 0,'2'-8'384'0'0,"0"0"0"0"0,0 0 0 0 0,0-1-1 0 0,-1 1 1 0 0,-1 0 0 0 0,1-1 0 0 0,-1 1-1 0 0,-1-1 1 0 0,-1-8 0 0 0,2 14-181 0 0,-1 0-1 0 0,1 0 1 0 0,-1-1 0 0 0,0 1 0 0 0,0 0-1 0 0,0 0 1 0 0,-1 0 0 0 0,1 1 0 0 0,-1-1-1 0 0,1 0 1 0 0,-1 0 0 0 0,0 1 0 0 0,0-1-1 0 0,0 1 1 0 0,-1 0 0 0 0,1 0 0 0 0,0 0-1 0 0,-1 0 1 0 0,0 0 0 0 0,1 0 0 0 0,-1 0-1 0 0,0 1 1 0 0,0-1 0 0 0,0 1 0 0 0,0 0 0 0 0,-4-1-1 0 0,1 1 83 0 0,0 0 0 0 0,0 1-1 0 0,1-1 1 0 0,-1 1-1 0 0,0 0 1 0 0,0 1 0 0 0,0 0-1 0 0,0 0 1 0 0,0 0-1 0 0,1 0 1 0 0,-9 4 0 0 0,6-1-49 0 0,0 0-1 0 0,0 0 1 0 0,1 0 0 0 0,-1 1 0 0 0,1 0 0 0 0,1 0 0 0 0,-11 10-1 0 0,11-8-111 0 0,0-1 1 0 0,1 0-1 0 0,0 1 0 0 0,0 0 0 0 0,0 0 0 0 0,1 1 0 0 0,0-1 0 0 0,0 1 0 0 0,1 0 0 0 0,0 0 0 0 0,0 0 1 0 0,1 0-1 0 0,0 1 0 0 0,1-1 0 0 0,0 1 0 0 0,0-1 0 0 0,1 11 0 0 0,0-16-77 0 0,0 0-1 0 0,0 0 1 0 0,1 0 0 0 0,0 0-1 0 0,0 0 1 0 0,0 0 0 0 0,0 0-1 0 0,0 0 1 0 0,0-1 0 0 0,1 1-1 0 0,-1 0 1 0 0,1-1 0 0 0,0 1-1 0 0,-1-1 1 0 0,1 0-1 0 0,1 1 1 0 0,2 2 0 0 0,-1-3-29 0 0,-1 0-1 0 0,0 0 1 0 0,1 0 0 0 0,-1-1 0 0 0,1 0 0 0 0,-1 1-1 0 0,1-1 1 0 0,0 0 0 0 0,-1-1 0 0 0,1 1 0 0 0,0-1-1 0 0,5 1 1 0 0,-1-1-3 0 0,0-1 0 0 0,0 0 0 0 0,0 0 0 0 0,-1-1-1 0 0,1 1 1 0 0,-1-2 0 0 0,1 1 0 0 0,-1-1 0 0 0,0 0 0 0 0,0-1-1 0 0,0 1 1 0 0,12-10 0 0 0,-13 8-14 0 0,-1 0 0 0 0,0-1 0 0 0,-1 0 0 0 0,1 0-1 0 0,-1 0 1 0 0,0 0 0 0 0,-1 0 0 0 0,1-1 0 0 0,-1 0 0 0 0,-1 0-1 0 0,1 1 1 0 0,-1-2 0 0 0,0 1 0 0 0,-1 0 0 0 0,0 0 0 0 0,0 0-1 0 0,0-1 1 0 0,-1-8 0 0 0,-7 69-73 0 0,-4 62 293 0 0,5-74-87 0 0,2 0 1 0 0,2 49-1 0 0,8-27-434 0 0,-4-55-48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0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393 88 3223 0 0,'0'-7'1650'0'0,"0"3"-608"0"0,0 0-1 0 0,0 0 0 0 0,0 0 0 0 0,-1 0 0 0 0,0-4 0 0 0,0 6-799 0 0,0 0 0 0 0,1 1 0 0 0,-1-1 1 0 0,0 1-1 0 0,0-1 0 0 0,0 1 0 0 0,0-1 0 0 0,0 1 0 0 0,-1 0 0 0 0,1-1 0 0 0,0 1 0 0 0,0 0 0 0 0,-1 0 0 0 0,-2-2 0 0 0,-5-2 144 0 0,0 1-1 0 0,0 0 1 0 0,0 1-1 0 0,-1-1 0 0 0,1 2 1 0 0,-1-1-1 0 0,0 1 1 0 0,0 1-1 0 0,1 0 1 0 0,-17 0-1 0 0,4 2-33 0 0,0 0 0 0 0,-1 2 0 0 0,-35 8 0 0 0,48-8-206 0 0,1 0-1 0 0,0 0 0 0 0,-1 1 1 0 0,1 0-1 0 0,1 1 0 0 0,-1 0 1 0 0,1 0-1 0 0,0 1 0 0 0,-12 10 1 0 0,18-14-114 0 0,-1 0 1 0 0,1 1 0 0 0,0-1 0 0 0,0 0-1 0 0,0 1 1 0 0,0 0 0 0 0,1-1 0 0 0,-1 1 0 0 0,1 0-1 0 0,0 0 1 0 0,-1 0 0 0 0,1 0 0 0 0,0 0 0 0 0,1 0-1 0 0,-1 0 1 0 0,0 0 0 0 0,1 0 0 0 0,0 0-1 0 0,0 0 1 0 0,0 1 0 0 0,0-1 0 0 0,0 0 0 0 0,1 0-1 0 0,-1 0 1 0 0,1 0 0 0 0,0 0 0 0 0,0 0-1 0 0,0 0 1 0 0,0 0 0 0 0,1 0 0 0 0,-1 0 0 0 0,1-1-1 0 0,2 5 1 0 0,-2-5-26 0 0,0 0 0 0 0,0 0 0 0 0,1 0 0 0 0,-1 0-1 0 0,0 0 1 0 0,1-1 0 0 0,0 1 0 0 0,-1 0 0 0 0,1-1 0 0 0,0 0 0 0 0,0 0-1 0 0,0 0 1 0 0,-1 0 0 0 0,1 0 0 0 0,0-1 0 0 0,0 1 0 0 0,0-1 0 0 0,0 0-1 0 0,1 0 1 0 0,3 0 0 0 0,6-1 29 0 0,0 0 0 0 0,0-1 0 0 0,15-4 0 0 0,-18 4-36 0 0,1-1 0 0 0,-1-1 0 0 0,0 1 0 0 0,0-2 0 0 0,-1 1 0 0 0,1-1 0 0 0,13-10 0 0 0,-19 11 0 0 0,1 1 0 0 0,-2-1 0 0 0,1 1 0 0 0,0-1 0 0 0,-1 0 0 0 0,0-1 0 0 0,0 1 0 0 0,0 0 0 0 0,0-1 0 0 0,-1 0 0 0 0,1 0 0 0 0,-1 1 0 0 0,-1-1 0 0 0,1-1 0 0 0,-1 1 0 0 0,1 0 0 0 0,-1-6 0 0 0,-1 10 0 0 0,1 0 0 0 0,-1-1 0 0 0,0 1 0 0 0,0 0 0 0 0,0 0 0 0 0,-1 0 0 0 0,1 0 0 0 0,0 0 0 0 0,0 0 0 0 0,0 0 0 0 0,-1 0 0 0 0,1 0 0 0 0,0 1 0 0 0,-1-1 0 0 0,0-2 0 0 0,0 3 0 0 0,1 0 0 0 0,0 0 0 0 0,0 0 0 0 0,0 0 0 0 0,0-1 0 0 0,0 1 0 0 0,0 0 0 0 0,0 0 0 0 0,-1 0 0 0 0,1 0 0 0 0,0 0 0 0 0,0 0 0 0 0,0 0 0 0 0,0 0 0 0 0,0 0 0 0 0,-1 0 0 0 0,1 0 0 0 0,0 0 0 0 0,0 0 0 0 0,0 0 0 0 0,0 0 0 0 0,0 0 0 0 0,-1 0 0 0 0,1 0 0 0 0,0 0 0 0 0,0 0 0 0 0,0 0 0 0 0,0 0 0 0 0,0 0 0 0 0,0 0 0 0 0,-1 1 0 0 0,1-1 0 0 0,0 0 0 0 0,0 0 0 0 0,0 0 0 0 0,-5 9 0 0 0,2 4 20 0 0,0 0 1 0 0,1 0-1 0 0,0 0 0 0 0,2 1 0 0 0,0 13 0 0 0,0-8 38 0 0,-5 31 0 0 0,0-22 58 0 0,1 1-1 0 0,1-1 0 0 0,2 46 1 0 0,1-72-195 0 0,0 0 0 0 0,0 0 1 0 0,1 0-1 0 0,-1 0 0 0 0,1 0 0 0 0,-1 0 1 0 0,1 0-1 0 0,0-1 0 0 0,0 1 0 0 0,0 0 1 0 0,0 0-1 0 0,0-1 0 0 0,0 1 0 0 0,0 0 0 0 0,1-1 1 0 0,-1 1-1 0 0,1-1 0 0 0,-1 0 0 0 0,1 1 1 0 0,-1-1-1 0 0,1 0 0 0 0,0 0 0 0 0,-1 0 1 0 0,1 0-1 0 0,0 0 0 0 0,0-1 0 0 0,0 1 1 0 0,0-1-1 0 0,2 1 0 0 0,6 2-7705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1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197 120 2183 0 0,'3'-17'1730'0'0,"1"-21"0"0"0,-4 32-1257 0 0,0 1-1 0 0,0 0 1 0 0,-1-1 0 0 0,1 1-1 0 0,-1 0 1 0 0,0 0-1 0 0,-1 0 1 0 0,-2-7 0 0 0,4 11-304 0 0,0 0 0 0 0,0 1 1 0 0,-1-1-1 0 0,1 1 0 0 0,0-1 0 0 0,0 1 1 0 0,-1-1-1 0 0,1 1 0 0 0,0-1 1 0 0,-1 1-1 0 0,1-1 0 0 0,-1 1 0 0 0,1 0 1 0 0,0-1-1 0 0,-1 1 0 0 0,1-1 1 0 0,-1 1-1 0 0,1 0 0 0 0,-1 0 0 0 0,1-1 1 0 0,-1 1-1 0 0,1 0 0 0 0,-1 0 1 0 0,1-1-1 0 0,-1 1 0 0 0,-1 0 0 0 0,2 0 10 0 0,-1 1 0 0 0,0-1 0 0 0,0 0 0 0 0,0 0 0 0 0,0 1 0 0 0,1-1 0 0 0,-1 1 0 0 0,0-1 0 0 0,0 1-1 0 0,1-1 1 0 0,-1 1 0 0 0,0-1 0 0 0,1 1 0 0 0,-1 0 0 0 0,0 0 0 0 0,-3 4 411 0 0,1 1 1 0 0,0-1-1 0 0,-5 10 0 0 0,5-7-404 0 0,-1 0 0 0 0,2 0 0 0 0,-1 1 0 0 0,1-1 0 0 0,0 1 0 0 0,1-1 0 0 0,0 1 0 0 0,1 0 0 0 0,0-1 0 0 0,0 1 0 0 0,0 0 0 0 0,1-1 0 0 0,1 1 0 0 0,-1 0 0 0 0,6 14 0 0 0,0-8-83 0 0,-1 0-1 0 0,2-1 1 0 0,-1 0 0 0 0,2 0-1 0 0,0-1 1 0 0,1 0 0 0 0,19 19-1 0 0,6 3 228 0 0,-17-18-160 0 0,-2-1-1 0 0,15 21 1 0 0,-30-36-166 0 0,0 0 0 0 0,0 0-1 0 0,0 0 1 0 0,-1 0 0 0 0,1 1 0 0 0,0-1-1 0 0,-1 0 1 0 0,1 0 0 0 0,0 1-1 0 0,-1-1 1 0 0,0 0 0 0 0,1 1 0 0 0,-1-1-1 0 0,0 1 1 0 0,0-1 0 0 0,0 0 0 0 0,0 1-1 0 0,0-1 1 0 0,0 1 0 0 0,0-1 0 0 0,0 0-1 0 0,-1 1 1 0 0,1-1 0 0 0,0 0-1 0 0,-1 1 1 0 0,1-1 0 0 0,-1 0 0 0 0,0 1-1 0 0,0 1 1 0 0,-1-1 2 0 0,-1 0 0 0 0,1 0-1 0 0,0 0 1 0 0,-1 0 0 0 0,1-1-1 0 0,-1 1 1 0 0,1 0 0 0 0,-1-1 0 0 0,0 0-1 0 0,1 0 1 0 0,-1 0 0 0 0,0 0-1 0 0,-4 1 1 0 0,-5 0-6 0 0,1-1 0 0 0,-1 0 0 0 0,0 0 0 0 0,0-1 0 0 0,1-1 0 0 0,-1 0 0 0 0,0 0 0 0 0,1-1 0 0 0,-1-1 0 0 0,-17-6 0 0 0,12 3 0 0 0,1-1 0 0 0,0 0 0 0 0,0-2 0 0 0,1 0 0 0 0,0 0 0 0 0,-19-17 0 0 0,32 25 0 0 0,1 0 0 0 0,-1 0 0 0 0,1-1 0 0 0,-1 1 0 0 0,1-1 0 0 0,-1 1 0 0 0,1-1 0 0 0,0 0 0 0 0,0 0 0 0 0,0 1 0 0 0,0-1 0 0 0,0 0 0 0 0,0 0 0 0 0,1 0 0 0 0,-1 0 0 0 0,0-3 0 0 0,1 4 0 0 0,0 0 0 0 0,1-1 0 0 0,-1 1 0 0 0,0-1 0 0 0,1 1 0 0 0,-1-1 0 0 0,1 1 0 0 0,-1 0 0 0 0,1-1 0 0 0,0 1 0 0 0,-1 0 0 0 0,1 0 0 0 0,0-1 0 0 0,0 1 0 0 0,0 0 0 0 0,0 0 0 0 0,0 0 0 0 0,0 0 0 0 0,0 0 0 0 0,1 0 0 0 0,-1 1 0 0 0,3-3 0 0 0,16-7 0 0 0,0 0 0 0 0,1 0 0 0 0,1 2 0 0 0,24-6 0 0 0,22-8 0 0 0,-61 19 0 0 0,82-36 0 0 0,-80 34 0 0 0,-1 1 0 0 0,1-2 0 0 0,-1 0 0 0 0,0 0 0 0 0,0 0 0 0 0,-1-1 0 0 0,10-11 0 0 0,-16 16 0 0 0,0 1 0 0 0,0 0 0 0 0,0-1 0 0 0,0 1 0 0 0,0-1 0 0 0,-1 1 0 0 0,1-1 0 0 0,-1 1 0 0 0,1-1 0 0 0,-1 1 0 0 0,1-1 0 0 0,-1 0 0 0 0,0 1 0 0 0,0-1 0 0 0,0 1 0 0 0,0-1 0 0 0,0 0 0 0 0,0 1 0 0 0,-1-3 0 0 0,1 2 0 0 0,-1-1 0 0 0,0 0 0 0 0,-1 1 0 0 0,1-1 0 0 0,0 1 0 0 0,-1-1 0 0 0,1 1 0 0 0,-1-1 0 0 0,0 1 0 0 0,-2-2 0 0 0,-2-2 0 0 0,-1 0 0 0 0,1 1 0 0 0,-1 0 0 0 0,0 0 0 0 0,-1 1 0 0 0,-9-5 0 0 0,8 5-144 0 0,0 1 1 0 0,0 0-1 0 0,-1 1 0 0 0,1 0 0 0 0,-1 0 0 0 0,1 1 1 0 0,-1 0-1 0 0,0 1 0 0 0,1 0 0 0 0,-13 2 0 0 0,14-1-254 0 0,0 0 0 0 0,1 1-1 0 0,-1 0 1 0 0,0 0-1 0 0,1 1 1 0 0,0 0-1 0 0,-1 0 1 0 0,1 0 0 0 0,1 1-1 0 0,-1 0 1 0 0,0 1-1 0 0,-11 10 1 0 0,-1 6-7233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2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39 120 6911 0 0,'-1'-9'249'0'0,"0"-1"-1"0"0,0 1 0 0 0,-1-1 0 0 0,0 1 0 0 0,-7-18 1 0 0,-14-19 7162 0 0,28 58-6047 0 0,7 17-431 0 0,6 4-537 0 0,-2 2 0 0 0,-1 0 0 0 0,-1 0 0 0 0,-3 1 0 0 0,0 1 1 0 0,7 58-1 0 0,-13-43-343 0 0,-5-49-1453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3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2 141 6911 0 0,'0'-3'231'0'0,"-1"1"-1"0"0,1 0 0 0 0,0 0 0 0 0,0 0 1 0 0,0 0-1 0 0,0 0 0 0 0,0 0 0 0 0,1-1 1 0 0,-1 1-1 0 0,1 0 0 0 0,-1 0 0 0 0,1 0 0 0 0,0 0 1 0 0,-1 0-1 0 0,1 0 0 0 0,2-2 0 0 0,-1 1 162 0 0,1 0 1 0 0,-1 0-1 0 0,1 0 0 0 0,0 0 0 0 0,0 1 0 0 0,0-1 0 0 0,0 1 0 0 0,4-3 0 0 0,6-1 695 0 0,0-1 1 0 0,1 2-1 0 0,22-7 1 0 0,-33 11-1026 0 0,37-10 1402 0 0,81-11 0 0 0,-59 17-1388 0 0,122 4 0 0 0,-179 2-569 0 0,0 0 0 0 0,0 0 0 0 0,0 0 1 0 0,0 0-1 0 0,0 1 0 0 0,8 3 0 0 0,6 3-7136 0 0,-19-8 7472 0 0,0 0 0 0 0,1 0 0 0 0,-1 0 0 0 0,0 0 0 0 0,0 0 0 0 0,1 0 0 0 0,-1 0 0 0 0,0 0 0 0 0,0 0 0 0 0,0 0 0 0 0,1 0 0 0 0,-1 0 0 0 0,0 0 0 0 0,0 0 0 0 0,0 0 0 0 0,1 0 0 0 0,-1 0 0 0 0,0 0 0 0 0,0 0 0 0 0,0 0 0 0 0,1 0 0 0 0,3-12-3202 0 0,2 0 5395 0 0,-6 12-1915 0 0,0 0 1 0 0,1 0-1 0 0,-1 0 1 0 0,0-1-1 0 0,1 1 1 0 0,-1 0-1 0 0,1 0 1 0 0,-1 0 0 0 0,1 0-1 0 0,-1 0 1 0 0,0 0-1 0 0,1 0 1 0 0,-1 0-1 0 0,1 0 1 0 0,-1 0-1 0 0,1 0 1 0 0,-1 0-1 0 0,0 0 1 0 0,1 0 0 0 0,-1 0-1 0 0,1 0 1 0 0,-1 1-1 0 0,0-1 1 0 0,1 0-1 0 0,-1 0 1 0 0,0 0-1 0 0,1 1 1 0 0,-1-1 0 0 0,0 0-1 0 0,1 1 1 0 0,-1-1-1 0 0,1 1 1 0 0,1 1 402 0 0,0 0 1 0 0,1 0-1 0 0,-1 1 0 0 0,0-1 1 0 0,0 1-1 0 0,0-1 1 0 0,-1 1-1 0 0,1 0 0 0 0,-1 0 1 0 0,2 3-1 0 0,10 35 1580 0 0,-9-27-1355 0 0,25 99 2549 0 0,-12-48-2542 0 0,-14-55-699 0 0,-1 0-1 0 0,1 1 0 0 0,-2-1 1 0 0,1 1-1 0 0,-1-1 0 0 0,-1 1 0 0 0,0-1 1 0 0,0 1-1 0 0,-3 13 0 0 0,0-22-56 0 0,0-6 0 0 0,-2-6 0 0 0,0-16 16 0 0,2 0 0 0 0,1 0 0 0 0,1 0 0 0 0,1 0 0 0 0,1 0 0 0 0,1 0 0 0 0,8-32 0 0 0,-9 52-18 0 0,0 0-1 0 0,1 0 1 0 0,0 1-1 0 0,0-1 1 0 0,1 1-1 0 0,-1 0 1 0 0,1-1-1 0 0,0 1 1 0 0,1 0 0 0 0,-1 1-1 0 0,1-1 1 0 0,4-4-1 0 0,-5 7 2 0 0,0-1-1 0 0,-1 1 1 0 0,1 0-1 0 0,0 1 1 0 0,0-1-1 0 0,0 0 1 0 0,0 1 0 0 0,1 0-1 0 0,-1-1 1 0 0,0 1-1 0 0,0 1 1 0 0,1-1-1 0 0,-1 0 1 0 0,1 1-1 0 0,-1 0 1 0 0,0 0-1 0 0,1 0 1 0 0,-1 0-1 0 0,1 0 1 0 0,-1 1 0 0 0,7 1-1 0 0,-8-1 2 0 0,0-1 0 0 0,1 1 0 0 0,-1 0 0 0 0,0 0 0 0 0,0 0 0 0 0,0 0 0 0 0,0 0 0 0 0,-1 0 0 0 0,1 0 0 0 0,0 1 0 0 0,0-1 0 0 0,-1 1 0 0 0,1-1 0 0 0,-1 1 0 0 0,1 0 0 0 0,-1 0 0 0 0,0 0 0 0 0,0 0 0 0 0,1-1 0 0 0,-2 1 0 0 0,1 1 0 0 0,0-1 0 0 0,0 0 0 0 0,0 4 0 0 0,0-3 0 0 0,-1 1 0 0 0,0-1 0 0 0,1 0 0 0 0,-2 1 0 0 0,1-1 0 0 0,0 1 0 0 0,-1-1 0 0 0,1 0 0 0 0,-1 0 0 0 0,0 1 0 0 0,0-1 0 0 0,-1 0 0 0 0,1 0 0 0 0,-1 0 0 0 0,-2 5 0 0 0,-2 0 0 0 0,0-1 0 0 0,0 0 0 0 0,-1 0 0 0 0,1 0 0 0 0,-1-1 0 0 0,-1 0 0 0 0,0 0 0 0 0,1 0 0 0 0,-2-1 0 0 0,1-1 0 0 0,0 1 0 0 0,-1-1 0 0 0,0-1 0 0 0,0 0 0 0 0,-15 4 0 0 0,24-7 0 0 0,0 0 0 0 0,0 0 0 0 0,-1 0 0 0 0,1 0 0 0 0,0 0 0 0 0,0 0 0 0 0,0 0 0 0 0,0 0 0 0 0,0 0 0 0 0,0 0 0 0 0,0 1 0 0 0,0-1 0 0 0,0 0 0 0 0,0 0 0 0 0,0 0 0 0 0,0 0 0 0 0,0 0 0 0 0,0 0 0 0 0,0 0 0 0 0,0 0 0 0 0,0 1 0 0 0,0-1 0 0 0,0 0 0 0 0,0 0 0 0 0,0 0 0 0 0,0 0 0 0 0,0 0 0 0 0,0 0 0 0 0,0 0 0 0 0,0 0 0 0 0,0 1 0 0 0,0-1 0 0 0,0 0 0 0 0,0 0 0 0 0,0 0 0 0 0,0 0 0 0 0,0 0 0 0 0,0 0 0 0 0,1 0 0 0 0,-1 0 0 0 0,0 0 0 0 0,0 0 0 0 0,0 0 0 0 0,0 1 0 0 0,0-1 0 0 0,0 0 0 0 0,0 0 0 0 0,0 0 0 0 0,0 0 0 0 0,1 0 0 0 0,-1 0 0 0 0,0 0 0 0 0,0 0 0 0 0,0 0 0 0 0,0 0 0 0 0,0 0 0 0 0,0 0 0 0 0,1 0 0 0 0,11 8 0 0 0,14 6 0 0 0,4 1 0 0 0,1-3 0 0 0,49 15 0 0 0,-47-15 44 0 0,-29-10-34 0 0,1 1-1 0 0,0-1 1 0 0,0-1-1 0 0,-1 1 1 0 0,1-1-1 0 0,0 0 1 0 0,0 0-1 0 0,0 0 1 0 0,1-1-1 0 0,-1 1 1 0 0,0-1-1 0 0,0-1 1 0 0,9 0-1 0 0,20-9-1528 0 0,-26 9 45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3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79 455 0 0,'-5'-16'11583'0'0,"5"21"-10184"0"0,2 18 980 0 0,0 0 1 0 0,12 42 0 0 0,-11-52-2077 0 0,1-1 0 0 0,1 0 0 0 0,0 0 0 0 0,0-1 0 0 0,1 0 0 0 0,1 0 0 0 0,9 13 0 0 0,-14-21-287 0 0,1-1-1 0 0,0 1 0 0 0,-1-1 1 0 0,1 0-1 0 0,0 0 0 0 0,0 0 1 0 0,0-1-1 0 0,0 1 0 0 0,0-1 1 0 0,1 1-1 0 0,-1-1 0 0 0,0 0 1 0 0,1 0-1 0 0,-1-1 0 0 0,1 1 1 0 0,-1-1-1 0 0,1 0 0 0 0,-1 1 1 0 0,1-1-1 0 0,-1-1 0 0 0,1 1 0 0 0,6-2 1 0 0,1 0 27 0 0,-1-1 0 0 0,1 0 0 0 0,-1-1 1 0 0,0 0-1 0 0,0-1 0 0 0,10-6 0 0 0,-15 8-34 0 0,0 0 0 0 0,-1 0 0 0 0,1 0 0 0 0,-1-1-1 0 0,0 0 1 0 0,0 0 0 0 0,0 0 0 0 0,-1 0 0 0 0,0-1 0 0 0,1 0 0 0 0,-2 1-1 0 0,1-1 1 0 0,0 0 0 0 0,-1 0 0 0 0,0-1 0 0 0,3-8 0 0 0,-4 6 4 0 0,0 1-1 0 0,0 0 1 0 0,-1-1 0 0 0,1 1 0 0 0,-2-1 0 0 0,1 1 0 0 0,-1 0-1 0 0,0-1 1 0 0,-1 1 0 0 0,1 0 0 0 0,-1 0 0 0 0,-4-8-1 0 0,6 14-9 0 0,-4-9 14 0 0,0-1 0 0 0,0 1 0 0 0,-1 0 0 0 0,-1 0 0 0 0,0 1 0 0 0,0 0 0 0 0,-9-10 0 0 0,15 19-16 0 0,0-1-1 0 0,0 1 1 0 0,0 0-1 0 0,0 0 1 0 0,-1 0 0 0 0,1-1-1 0 0,0 1 1 0 0,0 0-1 0 0,0 0 1 0 0,0 0-1 0 0,0-1 1 0 0,-1 1 0 0 0,1 0-1 0 0,0 0 1 0 0,0 0-1 0 0,0 0 1 0 0,-1 0-1 0 0,1 0 1 0 0,0 0 0 0 0,0-1-1 0 0,0 1 1 0 0,-1 0-1 0 0,1 0 1 0 0,0 0-1 0 0,0 0 1 0 0,-1 0 0 0 0,1 0-1 0 0,0 0 1 0 0,0 0-1 0 0,0 0 1 0 0,-1 0 0 0 0,1 0-1 0 0,0 0 1 0 0,0 0-1 0 0,-1 0 1 0 0,1 0-1 0 0,0 1 1 0 0,0-1 0 0 0,0 0-1 0 0,-1 0 1 0 0,1 0-1 0 0,0 0 1 0 0,0 0-1 0 0,0 0 1 0 0,-1 1 0 0 0,1-1-1 0 0,0 0 1 0 0,0 0-1 0 0,0 0 1 0 0,0 0-1 0 0,0 1 1 0 0,-1-1 0 0 0,1 0-1 0 0,0 0 1 0 0,0 0-1 0 0,0 1 1 0 0,0-1-1 0 0,0 0 1 0 0,0 0 0 0 0,0 1-1 0 0,0-1 1 0 0,0 0-1 0 0,0 1 1 0 0,0 0-55 0 0,-1 1 0 0 0,1-1 0 0 0,0 0-1 0 0,0 1 1 0 0,0-1 0 0 0,0 1 0 0 0,1-1 0 0 0,-1 0 0 0 0,0 1 0 0 0,1 1-1 0 0,7 12-2674 0 0,-2-5-4855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3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3223 0 0,'1'-1'262'0'0,"-1"0"-1"0"0,1-1 0 0 0,0 1 0 0 0,-1 0 0 0 0,1 0 1 0 0,0 0-1 0 0,0 0 0 0 0,0 0 0 0 0,0 0 0 0 0,0 0 0 0 0,0 0 1 0 0,0 1-1 0 0,0-1 0 0 0,0 0 0 0 0,0 1 0 0 0,1-1 1 0 0,-1 0-1 0 0,0 1 0 0 0,0 0 0 0 0,1-1 0 0 0,-1 1 1 0 0,0 0-1 0 0,1-1 0 0 0,-1 1 0 0 0,0 0 0 0 0,1 0 0 0 0,-1 0 1 0 0,0 0-1 0 0,1 0 0 0 0,-1 1 0 0 0,0-1 0 0 0,1 0 1 0 0,-1 1-1 0 0,0-1 0 0 0,0 1 0 0 0,1-1 0 0 0,-1 1 0 0 0,0-1 1 0 0,0 1-1 0 0,0 0 0 0 0,0 0 0 0 0,0 0 0 0 0,0-1 1 0 0,2 3-1 0 0,1 1 980 0 0,0 1 0 0 0,0-1 0 0 0,6 10 0 0 0,7 13 125 0 0,-8-6-796 0 0,0 1 0 0 0,-1 0 0 0 0,9 47 0 0 0,0-5-393 0 0,-16-60-171 0 0,0-1 0 0 0,0 1-1 0 0,0-1 1 0 0,1 1 0 0 0,0-1-1 0 0,0 1 1 0 0,0-1-1 0 0,0 0 1 0 0,0 0 0 0 0,1 0-1 0 0,-1 0 1 0 0,1-1 0 0 0,0 1-1 0 0,-1-1 1 0 0,1 1-1 0 0,1-1 1 0 0,-1 0 0 0 0,0 0-1 0 0,0 0 1 0 0,1-1 0 0 0,-1 1-1 0 0,5 0 1 0 0,-1 0 4 0 0,1-1 0 0 0,0 0 1 0 0,-1 0-1 0 0,1-1 0 0 0,0 0 1 0 0,-1 0-1 0 0,1-1 0 0 0,0 0 1 0 0,-1 0-1 0 0,8-3 0 0 0,0 0-41 0 0,27-10 0 0 0,-36 11 19 0 0,-1 0 0 0 0,1 0-1 0 0,-1 0 1 0 0,0 0 0 0 0,0-1 0 0 0,0 0-1 0 0,7-6 1 0 0,-12 9-7 0 0,1 1 1 0 0,-1-1-1 0 0,1 1 0 0 0,-1-1 0 0 0,1 1 1 0 0,-1-1-1 0 0,1 1 0 0 0,-1-1 0 0 0,0 1 1 0 0,1-1-1 0 0,-1 1 0 0 0,0-1 1 0 0,0 0-1 0 0,1 1 0 0 0,-1-1 0 0 0,0 0 1 0 0,0 1-1 0 0,0-1 0 0 0,0 0 0 0 0,0 1 1 0 0,0-1-1 0 0,0 0 0 0 0,0 1 0 0 0,0-1 1 0 0,0 0-1 0 0,0 1 0 0 0,0-1 0 0 0,0 0 1 0 0,0 1-1 0 0,-1-1 0 0 0,1 1 0 0 0,0-1 1 0 0,-1 0-1 0 0,1 1 0 0 0,0-1 0 0 0,-1 1 1 0 0,1-1-1 0 0,-1 0 0 0 0,-1-1-413 0 0,0 1 0 0 0,-1-1-1 0 0,1 1 1 0 0,0 0 0 0 0,-1 0 0 0 0,1 0-1 0 0,-1 0 1 0 0,-3-1 0 0 0,-10-2-6667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3.9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0 146 455 0 0,'0'-1'66'0'0,"0"0"0"0"0,1 1-1 0 0,-1-1 1 0 0,0 1-1 0 0,0-1 1 0 0,1 1-1 0 0,-1-1 1 0 0,0 1-1 0 0,1-1 1 0 0,-1 1 0 0 0,0-1-1 0 0,1 1 1 0 0,-1 0-1 0 0,1-1 1 0 0,-1 1-1 0 0,0-1 1 0 0,1 1-1 0 0,-1 0 1 0 0,1 0 0 0 0,0-1-1 0 0,-1 1 1 0 0,1 0-1 0 0,0-1 1 0 0,21-9 2516 0 0,-13 5-1518 0 0,110-54 8400 0 0,2 6-5734 0 0,-102 45-3662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4.1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1 199 3679 0 0,'0'-2'119'0'0,"-1"0"0"0"0,1 0 0 0 0,0 0 0 0 0,1 0 0 0 0,-1 0 0 0 0,0 1 0 0 0,0-1 0 0 0,1 0 0 0 0,-1 0 0 0 0,1 0 0 0 0,0 0 0 0 0,0 1 0 0 0,-1-1 0 0 0,1 0 0 0 0,0 0 0 0 0,0 1 0 0 0,0-1 0 0 0,1 1 0 0 0,-1-1 0 0 0,2 0 0 0 0,4-5 1593 0 0,0 1 0 0 0,15-11 0 0 0,-14 12-880 0 0,92-61 7483 0 0,-85 56-7898 0 0,1 1 1 0 0,-1 0 0 0 0,1 1 0 0 0,1 1-1 0 0,27-8 1 0 0,-44 15-423 0 0,1 0-21 0 0,-1-1 1 0 0,0 1-1 0 0,0 0 1 0 0,0 0-1 0 0,0 0 1 0 0,1 0-1 0 0,-1 0 1 0 0,0 0-1 0 0,0-1 1 0 0,1 1-1 0 0,-1 0 1 0 0,0 0-1 0 0,0 0 1 0 0,0 0-1 0 0,1 0 1 0 0,-1 0-1 0 0,0 0 1 0 0,0 0-1 0 0,1 0 1 0 0,-1 0-1 0 0,0 0 0 0 0,0 0 1 0 0,1 0-1 0 0,-1 0 1 0 0,0 0-1 0 0,0 0 1 0 0,0 0-1 0 0,1 1 1 0 0,-1-1-1 0 0,0 0 1 0 0,0 0-1 0 0,0 0 1 0 0,1 0-1 0 0,-1 0 1 0 0,0 0-1 0 0,0 1 1 0 0,0-1-1 0 0,0 0 1 0 0,1 0-1 0 0,-1 0 1 0 0,0 1-1 0 0,0-1 1 0 0,0 0-1 0 0,0 0 1 0 0,0 0-1 0 0,0 1 1 0 0,0-1-1 0 0,1 0 1 0 0,-1 0-1 0 0,0 1 1 0 0,0-1-1 0 0,0 0 1 0 0,0 0-1 0 0,0 0 1 0 0,0 1-1 0 0,0-1 1 0 0,0 0-1 0 0,0 0 1 0 0,-1 1-1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4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420 122 4143 0 0,'11'-18'1285'0'0,"22"-28"-1"0"0,20-12 6974 0 0,-54 62-4997 0 0,-6 19-1818 0 0,-5 1-886 0 0,0-1 0 0 0,-2-1-1 0 0,-17 22 1 0 0,-55 59-3 0 0,56-70-350 0 0,-58 49 1 0 0,77-73-176 0 0,-1 0 0 0 0,1-1 0 0 0,-2 0 0 0 0,1-1 0 0 0,-1-1 0 0 0,0 0 0 0 0,0-1 0 0 0,-1 0 0 0 0,-20 4 0 0 0,31-8-25 0 0,0-1 1 0 0,0 1 0 0 0,0-1-1 0 0,0 0 1 0 0,0 0-1 0 0,0 0 1 0 0,0 0-1 0 0,0 0 1 0 0,0-1 0 0 0,0 0-1 0 0,0 1 1 0 0,0-1-1 0 0,0 0 1 0 0,0 0 0 0 0,0-1-1 0 0,1 1 1 0 0,-1-1-1 0 0,0 1 1 0 0,1-1-1 0 0,-1 0 1 0 0,1 0 0 0 0,0 0-1 0 0,-1 0 1 0 0,1 0-1 0 0,0-1 1 0 0,0 1-1 0 0,0-1 1 0 0,1 1 0 0 0,-1-1-1 0 0,1 0 1 0 0,-1 1-1 0 0,1-1 1 0 0,0 0 0 0 0,0 0-1 0 0,0 0 1 0 0,1 0-1 0 0,-1 0 1 0 0,0-5-1 0 0,0-1-1 0 0,1 0 0 0 0,0-1 0 0 0,0 1 0 0 0,1 0 0 0 0,0 0 0 0 0,1 0 0 0 0,-1 0 0 0 0,2 0 0 0 0,-1 0 0 0 0,2 0 0 0 0,-1 1 0 0 0,1-1 0 0 0,8-13 0 0 0,-9 18-2 0 0,0 0 1 0 0,0 0-1 0 0,0 0 1 0 0,1 1-1 0 0,-1-1 1 0 0,1 1-1 0 0,0 0 1 0 0,0 0-1 0 0,0 0 1 0 0,0 1-1 0 0,9-5 1 0 0,-10 6-2 0 0,1 0 1 0 0,0 0-1 0 0,0 0 0 0 0,0 0 1 0 0,0 1-1 0 0,0 0 1 0 0,0-1-1 0 0,0 2 1 0 0,1-1-1 0 0,-1 0 1 0 0,0 1-1 0 0,0 0 0 0 0,-1 0 1 0 0,1 0-1 0 0,0 0 1 0 0,4 2-1 0 0,9 5 23 0 0,-1 1 1 0 0,-1 0-1 0 0,0 1 0 0 0,0 0 0 0 0,18 17 0 0 0,62 69 164 0 0,-80-81-176 0 0,-3-2 5 0 0,0 1 0 0 0,-1 0 0 0 0,0 0-1 0 0,9 17 1 0 0,-19-29-107 0 0,0 0 0 0 0,0 0 0 0 0,1 0 0 0 0,-1 0 0 0 0,1 0 0 0 0,-1-1 0 0 0,1 1 0 0 0,0 0 0 0 0,-1-1 0 0 0,1 0 0 0 0,0 1 0 0 0,0-1 0 0 0,0 0 0 0 0,0 0 0 0 0,0 0 0 0 0,1 0 0 0 0,-1 0 0 0 0,0-1 0 0 0,4 2 0 0 0,5-1-7793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5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5527 0 0,'0'-5'437'0'0,"-1"-4"-425"0"0,1 9 16 0 0,0 0 1 0 0,0 0 0 0 0,0 0 0 0 0,0 0 0 0 0,0 0 0 0 0,1 0 0 0 0,-1-1-1 0 0,0 1 1 0 0,0 0 0 0 0,0 0 0 0 0,0 0 0 0 0,0 0 0 0 0,0 0 0 0 0,0 0 0 0 0,0 0-1 0 0,0 0 1 0 0,0 0 0 0 0,0 0 0 0 0,0 0 0 0 0,0 0 0 0 0,0 0 0 0 0,0-1-1 0 0,0 1 1 0 0,0 0 0 0 0,0 0 0 0 0,1 0 0 0 0,-1 0 0 0 0,0 0 0 0 0,0 0 0 0 0,0 0-1 0 0,0 0 1 0 0,0 0 0 0 0,0 0 0 0 0,0 0 0 0 0,0 0 0 0 0,0 0 0 0 0,0 0-1 0 0,1 0 1 0 0,-1 0 0 0 0,0 0 0 0 0,0 0 0 0 0,0 0 0 0 0,0 0 0 0 0,0 0 0 0 0,0 0-1 0 0,0 0 1 0 0,0 0 0 0 0,0 0 0 0 0,0 0 0 0 0,0 1 0 0 0,1-1 0 0 0,-1 0 0 0 0,0 0-1 0 0,0 0 1 0 0,0 0 0 0 0,0 0 0 0 0,0 0 0 0 0,0 0 0 0 0,0 0 0 0 0,0 0-1 0 0,0 0 1 0 0,0 0 0 0 0,0 0 0 0 0,0 0 0 0 0,0 0 0 0 0,0 1 0 0 0,0-1 0 0 0,0 0-1 0 0,2 1 695 0 0,0 1 0 0 0,0-1 0 0 0,1 1 0 0 0,-1-1 0 0 0,0 0 0 0 0,1 0 0 0 0,2 1 0 0 0,32 7 2664 0 0,46-4 258 0 0,6 1-2957 0 0,-87-6-771 0 0,-1 0 26 0 0,0 0 0 0 0,-1 0 0 0 0,1 0 0 0 0,0 0 1 0 0,-1 0-1 0 0,1 0 0 0 0,0 1 0 0 0,-1-1 0 0 0,1 0 0 0 0,0 0 0 0 0,-1 0 0 0 0,1 1 0 0 0,-1-1 0 0 0,1 0 0 0 0,0 0 0 0 0,-1 1 0 0 0,1-1 0 0 0,-1 1 1 0 0,1-1-1 0 0,-1 0 0 0 0,1 1 0 0 0,-1-1 0 0 0,1 2 0 0 0,-2 2-1478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5.2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22 6911 0 0,'0'0'31'0'0,"0"1"0"0"0,0-1-1 0 0,0 0 1 0 0,0 0-1 0 0,-1 0 1 0 0,1 0 0 0 0,0 0-1 0 0,0 0 1 0 0,0 0 0 0 0,0 0-1 0 0,-1 0 1 0 0,1 0-1 0 0,0 0 1 0 0,0 0 0 0 0,0 1-1 0 0,0-1 1 0 0,0 0-1 0 0,0 0 1 0 0,-1 0 0 0 0,1 0-1 0 0,0 0 1 0 0,0 0-1 0 0,0 1 1 0 0,0-1 0 0 0,0 0-1 0 0,0 0 1 0 0,0 0-1 0 0,0 0 1 0 0,0 1 0 0 0,0-1-1 0 0,0 0 1 0 0,0 0 0 0 0,0 0-1 0 0,0 0 1 0 0,0 1-1 0 0,0-1 1 0 0,0 0 0 0 0,0 0-1 0 0,0 0 1 0 0,0 0-1 0 0,0 1 1 0 0,0-1 0 0 0,0 0-1 0 0,0 0 1 0 0,0 0-1 0 0,0 0 1 0 0,0 1 0 0 0,0-1-1 0 0,0 0 1 0 0,1 0 0 0 0,-1 0-1 0 0,0 0 1 0 0,0 0-1 0 0,0 0 1 0 0,0 1 0 0 0,15 2 1786 0 0,20-1 2341 0 0,-15-5-1771 0 0,0 0 1 0 0,28-8 0 0 0,-31 6-2050 0 0,0 1 0 0 0,1 1 0 0 0,31-2 0 0 0,-46 5-811 0 0,-2 1-171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6.2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99 101 2759 0 0,'-2'-4'507'0'0,"-1"0"-1"0"0,0 1 0 0 0,0-1 1 0 0,0 1-1 0 0,0 0 0 0 0,-6-5 0 0 0,-14-14 3053 0 0,22 21-3214 0 0,0-1 0 0 0,0 0-1 0 0,0 1 1 0 0,0-1 0 0 0,0 1 0 0 0,0-1 0 0 0,0 0 0 0 0,1 0 0 0 0,-1 0 0 0 0,1 1-1 0 0,-1-1 1 0 0,1 0 0 0 0,0-3 0 0 0,0 4-182 0 0,0 0 1 0 0,0 0-1 0 0,1 0 0 0 0,-1 1 0 0 0,0-1 1 0 0,1 0-1 0 0,-1 0 0 0 0,1 0 1 0 0,-1 1-1 0 0,1-1 0 0 0,-1 0 1 0 0,1 1-1 0 0,0-1 0 0 0,-1 0 0 0 0,1 1 1 0 0,0-1-1 0 0,0 1 0 0 0,-1-1 1 0 0,1 1-1 0 0,0-1 0 0 0,0 1 1 0 0,0-1-1 0 0,-1 1 0 0 0,1 0 0 0 0,2-1 1 0 0,22-4 1257 0 0,-21 5-1347 0 0,0 0 0 0 0,1 0 0 0 0,-1 0 0 0 0,0 1 1 0 0,0-1-1 0 0,1 1 0 0 0,-1 0 0 0 0,0 0 0 0 0,0 1 1 0 0,0-1-1 0 0,0 1 0 0 0,0 0 0 0 0,-1 0 0 0 0,1 0 1 0 0,0 1-1 0 0,-1-1 0 0 0,0 1 0 0 0,1 0 1 0 0,3 4-1 0 0,-3-2-46 0 0,-1-1 1 0 0,0 0-1 0 0,0 1 1 0 0,0 0-1 0 0,0 0 1 0 0,-1 0-1 0 0,0 0 1 0 0,0 0-1 0 0,0 0 1 0 0,-1 1-1 0 0,0-1 1 0 0,0 0-1 0 0,0 1 1 0 0,0 8-1 0 0,-1-6-16 0 0,0-1 0 0 0,-1 0 0 0 0,0 1 0 0 0,-1-1-1 0 0,0 0 1 0 0,0 0 0 0 0,0 0 0 0 0,-1 0-1 0 0,0 0 1 0 0,0 0 0 0 0,0-1 0 0 0,-5 7-1 0 0,-3 1 10 0 0,0-1 0 0 0,0-1-1 0 0,-1 1 1 0 0,-16 11-1 0 0,1-3 57 0 0,19-16-33 0 0,1 1-1 0 0,-1 0 1 0 0,1 0 0 0 0,0 0 0 0 0,1 1 0 0 0,0 0-1 0 0,-7 11 1 0 0,12-18-34 0 0,1 1-1 0 0,-1 0 1 0 0,1 0 0 0 0,0-1-1 0 0,-1 1 1 0 0,1 0 0 0 0,0 0-1 0 0,0 0 1 0 0,-1-1 0 0 0,1 1-1 0 0,0 0 1 0 0,0 0 0 0 0,0 0-1 0 0,0 0 1 0 0,0-1-1 0 0,0 1 1 0 0,0 0 0 0 0,1 0-1 0 0,-1 0 1 0 0,0 0 0 0 0,0-1-1 0 0,1 1 1 0 0,-1 0 0 0 0,0 0-1 0 0,1-1 1 0 0,-1 1 0 0 0,1 0-1 0 0,-1 0 1 0 0,1-1-1 0 0,-1 1 1 0 0,1-1 0 0 0,-1 1-1 0 0,1 0 1 0 0,0-1 0 0 0,-1 1-1 0 0,1-1 1 0 0,0 1 0 0 0,0-1-1 0 0,-1 0 1 0 0,1 1 0 0 0,0-1-1 0 0,0 0 1 0 0,0 0-1 0 0,-1 1 1 0 0,2-1 0 0 0,5 2 38 0 0,1 0 0 0 0,-1 0 1 0 0,15 0-1 0 0,-18-2-24 0 0,10 1 18 0 0,1-1 0 0 0,-1-1 0 0 0,25-4 0 0 0,-6 1-28 0 0,-2 3 44 0 0,-22 1-67 0 0,0 0 1 0 0,18-3-1 0 0,-23 2-118 0 0,9-2-750 0 0,-4 2-4842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6.5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6 4607 0 0,'1'0'134'0'0,"-1"0"-1"0"0,0-1 0 0 0,1 1 0 0 0,-1-1 1 0 0,0 1-1 0 0,1 0 0 0 0,-1-1 0 0 0,1 1 0 0 0,-1 0 1 0 0,1-1-1 0 0,-1 1 0 0 0,1 0 0 0 0,-1 0 0 0 0,1-1 1 0 0,-1 1-1 0 0,1 0 0 0 0,-1 0 0 0 0,1 0 1 0 0,0 0-1 0 0,-1 0 0 0 0,1 0 0 0 0,-1 0 0 0 0,1 0 1 0 0,-1 0-1 0 0,1 0 0 0 0,-1 0 0 0 0,1 0 1 0 0,0 0-1 0 0,-1 0 0 0 0,1 1 0 0 0,-1-1 0 0 0,1 0 1 0 0,-1 0-1 0 0,1 1 0 0 0,-1-1 0 0 0,1 0 0 0 0,-1 0 1 0 0,0 1-1 0 0,1 0 0 0 0,4 1 846 0 0,-3-1-611 0 0,0 0 1 0 0,0 0-1 0 0,-1 1 0 0 0,1-1 0 0 0,0 1 0 0 0,-1-1 0 0 0,1 1 1 0 0,-1 0-1 0 0,1-1 0 0 0,-1 1 0 0 0,0 0 0 0 0,0 0 0 0 0,0 0 1 0 0,0 0-1 0 0,0 0 0 0 0,0 0 0 0 0,-1 0 0 0 0,1 1 0 0 0,-1-1 0 0 0,1 0 1 0 0,-1 0-1 0 0,0 5 0 0 0,1 0 117 0 0,-1 0 0 0 0,-1 0 0 0 0,1 0 1 0 0,-1 0-1 0 0,-3 14 0 0 0,-1-8-347 0 0,-1 1 1 0 0,0-1 0 0 0,0 0-1 0 0,-1 0 1 0 0,-11 13-1 0 0,-11 20-84 0 0,23-31 363 0 0,8-8-1480 0 0,5-4-4935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6.8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95 3223 0 0,'11'-17'391'0'0,"13"-28"0"0"0,-13 18 3058 0 0,-11 22 178 0 0,-3 8-1607 0 0,-5 11 38 0 0,5-8-1532 0 0,1 0-1 0 0,1 1 1 0 0,-1-1-1 0 0,1 0 0 0 0,0 1 1 0 0,0-1-1 0 0,1 12 1 0 0,0-15-400 0 0,1 0-1 0 0,-1 1 1 0 0,1-1 0 0 0,0 0 0 0 0,0 0 0 0 0,0 0 0 0 0,0 1 0 0 0,1-1 0 0 0,-1 0 0 0 0,1-1 0 0 0,0 1 0 0 0,0 0 0 0 0,0 0-1 0 0,0-1 1 0 0,0 1 0 0 0,5 3 0 0 0,10 7 555 0 0,34 20-1 0 0,9 6-274 0 0,-54-34-355 0 0,0 0 0 0 0,0 0 0 0 0,-1 1-1 0 0,1 0 1 0 0,-1 0 0 0 0,8 13 0 0 0,-12-17-46 0 0,0-1 0 0 0,0 1 1 0 0,-1-1-1 0 0,1 1 0 0 0,0 0 1 0 0,-1 0-1 0 0,1 0 0 0 0,-1-1 1 0 0,1 1-1 0 0,-1 0 0 0 0,0 0 1 0 0,0 0-1 0 0,0 0 0 0 0,0-1 1 0 0,0 1-1 0 0,0 0 0 0 0,0 0 0 0 0,-1 0 1 0 0,1 0-1 0 0,-1-1 0 0 0,1 1 1 0 0,-1 0-1 0 0,0 0 0 0 0,0-1 1 0 0,1 1-1 0 0,-1 0 0 0 0,0-1 1 0 0,-1 1-1 0 0,1-1 0 0 0,0 0 1 0 0,0 1-1 0 0,-1-1 0 0 0,1 0 1 0 0,-1 1-1 0 0,1-1 0 0 0,-1 0 1 0 0,1 0-1 0 0,-1-1 0 0 0,-2 2 0 0 0,-2 2 14 0 0,-1-2 0 0 0,0 1 0 0 0,1 0-1 0 0,-1-1 1 0 0,0-1 0 0 0,-1 1 0 0 0,1-1-1 0 0,-13 0 1 0 0,13-1-255 0 0,0 0-1 0 0,0 0 0 0 0,0-1 1 0 0,0-1-1 0 0,1 1 1 0 0,-8-3-1 0 0,8 2-406 0 0,1-1 0 0 0,0 1 0 0 0,-1-1 0 0 0,1-1 0 0 0,0 1 0 0 0,0-1 0 0 0,-5-4 0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7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77 5063 0 0,'2'-3'258'0'0,"1"1"1"0"0,0-1-1 0 0,0 1 0 0 0,0 0 0 0 0,0 0 0 0 0,0 0 0 0 0,1 0 0 0 0,-1 0 0 0 0,5-1 0 0 0,39-12 3065 0 0,-26 9-1817 0 0,9-2 519 0 0,0 2 0 0 0,43-5 0 0 0,16 4-2155 0 0,-62 6-6393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3:47.8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3515 426 5983 0 0,'26'-35'1675'0'0,"-14"19"491"0"0,13-20 0 0 0,-22 31-1496 0 0,0-1 0 0 0,-1 1 0 0 0,0 0 0 0 0,0-1-1 0 0,0 1 1 0 0,0-1 0 0 0,-1 0 0 0 0,1-8 0 0 0,-2 12-538 0 0,0 0-1 0 0,0 1 0 0 0,0-1 1 0 0,0 0-1 0 0,0 1 0 0 0,-1-1 1 0 0,1 1-1 0 0,-1-1 1 0 0,1 0-1 0 0,-1 1 0 0 0,0-1 1 0 0,1 1-1 0 0,-1 0 0 0 0,0-1 1 0 0,0 1-1 0 0,0-1 0 0 0,0 1 1 0 0,0 0-1 0 0,0 0 1 0 0,-1 0-1 0 0,1 0 0 0 0,0 0 1 0 0,0 0-1 0 0,-1 0 0 0 0,1 0 1 0 0,-1 0-1 0 0,1 1 0 0 0,-3-2 1 0 0,-4-1 0 0 0,-1 1 0 0 0,0-1 0 0 0,0 1 0 0 0,-9-1 1 0 0,2 1-17 0 0,-173-32 205 0 0,-225-52-372 0 0,354 68 14 0 0,-113-29 19 0 0,123 36 14 0 0,-77-7-1 0 0,3 9-12 0 0,0 5-1 0 0,-225 23 0 0 0,288-11 18 0 0,-243 36 0 0 0,212-26 0 0 0,-114 37 0 0 0,-119 60 0 0 0,223-73 0 0 0,-107 61 0 0 0,170-82-1 0 0,-159 96-34 0 0,158-91 26 0 0,1 3-1 0 0,-62 58 1 0 0,81-66 14 0 0,0 0-1 0 0,1 1 1 0 0,1 1 0 0 0,2 1-1 0 0,0 0 1 0 0,-24 53 0 0 0,35-65-2 0 0,0 1 0 0 0,1 0 0 0 0,0 0 0 0 0,1 0-1 0 0,1 0 1 0 0,0 1 0 0 0,1-1 0 0 0,0 0 0 0 0,1 1 0 0 0,1-1 0 0 0,0 1 0 0 0,1-1 0 0 0,0 0 0 0 0,1 0 0 0 0,0 0 0 0 0,1 0 0 0 0,7 16-1 0 0,-2-13 14 0 0,0 0 0 0 0,1-1-1 0 0,0 0 1 0 0,2 0-1 0 0,-1-1 1 0 0,2 0-1 0 0,0-1 1 0 0,0-1-1 0 0,1 0 1 0 0,1-1 0 0 0,18 11-1 0 0,18 8 17 0 0,2-3 0 0 0,62 24 0 0 0,-43-24 25 0 0,2-2 1 0 0,1-4-1 0 0,110 16 0 0 0,-48-19 77 0 0,147-1-1 0 0,96-32 319 0 0,-1-29 28 0 0,-159 17-440 0 0,546-95 84 0 0,-644 92-124 0 0,-1-6 0 0 0,150-66 0 0 0,-251 94 0 0 0,0-2 0 0 0,0 0 0 0 0,32-23 0 0 0,-46 28 0 0 0,1-1 0 0 0,-1 1 0 0 0,0-1 0 0 0,-1 0 0 0 0,1 0 0 0 0,-1-1 0 0 0,-1 0 0 0 0,1 0 0 0 0,-1 0 0 0 0,0 0 0 0 0,-1 0 0 0 0,1-1 0 0 0,2-11 0 0 0,-3 3 0 0 0,0-1 0 0 0,-1 1 0 0 0,0-1 0 0 0,-2 0 0 0 0,0 1 0 0 0,-2-18 0 0 0,-3 1 0 0 0,-17-65 0 0 0,10 60 0 0 0,-3 0 0 0 0,-1 0 0 0 0,-36-61 0 0 0,45 88-12 0 0,0 1-1 0 0,-1 0 0 0 0,0 0 1 0 0,0 0-1 0 0,-1 1 1 0 0,0 1-1 0 0,-1-1 1 0 0,-16-9-1 0 0,12 8 66 0 0,-2 2 0 0 0,1 0 0 0 0,-1 1 0 0 0,0 0 0 0 0,-30-6 0 0 0,20 7-278 0 0,0 2 0 0 0,0 0 1 0 0,-1 2-1 0 0,1 1 0 0 0,-1 1 0 0 0,1 2 0 0 0,-1 0 0 0 0,-30 7 0 0 0,33-3-7956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13.1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 69 3679 0 0,'-1'0'-21'0'0,"-17"-4"1306"0"0,17 3-990 0 0,0 1 0 0 0,0 0 0 0 0,0-1 1 0 0,0 1-1 0 0,1 0 0 0 0,-1-1 1 0 0,0 1-1 0 0,0-1 0 0 0,0 1 1 0 0,1-1-1 0 0,-1 0 0 0 0,0 1 1 0 0,1-1-1 0 0,-1 0 0 0 0,0 1 0 0 0,1-1 1 0 0,-1-1-1 0 0,1 2-163 0 0,0-1 1 0 0,0 1-1 0 0,0-1 1 0 0,1 1-1 0 0,-1-1 0 0 0,0 1 1 0 0,0 0-1 0 0,1-1 1 0 0,-1 1-1 0 0,0 0 1 0 0,0-1-1 0 0,1 1 0 0 0,-1 0 1 0 0,0-1-1 0 0,1 1 1 0 0,-1 0-1 0 0,1-1 0 0 0,-1 1 1 0 0,0 0-1 0 0,1 0 1 0 0,-1 0-1 0 0,1-1 1 0 0,-1 1-1 0 0,1 0 0 0 0,-1 0 1 0 0,0 0-1 0 0,1 0 1 0 0,-1 0-1 0 0,2 0 0 0 0,14-3 1155 0 0,22 1 623 0 0,57 6 1 0 0,-4 0-943 0 0,150-22 322 0 0,1 0-669 0 0,-221 18-640 0 0,53 0-280 0 0,94-11 1 0 0,-164 10-2466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13.6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604 40 6911 0 0,'-3'-3'65'0'0,"-1"-1"-1"0"0,1 0 0 0 0,0 1 1 0 0,-1 0-1 0 0,0 0 0 0 0,0 0 1 0 0,0 0-1 0 0,0 0 0 0 0,-6-2 1 0 0,6 4 231 0 0,1 0 1 0 0,-1 0-1 0 0,1 0 1 0 0,-1 1-1 0 0,1-1 0 0 0,-1 1 1 0 0,0 0-1 0 0,1 0 1 0 0,-1 0-1 0 0,0 1 0 0 0,1-1 1 0 0,-1 1-1 0 0,-4 1 1 0 0,-3 1 631 0 0,0 1 0 0 0,0 1 1 0 0,1 0-1 0 0,-18 11 0 0 0,-38 30 1101 0 0,50-34-1535 0 0,0 0-187 0 0,1 2 0 0 0,0 0 1 0 0,1 1-1 0 0,-24 32 0 0 0,-39 74 866 0 0,-7 9-100 0 0,63-105-955 0 0,7-7-19 0 0,0 0 0 0 0,1 1 1 0 0,-13 26-1 0 0,25-44-86 0 0,0 1 0 0 0,1-1 0 0 0,-1 0 1 0 0,1 1-1 0 0,-1-1 0 0 0,1 1 0 0 0,-1-1 1 0 0,1 1-1 0 0,0-1 0 0 0,0 1 0 0 0,-1-1 1 0 0,1 1-1 0 0,0-1 0 0 0,1 1 0 0 0,-1-1 0 0 0,0 1 1 0 0,0-1-1 0 0,1 1 0 0 0,-1-1 0 0 0,0 0 1 0 0,1 1-1 0 0,0-1 0 0 0,-1 1 0 0 0,1-1 1 0 0,0 0-1 0 0,1 2 0 0 0,0-1 5 0 0,0 0 1 0 0,1 0-1 0 0,-1-1 0 0 0,1 1 0 0 0,-1 0 1 0 0,1-1-1 0 0,-1 0 0 0 0,1 0 0 0 0,0 0 1 0 0,0 0-1 0 0,0 0 0 0 0,5 0 0 0 0,16 3 116 0 0,1-2 0 0 0,-1-1-1 0 0,1 0 1 0 0,28-5 0 0 0,100-18-47 0 0,-75 9-99 0 0,-20 6-1741 0 0,-35 8-6391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35.4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102 336 1375 0 0,'-5'-3'22'0'0,"0"1"0"0"0,0-1-1 0 0,0-1 1 0 0,-8-6-1 0 0,-9 2 385 0 0,20 7-306 0 0,-1 0 1 0 0,1 0-1 0 0,0 0 0 0 0,-1 1 1 0 0,1-1-1 0 0,-1 1 1 0 0,1 0-1 0 0,-1-1 1 0 0,1 1-1 0 0,-1 0 0 0 0,1 0 1 0 0,-1 1-1 0 0,1-1 1 0 0,-1 0-1 0 0,-2 2 0 0 0,1-3-145 0 0,4 1 97 0 0,0 0-1 0 0,0-1 1 0 0,0 1 0 0 0,0 0 0 0 0,0 0 0 0 0,0 0-1 0 0,0 0 1 0 0,0 0 0 0 0,0 0 0 0 0,0 0-1 0 0,0-1 1 0 0,0 1 0 0 0,0 0 0 0 0,0 0 0 0 0,0 0-1 0 0,0 0 1 0 0,0 0 0 0 0,0 0 0 0 0,0 0-1 0 0,1 0 1 0 0,-1 0 0 0 0,0 0 0 0 0,0-1 0 0 0,0 1-1 0 0,0 0 1 0 0,0 0 0 0 0,0 0 0 0 0,0 0-1 0 0,0 0 1 0 0,1 0 0 0 0,-1 0 0 0 0,0 0 0 0 0,0 0-1 0 0,0 0 1 0 0,0 0 0 0 0,0 0 0 0 0,0 0-1 0 0,0 0 1 0 0,1 0 0 0 0,-1 0 0 0 0,0 0 0 0 0,0 0-1 0 0,0 0 1 0 0,0 0 0 0 0,0 0 0 0 0,0 0-1 0 0,0 0 1 0 0,1 0 0 0 0,-1 0 0 0 0,0 1 0 0 0,0-1-1 0 0,0 0 1 0 0,5 0 0 0 0,0 1 0 0 0,0-1 1 0 0,1 1-1 0 0,-1 0 0 0 0,0 1 0 0 0,-1-1 0 0 0,1 1 0 0 0,5 3 0 0 0,0-1 18 0 0,0 0 0 0 0,0-1 0 0 0,0 0 0 0 0,0-1 0 0 0,0 1-1 0 0,1-2 1 0 0,-1 0 0 0 0,16 0 0 0 0,11-2 358 0 0,39-7 1 0 0,-31 2 29 0 0,30-3 148 0 0,108-7 483 0 0,154 23 58 0 0,-130-1-1058 0 0,-71-1-31 0 0,-50 0 4 0 0,94-8-1 0 0,149-36-62 0 0,-188 20 16 0 0,-54 8 48 0 0,512-53 444 0 0,272 25-79 0 0,-212 10-425 0 0,6-1-18 0 0,240-37-81 0 0,-757 51-666 0 0,-141 16-3452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36.3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25 480 3223 0 0,'-7'-5'288'0'0,"-4"6"673"0"0,5-1-555 0 0,14-2-207 0 0,41-10 583 0 0,92-10 1 0 0,53 10 641 0 0,-10 1-459 0 0,113-29-225 0 0,-112 12-414 0 0,219-30 465 0 0,192-24 624 0 0,55 24-175 0 0,-592 55-1204 0 0,493-21 120 0 0,150 15-65 0 0,-339-1 59 0 0,-152 4-103 0 0,339-31-47 0 0,-336 19 0 0 0,-29-2 63 0 0,58-3 66 0 0,-217 24-79 0 0,-19 2-124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08.0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 2391 0 0,'17'3'0'0'0,"-7"-3"0"0"0,-5-3 0 0 0,-4-2 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0.0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0 598 6911 0 0,'8'-18'1951'0'0,"7"-5"-530"0"0,1 1 0 0 0,1 0 0 0 0,32-32-1 0 0,17-21 98 0 0,-30 26-818 0 0,37-70-1 0 0,19-58-554 0 0,-90 173-139 0 0,-1 2-2 0 0,0 0 0 0 0,1 0 0 0 0,-1 0 1 0 0,-1 0-1 0 0,1 0 0 0 0,0 0 0 0 0,0 0 0 0 0,-1 0 0 0 0,1 0 1 0 0,-1 0-1 0 0,0-1 0 0 0,0 1 0 0 0,0-3 0 0 0,0 5 3 0 0,0-1-1 0 0,0 1 0 0 0,0 0 0 0 0,-1 0 1 0 0,1 0-1 0 0,0 0 0 0 0,0 0 1 0 0,0-1-1 0 0,-1 1 0 0 0,1 0 0 0 0,0 0 1 0 0,0 0-1 0 0,-1 0 0 0 0,1 0 1 0 0,0 0-1 0 0,0 0 0 0 0,-1 0 0 0 0,1 0 1 0 0,0 0-1 0 0,0 0 0 0 0,-1 0 1 0 0,1 0-1 0 0,0 0 0 0 0,0 0 1 0 0,-1 0-1 0 0,1 0 0 0 0,0 0 0 0 0,0 0 1 0 0,0 0-1 0 0,-1 0 0 0 0,1 1 1 0 0,0-1-1 0 0,0 0 0 0 0,0 0 0 0 0,-1 0 1 0 0,1 0-1 0 0,0 0 0 0 0,0 1 1 0 0,0-1-1 0 0,-1 0 0 0 0,1 0 1 0 0,0 1-1 0 0,-9 7 237 0 0,8-8-235 0 0,-9 12 110 0 0,-1 0 0 0 0,2 1 0 0 0,0 0 0 0 0,0 0 0 0 0,-7 17 0 0 0,-30 76-164 0 0,31-69 78 0 0,-68 148-32 0 0,82-182-11 0 0,-1-1-13 0 0,1 1-1 0 0,0 0 1 0 0,-1 0 0 0 0,1 0 0 0 0,1 1-1 0 0,-2 3 1 0 0,2-7-87 0 0,7-6-2829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0.4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45 267 8751 0 0,'-4'1'105'0'0,"1"1"5"0"0,-1-1 0 0 0,0 1-1 0 0,1-1 1 0 0,-1 1 0 0 0,1 0 0 0 0,-5 4-1 0 0,6-4-127 0 0,1-1 1 0 0,0 0-1 0 0,0 1 0 0 0,0-1 0 0 0,0 1 0 0 0,1 0 0 0 0,-1-1 1 0 0,0 1-1 0 0,1 0 0 0 0,-1-1 0 0 0,1 1 0 0 0,-1 0 0 0 0,1 0 1 0 0,0 0-1 0 0,0-1 0 0 0,0 1 0 0 0,0 3 0 0 0,0 1 169 0 0,0 1-1 0 0,1-1 0 0 0,0 1 0 0 0,0-1 0 0 0,0 0 0 0 0,1 1 1 0 0,0-1-1 0 0,0 0 0 0 0,1 0 0 0 0,0 0 0 0 0,0 0 1 0 0,0-1-1 0 0,1 1 0 0 0,0-1 0 0 0,0 0 0 0 0,0 0 0 0 0,0 0 1 0 0,1 0-1 0 0,0-1 0 0 0,0 0 0 0 0,0 0 0 0 0,0 0 0 0 0,1-1 1 0 0,0 0-1 0 0,0 0 0 0 0,-1 0 0 0 0,2 0 0 0 0,-1-1 1 0 0,0 0-1 0 0,0-1 0 0 0,1 1 0 0 0,11 0 0 0 0,-9-2 4 0 0,-1-1-1 0 0,1 0 1 0 0,0 0-1 0 0,-1-1 1 0 0,1 0-1 0 0,-1 0 1 0 0,1-1-1 0 0,-1 0 1 0 0,0-1-1 0 0,0 0 1 0 0,0 0 0 0 0,-1 0-1 0 0,1-1 1 0 0,-1-1-1 0 0,0 1 1 0 0,-1-1-1 0 0,8-7 1 0 0,-1-2-19 0 0,-1 1 0 0 0,0-2-1 0 0,0 0 1 0 0,-2 0 0 0 0,0-1 0 0 0,14-32 0 0 0,-20 37-5 0 0,0 1 0 0 0,-1-1 0 0 0,0 0 0 0 0,-1 0 0 0 0,0 0 0 0 0,0-1 0 0 0,-2 1 0 0 0,0-18 0 0 0,-1 23-7 0 0,1 0-1 0 0,-1 0 0 0 0,-1 0 1 0 0,1 0-1 0 0,-1 0 0 0 0,0 0 1 0 0,-1 1-1 0 0,0-1 1 0 0,0 1-1 0 0,0-1 0 0 0,-1 1 1 0 0,0 0-1 0 0,0 0 0 0 0,0 1 1 0 0,-11-10-1 0 0,13 13-78 0 0,0 0 0 0 0,-1 0 0 0 0,0 0 0 0 0,1 0 0 0 0,-1 1 0 0 0,0-1-1 0 0,0 1 1 0 0,0 0 0 0 0,0 0 0 0 0,0 0 0 0 0,0 1 0 0 0,0-1 0 0 0,0 0 0 0 0,-6 1 0 0 0,4 0 5 0 0,0 1 0 0 0,0-1 0 0 0,0 1 0 0 0,0 0 0 0 0,1 1 0 0 0,-1-1 0 0 0,0 1 0 0 0,-7 4 1 0 0,-3 3 32 0 0,0 1 0 0 0,0 1 0 0 0,1 0 0 0 0,-14 15 0 0 0,26-24-76 0 0,-8 7 3 0 0,-49 50 179 0 0,52-52-165 0 0,1 1 0 0 0,0 0-1 0 0,0 0 1 0 0,1 1 0 0 0,0-1 0 0 0,-5 14-1 0 0,10-20-101 0 0,-1 0-1 0 0,0 0 0 0 0,0 0 0 0 0,1 0 0 0 0,-1 0 1 0 0,1 1-1 0 0,0-1 0 0 0,-1 0 0 0 0,1 0 0 0 0,0 1 0 0 0,1-1 1 0 0,-1 0-1 0 0,0 0 0 0 0,0 1 0 0 0,1-1 0 0 0,0 0 0 0 0,-1 0 1 0 0,1 0-1 0 0,0 0 0 0 0,0 0 0 0 0,0 0 0 0 0,0 0 0 0 0,0 0 1 0 0,1 0-1 0 0,-1 0 0 0 0,1-1 0 0 0,-1 1 0 0 0,1 0 0 0 0,-1-1 1 0 0,1 1-1 0 0,0-1 0 0 0,0 0 0 0 0,0 0 0 0 0,0 1 1 0 0,0-1-1 0 0,0 0 0 0 0,0-1 0 0 0,4 2 0 0 0,15 1-7128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1.7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63 388 3223 0 0,'-1'-1'113'0'0,"0"1"-104"0"0,1 0-1 0 0,0 0 1 0 0,-1 0 0 0 0,1 0 0 0 0,-1-1-1 0 0,1 1 1 0 0,-1 0 0 0 0,1 0-1 0 0,0 0 1 0 0,-1 0 0 0 0,1 0-1 0 0,-1 0 1 0 0,1 0 0 0 0,-1 0-1 0 0,1 0 1 0 0,0 0 0 0 0,-1 1 0 0 0,1-1-1 0 0,-1 0 1 0 0,1 0 0 0 0,-1 0-1 0 0,1 0 1 0 0,-1 1 0 0 0,-26 2 1297 0 0,3-3 4088 0 0,36 0-3500 0 0,15-1-612 0 0,0-2 1 0 0,28-6-1 0 0,13-2-457 0 0,24 2-153 0 0,239-35 470 0 0,506-63-240 0 0,-304 56-826 0 0,170-12-268 0 0,-170 46-133 0 0,-3 19 255 0 0,-363 0 124 0 0,394-8 211 0 0,-253-15-326 0 0,36 1-120 0 0,174 13-633 0 0,-378 1-2370 0 0,-154 2-985 0 0,-13 1 2638 0 0,-44-7-2737 0 0,44 7 2796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2.1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225 46 1375 0 0,'-12'-6'41'0'0,"8"5"348"0"0,0-1-1 0 0,0 0 1 0 0,0 0 0 0 0,0 0 0 0 0,0-1-1 0 0,0 0 1 0 0,0 0 0 0 0,1 0 0 0 0,-6-6-1 0 0,9 9-334 0 0,0 0-1 0 0,-1 0 0 0 0,1 0 1 0 0,0 0-1 0 0,0-1 0 0 0,0 1 0 0 0,0 0 1 0 0,0 0-1 0 0,0 0 0 0 0,0 0 1 0 0,0 0-1 0 0,0-1 0 0 0,0 1 0 0 0,0 0 1 0 0,0 0-1 0 0,0 0 0 0 0,0 0 0 0 0,0 0 1 0 0,0-1-1 0 0,0 1 0 0 0,0 0 1 0 0,0 0-1 0 0,0 0 0 0 0,0 0 0 0 0,1 0 1 0 0,-1-1-1 0 0,0 1 0 0 0,0 0 1 0 0,0 0-1 0 0,0 0 0 0 0,0 0 0 0 0,0 0 1 0 0,0 0-1 0 0,0 0 0 0 0,1-1 1 0 0,-1 1-1 0 0,0 0 0 0 0,0 0 0 0 0,0 0 1 0 0,0 0-1 0 0,0 0 0 0 0,1 0 0 0 0,9-3 1210 0 0,11 1-50 0 0,5 3-64 0 0,0 2 0 0 0,0 0 0 0 0,35 9 0 0 0,76 28 1034 0 0,-92-26-1553 0 0,14 4 34 0 0,-14-6-391 0 0,-1 2 1 0 0,49 24-1 0 0,-88-36-226 0 0,0 1-1 0 0,0 0 1 0 0,0 1 0 0 0,0-1-1 0 0,-1 1 1 0 0,1 0 0 0 0,-1 0-1 0 0,0 0 1 0 0,0 1 0 0 0,0 0-1 0 0,-1-1 1 0 0,5 11 0 0 0,-6-12 0 0 0,-1 0 1 0 0,0 0 0 0 0,0 0 0 0 0,0 0 0 0 0,0 0 0 0 0,-1 0 0 0 0,1 0-1 0 0,-1 0 1 0 0,0 1 0 0 0,0-1 0 0 0,0 0 0 0 0,0 0 0 0 0,0 1-1 0 0,-1-1 1 0 0,0 0 0 0 0,1 0 0 0 0,-1 0 0 0 0,0 0 0 0 0,-1 0 0 0 0,1 0-1 0 0,0 0 1 0 0,-1 0 0 0 0,0-1 0 0 0,-3 6 0 0 0,-1-2-25 0 0,1 0 0 0 0,-1-1 0 0 0,0 0-1 0 0,-1 0 1 0 0,1 0 0 0 0,-1 0 0 0 0,0-1 0 0 0,-12 5 0 0 0,-8 3 0 0 0,-29 7 1 0 0,33-12 8 0 0,-410 103-813 0 0,292-79-498 0 0,75-15 143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3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1 213 2303 0 0,'24'-4'8768'0'0,"-14"0"-8054"0"0,0 0-1 0 0,0 0 0 0 0,-1-1 1 0 0,17-11-1 0 0,2-5-27 0 0,-1-2 0 0 0,25-26 0 0 0,33-28 209 0 0,-85 76-895 0 0,0 1 0 0 0,1-1-1 0 0,-1 1 1 0 0,1 0 0 0 0,-1-1-1 0 0,0 1 1 0 0,1 0 0 0 0,-1-1-1 0 0,1 1 1 0 0,-1 0 0 0 0,1 0-1 0 0,-1-1 1 0 0,1 1 0 0 0,-1 0-1 0 0,1 0 1 0 0,-1 0 0 0 0,1 0-1 0 0,-1 0 1 0 0,1-1 0 0 0,-1 1-1 0 0,1 0 1 0 0,-1 0 0 0 0,1 0-1 0 0,0 1 1 0 0,0-1 0 0 0,-1 0 0 0 0,1 1 1 0 0,-1-1 0 0 0,0 1 0 0 0,0 0-1 0 0,0-1 1 0 0,0 1 0 0 0,1-1 0 0 0,-1 1-1 0 0,0 0 1 0 0,0-1 0 0 0,0 1 0 0 0,0 0 0 0 0,0-1-1 0 0,0 1 1 0 0,-1-1 0 0 0,1 1 0 0 0,0 0-1 0 0,0 0 1 0 0,-14 37 85 0 0,12-33-52 0 0,-104 221 721 0 0,46-106-6506 0 0,54-107 277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4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102 144 5063 0 0,'-2'0'126'0'0,"0"1"0"0"0,0-1 0 0 0,0 1-1 0 0,0-1 1 0 0,0 1 0 0 0,0 0 0 0 0,0 0-1 0 0,1 0 1 0 0,-1 0 0 0 0,0 0 0 0 0,1 0-1 0 0,-1 1 1 0 0,0-1 0 0 0,1 0 0 0 0,-2 3-1 0 0,-21 27 1241 0 0,20-25-1044 0 0,-2 3 201 0 0,0 0-1 0 0,1 1 1 0 0,0 0-1 0 0,1 0 0 0 0,0 1 1 0 0,0-1-1 0 0,-3 21 0 0 0,6-25-253 0 0,0 0 0 0 0,1 0-1 0 0,0 0 1 0 0,0 0-1 0 0,0 0 1 0 0,1 0-1 0 0,1 7 1 0 0,-1-10-166 0 0,0 0-1 0 0,0 1 1 0 0,1-1 0 0 0,-1 0-1 0 0,1 0 1 0 0,-1 0 0 0 0,1 0-1 0 0,0 0 1 0 0,0 0 0 0 0,0 0 0 0 0,1-1-1 0 0,-1 1 1 0 0,4 2 0 0 0,-4-3-33 0 0,1 0 0 0 0,0-1 0 0 0,0 1 0 0 0,0 0 1 0 0,0-1-1 0 0,0 1 0 0 0,0-1 0 0 0,0 0 0 0 0,0 0 1 0 0,0 0-1 0 0,1-1 0 0 0,-1 1 0 0 0,0-1 0 0 0,7 0 1 0 0,-4 0-7 0 0,-1-1 0 0 0,1 0 1 0 0,-1 0-1 0 0,0 0 1 0 0,0-1-1 0 0,1 0 1 0 0,-1 0-1 0 0,7-4 0 0 0,-1-1 52 0 0,-1 0 0 0 0,0 0 0 0 0,-1-1-1 0 0,1 0 1 0 0,-1 0 0 0 0,-1-1-1 0 0,12-15 1 0 0,-13 12 4 0 0,1 1-1 0 0,-2-1 1 0 0,0 0 0 0 0,0-1-1 0 0,-1 0 1 0 0,-1 1-1 0 0,0-2 1 0 0,0 1 0 0 0,-2 0-1 0 0,1-1 1 0 0,-2 1-1 0 0,0-1 1 0 0,-1 0 0 0 0,0 1-1 0 0,-1-1 1 0 0,0 1-1 0 0,-1-1 1 0 0,-1 1 0 0 0,-4-14-1 0 0,6 23-73 0 0,0 0 0 0 0,-1 1 0 0 0,1-1 0 0 0,-1 1 1 0 0,0 0-1 0 0,0 0 0 0 0,0 0 0 0 0,-5-6 0 0 0,6 8-26 0 0,0 0 1 0 0,0 0 0 0 0,0 0-1 0 0,0 1 1 0 0,0-1-1 0 0,-1 0 1 0 0,1 1 0 0 0,0-1-1 0 0,0 1 1 0 0,0-1-1 0 0,-1 1 1 0 0,1-1-1 0 0,0 1 1 0 0,0 0 0 0 0,-1 0-1 0 0,1 0 1 0 0,0-1-1 0 0,-1 1 1 0 0,1 0-1 0 0,0 1 1 0 0,0-1 0 0 0,-1 0-1 0 0,1 0 1 0 0,0 1-1 0 0,-1-1 1 0 0,1 0-1 0 0,0 1 1 0 0,0-1 0 0 0,-2 2-1 0 0,-4 2 32 0 0,1 1 0 0 0,-1 0 0 0 0,1 0 0 0 0,-1 0 0 0 0,2 1-1 0 0,-1 0 1 0 0,-7 10 0 0 0,-31 50-50 0 0,38-56-31 0 0,-6 9-17 0 0,-22 39-206 0 0,31-52 166 0 0,0 0 0 0 0,0 1-1 0 0,1-1 1 0 0,0 1 0 0 0,0 0 0 0 0,1-1-1 0 0,-1 10 1 0 0,2-15-70 0 0,0 1 1 0 0,0 0-1 0 0,0-1 0 0 0,0 1 1 0 0,0 0-1 0 0,1-1 0 0 0,-1 1 1 0 0,1 0-1 0 0,-1-1 0 0 0,1 1 1 0 0,0-1-1 0 0,-1 1 0 0 0,1-1 1 0 0,0 0-1 0 0,0 1 0 0 0,0-1 1 0 0,0 0-1 0 0,0 1 0 0 0,1-1 1 0 0,-1 0-1 0 0,0 0 0 0 0,0 0 1 0 0,1 0-1 0 0,1 1 0 0 0,12 5-6488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4.3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 5983 0 0,'0'-4'8182'0'0,"3"7"-8505"0"0,14 9-2948 0 0,-6-7-1261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4.5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46 10591 0 0,'-3'-2'944'0'0,"0"2"-752"0"0,1 0 480 0 0,1 0-312 0 0,-1-1 0 0 0,0-1-8 0 0,2 1-8 0 0,5-4 344 0 0,31-15-1904 0 0,-15 13 488 0 0,2-1-8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4.7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6911 0 0,'3'-1'699'0'0,"0"1"0"0"0,0-1 0 0 0,-1 0 0 0 0,1 1 0 0 0,0-1-1 0 0,0 1 1 0 0,0 0 0 0 0,0 0 0 0 0,0 0 0 0 0,0 1 0 0 0,5 0-1 0 0,-5 0-282 0 0,0-1 0 0 0,0 1 0 0 0,0-1 1 0 0,0 0-1 0 0,-1 0 0 0 0,1 0 0 0 0,0 0 0 0 0,0-1 0 0 0,0 1 0 0 0,4-2 0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24.4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2 230 3223 0 0,'0'-1'-21'0'0,"0"0"0"0"0,-1 1-1 0 0,1-1 1 0 0,0 0 0 0 0,0 0-1 0 0,0 1 1 0 0,0-1 0 0 0,-1 0-1 0 0,1 0 1 0 0,0 1-1 0 0,0-1 1 0 0,0 0 0 0 0,1 0-1 0 0,-1 1 1 0 0,0-1 0 0 0,0 0-1 0 0,0 1 1 0 0,0-1-1 0 0,1 0 1 0 0,-1 0 0 0 0,0 1-1 0 0,1-1 1 0 0,-1 0 0 0 0,1 0-1 0 0,11-17 598 0 0,-4 9-370 0 0,0 0 0 0 0,1 0 0 0 0,0 1 0 0 0,1 1 0 0 0,0-1 1 0 0,0 1-1 0 0,0 1 0 0 0,1 0 0 0 0,0 1 0 0 0,23-8 0 0 0,8 0 146 0 0,75-12 1 0 0,-69 16-191 0 0,-1-1-29 0 0,43-9 261 0 0,140-10-1 0 0,-210 28-285 0 0,1 1 0 0 0,-1 1 0 0 0,1 1 0 0 0,39 10 0 0 0,-48-9-89 0 0,-1 0 0 0 0,0 1 1 0 0,0 1-1 0 0,0 0 0 0 0,-1 0 0 0 0,1 1 1 0 0,-1 1-1 0 0,-1-1 0 0 0,18 17 0 0 0,-23-19-43 0 0,0 0-1 0 0,-1 0 0 0 0,1 1 0 0 0,-1-1 0 0 0,3 8 0 0 0,-5-11 35 0 0,0 0 0 0 0,0 1 0 0 0,-1-1-1 0 0,1 1 1 0 0,-1-1 0 0 0,1 0-1 0 0,-1 1 1 0 0,0 0 0 0 0,1-1 0 0 0,-1 1-1 0 0,0-1 1 0 0,0 1 0 0 0,0-1-1 0 0,0 1 1 0 0,-1-1 0 0 0,1 1-1 0 0,0-1 1 0 0,-1 1 0 0 0,1-1 0 0 0,0 1-1 0 0,-1-1 1 0 0,0 1 0 0 0,-1 2-1 0 0,0-3 23 0 0,0 1 0 0 0,0-1 0 0 0,0 1 0 0 0,0-1 0 0 0,0 0 0 0 0,0 0 0 0 0,-1 0 0 0 0,1 0 0 0 0,0 0-1 0 0,-1 0 1 0 0,1-1 0 0 0,-1 1 0 0 0,1-1 0 0 0,-1 0 0 0 0,-4 0 0 0 0,3 1 9 0 0,1-1 1 0 0,-1 1 0 0 0,0-1-1 0 0,0 1 1 0 0,-5 2-1 0 0,-15 15-2021 0 0,21-16 1492 0 0,-3 3-2284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26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74 1743 0 0,'0'-1'12'0'0,"0"-1"-1"0"0,-1 1 0 0 0,1 0 0 0 0,0-1 0 0 0,0 1 0 0 0,0 0 0 0 0,0-1 0 0 0,0 1 0 0 0,0 0 0 0 0,0-1 0 0 0,0 1 1 0 0,1 0-1 0 0,-1-1 0 0 0,0 1 0 0 0,1 0 0 0 0,-1 0 0 0 0,1-1 0 0 0,0 0 0 0 0,1-1-7 0 0,0 1-1 0 0,-1 0 1 0 0,1 0 0 0 0,0 0-1 0 0,0 0 1 0 0,1 0 0 0 0,-1 0-1 0 0,3-2 1 0 0,1 1-7 0 0,0-1 1 0 0,0 1-1 0 0,0 0 0 0 0,0 1 0 0 0,0 0 0 0 0,11-3 0 0 0,26 0 3 0 0,-29 5 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29.0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0 2519 0 0,'-9'148'234'0'0,"3"-85"-180"0"0,2 1 0 0 0,8 88-1 0 0,-1-132-58 0 0,0 0-1 0 0,2 0 0 0 0,0 0 1 0 0,2 0-1 0 0,15 34 1 0 0,-15-41-1 0 0,0-1 1 0 0,0 1-1 0 0,1-1 1 0 0,1-1-1 0 0,0 1 1 0 0,1-1-1 0 0,0-1 1 0 0,22 19-1 0 0,-11-17 6 0 0,1-2 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56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49 2303 0 0,'0'0'174'0'0,"-1"-1"0"0"0,0 1-1 0 0,1-1 1 0 0,-1 0-1 0 0,1 1 1 0 0,-1-1 0 0 0,0 0-1 0 0,1 1 1 0 0,0-1-1 0 0,-1 0 1 0 0,1 0-1 0 0,-1 0 1 0 0,1 1 0 0 0,0-1-1 0 0,0 0 1 0 0,-1-1-1 0 0,1 1-79 0 0,0 1-1 0 0,1-1 0 0 0,-1 1 1 0 0,0 0-1 0 0,0-1 1 0 0,0 1-1 0 0,1 0 0 0 0,-1 0 1 0 0,0-1-1 0 0,0 1 0 0 0,1 0 1 0 0,-1 0-1 0 0,0-1 1 0 0,0 1-1 0 0,1 0 0 0 0,-1 0 1 0 0,0-1-1 0 0,1 1 1 0 0,-1 0-1 0 0,0 0 0 0 0,1 0 1 0 0,-1 0-1 0 0,0 0 0 0 0,1 0 1 0 0,-1 0-1 0 0,1 0 1 0 0,5-1 553 0 0,0 1 1 0 0,-1-1-1 0 0,12 3 1 0 0,-7-2-960 0 0,28-2 932 0 0,65-11 0 0 0,-29 2-75 0 0,-37 8-163 0 0,-162 12 1476 0 0,112-9-1625 0 0,9 0-40 0 0,9 0 253 0 0,-5 0-458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8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39 150 2759 0 0,'-3'-1'138'0'0,"-1"0"-1"0"0,1 0 0 0 0,1 0 0 0 0,-1 0 1 0 0,0 0-1 0 0,0 0 0 0 0,0-1 0 0 0,1 0 1 0 0,-6-3-1 0 0,4 2 674 0 0,4-2 1673 0 0,0 4-2441 0 0,0 1 0 0 0,0 0 0 0 0,1 0 0 0 0,-1-1 0 0 0,0 1-1 0 0,0 0 1 0 0,1 0 0 0 0,-1 0 0 0 0,0 0 0 0 0,1-1 0 0 0,-1 1 0 0 0,0 0 0 0 0,1 0 0 0 0,-1 0 0 0 0,1 0 0 0 0,-1 0 0 0 0,0 0 0 0 0,1 0 0 0 0,-1 0 0 0 0,0 0 0 0 0,1 0 0 0 0,-1 0 0 0 0,0 0-1 0 0,1 0 1 0 0,-1 0 0 0 0,1 0 0 0 0,-1 0 0 0 0,0 1 0 0 0,1-1 0 0 0,-1 0 0 0 0,7 2 44 0 0,-1 0 0 0 0,0-1 0 0 0,1 0 0 0 0,-1 0-1 0 0,13-1 1 0 0,126-1 1046 0 0,-47 1-628 0 0,-80 0-452 0 0,300-17 1046 0 0,-208 4-872 0 0,259-25 446 0 0,559-10 2455 0 0,-748 42-2931 0 0,197 0 228 0 0,-365 5-422 0 0,-10 1-9 0 0,0 0 1 0 0,0 0-1 0 0,0-1 1 0 0,0 1 0 0 0,0 0-1 0 0,0 1 1 0 0,0-1-1 0 0,0 0 1 0 0,0 1 0 0 0,0-1-1 0 0,0 1 1 0 0,0 0-1 0 0,0-1 1 0 0,2 2 0 0 0,-4-2-22 0 0,0 1 1 0 0,0-1 0 0 0,0 0 0 0 0,0 0 0 0 0,0 0 0 0 0,0 0 0 0 0,0 0-1 0 0,0 0 1 0 0,0 0 0 0 0,0 0 0 0 0,0 1 0 0 0,0-1 0 0 0,0 0 0 0 0,0 0-1 0 0,0 0 1 0 0,0 0 0 0 0,0 0 0 0 0,0 0 0 0 0,0 0 0 0 0,0 0-1 0 0,0 1 1 0 0,0-1 0 0 0,0 0 0 0 0,0 0 0 0 0,0 0 0 0 0,0 0 0 0 0,-1 0-1 0 0,1 0 1 0 0,0 0 0 0 0,0 0 0 0 0,0 0 0 0 0,0 0 0 0 0,0 0 0 0 0,0 0-1 0 0,0 0 1 0 0,0 1 0 0 0,0-1 0 0 0,-1 0 0 0 0,1 0 0 0 0,0 0 0 0 0,0 0-1 0 0,0 0 1 0 0,0 0 0 0 0,0 0 0 0 0,0 0 0 0 0,0 0 0 0 0,0 0-1 0 0,-1 0 1 0 0,1 0 0 0 0,0 0 0 0 0,0 0 0 0 0,0 0 0 0 0,0-1 0 0 0,-7 2-5452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29:59.3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225 116 2303 0 0,'-43'6'1171'0'0,"-72"20"0"0"0,71-14 94 0 0,21-5 238 0 0,39 1 185 0 0,62-5-891 0 0,119-10 1 0 0,78-25 61 0 0,-20 1 57 0 0,902-21 788 0 0,-120 45-1525 0 0,-708 4 16 0 0,514-34 2909 0 0,-589 29-3318 0 0,-245 8-6026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02.7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2 3167 0 0,'-4'2'280'0'0,"3"-2"-280"0"0,2-2 0 0 0,1 2 0 0 0,0 0 0 0 0,-1 0 0 0 0,1 0 0 0 0,1-1 0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03.2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0 0 2927 0 0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11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12 359 2135 0 0,'-8'-4'23'0'0,"8"4"85"0"0,0 0 1 0 0,-1-1-1 0 0,1 1 0 0 0,0 0 1 0 0,-1-1-1 0 0,1 1 0 0 0,0 0 0 0 0,0-1 1 0 0,-1 1-1 0 0,1 0 0 0 0,0-1 1 0 0,0 1-1 0 0,0 0 0 0 0,0-1 0 0 0,-1 1 1 0 0,1-1-1 0 0,0 1 0 0 0,0 0 1 0 0,0-1-1 0 0,0 1 0 0 0,0-1 0 0 0,0 1 1 0 0,0 0-1 0 0,0-1 0 0 0,0 1 1 0 0,0-1-1 0 0,1 1 0 0 0,0-4-15 0 0,1 1 0 0 0,0-1 0 0 0,-1 1 0 0 0,2 0 0 0 0,-1 0 1 0 0,0 0-1 0 0,1 0 0 0 0,-1 0 0 0 0,1 1 0 0 0,0-1 0 0 0,0 1 0 0 0,0 0 0 0 0,0 0 0 0 0,0 0 0 0 0,5-3 0 0 0,50-16 282 0 0,0 1-1 0 0,1 3 0 0 0,67-9 1 0 0,44 0 173 0 0,-88 15-455 0 0,481-79 1144 0 0,-513 80-1143 0 0,0-2 0 0 0,-2-2 0 0 0,61-26 0 0 0,-108 39-94 0 0,19-6-21 0 0,-19 7 18 0 0,0-1-1 0 0,0 1 0 0 0,0 0 1 0 0,-1-1-1 0 0,1 1 0 0 0,0 0 1 0 0,0 0-1 0 0,0 0 0 0 0,0 0 1 0 0,0 0-1 0 0,0 0 1 0 0,0 0-1 0 0,0 0 0 0 0,-1 0 1 0 0,1 0-1 0 0,0 1 0 0 0,2 0 1 0 0,-15 10-1048 0 0,-6 1-896 0 0,6-4-833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12.0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34 295 1743 0 0,'-10'4'153'0'0,"8"-3"-120"0"0,0 0 0 0 0,0 0-1 0 0,0-1 1 0 0,0 1 0 0 0,0-1 0 0 0,0 1 0 0 0,0-1 0 0 0,0 0 0 0 0,-4 1 0 0 0,15-7 1 0 0,72-27 2658 0 0,99-27-1 0 0,89-8-590 0 0,-238 60-1861 0 0,96-20 492 0 0,172-17 0 0 0,35 3-128 0 0,-237 29-438 0 0,-68 11-357 0 0,-59 21-926 0 0,21-13-34 0 0,-2 2-2440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14.9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597 69 3223 0 0,'2'-3'-130'0'0,"1"0"0"0"0,-1 0-1 0 0,0 0 1 0 0,0 0 0 0 0,0 0-1 0 0,0 0 1 0 0,2-6 0 0 0,-4 9 174 0 0,1-1 0 0 0,-1 0 0 0 0,0 0 0 0 0,1 0 0 0 0,-1 1-1 0 0,0-1 1 0 0,0 0 0 0 0,0 0 0 0 0,0 0 0 0 0,0 0 0 0 0,0 1 0 0 0,0-1 0 0 0,0 0 0 0 0,0 0 0 0 0,0 0 0 0 0,0 0 0 0 0,-1 1 0 0 0,1-1 0 0 0,0 0 0 0 0,-1 0 0 0 0,1 0 0 0 0,0 1 0 0 0,-1-1 0 0 0,1 0 0 0 0,-1 1 0 0 0,1-1 0 0 0,-1 0 0 0 0,0 1 0 0 0,1-1 0 0 0,-1 1 0 0 0,0-1 0 0 0,1 1 0 0 0,-1-1 0 0 0,0 1 0 0 0,1-1 0 0 0,-1 1 0 0 0,0 0-1 0 0,-1-1 1 0 0,-7-2 118 0 0,-1 1 0 0 0,1 0 0 0 0,-1 0-1 0 0,1 1 1 0 0,-1 0 0 0 0,0 1 0 0 0,0 0-1 0 0,1 1 1 0 0,-1 0 0 0 0,0 0-1 0 0,1 1 1 0 0,-1 0 0 0 0,1 1 0 0 0,0 0-1 0 0,-11 5 1 0 0,-15 8 2 0 0,2 1 0 0 0,-49 35-1 0 0,62-40 37 0 0,-83 46 345 0 0,12-7-119 0 0,85-48-370 0 0,1 1 1 0 0,-1 0-1 0 0,1 0 1 0 0,0 0 0 0 0,0 1-1 0 0,0-1 1 0 0,-6 10-1 0 0,9-12-4 0 0,1 1 1 0 0,0-1-1 0 0,-1 1 0 0 0,1-1 0 0 0,0 1 0 0 0,1-1 0 0 0,-1 1 1 0 0,0-1-1 0 0,1 1 0 0 0,-1 0 0 0 0,1-1 0 0 0,0 1 0 0 0,0 0 0 0 0,0-1 1 0 0,0 1-1 0 0,0 0 0 0 0,1-1 0 0 0,-1 1 0 0 0,1 0 0 0 0,0-1 1 0 0,1 5-1 0 0,1-2 98 0 0,-1-1 1 0 0,1 0 0 0 0,0 0 0 0 0,0 0 0 0 0,1 0-1 0 0,-1 0 1 0 0,1 0 0 0 0,0-1 0 0 0,0 0-1 0 0,0 0 1 0 0,0 0 0 0 0,0 0 0 0 0,1-1-1 0 0,7 4 1 0 0,8 2 111 0 0,0 0 0 0 0,23 4 0 0 0,-35-10-199 0 0,20 5 137 0 0,1-1-1 0 0,41 2 1 0 0,59-3 128 0 0,-73-4-215 0 0,-25 0-70 0 0,0-1 0 0 0,47-7-1 0 0,-67 3-42 0 0,-17 0 0 0 0,-22 1 0 0 0,-10 4 32 0 0,-1 1 0 0 0,1 2 0 0 0,0 2 0 0 0,0 1 0 0 0,1 2 0 0 0,0 2 0 0 0,-65 28 0 0 0,85-30-25 0 0,0 1-1 0 0,0 0 1 0 0,1 1-1 0 0,1 1 1 0 0,0 1-1 0 0,1 0 1 0 0,-20 23-1 0 0,23-23 17 0 0,1 1-1 0 0,0 0 1 0 0,0 1 0 0 0,2 0-1 0 0,0 1 1 0 0,0-1 0 0 0,2 2 0 0 0,-8 26-1 0 0,12-35-22 0 0,0 1 0 0 0,0 0 0 0 0,1-1 0 0 0,1 1 0 0 0,0 0 0 0 0,0 0 0 0 0,0 0 0 0 0,3 12-1 0 0,-2-16 16 0 0,1 0 0 0 0,-1-1 0 0 0,1 1 0 0 0,0-1-1 0 0,0 1 1 0 0,1-1 0 0 0,-1 0 0 0 0,1 0 0 0 0,0 0-1 0 0,0 0 1 0 0,0 0 0 0 0,0-1 0 0 0,1 0 0 0 0,0 1-1 0 0,-1-1 1 0 0,8 4 0 0 0,2 0 161 0 0,-1-1 0 0 0,1 0 0 0 0,0-1 0 0 0,1-1 0 0 0,-1 0 0 0 0,1 0 0 0 0,-1-1 0 0 0,1-1 0 0 0,22 0 1 0 0,11-1 66 0 0,70-10 0 0 0,-96 7-149 0 0,416-65 638 0 0,-429 65-721 0 0,36-10 112 0 0,-40 11-116 0 0,-1 0 0 0 0,0 0 0 0 0,0-1 1 0 0,0 1-1 0 0,-1-1 0 0 0,1 0 0 0 0,0 0 0 0 0,0 0 1 0 0,-1 0-1 0 0,0-1 0 0 0,4-2 0 0 0,-6 5-30 0 0,0-1 0 0 0,0 1 0 0 0,1 0 0 0 0,-1 0 0 0 0,0-1 0 0 0,0 1 0 0 0,1 0 0 0 0,-1-1 0 0 0,0 1 0 0 0,0 0 0 0 0,0-1 0 0 0,0 1 0 0 0,1 0 0 0 0,-1-1 0 0 0,0 1 0 0 0,0 0 0 0 0,0-1 0 0 0,0 1 0 0 0,0-1 0 0 0,0 1 0 0 0,0 0 0 0 0,0-1 0 0 0,0 1 0 0 0,0 0 0 0 0,0-1 0 0 0,0 1 0 0 0,0-1 0 0 0,0 1 0 0 0,-1 0 0 0 0,1-1 0 0 0,0 1 0 0 0,0 0 0 0 0,0-1 0 0 0,0 1 0 0 0,-1 0 0 0 0,1-1 0 0 0,0 1 0 0 0,0 0 0 0 0,-1 0 0 0 0,1-1 0 0 0,0 1 0 0 0,-1 0 0 0 0,1 0 0 0 0,0-1 0 0 0,-1 1 0 0 0,1 0 0 0 0,0 0 0 0 0,-1 0 0 0 0,1 0 0 0 0,0 0 0 0 0,-1 0 0 0 0,1-1 0 0 0,0 1 0 0 0,-1 0 0 0 0,1 0 0 0 0,-1 0 0 0 0,1 0 0 0 0,0 0 0 0 0,-1 0 0 0 0,1 0 0 0 0,0 0 0 0 0,-1 1 0 0 0,0-1 0 0 0,-9 3-5937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17.4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1 135 3223 0 0,'25'-14'-58'0'0,"2"0"0"0"0,-1 2 1 0 0,2 1-1 0 0,34-9 0 0 0,-17 9 962 0 0,91-11 1 0 0,-46 12-485 0 0,118-8 208 0 0,-181 17-628 0 0,-20 0 0 0 0,1 0 0 0 0,0 1 0 0 0,-1 1 0 0 0,1-1 0 0 0,8 2 0 0 0,-16-2 0 0 0,1 0-1 0 0,-1 0 0 0 0,0 0 0 0 0,1 0 1 0 0,-1 0-1 0 0,0 0 0 0 0,0 0 0 0 0,1 1 1 0 0,-1-1-1 0 0,0 0 0 0 0,1 0 1 0 0,-1 0-1 0 0,0 0 0 0 0,0 0 0 0 0,1 1 1 0 0,-1-1-1 0 0,0 0 0 0 0,0 0 0 0 0,1 0 1 0 0,-1 1-1 0 0,0-1 0 0 0,0 0 0 0 0,0 0 1 0 0,0 1-1 0 0,1-1 0 0 0,-1 0 0 0 0,0 0 1 0 0,0 1-1 0 0,0-1 0 0 0,0 0 0 0 0,0 0 1 0 0,0 1-1 0 0,0-1 0 0 0,0 0 1 0 0,0 1-1 0 0,0-1 0 0 0,-8 11-148 0 0,-18 7-645 0 0,25-17 691 0 0,-12 6-220 0 0,-56 30-1659 0 0,43-28 2024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17.6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3223 0 0,'15'4'-193'0'0,"59"1"1887"0"0,0-3 1 0 0,85-8-1 0 0,84 1-200 0 0,-234 6-1656 0 0,54 5 573 0 0,-55-5-1121 0 0,-1 1-1 0 0,0 0 1 0 0,11 4-1 0 0,-5 1-2304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7.3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36 837 3223 0 0,'-7'-15'-154'0'0,"0"0"-1"0"0,-15-21 0 0 0,32 55 1461 0 0,-6-9-980 0 0,1-1-1 0 0,7 12 1 0 0,-11-20-300 0 0,-1-1-1 0 0,0 0 1 0 0,1 1-1 0 0,-1-1 1 0 0,0 0 0 0 0,1 0-1 0 0,-1 1 1 0 0,1-1-1 0 0,-1 0 1 0 0,0 0-1 0 0,1 0 1 0 0,-1 0 0 0 0,1 0-1 0 0,-1 0 1 0 0,1 1-1 0 0,-1-1 1 0 0,0 0 0 0 0,1 0-1 0 0,-1 0 1 0 0,1 0-1 0 0,-1 0 1 0 0,1-1-1 0 0,-1 1 1 0 0,1 0 0 0 0,-1 0-1 0 0,0 0 1 0 0,1 0-1 0 0,-1 0 1 0 0,1-1-1 0 0,0 1 1 0 0,16-11 756 0 0,-5 3-392 0 0,-2 5-205 0 0,1-1 0 0 0,0 1 0 0 0,0 1-1 0 0,-1 0 1 0 0,15 0 0 0 0,59 0 57 0 0,-29 3-209 0 0,159-21-32 0 0,-3-16-10 0 0,-6 1 209 0 0,51 11-23 0 0,-1 0-34 0 0,298-70 49 0 0,-81 30 234 0 0,-412 59-318 0 0,309-14 172 0 0,-216 15-55 0 0,261-41 0 0 0,122-52 1145 0 0,-434 76-1029 0 0,1 4 0 0 0,122-4 1 0 0,97 30 276 0 0,-103 2-478 0 0,1-19-76 0 0,95-38 216 0 0,15-1-58 0 0,245 31 40 0 0,-127 12-113 0 0,-304-8-72 0 0,157-33 0 0 0,-217 28-56 0 0,263-48 152 0 0,-245 51-147 0 0,148-1-1 0 0,-228 15-37 0 0,-3-1-36 0 0,1 2 0 0 0,32 4 0 0 0,-45-3 42 0 0,-7-2-22 0 0,0 0 1 0 0,1 0-1 0 0,-1 0 1 0 0,0 0 0 0 0,0 0-1 0 0,0 0 1 0 0,0 0-1 0 0,0 0 1 0 0,0 0-1 0 0,1 0 1 0 0,-1 0 0 0 0,0 0-1 0 0,0 0 1 0 0,0 0-1 0 0,0 0 1 0 0,0 1-1 0 0,0-1 1 0 0,0 0 0 0 0,1 0-1 0 0,-1 0 1 0 0,0 0-1 0 0,0 0 1 0 0,0 0-1 0 0,0 0 1 0 0,0 0 0 0 0,0 1-1 0 0,0-1 1 0 0,0 0-1 0 0,0 0 1 0 0,0 0-1 0 0,0 0 1 0 0,0 0 0 0 0,0 0-1 0 0,0 1 1 0 0,0-1-1 0 0,0 0 1 0 0,0 0-1 0 0,0 0 1 0 0,0 0 0 0 0,0 0-1 0 0,0 1 1 0 0,0-1-1 0 0,0 0 1 0 0,-6 5-4828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8.1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20 794 3223 0 0,'-20'2'-233'0'0,"35"-2"473"0"0,350-28 1080 0 0,166 4 301 0 0,14-25-939 0 0,259 3 311 0 0,-446 31-720 0 0,76-23 102 0 0,-3-19 250 0 0,-172 16-108 0 0,129-17 598 0 0,-180 31-589 0 0,315-33 282 0 0,-441 53-709 0 0,525-34 188 0 0,25 10-287 0 0,-268 9 0 0 0,-3-32 0 0 0,-273 35 40 0 0,-2-5 0 0 0,117-48 0 0 0,-196 69-55 0 0,-1 0 0 0 0,1-1 0 0 0,9-7 0 0 0,-14 10 12 0 0,-1 0 0 0 0,1 0 1 0 0,-1 0-1 0 0,0 0 0 0 0,1 0 1 0 0,-1-1-1 0 0,0 1 0 0 0,0-1 0 0 0,0 1 1 0 0,0-1-1 0 0,0 1 0 0 0,0-1 1 0 0,0 0-1 0 0,0 1 0 0 0,-1-1 1 0 0,1 0-1 0 0,-1 0 0 0 0,1 1 0 0 0,-1-1 1 0 0,0-2-1 0 0,0 3-26 0 0,0 0 0 0 0,0 1 0 0 0,-1-1 0 0 0,1 0-1 0 0,0 0 1 0 0,-1 0 0 0 0,1 0 0 0 0,-1 1 0 0 0,1-1 0 0 0,-1 0 0 0 0,1 0 0 0 0,-1 1 0 0 0,0-1-1 0 0,1 0 1 0 0,-1 1 0 0 0,0-1 0 0 0,1 1 0 0 0,-1-1 0 0 0,0 1 0 0 0,-1-1 0 0 0,-19-7-387 0 0,-6 3 32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8.8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0 844 2303 0 0,'1'-2'16'0'0,"0"-4"20"0"0,0 1 0 0 0,1-1 0 0 0,0 1 0 0 0,3-8 0 0 0,-4 11-34 0 0,0 1 0 0 0,0-1 0 0 0,0 1 0 0 0,0 0 0 0 0,0-1 0 0 0,0 1 0 0 0,0 0 0 0 0,1 0 0 0 0,-1 0 0 0 0,0 0 0 0 0,1 0 0 0 0,-1 0-1 0 0,1 0 1 0 0,-1 0 0 0 0,1 1 0 0 0,-1-1 0 0 0,1 0 0 0 0,0 1 0 0 0,3-1 0 0 0,384-43 320 0 0,-191 25-215 0 0,164-43 1140 0 0,-126 17-470 0 0,107 12 83 0 0,-175 20-617 0 0,68-5 183 0 0,117-12 165 0 0,270-53 1081 0 0,-402 50-732 0 0,300-41 224 0 0,-347 51-842 0 0,329-34 300 0 0,236 27 180 0 0,-137 39 12 0 0,226-31-510 0 0,-514-16-287 0 0,-224 26 44 0 0,298-49 147 0 0,-182 26-374 0 0,-187 33 126 0 0,22-5 17 0 0,-38 6 21 0 0,1 1 0 0 0,-1-2-1 0 0,1 1 1 0 0,-1 0 0 0 0,0-1-1 0 0,0 1 1 0 0,0-1 0 0 0,5-4-1 0 0,-7 6-3 0 0,-1 0 0 0 0,0 0 0 0 0,0-1 1 0 0,1 1-1 0 0,-1 0 0 0 0,0-1 0 0 0,0 1 0 0 0,0 0 0 0 0,1 0 0 0 0,-1-1 0 0 0,0 1 0 0 0,0-1 0 0 0,0 1 0 0 0,0 0 0 0 0,0-1 0 0 0,0 1 0 0 0,1 0 0 0 0,-1-1 1 0 0,0 1-1 0 0,0 0 0 0 0,0-1 0 0 0,0 1 0 0 0,-1-1 0 0 0,1 1 0 0 0,0 0 0 0 0,0-1 0 0 0,0 1 0 0 0,0 0 0 0 0,0-1 0 0 0,0 1 0 0 0,0 0 0 0 0,-1-1 0 0 0,1 1 1 0 0,0 0-1 0 0,0-1 0 0 0,0 1 0 0 0,-1 0 0 0 0,1 0 0 0 0,0-1 0 0 0,-1 1 0 0 0,1 0 0 0 0,0 0 0 0 0,0-1 0 0 0,-1 1 0 0 0,1 0 0 0 0,0 0 0 0 0,-1 0 0 0 0,1 0 1 0 0,-1-1-1 0 0,-20-7-318 0 0,3 4-442 0 0,0 0 0 0 0,-1 2-1 0 0,-22-1 1 0 0,-8 1-385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9.5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1 446 3223 0 0,'1'-7'106'0'0,"-1"6"-107"0"0,1-1 0 0 0,-1 0 0 0 0,0 1 0 0 0,1-1 0 0 0,-1 0 0 0 0,1 0-1 0 0,0 1 1 0 0,0-1 0 0 0,-1 1 0 0 0,1-1 0 0 0,0 1 0 0 0,0-1 0 0 0,0 1 0 0 0,0 0 0 0 0,1-1 0 0 0,-1 1 0 0 0,0 0 0 0 0,1 0 0 0 0,-1 0 0 0 0,0 0 0 0 0,1 0 0 0 0,2-1 0 0 0,0 0-100 0 0,0 0-1 0 0,0 0 1 0 0,-1-1 0 0 0,1 1 0 0 0,-1-1-1 0 0,1 1 1 0 0,2-4 0 0 0,11-8 120 0 0,-3 5 5 0 0,0 1 0 0 0,1 0 0 0 0,0 1-1 0 0,0 0 1 0 0,1 2 0 0 0,-1 0 0 0 0,23-4 0 0 0,-10 4 11 0 0,0 2 1 0 0,0 1 0 0 0,42 3-1 0 0,-47 0-30 0 0,379 9 686 0 0,-269-12-378 0 0,384-11 878 0 0,316-22 826 0 0,-812 34-1971 0 0,848-69 940 0 0,-847 67-963 0 0,314-21 794 0 0,-218 16-498 0 0,320-7 838 0 0,2 15-323 0 0,-96 1-410 0 0,519-26-159 0 0,-582 11-200 0 0,61-5 166 0 0,-88 8-41 0 0,-37 3-124 0 0,20-23-66 0 0,-133 15 0 0 0,-16 0-93 0 0,-83 15 93 0 0,-5 1-23 0 0,0 0 0 0 0,0 0 0 0 0,0 0 0 0 0,0 0 0 0 0,0 0 0 0 0,0 0 0 0 0,0 0 0 0 0,0 0 1 0 0,0 0-1 0 0,0 0 0 0 0,0 0 0 0 0,0-1 0 0 0,0 1 0 0 0,0 0 0 0 0,0 0 0 0 0,0 0 0 0 0,0 0 0 0 0,0 0 0 0 0,0 0 0 0 0,-1 0 0 0 0,1 0 0 0 0,0 0 0 0 0,0 0 0 0 0,0 0 0 0 0,0 0 0 0 0,0 0 0 0 0,0 0 0 0 0,0 0 0 0 0,0 0 0 0 0,0 0 0 0 0,0 0 0 0 0,0 0 0 0 0,0 0 0 0 0,0 0 0 0 0,0 0 0 0 0,0 0 0 0 0,0 0 0 0 0,0-1 0 0 0,0 1 0 0 0,0 0 1 0 0,0 0-1 0 0,0 0 0 0 0,0 0 0 0 0,0 0 0 0 0,-9 0-4059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20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217 807 2303 0 0,'-37'-10'74'0'0,"11"3"1"0"0,-42-16 0 0 0,-7-10-971 0 0,74 33 918 0 0,1 0-1 0 0,-1 0 1 0 0,1 0-1 0 0,-1-1 0 0 0,0 1 1 0 0,1 0-1 0 0,-1-1 0 0 0,1 1 1 0 0,-1 0-1 0 0,1-1 0 0 0,-1 1 1 0 0,1-1-1 0 0,-1 1 0 0 0,1-1 1 0 0,-1 1-1 0 0,1-1 0 0 0,0 1 1 0 0,-1-1-1 0 0,1 0 0 0 0,0 0-5 0 0,0 1 0 0 0,0 0 0 0 0,0-1 0 0 0,1 1-1 0 0,-1 0 1 0 0,0 0 0 0 0,1-1 0 0 0,-1 1-1 0 0,0 0 1 0 0,0 0 0 0 0,1 0 0 0 0,-1-1-1 0 0,0 1 1 0 0,1 0 0 0 0,-1 0 0 0 0,0 0-1 0 0,1 0 1 0 0,-1 0 0 0 0,1 0 0 0 0,-1 0 0 0 0,0 0-1 0 0,1 0 1 0 0,0 0 0 0 0,28-1 290 0 0,151 14 420 0 0,39 2-180 0 0,-100-17-199 0 0,176-25 0 0 0,115-44 1065 0 0,-101 15-382 0 0,571-66 782 0 0,-171 63-846 0 0,-144 14-464 0 0,541-60 826 0 0,24 1 440 0 0,-566 53-1031 0 0,-203 17-548 0 0,78-17-179 0 0,-410 46-21 0 0,80-11 48 0 0,-97 16-202 0 0,-7 1-58 0 0,-7 1-207 0 0,-7 3 110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48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72 3223 0 0,'6'-11'227'0'0,"0"-1"0"0"0,-1 0 0 0 0,0 1 0 0 0,3-15 0 0 0,-13 30 1146 0 0,-1 6-906 0 0,4-6-339 0 0,1 0 0 0 0,0 0 0 0 0,0 0 0 0 0,0 1 0 0 0,0-1 0 0 0,1 0 0 0 0,-1 1 0 0 0,1-1 0 0 0,0 0 0 0 0,0 1 0 0 0,2 6 0 0 0,1 0 26 0 0,0 0-1 0 0,0-1 1 0 0,8 16 0 0 0,2 1-43 0 0,-2 1 0 0 0,0 1 0 0 0,-2 0-1 0 0,7 36 1 0 0,-6 17-42 0 0,6 27 134 0 0,-12-90-167 0 0,1 0 0 0 0,0-1 0 0 0,15 31 0 0 0,-9-24 58 0 0,2 0 0 0 0,1-2-1 0 0,29 38 1 0 0,-35-51-63 0 0,0-1-1 0 0,1 0 1 0 0,1 0 0 0 0,0-1-1 0 0,0 0 1 0 0,0-1 0 0 0,1 0-1 0 0,0-1 1 0 0,0 0 0 0 0,16 6-1 0 0,-20-9-4 0 0,10 3 68 0 0,0 0 0 0 0,0-1 0 0 0,24 4 0 0 0,-35-8-70 0 0,0-1-1 0 0,0 0 0 0 0,0 0 1 0 0,0 0-1 0 0,0-1 0 0 0,0 0 0 0 0,0 0 1 0 0,0 0-1 0 0,0-1 0 0 0,0 0 1 0 0,0 0-1 0 0,-1-1 0 0 0,10-4 0 0 0,2-5 122 0 0,0 0-1 0 0,0-1 0 0 0,-2-1 0 0 0,0 0 1 0 0,0-1-1 0 0,19-27 0 0 0,-3-2 242 0 0,34-64 0 0 0,-45 72-313 0 0,87-144 760 0 0,-100 170-813 0 0,0 1-1 0 0,1 0 1 0 0,0 1-1 0 0,0-1 1 0 0,1 2-1 0 0,0-1 1 0 0,11-6-1 0 0,-16 11-11 0 0,0 1 0 0 0,0-1 0 0 0,1 1-1 0 0,-1 0 1 0 0,1 0 0 0 0,-1 1 0 0 0,1-1 0 0 0,0 1-1 0 0,-1 0 1 0 0,1 0 0 0 0,0 1 0 0 0,0-1 0 0 0,0 1 0 0 0,0 0-1 0 0,0 0 1 0 0,-1 1 0 0 0,1-1 0 0 0,0 1 0 0 0,6 2-1 0 0,-8-2-7 0 0,-1 1 0 0 0,1 0 0 0 0,-1-1 0 0 0,1 1 0 0 0,-1 0 0 0 0,0 0 0 0 0,0 0 0 0 0,0 0 0 0 0,0 1 0 0 0,0-1 0 0 0,0 1 0 0 0,1 2 0 0 0,19 37 0 0 0,-17-31 0 0 0,17 35-21 0 0,21 48-92 0 0,-37-78 98 0 0,-1 0 1 0 0,0 0-1 0 0,-1 0 0 0 0,2 21 0 0 0,-4-13 15 0 0,13 103 0 0 0,-10-101 0 0 0,1 0 0 0 0,16 45 0 0 0,62 169 0 0 0,-80-227 0 0 0,1 0 0 0 0,-1-1 0 0 0,2 1 0 0 0,7 12 0 0 0,-9-19 0 0 0,0-1 0 0 0,0 1 0 0 0,0-1 0 0 0,1 0 0 0 0,0 0 0 0 0,0 0 0 0 0,0-1 0 0 0,0 0 0 0 0,12 7 0 0 0,-2-3-8 0 0,0 0 0 0 0,1-1 0 0 0,16 5 0 0 0,-25-10 5 0 0,0 0 0 0 0,1-1 0 0 0,-1 1-1 0 0,0-2 1 0 0,0 1 0 0 0,1-1 0 0 0,-1 0 0 0 0,0-1-1 0 0,12-2 1 0 0,-11 2 3 0 0,0-1 0 0 0,0-1 0 0 0,0 1 0 0 0,-1-1 0 0 0,1-1 0 0 0,-1 1 0 0 0,0-1 0 0 0,13-10 0 0 0,-16 10 0 0 0,1 0 0 0 0,-1 0 0 0 0,0 0 0 0 0,0-1 0 0 0,0 0 0 0 0,-1 0 0 0 0,0 0 0 0 0,0 0 0 0 0,0-1 0 0 0,-1 1 0 0 0,1-1 0 0 0,1-9 0 0 0,3-7 3 0 0,1 2-1 0 0,0-1 1 0 0,1 1-1 0 0,2 0 1 0 0,22-33-1 0 0,-6 9 71 0 0,-2-1 0 0 0,23-55 0 0 0,29-100-136 0 0,-72 185 88 0 0,45-152-170 0 0,-33 102 152 0 0,29-74-1 0 0,-42 131-6 0 0,5-15-11 0 0,1 1 0 0 0,22-36-1 0 0,-28 52 10 0 0,0 1 0 0 0,0-1 0 0 0,1 1 0 0 0,-1 0 0 0 0,1 0 0 0 0,0 1 0 0 0,1-1 0 0 0,-1 1 0 0 0,1 0 0 0 0,0 1 0 0 0,0-1 0 0 0,0 1 0 0 0,1 0 0 0 0,8-2 0 0 0,-8 2 2 0 0,1 1 0 0 0,-1 1 0 0 0,0 0 0 0 0,1 0 0 0 0,13 0 0 0 0,-18 1 0 0 0,0 1 0 0 0,0-1 0 0 0,0 1 0 0 0,0 0 0 0 0,1 0 0 0 0,-1 0 0 0 0,-1 0 0 0 0,1 1 0 0 0,0-1 0 0 0,0 1 0 0 0,0-1 0 0 0,-1 1 0 0 0,1 0 0 0 0,-1 0 0 0 0,1 0 0 0 0,1 4 0 0 0,35 39-63 0 0,11 13-12 0 0,-35-42 89 0 0,-1 0 1 0 0,-1 1 0 0 0,0 1 0 0 0,-2 0 0 0 0,0 0-1 0 0,0 1 1 0 0,-2 1 0 0 0,0-1 0 0 0,-2 1 0 0 0,7 26-1 0 0,53 166-24 0 0,-20-103 28 0 0,-39-94-32 0 0,0-1 1 0 0,1 0-1 0 0,1 0 1 0 0,0-1-1 0 0,14 14 1 0 0,-2-8 23 0 0,0 0 0 0 0,1-1 0 0 0,1-2-1 0 0,35 20 1 0 0,-56-35-5 0 0,0 1-1 0 0,0 0 1 0 0,1-1 0 0 0,-1 1-1 0 0,1-1 1 0 0,0 0-1 0 0,-1 0 1 0 0,1-1 0 0 0,0 1-1 0 0,-1-1 1 0 0,1 1-1 0 0,0-1 1 0 0,-1 0 0 0 0,1-1-1 0 0,0 1 1 0 0,0-1-1 0 0,-1 0 1 0 0,1 1 0 0 0,4-3-1 0 0,-4 1 5 0 0,0 0-1 0 0,0-1 0 0 0,0 1 0 0 0,0-1 1 0 0,0 0-1 0 0,0 0 0 0 0,-1-1 0 0 0,0 1 1 0 0,1-1-1 0 0,-1 1 0 0 0,-1-1 0 0 0,1 0 1 0 0,0 0-1 0 0,2-7 0 0 0,74-165 1016 0 0,-63 138-817 0 0,21-81-1 0 0,-17 47-109 0 0,-16 59-81 0 0,0-1 0 0 0,-1 0 0 0 0,-1 0 0 0 0,1-26 0 0 0,-1 21 226 0 0,-1 19-251 0 0,0 0 0 0 0,0 0 0 0 0,0 0 0 0 0,0 0 0 0 0,0 0 0 0 0,-1 0 0 0 0,1 0-1 0 0,0 1 1 0 0,0-1 0 0 0,0 0 0 0 0,0 1 0 0 0,0-1 0 0 0,0 1 0 0 0,2 0-54 0 0,6 3 156 0 0,-2-2-81 0 0,1 1 0 0 0,-1 0 0 0 0,0 1 1 0 0,1 0-1 0 0,-2 0 0 0 0,1 0 0 0 0,6 6 0 0 0,7 8-41 0 0,2 0-1 0 0,24 15 1 0 0,-28-21 3 0 0,-1 1 1 0 0,0 0-1 0 0,-1 1 1 0 0,24 27-1 0 0,30 40 58 0 0,-57-67-24 0 0,2 0 0 0 0,0-1 0 0 0,23 15 0 0 0,8 0 56 0 0,87 39 0 0 0,-128-65-64 0 0,0 0 0 0 0,0-1 0 0 0,0 1 0 0 0,0-1 0 0 0,0 0 0 0 0,0 0 0 0 0,1 0 0 0 0,-1-1 0 0 0,0 0 0 0 0,1 0 0 0 0,-1 0-1 0 0,0-1 1 0 0,0 0 0 0 0,0 0 0 0 0,1 0 0 0 0,-1 0 0 0 0,0-1 0 0 0,6-3 0 0 0,-4 1 1 0 0,0 0 1 0 0,1-1-1 0 0,-2 0 1 0 0,1 0-1 0 0,-1-1 1 0 0,1 0-1 0 0,-2 0 1 0 0,1 0-1 0 0,-1-1 0 0 0,8-10 1 0 0,2-10 113 0 0,-1-1 0 0 0,-1-1 0 0 0,13-39 1 0 0,6-17 272 0 0,48-104 639 0 0,-78 185-1026 0 0,2-5 26 0 0,-1 0 0 0 0,5-17 0 0 0,-7 24-38 0 0,-1 1 0 0 0,1-1 0 0 0,-1 1 1 0 0,0-1-1 0 0,0 1 0 0 0,1-1 0 0 0,-1 1 0 0 0,0-1 1 0 0,0 0-1 0 0,-1 1 0 0 0,1-1 0 0 0,0 1 0 0 0,-1-1 1 0 0,1 1-1 0 0,0-1 0 0 0,-1 1 0 0 0,0 0 1 0 0,1-1-1 0 0,-1 1 0 0 0,0 0 0 0 0,0-1 0 0 0,0 1 1 0 0,0 0-1 0 0,0 0 0 0 0,0 0 0 0 0,-1-2 1 0 0,-4 0-248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50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139 112 3223 0 0,'-1'-4'60'0'0,"-1"1"-1"0"0,0-1 0 0 0,0 1 0 0 0,0 0 0 0 0,0 0 0 0 0,0 0 0 0 0,-1 0 0 0 0,1 0 0 0 0,-1 1 1 0 0,0-1-1 0 0,0 1 0 0 0,0 0 0 0 0,0 0 0 0 0,0 0 0 0 0,-1 0 0 0 0,1 0 0 0 0,-4-1 0 0 0,5 3 41 0 0,-1 0-1 0 0,1 1 1 0 0,-1-1-1 0 0,1 0 1 0 0,0 1-1 0 0,-1 0 0 0 0,1-1 1 0 0,0 1-1 0 0,-1 0 1 0 0,1 0-1 0 0,0 1 1 0 0,0-1-1 0 0,0 0 0 0 0,0 1 1 0 0,0-1-1 0 0,-3 4 1 0 0,-3 3 174 0 0,0 0-1 0 0,-7 11 1 0 0,13-16-202 0 0,0-1 0 0 0,0 1 0 0 0,1 0 0 0 0,-1 0 0 0 0,1 0 0 0 0,-1 1 0 0 0,1-1 0 0 0,0 0 0 0 0,0 0 0 0 0,1 1 0 0 0,-1-1-1 0 0,1 0 1 0 0,-1 1 0 0 0,1 5 0 0 0,1-7-37 0 0,-1 0 0 0 0,0 0 0 0 0,1 0 0 0 0,-1 0 0 0 0,1-1 0 0 0,0 1 0 0 0,-1 0 0 0 0,1 0 0 0 0,0-1 0 0 0,0 1 0 0 0,0 0 0 0 0,0-1 0 0 0,0 1 0 0 0,1-1 0 0 0,-1 1 0 0 0,0-1 0 0 0,1 0 0 0 0,-1 1 0 0 0,1-1 0 0 0,-1 0 0 0 0,1 0 0 0 0,0 0 0 0 0,-1 0 0 0 0,1-1 0 0 0,0 1 0 0 0,3 1 0 0 0,-1-1 38 0 0,0 0 0 0 0,-1-1 0 0 0,1 1 0 0 0,0-1 0 0 0,0 0 0 0 0,0 0 0 0 0,0 0-1 0 0,0 0 1 0 0,-1-1 0 0 0,1 1 0 0 0,0-1 0 0 0,0 0 0 0 0,6-3 0 0 0,-4 2-2 0 0,-1-1 0 0 0,1 0 0 0 0,-1-1 0 0 0,0 1 0 0 0,0-1 0 0 0,0 0 0 0 0,0 0 1 0 0,4-6-1 0 0,-3 4-17 0 0,-1-1 1 0 0,0 1 0 0 0,-1-1-1 0 0,0 0 1 0 0,0 0 0 0 0,0 0-1 0 0,-1-1 1 0 0,0 1-1 0 0,0-1 1 0 0,-1 0 0 0 0,0 0-1 0 0,0 0 1 0 0,0-14 0 0 0,-2 20-13 0 0,0 0 1 0 0,0 0-1 0 0,0 0 1 0 0,0 0 0 0 0,0 0-1 0 0,-1 0 1 0 0,1 0-1 0 0,-1 0 1 0 0,1 0-1 0 0,-1 0 1 0 0,0 0 0 0 0,0 0-1 0 0,0 0 1 0 0,0 1-1 0 0,0-1 1 0 0,0 0-1 0 0,-3-2 1 0 0,3 3-18 0 0,-1 0-1 0 0,1 1 1 0 0,0-1-1 0 0,0 1 1 0 0,0 0-1 0 0,-1-1 1 0 0,1 1-1 0 0,0 0 1 0 0,-1-1 0 0 0,1 1-1 0 0,0 0 1 0 0,0 0-1 0 0,-1 0 1 0 0,1 0-1 0 0,0 0 1 0 0,-1 1 0 0 0,1-1-1 0 0,0 0 1 0 0,0 1-1 0 0,-1-1 1 0 0,1 1-1 0 0,0-1 1 0 0,0 1-1 0 0,0-1 1 0 0,-1 1 0 0 0,1 0-1 0 0,0 0 1 0 0,-2 1-1 0 0,-4 3-24 0 0,1 1-1 0 0,-1-1 0 0 0,1 1 1 0 0,0 0-1 0 0,-9 12 0 0 0,13-15 1 0 0,0-1 0 0 0,1 1 0 0 0,-1 0-1 0 0,0 0 1 0 0,1-1 0 0 0,0 1 0 0 0,0 0 0 0 0,0 0-1 0 0,0 1 1 0 0,0-1 0 0 0,0 0 0 0 0,1 0 0 0 0,0 0-1 0 0,0 0 1 0 0,0 1 0 0 0,0-1 0 0 0,0 0 0 0 0,1 5-1 0 0,-1-7 3 0 0,1 0 0 0 0,-1 1-1 0 0,1-1 1 0 0,-1 0 0 0 0,1 0-1 0 0,0 0 1 0 0,-1 0 0 0 0,1 0-1 0 0,0 0 1 0 0,0 0 0 0 0,-1 0 0 0 0,1 0-1 0 0,0 0 1 0 0,0 0 0 0 0,0 0-1 0 0,0-1 1 0 0,0 1 0 0 0,1 0-1 0 0,1 0 1 0 0,-1 0 6 0 0,1 0-1 0 0,-1-1 1 0 0,1 1-1 0 0,-1-1 1 0 0,1 0-1 0 0,0 0 1 0 0,-1 0 0 0 0,1 0-1 0 0,3 0 1 0 0,0-1 7 0 0,1-1 1 0 0,-1 1 0 0 0,0-1-1 0 0,0 0 1 0 0,0-1 0 0 0,0 0-1 0 0,6-3 1 0 0,-4 1-8 0 0,-1 0 1 0 0,0-1-1 0 0,0 1 0 0 0,0-2 0 0 0,-1 1 1 0 0,7-9-1 0 0,-11 13-8 0 0,-1 1 0 0 0,1-1 0 0 0,-1 0-1 0 0,0 0 1 0 0,0 0 0 0 0,0 0 0 0 0,0 0 0 0 0,0 0 0 0 0,-1 0 0 0 0,1 0-1 0 0,0 0 1 0 0,-1 0 0 0 0,0 0 0 0 0,1 0 0 0 0,-1-1 0 0 0,0 1-1 0 0,0 0 1 0 0,0 0 0 0 0,-1 0 0 0 0,1 0 0 0 0,0-1 0 0 0,-1 1 0 0 0,1 0-1 0 0,-1 0 1 0 0,0 0 0 0 0,0 0 0 0 0,0 0 0 0 0,0 0 0 0 0,0 0 0 0 0,0 1-1 0 0,-2-4 1 0 0,1 4 0 0 0,0-1 0 0 0,1 1 0 0 0,-1 0 0 0 0,0 0 0 0 0,0 0 0 0 0,0-1 0 0 0,0 2 0 0 0,0-1 0 0 0,0 0 0 0 0,0 0 0 0 0,-1 1 0 0 0,1-1 0 0 0,0 1 0 0 0,0 0 0 0 0,0-1 0 0 0,-1 1 0 0 0,1 0 0 0 0,0 0 0 0 0,0 1 0 0 0,-1-1 0 0 0,1 0 0 0 0,0 1 0 0 0,0-1 0 0 0,0 1 0 0 0,0 0 0 0 0,-3 1 0 0 0,-2 1 0 0 0,-1 0 0 0 0,2 1 0 0 0,-1-1 0 0 0,0 2 0 0 0,1-1 0 0 0,-9 8 0 0 0,4-3-12 0 0,-23 23 137 0 0,32-29-110 0 0,-1 1 1 0 0,0-1 0 0 0,1 0 0 0 0,0 1 0 0 0,0-1 0 0 0,0 1-1 0 0,0 0 1 0 0,-2 6 0 0 0,4-9 3 0 0,0 0 1 0 0,-1 0-1 0 0,1 0 0 0 0,0 0 1 0 0,0-1-1 0 0,0 1 0 0 0,0 0 0 0 0,0 0 1 0 0,0 0-1 0 0,0 0 0 0 0,0 0 1 0 0,0 0-1 0 0,0-1 0 0 0,1 1 1 0 0,-1 0-1 0 0,0 0 0 0 0,1 0 1 0 0,-1 0-1 0 0,0-1 0 0 0,1 1 0 0 0,-1 0 1 0 0,1-1-1 0 0,-1 1 0 0 0,1 0 1 0 0,0 0-1 0 0,1 0-1 0 0,-1 0 0 0 0,1 0 1 0 0,-1 0-1 0 0,1-1 0 0 0,-1 1 1 0 0,1 0-1 0 0,0-1 0 0 0,-1 1 0 0 0,1-1 1 0 0,0 0-1 0 0,3 1 0 0 0,3-1 8 0 0,1 0 0 0 0,0-1 0 0 0,15-3 0 0 0,-15 2 0 0 0,0 0 0 0 0,0-1 0 0 0,-1 0 0 0 0,0 0 0 0 0,1-1 0 0 0,-1 0 0 0 0,8-6 0 0 0,-14 9-26 0 0,1-1-1 0 0,-1 0 0 0 0,1 0 1 0 0,-1 0-1 0 0,1 0 0 0 0,-1 0 1 0 0,0-1-1 0 0,0 1 0 0 0,0-1 1 0 0,-1 1-1 0 0,1-1 0 0 0,-1 0 1 0 0,1 0-1 0 0,-1 0 0 0 0,0 1 1 0 0,0-1-1 0 0,0 0 0 0 0,0 0 1 0 0,-1-1-1 0 0,1 1 0 0 0,-1 0 1 0 0,1 0-1 0 0,-2-5 0 0 0,1 7 1 0 0,0 0-1 0 0,0 0 0 0 0,0 0 0 0 0,-1 0 1 0 0,1 0-1 0 0,0 0 0 0 0,-1 0 0 0 0,1 0 0 0 0,-1 0 1 0 0,1 0-1 0 0,-1 1 0 0 0,1-1 0 0 0,-1 0 1 0 0,1 0-1 0 0,-1 1 0 0 0,0-1 0 0 0,0 0 1 0 0,1 1-1 0 0,-1-1 0 0 0,0 0 0 0 0,-1 0 1 0 0,0 0 8 0 0,0 1 1 0 0,0-1 0 0 0,0 0 0 0 0,0 1-1 0 0,0 0 1 0 0,0-1 0 0 0,0 1 0 0 0,0 0-1 0 0,-4 0 1 0 0,1 1 24 0 0,0-1 0 0 0,0 1 1 0 0,0 0-1 0 0,0 0 0 0 0,0 1 0 0 0,0 0 0 0 0,-8 3 0 0 0,7-1 20 0 0,-1 0 1 0 0,1 0-1 0 0,1 0 0 0 0,-1 1 0 0 0,1 0 0 0 0,0 0 0 0 0,0 0 0 0 0,0 1 0 0 0,1-1 1 0 0,-1 1-1 0 0,1 0 0 0 0,-5 12 0 0 0,9-18-44 0 0,0 1 1 0 0,0-1 0 0 0,-1 1-1 0 0,1-1 1 0 0,0 0-1 0 0,0 1 1 0 0,0-1-1 0 0,0 1 1 0 0,0-1 0 0 0,0 0-1 0 0,0 1 1 0 0,0-1-1 0 0,0 1 1 0 0,0-1-1 0 0,0 1 1 0 0,0-1 0 0 0,0 0-1 0 0,0 1 1 0 0,0-1-1 0 0,0 1 1 0 0,1-1-1 0 0,-1 0 1 0 0,0 1 0 0 0,0-1-1 0 0,0 0 1 0 0,1 1-1 0 0,-1-1 1 0 0,0 0-1 0 0,1 1 1 0 0,-1-1-1 0 0,0 0 1 0 0,1 0 0 0 0,-1 1-1 0 0,1-1 8 0 0,1 1 0 0 0,-1-1 0 0 0,0 1 0 0 0,1-1 0 0 0,-1 0 0 0 0,0 0 0 0 0,0 0 0 0 0,1 0 0 0 0,-1 0 0 0 0,3 0 0 0 0,2-1 28 0 0,0 0-1 0 0,0-1 1 0 0,11-3 0 0 0,-8 1-27 0 0,1 0 0 0 0,-1-1 0 0 0,11-7 0 0 0,-17 10-12 0 0,-1 1 0 0 0,0-1 0 0 0,1 0 0 0 0,-1-1 0 0 0,0 1 0 0 0,0 0 0 0 0,0-1 0 0 0,0 1 0 0 0,-1-1 0 0 0,1 1 0 0 0,-1-1 0 0 0,0 0 0 0 0,1 0 0 0 0,-1 0 0 0 0,1-4 0 0 0,-2 6-6 0 0,0 1 0 0 0,0-1 0 0 0,0 1 0 0 0,0-1 0 0 0,0 1 1 0 0,0-1-1 0 0,0 1 0 0 0,0-1 0 0 0,0 1 0 0 0,0-1 0 0 0,0 1 0 0 0,0-1 1 0 0,0 1-1 0 0,0-1 0 0 0,0 1 0 0 0,-1 0 0 0 0,1-1 0 0 0,0 1 1 0 0,0-1-1 0 0,0 1 0 0 0,-1 0 0 0 0,1-1 0 0 0,0 1 0 0 0,-1-1 1 0 0,1 1-1 0 0,0 0 0 0 0,-1-1 0 0 0,1 1 0 0 0,0 0 0 0 0,-1 0 0 0 0,1-1 1 0 0,-1 1-1 0 0,1 0 0 0 0,-1 0 0 0 0,1 0 0 0 0,0-1 0 0 0,-1 1 1 0 0,1 0-1 0 0,-1 0 0 0 0,1 0 0 0 0,-1 0 0 0 0,1 0 0 0 0,-1 0 1 0 0,1 0-1 0 0,-1 0 0 0 0,1 0 0 0 0,-1 0 0 0 0,1 0 0 0 0,-1 0 0 0 0,1 1 1 0 0,-1-1-1 0 0,0 0 0 0 0,-2 1 12 0 0,-1 0-1 0 0,0 0 1 0 0,1 0 0 0 0,-8 4-1 0 0,0 1 78 0 0,0 1 0 0 0,1 1 0 0 0,0 0 1 0 0,-10 10-1 0 0,19-18-83 0 0,1 0 0 0 0,-1 1 1 0 0,1-1-1 0 0,-1 1 1 0 0,1-1-1 0 0,-1 1 1 0 0,1-1-1 0 0,-1 1 1 0 0,1-1-1 0 0,0 1 0 0 0,-1 0 1 0 0,1-1-1 0 0,0 1 1 0 0,0 0-1 0 0,-1-1 1 0 0,1 1-1 0 0,0 0 1 0 0,0-1-1 0 0,0 1 0 0 0,0 0 1 0 0,0-1-1 0 0,0 1 1 0 0,0 0-1 0 0,0-1 1 0 0,0 1-1 0 0,0 0 1 0 0,0-1-1 0 0,0 1 0 0 0,0 0 1 0 0,1-1-1 0 0,-1 1 1 0 0,0 0-1 0 0,0-1 1 0 0,1 1-1 0 0,-1-1 1 0 0,0 1-1 0 0,1-1 0 0 0,-1 1 1 0 0,1 0-1 0 0,-1-1 1 0 0,1 0-1 0 0,-1 1 1 0 0,1-1-1 0 0,0 1 1 0 0,3 2-142 0 0,0-1 0 0 0,0 1 1 0 0,1-1-1 0 0,-1 0 0 0 0,6 1 1 0 0,-7-2-252 0 0,13 5-5268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52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60 2055 0 0,'-23'3'1028'0'0,"23"-3"-1017"0"0,0 0 1 0 0,0 0 0 0 0,0 0-1 0 0,0 0 1 0 0,0 0-1 0 0,0 0 1 0 0,0 0 0 0 0,0 0-1 0 0,0 0 1 0 0,1 0-1 0 0,-1 0 1 0 0,0 0 0 0 0,0 0-1 0 0,0 0 1 0 0,0 0 0 0 0,0 0-1 0 0,0 0 1 0 0,0 0-1 0 0,0 0 1 0 0,0 0 0 0 0,0 0-1 0 0,0 0 1 0 0,0 0-1 0 0,0 0 1 0 0,0 0 0 0 0,0 0-1 0 0,0 1 1 0 0,0-1 0 0 0,0 0-1 0 0,0 0 1 0 0,0 0-1 0 0,0 0 1 0 0,0 0 0 0 0,0 0-1 0 0,0 0 1 0 0,0 0-1 0 0,0 0 1 0 0,0 0 0 0 0,0 0-1 0 0,0 0 1 0 0,0 0 0 0 0,0 0-1 0 0,0 0 1 0 0,0 0-1 0 0,0 1 1 0 0,0-1 0 0 0,0 0-1 0 0,0 0 1 0 0,0 0-1 0 0,0 0 1 0 0,0 0 0 0 0,0 0-1 0 0,0 0 1 0 0,0 0-1 0 0,0 0 1 0 0,0 0 0 0 0,0 0-1 0 0,0 0 1 0 0,-1 0 0 0 0,1 0-1 0 0,0 0 1 0 0,0 0-1 0 0,0 0 1 0 0,0 0 0 0 0,0 0-1 0 0,0 0 1 0 0,0 0-1 0 0,0 0 1 0 0,0 0 0 0 0,12 3 546 0 0,13-2-41 0 0,1 0 0 0 0,-1-2 0 0 0,39-5 0 0 0,73-21 530 0 0,-43 7-409 0 0,-56 18-497 0 0,-28 2-228 0 0,-10 0 28 0 0,1 2 45 0 0,-1-1 23 0 0,-7-1-81 0 0,-12 0 68 0 0,1 1 1 0 0,0 0 0 0 0,-19 5-1 0 0,-59 15-6 0 0,83-18 3 0 0,-27 4-185 0 0,22-4 163 0 0,-26 8 1 0 0,44-11 28 0 0,0 0 0 0 0,0 0 0 0 0,0 0 0 0 0,0 0 1 0 0,0 0-1 0 0,0 0 0 0 0,0 0 0 0 0,0 0 0 0 0,0 0 1 0 0,0 0-1 0 0,0 1 0 0 0,0-1 0 0 0,0 0 0 0 0,0 0 1 0 0,0 0-1 0 0,0 0 0 0 0,0 0 0 0 0,0 0 0 0 0,0 0 0 0 0,0 0 1 0 0,0 0-1 0 0,0 0 0 0 0,0 0 0 0 0,0 0 0 0 0,0 0 1 0 0,0 0-1 0 0,0 0 0 0 0,0 0 0 0 0,0 0 0 0 0,0 0 1 0 0,0 0-1 0 0,0 0 0 0 0,0 0 0 0 0,0 0 0 0 0,0 0 1 0 0,0 0-1 0 0,0 0 0 0 0,0 0 0 0 0,0 0 0 0 0,0 0 0 0 0,0 0 1 0 0,0 0-1 0 0,0 0 0 0 0,7 1 6 0 0,8-1-63 0 0,1-3 50 0 0,0-1-1 0 0,17-7 1 0 0,6-1 169 0 0,11-1 198 0 0,0 2 1 0 0,75-7-1 0 0,-105 18-354 0 0,-19 0-9 0 0,0 0-1 0 0,0 0 0 0 0,0 0 1 0 0,-1 1-1 0 0,1-1 0 0 0,0 0 1 0 0,0 0-1 0 0,0 1 1 0 0,0-1-1 0 0,-1 0 0 0 0,1 1 1 0 0,0-1-1 0 0,0 1 0 0 0,-1-1 1 0 0,1 1-1 0 0,0-1 1 0 0,-1 1-1 0 0,1-1 0 0 0,0 2 1 0 0,-1-2 0 0 0,0 0 0 0 0,1 1 0 0 0,-1-1 0 0 0,0 1 1 0 0,0-1-1 0 0,0 0 0 0 0,0 1 0 0 0,-1-1 0 0 0,1 1 0 0 0,0-1 1 0 0,0 0-1 0 0,0 1 0 0 0,0-1 0 0 0,0 1 0 0 0,0-1 1 0 0,-1 0-1 0 0,1 1 0 0 0,0-1 0 0 0,0 0 0 0 0,-1 1 0 0 0,0 0-4 0 0,-3 5-4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53.1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388 31 2255 0 0,'0'-1'40'0'0,"0"1"0"0"0,0-1 0 0 0,-1 1 0 0 0,1-1-1 0 0,0 1 1 0 0,0-1 0 0 0,0 0 0 0 0,0 1-1 0 0,-1-1 1 0 0,1 1 0 0 0,0-1 0 0 0,0 1-1 0 0,-1 0 1 0 0,1-1 0 0 0,0 1 0 0 0,-1-1-1 0 0,1 1 1 0 0,-1 0 0 0 0,1-1 0 0 0,0 1-1 0 0,-1 0 1 0 0,1-1 0 0 0,-1 1 0 0 0,0-1-1 0 0,-19-3 766 0 0,-23 5 163 0 0,38 0-903 0 0,-96 14 1032 0 0,73-10-691 0 0,1 0 0 0 0,-1-2 0 0 0,0-1 0 0 0,-44-2 0 0 0,71 0-383 0 0,-21-3 359 0 0,17 0-184 0 0,17-1-112 0 0,56-10-86 0 0,0 4 0 0 0,108-2 0 0 0,-174 12 0 0 0,20 1-27 0 0,-21-1 26 0 0,-1 0 1 0 0,1 0 0 0 0,0 0-1 0 0,0 0 1 0 0,0 0 0 0 0,0 0-1 0 0,-1 1 1 0 0,1-1 0 0 0,0 0-1 0 0,0 0 1 0 0,-1 1-1 0 0,1-1 1 0 0,0 1 0 0 0,0-1-1 0 0,-1 1 1 0 0,1-1 0 0 0,0 1-1 0 0,-1-1 1 0 0,2 2 0 0 0,-3-1 0 0 0,1-1 1 0 0,-1 1 0 0 0,0-1 0 0 0,1 1-1 0 0,-1-1 1 0 0,0 1 0 0 0,0-1 0 0 0,1 0-1 0 0,-1 1 1 0 0,0-1 0 0 0,0 0 0 0 0,0 1-1 0 0,0-1 1 0 0,1 0 0 0 0,-1 0 0 0 0,0 0-1 0 0,-1 0 1 0 0,-20 3-4 0 0,-70-2 336 0 0,52-1 16 0 0,-57 6 0 0 0,84-3-53 0 0,13-3-293 0 0,-1 0 0 0 0,1 0 0 0 0,0 0 1 0 0,0 0-1 0 0,0 0 0 0 0,0 0 0 0 0,-1 0 0 0 0,1 0 1 0 0,0 0-1 0 0,0 0 0 0 0,0 0 0 0 0,0 0 1 0 0,-1 0-1 0 0,1 0 0 0 0,0 1 0 0 0,0-1 1 0 0,0 0-1 0 0,0 0 0 0 0,0 0 0 0 0,0 0 0 0 0,-1 0 1 0 0,1 0-1 0 0,0 1 0 0 0,0-1 0 0 0,0 0 1 0 0,0 0-1 0 0,0 0 0 0 0,0 0 0 0 0,0 0 0 0 0,0 1 1 0 0,0-1-1 0 0,0 0 0 0 0,0 0 0 0 0,0 0 1 0 0,0 0-1 0 0,0 1 0 0 0,0-1 0 0 0,0 0 0 0 0,0 0 1 0 0,0 0-1 0 0,0 1 0 0 0,0-1 0 0 0,0 0 1 0 0,0 0-1 0 0,0 0 0 0 0,0 0 0 0 0,0 0 0 0 0,0 1 1 0 0,0-1-1 0 0,0 0 0 0 0,0 0 0 0 0,0 0 1 0 0,1 0-1 0 0,-1 0 0 0 0,0 1 0 0 0,0-1 1 0 0,0 0-1 0 0,0 0 0 0 0,0 0 0 0 0,1 0 0 0 0,-1 0 1 0 0,0 0-1 0 0,0 0 0 0 0,0 0 0 0 0,6 4-3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01.4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174 52 1319 0 0,'4'-6'127'0'0,"-2"4"-62"0"0,-1 0 0 0 0,1 0 0 0 0,-1-1 0 0 0,1 1 0 0 0,-1-1 0 0 0,0 1 0 0 0,1-5 0 0 0,-7 9-37 0 0,0 0-1 0 0,0 1 1 0 0,1-1-1 0 0,-6 5 0 0 0,-51 27 125 0 0,40-23-92 0 0,0 1-1 0 0,-32 24 1 0 0,53-36-52 0 0,0 0-1 0 0,-1 1 1 0 0,1-1 0 0 0,0 0 0 0 0,0 0-1 0 0,-1 0 1 0 0,1 0 0 0 0,0 1-1 0 0,0-1 1 0 0,0 0 0 0 0,-1 0-1 0 0,1 0 1 0 0,0 1 0 0 0,0-1-1 0 0,0 0 1 0 0,0 0 0 0 0,0 1-1 0 0,-1-1 1 0 0,1 0 0 0 0,0 0-1 0 0,0 1 1 0 0,0-1 0 0 0,0 0 0 0 0,0 1-1 0 0,0-1 1 0 0,0 0 0 0 0,0 0-1 0 0,0 1 1 0 0,0-1 0 0 0,0 0-1 0 0,0 1 1 0 0,0-1 0 0 0,9 4 176 0 0,13-4 81 0 0,-9-3-117 0 0,-1 1-1 0 0,1-2 1 0 0,24-9 0 0 0,-33 12-95 0 0,1-2 0 0 0,-1 1 0 0 0,1 0 0 0 0,-1-1 1 0 0,0 0-1 0 0,0 0 0 0 0,0 0 0 0 0,0-1 0 0 0,-1 1 0 0 0,1-1 0 0 0,-1 0 0 0 0,0 0 0 0 0,4-6 0 0 0,-6 8-16 0 0,0 0 1 0 0,-1 1-1 0 0,1-1 0 0 0,0 0 0 0 0,-1 0 0 0 0,0 0 0 0 0,1 1 0 0 0,-1-1 0 0 0,0 0 0 0 0,0 0 0 0 0,0 0 0 0 0,0 0 0 0 0,0 0 0 0 0,0 0 0 0 0,-1 1 0 0 0,1-1 0 0 0,0 0 0 0 0,-1 0 0 0 0,0 0 0 0 0,1 1 1 0 0,-1-1-1 0 0,0 0 0 0 0,0 1 0 0 0,0-1 0 0 0,0 0 0 0 0,0 1 0 0 0,-2-2 0 0 0,1 1 9 0 0,0 0 1 0 0,0 1-1 0 0,0-1 1 0 0,0 1-1 0 0,0-1 1 0 0,0 1-1 0 0,-1 0 1 0 0,1 0-1 0 0,0 0 1 0 0,-1 0-1 0 0,1 0 1 0 0,0 1-1 0 0,-1-1 0 0 0,1 1 1 0 0,-1 0-1 0 0,1-1 1 0 0,-1 1-1 0 0,1 0 1 0 0,-1 1-1 0 0,-2-1 1 0 0,-2 1 11 0 0,-2 1 63 0 0,0 0 0 0 0,-18 6 0 0 0,25-8-84 0 0,0 1 0 0 0,0 0 0 0 0,0 0 0 0 0,0 0 0 0 0,0 0 0 0 0,1 1 0 0 0,-1-1-1 0 0,0 0 1 0 0,0 1 0 0 0,1 0 0 0 0,-1-1 0 0 0,1 1 0 0 0,-1 0 0 0 0,1-1 0 0 0,0 1 0 0 0,0 0 0 0 0,0 0-1 0 0,-1 2 1 0 0,2-3-36 0 0,0-1-1 0 0,0 0 1 0 0,0 0-1 0 0,0 0 1 0 0,0 0-1 0 0,0 1 0 0 0,0-1 1 0 0,0 0-1 0 0,0 0 1 0 0,0 0-1 0 0,0 1 1 0 0,0-1-1 0 0,0 0 0 0 0,0 0 1 0 0,0 0-1 0 0,0 0 1 0 0,0 1-1 0 0,0-1 1 0 0,0 0-1 0 0,0 0 0 0 0,0 0 1 0 0,1 0-1 0 0,-1 0 1 0 0,0 1-1 0 0,0-1 1 0 0,0 0-1 0 0,0 0 0 0 0,0 0 1 0 0,1 0-1 0 0,-1 0 1 0 0,0 0-1 0 0,0 0 1 0 0,0 0-1 0 0,0 0 1 0 0,0 1-1 0 0,1-1 0 0 0,9 2 4 0 0,11-3-8 0 0,-14 0 4 0 0,0 0 0 0 0,-1 0 0 0 0,1 0 0 0 0,-1-1 0 0 0,1 0 0 0 0,-1 0 0 0 0,0 0 0 0 0,0-1 0 0 0,0 0 0 0 0,0 0 0 0 0,0-1 0 0 0,6-4 0 0 0,-12 8 0 0 0,0 0 0 0 0,1-1 0 0 0,-1 1 0 0 0,0 0 0 0 0,1-1 0 0 0,-1 1 0 0 0,0 0 0 0 0,0-1 0 0 0,1 1 0 0 0,-1 0 0 0 0,0-1 0 0 0,0 1 0 0 0,1 0 0 0 0,-1-1 0 0 0,0 1 0 0 0,0-1 0 0 0,0 1 0 0 0,0-1 0 0 0,0 1 0 0 0,0 0 0 0 0,0-1 0 0 0,0 1 0 0 0,0-1 0 0 0,0 1 0 0 0,0-1 0 0 0,0 1 0 0 0,0 0 0 0 0,0-1 0 0 0,0 0 0 0 0,-1 0 0 0 0,1 1 0 0 0,-1-1 0 0 0,1 1 0 0 0,-1-1 0 0 0,0 1 0 0 0,1-1 0 0 0,-1 1 0 0 0,0 0 0 0 0,0-1 0 0 0,1 1 0 0 0,-1 0 0 0 0,0-1 0 0 0,0 1 0 0 0,-1 0 0 0 0,-2-1 0 0 0,-1 0 0 0 0,0 1 0 0 0,0 0 0 0 0,-6 0 0 0 0,4 0 13 0 0,3 0 7 0 0,0 0-1 0 0,0 1 1 0 0,0-1-1 0 0,0 1 1 0 0,0 0 0 0 0,0 0-1 0 0,0 0 1 0 0,0 0 0 0 0,0 1-1 0 0,0-1 1 0 0,-4 4-1 0 0,8-5-118 0 0,-1 1 0 0 0,1-1 0 0 0,-1 1 0 0 0,1-1-1 0 0,0 1 1 0 0,-1-1 0 0 0,1 1 0 0 0,0-1 0 0 0,-1 1 0 0 0,1-1-1 0 0,0 1 1 0 0,0 0 0 0 0,0-1 0 0 0,-1 1 0 0 0,1 0-1 0 0,0-1 1 0 0,0 1 0 0 0,0 0 0 0 0,0-1 0 0 0,0 1-1 0 0,0-1 1 0 0,0 2 0 0 0,3 3-2300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02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52 3223 0 0,'-2'-6'87'0'0,"1"0"0"0"0,-1-1 0 0 0,1 1 0 0 0,0 0 0 0 0,1 0 0 0 0,0-9-1 0 0,-2 16 33 0 0,0-1 1 0 0,0 1-1 0 0,1 0 0 0 0,-1 0 0 0 0,1 0 0 0 0,-1 0 0 0 0,1 0 0 0 0,-1 1 0 0 0,-1 1 0 0 0,0-1-110 0 0,-13 10 113 0 0,9-8-16 0 0,1 0-1 0 0,0 1 1 0 0,0-1-1 0 0,0 2 0 0 0,1-1 1 0 0,-1 0-1 0 0,1 1 1 0 0,1 0-1 0 0,-6 8 0 0 0,10-13-73 0 0,-1 0 0 0 0,1 0 0 0 0,-1 0 0 0 0,1 1 0 0 0,0-1 0 0 0,0 0 0 0 0,-1 1 0 0 0,1-1 0 0 0,0 0 0 0 0,0 1 0 0 0,0-1 0 0 0,0 0 0 0 0,0 1 0 0 0,1-1 0 0 0,-1 0 0 0 0,0 0 0 0 0,1 1 0 0 0,-1-1 0 0 0,1 0 0 0 0,-1 0 0 0 0,1 0 0 0 0,-1 1 0 0 0,1-1 0 0 0,0 0 0 0 0,0 0 0 0 0,-1 0 0 0 0,1 0 0 0 0,0 0 0 0 0,0 0 0 0 0,0 0 0 0 0,0-1 0 0 0,0 1 0 0 0,0 0 0 0 0,1 0 0 0 0,-1-1 0 0 0,0 1 0 0 0,0-1 0 0 0,0 1 0 0 0,1-1 0 0 0,-1 0 0 0 0,0 1 0 0 0,0-1 0 0 0,1 0 0 0 0,-1 0 0 0 0,0 0 0 0 0,1 0 0 0 0,-1 0 0 0 0,0 0 0 0 0,1 0 0 0 0,-1 0 0 0 0,3-1 0 0 0,0 0 11 0 0,-1-1-1 0 0,1 1 0 0 0,0-1 0 0 0,0 0 1 0 0,-1 0-1 0 0,1 0 0 0 0,-1 0 0 0 0,1-1 1 0 0,-1 0-1 0 0,0 1 0 0 0,0-1 0 0 0,0 0 1 0 0,0-1-1 0 0,-1 1 0 0 0,3-4 0 0 0,-4 5-23 0 0,0 0-1 0 0,0 0 1 0 0,0 0 0 0 0,0 0-1 0 0,-1 0 1 0 0,1 0-1 0 0,-1 0 1 0 0,0 0-1 0 0,1 0 1 0 0,-1 0-1 0 0,0 0 1 0 0,0 0-1 0 0,0 0 1 0 0,0 0 0 0 0,-1 0-1 0 0,1 0 1 0 0,-1 0-1 0 0,1 0 1 0 0,-1 0-1 0 0,1 0 1 0 0,-1 0-1 0 0,0 0 1 0 0,0 0-1 0 0,0 1 1 0 0,0-1 0 0 0,0 0-1 0 0,-1 0 1 0 0,1 1-1 0 0,0-1 1 0 0,-1 1-1 0 0,1 0 1 0 0,-3-2-1 0 0,2 1-12 0 0,1 1-1 0 0,-1 0 1 0 0,0-1 0 0 0,1 1-1 0 0,-1 0 1 0 0,0 0-1 0 0,0 0 1 0 0,0 1-1 0 0,0-1 1 0 0,0 0-1 0 0,0 1 1 0 0,0-1-1 0 0,0 1 1 0 0,0 0-1 0 0,0 0 1 0 0,-1-1 0 0 0,1 1-1 0 0,0 1 1 0 0,0-1-1 0 0,0 0 1 0 0,0 0-1 0 0,0 1 1 0 0,0-1-1 0 0,0 1 1 0 0,-3 1-1 0 0,-1 1 20 0 0,0 1 1 0 0,0-1-1 0 0,0 1 0 0 0,1 1 0 0 0,0-1 0 0 0,-8 8 0 0 0,13-11-19 0 0,-1 0 0 0 0,0-1-1 0 0,0 1 1 0 0,0 0-1 0 0,1 0 1 0 0,-1 0 0 0 0,0 0-1 0 0,1-1 1 0 0,-1 1-1 0 0,1 0 1 0 0,-1 0 0 0 0,1 0-1 0 0,0 0 1 0 0,-1 0-1 0 0,1 1 1 0 0,0-1 0 0 0,0 0-1 0 0,0 0 1 0 0,-1 0-1 0 0,1 0 1 0 0,0 0 0 0 0,1 0-1 0 0,-1 0 1 0 0,0 0-1 0 0,0 0 1 0 0,0 0 0 0 0,1 0-1 0 0,-1 0 1 0 0,0 1-1 0 0,1-1 1 0 0,-1-1 0 0 0,1 3-1 0 0,1-2 5 0 0,-1 0 0 0 0,0 1 0 0 0,0-1 0 0 0,1 0 0 0 0,-1 0 0 0 0,0 0 0 0 0,1 0 0 0 0,-1 0 0 0 0,1 0 0 0 0,-1 0 0 0 0,1-1 0 0 0,0 1 0 0 0,-1-1 0 0 0,1 1 0 0 0,0-1 0 0 0,-1 1-1 0 0,1-1 1 0 0,0 0 0 0 0,2 0 0 0 0,5 0 50 0 0,0-1 0 0 0,0 0-1 0 0,0-1 1 0 0,16-4 0 0 0,-21 4-36 0 0,1 1 0 0 0,0-1 1 0 0,-1 0-1 0 0,1 0 0 0 0,-1-1 0 0 0,1 1 1 0 0,-1-1-1 0 0,0 0 0 0 0,0 0 0 0 0,4-5 1 0 0,-8 8-26 0 0,1-1 0 0 0,-1 0 0 0 0,1 1 1 0 0,-1-1-1 0 0,1 0 0 0 0,-1 1 0 0 0,1-1 0 0 0,-1 0 1 0 0,1 0-1 0 0,-1 1 0 0 0,0-1 0 0 0,0 0 1 0 0,1 0-1 0 0,-1 0 0 0 0,0 0 0 0 0,0 1 0 0 0,0-1 1 0 0,0 0-1 0 0,0 0 0 0 0,0 0 0 0 0,0 0 1 0 0,0 0-1 0 0,-1 1 0 0 0,1-1 0 0 0,0 0 0 0 0,-1-1 1 0 0,0 1 12 0 0,0-1 0 0 0,0 1 1 0 0,0-1-1 0 0,0 1 0 0 0,0 0 0 0 0,-1 0 1 0 0,1-1-1 0 0,-1 1 0 0 0,1 0 0 0 0,-1 0 1 0 0,-2-1-1 0 0,-2-1 95 0 0,-1 0 1 0 0,1 1-1 0 0,-1 0 1 0 0,1 0-1 0 0,-12-1 0 0 0,9 3 116 0 0,1-1-1 0 0,-15 3 0 0 0,20-2-165 0 0,1 0 0 0 0,-1 1 1 0 0,0 0-1 0 0,1-1 0 0 0,-1 1 0 0 0,0 0 0 0 0,1 0 0 0 0,0 0 0 0 0,-1 1 0 0 0,1-1 0 0 0,-1 0 1 0 0,-2 3-1 0 0,5-3-51 0 0,0-1 0 0 0,0 1 0 0 0,-1 0 1 0 0,1-1-1 0 0,0 1 0 0 0,0-1 1 0 0,0 1-1 0 0,-1 0 0 0 0,1-1 0 0 0,0 1 1 0 0,0-1-1 0 0,0 1 0 0 0,0 0 1 0 0,0-1-1 0 0,0 1 0 0 0,1-1 0 0 0,-1 1 1 0 0,0 0-1 0 0,0-1 0 0 0,0 1 1 0 0,0-1-1 0 0,1 1 0 0 0,-1 0 0 0 0,10 18 169 0 0,-4-8-118 0 0,-5-7-57 0 0,0 0 0 0 0,0 0 0 0 0,-1 0 0 0 0,1 7 0 0 0,0 7 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05.2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41 136 1839 0 0,'-10'-4'0'0'0,"5"2"0"0"0,4 1 0 0 0,-1 0 0 0 0,0 1 0 0 0,0-1 0 0 0,1 1 0 0 0,-1-1 0 0 0,0 1 0 0 0,0 0 0 0 0,0-1 0 0 0,-3 1 0 0 0,1 2 2079 0 0,5-3-1730 0 0,68-37 3415 0 0,-67 38-3664 0 0,0 0-1 0 0,0 0 1 0 0,0 0-1 0 0,0 0 1 0 0,1 0-1 0 0,-1 1 1 0 0,0-1-1 0 0,0 1 0 0 0,0-1 1 0 0,0 1-1 0 0,3 2 1 0 0,4 0 90 0 0,1-1-134 0 0,-1 0 0 0 0,1-1 0 0 0,0-1 0 0 0,-1 1 0 0 0,1-2 0 0 0,-1 1 0 0 0,17-4 0 0 0,0 1 8 0 0,58-11 160 0 0,-26 3-64 0 0,8 1 46 0 0,1-1 203 0 0,112-4 0 0 0,-162 16-321 0 0,25 4-1 0 0,-29-3-35 0 0,0 0 1 0 0,0-1-1 0 0,24-1 0 0 0,-35 0-64 0 0,0 0 0 0 0,0 0-1 0 0,1 0 1 0 0,-1 0-1 0 0,0 0 1 0 0,0 1-1 0 0,0-1 1 0 0,4 2 0 0 0,-6-2 10 0 0,0 0 0 0 0,0 0-1 0 0,0 0 1 0 0,0 0 0 0 0,-1 0 0 0 0,1 0 0 0 0,0 0 0 0 0,0 0 0 0 0,0 0 0 0 0,0 0 0 0 0,0 0 0 0 0,0 0 0 0 0,0 0 0 0 0,0 0 0 0 0,0 0-1 0 0,0 0 1 0 0,0 0 0 0 0,0 0 0 0 0,0 0 0 0 0,0 0 0 0 0,0 0 0 0 0,0 0 0 0 0,0 0 0 0 0,0 0 0 0 0,0 0 0 0 0,0 0 0 0 0,0 0 0 0 0,0 0-1 0 0,0 0 1 0 0,0 0 0 0 0,0 1 0 0 0,0-1 0 0 0,0 0 0 0 0,-12-4-17 0 0,11 4 195 0 0,-3 0-356 0 0,-28-9 169 0 0,30 9 11 0 0,1-1 0 0 0,-1 1 0 0 0,1 0 0 0 0,-1 0 0 0 0,1 0 0 0 0,-1 0 0 0 0,1 1 0 0 0,-1-1 0 0 0,-1 1 0 0 0,3-1 0 0 0,-1 0 0 0 0,0 0 0 0 0,1 1 0 0 0,-1-1 0 0 0,0 0 0 0 0,0 0 0 0 0,1 0 0 0 0,-1 0 0 0 0,0 0 0 0 0,0 0 0 0 0,0 0 0 0 0,1 0 0 0 0,-1 0 0 0 0,0 0 0 0 0,0 0 0 0 0,1 0 0 0 0,-1 0 0 0 0,0-1 0 0 0,0 1 0 0 0,1 0 0 0 0,-1-1 0 0 0,0 1 0 0 0,1 0 0 0 0,-1-1 0 0 0,0 1 0 0 0,1-1 0 0 0,-1 1 0 0 0,1-1 0 0 0,-1 1 0 0 0,0-2 0 0 0,0 1 0 0 0,1 1 0 0 0,0 0 0 0 0,0 0 0 0 0,-1 0 0 0 0,1 0 0 0 0,0 0 0 0 0,0 0 0 0 0,0-1 0 0 0,0 1 0 0 0,-1 0 0 0 0,1 0 0 0 0,0 0 0 0 0,0-1 0 0 0,0 1 0 0 0,0 0 0 0 0,0 0 0 0 0,0 0 0 0 0,0-1 0 0 0,0 1 0 0 0,-1 0 0 0 0,1 0 0 0 0,0 0 0 0 0,0-1 0 0 0,0 1 0 0 0,0 0 0 0 0,0 0 0 0 0,0-1 0 0 0,0 1 0 0 0,0 0 0 0 0,-3 1 0 0 0,0 0 0 0 0,-26 19 0 0 0,26-18 0 0 0,1 0 0 0 0,0 0 0 0 0,-1 0 0 0 0,1 0 0 0 0,0 0 0 0 0,0 0 0 0 0,1 1 0 0 0,-1-1 0 0 0,0 1 0 0 0,-1 3 0 0 0,3-6 0 0 0,0 1 0 0 0,-1-1 0 0 0,1 0 0 0 0,0 1 0 0 0,0-1 0 0 0,0 1 0 0 0,0-1 0 0 0,0 1 0 0 0,0-1 0 0 0,0 1 0 0 0,0-1 0 0 0,0 0 0 0 0,0 1 0 0 0,0-1 0 0 0,0 1 0 0 0,0-1 0 0 0,0 1 0 0 0,0-1 0 0 0,1 1 0 0 0,0 0 0 0 0,-1-1 0 0 0,1 1 0 0 0,0-1 0 0 0,0 1 0 0 0,-1-1 0 0 0,1 0 0 0 0,0 1 0 0 0,0-1 0 0 0,0 0 0 0 0,0 0 0 0 0,0 1 0 0 0,-1-1 0 0 0,1 0 0 0 0,0 0 0 0 0,0 0 0 0 0,0 0 0 0 0,2 0 0 0 0,0 0 0 0 0,1-1 0 0 0,-1 1 0 0 0,1-1 0 0 0,0 1 0 0 0,-1-1 0 0 0,1 0 0 0 0,-1 0 0 0 0,5-3 0 0 0,-6 3 0 0 0,0 1 0 0 0,-1-2 0 0 0,1 1 0 0 0,0 0 0 0 0,-1 0 0 0 0,1 0 0 0 0,-1-1 0 0 0,0 1 0 0 0,1-1 0 0 0,-1 1 0 0 0,0-1 0 0 0,0 1 0 0 0,0-1 0 0 0,0 0 0 0 0,0 1 0 0 0,0-1 0 0 0,-1 0 0 0 0,1 0 0 0 0,0 0 0 0 0,0-2 0 0 0,-1 3 0 0 0,0 0 0 0 0,0 0 0 0 0,0 1 0 0 0,1-1 0 0 0,-1 0 0 0 0,0 0 0 0 0,0 0 0 0 0,0 1 0 0 0,0-1 0 0 0,0 0 0 0 0,0 0 0 0 0,-1 0 0 0 0,1 1 0 0 0,0-1 0 0 0,0 0 0 0 0,0 0 0 0 0,-1 1 0 0 0,1-1 0 0 0,0 0 0 0 0,-1 0 0 0 0,1 1 0 0 0,-1-1 0 0 0,1 0 0 0 0,-1 1 0 0 0,1-1 0 0 0,-1 1 0 0 0,0-1 0 0 0,1 1 0 0 0,-1-1 0 0 0,1 1 0 0 0,-1-1 0 0 0,-1 0 0 0 0,0 1 0 0 0,1 0 0 0 0,-1-1 0 0 0,1 1 0 0 0,-1 0 0 0 0,0 0 0 0 0,1 0 0 0 0,-1 1 0 0 0,1-1 0 0 0,-1 0 0 0 0,0 0 0 0 0,1 1 0 0 0,-1-1 0 0 0,1 1 0 0 0,0 0 0 0 0,-1-1 0 0 0,-1 2 0 0 0,-3 1 0 0 0,1 1 0 0 0,0-1 0 0 0,0 1 0 0 0,0 0 0 0 0,1 0 0 0 0,-1 1 0 0 0,-6 8 0 0 0,9-11 0 0 0,1 0 0 0 0,0 0 0 0 0,-1 0 0 0 0,1 0 0 0 0,0 1 0 0 0,0-1 0 0 0,0 0 0 0 0,0 1 0 0 0,1-1 0 0 0,-1 0 0 0 0,1 1 0 0 0,-1-1 0 0 0,1 1 0 0 0,0-1 0 0 0,0 1 0 0 0,0-1 0 0 0,0 1 0 0 0,1-1 0 0 0,-1 1 0 0 0,0-1 0 0 0,1 0 0 0 0,1 4 0 0 0,-2-5 0 0 0,1 0 0 0 0,-1 0 0 0 0,1 0 0 0 0,0 0 0 0 0,-1 0 0 0 0,1 0 0 0 0,0 0 0 0 0,0 0 0 0 0,0 0 0 0 0,0 0 0 0 0,0-1 0 0 0,0 1 0 0 0,0 0 0 0 0,0-1 0 0 0,0 1 0 0 0,0 0 0 0 0,0-1 0 0 0,0 1 0 0 0,2-1 0 0 0,-1 1 0 0 0,1-1 0 0 0,0 1 0 0 0,-1-1 0 0 0,1 0 0 0 0,0 0 0 0 0,-1 0 0 0 0,1-1 0 0 0,4 0 0 0 0,0-1 0 0 0,-1 0 0 0 0,1 0 0 0 0,-1 0 0 0 0,0-1 0 0 0,0 0 0 0 0,8-5 0 0 0,-11 5 0 0 0,1 0 0 0 0,-1-1 0 0 0,0 1 0 0 0,0-1 0 0 0,0 1 0 0 0,-1-1 0 0 0,1 0 0 0 0,-1 0 0 0 0,0 0 0 0 0,0 0 0 0 0,3-8 0 0 0,-5 9 0 0 0,1 1 0 0 0,0 0 0 0 0,0-1 0 0 0,-1 1 0 0 0,1-1 0 0 0,-1 1 0 0 0,0-1 0 0 0,0 1 0 0 0,0-1 0 0 0,0 1 0 0 0,0-1 0 0 0,0 1 0 0 0,-1-1 0 0 0,1 1 0 0 0,-1 0 0 0 0,0-1 0 0 0,0 1 0 0 0,0-1 0 0 0,0 1 0 0 0,0 0 0 0 0,0 0 0 0 0,0 0 0 0 0,-2-2 0 0 0,2 3 0 0 0,0 0 0 0 0,0 1 0 0 0,1-1 0 0 0,-1 1 0 0 0,0-1 0 0 0,0 1 0 0 0,0-1 0 0 0,0 1 0 0 0,0-1 0 0 0,0 1 0 0 0,0 0 0 0 0,0-1 0 0 0,0 1 0 0 0,0 0 0 0 0,1 0 0 0 0,-1 0 0 0 0,0 0 0 0 0,0 0 0 0 0,0 0 0 0 0,-2 0 0 0 0,0 1 0 0 0,0 0 0 0 0,1 0 0 0 0,-1-1 0 0 0,1 2 0 0 0,0-1 0 0 0,-1 0 0 0 0,-3 3 0 0 0,-2 2 0 0 0,1 0 0 0 0,-1 1 0 0 0,-7 9 0 0 0,12-12 0 0 0,-1 0 0 0 0,0 1 0 0 0,1 0 0 0 0,0 0 0 0 0,-4 9 0 0 0,6-14 0 0 0,1 1 0 0 0,0 0 0 0 0,-1-1 0 0 0,1 1 0 0 0,0 0 0 0 0,0 0 0 0 0,-1 0 0 0 0,1-1 0 0 0,0 1 0 0 0,0 0 0 0 0,0 0 0 0 0,0 0 0 0 0,0-1 0 0 0,0 1 0 0 0,0 0 0 0 0,1 0 0 0 0,-1 0 0 0 0,0-1 0 0 0,0 1 0 0 0,0 0 0 0 0,1 0 0 0 0,-1-1 0 0 0,0 1 0 0 0,1 0 0 0 0,-1-1 0 0 0,1 1 0 0 0,-1 0 0 0 0,1-1 0 0 0,-1 1 0 0 0,1 0 0 0 0,0-1 0 0 0,-1 1 0 0 0,1-1 0 0 0,-1 1 0 0 0,1-1 0 0 0,0 0 0 0 0,0 1 0 0 0,-1-1 0 0 0,1 0 0 0 0,0 1 0 0 0,0-1 0 0 0,-1 0 0 0 0,1 0 0 0 0,0 0 0 0 0,0 1 0 0 0,0-1 0 0 0,-1 0 0 0 0,1 0 0 0 0,0 0 0 0 0,1-1 0 0 0,6 2 0 0 0,1-1 0 0 0,0-1 0 0 0,-1 0 0 0 0,1 0 0 0 0,-1 0 0 0 0,1-1 0 0 0,-1 0 0 0 0,0-1 0 0 0,0 0 0 0 0,0 0 0 0 0,0-1 0 0 0,0 0 0 0 0,-1 0 0 0 0,0-1 0 0 0,11-9 0 0 0,-17 14 0 0 0,0-1 0 0 0,0 0 0 0 0,0 0 0 0 0,0 1 0 0 0,-1-1 0 0 0,1 0 0 0 0,0 0 0 0 0,-1 0 0 0 0,1 0 0 0 0,0 0 0 0 0,-1 0 0 0 0,0 0 0 0 0,1 0 0 0 0,-1 0 0 0 0,1 0 0 0 0,-1 0 0 0 0,0 0 0 0 0,0-1 0 0 0,0 1 0 0 0,0 0 0 0 0,0-2 0 0 0,0 2 0 0 0,-1 0 0 0 0,1 0 0 0 0,-1 0 0 0 0,1 0 0 0 0,-1 1 0 0 0,1-1 0 0 0,-1 0 0 0 0,0 0 0 0 0,0 1 0 0 0,1-1 0 0 0,-1 0 0 0 0,0 1 0 0 0,0-1 0 0 0,0 1 0 0 0,0-1 0 0 0,0 1 0 0 0,1-1 0 0 0,-3 0 0 0 0,-3-1 0 0 0,0 1 0 0 0,0 0 0 0 0,0 0 0 0 0,0 0 0 0 0,0 0 0 0 0,-10 1 0 0 0,12 0-29 0 0,-1 1-1 0 0,1-1 1 0 0,-1 1-1 0 0,1 0 1 0 0,-1 0-1 0 0,1 0 1 0 0,0 0-1 0 0,-1 1 0 0 0,1 0 1 0 0,0 0-1 0 0,0 0 1 0 0,0 0-1 0 0,0 1 1 0 0,1-1-1 0 0,-1 1 1 0 0,1 0-1 0 0,-1 0 1 0 0,1 0-1 0 0,0 1 1 0 0,0-1-1 0 0,1 1 0 0 0,-1 0 1 0 0,1-1-1 0 0,0 1 1 0 0,-3 6-1 0 0,-2 8-3810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08.9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170 181 1351 0 0,'4'-9'166'0'0,"-3"16"-27"0"0,-1-2-288 0 0,0-5-227 0 0,0 5-381 0 0,-3 28 918 0 0,0 55 1306 0 0,3-73-1261 0 0,1 0 0 0 0,0-1 0 0 0,1 1 0 0 0,5 14-1 0 0,-4-17-255 0 0,-5-21-61 0 0,-4-21-48 0 0,3 3 170 0 0,0-6 68 0 0,-13-61-1 0 0,13 85-54 0 0,1 0-1 0 0,0-1 0 0 0,1 1 1 0 0,0-1-1 0 0,0 1 0 0 0,1-1 1 0 0,0 1-1 0 0,1-1 0 0 0,0 1 1 0 0,0-1-1 0 0,1 1 0 0 0,0-1 1 0 0,1 1-1 0 0,0 0 0 0 0,4-9 1 0 0,-23 40-315 0 0,13-14 359 0 0,1-1 0 0 0,0 0 0 0 0,1 0 1 0 0,-1 1-1 0 0,2-1 0 0 0,-1 1 0 0 0,1-1 0 0 0,0 1 0 0 0,0-1 0 0 0,1 1 0 0 0,0-1 0 0 0,4 14 0 0 0,7 30 544 0 0,4 60 0 0 0,-14-95-507 0 0,-2 0 0 0 0,0 0 0 0 0,0 0 0 0 0,-2 0 0 0 0,0 0 0 0 0,-1 0 0 0 0,0 0-1 0 0,-7 16 1 0 0,9-25 201 0 0,4-8 289 0 0,6-11 232 0 0,-3-1-311 0 0,-1 0-1 0 0,-1 0 0 0 0,5-22 1 0 0,-7 27-377 0 0,-1 0 1 0 0,-1 0-1 0 0,0 0 1 0 0,0 0-1 0 0,0 0 1 0 0,-1 0-1 0 0,-3-14 1 0 0,-2 0 166 0 0,-16-83 324 0 0,20 92-613 0 0,0-1 0 0 0,2 1 0 0 0,0 0 0 0 0,0-1 0 0 0,1 1-1 0 0,3-14 1 0 0,5 8-34 0 0,-4 12-18 0 0,-5 7 35 0 0,0 0-1 0 0,0 0 1 0 0,0 0 0 0 0,0 0 0 0 0,0 0-1 0 0,0 0 1 0 0,0 0 0 0 0,0 0 0 0 0,0 0-1 0 0,0 0 1 0 0,0 0 0 0 0,0 0 0 0 0,0 0-1 0 0,0 0 1 0 0,0 0 0 0 0,0 0 0 0 0,0 0-1 0 0,0 0 1 0 0,0 1 0 0 0,0-1 0 0 0,0 0-1 0 0,1 0 1 0 0,-1 0 0 0 0,0 0 0 0 0,0 0-1 0 0,0 0 1 0 0,0 0 0 0 0,0 0 0 0 0,0 0-1 0 0,0 0 1 0 0,0 0 0 0 0,0 0 0 0 0,0 0-1 0 0,0 0 1 0 0,0 0 0 0 0,0 0 0 0 0,0 0-1 0 0,0 0 1 0 0,0 0 0 0 0,0 0 0 0 0,0 0-1 0 0,0 0 1 0 0,0 0 0 0 0,0 0 0 0 0,1 0-1 0 0,-16 54-90 0 0,9-33 60 0 0,-5 25 1 0 0,5-12 30 0 0,0 0 0 0 0,-2 52 0 0 0,8-75 0 0 0,0 0 0 0 0,1-1 0 0 0,0 1 0 0 0,0 0 0 0 0,2-1 0 0 0,-1 1 0 0 0,1-1 0 0 0,1 0 0 0 0,5 12 0 0 0,-9-22 1 0 0,0 1-1 0 0,0 0 1 0 0,0-1 0 0 0,1 1-1 0 0,-1-1 1 0 0,0 1-1 0 0,1 0 1 0 0,-1-1-1 0 0,0 1 1 0 0,1-1 0 0 0,-1 1-1 0 0,1-1 1 0 0,-1 1-1 0 0,1-1 1 0 0,-1 0-1 0 0,1 1 1 0 0,-1-1 0 0 0,1 0-1 0 0,0 1 1 0 0,0-1-1 0 0,-1 0 2 0 0,1 0-1 0 0,-1 0 0 0 0,0 0 1 0 0,1-1-1 0 0,-1 1 0 0 0,0 0 1 0 0,0 0-1 0 0,1 0 1 0 0,-1-1-1 0 0,0 1 0 0 0,1 0 1 0 0,-1 0-1 0 0,0-1 0 0 0,0 1 1 0 0,0 0-1 0 0,1-1 0 0 0,-1 1 1 0 0,0 0-1 0 0,0-1 1 0 0,0 1-1 0 0,0 0 0 0 0,1-1 1 0 0,-1 1-1 0 0,0-1 0 0 0,1-3 4 0 0,0 1 0 0 0,-1-1 0 0 0,1 0 0 0 0,-1 1 0 0 0,0-7 0 0 0,-3-13 72 0 0,-2-1-1 0 0,-1 1 0 0 0,-12-32 1 0 0,-1-8 91 0 0,3 1 49 0 0,-9-82 0 0 0,24 139-217 0 0,1 0 0 0 0,-1-1 0 0 0,-1 1 0 0 0,1 0 0 0 0,-4-9 0 0 0,4 13 0 0 0,1 0 0 0 0,-1-1 0 0 0,1 1 0 0 0,-1 0 0 0 0,0 0 0 0 0,0 0 0 0 0,0 0 0 0 0,0 0 0 0 0,0 1 0 0 0,1-1 0 0 0,-1 0 0 0 0,-1 0 0 0 0,1 1 0 0 0,0-1 0 0 0,0 0 0 0 0,0 1 0 0 0,0-1 0 0 0,0 1 0 0 0,-1 0 0 0 0,1-1 0 0 0,0 1 0 0 0,0 0 0 0 0,-1 0 0 0 0,1-1 0 0 0,0 1 0 0 0,0 0 0 0 0,-1 0 0 0 0,1 1 0 0 0,-2-1 0 0 0,2 0-1 0 0,-1 0-1 0 0,1 1 1 0 0,0-1-1 0 0,0 0 1 0 0,-1 1-1 0 0,1-1 1 0 0,0 1-1 0 0,0 0 0 0 0,0-1 1 0 0,0 1-1 0 0,0 0 1 0 0,0-1-1 0 0,0 1 1 0 0,0 0-1 0 0,0 0 1 0 0,0 0-1 0 0,0 0 1 0 0,-1 2-1 0 0,1-1-4 0 0,0 0-1 0 0,0 1 0 0 0,0-1 1 0 0,0 0-1 0 0,0 1 0 0 0,1-1 1 0 0,-1 0-1 0 0,1 1 1 0 0,0 3-1 0 0,0 4-22 0 0,0 0 0 0 0,1 0 0 0 0,4 18 1 0 0,61 261 14 0 0,-65-283 33 0 0,1 0 0 0 0,1 0-1 0 0,-1 0 1 0 0,1 0 0 0 0,6 8-1 0 0,-8-12-11 0 0,0-1-1 0 0,0 1 1 0 0,0-1-1 0 0,0 0 0 0 0,0 0 1 0 0,1 1-1 0 0,-1-1 1 0 0,1 0-1 0 0,-1 0 0 0 0,0 0 1 0 0,3 1-1 0 0,-3-2-4 0 0,0 0-1 0 0,0 0 0 0 0,-1 0 1 0 0,1 0-1 0 0,0 0 0 0 0,0 1 1 0 0,0-2-1 0 0,0 1 0 0 0,-1 0 1 0 0,1 0-1 0 0,0 0 0 0 0,0 0 1 0 0,0 0-1 0 0,-1-1 0 0 0,1 1 1 0 0,0 0-1 0 0,0-1 1 0 0,-1 1-1 0 0,1 0 0 0 0,0-1 1 0 0,-1 1-1 0 0,1-1 0 0 0,0 1 1 0 0,-1-1-1 0 0,2 0 0 0 0,0-2-1 0 0,0 0 0 0 0,0 1 0 0 0,-1-1 0 0 0,1 0 0 0 0,0 0 0 0 0,-1 0 0 0 0,0 0 0 0 0,0 0 0 0 0,0 0 0 0 0,0-1 0 0 0,0 1 0 0 0,-1 0 0 0 0,1 0 0 0 0,-1-1 0 0 0,0 1 0 0 0,0-4 0 0 0,-1-8 0 0 0,0 1 0 0 0,-5-20 0 0 0,4 24 0 0 0,-47-274-72 0 0,49 281 73 0 0,-1 1 5 0 0,1-1-1 0 0,0 0 1 0 0,-1 0-1 0 0,0 1 1 0 0,0-1-1 0 0,0 0 0 0 0,0 1 1 0 0,0-1-1 0 0,0 1 1 0 0,-1-1-1 0 0,1 1 1 0 0,-3-4-1 0 0,3 6-8 0 0,1 0 1 0 0,-1 0-1 0 0,1 0 0 0 0,-1 0 0 0 0,1 0 0 0 0,-1 0 0 0 0,1 1 0 0 0,-1-1 0 0 0,1 0 1 0 0,-1 0-1 0 0,1 0 0 0 0,0 0 0 0 0,-1 1 0 0 0,1-1 0 0 0,-1 0 0 0 0,1 0 1 0 0,0 1-1 0 0,-1-1 0 0 0,1 0 0 0 0,0 1 0 0 0,-1-1 0 0 0,1 0 0 0 0,0 1 0 0 0,-1-1 1 0 0,1 1-1 0 0,0-1 0 0 0,0 0 0 0 0,-1 1 0 0 0,1-1 0 0 0,0 1 0 0 0,0-1 0 0 0,0 1 1 0 0,-7 15-109 0 0,3-2 103 0 0,2-1 1 0 0,0 1-1 0 0,0 0 0 0 0,1 0 1 0 0,1 0-1 0 0,1 13 1 0 0,15 84-31 0 0,-10-76 68 0 0,2-1-1 0 0,1 0 0 0 0,2 0 1 0 0,19 40-1 0 0,-30-73-24 0 0,1 1 0 0 0,0-1 0 0 0,0 0 0 0 0,-1 0 1 0 0,1 0-1 0 0,0 1 0 0 0,0-1 0 0 0,0 0 0 0 0,0 0 0 0 0,0 0 0 0 0,1 0 1 0 0,1 1-1 0 0,-3-2-4 0 0,0 0 0 0 0,1 0 0 0 0,-1 0 0 0 0,0 0 0 0 0,0 0 0 0 0,0 0 0 0 0,0 0 0 0 0,1 0 0 0 0,-1 0 0 0 0,0 0 0 0 0,0 0 0 0 0,0 0 0 0 0,0 0 0 0 0,1 0 0 0 0,-1 0 0 0 0,0 0 0 0 0,0 0 0 0 0,0 0 0 0 0,0 0 0 0 0,1 0 0 0 0,-1 0 0 0 0,0 0 0 0 0,0 0 0 0 0,0 0 0 0 0,0-1 0 0 0,0 1 0 0 0,1 0 0 0 0,-1 0 0 0 0,0 0 0 0 0,0 0 0 0 0,0 0 0 0 0,0 0 0 0 0,0-1 0 0 0,0 1 0 0 0,1-12 14 0 0,-1 10-15 0 0,-1-1 0 0 0,1 1 0 0 0,-1 0 0 0 0,1-1 0 0 0,-1 1 0 0 0,0 0 0 0 0,0 0 0 0 0,0 0 0 0 0,-1 0 0 0 0,1 0 0 0 0,-3-3 0 0 0,3 4 0 0 0,0 0 0 0 0,0 0 0 0 0,0 0 0 0 0,0 0 0 0 0,0 0 0 0 0,0 0 0 0 0,0 1 0 0 0,-1-1 0 0 0,1 0 0 0 0,0 1 0 0 0,0-1 0 0 0,-1 1 0 0 0,1-1 0 0 0,0 1 0 0 0,-1 0 0 0 0,1 0 0 0 0,0-1 0 0 0,-1 1 0 0 0,1 0 0 0 0,-1 0 0 0 0,-1 1 0 0 0,-8 1 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0.4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1319 0 0,'-3'1'120'0'0,"1"-1"-120"0"0,1 2 0 0 0,1-1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1.0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2 1375 0 0,'0'0'3'0'0,"0"0"-1"0"0,0 0 0 0 0,0 0 1 0 0,0 0-1 0 0,0 0 0 0 0,0 0 0 0 0,0 0 1 0 0,0 0-1 0 0,0 0 0 0 0,0-1 1 0 0,0 1-1 0 0,0 0 0 0 0,0 0 0 0 0,0 0 1 0 0,0 0-1 0 0,0 0 0 0 0,0 0 1 0 0,0 0-1 0 0,0 0 0 0 0,0 0 0 0 0,0 0 1 0 0,0 0-1 0 0,0 0 0 0 0,0 0 1 0 0,0 0-1 0 0,0 0 0 0 0,0 0 0 0 0,0 0 1 0 0,0 0-1 0 0,0 0 0 0 0,0 0 1 0 0,0 0-1 0 0,-1 0 0 0 0,1 0 0 0 0,0 0 1 0 0,0 0-1 0 0,0 0 0 0 0,0 0 0 0 0,0 0 1 0 0,0 0-1 0 0,0 0 0 0 0,0 0 1 0 0,0 0-1 0 0,0 0 0 0 0,0 0 0 0 0,0 0 1 0 0,0 0-1 0 0,0 0 0 0 0,0 0 1 0 0,0 0-1 0 0,-1 0 0 0 0,1 0 0 0 0,0 0 1 0 0,0 0-1 0 0,0 0 0 0 0,0 0 1 0 0,0 0-1 0 0,0 0 0 0 0,0 0 0 0 0,0 0 1 0 0,-6 14-15 0 0,5-6 12 0 0,-1 1 0 0 0,1 0 0 0 0,1-1 0 0 0,0 1 0 0 0,0 0 0 0 0,0-1 0 0 0,4 16 0 0 0,19 65 0 0 0,-8-34 0 0 0,4 31 60 0 0,-14-53-48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1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7 1351 0 0,'8'-7'109'0'0,"-11"10"-89"0"0,-11 8-29 0 0,13-10 9 0 0,-2 1 0 0 0,-1 1 0 0 0,1-1 0 0 0,-1 0 0 0 0,1 0 0 0 0,-1 0 0 0 0,0 0 0 0 0,1-1 0 0 0,-6 2 0 0 0,-8 6 0 0 0,12-4 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3.4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7 1495 0 0,'-2'-1'102'0'0,"2"1"-102"0"0,-1 0 1 0 0,1 0 0 0 0,0 0-1 0 0,0 0 1 0 0,0 0 0 0 0,0 0-1 0 0,0 0 1 0 0,0 0 0 0 0,-1-1-1 0 0,1 1 1 0 0,0 0 0 0 0,0 0-1 0 0,0 0 1 0 0,0 0 0 0 0,0 0-1 0 0,0 0 1 0 0,0 0 0 0 0,0 0-1 0 0,0 0 1 0 0,0 0 0 0 0,-1-1-1 0 0,1 1 1 0 0,0 0 0 0 0,0 0-1 0 0,0 0 1 0 0,0 0 0 0 0,0 0-1 0 0,0 0 1 0 0,0 0 0 0 0,0-1-1 0 0,0 1 1 0 0,0 0 0 0 0,0 0-1 0 0,0 0 1 0 0,0 0 0 0 0,0 0-1 0 0,0 0 1 0 0,0 0 0 0 0,0-1-1 0 0,0 0 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3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1 1 1631 0 0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3.7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 1407 0 0,'12'-4'128'0'0,"9"-8"-128"0"0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15.4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145 227 1351 0 0,'-7'6'63'0'0,"5"-4"-56"0"0,-1 1-1 0 0,0-1 0 0 0,1 1 1 0 0,0 0-1 0 0,0-1 0 0 0,-1 1 1 0 0,2 0-1 0 0,-4 6 0 0 0,5-7 2 0 0,1 0-1 0 0,-1 0 0 0 0,1 0 0 0 0,-1 0 0 0 0,1 1 0 0 0,0-1 0 0 0,1 3 0 0 0,0-1 0 0 0,1 2-2 0 0,-1 0 0 0 0,1 0-1 0 0,1 0 1 0 0,-1-1-1 0 0,1 1 1 0 0,0-1-1 0 0,1 0 1 0 0,-1 0 0 0 0,1 0-1 0 0,0-1 1 0 0,0 1-1 0 0,0-1 1 0 0,10 5-1 0 0,-12-7-1 0 0,0 0-1 0 0,0-1 1 0 0,1 0-1 0 0,-1 1 0 0 0,1-1 1 0 0,-1 0-1 0 0,1-1 0 0 0,-1 1 1 0 0,1 0-1 0 0,-1-1 1 0 0,1 0-1 0 0,0 0 0 0 0,-1 0 1 0 0,1 0-1 0 0,0-1 0 0 0,-1 0 1 0 0,1 1-1 0 0,-1-1 1 0 0,1 0-1 0 0,-1-1 0 0 0,0 1 1 0 0,1-1-1 0 0,-1 1 0 0 0,0-1 1 0 0,0 0-1 0 0,4-3 0 0 0,2-3-12 0 0,-1 0 0 0 0,0-1 0 0 0,0 0-1 0 0,-1 0 1 0 0,0-1 0 0 0,6-10-1 0 0,-4 4-7 0 0,-1-1 0 0 0,0 0 0 0 0,6-20 0 0 0,-11 25 18 0 0,0 1 0 0 0,-1-1 0 0 0,0 0 0 0 0,-1 0 0 0 0,-1-22 0 0 0,0 28 0 0 0,0 0 0 0 0,-1 0 0 0 0,0 1 0 0 0,0-1 0 0 0,0 1 0 0 0,-1-1 0 0 0,1 1 0 0 0,-2-1 0 0 0,1 1 0 0 0,0 0 0 0 0,-1 0 0 0 0,0 0 0 0 0,0 0 0 0 0,-5-5 0 0 0,5 8 0 0 0,0 0 0 0 0,0 0 0 0 0,0 0 0 0 0,0 1 0 0 0,0-1 0 0 0,-1 1 0 0 0,1 0 0 0 0,0 0 0 0 0,-1 0 0 0 0,1 0 0 0 0,0 0 0 0 0,-1 1 0 0 0,1 0 0 0 0,-1-1 0 0 0,1 2 0 0 0,-1-1 0 0 0,1 0 0 0 0,-1 0 0 0 0,1 1 0 0 0,-5 1 0 0 0,-6 2 0 0 0,0 0 0 0 0,1 0 0 0 0,-21 11 0 0 0,21-9 0 0 0,1 1 0 0 0,1 0 0 0 0,-1 1 0 0 0,1 0 0 0 0,1 1 0 0 0,0 0 0 0 0,0 1 0 0 0,0 0 0 0 0,-10 16 0 0 0,16-20 0 0 0,0 1 0 0 0,0 0 0 0 0,0 0 0 0 0,1 0 0 0 0,0 0 0 0 0,0 0 0 0 0,-2 15 0 0 0,4-16 0 0 0,0-1 0 0 0,1 0 0 0 0,0 1 0 0 0,0-1 0 0 0,0 1 0 0 0,1-1 0 0 0,0 1 0 0 0,0-1 0 0 0,0 0 0 0 0,1 0 0 0 0,-1 1 0 0 0,4 5 0 0 0,-1-4 8 0 0,0 1-1 0 0,1-1 1 0 0,-1 0-1 0 0,1 0 0 0 0,1-1 1 0 0,-1 1-1 0 0,1-1 1 0 0,0 0-1 0 0,1-1 0 0 0,-1 0 1 0 0,1 0-1 0 0,8 4 0 0 0,-11-6-3 0 0,0-1 0 0 0,0 0 0 0 0,0-1 0 0 0,0 1 0 0 0,0-1 0 0 0,1 0 0 0 0,-1 0 0 0 0,0 0 0 0 0,1 0 0 0 0,-1-1 0 0 0,1 0 0 0 0,-1 0 0 0 0,1 0 0 0 0,-1 0 0 0 0,1-1 0 0 0,-1 0 0 0 0,1 1 0 0 0,-1-2 0 0 0,0 1 0 0 0,1 0 0 0 0,-1-1 0 0 0,0 0 0 0 0,7-5 0 0 0,-5 4-10 0 0,0-1-1 0 0,0-1 0 0 0,-1 1 0 0 0,0-1 0 0 0,1 0 0 0 0,-2 0 0 0 0,1-1 0 0 0,-1 1 0 0 0,0-1 0 0 0,0 0 1 0 0,0 0-1 0 0,-1-1 0 0 0,0 1 0 0 0,0-1 0 0 0,-1 1 0 0 0,4-13 0 0 0,-5 11 4 0 0,1 0 0 0 0,-1 0 0 0 0,-1-1 0 0 0,0 1 0 0 0,0 0 0 0 0,0-1 0 0 0,-1 1 0 0 0,0 0 0 0 0,-1 0 0 0 0,0 0 0 0 0,0 0 0 0 0,0 0 0 0 0,-1 0 0 0 0,-5-9 0 0 0,6 13 2 0 0,0 1 0 0 0,0-1 0 0 0,-1 1 0 0 0,1 0 0 0 0,0 0 0 0 0,-1 0 0 0 0,0 0 0 0 0,0 0 1 0 0,0 0-1 0 0,0 1 0 0 0,0 0 0 0 0,0-1 0 0 0,-1 1 0 0 0,1 0 0 0 0,-1 1 0 0 0,0-1 0 0 0,1 1 0 0 0,-1-1 0 0 0,0 1 0 0 0,0 0 1 0 0,0 1-1 0 0,0-1 0 0 0,0 1 0 0 0,0-1 0 0 0,0 1 0 0 0,0 0 0 0 0,0 1 0 0 0,1-1 0 0 0,-1 1 0 0 0,0-1 0 0 0,-5 3 0 0 0,1 0 1 0 0,-1 0 0 0 0,1 0 0 0 0,1 1 0 0 0,-1 0 0 0 0,0 0 0 0 0,1 1 0 0 0,-10 8 0 0 0,14-11 0 0 0,0 1 0 0 0,0 0 0 0 0,0 0 0 0 0,0 0 0 0 0,0 0 0 0 0,1 0 0 0 0,0 1 0 0 0,-1-1 0 0 0,1 1 0 0 0,0 0 0 0 0,1-1 0 0 0,-1 1 0 0 0,1 0 0 0 0,0 0 0 0 0,0 0 0 0 0,0 0 0 0 0,-1 7 0 0 0,3-7 0 0 0,-1 1 0 0 0,1-1 0 0 0,0 0 0 0 0,0 0 0 0 0,1 0 0 0 0,-1 1 0 0 0,1-1 0 0 0,0-1 0 0 0,0 1 0 0 0,0 0 0 0 0,0 0 0 0 0,1-1 0 0 0,-1 1 0 0 0,1-1 0 0 0,5 5 0 0 0,6 5 0 0 0,1 0 0 0 0,19 12 0 0 0,-17-12 0 0 0,-14-11 2 0 0,0 0 0 0 0,0 0 0 0 0,1 0 0 0 0,-1 0-1 0 0,1 0 1 0 0,-1-1 0 0 0,1 0 0 0 0,-1 1-1 0 0,1-1 1 0 0,0-1 0 0 0,0 1 0 0 0,0 0 0 0 0,-1-1-1 0 0,1 0 1 0 0,0 0 0 0 0,0 0 0 0 0,6-1-1 0 0,-7 0 1 0 0,0 0-1 0 0,0 0 1 0 0,0 0-1 0 0,0-1 1 0 0,0 1-1 0 0,0-1 1 0 0,0 1-1 0 0,-1-1 1 0 0,1 0-1 0 0,-1 0 0 0 0,0 0 1 0 0,1-1-1 0 0,-1 1 1 0 0,0 0-1 0 0,0-1 1 0 0,0 1-1 0 0,-1-1 1 0 0,1 0-1 0 0,0 0 1 0 0,-1 0-1 0 0,2-5 0 0 0,0 0-3 0 0,-1-1-1 0 0,0 1 0 0 0,-1-1 0 0 0,0 0 0 0 0,0 1 0 0 0,-1-1 0 0 0,0 0 0 0 0,0 1 0 0 0,-1-1 0 0 0,-4-16 0 0 0,3 17 1 0 0,0 0 0 0 0,0 0-1 0 0,-1 1 1 0 0,0-1-1 0 0,-1 1 1 0 0,1 0-1 0 0,-2 0 1 0 0,1 1-1 0 0,-1-1 1 0 0,0 1-1 0 0,0 0 1 0 0,-6-6-1 0 0,7 9 3 0 0,1 1 0 0 0,-1 0 0 0 0,0 0 0 0 0,1 0 0 0 0,-1 0 0 0 0,0 1 0 0 0,0 0 0 0 0,0-1 0 0 0,0 1 0 0 0,0 1 0 0 0,0-1 0 0 0,-1 1 0 0 0,1-1 0 0 0,0 1 0 0 0,0 0 0 0 0,0 1 0 0 0,-1-1 0 0 0,1 1 0 0 0,-7 2 0 0 0,0 0 0 0 0,0 0 0 0 0,1 1 0 0 0,0 0 0 0 0,-1 1 0 0 0,1 0 0 0 0,-12 9 0 0 0,11-6 0 0 0,1 1 0 0 0,0 0 0 0 0,0 0 0 0 0,1 1 0 0 0,0 1 0 0 0,-12 17 0 0 0,16-20 0 0 0,0 0 0 0 0,0 1 0 0 0,1-1 0 0 0,0 1 0 0 0,1 0 0 0 0,0 0 0 0 0,0 1 0 0 0,1-1 0 0 0,-3 20 0 0 0,5-25 4 0 0,0-1 0 0 0,0 1 0 0 0,0 0-1 0 0,1 0 1 0 0,0 0 0 0 0,-1 0-1 0 0,1-1 1 0 0,0 1 0 0 0,1 0-1 0 0,-1-1 1 0 0,1 1 0 0 0,-1-1-1 0 0,1 1 1 0 0,0-1 0 0 0,0 0-1 0 0,1 0 1 0 0,-1 0 0 0 0,1 0-1 0 0,-1 0 1 0 0,1 0 0 0 0,0-1-1 0 0,0 0 1 0 0,0 1 0 0 0,1-1-1 0 0,-1 0 1 0 0,0 0 0 0 0,1-1-1 0 0,-1 1 1 0 0,1-1 0 0 0,0 1-1 0 0,-1-1 1 0 0,1-1 0 0 0,0 1-1 0 0,0 0 1 0 0,0-1 0 0 0,3 0-1 0 0,3 1-2 0 0,-1-2-1 0 0,0 0 0 0 0,0 0 1 0 0,0 0-1 0 0,0-1 0 0 0,0 0 0 0 0,-1-1 1 0 0,1 0-1 0 0,-1-1 0 0 0,12-5 0 0 0,-15 6 0 0 0,-1 0-1 0 0,0-1 0 0 0,1 1 0 0 0,-1-1 1 0 0,0 0-1 0 0,-1 0 0 0 0,1 0 0 0 0,-1 0 0 0 0,0-1 1 0 0,0 1-1 0 0,0-1 0 0 0,0 0 0 0 0,-1 0 0 0 0,0 0 1 0 0,0 0-1 0 0,0 0 0 0 0,-1 0 0 0 0,2-10 0 0 0,-1 3-36 0 0,-1-1 0 0 0,0 0 0 0 0,-1-19 0 0 0,-1 28 35 0 0,1 0-1 0 0,-1 0 0 0 0,0-1 1 0 0,0 1-1 0 0,0 0 0 0 0,0 0 1 0 0,-1 0-1 0 0,1 0 0 0 0,-1 0 1 0 0,0 0-1 0 0,-1 1 0 0 0,1-1 1 0 0,0 0-1 0 0,-4-2 0 0 0,5 5 3 0 0,-1 0 0 0 0,1 0 0 0 0,0 1 0 0 0,-1-1 0 0 0,1 0 0 0 0,0 1 0 0 0,-1-1 0 0 0,1 1 0 0 0,-1 0 0 0 0,1-1 0 0 0,0 1 0 0 0,-1 0 0 0 0,1 0 0 0 0,-1 0 0 0 0,1 0 0 0 0,-1 0 0 0 0,1 0 0 0 0,-1 0 0 0 0,-2 1 0 0 0,-28 10 0 0 0,31-11 0 0 0,-8 4 0 0 0,5-3 0 0 0,-1 0 0 0 0,1 1 0 0 0,-1 0 0 0 0,1 0 0 0 0,0 0 0 0 0,0 1 0 0 0,0-1 0 0 0,0 1 0 0 0,1 0 0 0 0,-1 0 0 0 0,1 0 0 0 0,-5 5 0 0 0,8-6 0 0 0,-1 0 0 0 0,1 0 0 0 0,-1-1 0 0 0,1 1 0 0 0,0 0 0 0 0,0 0 0 0 0,0 0 0 0 0,0-1 0 0 0,0 1 0 0 0,0 0 0 0 0,0 0 0 0 0,1 0 0 0 0,-1-1 0 0 0,1 1 0 0 0,-1 0 0 0 0,1 0 0 0 0,0-1 0 0 0,0 1 0 0 0,-1-1 0 0 0,1 1 0 0 0,0-1 0 0 0,0 1 0 0 0,1-1 0 0 0,-1 1 0 0 0,0-1 0 0 0,0 0 0 0 0,1 0 0 0 0,-1 1 0 0 0,1-1 0 0 0,1 1 0 0 0,-1-6 0 0 0,2-13 0 0 0,-4 16 0 0 0,0 0 0 0 0,0 0 0 0 0,1 0 0 0 0,-1 0 0 0 0,1 1 0 0 0,-1-1 0 0 0,1 0 0 0 0,-1 0 0 0 0,1 1 0 0 0,-1-1 0 0 0,1 0 0 0 0,0 0 0 0 0,1 0 0 0 0,1-2 0 0 0,1 5 0 0 0,9 13 0 0 0,-13-15 0 0 0,0 1 0 0 0,0-1 0 0 0,1 1 0 0 0,-1-1 0 0 0,0 0 0 0 0,0 1 0 0 0,1-1 0 0 0,-1 0 0 0 0,0 1 0 0 0,0-1 0 0 0,1 0 0 0 0,-1 0 0 0 0,0 1 0 0 0,1-1 0 0 0,-1 0 0 0 0,1 0 0 0 0,-1 0 0 0 0,0 1 0 0 0,1-1 0 0 0,-1 0 0 0 0,0 0 0 0 0,1 0 0 0 0,-1 0 0 0 0,1 0 0 0 0,-1 0 0 0 0,1 0 0 0 0,-1 0 0 0 0,0 0 0 0 0,1 0 0 0 0,-1 0 0 0 0,1 0 0 0 0,4-3 0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21.8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1 0 1799 0 0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22.7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595 56 455 0 0,'-1'1'0'0'0,"1"-2"14"0"0,1-1 53 0 0,0 0-1 0 0,0 0 1 0 0,0 1 0 0 0,0-1 0 0 0,0 1 0 0 0,0-1 0 0 0,0 1-1 0 0,1-1 1 0 0,-1 1 0 0 0,1-1 0 0 0,-1 1 0 0 0,1 0-1 0 0,-1 0 1 0 0,1 0 0 0 0,0 0 0 0 0,0 0 0 0 0,-1 0 0 0 0,1 1-1 0 0,0-1 1 0 0,0 1 0 0 0,0-1 0 0 0,3 0 0 0 0,2 1 123 0 0,-1 0 0 0 0,1 1 0 0 0,-1 0 0 0 0,1 0 1 0 0,8 2-1 0 0,13 3-14 0 0,35-3 2 0 0,-1-2-1 0 0,79-8 0 0 0,-46 0 111 0 0,282-19 1842 0 0,-352 24-2056 0 0,8 1 10 0 0,36 1-1 0 0,-59 2-22 0 0,-15 0 11 0 0,-16 2-24 0 0,-429 17 632 0 0,68-7-216 0 0,-31-13 88 0 0,312-5-478 0 0,-109 11-1 0 0,385-34 258 0 0,110 11-3 0 0,2 17-3 0 0,-211 0-240 0 0,181 9-14 0 0,41 0-78 0 0,-262-11 7 0 0,-392-7 0 0 0,-31-1 288 0 0,115 4 0 0 0,164 3-69 0 0,-131 15 0 0 0,232-13-203 0 0,5 0-24 0 0,-1 0 0 0 0,1 1 1 0 0,0-1-1 0 0,-1 0 0 0 0,1 1 0 0 0,0-1 1 0 0,0 1-1 0 0,-1 0 0 0 0,1 0 0 0 0,-4 1 0 0 0,23 2 75 0 0,67 5-54 0 0,44 8-165 0 0,-79-5 88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20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5754 697 3679 0 0,'6'-10'38'0'0,"7"-12"967"0"0,17-37 0 0 0,-19 34-376 0 0,-2 0 1 0 0,0-1-1 0 0,-2-1 0 0 0,5-32 0 0 0,-11 50-508 0 0,-1 1-1 0 0,0-1 1 0 0,0 1 0 0 0,-1 0 0 0 0,0-1-1 0 0,0 1 1 0 0,-5-15 0 0 0,4 17-94 0 0,0 0 0 0 0,-1 1 0 0 0,0 0 0 0 0,0-1 1 0 0,0 1-1 0 0,0 0 0 0 0,-1 0 0 0 0,0 1 0 0 0,0-1 0 0 0,-1 1 0 0 0,1 0 0 0 0,-7-4 0 0 0,-1-1 16 0 0,-1 2-1 0 0,0 0 1 0 0,0 0-1 0 0,-1 1 1 0 0,0 1-1 0 0,-17-5 0 0 0,-90-15 258 0 0,101 22-221 0 0,-334-43 1031 0 0,-53-9 184 0 0,-44-20 425 0 0,392 67-1540 0 0,-277-23 507 0 0,-158 44-478 0 0,67 33-142 0 0,366-38-56 0 0,-312 54 62 0 0,6 16-27 0 0,339-72-38 0 0,-59 13-15 0 0,-397 101 80 0 0,370-81-56 0 0,-113 57-1 0 0,-97 72 522 0 0,221-104-178 0 0,-164 132 0 0 0,196-135-311 0 0,2 3 1 0 0,-86 105 0 0 0,124-131-35 0 0,2 1 0 0 0,1 1 0 0 0,3 2 0 0 0,-31 68 0 0 0,32-54-16 0 0,4 2 1 0 0,1 0 0 0 0,-12 73-1 0 0,24-92 2 0 0,1 1 0 0 0,2-1 0 0 0,1 50 0 0 0,4-66 0 0 0,1 1 0 0 0,2 0 0 0 0,0-1 0 0 0,1 1 0 0 0,1-1 0 0 0,16 38 0 0 0,-10-36 51 0 0,1-1-1 0 0,2 0 1 0 0,0 0-1 0 0,1-2 1 0 0,2 0-1 0 0,0-1 1 0 0,1-1-1 0 0,28 23 1 0 0,2-3 227 0 0,3-2-1 0 0,84 46 1 0 0,-61-44-20 0 0,156 58 0 0 0,90 2-104 0 0,775 154 88 0 0,-702-196-50 0 0,-282-47-96 0 0,420 24 411 0 0,-448-35-388 0 0,215 0 232 0 0,-1-16-160 0 0,-77-8-79 0 0,255-62 0 0 0,-42-35-156 0 0,-13-39 0 0 0,-315 110 161 0 0,-1-5-1 0 0,-4-4 0 0 0,177-136 0 0 0,-236 159-23 0 0,-1-3 0 0 0,-2-1 0 0 0,58-77 0 0 0,-53 54-116 0 0,-3-1 0 0 0,40-84 0 0 0,-59 99 30 0 0,-1-1 0 0 0,-3-1 0 0 0,-2 0 0 0 0,-2-2 1 0 0,-2 0-1 0 0,-3 0 0 0 0,4-84 0 0 0,-12 95 43 0 0,-2 1 0 0 0,-2-1 0 0 0,-1 1 0 0 0,-2 0 0 0 0,-2 0 0 0 0,-2 0 0 0 0,-1 1 0 0 0,-2 1 0 0 0,-2 0 0 0 0,-28-51 0 0 0,24 57-15 0 0,-3 2-1 0 0,-1 0 1 0 0,-1 2 0 0 0,-1 0 0 0 0,-1 2 0 0 0,-2 1 0 0 0,-1 1-1 0 0,-60-41 1 0 0,61 50-34 0 0,-1 1-1 0 0,0 0 0 0 0,-1 3 1 0 0,0 0-1 0 0,-40-9 1 0 0,-163-25-6 0 0,142 31-4 0 0,-210-34-459 0 0,100 26-2762 0 0,131 18-3925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37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82 1375 0 0,'-3'0'447'0'0,"0"0"0"0"0,-1 0 0 0 0,1 0 0 0 0,0-1 0 0 0,0 1 0 0 0,0-1 0 0 0,-1 0 0 0 0,-2-1 0 0 0,-6-1 1034 0 0,4 2-352 0 0,6 1-552 0 0,-1 0 0 0 0,1-1-1 0 0,-1 1 1 0 0,1-1-1 0 0,-1 0 1 0 0,1 0 0 0 0,-1 0-1 0 0,1 0 1 0 0,0 0 0 0 0,-3-2-1 0 0,38 3 3647 0 0,-20 2-3898 0 0,-1-1 0 0 0,1-1 0 0 0,-1 0 0 0 0,24-3 0 0 0,51-15 430 0 0,-56 11-484 0 0,8-1 37 0 0,87-17 441 0 0,-108 23-683 0 0,1 0-1 0 0,0 2 1 0 0,0 0-1 0 0,32 4 1 0 0,-49-4-62 0 0,-1 0 1 0 0,1 1 0 0 0,-1-1 0 0 0,1 0-1 0 0,-1 1 1 0 0,1-1 0 0 0,-1 1-1 0 0,0-1 1 0 0,1 1 0 0 0,-1 0-1 0 0,0 0 1 0 0,1-1 0 0 0,-1 1-1 0 0,0 0 1 0 0,0 0 0 0 0,2 2-1 0 0,-3-2-6 0 0,0-1 1 0 0,0 0-1 0 0,0 1 0 0 0,0-1 0 0 0,1 0 1 0 0,-1 1-1 0 0,0-1 0 0 0,0 0 1 0 0,0 1-1 0 0,0-1 0 0 0,0 0 0 0 0,0 1 1 0 0,0-1-1 0 0,0 0 0 0 0,0 1 0 0 0,-1-1 1 0 0,1 0-1 0 0,0 0 0 0 0,0 1 0 0 0,0-1 1 0 0,0 0-1 0 0,0 1 0 0 0,0-1 0 0 0,-1 0 1 0 0,1 1-1 0 0,0-1 0 0 0,-1 1-22 0 0,0 0 1 0 0,-1 0-1 0 0,1 0 1 0 0,0 0-1 0 0,0 0 0 0 0,0-1 1 0 0,-1 1-1 0 0,1 0 0 0 0,-2 0 1 0 0,-106 33-1968 0 0,33-11 709 0 0,-203 83 419 0 0,197-73 1710 0 0,105-37 2490 0 0,65-15-2429 0 0,97-41-52 0 0,-10 3-1577 0 0,-57 28-5398 0 0,-73 21-1348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45.3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54 167 1375 0 0,'-8'-10'13735'0'0,"6"24"-13603"0"0,0-1 1 0 0,0 0 0 0 0,-1 1-1 0 0,-8 19 1 0 0,8-27-36 0 0,1 0 0 0 0,0 0 1 0 0,1 0-1 0 0,-2 9 0 0 0,-5 17 261 0 0,6-27-321 0 0,1 1 0 0 0,0-1 1 0 0,0 1-1 0 0,0 0 1 0 0,1-1-1 0 0,-1 1 0 0 0,1 0 1 0 0,1 0-1 0 0,-1-1 1 0 0,1 1-1 0 0,0 0 0 0 0,0-1 1 0 0,1 1-1 0 0,0-1 1 0 0,0 1-1 0 0,0-1 0 0 0,0 0 1 0 0,1 0-1 0 0,0 0 0 0 0,4 5 1 0 0,1 4-16 0 0,-7-13-5 0 0,0 1-1 0 0,-1-1 0 0 0,1 0 1 0 0,0 1-1 0 0,-1-1 0 0 0,1 0 1 0 0,0 0-1 0 0,0 0 0 0 0,0 1 0 0 0,0-1 1 0 0,0 0-1 0 0,0 0 0 0 0,1 0 1 0 0,-1 0-1 0 0,0-1 0 0 0,0 1 0 0 0,1 0 1 0 0,-1-1-1 0 0,1 1 0 0 0,-1 0 1 0 0,0-1-1 0 0,1 0 0 0 0,-1 1 1 0 0,1-1-1 0 0,-1 0 0 0 0,1 0 0 0 0,-1 0 1 0 0,1 0-1 0 0,-1 0 0 0 0,1 0 1 0 0,2 0-1 0 0,201-38 808 0 0,-30 4-792 0 0,-63 17 89 0 0,387-48 191 0 0,-172 26 16 0 0,6-1 380 0 0,-201 29-411 0 0,319-19 322 0 0,-26 9-428 0 0,-379 18-186 0 0,3 1-5 0 0,-48 2-270 0 0,-2 0-339 0 0,1-2-138 0 0,1-1 481 0 0,8-6 65 0 0,-2 2 63 0 0,0 0 0 0 0,-1 0 0 0 0,0 0 0 0 0,-1-1-1 0 0,1 0 1 0 0,7-16 0 0 0,20-65 126 0 0,-39 110 1007 0 0,-4 36 0 0 0,7-36-508 0 0,-1 0 0 0 0,-11 36 0 0 0,-7-13-205 0 0,16-33-247 0 0,1-1 0 0 0,0 1-1 0 0,-5 15 1 0 0,7-12-1516 0 0,4-1-5926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1:47.4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74 125 4143 0 0,'-11'-18'734'0'0,"3"3"581"0"0,-1 1-1 0 0,-1-1 0 0 0,0 2 0 0 0,-13-14 1 0 0,23 27-1266 0 0,0-1 796 0 0,0 1-795 0 0,0 0-1 0 0,0 0 1 0 0,0 0 0 0 0,0 0-1 0 0,-1 0 1 0 0,1 0 0 0 0,0 0-1 0 0,0 0 1 0 0,0 0 0 0 0,0 0-1 0 0,0 0 1 0 0,0 0 0 0 0,0 0-1 0 0,0 0 1 0 0,0 0 0 0 0,0 0-1 0 0,0 0 1 0 0,0 0 0 0 0,-1 0-1 0 0,1 1 697 0 0,0-1-697 0 0,0 0 1 0 0,-1 0 0 0 0,1 0-1 0 0,0 0 1 0 0,0 0 0 0 0,0 0-1 0 0,0 0 1 0 0,0 0 0 0 0,0 0-1 0 0,0 0 1 0 0,0 0 0 0 0,0 0-1 0 0,0 0 1 0 0,0 1 0 0 0,0-1-1 0 0,0 0 1 0 0,1 10 1604 0 0,6 18-797 0 0,-6-21-407 0 0,10 46-64 0 0,-3 0 0 0 0,-2 1 0 0 0,-2 0-1 0 0,-3-1 1 0 0,-7 70 0 0 0,6-121-386 0 0,-1-1 28 0 0,1 0 0 0 0,0 1 0 0 0,0-1 1 0 0,0 0-1 0 0,0 1 0 0 0,0-1 0 0 0,0 1 0 0 0,0-1 0 0 0,1 0 0 0 0,-1 1 1 0 0,1 0-1 0 0,-1-1-13 0 0,1-1 1 0 0,-1 0 0 0 0,1 0-1 0 0,0 1 1 0 0,-1-1-1 0 0,1 0 1 0 0,-1 0 0 0 0,1 0-1 0 0,0 0 1 0 0,-1 0 0 0 0,1 0-1 0 0,0 0 1 0 0,-1 0 0 0 0,1 0-1 0 0,0 0 1 0 0,-1 0-1 0 0,1 0 1 0 0,0 0 0 0 0,-1 0-1 0 0,1-1 1 0 0,-1 1 0 0 0,1 0-1 0 0,0 0 1 0 0,-1-1 0 0 0,1 1-1 0 0,0-1 1 0 0,42-15 225 0 0,0 2 1 0 0,1 2-1 0 0,83-12 0 0 0,94-12-128 0 0,116-11 116 0 0,395 7 45 0 0,-262 7-247 0 0,-1-18 8 0 0,-358 38-33 0 0,140-21 89 0 0,-22 2 23 0 0,-223 31-105 0 0,102-15 105 0 0,-90 12-69 0 0,-1 0 0 0 0,0-1 0 0 0,33-15 0 0 0,-46 18 0 0 0,-1 0-1 0 0,1 0 0 0 0,-1 0 1 0 0,0 0-1 0 0,6-6 0 0 0,-9 8-33 0 0,1-1-1 0 0,-1 1 0 0 0,0-1 0 0 0,1 1 0 0 0,-1 0 0 0 0,0-1 0 0 0,1 1 0 0 0,-1-1 0 0 0,0 1 1 0 0,0-1-1 0 0,0 1 0 0 0,0-1 0 0 0,1 1 0 0 0,-1-1 0 0 0,0 1 0 0 0,0-1 0 0 0,0 1 0 0 0,0-1 1 0 0,0 1-1 0 0,0-1 0 0 0,0 0 0 0 0,-1 0 0 0 0,1 1 0 0 0,-1-1-1 0 0,1 1 1 0 0,-1-1 0 0 0,1 0 0 0 0,-1 1 0 0 0,1-1 0 0 0,-1 1-1 0 0,1-1 1 0 0,-1 1 0 0 0,0 0 0 0 0,1-1 0 0 0,-1 1-1 0 0,0 0 1 0 0,1-1 0 0 0,-1 1 0 0 0,0 0 0 0 0,0 0 0 0 0,-1-1-1 0 0,-12-1 44 0 0,-1-1-1 0 0,1 2 0 0 0,-22 0 0 0 0,-5-1 18 0 0,-17-1-35 0 0,40 3-17 0 0,0-1 1 0 0,-1 0 0 0 0,1-1-1 0 0,-19-6 1 0 0,37 8-19 0 0,0 0-1 0 0,-1 0 1 0 0,1 0-1 0 0,0 0 1 0 0,0 0 0 0 0,0 0-1 0 0,-1 0 1 0 0,1 0-1 0 0,0 0 1 0 0,0 0 0 0 0,0 0-1 0 0,-1 0 1 0 0,1 0-1 0 0,0 0 1 0 0,0 0 0 0 0,0 0-1 0 0,0 0 1 0 0,-1-1-1 0 0,1 1 1 0 0,0 0-1 0 0,0 0 1 0 0,0 0 0 0 0,0 0-1 0 0,0 0 1 0 0,-1-1-1 0 0,1 1 1 0 0,0 0 0 0 0,0 0-1 0 0,0 0 1 0 0,0 0-1 0 0,0-1 1 0 0,0 1 0 0 0,0 0-1 0 0,0 0 1 0 0,0 0-1 0 0,0-1 1 0 0,0 1-1 0 0,0 0 1 0 0,0 0 0 0 0,0 0-1 0 0,0-1 1 0 0,0 1-1 0 0,0 0 1 0 0,0 0 0 0 0,0 0-1 0 0,0-1 1 0 0,0 1-1 0 0,0 0 1 0 0,0 0 0 0 0,0 0-1 0 0,0-1 1 0 0,0 1-1 0 0,0 0 1 0 0,1 0-1 0 0,4-5-112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01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50 4143 0 0,'-1'0'17'0'0,"-1"0"29"0"0,0 0 0 0 0,0 0-1 0 0,0 0 1 0 0,0 0 0 0 0,-1 0 0 0 0,1 1 0 0 0,-3 0 0 0 0,5-1-58 0 0,0 0 0 0 0,0 1 0 0 0,-1-1 1 0 0,1 0-1 0 0,0 0 0 0 0,0 0 0 0 0,0 0 0 0 0,-1 1 1 0 0,1-1-1 0 0,0 0 0 0 0,0 0 0 0 0,0 0 0 0 0,0 1 1 0 0,0-1-1 0 0,-1 0 0 0 0,1 0 0 0 0,0 1 0 0 0,0-1 1 0 0,0 0-1 0 0,0 0 0 0 0,0 1 0 0 0,0-1 0 0 0,0 0 1 0 0,0 0-1 0 0,0 1 0 0 0,5 10-673 0 0,4-1 838 0 0,-1 0 0 0 0,2-1 0 0 0,-1-1 0 0 0,1 1 0 0 0,1-2 0 0 0,-1 1 0 0 0,1-1 0 0 0,17 7 0 0 0,99 37 884 0 0,-123-49-1003 0 0,19 5 108 0 0,0-1 0 0 0,0-1-1 0 0,1-1 1 0 0,0-1-1 0 0,40 0 1 0 0,120-15 434 0 0,-97 4-287 0 0,462-60 1606 0 0,-379 43-1601 0 0,-145 21-290 0 0,198-21 193 0 0,-186 23-150 0 0,1 2 0 0 0,-1 1 0 0 0,73 12-1 0 0,-93-9-44 0 0,-1 1 0 0 0,1 0 0 0 0,30 16 0 0 0,42 29 38 0 0,5 4-12 0 0,30 12 348 0 0,-122-65-330 0 0,-1 0-1 0 0,0-1 0 0 0,0 1 0 0 0,1-1 0 0 0,-1 1 1 0 0,0-1-1 0 0,1 0 0 0 0,-1 1 0 0 0,0-1 0 0 0,1 0 1 0 0,-1 0-1 0 0,0 0 0 0 0,1 0 0 0 0,-1 0 0 0 0,0 0 1 0 0,1 0-1 0 0,-1 0 0 0 0,1-1 0 0 0,-1 1 0 0 0,0-1 1 0 0,0 1-1 0 0,1-1 0 0 0,-1 1 0 0 0,2-2 0 0 0,3-2 65 0 0,-1 0-1 0 0,0 0 0 0 0,-1 0 0 0 0,6-7 1 0 0,4-3 52 0 0,-4 6-155 0 0,45-42 249 0 0,98-66 1 0 0,-133 103-215 0 0,1 2 1 0 0,0 0-1 0 0,1 0 1 0 0,-1 2-1 0 0,2 1 1 0 0,-1 1 0 0 0,1 1-1 0 0,1 1 1 0 0,26-3-1 0 0,23 6 107 0 0,-1 2-1 0 0,82 12 1 0 0,-17 0 37 0 0,-74-9-169 0 0,319 6-934 0 0,-338-12-3823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03.0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0 137 3223 0 0,'28'-7'785'0'0,"36"-6"-1"0"0,-47 10-361 0 0,214-33 3390 0 0,-77 13-2750 0 0,-46 4-836 0 0,102-13-287 0 0,-184 30-372 0 0,-4 1-107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03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0 109 6447 0 0,'1'0'82'0'0,"1"-1"0"0"0,-1 1 0 0 0,1 0 0 0 0,-1-1 0 0 0,1 1-1 0 0,-1 0 1 0 0,1 0 0 0 0,-1 0 0 0 0,0 0 0 0 0,1 1-1 0 0,2-1 1 0 0,5 1 160 0 0,218-15 5042 0 0,-1-16-1708 0 0,-36 3-1922 0 0,-55 11-1524 0 0,-44 6-3549 0 0,-74 8 2156 0 0,66-7-4587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33.5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28 660 3223 0 0,'-8'-4'-385'0'0,"-7"-7"-601"0"0,14 11 1027 0 0,1 0 1 0 0,0-1-1 0 0,-1 1 1 0 0,1-1-1 0 0,0 1 1 0 0,0 0 0 0 0,-1-1-1 0 0,1 1 1 0 0,0-1-1 0 0,0 1 1 0 0,0 0-1 0 0,-1-1 1 0 0,1 1 0 0 0,0-1-1 0 0,0 1 1 0 0,0-1-1 0 0,0 1 1 0 0,0-1-1 0 0,0 1 1 0 0,0 0-1 0 0,0-1 1 0 0,0 1 0 0 0,0-1-1 0 0,0 1 1 0 0,0-1-1 0 0,0 1 1 0 0,1-1-1 0 0,-1 1 1 0 0,0-1 0 0 0,0 1-1 0 0,0 0 1 0 0,1-1-1 0 0,-1 0 1 0 0,1 1 29 0 0,-1 0 1 0 0,1-1-1 0 0,-1 1 1 0 0,1 0 0 0 0,-1-1-1 0 0,1 1 1 0 0,0 0-1 0 0,-1 0 1 0 0,1 0-1 0 0,-1-1 1 0 0,1 1 0 0 0,0 0-1 0 0,-1 0 1 0 0,1 0-1 0 0,0 0 1 0 0,-1 0-1 0 0,1 0 1 0 0,0 0 0 0 0,-1 0-1 0 0,1 1 1 0 0,-1-1-1 0 0,1 0 1 0 0,0 0-1 0 0,-1 0 1 0 0,1 1 0 0 0,-1-1-1 0 0,1 0 1 0 0,-1 1-1 0 0,1-1 1 0 0,-1 0-1 0 0,2 2 1 0 0,16 12 448 0 0,21 23 432 0 0,-39-36-764 0 0,1-1 140 0 0,1 0 101 0 0,3-1 1638 0 0,11 0-1959 0 0,-10 1-39 0 0,1 0 1 0 0,0 0-1 0 0,0-1 0 0 0,-1 0 0 0 0,1-1 0 0 0,6-2 0 0 0,11-5 326 0 0,28-8-1 0 0,-14 5 121 0 0,46-10 144 0 0,15-6-398 0 0,-78 22-182 0 0,0 1 0 0 0,1 1 0 0 0,-1 1-1 0 0,32-1 1 0 0,20-3 119 0 0,-54 4-189 0 0,235-26 46 0 0,32-6-55 0 0,38 2-144 0 0,-283 30 130 0 0,159-25 51 0 0,-129 15 4 0 0,96-4-1 0 0,142-7-216 0 0,-23-4 176 0 0,-2 19-10 0 0,-255 6-43 0 0,14 1 52 0 0,-6 2 1 0 0,50-7 0 0 0,17 0 0 0 0,75 13 0 0 0,-137-2 0 0 0,1-2 0 0 0,-1-3 0 0 0,64-7 0 0 0,-93 7 0 0 0,-1 1 0 0 0,0 0 0 0 0,0 1 0 0 0,1 0 0 0 0,-1 1 0 0 0,0 0 0 0 0,21 7 0 0 0,-9-2 0 0 0,-1 2 0 0 0,0 0 0 0 0,33 20 0 0 0,-37-17-28 0 0,-2 0 0 0 0,34 29 0 0 0,10 10 96 0 0,-3-17-68 0 0,4 3 0 0 0,-55-32 0 0 0,0 1 0 0 0,0 0 0 0 0,-1 0 0 0 0,0 0 0 0 0,0 0 0 0 0,6 11 0 0 0,6 10 3 0 0,18 38 0 0 0,-29-50-28 0 0,-1 0 1 0 0,-1-1-1 0 0,0 2 1 0 0,5 26-1 0 0,-6-25 45 0 0,0 0 0 0 0,2 0 1 0 0,0-1-1 0 0,1 0 0 0 0,15 25 0 0 0,9 22-24 0 0,31 95-67 0 0,56 124 142 0 0,-91-229-71 0 0,38 74 0 0 0,-50-101 0 0 0,2-1 0 0 0,34 41 0 0 0,39 48 114 0 0,-61-74-53 0 0,1-2 0 0 0,38 37-1 0 0,-14-23-60 0 0,-2 2 0 0 0,67 89 0 0 0,-35-29 0 0 0,182 187 0 0 0,-248-284 14 0 0,2 0-1 0 0,0-2 0 0 0,0-1 1 0 0,1 0-1 0 0,34 15 0 0 0,0-4 43 0 0,64 19 0 0 0,-95-36 26 0 0,1-1 0 0 0,-1-2 0 0 0,1 0 0 0 0,0-1 0 0 0,0-2 0 0 0,37-1 0 0 0,-44-2-56 0 0,0-1 0 0 0,-1 0-1 0 0,1-2 1 0 0,-1 0 0 0 0,0-1 0 0 0,0 0 0 0 0,0-2 0 0 0,-1 0-1 0 0,30-18 1 0 0,-9 1 93 0 0,-1-2 0 0 0,-2-2 0 0 0,-1-1 0 0 0,-1-1 0 0 0,-2-2-1 0 0,42-56 1 0 0,-47 54 84 0 0,-2 0 0 0 0,-1-2-1 0 0,-2 0 1 0 0,-2-1 0 0 0,25-71-1 0 0,-22 37-176 0 0,-4-2-1 0 0,-2 0 1 0 0,-4-1 0 0 0,2-87-1 0 0,35-264-145 0 0,-47 424 120 0 0,53-230 0 0 0,-52 224 0 0 0,33-154-28 0 0,8-29-8 0 0,-38 172 42 0 0,-1 0 0 0 0,-1 0 0 0 0,2-27 0 0 0,-4-57 29 0 0,-1 61-30 0 0,-1 8-30 0 0,0 22 4 0 0,1 0 1 0 0,0 0 0 0 0,1-1-1 0 0,0 1 1 0 0,0 0 0 0 0,6-18-1 0 0,-1 10 99 0 0,-4 9-128 0 0,2 0 1 0 0,-1 1 0 0 0,10-17-1 0 0,-2 4 41 0 0,-9 17 15 0 0,0 1 0 0 0,0 0 0 0 0,1 0 1 0 0,-1 0-1 0 0,1 0 0 0 0,0 0 0 0 0,0 1 0 0 0,0-1 0 0 0,0 1 0 0 0,1 0 0 0 0,4-3 0 0 0,5-4 2 0 0,-10 7-13 0 0,0 1 0 0 0,0 0 0 0 0,0-1 0 0 0,1 1 0 0 0,-1 1-1 0 0,1-1 1 0 0,-1 0 0 0 0,1 1 0 0 0,-1-1 0 0 0,1 1 0 0 0,0 0 0 0 0,0 1-1 0 0,4-1 1 0 0,20 1 5 0 0,-10 1 0 0 0,-1-1 0 0 0,30-5 0 0 0,-20 2 0 0 0,38-1 0 0 0,-38 3 0 0 0,36-5 0 0 0,147-19 0 0 0,79 25 0 0 0,-285 0 0 0 0,52 0 0 0 0,0-3 0 0 0,72-13 0 0 0,45-4 0 0 0,73-7 0 0 0,-174 15 0 0 0,34-4 0 0 0,99-12 0 0 0,-179 25 0 0 0,43 0 0 0 0,-1 1 0 0 0,-43 0 0 0 0,0-2 0 0 0,-1 0 0 0 0,1-1 0 0 0,-1-2 0 0 0,24-9 0 0 0,-27 9 0 0 0,0 1 0 0 0,1 1 0 0 0,-1 1 0 0 0,42-2 0 0 0,-47 4 0 0 0,9 1 98 0 0,26 2-1 0 0,-28 0-158 0 0,36-3-1 0 0,-46 0 62 0 0,-9 2 0 0 0,1 0 0 0 0,0-1 0 0 0,0 1 0 0 0,-1-1 0 0 0,1-1 0 0 0,0 1 0 0 0,-1-1 0 0 0,1 1 0 0 0,4-4 0 0 0,-9 5-1 0 0,0 0 0 0 0,0 0 0 0 0,0 0 0 0 0,0 0 0 0 0,0 0 0 0 0,0 0 0 0 0,0 0 0 0 0,0 0 0 0 0,0-1 0 0 0,0 1 1 0 0,0 0-1 0 0,0 0 0 0 0,1 0 0 0 0,-1 0 0 0 0,0 0 0 0 0,0 0 0 0 0,0-1 0 0 0,0 1 0 0 0,0 0 0 0 0,0 0 0 0 0,0 0 0 0 0,-1 0 0 0 0,1 0 0 0 0,0 0 0 0 0,0-1 0 0 0,0 1 0 0 0,0 0 0 0 0,0 0 0 0 0,0 0 0 0 0,0 0 0 0 0,0 0 0 0 0,0 0 0 0 0,0 0 0 0 0,0 0 0 0 0,0-1 0 0 0,0 1 0 0 0,0 0 0 0 0,-1 0 0 0 0,1 0 0 0 0,0 0 0 0 0,0 0 0 0 0,0 0 0 0 0,0 0 0 0 0,0 0 0 0 0,0 0 0 0 0,0 0 0 0 0,-1 0 0 0 0,1 0 0 0 0,0 0 0 0 0,0 0 0 0 0,0 0 1 0 0,0 0-1 0 0,0 0 0 0 0,0 0 0 0 0,0 0 0 0 0,-1 0 0 0 0,1 0 0 0 0,0 0 0 0 0,0 0 0 0 0,0 0 0 0 0,0 0 0 0 0,-10-2-11 0 0,1 4-1076 0 0,-5-1-4352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35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0 328 1855 0 0,'3'0'0'0'0,"0"-1"0"0"0,1 1 0 0 0,-1 0 0 0 0,0 0 0 0 0,0 0 0 0 0,0 0 0 0 0,0 1 0 0 0,0-1 0 0 0,0 1 0 0 0,1 0 0 0 0,-1 0 0 0 0,0 0 0 0 0,-1 0 0 0 0,1 1 0 0 0,3 1 0 0 0,-2-1 0 0 0,0 0 0 0 0,1-1 0 0 0,-1 1 0 0 0,1-1 0 0 0,6 1 0 0 0,3-2 0 0 0,0-1 0 0 0,1 0 0 0 0,-1-1 0 0 0,-1-1 0 0 0,1 0 0 0 0,15-6 0 0 0,7-1 0 0 0,332-53 0 0 0,-96 21 0 0 0,283-37 0 0 0,-392 64 0 0 0,330-20 0 0 0,-226 20 0 0 0,-47 2 0 0 0,144-14 0 0 0,-361 27 0 0 0,333-10 0 0 0,-282 10 0 0 0,-10 1 0 0 0,111-6 0 0 0,159-6 0 0 0,-279 11 0 0 0,18-3 0 0 0,-34 2 0 0 0,0 0 0 0 0,0 1 0 0 0,22 3 0 0 0,-41-3 0 0 0,1 0 0 0 0,-1 0 0 0 0,0 1 0 0 0,1-1 0 0 0,-1 0 0 0 0,0 0 0 0 0,0 0 0 0 0,1 0 0 0 0,-1 0 0 0 0,0 0 0 0 0,1 1 0 0 0,-1-1 0 0 0,0 0 0 0 0,0 0 0 0 0,1 0 0 0 0,-1 1 0 0 0,0-1 0 0 0,0 0 0 0 0,0 0 0 0 0,1 1 0 0 0,-1-1 0 0 0,0 0 0 0 0,0 1 0 0 0,0-1 0 0 0,0 0 0 0 0,0 0 0 0 0,0 1 0 0 0,1-1 0 0 0,-1 0 0 0 0,0 1 0 0 0,0-1 0 0 0,0 0 0 0 0,0 1 0 0 0,0-1 0 0 0,0 0 0 0 0,0 1 0 0 0,0-1 0 0 0,0 0 0 0 0,-1 1 0 0 0,1-1 0 0 0,0 0 0 0 0,0 1 0 0 0,0-1 0 0 0,0 0 0 0 0,0 0 0 0 0,0 1 0 0 0,-1-1 0 0 0,1 0 0 0 0,0 0 0 0 0,0 1 0 0 0,0-1 0 0 0,-1 0 0 0 0,1 0 0 0 0,0 1 0 0 0,0-1 0 0 0,-1 0 0 0 0,-9 3 0 0 0,-5 1 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36.5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1 320 1663 0 0,'292'-51'107'0'0,"60"-9"-62"0"0,-210 43-45 0 0,255-33 0 0 0,499-55 0 0 0,-601 88 0 0 0,-42 5 0 0 0,-121 5 0 0 0,241 18 0 0 0,-202 7 0 0 0,-164-17 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37.5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1 214 1727 0 0,'158'0'803'0'0,"-116"-2"-600"0"0,-1-2 1 0 0,48-12-1 0 0,-27 5 64 0 0,11 2-57 0 0,128-1 0 0 0,-59 5-150 0 0,-103 4 0 0 0,-1-2-1 0 0,0-2 0 0 0,68-17 1 0 0,19-3 542 0 0,81 5 694 0 0,-103 15-1264 0 0,104-19 0 0 0,-68 1-32 0 0,-112 20 0 0 0,-1 0 0 0 0,47 3 0 0 0,5-1 0 0 0,180-19-280 0 0,-243 19 280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48.0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64 240 455 0 0,'2'-4'21'0'0,"-1"0"-1"0"0,0 0 1 0 0,1 0-1 0 0,0 0 0 0 0,0 0 1 0 0,0 0-1 0 0,0 1 0 0 0,5-6 1 0 0,26-27 351 0 0,-13 16-208 0 0,11-16 128 0 0,20-20 854 0 0,-64 83-872 0 0,-57 80-252 0 0,-19 32 40 0 0,86-135-20 0 0,0 1-1 0 0,1 0 0 0 0,0 0 0 0 0,0 0 0 0 0,0 1 0 0 0,1-1 0 0 0,0 0 0 0 0,0 1 0 0 0,0-1 0 0 0,1 0 1 0 0,-1 1-1 0 0,2 5 0 0 0,-1-8-27 0 0,0-1 0 0 0,0 0 0 0 0,1 0 0 0 0,0 0 1 0 0,-1 1-1 0 0,1-1 0 0 0,0 0 0 0 0,0 0 0 0 0,0 0 1 0 0,0 0-1 0 0,0 0 0 0 0,0-1 0 0 0,1 1 0 0 0,-1 0 0 0 0,0 0 1 0 0,1-1-1 0 0,0 1 0 0 0,-1-1 0 0 0,1 1 0 0 0,0-1 1 0 0,0 0-1 0 0,0 0 0 0 0,0 0 0 0 0,0 0 0 0 0,0 0 0 0 0,0 0 1 0 0,0 0-1 0 0,0-1 0 0 0,0 1 0 0 0,1-1 0 0 0,3 1 0 0 0,-1-1 14 0 0,0 0 0 0 0,1-1 0 0 0,-1 1 0 0 0,0-1 0 0 0,0 0 0 0 0,0 0 0 0 0,0-1 1 0 0,0 0-1 0 0,0 1 0 0 0,0-2 0 0 0,0 1 0 0 0,-1 0 0 0 0,7-6 0 0 0,2-1 48 0 0,0-1 0 0 0,-1 0 0 0 0,13-14 1 0 0,-13 11 22 0 0,-1-1 0 0 0,0 0 0 0 0,-1-1 0 0 0,-1 0 0 0 0,0 0 0 0 0,13-33 0 0 0,-17 35 4 0 0,-1 0 0 0 0,0-1 0 0 0,-1 1 1 0 0,0-1-1 0 0,-1 1 0 0 0,-1-1 0 0 0,0 0 1 0 0,-1 0-1 0 0,-2-20 0 0 0,2 30-62 0 0,-1 0-1 0 0,0 0 1 0 0,0 0-1 0 0,0 0 1 0 0,0 1-1 0 0,-1-1 1 0 0,1 0-1 0 0,-1 0 1 0 0,0 1-1 0 0,0-1 1 0 0,0 1-1 0 0,-1 0 1 0 0,1 0-1 0 0,-1 0 1 0 0,0 0-1 0 0,0 0 0 0 0,0 0 1 0 0,-3-2-1 0 0,2 3 18 0 0,1 1-1 0 0,-1-1 0 0 0,1 1 1 0 0,-1-1-1 0 0,0 1 0 0 0,0 0 0 0 0,1 1 1 0 0,-1-1-1 0 0,0 0 0 0 0,0 1 0 0 0,0 0 1 0 0,0 0-1 0 0,0 0 0 0 0,0 1 0 0 0,1-1 1 0 0,-1 1-1 0 0,0 0 0 0 0,-6 2 0 0 0,-1 2 43 0 0,0-1-1 0 0,0 2 1 0 0,1-1-1 0 0,0 1 1 0 0,0 1-1 0 0,-13 11 0 0 0,7-4 93 0 0,0 1 0 0 0,-21 27 0 0 0,32-36-188 0 0,0 0 0 0 0,1 1 0 0 0,0-1 0 0 0,0 1 0 0 0,1-1 0 0 0,-1 1 0 0 0,-1 8 0 0 0,4-13-2 0 0,0 1-1 0 0,1-1 0 0 0,0 1 0 0 0,-1-1 1 0 0,1 1-1 0 0,0-1 0 0 0,0 1 0 0 0,0-1 0 0 0,1 1 1 0 0,-1-1-1 0 0,0 0 0 0 0,1 1 0 0 0,0-1 1 0 0,-1 1-1 0 0,1-1 0 0 0,0 0 0 0 0,0 0 1 0 0,1 1-1 0 0,-1-1 0 0 0,0 0 0 0 0,1 0 0 0 0,-1 0 1 0 0,1 0-1 0 0,0-1 0 0 0,2 3 0 0 0,-1-1-3 0 0,1 0 0 0 0,0 0-1 0 0,1-1 1 0 0,-1 0-1 0 0,0 0 1 0 0,1 0-1 0 0,-1 0 1 0 0,1-1 0 0 0,-1 1-1 0 0,1-1 1 0 0,0 0-1 0 0,0-1 1 0 0,0 1-1 0 0,-1-1 1 0 0,1 0 0 0 0,0 0-1 0 0,0 0 1 0 0,0-1-1 0 0,-1 0 1 0 0,1 0-1 0 0,6-2 1 0 0,-2 0-20 0 0,-1 0 0 0 0,1 0 0 0 0,-1-1 0 0 0,0 0 0 0 0,0 0 0 0 0,0-1 0 0 0,0 0 0 0 0,-1-1-1 0 0,0 0 1 0 0,9-9 0 0 0,-6 4 39 0 0,-1 0 0 0 0,13-21-1 0 0,-19 28-8 0 0,-1-1-1 0 0,0 1 0 0 0,0-1 0 0 0,0 1 0 0 0,0-1 0 0 0,-1 0 1 0 0,1 0-1 0 0,-1 0 0 0 0,0 0 0 0 0,-1 0 0 0 0,1-7 0 0 0,-1 12-1 0 0,0-1 1 0 0,0 0-1 0 0,0 0 0 0 0,0 0 0 0 0,0 0 0 0 0,-1 0 0 0 0,1 0 0 0 0,0 0 0 0 0,0 0 0 0 0,-1 0 0 0 0,1 0 0 0 0,0 0 0 0 0,-1 0 1 0 0,1 1-1 0 0,-1-1 0 0 0,1 0 0 0 0,-1 0 0 0 0,1 0 0 0 0,-1 1 0 0 0,0-1 0 0 0,1 0 0 0 0,-1 1 0 0 0,0-1 0 0 0,0 1 0 0 0,1-1 1 0 0,-1 1-1 0 0,0-1 0 0 0,0 1 0 0 0,0-1 0 0 0,0 1 0 0 0,0 0 0 0 0,0-1 0 0 0,1 1 0 0 0,-1 0 0 0 0,0 0 0 0 0,0 0 0 0 0,0 0 1 0 0,0 0-1 0 0,0 0 0 0 0,0 0 0 0 0,0 0 0 0 0,0 0 0 0 0,0 0 0 0 0,0 0 0 0 0,0 1 0 0 0,-1-1 0 0 0,-3 2 46 0 0,-1 0 0 0 0,1 0-1 0 0,-1 1 1 0 0,1 0 0 0 0,0 0 0 0 0,-6 4-1 0 0,-31 28 521 0 0,-75 78-1 0 0,110-106-532 0 0,4-4-33 0 0,-7 7 58 0 0,-17 24 0 0 0,25-32-59 0 0,0 1 1 0 0,0-1-1 0 0,1 1 0 0 0,-1 0 0 0 0,1 0 1 0 0,0 0-1 0 0,0 0 0 0 0,0 0 0 0 0,0 0 1 0 0,0 0-1 0 0,0 0 0 0 0,1 0 1 0 0,0 0-1 0 0,-1 0 0 0 0,2 6 0 0 0,-1-7-22 0 0,1-1-1 0 0,0 1 0 0 0,-1-1 1 0 0,1 0-1 0 0,0 1 0 0 0,0-1 1 0 0,0 0-1 0 0,0 1 0 0 0,0-1 1 0 0,0 0-1 0 0,0 0 0 0 0,0 0 1 0 0,0 0-1 0 0,1 0 0 0 0,-1 0 1 0 0,0 0-1 0 0,3 0 0 0 0,26 11-432 0 0,-6-5 186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48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477 88 1375 0 0,'-5'-20'117'0'0,"2"9"83"0"0,0-1-1 0 0,0 1 1 0 0,-9-18-1 0 0,11 29-194 0 0,1-1 0 0 0,0 1 0 0 0,-1 0 0 0 0,1-1 0 0 0,0 1 0 0 0,0 0 0 0 0,-1 0 0 0 0,1-1 1 0 0,-1 1-1 0 0,1 0 0 0 0,0 0 0 0 0,-1-1 0 0 0,1 1 0 0 0,0 0 0 0 0,-1 0 0 0 0,1 0 0 0 0,-1 0 0 0 0,1 0 0 0 0,-1 0 0 0 0,1-1 0 0 0,-1 1 0 0 0,1 0 0 0 0,0 0 0 0 0,-1 0 0 0 0,1 0 0 0 0,-1 1 0 0 0,1-1 0 0 0,-1 0 0 0 0,1 0 0 0 0,0 0 1 0 0,-1 0-1 0 0,1 0 0 0 0,-1 1 0 0 0,1-1 0 0 0,0 0 0 0 0,-1 0 0 0 0,1 0 0 0 0,0 1 0 0 0,-1-1 0 0 0,1 0 0 0 0,-1 1 0 0 0,-17 17 143 0 0,13-13-88 0 0,-38 39 838 0 0,-70 89 1 0 0,101-115-729 0 0,0-1 1 0 0,1 2 0 0 0,1-1 0 0 0,1 2 0 0 0,0-1 0 0 0,2 1 0 0 0,0 0 0 0 0,1 1 0 0 0,-3 21-1 0 0,9-37-156 0 0,-1 1-1 0 0,1-1 0 0 0,0 1 0 0 0,0-1 1 0 0,0 1-1 0 0,2 5 0 0 0,-2-10-6 0 0,0-1-1 0 0,0 1 1 0 0,1 0-1 0 0,-1 0 1 0 0,0 0 0 0 0,0-1-1 0 0,1 1 1 0 0,-1 0 0 0 0,0-1-1 0 0,1 1 1 0 0,-1 0 0 0 0,1 0-1 0 0,-1-1 1 0 0,1 1-1 0 0,-1-1 1 0 0,1 1 0 0 0,-1-1-1 0 0,1 1 1 0 0,0-1 0 0 0,-1 1-1 0 0,1-1 1 0 0,0 1-1 0 0,-1-1 1 0 0,1 0 0 0 0,0 1-1 0 0,-1-1 1 0 0,1 0 0 0 0,0 1-1 0 0,0-1 1 0 0,0 0-1 0 0,-1 0 1 0 0,1 0 0 0 0,0 0-1 0 0,0 0 1 0 0,0 0 0 0 0,-1 0-1 0 0,1 0 1 0 0,0 0-1 0 0,0 0 1 0 0,0-1 0 0 0,-1 1-1 0 0,1 0 1 0 0,0 0 0 0 0,0-1-1 0 0,-1 1 1 0 0,1-1 0 0 0,0 1-1 0 0,-1 0 1 0 0,2-2-1 0 0,9-4 97 0 0,0-2 0 0 0,-1 1-1 0 0,0-2 1 0 0,0 1 0 0 0,0-1-1 0 0,-1-1 1 0 0,-1 0 0 0 0,0 0-1 0 0,8-13 1 0 0,-4 3-33 0 0,0 0 0 0 0,-2-1 0 0 0,0 0-1 0 0,8-29 1 0 0,-13 36-24 0 0,-2-1 0 0 0,0 0 1 0 0,0 0-1 0 0,-1 1 0 0 0,-1-17 0 0 0,-1 27-18 0 0,0-1 1 0 0,0 0-1 0 0,0 0 1 0 0,-1 0-1 0 0,0 0 0 0 0,0 0 1 0 0,0 1-1 0 0,0-1 1 0 0,-1 0-1 0 0,0 1 1 0 0,0-1-1 0 0,0 1 1 0 0,-1 0-1 0 0,1 0 0 0 0,-1 0 1 0 0,0 0-1 0 0,0 0 1 0 0,0 0-1 0 0,-5-3 1 0 0,6 6 22 0 0,0 0 0 0 0,0 0 1 0 0,0 0-1 0 0,0 0 0 0 0,0 1 0 0 0,0-1 1 0 0,-1 0-1 0 0,1 1 0 0 0,0 0 0 0 0,0 0 1 0 0,-1-1-1 0 0,1 1 0 0 0,0 1 1 0 0,0-1-1 0 0,-1 0 0 0 0,1 0 0 0 0,0 1 1 0 0,0-1-1 0 0,0 1 0 0 0,0 0 1 0 0,0 0-1 0 0,-1 0 0 0 0,1 0 0 0 0,-2 1 1 0 0,-6 4 151 0 0,0 0 1 0 0,1 1-1 0 0,-11 9 1 0 0,-170 159 453 0 0,184-170-653 0 0,1 0 17 0 0,0 0-1 0 0,1 0 1 0 0,0 0-1 0 0,0 0 1 0 0,-5 10-1 0 0,8-13-51 0 0,0-1-1 0 0,0 1 1 0 0,0 0-1 0 0,1-1 1 0 0,-1 1-1 0 0,1 0 1 0 0,-1-1-1 0 0,1 1 1 0 0,0 0-1 0 0,0 0 1 0 0,0-1-1 0 0,-1 1 1 0 0,2 0-1 0 0,-1 0 1 0 0,0-1 0 0 0,0 1-1 0 0,1 0 1 0 0,-1-1-1 0 0,1 1 1 0 0,-1 0-1 0 0,1-1 1 0 0,-1 1-1 0 0,1 0 1 0 0,0-1-1 0 0,0 1 1 0 0,1 1-1 0 0,7 6-3868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49.1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317 268 2303 0 0,'-2'-6'58'0'0,"0"2"-25"0"0,1 1 0 0 0,-1-1 0 0 0,1 0-1 0 0,-1 1 1 0 0,0 0 0 0 0,0-1 0 0 0,-1 1-1 0 0,1 0 1 0 0,-1 0 0 0 0,0 0 0 0 0,1 0-1 0 0,-1 1 1 0 0,0-1 0 0 0,-7-3 0 0 0,-13-5 824 0 0,18 8-796 0 0,-1-1 1 0 0,0 2-1 0 0,0-1 0 0 0,0 1 0 0 0,0 0 0 0 0,0 0 1 0 0,0 0-1 0 0,-1 1 0 0 0,1 0 0 0 0,-11 0 0 0 0,15 1-61 0 0,0 1 1 0 0,-1 0-1 0 0,1 0 0 0 0,0 0 0 0 0,0 0 0 0 0,0 0 0 0 0,0 0 0 0 0,0 1 0 0 0,0-1 0 0 0,0 0 0 0 0,1 1 0 0 0,-1 0 0 0 0,0-1 0 0 0,1 1 0 0 0,0 0 0 0 0,-1 0 0 0 0,1 0 0 0 0,-2 2 0 0 0,-3 7 158 0 0,1-1-1 0 0,-5 13 1 0 0,9-21-112 0 0,-9 24 394 0 0,-9 34 0 0 0,16-49-375 0 0,1 1 0 0 0,0-1 0 0 0,1 0 0 0 0,0 1 0 0 0,1 20 0 0 0,0-31-63 0 0,0 1 1 0 0,0-1-1 0 0,1 1 1 0 0,-1-1-1 0 0,0 1 1 0 0,0-1-1 0 0,1 1 1 0 0,-1-1-1 0 0,1 1 0 0 0,-1-1 1 0 0,1 0-1 0 0,0 1 1 0 0,0-1-1 0 0,-1 0 1 0 0,1 0-1 0 0,0 1 1 0 0,0-1-1 0 0,0 0 1 0 0,0 0-1 0 0,0 0 1 0 0,1 0-1 0 0,-1 0 1 0 0,2 1-1 0 0,-1-2 6 0 0,0 1 0 0 0,0-1 1 0 0,0 0-1 0 0,0 0 0 0 0,0 0 0 0 0,-1 0 0 0 0,1 0 0 0 0,0-1 1 0 0,0 1-1 0 0,0 0 0 0 0,0-1 0 0 0,-1 1 0 0 0,1-1 0 0 0,0 0 1 0 0,0 0-1 0 0,-1 1 0 0 0,1-1 0 0 0,-1 0 0 0 0,3-2 0 0 0,14-10 122 0 0,1-1 0 0 0,-2-1-1 0 0,0-1 1 0 0,-1-1 0 0 0,-1 0-1 0 0,0-1 1 0 0,21-34 0 0 0,-23 31-154 0 0,-1-1 0 0 0,-2-1 0 0 0,11-29 0 0 0,-17 41 61 0 0,-1 0-1 0 0,-1 1 1 0 0,0-1 0 0 0,0 0-1 0 0,-1 0 1 0 0,0 0 0 0 0,-1 0-1 0 0,0 0 1 0 0,-3-21-1 0 0,2 30-3 0 0,1 0-1 0 0,0 1 0 0 0,-1-1 1 0 0,1 0-1 0 0,-1 0 0 0 0,0 0 1 0 0,0 1-1 0 0,1-1 0 0 0,-1 0 1 0 0,0 1-1 0 0,0-1 0 0 0,-1 1 1 0 0,1-1-1 0 0,0 1 0 0 0,0-1 1 0 0,-1 1-1 0 0,1 0 0 0 0,-1 0 1 0 0,1 0-1 0 0,-1 0 0 0 0,1 0 1 0 0,-1 0-1 0 0,0 0 0 0 0,0 0 1 0 0,1 1-1 0 0,-3-1 0 0 0,0 0 62 0 0,0 1 0 0 0,1 0 1 0 0,-1 0-1 0 0,0 0 0 0 0,0 0 0 0 0,1 1 0 0 0,-1 0 0 0 0,0 0 0 0 0,0 0 0 0 0,1 0 0 0 0,-1 0 0 0 0,-4 3 0 0 0,-6 4 134 0 0,0 0-1 0 0,0 1 1 0 0,0 0-1 0 0,1 1 1 0 0,-23 24 0 0 0,-51 66 38 0 0,86-98-263 0 0,-43 56 85 0 0,39-50-67 0 0,0 1-1 0 0,0-1 0 0 0,1 1 1 0 0,0 0-1 0 0,-3 13 1 0 0,7-20-14 0 0,-1-1 1 0 0,1 0-1 0 0,0 0 1 0 0,0 0 0 0 0,-1 0-1 0 0,1 1 1 0 0,0-1-1 0 0,0 0 1 0 0,0 0 0 0 0,1 0-1 0 0,-1 1 1 0 0,0-1-1 0 0,0 0 1 0 0,1 0 0 0 0,-1 0-1 0 0,1 0 1 0 0,-1 0-1 0 0,1 1 1 0 0,-1-1 0 0 0,1 0-1 0 0,0 0 1 0 0,-1 0-1 0 0,1-1 1 0 0,0 1 0 0 0,0 0-1 0 0,0 0 1 0 0,-1 0-1 0 0,3 1 1 0 0,1 0-457 0 0,0 0-1 0 0,-1-1 1 0 0,1 1 0 0 0,0-1-1 0 0,0 0 1 0 0,0 0-1 0 0,5 1 1 0 0,6-1-3102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49.7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108 128 3679 0 0,'3'-12'170'0'0,"0"0"-1"0"0,0 0 0 0 0,1 1 0 0 0,1-1 0 0 0,0 1 1 0 0,0 0-1 0 0,1 1 0 0 0,1-1 0 0 0,7-9 0 0 0,-12 19 280 0 0,-4 7-251 0 0,-6 9-26 0 0,-45 43 368 0 0,-30 39 593 0 0,80-93-1062 0 0,0 0 0 0 0,1 0-1 0 0,-1 1 1 0 0,-3 8 0 0 0,6-12-68 0 0,-1 0 1 0 0,1 0 0 0 0,0-1 0 0 0,0 1-1 0 0,-1 0 1 0 0,1 0 0 0 0,0-1 0 0 0,0 1 0 0 0,0 0-1 0 0,0 0 1 0 0,0-1 0 0 0,0 1 0 0 0,0 0-1 0 0,0 0 1 0 0,0-1 0 0 0,1 1 0 0 0,-1 0 0 0 0,0 0-1 0 0,0-1 1 0 0,1 1 0 0 0,-1 0 0 0 0,0-1-1 0 0,1 1 1 0 0,-1 0 0 0 0,1-1 0 0 0,-1 1 0 0 0,1-1-1 0 0,-1 1 1 0 0,1-1 0 0 0,-1 1 0 0 0,1-1-1 0 0,0 1 1 0 0,-1-1 0 0 0,1 1 0 0 0,0-1-1 0 0,-1 0 1 0 0,1 1 0 0 0,0-1 0 0 0,-1 0 0 0 0,2 1-1 0 0,3-1 33 0 0,-1 1 0 0 0,1 0-1 0 0,-1-1 1 0 0,1 0 0 0 0,0 0 0 0 0,-1 0-1 0 0,1-1 1 0 0,-1 1 0 0 0,1-1-1 0 0,8-3 1 0 0,5-2 141 0 0,21-11 0 0 0,-35 15-160 0 0,12-5 76 0 0,-1-1-1 0 0,0-1 0 0 0,0-1 1 0 0,0 0-1 0 0,15-14 1 0 0,-25 19-57 0 0,1-1 1 0 0,-1 1 0 0 0,0-1-1 0 0,0 0 1 0 0,0 0-1 0 0,-1-1 1 0 0,0 0 0 0 0,-1 1-1 0 0,1-1 1 0 0,-1 0 0 0 0,0-1-1 0 0,-1 1 1 0 0,0 0 0 0 0,2-11-1 0 0,-4 17-25 0 0,0 0 0 0 0,0 0 0 0 0,1 0-1 0 0,-1 0 1 0 0,0 0 0 0 0,0 0-1 0 0,0-1 1 0 0,0 1 0 0 0,0 0 0 0 0,0 0-1 0 0,-1 0 1 0 0,1 0 0 0 0,0 0-1 0 0,-1 0 1 0 0,1 0 0 0 0,0 0 0 0 0,-1-1-1 0 0,1 1 1 0 0,-1 1 0 0 0,0-1-1 0 0,1 0 1 0 0,-1 0 0 0 0,0 0 0 0 0,0 0-1 0 0,1 0 1 0 0,-1 1 0 0 0,0-1-1 0 0,0 0 1 0 0,-1 0 0 0 0,0 0 8 0 0,0 1 1 0 0,1 0-1 0 0,-1 0 1 0 0,0-1-1 0 0,0 1 1 0 0,0 0-1 0 0,1 1 1 0 0,-1-1-1 0 0,0 0 1 0 0,0 0-1 0 0,0 1 1 0 0,1-1-1 0 0,-1 1 0 0 0,0 0 1 0 0,1-1-1 0 0,-1 1 1 0 0,-2 1-1 0 0,-1 1-24 0 0,0 0-1 0 0,0 0 0 0 0,1 1 1 0 0,-1 0-1 0 0,1-1 0 0 0,0 2 1 0 0,0-1-1 0 0,0 0 0 0 0,0 1 1 0 0,-4 8-1 0 0,-5 16-3125 0 0,9-13-188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0.1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274 116 2303 0 0,'0'-2'45'0'0,"-7"-12"95"0"0,7 13-135 0 0,0 1 0 0 0,0 0 0 0 0,0-1-1 0 0,-1 1 1 0 0,1 0 0 0 0,0 0 0 0 0,0-1-1 0 0,-1 1 1 0 0,1 0 0 0 0,0 0 0 0 0,-1-1 0 0 0,1 1-1 0 0,0 0 1 0 0,-1 0 0 0 0,1 0 0 0 0,0 0 0 0 0,-1-1-1 0 0,1 1 1 0 0,0 0 0 0 0,-1 0 0 0 0,1 0 0 0 0,0 0-1 0 0,-1 0 1 0 0,1 0 0 0 0,0 0 0 0 0,-1 0-1 0 0,1 0 1 0 0,0 0 0 0 0,-1 0 0 0 0,1 0 0 0 0,-1 0-1 0 0,1 0 1 0 0,0 1 0 0 0,-1-1 0 0 0,1 0 0 0 0,0 0-1 0 0,-1 1 1 0 0,-1-1 48 0 0,0 1-1 0 0,-1-1 1 0 0,1 0-1 0 0,0 0 1 0 0,0 0-1 0 0,-1 0 0 0 0,1 0 1 0 0,0 0-1 0 0,-4-1 1 0 0,-7-1 146 0 0,3 3-105 0 0,0-1 0 0 0,1 2-1 0 0,0-1 1 0 0,-1 1 0 0 0,1 1-1 0 0,0 0 1 0 0,0 0 0 0 0,0 1-1 0 0,-15 8 1 0 0,12-5 29 0 0,0 1 1 0 0,1 1-1 0 0,0 0 1 0 0,0 0-1 0 0,-18 22 0 0 0,26-28-56 0 0,1 0-1 0 0,0 0 1 0 0,0 0-1 0 0,0 1 0 0 0,0-1 1 0 0,0 1-1 0 0,1-1 1 0 0,0 1-1 0 0,0 0 1 0 0,-2 7-1 0 0,3-10-50 0 0,0 1-1 0 0,0-1 1 0 0,0 0 0 0 0,0 0 0 0 0,0 0-1 0 0,0 1 1 0 0,0-1 0 0 0,1 0-1 0 0,-1 0 1 0 0,0 0 0 0 0,1 1 0 0 0,-1-1-1 0 0,1 0 1 0 0,-1 0 0 0 0,1 0 0 0 0,-1 0-1 0 0,1 0 1 0 0,0 0 0 0 0,0 0-1 0 0,-1 0 1 0 0,1 0 0 0 0,0 0 0 0 0,0 0-1 0 0,0-1 1 0 0,0 1 0 0 0,0 0-1 0 0,0-1 1 0 0,0 1 0 0 0,0-1 0 0 0,1 1-1 0 0,-1-1 1 0 0,0 1 0 0 0,0-1 0 0 0,0 0-1 0 0,0 1 1 0 0,1-1 0 0 0,1 0-1 0 0,4 0-2 0 0,0 1-1 0 0,0-1 0 0 0,0-1 0 0 0,0 0 0 0 0,0 0 0 0 0,-1 0 0 0 0,1 0 0 0 0,0-1 0 0 0,10-5 1 0 0,6-3-33 0 0,27-16 0 0 0,-46 24 8 0 0,1-2 3 0 0,26-13-67 0 0,32-24 0 0 0,-55 35 84 0 0,0 0 0 0 0,-1-1 0 0 0,0 1 1 0 0,0-1-1 0 0,-1-1 0 0 0,0 1 0 0 0,0-1 1 0 0,-1 0-1 0 0,6-11 0 0 0,-10 16 31 0 0,0 1 0 0 0,0-1 0 0 0,0 0 0 0 0,0 1 0 0 0,-1-1 0 0 0,1 0 0 0 0,-1 1 0 0 0,1-1 0 0 0,-1 0 0 0 0,0 0 0 0 0,0 0 0 0 0,-1 1 0 0 0,1-1 1 0 0,0 0-1 0 0,-1 1 0 0 0,0-1 0 0 0,1 0 0 0 0,-1 1 0 0 0,-2-4 0 0 0,2 5 26 0 0,0-1 1 0 0,0 0-1 0 0,-1 0 1 0 0,1 1-1 0 0,0-1 0 0 0,-1 1 1 0 0,0-1-1 0 0,1 1 1 0 0,-1 0-1 0 0,0-1 1 0 0,0 1-1 0 0,0 0 1 0 0,0 0-1 0 0,1 1 1 0 0,-1-1-1 0 0,-1 0 1 0 0,1 0-1 0 0,0 1 1 0 0,0 0-1 0 0,0-1 0 0 0,0 1 1 0 0,0 0-1 0 0,0 0 1 0 0,-4 0-1 0 0,-7 2 149 0 0,0-1 0 0 0,0 2 0 0 0,0 0 0 0 0,1 0-1 0 0,-15 7 1 0 0,6-1-187 0 0,0 1-1 0 0,-20 13 1 0 0,-14 15-302 0 0,48-32-21 0 0,1-1 0 0 0,0 1 1 0 0,0 0-1 0 0,0 0 0 0 0,-9 14 1 0 0,7-6-2691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2.5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0 3223 0 0,'-8'0'136'0'0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3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78 217 1375 0 0,'-10'-7'112'0'0,"-8"-6"-117"0"0,-6 6 293 0 0,12 3 1 0 0,-2-2 1265 0 0,31 6-688 0 0,9 1-733 0 0,26-2-1 0 0,20 0-325 0 0,86 22 96 0 0,-110-13 201 0 0,1-2 1 0 0,-1-2-1 0 0,55-2 0 0 0,-15-12 404 0 0,163-41 0 0 0,-102 18-274 0 0,146-33-711 0 0,-212 46 288 0 0,0 6 0 0 0,-56 11-641 0 0,1-2 0 0 0,31-10-1 0 0,-72 14 803 0 0,3-1-32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3.6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319 21 1375 0 0,'-45'-20'355'0'0,"44"20"-266"0"0,-1 0-1 0 0,1 0 1 0 0,0 0 0 0 0,0 0-1 0 0,0 0 1 0 0,0 0 0 0 0,-1 1-1 0 0,1-1 1 0 0,0 0-1 0 0,0 1 1 0 0,0-1 0 0 0,0 1-1 0 0,0-1 1 0 0,0 1 0 0 0,-1 0-1 0 0,2-1-54 0 0,-1 1 1 0 0,1-1-1 0 0,-1 0 0 0 0,1 0 0 0 0,-1 1 0 0 0,1-1 0 0 0,-1 0 0 0 0,1 1 0 0 0,-1-1 0 0 0,1 0 1 0 0,0 1-1 0 0,-1-1 0 0 0,1 1 0 0 0,0-1 0 0 0,-1 1 0 0 0,1-1 0 0 0,0 1 0 0 0,0-1 0 0 0,0 1 1 0 0,-1-1-1 0 0,1 1 0 0 0,0-1 0 0 0,0 1 0 0 0,0-1 0 0 0,0 1 0 0 0,0-1 0 0 0,0 1 1 0 0,0-1-1 0 0,0 1 0 0 0,0 0 0 0 0,0-1 0 0 0,0 1 0 0 0,2 2 15 0 0,0 0 0 0 0,1-1-1 0 0,-1 1 1 0 0,1-1 0 0 0,-1 0-1 0 0,1 0 1 0 0,-1 0 0 0 0,1 0 0 0 0,0 0-1 0 0,0-1 1 0 0,0 1 0 0 0,0-1 0 0 0,1 0-1 0 0,-1 0 1 0 0,4 1 0 0 0,9 2 97 0 0,28 3 0 0 0,-39-7-141 0 0,93 5 246 0 0,-74-5-109 0 0,1 0 0 0 0,-1 2 0 0 0,1 1 0 0 0,38 10-1 0 0,-62-13-131 0 0,1 1 0 0 0,-1-1 0 0 0,1 1 0 0 0,0-1 0 0 0,-1 1 0 0 0,1 0 0 0 0,-1 0 0 0 0,0 0 0 0 0,1 0 0 0 0,-1 0 0 0 0,0 0 0 0 0,1 0 0 0 0,-1 1 0 0 0,0-1 0 0 0,0 0 0 0 0,0 1 0 0 0,0-1 0 0 0,0 0 0 0 0,0 1 0 0 0,0 2 0 0 0,0-3 6 0 0,-1 0 1 0 0,0 1-1 0 0,0-1 1 0 0,0 0-1 0 0,0 1 1 0 0,0-1-1 0 0,0 0 1 0 0,-1 1-1 0 0,1-1 1 0 0,0 0-1 0 0,-1 0 1 0 0,1 1 0 0 0,-1-1-1 0 0,1 0 1 0 0,-1 0-1 0 0,1 0 1 0 0,-1 0-1 0 0,0 0 1 0 0,0 0-1 0 0,0 0 1 0 0,1 0-1 0 0,-1 0 1 0 0,0 0-1 0 0,0 0 1 0 0,0 0-1 0 0,0 0 1 0 0,-2 0-1 0 0,-17 12 493 0 0,0-1 0 0 0,-35 16-1 0 0,-48 13 183 0 0,54-23-492 0 0,-145 54 58 0 0,63-25-3130 0 0,72-27-47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4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1297 89 2759 0 0,'3'-6'-98'0'0,"0"0"-1"0"0,0 0 0 0 0,0 1 0 0 0,1-1 0 0 0,-1 1 1 0 0,8-8-1 0 0,-6 8 80 0 0,0-1 1 0 0,-1 0-1 0 0,0 0 1 0 0,4-8-1 0 0,-8 14 22 0 0,0-1 1 0 0,0 1-1 0 0,1 0 0 0 0,-1 0 0 0 0,0 0 0 0 0,0 0 0 0 0,0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0,0-1 0 0 0,-1 1 0 0 0,1 0 0 0 0,0 0 0 0 0,0 0 0 0 0,0 0 0 0 0,0 0 1 0 0,0 0-1 0 0,0 0 0 0 0,0 0 0 0 0,0 0 0 0 0,0 0 0 0 0,-1 0 0 0 0,-5 1 43 0 0,-12 7-36 0 0,15-6 16 0 0,-89 40 1122 0 0,-1-5-1 0 0,-143 38 0 0 0,140-48-791 0 0,-237 57 245 0 0,177-63-601 0 0,-2 1-827 0 0,141-19 556 0 0,0 1-1 0 0,0 1 1 0 0,-17 8-1 0 0,28-11 69 0 0,0 1-1 0 0,0 0 1 0 0,0 0-1 0 0,1 0 1 0 0,-1 1-1 0 0,1 0 1 0 0,0 0-1 0 0,0 1 1 0 0,1-1-1 0 0,-1 1 1 0 0,-6 8-1 0 0,10-11 187 0 0,0 0 0 0 0,1 0-1 0 0,-1 0 1 0 0,0 0-1 0 0,1 0 1 0 0,-1 0 0 0 0,1-1-1 0 0,0 1 1 0 0,-1 3-1 0 0,1-4 18 0 0,0 0 0 0 0,0-1-1 0 0,0 1 1 0 0,0 0 0 0 0,0 0-1 0 0,0-1 1 0 0,0 1 0 0 0,1 0-1 0 0,-1 0 1 0 0,0-1 0 0 0,0 1-1 0 0,1 0 1 0 0,-1-1 0 0 0,0 1-1 0 0,1 0 1 0 0,-1-1 0 0 0,0 1-1 0 0,1-1 1 0 0,-1 1 0 0 0,1-1-1 0 0,-1 1 1 0 0,1-1 0 0 0,0 1-1 0 0,-1-1 1 0 0,1 1 0 0 0,-1-1-1 0 0,1 0 1 0 0,1 1-1 0 0,5 0 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4.4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286 22 455 0 0,'-3'-2'27'0'0,"0"0"0"0"0,0-1 0 0 0,0 1 0 0 0,0 0 0 0 0,0 1 0 0 0,-1-1 0 0 0,1 1 0 0 0,-1-1 0 0 0,1 1 0 0 0,-1 0 0 0 0,1 0 0 0 0,-1 1 0 0 0,0-1 0 0 0,1 1 0 0 0,-1 0 0 0 0,0 0 0 0 0,0 0 0 0 0,-4 1-1 0 0,-7 0 84 0 0,0 2-1 0 0,0 0 1 0 0,0 0-1 0 0,0 1 0 0 0,0 1 1 0 0,1 1-1 0 0,-17 9 1 0 0,25-12 18 0 0,1 0 1 0 0,-1 1 0 0 0,1-1 0 0 0,0 2 0 0 0,0-1-1 0 0,1 0 1 0 0,-1 1 0 0 0,1 0 0 0 0,0 0 0 0 0,0 0-1 0 0,1 0 1 0 0,-1 1 0 0 0,1 0 0 0 0,1-1 0 0 0,-1 1-1 0 0,1 0 1 0 0,0 0 0 0 0,0 1 0 0 0,0-1 0 0 0,0 7-1 0 0,2-10-82 0 0,-1 1 42 0 0,0 0-1 0 0,1 1 0 0 0,0-1 0 0 0,0 0 0 0 0,0 1 0 0 0,2 6 1 0 0,-2-10-53 0 0,0 0 0 0 0,1 0 0 0 0,-1 0 0 0 0,1 0 1 0 0,-1 0-1 0 0,1 0 0 0 0,-1-1 0 0 0,1 1 1 0 0,-1 0-1 0 0,1 0 0 0 0,0 0 0 0 0,0-1 0 0 0,-1 1 1 0 0,1 0-1 0 0,0-1 0 0 0,0 1 0 0 0,0-1 0 0 0,0 1 1 0 0,0-1-1 0 0,0 1 0 0 0,0-1 0 0 0,0 0 0 0 0,0 1 1 0 0,0-1-1 0 0,0 0 0 0 0,0 0 0 0 0,0 0 0 0 0,0 0 1 0 0,0 0-1 0 0,0 0 0 0 0,0 0 0 0 0,0 0 1 0 0,2-1-1 0 0,18-2 694 0 0,0-1 0 0 0,0-1 1 0 0,25-9-1 0 0,-13 3-181 0 0,20-5 25 0 0,74-21 387 0 0,-41 16-4110 0 0,-36 12-396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8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335 44 4607 0 0,'-2'-8'271'0'0,"1"6"-234"0"0,1 0 1 0 0,-1 0 0 0 0,1 0-1 0 0,-1 0 1 0 0,0 0 0 0 0,0 0-1 0 0,0 1 1 0 0,-1-4 0 0 0,-3 0 1868 0 0,4 4-1662 0 0,0 0 0 0 0,0 0 1 0 0,0 0-1 0 0,0 0 0 0 0,0 0 0 0 0,0 0 1 0 0,-1 0-1 0 0,1 0 0 0 0,-2-1 0 0 0,2 2-215 0 0,1 0-1 0 0,-1 0 1 0 0,1 0-1 0 0,-1 1 1 0 0,1-1-1 0 0,-1 0 1 0 0,1 0 0 0 0,-1 0-1 0 0,1 0 1 0 0,-1 1-1 0 0,1-1 1 0 0,-1 0-1 0 0,1 0 1 0 0,0 1 0 0 0,-1-1-1 0 0,1 0 1 0 0,-1 1-1 0 0,1-1 1 0 0,0 0-1 0 0,-1 1 1 0 0,1-1-1 0 0,0 1 1 0 0,-1-1 0 0 0,1 0-1 0 0,0 1 1 0 0,0-1-1 0 0,-1 1 1 0 0,1-1-1 0 0,0 1 1 0 0,0-1-1 0 0,0 1 1 0 0,0-1 0 0 0,0 1-1 0 0,-1 0 1 0 0,-26 92 707 0 0,19-61-426 0 0,-24 59 1 0 0,14-59-104 0 0,0 0 0 0 0,-2-1 0 0 0,-37 43 0 0 0,7-9 962 0 0,41-53-933 0 0,1 1 0 0 0,1 0 0 0 0,0 0 0 0 0,0 0 0 0 0,-8 29 0 0 0,12-32-600 0 0,1 1 0 0 0,0 0 1 0 0,0 0-1 0 0,1 0 0 0 0,0 0 1 0 0,1 0-1 0 0,1 0 1 0 0,2 19-1 0 0,0-19-4115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9.2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74 156 6447 0 0,'-26'-44'432'0'0,"14"25"799"0"0,1 0-1 0 0,-11-29 0 0 0,22 47-1100 0 0,-1 0 1 0 0,1 0-1 0 0,-1 0 0 0 0,1-1 1 0 0,0 1-1 0 0,0 0 1 0 0,-1 0-1 0 0,1 0 0 0 0,0 0 1 0 0,0-1-1 0 0,0 1 0 0 0,0 0 1 0 0,1 0-1 0 0,-1 0 0 0 0,0 0 1 0 0,1-2-1 0 0,-1 3-74 0 0,1-1 0 0 0,-1 1 0 0 0,1 0 0 0 0,-1-1 0 0 0,1 1 0 0 0,-1 0 0 0 0,1-1-1 0 0,-1 1 1 0 0,1 0 0 0 0,-1 0 0 0 0,1-1 0 0 0,0 1 0 0 0,-1 0 0 0 0,1 0 0 0 0,-1 0 0 0 0,1 0 0 0 0,0 0 0 0 0,-1 0-1 0 0,1 0 1 0 0,-1 0 0 0 0,1 0 0 0 0,0 0 0 0 0,-1 0 0 0 0,1 0 0 0 0,-1 1 0 0 0,1-1 0 0 0,0 0 0 0 0,-1 0 0 0 0,1 1-1 0 0,-1-1 1 0 0,1 1 0 0 0,12 4 305 0 0,-2 1 0 0 0,1 0 1 0 0,0 1-1 0 0,-1 0 0 0 0,10 10 0 0 0,49 46 593 0 0,-64-57-865 0 0,45 46 299 0 0,-2 2 0 0 0,-2 2 0 0 0,-3 2 1 0 0,60 103-1 0 0,-98-150-330 0 0,1 0 0 0 0,0-1 1 0 0,1 0-1 0 0,0 0 0 0 0,1-1 1 0 0,0 0-1 0 0,0-1 0 0 0,14 10 0 0 0,-17-13-223 0 0,1-1-1 0 0,1 0 0 0 0,-1 0 1 0 0,0-1-1 0 0,1 0 0 0 0,0 0 1 0 0,-1-1-1 0 0,1 1 1 0 0,0-2-1 0 0,0 1 0 0 0,1-1 1 0 0,-1-1-1 0 0,14 0 0 0 0,-4-3-1954 0 0,-11 0-3017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3:59.6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44 586 4607 0 0,'-37'-34'448'0'0,"36"33"-343"0"0,0 0 0 0 0,1 0 0 0 0,-1 0 0 0 0,0-1 0 0 0,1 1 0 0 0,-1 0 0 0 0,1 0 0 0 0,0-1-1 0 0,-1 1 1 0 0,1 0 0 0 0,0-1 0 0 0,0 1 0 0 0,0 0 0 0 0,0-1 0 0 0,0 1 0 0 0,0 0 0 0 0,0-1 0 0 0,0 1-1 0 0,0 0 1 0 0,1-1 0 0 0,0-1 0 0 0,0 0 150 0 0,0-1-1 0 0,0 1 1 0 0,1 0 0 0 0,-1 0 0 0 0,1 0-1 0 0,4-6 1 0 0,-1 3 98 0 0,1 1 0 0 0,0-1 0 0 0,0 2-1 0 0,0-1 1 0 0,1 0 0 0 0,0 1 0 0 0,0 0 0 0 0,13-5 0 0 0,64-18 1074 0 0,-76 25-1333 0 0,17-5 54 0 0,239-74 373 0 0,-215 63-714 0 0,0-3 1 0 0,-2-1 0 0 0,56-37 0 0 0,-20 2-1604 0 0,94-86-1 0 0,-166 134 1062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4:00.0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22 9671 0 0,'-2'-10'723'0'0,"0"-1"-527"0"0,1 16 1651 0 0,5 21 1247 0 0,0-15-2894 0 0,1 0 1 0 0,-1-1 0 0 0,11 17 0 0 0,-4-11-173 0 0,0-1-1 0 0,1 0 1 0 0,0 0 0 0 0,2-1-1 0 0,24 20 1 0 0,82 52-1892 0 0,-63-48-1477 0 0,7 7-1523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4:02.0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3223 0 0,'18'21'-198'0'0,"2"-1"0"0"0,36 29-1 0 0,-22-20-455 0 0,424 338-127 0 0,41-48 1181 0 0,-478-308-392 0 0,138 80-2 0 0,-109-59-6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4:02.6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329 271 3223 0 0,'-31'-98'312'0'0,"24"61"118"0"0,4 17-268 0 0,-3-11 74 0 0,-6-47 655 0 0,12 77-887 0 0,-1 1 0 0 0,1 0 0 0 0,0 0-1 0 0,0 0 1 0 0,0 0 0 0 0,0-1 0 0 0,0 1 0 0 0,0 0 0 0 0,0 0-1 0 0,0 0 1 0 0,0-1 0 0 0,0 1 0 0 0,0 0 0 0 0,0 0-1 0 0,0 0 1 0 0,0-1 0 0 0,0 1 0 0 0,0 0 0 0 0,0 0 0 0 0,0 0-1 0 0,0 0 1 0 0,0-1 0 0 0,0 1 0 0 0,1 0 0 0 0,-1 0 0 0 0,0 0-1 0 0,0 0 1 0 0,0-1 0 0 0,0 1 0 0 0,0 0 0 0 0,0 0-1 0 0,1 0 1 0 0,-1 0 0 0 0,0 0 0 0 0,0-1 0 0 0,0 1 0 0 0,1 0-1 0 0,5 6 56 0 0,8 14-56 0 0,-13-18-1 0 0,42 55-2 0 0,-28-38 0 0 0,23 36 0 0 0,-10-3-2 0 0,-3 2 0 0 0,20 61 0 0 0,23 117 88 0 0,-51-159-114 0 0,10 90 0 0 0,-23-125-156 0 0,-2 0 0 0 0,-2 1 0 0 0,-1-1 0 0 0,-9 48 0 0 0,9-76 110 0 0,-1 0 0 0 0,-1 0-1 0 0,0-1 1 0 0,0 1 0 0 0,-6 9-1 0 0,7-14 54 0 0,0-1 0 0 0,-1 0-1 0 0,0 0 1 0 0,0 0 0 0 0,0-1 0 0 0,0 1-1 0 0,0-1 1 0 0,-1 1 0 0 0,0-1 0 0 0,1 0-1 0 0,-1-1 1 0 0,-1 1 0 0 0,-3 2-1 0 0,-21 6-8 0 0,0-1 0 0 0,0-1-1 0 0,-39 7 1 0 0,18-5-27 0 0,-177 50-717 0 0,137-31 494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4:33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4531 707 455 0 0,'5'-5'113'0'0,"0"-1"0"0"0,0 1 0 0 0,0 0 0 0 0,1 0 0 0 0,0 0 0 0 0,0 1-1 0 0,0 0 1 0 0,11-6 0 0 0,-5 4 169 0 0,1 1 0 0 0,0 0 0 0 0,23-6 0 0 0,-31 10-221 0 0,0 1 0 0 0,0-1 0 0 0,0 1-1 0 0,0-1 1 0 0,0 1 0 0 0,0 1-1 0 0,1-1 1 0 0,-1 1 0 0 0,0 0-1 0 0,0 0 1 0 0,0 0 0 0 0,5 3-1 0 0,-2 0 16 0 0,-1-1 0 0 0,0 1 0 0 0,0 1 0 0 0,0-1-1 0 0,0 1 1 0 0,11 11 0 0 0,-3 2 44 0 0,1 0 0 0 0,-2 1 0 0 0,-1 0 0 0 0,15 28 0 0 0,-6-4 9 0 0,-1 1-1 0 0,-2 1 1 0 0,-3 1 0 0 0,-1 0-1 0 0,-2 1 1 0 0,-2 1-1 0 0,6 71 1 0 0,-12-53-90 0 0,-4 1 0 0 0,-2-1 0 0 0,-3 1 0 0 0,-24 126 0 0 0,-68 182-40 0 0,27-119 13 0 0,-22 155 43 0 0,-21 76-54 0 0,-40-11 60 0 0,104-364 129 0 0,-4-2-1 0 0,-5-2 0 0 0,-4-3 1 0 0,-120 154-1 0 0,122-188 89 0 0,-4-2 1 0 0,-83 70-1 0 0,-160 101-185 0 0,204-171-297 0 0,-3-5 1 0 0,-3-4-1 0 0,-2-4 0 0 0,-128 43 0 0 0,180-79 172 0 0,0-3-1 0 0,0-2 0 0 0,-1-3 1 0 0,-1-2-1 0 0,0-3 0 0 0,-1-3 1 0 0,1-3-1 0 0,0-2 0 0 0,-1-2 1 0 0,1-3-1 0 0,-100-24 0 0 0,33-5-132 0 0,2-5 0 0 0,-125-58 0 0 0,-222-143-378 0 0,410 206 511 0 0,1-3-1 0 0,3-3 1 0 0,1-2 0 0 0,2-3 0 0 0,-82-89-1 0 0,52 36 53 0 0,6-2-1 0 0,-111-185 1 0 0,143 202-19 0 0,4-3 0 0 0,3-2 0 0 0,5-1 0 0 0,-30-113 0 0 0,56 165 5 0 0,1-1-1 0 0,2 0 0 0 0,2 0 1 0 0,1 0-1 0 0,2 0 0 0 0,2-1 1 0 0,1 1-1 0 0,2 0 0 0 0,2 0 1 0 0,2 1-1 0 0,1 0 0 0 0,17-45 1 0 0,66-130 650 0 0,-3 10 474 0 0,5-79-140 0 0,-15-4-651 0 0,76-231-182 0 0,-129 449 13 0 0,3 1 0 0 0,45-77 1 0 0,-45 97 120 0 0,1 2 0 0 0,2 2-1 0 0,64-66 1 0 0,-40 56 396 0 0,118-87-1 0 0,79-27 876 0 0,-82 57-95 0 0,20-23-2513 0 0,48-32 589 0 0,-200 140 454 0 0,1 2 0 0 0,2 2 0 0 0,0 1 0 0 0,1 3 0 0 0,0 1 0 0 0,2 2 0 0 0,0 2 0 0 0,47-6 0 0 0,-39 13-147 0 0,0 1-1 0 0,0 3 0 0 0,105 12 0 0 0,155 44-436 0 0,-260-44 489 0 0,31 6-101 0 0,322 70-946 0 0,-366-76 930 0 0,-2 1-1 0 0,1 2 0 0 0,-2 1 0 0 0,40 23 1 0 0,-31-11 117 0 0,-2 2-1 0 0,69 57 1 0 0,-67-46 85 0 0,-4-3-146 0 0,68 47 0 0 0,-62-52-331 0 0,-2 3 0 0 0,-2 1 0 0 0,65 68 0 0 0,-92-87 392 0 0,-9-9 21 0 0,1 0 0 0 0,-2 1 0 0 0,1 0-1 0 0,11 20 1 0 0,-17-27-29 0 0,-1 1-1 0 0,1 0 1 0 0,-1 0 0 0 0,0 0-1 0 0,0 0 1 0 0,-1 1 0 0 0,1-1-1 0 0,-1 0 1 0 0,1 0 0 0 0,-1 0 0 0 0,0 0-1 0 0,0 1 1 0 0,0-1 0 0 0,-1 0-1 0 0,1 0 1 0 0,-1 0 0 0 0,0 1-1 0 0,0-1 1 0 0,0 0 0 0 0,0 0-1 0 0,0 0 1 0 0,-1-1 0 0 0,-1 4-1 0 0,-8 10 97 0 0,0-1 0 0 0,-1 0-1 0 0,-1-1 1 0 0,-19 17-1 0 0,17-17 11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A270F-7849-4C9B-B91F-6AA6F134D66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74044-E763-44A3-95BE-F272310D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2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74044-E763-44A3-95BE-F272310DD0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1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1B853-E93F-4669-AE15-A68CBD08878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8672-E271-4FC4-9E93-0AD15462E1F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D0899-4DFD-4943-9066-226B6C9280C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4841-CD93-433F-9A55-C7AC7E9207EB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AC2BB-0D45-440C-9658-90B2A1BDAACB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8D15-EEAD-42CD-BE4A-011449FC922B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E0E6-3BFC-4600-988F-DC33320A938B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1280-E34B-4D77-A6E4-97058A32250E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CAF0-2EAA-428E-80CC-636684CC7183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5539-4322-4BF5-A6BA-FB42C961F90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9400-A606-4745-ADEA-F4E68055D81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98BB-ACBA-42B9-BC97-1EA06ECF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E0049-58D0-4019-8639-2799C8597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9738-5A0E-4A4C-BAA2-6888076D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66D4D-DF8E-4D55-A477-4D974927954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85A5D-475E-421A-BF48-1F87E407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E146E-E377-4CEF-8583-E050EE96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2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B1F34-2A1E-4D93-841A-C5F557F3FC9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1.png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3.xml"/><Relationship Id="rId16" Type="http://schemas.openxmlformats.org/officeDocument/2006/relationships/customXml" Target="../ink/ink7.xml"/><Relationship Id="rId11" Type="http://schemas.openxmlformats.org/officeDocument/2006/relationships/image" Target="../media/image6.png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0.png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5.png"/><Relationship Id="rId77" Type="http://schemas.openxmlformats.org/officeDocument/2006/relationships/image" Target="../media/image39.png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72" Type="http://schemas.openxmlformats.org/officeDocument/2006/relationships/customXml" Target="../ink/ink35.xml"/><Relationship Id="rId80" Type="http://schemas.openxmlformats.org/officeDocument/2006/relationships/customXml" Target="../ink/ink39.xml"/><Relationship Id="rId3" Type="http://schemas.openxmlformats.org/officeDocument/2006/relationships/image" Target="../media/image2.sv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38.xml"/><Relationship Id="rId81" Type="http://schemas.openxmlformats.org/officeDocument/2006/relationships/image" Target="../media/image41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76" Type="http://schemas.openxmlformats.org/officeDocument/2006/relationships/customXml" Target="../ink/ink37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2" Type="http://schemas.openxmlformats.org/officeDocument/2006/relationships/image" Target="../media/image1.png"/><Relationship Id="rId29" Type="http://schemas.openxmlformats.org/officeDocument/2006/relationships/image" Target="../media/image15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66" Type="http://schemas.openxmlformats.org/officeDocument/2006/relationships/customXml" Target="../ink/ink3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45.xml"/><Relationship Id="rId18" Type="http://schemas.openxmlformats.org/officeDocument/2006/relationships/image" Target="../media/image50.png"/><Relationship Id="rId26" Type="http://schemas.openxmlformats.org/officeDocument/2006/relationships/image" Target="../media/image54.png"/><Relationship Id="rId3" Type="http://schemas.openxmlformats.org/officeDocument/2006/relationships/customXml" Target="../ink/ink40.xml"/><Relationship Id="rId21" Type="http://schemas.openxmlformats.org/officeDocument/2006/relationships/customXml" Target="../ink/ink49.xml"/><Relationship Id="rId7" Type="http://schemas.openxmlformats.org/officeDocument/2006/relationships/customXml" Target="../ink/ink42.xml"/><Relationship Id="rId12" Type="http://schemas.openxmlformats.org/officeDocument/2006/relationships/image" Target="../media/image47.png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2" Type="http://schemas.openxmlformats.org/officeDocument/2006/relationships/image" Target="../media/image42.png"/><Relationship Id="rId16" Type="http://schemas.openxmlformats.org/officeDocument/2006/relationships/image" Target="../media/image49.png"/><Relationship Id="rId20" Type="http://schemas.openxmlformats.org/officeDocument/2006/relationships/image" Target="../media/image51.png"/><Relationship Id="rId29" Type="http://schemas.openxmlformats.org/officeDocument/2006/relationships/customXml" Target="../ink/ink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customXml" Target="../ink/ink44.xml"/><Relationship Id="rId24" Type="http://schemas.openxmlformats.org/officeDocument/2006/relationships/image" Target="../media/image53.png"/><Relationship Id="rId32" Type="http://schemas.openxmlformats.org/officeDocument/2006/relationships/image" Target="../media/image57.png"/><Relationship Id="rId5" Type="http://schemas.openxmlformats.org/officeDocument/2006/relationships/customXml" Target="../ink/ink41.xml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55.png"/><Relationship Id="rId10" Type="http://schemas.openxmlformats.org/officeDocument/2006/relationships/image" Target="../media/image46.png"/><Relationship Id="rId19" Type="http://schemas.openxmlformats.org/officeDocument/2006/relationships/customXml" Target="../ink/ink48.xml"/><Relationship Id="rId31" Type="http://schemas.openxmlformats.org/officeDocument/2006/relationships/customXml" Target="../ink/ink54.xml"/><Relationship Id="rId4" Type="http://schemas.openxmlformats.org/officeDocument/2006/relationships/image" Target="../media/image43.png"/><Relationship Id="rId9" Type="http://schemas.openxmlformats.org/officeDocument/2006/relationships/customXml" Target="../ink/ink43.xml"/><Relationship Id="rId14" Type="http://schemas.openxmlformats.org/officeDocument/2006/relationships/image" Target="../media/image48.png"/><Relationship Id="rId22" Type="http://schemas.openxmlformats.org/officeDocument/2006/relationships/image" Target="../media/image52.png"/><Relationship Id="rId27" Type="http://schemas.openxmlformats.org/officeDocument/2006/relationships/customXml" Target="../ink/ink52.xml"/><Relationship Id="rId30" Type="http://schemas.openxmlformats.org/officeDocument/2006/relationships/image" Target="../media/image56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67.png"/><Relationship Id="rId324" Type="http://schemas.openxmlformats.org/officeDocument/2006/relationships/customXml" Target="../ink/ink216.xml"/><Relationship Id="rId531" Type="http://schemas.openxmlformats.org/officeDocument/2006/relationships/customXml" Target="../ink/ink321.xml"/><Relationship Id="rId629" Type="http://schemas.openxmlformats.org/officeDocument/2006/relationships/customXml" Target="../ink/ink370.xml"/><Relationship Id="rId170" Type="http://schemas.openxmlformats.org/officeDocument/2006/relationships/customXml" Target="../ink/ink139.xml"/><Relationship Id="rId268" Type="http://schemas.openxmlformats.org/officeDocument/2006/relationships/customXml" Target="../ink/ink188.xml"/><Relationship Id="rId475" Type="http://schemas.openxmlformats.org/officeDocument/2006/relationships/customXml" Target="../ink/ink293.xml"/><Relationship Id="rId32" Type="http://schemas.openxmlformats.org/officeDocument/2006/relationships/customXml" Target="../ink/ink70.xml"/><Relationship Id="rId128" Type="http://schemas.openxmlformats.org/officeDocument/2006/relationships/customXml" Target="../ink/ink118.xml"/><Relationship Id="rId335" Type="http://schemas.openxmlformats.org/officeDocument/2006/relationships/image" Target="../media/image224.png"/><Relationship Id="rId542" Type="http://schemas.openxmlformats.org/officeDocument/2006/relationships/image" Target="../media/image326.png"/><Relationship Id="rId181" Type="http://schemas.openxmlformats.org/officeDocument/2006/relationships/image" Target="../media/image147.png"/><Relationship Id="rId402" Type="http://schemas.openxmlformats.org/officeDocument/2006/relationships/customXml" Target="../ink/ink255.xml"/><Relationship Id="rId279" Type="http://schemas.openxmlformats.org/officeDocument/2006/relationships/image" Target="../media/image196.png"/><Relationship Id="rId486" Type="http://schemas.openxmlformats.org/officeDocument/2006/relationships/image" Target="../media/image298.png"/><Relationship Id="rId43" Type="http://schemas.openxmlformats.org/officeDocument/2006/relationships/image" Target="../media/image78.png"/><Relationship Id="rId139" Type="http://schemas.openxmlformats.org/officeDocument/2006/relationships/image" Target="../media/image126.png"/><Relationship Id="rId346" Type="http://schemas.openxmlformats.org/officeDocument/2006/relationships/customXml" Target="../ink/ink227.xml"/><Relationship Id="rId553" Type="http://schemas.openxmlformats.org/officeDocument/2006/relationships/customXml" Target="../ink/ink332.xml"/><Relationship Id="rId192" Type="http://schemas.openxmlformats.org/officeDocument/2006/relationships/customXml" Target="../ink/ink150.xml"/><Relationship Id="rId206" Type="http://schemas.openxmlformats.org/officeDocument/2006/relationships/customXml" Target="../ink/ink157.xml"/><Relationship Id="rId413" Type="http://schemas.openxmlformats.org/officeDocument/2006/relationships/image" Target="../media/image263.png"/><Relationship Id="rId497" Type="http://schemas.openxmlformats.org/officeDocument/2006/relationships/customXml" Target="../ink/ink304.xml"/><Relationship Id="rId620" Type="http://schemas.openxmlformats.org/officeDocument/2006/relationships/image" Target="../media/image365.png"/><Relationship Id="rId357" Type="http://schemas.openxmlformats.org/officeDocument/2006/relationships/image" Target="../media/image235.png"/><Relationship Id="rId54" Type="http://schemas.openxmlformats.org/officeDocument/2006/relationships/customXml" Target="../ink/ink81.xml"/><Relationship Id="rId217" Type="http://schemas.openxmlformats.org/officeDocument/2006/relationships/image" Target="../media/image165.png"/><Relationship Id="rId564" Type="http://schemas.openxmlformats.org/officeDocument/2006/relationships/image" Target="../media/image337.png"/><Relationship Id="rId424" Type="http://schemas.openxmlformats.org/officeDocument/2006/relationships/customXml" Target="../ink/ink267.xml"/><Relationship Id="rId631" Type="http://schemas.openxmlformats.org/officeDocument/2006/relationships/customXml" Target="../ink/ink371.xml"/><Relationship Id="rId270" Type="http://schemas.openxmlformats.org/officeDocument/2006/relationships/customXml" Target="../ink/ink189.xml"/><Relationship Id="rId65" Type="http://schemas.openxmlformats.org/officeDocument/2006/relationships/image" Target="../media/image89.png"/><Relationship Id="rId130" Type="http://schemas.openxmlformats.org/officeDocument/2006/relationships/customXml" Target="../ink/ink119.xml"/><Relationship Id="rId368" Type="http://schemas.openxmlformats.org/officeDocument/2006/relationships/customXml" Target="../ink/ink238.xml"/><Relationship Id="rId575" Type="http://schemas.openxmlformats.org/officeDocument/2006/relationships/customXml" Target="../ink/ink343.xml"/><Relationship Id="rId228" Type="http://schemas.openxmlformats.org/officeDocument/2006/relationships/customXml" Target="../ink/ink168.xml"/><Relationship Id="rId435" Type="http://schemas.openxmlformats.org/officeDocument/2006/relationships/customXml" Target="../ink/ink273.xml"/><Relationship Id="rId642" Type="http://schemas.openxmlformats.org/officeDocument/2006/relationships/image" Target="../media/image376.png"/><Relationship Id="rId281" Type="http://schemas.openxmlformats.org/officeDocument/2006/relationships/image" Target="../media/image197.png"/><Relationship Id="rId502" Type="http://schemas.openxmlformats.org/officeDocument/2006/relationships/image" Target="../media/image306.png"/><Relationship Id="rId76" Type="http://schemas.openxmlformats.org/officeDocument/2006/relationships/customXml" Target="../ink/ink92.xml"/><Relationship Id="rId141" Type="http://schemas.openxmlformats.org/officeDocument/2006/relationships/image" Target="../media/image127.png"/><Relationship Id="rId379" Type="http://schemas.openxmlformats.org/officeDocument/2006/relationships/image" Target="../media/image246.png"/><Relationship Id="rId586" Type="http://schemas.openxmlformats.org/officeDocument/2006/relationships/image" Target="../media/image348.png"/><Relationship Id="rId7" Type="http://schemas.openxmlformats.org/officeDocument/2006/relationships/image" Target="../media/image60.png"/><Relationship Id="rId239" Type="http://schemas.openxmlformats.org/officeDocument/2006/relationships/image" Target="../media/image176.png"/><Relationship Id="rId446" Type="http://schemas.openxmlformats.org/officeDocument/2006/relationships/image" Target="../media/image278.png"/><Relationship Id="rId653" Type="http://schemas.openxmlformats.org/officeDocument/2006/relationships/customXml" Target="../ink/ink382.xml"/><Relationship Id="rId292" Type="http://schemas.openxmlformats.org/officeDocument/2006/relationships/customXml" Target="../ink/ink200.xml"/><Relationship Id="rId306" Type="http://schemas.openxmlformats.org/officeDocument/2006/relationships/customXml" Target="../ink/ink207.xml"/><Relationship Id="rId87" Type="http://schemas.openxmlformats.org/officeDocument/2006/relationships/image" Target="../media/image100.png"/><Relationship Id="rId513" Type="http://schemas.openxmlformats.org/officeDocument/2006/relationships/customXml" Target="../ink/ink312.xml"/><Relationship Id="rId597" Type="http://schemas.openxmlformats.org/officeDocument/2006/relationships/customXml" Target="../ink/ink354.xml"/><Relationship Id="rId152" Type="http://schemas.openxmlformats.org/officeDocument/2006/relationships/customXml" Target="../ink/ink130.xml"/><Relationship Id="rId457" Type="http://schemas.openxmlformats.org/officeDocument/2006/relationships/customXml" Target="../ink/ink284.xml"/><Relationship Id="rId664" Type="http://schemas.openxmlformats.org/officeDocument/2006/relationships/image" Target="../media/image387.png"/><Relationship Id="rId14" Type="http://schemas.openxmlformats.org/officeDocument/2006/relationships/customXml" Target="../ink/ink61.xml"/><Relationship Id="rId317" Type="http://schemas.openxmlformats.org/officeDocument/2006/relationships/image" Target="../media/image215.png"/><Relationship Id="rId524" Type="http://schemas.openxmlformats.org/officeDocument/2006/relationships/image" Target="../media/image317.png"/><Relationship Id="rId98" Type="http://schemas.openxmlformats.org/officeDocument/2006/relationships/customXml" Target="../ink/ink103.xml"/><Relationship Id="rId163" Type="http://schemas.openxmlformats.org/officeDocument/2006/relationships/image" Target="../media/image138.png"/><Relationship Id="rId370" Type="http://schemas.openxmlformats.org/officeDocument/2006/relationships/customXml" Target="../ink/ink239.xml"/><Relationship Id="rId230" Type="http://schemas.openxmlformats.org/officeDocument/2006/relationships/customXml" Target="../ink/ink169.xml"/><Relationship Id="rId468" Type="http://schemas.openxmlformats.org/officeDocument/2006/relationships/image" Target="../media/image289.png"/><Relationship Id="rId25" Type="http://schemas.openxmlformats.org/officeDocument/2006/relationships/image" Target="../media/image69.png"/><Relationship Id="rId328" Type="http://schemas.openxmlformats.org/officeDocument/2006/relationships/customXml" Target="../ink/ink218.xml"/><Relationship Id="rId535" Type="http://schemas.openxmlformats.org/officeDocument/2006/relationships/customXml" Target="../ink/ink323.xml"/><Relationship Id="rId174" Type="http://schemas.openxmlformats.org/officeDocument/2006/relationships/customXml" Target="../ink/ink141.xml"/><Relationship Id="rId381" Type="http://schemas.openxmlformats.org/officeDocument/2006/relationships/image" Target="../media/image247.png"/><Relationship Id="rId602" Type="http://schemas.openxmlformats.org/officeDocument/2006/relationships/image" Target="../media/image356.png"/><Relationship Id="rId241" Type="http://schemas.openxmlformats.org/officeDocument/2006/relationships/image" Target="../media/image177.png"/><Relationship Id="rId479" Type="http://schemas.openxmlformats.org/officeDocument/2006/relationships/customXml" Target="../ink/ink295.xml"/><Relationship Id="rId36" Type="http://schemas.openxmlformats.org/officeDocument/2006/relationships/customXml" Target="../ink/ink72.xml"/><Relationship Id="rId339" Type="http://schemas.openxmlformats.org/officeDocument/2006/relationships/image" Target="../media/image226.png"/><Relationship Id="rId546" Type="http://schemas.openxmlformats.org/officeDocument/2006/relationships/image" Target="../media/image328.png"/><Relationship Id="rId101" Type="http://schemas.openxmlformats.org/officeDocument/2006/relationships/image" Target="../media/image107.png"/><Relationship Id="rId185" Type="http://schemas.openxmlformats.org/officeDocument/2006/relationships/image" Target="../media/image149.png"/><Relationship Id="rId406" Type="http://schemas.openxmlformats.org/officeDocument/2006/relationships/customXml" Target="../ink/ink257.xml"/><Relationship Id="rId392" Type="http://schemas.openxmlformats.org/officeDocument/2006/relationships/customXml" Target="../ink/ink250.xml"/><Relationship Id="rId613" Type="http://schemas.openxmlformats.org/officeDocument/2006/relationships/customXml" Target="../ink/ink362.xml"/><Relationship Id="rId252" Type="http://schemas.openxmlformats.org/officeDocument/2006/relationships/customXml" Target="../ink/ink180.xml"/><Relationship Id="rId47" Type="http://schemas.openxmlformats.org/officeDocument/2006/relationships/image" Target="../media/image80.png"/><Relationship Id="rId112" Type="http://schemas.openxmlformats.org/officeDocument/2006/relationships/customXml" Target="../ink/ink110.xml"/><Relationship Id="rId557" Type="http://schemas.openxmlformats.org/officeDocument/2006/relationships/customXml" Target="../ink/ink334.xml"/><Relationship Id="rId196" Type="http://schemas.openxmlformats.org/officeDocument/2006/relationships/customXml" Target="../ink/ink152.xml"/><Relationship Id="rId417" Type="http://schemas.openxmlformats.org/officeDocument/2006/relationships/customXml" Target="../ink/ink263.xml"/><Relationship Id="rId624" Type="http://schemas.openxmlformats.org/officeDocument/2006/relationships/image" Target="../media/image367.png"/><Relationship Id="rId263" Type="http://schemas.openxmlformats.org/officeDocument/2006/relationships/image" Target="../media/image188.png"/><Relationship Id="rId470" Type="http://schemas.openxmlformats.org/officeDocument/2006/relationships/image" Target="../media/image290.png"/><Relationship Id="rId58" Type="http://schemas.openxmlformats.org/officeDocument/2006/relationships/customXml" Target="../ink/ink83.xml"/><Relationship Id="rId123" Type="http://schemas.openxmlformats.org/officeDocument/2006/relationships/image" Target="../media/image118.png"/><Relationship Id="rId330" Type="http://schemas.openxmlformats.org/officeDocument/2006/relationships/customXml" Target="../ink/ink219.xml"/><Relationship Id="rId568" Type="http://schemas.openxmlformats.org/officeDocument/2006/relationships/image" Target="../media/image339.png"/><Relationship Id="rId428" Type="http://schemas.openxmlformats.org/officeDocument/2006/relationships/image" Target="../media/image269.png"/><Relationship Id="rId635" Type="http://schemas.openxmlformats.org/officeDocument/2006/relationships/customXml" Target="../ink/ink373.xml"/><Relationship Id="rId274" Type="http://schemas.openxmlformats.org/officeDocument/2006/relationships/customXml" Target="../ink/ink191.xml"/><Relationship Id="rId481" Type="http://schemas.openxmlformats.org/officeDocument/2006/relationships/customXml" Target="../ink/ink296.xml"/><Relationship Id="rId27" Type="http://schemas.openxmlformats.org/officeDocument/2006/relationships/image" Target="../media/image70.png"/><Relationship Id="rId69" Type="http://schemas.openxmlformats.org/officeDocument/2006/relationships/image" Target="../media/image91.png"/><Relationship Id="rId134" Type="http://schemas.openxmlformats.org/officeDocument/2006/relationships/customXml" Target="../ink/ink121.xml"/><Relationship Id="rId537" Type="http://schemas.openxmlformats.org/officeDocument/2006/relationships/customXml" Target="../ink/ink324.xml"/><Relationship Id="rId579" Type="http://schemas.openxmlformats.org/officeDocument/2006/relationships/customXml" Target="../ink/ink345.xml"/><Relationship Id="rId80" Type="http://schemas.openxmlformats.org/officeDocument/2006/relationships/customXml" Target="../ink/ink94.xml"/><Relationship Id="rId176" Type="http://schemas.openxmlformats.org/officeDocument/2006/relationships/customXml" Target="../ink/ink142.xml"/><Relationship Id="rId341" Type="http://schemas.openxmlformats.org/officeDocument/2006/relationships/image" Target="../media/image227.png"/><Relationship Id="rId383" Type="http://schemas.openxmlformats.org/officeDocument/2006/relationships/image" Target="../media/image248.png"/><Relationship Id="rId439" Type="http://schemas.openxmlformats.org/officeDocument/2006/relationships/customXml" Target="../ink/ink275.xml"/><Relationship Id="rId590" Type="http://schemas.openxmlformats.org/officeDocument/2006/relationships/image" Target="../media/image350.png"/><Relationship Id="rId604" Type="http://schemas.openxmlformats.org/officeDocument/2006/relationships/image" Target="../media/image357.png"/><Relationship Id="rId646" Type="http://schemas.openxmlformats.org/officeDocument/2006/relationships/image" Target="../media/image378.png"/><Relationship Id="rId201" Type="http://schemas.openxmlformats.org/officeDocument/2006/relationships/image" Target="../media/image157.png"/><Relationship Id="rId243" Type="http://schemas.openxmlformats.org/officeDocument/2006/relationships/image" Target="../media/image178.png"/><Relationship Id="rId285" Type="http://schemas.openxmlformats.org/officeDocument/2006/relationships/image" Target="../media/image199.png"/><Relationship Id="rId450" Type="http://schemas.openxmlformats.org/officeDocument/2006/relationships/image" Target="../media/image280.png"/><Relationship Id="rId506" Type="http://schemas.openxmlformats.org/officeDocument/2006/relationships/image" Target="../media/image308.png"/><Relationship Id="rId38" Type="http://schemas.openxmlformats.org/officeDocument/2006/relationships/customXml" Target="../ink/ink73.xml"/><Relationship Id="rId103" Type="http://schemas.openxmlformats.org/officeDocument/2006/relationships/image" Target="../media/image108.png"/><Relationship Id="rId310" Type="http://schemas.openxmlformats.org/officeDocument/2006/relationships/customXml" Target="../ink/ink209.xml"/><Relationship Id="rId492" Type="http://schemas.openxmlformats.org/officeDocument/2006/relationships/image" Target="../media/image301.png"/><Relationship Id="rId548" Type="http://schemas.openxmlformats.org/officeDocument/2006/relationships/image" Target="../media/image329.png"/><Relationship Id="rId91" Type="http://schemas.openxmlformats.org/officeDocument/2006/relationships/image" Target="../media/image102.png"/><Relationship Id="rId145" Type="http://schemas.openxmlformats.org/officeDocument/2006/relationships/image" Target="../media/image129.png"/><Relationship Id="rId187" Type="http://schemas.openxmlformats.org/officeDocument/2006/relationships/image" Target="../media/image150.png"/><Relationship Id="rId352" Type="http://schemas.openxmlformats.org/officeDocument/2006/relationships/customXml" Target="../ink/ink230.xml"/><Relationship Id="rId394" Type="http://schemas.openxmlformats.org/officeDocument/2006/relationships/customXml" Target="../ink/ink251.xml"/><Relationship Id="rId408" Type="http://schemas.openxmlformats.org/officeDocument/2006/relationships/customXml" Target="../ink/ink258.xml"/><Relationship Id="rId615" Type="http://schemas.openxmlformats.org/officeDocument/2006/relationships/customXml" Target="../ink/ink363.xml"/><Relationship Id="rId212" Type="http://schemas.openxmlformats.org/officeDocument/2006/relationships/customXml" Target="../ink/ink160.xml"/><Relationship Id="rId254" Type="http://schemas.openxmlformats.org/officeDocument/2006/relationships/customXml" Target="../ink/ink181.xml"/><Relationship Id="rId657" Type="http://schemas.openxmlformats.org/officeDocument/2006/relationships/customXml" Target="../ink/ink384.xml"/><Relationship Id="rId49" Type="http://schemas.openxmlformats.org/officeDocument/2006/relationships/image" Target="../media/image81.png"/><Relationship Id="rId114" Type="http://schemas.openxmlformats.org/officeDocument/2006/relationships/customXml" Target="../ink/ink111.xml"/><Relationship Id="rId296" Type="http://schemas.openxmlformats.org/officeDocument/2006/relationships/customXml" Target="../ink/ink202.xml"/><Relationship Id="rId461" Type="http://schemas.openxmlformats.org/officeDocument/2006/relationships/customXml" Target="../ink/ink286.xml"/><Relationship Id="rId517" Type="http://schemas.openxmlformats.org/officeDocument/2006/relationships/customXml" Target="../ink/ink314.xml"/><Relationship Id="rId559" Type="http://schemas.openxmlformats.org/officeDocument/2006/relationships/customXml" Target="../ink/ink335.xml"/><Relationship Id="rId60" Type="http://schemas.openxmlformats.org/officeDocument/2006/relationships/customXml" Target="../ink/ink84.xml"/><Relationship Id="rId156" Type="http://schemas.openxmlformats.org/officeDocument/2006/relationships/customXml" Target="../ink/ink132.xml"/><Relationship Id="rId198" Type="http://schemas.openxmlformats.org/officeDocument/2006/relationships/customXml" Target="../ink/ink153.xml"/><Relationship Id="rId321" Type="http://schemas.openxmlformats.org/officeDocument/2006/relationships/image" Target="../media/image217.png"/><Relationship Id="rId363" Type="http://schemas.openxmlformats.org/officeDocument/2006/relationships/image" Target="../media/image238.png"/><Relationship Id="rId419" Type="http://schemas.openxmlformats.org/officeDocument/2006/relationships/customXml" Target="../ink/ink264.xml"/><Relationship Id="rId570" Type="http://schemas.openxmlformats.org/officeDocument/2006/relationships/image" Target="../media/image340.png"/><Relationship Id="rId626" Type="http://schemas.openxmlformats.org/officeDocument/2006/relationships/image" Target="../media/image368.png"/><Relationship Id="rId223" Type="http://schemas.openxmlformats.org/officeDocument/2006/relationships/image" Target="../media/image168.png"/><Relationship Id="rId430" Type="http://schemas.openxmlformats.org/officeDocument/2006/relationships/image" Target="../media/image270.png"/><Relationship Id="rId18" Type="http://schemas.openxmlformats.org/officeDocument/2006/relationships/customXml" Target="../ink/ink63.xml"/><Relationship Id="rId265" Type="http://schemas.openxmlformats.org/officeDocument/2006/relationships/image" Target="../media/image189.png"/><Relationship Id="rId472" Type="http://schemas.openxmlformats.org/officeDocument/2006/relationships/image" Target="../media/image291.png"/><Relationship Id="rId528" Type="http://schemas.openxmlformats.org/officeDocument/2006/relationships/image" Target="../media/image319.png"/><Relationship Id="rId125" Type="http://schemas.openxmlformats.org/officeDocument/2006/relationships/image" Target="../media/image119.png"/><Relationship Id="rId167" Type="http://schemas.openxmlformats.org/officeDocument/2006/relationships/image" Target="../media/image140.png"/><Relationship Id="rId332" Type="http://schemas.openxmlformats.org/officeDocument/2006/relationships/customXml" Target="../ink/ink220.xml"/><Relationship Id="rId374" Type="http://schemas.openxmlformats.org/officeDocument/2006/relationships/customXml" Target="../ink/ink241.xml"/><Relationship Id="rId581" Type="http://schemas.openxmlformats.org/officeDocument/2006/relationships/customXml" Target="../ink/ink346.xml"/><Relationship Id="rId71" Type="http://schemas.openxmlformats.org/officeDocument/2006/relationships/image" Target="../media/image92.png"/><Relationship Id="rId234" Type="http://schemas.openxmlformats.org/officeDocument/2006/relationships/customXml" Target="../ink/ink171.xml"/><Relationship Id="rId637" Type="http://schemas.openxmlformats.org/officeDocument/2006/relationships/customXml" Target="../ink/ink374.xml"/><Relationship Id="rId2" Type="http://schemas.openxmlformats.org/officeDocument/2006/relationships/customXml" Target="../ink/ink55.xml"/><Relationship Id="rId29" Type="http://schemas.openxmlformats.org/officeDocument/2006/relationships/image" Target="../media/image71.png"/><Relationship Id="rId276" Type="http://schemas.openxmlformats.org/officeDocument/2006/relationships/customXml" Target="../ink/ink192.xml"/><Relationship Id="rId441" Type="http://schemas.openxmlformats.org/officeDocument/2006/relationships/customXml" Target="../ink/ink276.xml"/><Relationship Id="rId483" Type="http://schemas.openxmlformats.org/officeDocument/2006/relationships/customXml" Target="../ink/ink297.xml"/><Relationship Id="rId539" Type="http://schemas.openxmlformats.org/officeDocument/2006/relationships/customXml" Target="../ink/ink325.xml"/><Relationship Id="rId40" Type="http://schemas.openxmlformats.org/officeDocument/2006/relationships/customXml" Target="../ink/ink74.xml"/><Relationship Id="rId136" Type="http://schemas.openxmlformats.org/officeDocument/2006/relationships/customXml" Target="../ink/ink122.xml"/><Relationship Id="rId178" Type="http://schemas.openxmlformats.org/officeDocument/2006/relationships/customXml" Target="../ink/ink143.xml"/><Relationship Id="rId301" Type="http://schemas.openxmlformats.org/officeDocument/2006/relationships/image" Target="../media/image207.png"/><Relationship Id="rId343" Type="http://schemas.openxmlformats.org/officeDocument/2006/relationships/image" Target="../media/image228.png"/><Relationship Id="rId550" Type="http://schemas.openxmlformats.org/officeDocument/2006/relationships/image" Target="../media/image330.png"/><Relationship Id="rId82" Type="http://schemas.openxmlformats.org/officeDocument/2006/relationships/customXml" Target="../ink/ink95.xml"/><Relationship Id="rId203" Type="http://schemas.openxmlformats.org/officeDocument/2006/relationships/image" Target="../media/image158.png"/><Relationship Id="rId385" Type="http://schemas.openxmlformats.org/officeDocument/2006/relationships/image" Target="../media/image249.png"/><Relationship Id="rId592" Type="http://schemas.openxmlformats.org/officeDocument/2006/relationships/image" Target="../media/image351.png"/><Relationship Id="rId606" Type="http://schemas.openxmlformats.org/officeDocument/2006/relationships/image" Target="../media/image358.png"/><Relationship Id="rId648" Type="http://schemas.openxmlformats.org/officeDocument/2006/relationships/image" Target="../media/image379.png"/><Relationship Id="rId245" Type="http://schemas.openxmlformats.org/officeDocument/2006/relationships/image" Target="../media/image179.png"/><Relationship Id="rId287" Type="http://schemas.openxmlformats.org/officeDocument/2006/relationships/image" Target="../media/image200.png"/><Relationship Id="rId410" Type="http://schemas.openxmlformats.org/officeDocument/2006/relationships/customXml" Target="../ink/ink259.xml"/><Relationship Id="rId452" Type="http://schemas.openxmlformats.org/officeDocument/2006/relationships/image" Target="../media/image281.png"/><Relationship Id="rId494" Type="http://schemas.openxmlformats.org/officeDocument/2006/relationships/image" Target="../media/image302.png"/><Relationship Id="rId508" Type="http://schemas.openxmlformats.org/officeDocument/2006/relationships/image" Target="../media/image309.png"/><Relationship Id="rId105" Type="http://schemas.openxmlformats.org/officeDocument/2006/relationships/image" Target="../media/image109.png"/><Relationship Id="rId147" Type="http://schemas.openxmlformats.org/officeDocument/2006/relationships/image" Target="../media/image130.png"/><Relationship Id="rId312" Type="http://schemas.openxmlformats.org/officeDocument/2006/relationships/customXml" Target="../ink/ink210.xml"/><Relationship Id="rId354" Type="http://schemas.openxmlformats.org/officeDocument/2006/relationships/customXml" Target="../ink/ink231.xml"/><Relationship Id="rId51" Type="http://schemas.openxmlformats.org/officeDocument/2006/relationships/image" Target="../media/image82.png"/><Relationship Id="rId93" Type="http://schemas.openxmlformats.org/officeDocument/2006/relationships/image" Target="../media/image103.png"/><Relationship Id="rId189" Type="http://schemas.openxmlformats.org/officeDocument/2006/relationships/image" Target="../media/image151.png"/><Relationship Id="rId396" Type="http://schemas.openxmlformats.org/officeDocument/2006/relationships/customXml" Target="../ink/ink252.xml"/><Relationship Id="rId561" Type="http://schemas.openxmlformats.org/officeDocument/2006/relationships/customXml" Target="../ink/ink336.xml"/><Relationship Id="rId617" Type="http://schemas.openxmlformats.org/officeDocument/2006/relationships/customXml" Target="../ink/ink364.xml"/><Relationship Id="rId659" Type="http://schemas.openxmlformats.org/officeDocument/2006/relationships/customXml" Target="../ink/ink385.xml"/><Relationship Id="rId214" Type="http://schemas.openxmlformats.org/officeDocument/2006/relationships/customXml" Target="../ink/ink161.xml"/><Relationship Id="rId256" Type="http://schemas.openxmlformats.org/officeDocument/2006/relationships/customXml" Target="../ink/ink182.xml"/><Relationship Id="rId298" Type="http://schemas.openxmlformats.org/officeDocument/2006/relationships/customXml" Target="../ink/ink203.xml"/><Relationship Id="rId421" Type="http://schemas.openxmlformats.org/officeDocument/2006/relationships/customXml" Target="../ink/ink265.xml"/><Relationship Id="rId463" Type="http://schemas.openxmlformats.org/officeDocument/2006/relationships/customXml" Target="../ink/ink287.xml"/><Relationship Id="rId519" Type="http://schemas.openxmlformats.org/officeDocument/2006/relationships/customXml" Target="../ink/ink315.xml"/><Relationship Id="rId116" Type="http://schemas.openxmlformats.org/officeDocument/2006/relationships/customXml" Target="../ink/ink112.xml"/><Relationship Id="rId158" Type="http://schemas.openxmlformats.org/officeDocument/2006/relationships/customXml" Target="../ink/ink133.xml"/><Relationship Id="rId323" Type="http://schemas.openxmlformats.org/officeDocument/2006/relationships/image" Target="../media/image218.png"/><Relationship Id="rId530" Type="http://schemas.openxmlformats.org/officeDocument/2006/relationships/image" Target="../media/image320.png"/><Relationship Id="rId20" Type="http://schemas.openxmlformats.org/officeDocument/2006/relationships/customXml" Target="../ink/ink64.xml"/><Relationship Id="rId62" Type="http://schemas.openxmlformats.org/officeDocument/2006/relationships/customXml" Target="../ink/ink85.xml"/><Relationship Id="rId365" Type="http://schemas.openxmlformats.org/officeDocument/2006/relationships/image" Target="../media/image239.png"/><Relationship Id="rId572" Type="http://schemas.openxmlformats.org/officeDocument/2006/relationships/image" Target="../media/image341.png"/><Relationship Id="rId628" Type="http://schemas.openxmlformats.org/officeDocument/2006/relationships/image" Target="../media/image369.png"/><Relationship Id="rId225" Type="http://schemas.openxmlformats.org/officeDocument/2006/relationships/image" Target="../media/image169.png"/><Relationship Id="rId267" Type="http://schemas.openxmlformats.org/officeDocument/2006/relationships/image" Target="../media/image190.png"/><Relationship Id="rId432" Type="http://schemas.openxmlformats.org/officeDocument/2006/relationships/image" Target="../media/image271.png"/><Relationship Id="rId474" Type="http://schemas.openxmlformats.org/officeDocument/2006/relationships/image" Target="../media/image292.png"/><Relationship Id="rId127" Type="http://schemas.openxmlformats.org/officeDocument/2006/relationships/image" Target="../media/image120.png"/><Relationship Id="rId31" Type="http://schemas.openxmlformats.org/officeDocument/2006/relationships/image" Target="../media/image72.png"/><Relationship Id="rId73" Type="http://schemas.openxmlformats.org/officeDocument/2006/relationships/image" Target="../media/image93.png"/><Relationship Id="rId169" Type="http://schemas.openxmlformats.org/officeDocument/2006/relationships/image" Target="../media/image141.png"/><Relationship Id="rId334" Type="http://schemas.openxmlformats.org/officeDocument/2006/relationships/customXml" Target="../ink/ink221.xml"/><Relationship Id="rId376" Type="http://schemas.openxmlformats.org/officeDocument/2006/relationships/customXml" Target="../ink/ink242.xml"/><Relationship Id="rId541" Type="http://schemas.openxmlformats.org/officeDocument/2006/relationships/customXml" Target="../ink/ink326.xml"/><Relationship Id="rId583" Type="http://schemas.openxmlformats.org/officeDocument/2006/relationships/customXml" Target="../ink/ink347.xml"/><Relationship Id="rId639" Type="http://schemas.openxmlformats.org/officeDocument/2006/relationships/customXml" Target="../ink/ink375.xml"/><Relationship Id="rId4" Type="http://schemas.openxmlformats.org/officeDocument/2006/relationships/customXml" Target="../ink/ink56.xml"/><Relationship Id="rId180" Type="http://schemas.openxmlformats.org/officeDocument/2006/relationships/customXml" Target="../ink/ink144.xml"/><Relationship Id="rId236" Type="http://schemas.openxmlformats.org/officeDocument/2006/relationships/customXml" Target="../ink/ink172.xml"/><Relationship Id="rId278" Type="http://schemas.openxmlformats.org/officeDocument/2006/relationships/customXml" Target="../ink/ink193.xml"/><Relationship Id="rId401" Type="http://schemas.openxmlformats.org/officeDocument/2006/relationships/image" Target="../media/image257.png"/><Relationship Id="rId443" Type="http://schemas.openxmlformats.org/officeDocument/2006/relationships/customXml" Target="../ink/ink277.xml"/><Relationship Id="rId650" Type="http://schemas.openxmlformats.org/officeDocument/2006/relationships/image" Target="../media/image380.png"/><Relationship Id="rId303" Type="http://schemas.openxmlformats.org/officeDocument/2006/relationships/image" Target="../media/image208.png"/><Relationship Id="rId485" Type="http://schemas.openxmlformats.org/officeDocument/2006/relationships/customXml" Target="../ink/ink298.xml"/><Relationship Id="rId42" Type="http://schemas.openxmlformats.org/officeDocument/2006/relationships/customXml" Target="../ink/ink75.xml"/><Relationship Id="rId84" Type="http://schemas.openxmlformats.org/officeDocument/2006/relationships/customXml" Target="../ink/ink96.xml"/><Relationship Id="rId138" Type="http://schemas.openxmlformats.org/officeDocument/2006/relationships/customXml" Target="../ink/ink123.xml"/><Relationship Id="rId345" Type="http://schemas.openxmlformats.org/officeDocument/2006/relationships/image" Target="../media/image229.png"/><Relationship Id="rId387" Type="http://schemas.openxmlformats.org/officeDocument/2006/relationships/image" Target="../media/image250.png"/><Relationship Id="rId510" Type="http://schemas.openxmlformats.org/officeDocument/2006/relationships/image" Target="../media/image310.png"/><Relationship Id="rId552" Type="http://schemas.openxmlformats.org/officeDocument/2006/relationships/image" Target="../media/image331.png"/><Relationship Id="rId594" Type="http://schemas.openxmlformats.org/officeDocument/2006/relationships/image" Target="../media/image352.png"/><Relationship Id="rId608" Type="http://schemas.openxmlformats.org/officeDocument/2006/relationships/image" Target="../media/image359.png"/><Relationship Id="rId191" Type="http://schemas.openxmlformats.org/officeDocument/2006/relationships/image" Target="../media/image152.png"/><Relationship Id="rId205" Type="http://schemas.openxmlformats.org/officeDocument/2006/relationships/image" Target="../media/image159.png"/><Relationship Id="rId247" Type="http://schemas.openxmlformats.org/officeDocument/2006/relationships/image" Target="../media/image180.png"/><Relationship Id="rId412" Type="http://schemas.openxmlformats.org/officeDocument/2006/relationships/customXml" Target="../ink/ink260.xml"/><Relationship Id="rId107" Type="http://schemas.openxmlformats.org/officeDocument/2006/relationships/image" Target="../media/image110.png"/><Relationship Id="rId289" Type="http://schemas.openxmlformats.org/officeDocument/2006/relationships/image" Target="../media/image201.png"/><Relationship Id="rId454" Type="http://schemas.openxmlformats.org/officeDocument/2006/relationships/image" Target="../media/image282.png"/><Relationship Id="rId496" Type="http://schemas.openxmlformats.org/officeDocument/2006/relationships/image" Target="../media/image303.png"/><Relationship Id="rId661" Type="http://schemas.openxmlformats.org/officeDocument/2006/relationships/customXml" Target="../ink/ink386.xml"/><Relationship Id="rId11" Type="http://schemas.openxmlformats.org/officeDocument/2006/relationships/image" Target="../media/image62.png"/><Relationship Id="rId53" Type="http://schemas.openxmlformats.org/officeDocument/2006/relationships/image" Target="../media/image83.png"/><Relationship Id="rId149" Type="http://schemas.openxmlformats.org/officeDocument/2006/relationships/image" Target="../media/image131.png"/><Relationship Id="rId314" Type="http://schemas.openxmlformats.org/officeDocument/2006/relationships/customXml" Target="../ink/ink211.xml"/><Relationship Id="rId356" Type="http://schemas.openxmlformats.org/officeDocument/2006/relationships/customXml" Target="../ink/ink232.xml"/><Relationship Id="rId398" Type="http://schemas.openxmlformats.org/officeDocument/2006/relationships/customXml" Target="../ink/ink253.xml"/><Relationship Id="rId521" Type="http://schemas.openxmlformats.org/officeDocument/2006/relationships/customXml" Target="../ink/ink316.xml"/><Relationship Id="rId563" Type="http://schemas.openxmlformats.org/officeDocument/2006/relationships/customXml" Target="../ink/ink337.xml"/><Relationship Id="rId619" Type="http://schemas.openxmlformats.org/officeDocument/2006/relationships/customXml" Target="../ink/ink365.xml"/><Relationship Id="rId95" Type="http://schemas.openxmlformats.org/officeDocument/2006/relationships/image" Target="../media/image104.png"/><Relationship Id="rId160" Type="http://schemas.openxmlformats.org/officeDocument/2006/relationships/customXml" Target="../ink/ink134.xml"/><Relationship Id="rId216" Type="http://schemas.openxmlformats.org/officeDocument/2006/relationships/customXml" Target="../ink/ink162.xml"/><Relationship Id="rId423" Type="http://schemas.openxmlformats.org/officeDocument/2006/relationships/customXml" Target="../ink/ink266.xml"/><Relationship Id="rId258" Type="http://schemas.openxmlformats.org/officeDocument/2006/relationships/customXml" Target="../ink/ink183.xml"/><Relationship Id="rId465" Type="http://schemas.openxmlformats.org/officeDocument/2006/relationships/customXml" Target="../ink/ink288.xml"/><Relationship Id="rId630" Type="http://schemas.openxmlformats.org/officeDocument/2006/relationships/image" Target="../media/image370.png"/><Relationship Id="rId22" Type="http://schemas.openxmlformats.org/officeDocument/2006/relationships/customXml" Target="../ink/ink65.xml"/><Relationship Id="rId64" Type="http://schemas.openxmlformats.org/officeDocument/2006/relationships/customXml" Target="../ink/ink86.xml"/><Relationship Id="rId118" Type="http://schemas.openxmlformats.org/officeDocument/2006/relationships/customXml" Target="../ink/ink113.xml"/><Relationship Id="rId325" Type="http://schemas.openxmlformats.org/officeDocument/2006/relationships/image" Target="../media/image219.png"/><Relationship Id="rId367" Type="http://schemas.openxmlformats.org/officeDocument/2006/relationships/image" Target="../media/image240.png"/><Relationship Id="rId532" Type="http://schemas.openxmlformats.org/officeDocument/2006/relationships/image" Target="../media/image321.png"/><Relationship Id="rId574" Type="http://schemas.openxmlformats.org/officeDocument/2006/relationships/image" Target="../media/image342.png"/><Relationship Id="rId171" Type="http://schemas.openxmlformats.org/officeDocument/2006/relationships/image" Target="../media/image142.png"/><Relationship Id="rId227" Type="http://schemas.openxmlformats.org/officeDocument/2006/relationships/image" Target="../media/image170.png"/><Relationship Id="rId269" Type="http://schemas.openxmlformats.org/officeDocument/2006/relationships/image" Target="../media/image191.png"/><Relationship Id="rId434" Type="http://schemas.openxmlformats.org/officeDocument/2006/relationships/image" Target="../media/image272.png"/><Relationship Id="rId476" Type="http://schemas.openxmlformats.org/officeDocument/2006/relationships/image" Target="../media/image293.png"/><Relationship Id="rId641" Type="http://schemas.openxmlformats.org/officeDocument/2006/relationships/customXml" Target="../ink/ink376.xml"/><Relationship Id="rId33" Type="http://schemas.openxmlformats.org/officeDocument/2006/relationships/image" Target="../media/image73.png"/><Relationship Id="rId129" Type="http://schemas.openxmlformats.org/officeDocument/2006/relationships/image" Target="../media/image121.png"/><Relationship Id="rId280" Type="http://schemas.openxmlformats.org/officeDocument/2006/relationships/customXml" Target="../ink/ink194.xml"/><Relationship Id="rId336" Type="http://schemas.openxmlformats.org/officeDocument/2006/relationships/customXml" Target="../ink/ink222.xml"/><Relationship Id="rId501" Type="http://schemas.openxmlformats.org/officeDocument/2006/relationships/customXml" Target="../ink/ink306.xml"/><Relationship Id="rId543" Type="http://schemas.openxmlformats.org/officeDocument/2006/relationships/customXml" Target="../ink/ink327.xml"/><Relationship Id="rId75" Type="http://schemas.openxmlformats.org/officeDocument/2006/relationships/image" Target="../media/image94.png"/><Relationship Id="rId140" Type="http://schemas.openxmlformats.org/officeDocument/2006/relationships/customXml" Target="../ink/ink124.xml"/><Relationship Id="rId182" Type="http://schemas.openxmlformats.org/officeDocument/2006/relationships/customXml" Target="../ink/ink145.xml"/><Relationship Id="rId378" Type="http://schemas.openxmlformats.org/officeDocument/2006/relationships/customXml" Target="../ink/ink243.xml"/><Relationship Id="rId403" Type="http://schemas.openxmlformats.org/officeDocument/2006/relationships/image" Target="../media/image258.png"/><Relationship Id="rId585" Type="http://schemas.openxmlformats.org/officeDocument/2006/relationships/customXml" Target="../ink/ink348.xml"/><Relationship Id="rId6" Type="http://schemas.openxmlformats.org/officeDocument/2006/relationships/customXml" Target="../ink/ink57.xml"/><Relationship Id="rId238" Type="http://schemas.openxmlformats.org/officeDocument/2006/relationships/customXml" Target="../ink/ink173.xml"/><Relationship Id="rId445" Type="http://schemas.openxmlformats.org/officeDocument/2006/relationships/customXml" Target="../ink/ink278.xml"/><Relationship Id="rId487" Type="http://schemas.openxmlformats.org/officeDocument/2006/relationships/customXml" Target="../ink/ink299.xml"/><Relationship Id="rId610" Type="http://schemas.openxmlformats.org/officeDocument/2006/relationships/image" Target="../media/image360.png"/><Relationship Id="rId652" Type="http://schemas.openxmlformats.org/officeDocument/2006/relationships/image" Target="../media/image381.png"/><Relationship Id="rId291" Type="http://schemas.openxmlformats.org/officeDocument/2006/relationships/image" Target="../media/image202.png"/><Relationship Id="rId305" Type="http://schemas.openxmlformats.org/officeDocument/2006/relationships/image" Target="../media/image209.png"/><Relationship Id="rId347" Type="http://schemas.openxmlformats.org/officeDocument/2006/relationships/image" Target="../media/image230.png"/><Relationship Id="rId512" Type="http://schemas.openxmlformats.org/officeDocument/2006/relationships/image" Target="../media/image311.png"/><Relationship Id="rId44" Type="http://schemas.openxmlformats.org/officeDocument/2006/relationships/customXml" Target="../ink/ink76.xml"/><Relationship Id="rId86" Type="http://schemas.openxmlformats.org/officeDocument/2006/relationships/customXml" Target="../ink/ink97.xml"/><Relationship Id="rId151" Type="http://schemas.openxmlformats.org/officeDocument/2006/relationships/image" Target="../media/image132.png"/><Relationship Id="rId389" Type="http://schemas.openxmlformats.org/officeDocument/2006/relationships/image" Target="../media/image251.png"/><Relationship Id="rId554" Type="http://schemas.openxmlformats.org/officeDocument/2006/relationships/image" Target="../media/image332.png"/><Relationship Id="rId596" Type="http://schemas.openxmlformats.org/officeDocument/2006/relationships/image" Target="../media/image353.png"/><Relationship Id="rId193" Type="http://schemas.openxmlformats.org/officeDocument/2006/relationships/image" Target="../media/image153.png"/><Relationship Id="rId207" Type="http://schemas.openxmlformats.org/officeDocument/2006/relationships/image" Target="../media/image160.png"/><Relationship Id="rId249" Type="http://schemas.openxmlformats.org/officeDocument/2006/relationships/image" Target="../media/image181.png"/><Relationship Id="rId414" Type="http://schemas.openxmlformats.org/officeDocument/2006/relationships/customXml" Target="../ink/ink261.xml"/><Relationship Id="rId456" Type="http://schemas.openxmlformats.org/officeDocument/2006/relationships/image" Target="../media/image283.png"/><Relationship Id="rId498" Type="http://schemas.openxmlformats.org/officeDocument/2006/relationships/image" Target="../media/image304.png"/><Relationship Id="rId621" Type="http://schemas.openxmlformats.org/officeDocument/2006/relationships/customXml" Target="../ink/ink366.xml"/><Relationship Id="rId663" Type="http://schemas.openxmlformats.org/officeDocument/2006/relationships/customXml" Target="../ink/ink387.xml"/><Relationship Id="rId13" Type="http://schemas.openxmlformats.org/officeDocument/2006/relationships/image" Target="../media/image63.png"/><Relationship Id="rId109" Type="http://schemas.openxmlformats.org/officeDocument/2006/relationships/image" Target="../media/image111.png"/><Relationship Id="rId260" Type="http://schemas.openxmlformats.org/officeDocument/2006/relationships/customXml" Target="../ink/ink184.xml"/><Relationship Id="rId316" Type="http://schemas.openxmlformats.org/officeDocument/2006/relationships/customXml" Target="../ink/ink212.xml"/><Relationship Id="rId523" Type="http://schemas.openxmlformats.org/officeDocument/2006/relationships/customXml" Target="../ink/ink317.xml"/><Relationship Id="rId55" Type="http://schemas.openxmlformats.org/officeDocument/2006/relationships/image" Target="../media/image84.png"/><Relationship Id="rId97" Type="http://schemas.openxmlformats.org/officeDocument/2006/relationships/image" Target="../media/image105.png"/><Relationship Id="rId120" Type="http://schemas.openxmlformats.org/officeDocument/2006/relationships/customXml" Target="../ink/ink114.xml"/><Relationship Id="rId358" Type="http://schemas.openxmlformats.org/officeDocument/2006/relationships/customXml" Target="../ink/ink233.xml"/><Relationship Id="rId565" Type="http://schemas.openxmlformats.org/officeDocument/2006/relationships/customXml" Target="../ink/ink338.xml"/><Relationship Id="rId162" Type="http://schemas.openxmlformats.org/officeDocument/2006/relationships/customXml" Target="../ink/ink135.xml"/><Relationship Id="rId218" Type="http://schemas.openxmlformats.org/officeDocument/2006/relationships/customXml" Target="../ink/ink163.xml"/><Relationship Id="rId425" Type="http://schemas.openxmlformats.org/officeDocument/2006/relationships/customXml" Target="../ink/ink268.xml"/><Relationship Id="rId467" Type="http://schemas.openxmlformats.org/officeDocument/2006/relationships/customXml" Target="../ink/ink289.xml"/><Relationship Id="rId632" Type="http://schemas.openxmlformats.org/officeDocument/2006/relationships/image" Target="../media/image371.png"/><Relationship Id="rId271" Type="http://schemas.openxmlformats.org/officeDocument/2006/relationships/image" Target="../media/image192.png"/><Relationship Id="rId24" Type="http://schemas.openxmlformats.org/officeDocument/2006/relationships/customXml" Target="../ink/ink66.xml"/><Relationship Id="rId66" Type="http://schemas.openxmlformats.org/officeDocument/2006/relationships/customXml" Target="../ink/ink87.xml"/><Relationship Id="rId131" Type="http://schemas.openxmlformats.org/officeDocument/2006/relationships/image" Target="../media/image122.png"/><Relationship Id="rId327" Type="http://schemas.openxmlformats.org/officeDocument/2006/relationships/image" Target="../media/image220.png"/><Relationship Id="rId369" Type="http://schemas.openxmlformats.org/officeDocument/2006/relationships/image" Target="../media/image241.png"/><Relationship Id="rId534" Type="http://schemas.openxmlformats.org/officeDocument/2006/relationships/image" Target="../media/image322.png"/><Relationship Id="rId576" Type="http://schemas.openxmlformats.org/officeDocument/2006/relationships/image" Target="../media/image343.png"/><Relationship Id="rId173" Type="http://schemas.openxmlformats.org/officeDocument/2006/relationships/image" Target="../media/image143.png"/><Relationship Id="rId229" Type="http://schemas.openxmlformats.org/officeDocument/2006/relationships/image" Target="../media/image171.png"/><Relationship Id="rId380" Type="http://schemas.openxmlformats.org/officeDocument/2006/relationships/customXml" Target="../ink/ink244.xml"/><Relationship Id="rId436" Type="http://schemas.openxmlformats.org/officeDocument/2006/relationships/image" Target="../media/image273.png"/><Relationship Id="rId601" Type="http://schemas.openxmlformats.org/officeDocument/2006/relationships/customXml" Target="../ink/ink356.xml"/><Relationship Id="rId643" Type="http://schemas.openxmlformats.org/officeDocument/2006/relationships/customXml" Target="../ink/ink377.xml"/><Relationship Id="rId240" Type="http://schemas.openxmlformats.org/officeDocument/2006/relationships/customXml" Target="../ink/ink174.xml"/><Relationship Id="rId478" Type="http://schemas.openxmlformats.org/officeDocument/2006/relationships/image" Target="../media/image294.png"/><Relationship Id="rId35" Type="http://schemas.openxmlformats.org/officeDocument/2006/relationships/image" Target="../media/image74.png"/><Relationship Id="rId77" Type="http://schemas.openxmlformats.org/officeDocument/2006/relationships/image" Target="../media/image95.png"/><Relationship Id="rId100" Type="http://schemas.openxmlformats.org/officeDocument/2006/relationships/customXml" Target="../ink/ink104.xml"/><Relationship Id="rId282" Type="http://schemas.openxmlformats.org/officeDocument/2006/relationships/customXml" Target="../ink/ink195.xml"/><Relationship Id="rId338" Type="http://schemas.openxmlformats.org/officeDocument/2006/relationships/customXml" Target="../ink/ink223.xml"/><Relationship Id="rId503" Type="http://schemas.openxmlformats.org/officeDocument/2006/relationships/customXml" Target="../ink/ink307.xml"/><Relationship Id="rId545" Type="http://schemas.openxmlformats.org/officeDocument/2006/relationships/customXml" Target="../ink/ink328.xml"/><Relationship Id="rId587" Type="http://schemas.openxmlformats.org/officeDocument/2006/relationships/customXml" Target="../ink/ink349.xml"/><Relationship Id="rId8" Type="http://schemas.openxmlformats.org/officeDocument/2006/relationships/customXml" Target="../ink/ink58.xml"/><Relationship Id="rId142" Type="http://schemas.openxmlformats.org/officeDocument/2006/relationships/customXml" Target="../ink/ink125.xml"/><Relationship Id="rId184" Type="http://schemas.openxmlformats.org/officeDocument/2006/relationships/customXml" Target="../ink/ink146.xml"/><Relationship Id="rId391" Type="http://schemas.openxmlformats.org/officeDocument/2006/relationships/image" Target="../media/image252.png"/><Relationship Id="rId405" Type="http://schemas.openxmlformats.org/officeDocument/2006/relationships/image" Target="../media/image259.png"/><Relationship Id="rId447" Type="http://schemas.openxmlformats.org/officeDocument/2006/relationships/customXml" Target="../ink/ink279.xml"/><Relationship Id="rId612" Type="http://schemas.openxmlformats.org/officeDocument/2006/relationships/image" Target="../media/image361.png"/><Relationship Id="rId251" Type="http://schemas.openxmlformats.org/officeDocument/2006/relationships/image" Target="../media/image182.png"/><Relationship Id="rId489" Type="http://schemas.openxmlformats.org/officeDocument/2006/relationships/customXml" Target="../ink/ink300.xml"/><Relationship Id="rId654" Type="http://schemas.openxmlformats.org/officeDocument/2006/relationships/image" Target="../media/image382.png"/><Relationship Id="rId46" Type="http://schemas.openxmlformats.org/officeDocument/2006/relationships/customXml" Target="../ink/ink77.xml"/><Relationship Id="rId293" Type="http://schemas.openxmlformats.org/officeDocument/2006/relationships/image" Target="../media/image203.png"/><Relationship Id="rId307" Type="http://schemas.openxmlformats.org/officeDocument/2006/relationships/image" Target="../media/image210.png"/><Relationship Id="rId349" Type="http://schemas.openxmlformats.org/officeDocument/2006/relationships/image" Target="../media/image231.png"/><Relationship Id="rId514" Type="http://schemas.openxmlformats.org/officeDocument/2006/relationships/image" Target="../media/image312.png"/><Relationship Id="rId556" Type="http://schemas.openxmlformats.org/officeDocument/2006/relationships/image" Target="../media/image333.png"/><Relationship Id="rId88" Type="http://schemas.openxmlformats.org/officeDocument/2006/relationships/customXml" Target="../ink/ink98.xml"/><Relationship Id="rId111" Type="http://schemas.openxmlformats.org/officeDocument/2006/relationships/image" Target="../media/image112.png"/><Relationship Id="rId153" Type="http://schemas.openxmlformats.org/officeDocument/2006/relationships/image" Target="../media/image133.png"/><Relationship Id="rId195" Type="http://schemas.openxmlformats.org/officeDocument/2006/relationships/image" Target="../media/image154.png"/><Relationship Id="rId209" Type="http://schemas.openxmlformats.org/officeDocument/2006/relationships/image" Target="../media/image161.png"/><Relationship Id="rId360" Type="http://schemas.openxmlformats.org/officeDocument/2006/relationships/customXml" Target="../ink/ink234.xml"/><Relationship Id="rId416" Type="http://schemas.openxmlformats.org/officeDocument/2006/relationships/image" Target="../media/image264.png"/><Relationship Id="rId598" Type="http://schemas.openxmlformats.org/officeDocument/2006/relationships/image" Target="../media/image354.png"/><Relationship Id="rId220" Type="http://schemas.openxmlformats.org/officeDocument/2006/relationships/customXml" Target="../ink/ink164.xml"/><Relationship Id="rId458" Type="http://schemas.openxmlformats.org/officeDocument/2006/relationships/image" Target="../media/image284.png"/><Relationship Id="rId623" Type="http://schemas.openxmlformats.org/officeDocument/2006/relationships/customXml" Target="../ink/ink367.xml"/><Relationship Id="rId665" Type="http://schemas.openxmlformats.org/officeDocument/2006/relationships/customXml" Target="../ink/ink388.xml"/><Relationship Id="rId15" Type="http://schemas.openxmlformats.org/officeDocument/2006/relationships/image" Target="../media/image64.png"/><Relationship Id="rId57" Type="http://schemas.openxmlformats.org/officeDocument/2006/relationships/image" Target="../media/image85.png"/><Relationship Id="rId262" Type="http://schemas.openxmlformats.org/officeDocument/2006/relationships/customXml" Target="../ink/ink185.xml"/><Relationship Id="rId318" Type="http://schemas.openxmlformats.org/officeDocument/2006/relationships/customXml" Target="../ink/ink213.xml"/><Relationship Id="rId525" Type="http://schemas.openxmlformats.org/officeDocument/2006/relationships/customXml" Target="../ink/ink318.xml"/><Relationship Id="rId567" Type="http://schemas.openxmlformats.org/officeDocument/2006/relationships/customXml" Target="../ink/ink339.xml"/><Relationship Id="rId99" Type="http://schemas.openxmlformats.org/officeDocument/2006/relationships/image" Target="../media/image106.png"/><Relationship Id="rId122" Type="http://schemas.openxmlformats.org/officeDocument/2006/relationships/customXml" Target="../ink/ink115.xml"/><Relationship Id="rId164" Type="http://schemas.openxmlformats.org/officeDocument/2006/relationships/customXml" Target="../ink/ink136.xml"/><Relationship Id="rId371" Type="http://schemas.openxmlformats.org/officeDocument/2006/relationships/image" Target="../media/image242.png"/><Relationship Id="rId427" Type="http://schemas.openxmlformats.org/officeDocument/2006/relationships/customXml" Target="../ink/ink269.xml"/><Relationship Id="rId469" Type="http://schemas.openxmlformats.org/officeDocument/2006/relationships/customXml" Target="../ink/ink290.xml"/><Relationship Id="rId634" Type="http://schemas.openxmlformats.org/officeDocument/2006/relationships/image" Target="../media/image372.png"/><Relationship Id="rId26" Type="http://schemas.openxmlformats.org/officeDocument/2006/relationships/customXml" Target="../ink/ink67.xml"/><Relationship Id="rId231" Type="http://schemas.openxmlformats.org/officeDocument/2006/relationships/image" Target="../media/image172.png"/><Relationship Id="rId273" Type="http://schemas.openxmlformats.org/officeDocument/2006/relationships/image" Target="../media/image193.png"/><Relationship Id="rId329" Type="http://schemas.openxmlformats.org/officeDocument/2006/relationships/image" Target="../media/image221.png"/><Relationship Id="rId480" Type="http://schemas.openxmlformats.org/officeDocument/2006/relationships/image" Target="../media/image295.png"/><Relationship Id="rId536" Type="http://schemas.openxmlformats.org/officeDocument/2006/relationships/image" Target="../media/image323.png"/><Relationship Id="rId68" Type="http://schemas.openxmlformats.org/officeDocument/2006/relationships/customXml" Target="../ink/ink88.xml"/><Relationship Id="rId133" Type="http://schemas.openxmlformats.org/officeDocument/2006/relationships/image" Target="../media/image123.png"/><Relationship Id="rId175" Type="http://schemas.openxmlformats.org/officeDocument/2006/relationships/image" Target="../media/image144.png"/><Relationship Id="rId340" Type="http://schemas.openxmlformats.org/officeDocument/2006/relationships/customXml" Target="../ink/ink224.xml"/><Relationship Id="rId578" Type="http://schemas.openxmlformats.org/officeDocument/2006/relationships/image" Target="../media/image344.png"/><Relationship Id="rId200" Type="http://schemas.openxmlformats.org/officeDocument/2006/relationships/customXml" Target="../ink/ink154.xml"/><Relationship Id="rId382" Type="http://schemas.openxmlformats.org/officeDocument/2006/relationships/customXml" Target="../ink/ink245.xml"/><Relationship Id="rId438" Type="http://schemas.openxmlformats.org/officeDocument/2006/relationships/image" Target="../media/image274.png"/><Relationship Id="rId603" Type="http://schemas.openxmlformats.org/officeDocument/2006/relationships/customXml" Target="../ink/ink357.xml"/><Relationship Id="rId645" Type="http://schemas.openxmlformats.org/officeDocument/2006/relationships/customXml" Target="../ink/ink378.xml"/><Relationship Id="rId242" Type="http://schemas.openxmlformats.org/officeDocument/2006/relationships/customXml" Target="../ink/ink175.xml"/><Relationship Id="rId284" Type="http://schemas.openxmlformats.org/officeDocument/2006/relationships/customXml" Target="../ink/ink196.xml"/><Relationship Id="rId491" Type="http://schemas.openxmlformats.org/officeDocument/2006/relationships/customXml" Target="../ink/ink301.xml"/><Relationship Id="rId505" Type="http://schemas.openxmlformats.org/officeDocument/2006/relationships/customXml" Target="../ink/ink308.xml"/><Relationship Id="rId37" Type="http://schemas.openxmlformats.org/officeDocument/2006/relationships/image" Target="../media/image75.png"/><Relationship Id="rId79" Type="http://schemas.openxmlformats.org/officeDocument/2006/relationships/image" Target="../media/image96.png"/><Relationship Id="rId102" Type="http://schemas.openxmlformats.org/officeDocument/2006/relationships/customXml" Target="../ink/ink105.xml"/><Relationship Id="rId144" Type="http://schemas.openxmlformats.org/officeDocument/2006/relationships/customXml" Target="../ink/ink126.xml"/><Relationship Id="rId547" Type="http://schemas.openxmlformats.org/officeDocument/2006/relationships/customXml" Target="../ink/ink329.xml"/><Relationship Id="rId589" Type="http://schemas.openxmlformats.org/officeDocument/2006/relationships/customXml" Target="../ink/ink350.xml"/><Relationship Id="rId90" Type="http://schemas.openxmlformats.org/officeDocument/2006/relationships/customXml" Target="../ink/ink99.xml"/><Relationship Id="rId186" Type="http://schemas.openxmlformats.org/officeDocument/2006/relationships/customXml" Target="../ink/ink147.xml"/><Relationship Id="rId351" Type="http://schemas.openxmlformats.org/officeDocument/2006/relationships/image" Target="../media/image232.png"/><Relationship Id="rId393" Type="http://schemas.openxmlformats.org/officeDocument/2006/relationships/image" Target="../media/image253.png"/><Relationship Id="rId407" Type="http://schemas.openxmlformats.org/officeDocument/2006/relationships/image" Target="../media/image260.png"/><Relationship Id="rId449" Type="http://schemas.openxmlformats.org/officeDocument/2006/relationships/customXml" Target="../ink/ink280.xml"/><Relationship Id="rId614" Type="http://schemas.openxmlformats.org/officeDocument/2006/relationships/image" Target="../media/image362.png"/><Relationship Id="rId656" Type="http://schemas.openxmlformats.org/officeDocument/2006/relationships/image" Target="../media/image383.png"/><Relationship Id="rId211" Type="http://schemas.openxmlformats.org/officeDocument/2006/relationships/image" Target="../media/image162.png"/><Relationship Id="rId253" Type="http://schemas.openxmlformats.org/officeDocument/2006/relationships/image" Target="../media/image183.png"/><Relationship Id="rId295" Type="http://schemas.openxmlformats.org/officeDocument/2006/relationships/image" Target="../media/image204.png"/><Relationship Id="rId309" Type="http://schemas.openxmlformats.org/officeDocument/2006/relationships/image" Target="../media/image211.png"/><Relationship Id="rId460" Type="http://schemas.openxmlformats.org/officeDocument/2006/relationships/image" Target="../media/image285.png"/><Relationship Id="rId516" Type="http://schemas.openxmlformats.org/officeDocument/2006/relationships/image" Target="../media/image313.png"/><Relationship Id="rId48" Type="http://schemas.openxmlformats.org/officeDocument/2006/relationships/customXml" Target="../ink/ink78.xml"/><Relationship Id="rId113" Type="http://schemas.openxmlformats.org/officeDocument/2006/relationships/image" Target="../media/image113.png"/><Relationship Id="rId320" Type="http://schemas.openxmlformats.org/officeDocument/2006/relationships/customXml" Target="../ink/ink214.xml"/><Relationship Id="rId558" Type="http://schemas.openxmlformats.org/officeDocument/2006/relationships/image" Target="../media/image334.png"/><Relationship Id="rId155" Type="http://schemas.openxmlformats.org/officeDocument/2006/relationships/image" Target="../media/image134.png"/><Relationship Id="rId197" Type="http://schemas.openxmlformats.org/officeDocument/2006/relationships/image" Target="../media/image155.png"/><Relationship Id="rId362" Type="http://schemas.openxmlformats.org/officeDocument/2006/relationships/customXml" Target="../ink/ink235.xml"/><Relationship Id="rId418" Type="http://schemas.openxmlformats.org/officeDocument/2006/relationships/image" Target="../media/image265.png"/><Relationship Id="rId625" Type="http://schemas.openxmlformats.org/officeDocument/2006/relationships/customXml" Target="../ink/ink368.xml"/><Relationship Id="rId222" Type="http://schemas.openxmlformats.org/officeDocument/2006/relationships/customXml" Target="../ink/ink165.xml"/><Relationship Id="rId264" Type="http://schemas.openxmlformats.org/officeDocument/2006/relationships/customXml" Target="../ink/ink186.xml"/><Relationship Id="rId471" Type="http://schemas.openxmlformats.org/officeDocument/2006/relationships/customXml" Target="../ink/ink291.xml"/><Relationship Id="rId17" Type="http://schemas.openxmlformats.org/officeDocument/2006/relationships/image" Target="../media/image65.png"/><Relationship Id="rId59" Type="http://schemas.openxmlformats.org/officeDocument/2006/relationships/image" Target="../media/image86.png"/><Relationship Id="rId124" Type="http://schemas.openxmlformats.org/officeDocument/2006/relationships/customXml" Target="../ink/ink116.xml"/><Relationship Id="rId527" Type="http://schemas.openxmlformats.org/officeDocument/2006/relationships/customXml" Target="../ink/ink319.xml"/><Relationship Id="rId569" Type="http://schemas.openxmlformats.org/officeDocument/2006/relationships/customXml" Target="../ink/ink340.xml"/><Relationship Id="rId70" Type="http://schemas.openxmlformats.org/officeDocument/2006/relationships/customXml" Target="../ink/ink89.xml"/><Relationship Id="rId166" Type="http://schemas.openxmlformats.org/officeDocument/2006/relationships/customXml" Target="../ink/ink137.xml"/><Relationship Id="rId331" Type="http://schemas.openxmlformats.org/officeDocument/2006/relationships/image" Target="../media/image222.png"/><Relationship Id="rId373" Type="http://schemas.openxmlformats.org/officeDocument/2006/relationships/image" Target="../media/image243.png"/><Relationship Id="rId429" Type="http://schemas.openxmlformats.org/officeDocument/2006/relationships/customXml" Target="../ink/ink270.xml"/><Relationship Id="rId580" Type="http://schemas.openxmlformats.org/officeDocument/2006/relationships/image" Target="../media/image345.png"/><Relationship Id="rId636" Type="http://schemas.openxmlformats.org/officeDocument/2006/relationships/image" Target="../media/image37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73.png"/><Relationship Id="rId440" Type="http://schemas.openxmlformats.org/officeDocument/2006/relationships/image" Target="../media/image275.png"/><Relationship Id="rId28" Type="http://schemas.openxmlformats.org/officeDocument/2006/relationships/customXml" Target="../ink/ink68.xml"/><Relationship Id="rId275" Type="http://schemas.openxmlformats.org/officeDocument/2006/relationships/image" Target="../media/image194.png"/><Relationship Id="rId300" Type="http://schemas.openxmlformats.org/officeDocument/2006/relationships/customXml" Target="../ink/ink204.xml"/><Relationship Id="rId482" Type="http://schemas.openxmlformats.org/officeDocument/2006/relationships/image" Target="../media/image296.png"/><Relationship Id="rId538" Type="http://schemas.openxmlformats.org/officeDocument/2006/relationships/image" Target="../media/image324.png"/><Relationship Id="rId81" Type="http://schemas.openxmlformats.org/officeDocument/2006/relationships/image" Target="../media/image97.png"/><Relationship Id="rId135" Type="http://schemas.openxmlformats.org/officeDocument/2006/relationships/image" Target="../media/image124.png"/><Relationship Id="rId177" Type="http://schemas.openxmlformats.org/officeDocument/2006/relationships/image" Target="../media/image145.png"/><Relationship Id="rId342" Type="http://schemas.openxmlformats.org/officeDocument/2006/relationships/customXml" Target="../ink/ink225.xml"/><Relationship Id="rId384" Type="http://schemas.openxmlformats.org/officeDocument/2006/relationships/customXml" Target="../ink/ink246.xml"/><Relationship Id="rId591" Type="http://schemas.openxmlformats.org/officeDocument/2006/relationships/customXml" Target="../ink/ink351.xml"/><Relationship Id="rId605" Type="http://schemas.openxmlformats.org/officeDocument/2006/relationships/customXml" Target="../ink/ink358.xml"/><Relationship Id="rId202" Type="http://schemas.openxmlformats.org/officeDocument/2006/relationships/customXml" Target="../ink/ink155.xml"/><Relationship Id="rId244" Type="http://schemas.openxmlformats.org/officeDocument/2006/relationships/customXml" Target="../ink/ink176.xml"/><Relationship Id="rId647" Type="http://schemas.openxmlformats.org/officeDocument/2006/relationships/customXml" Target="../ink/ink379.xml"/><Relationship Id="rId39" Type="http://schemas.openxmlformats.org/officeDocument/2006/relationships/image" Target="../media/image76.png"/><Relationship Id="rId286" Type="http://schemas.openxmlformats.org/officeDocument/2006/relationships/customXml" Target="../ink/ink197.xml"/><Relationship Id="rId451" Type="http://schemas.openxmlformats.org/officeDocument/2006/relationships/customXml" Target="../ink/ink281.xml"/><Relationship Id="rId493" Type="http://schemas.openxmlformats.org/officeDocument/2006/relationships/customXml" Target="../ink/ink302.xml"/><Relationship Id="rId507" Type="http://schemas.openxmlformats.org/officeDocument/2006/relationships/customXml" Target="../ink/ink309.xml"/><Relationship Id="rId549" Type="http://schemas.openxmlformats.org/officeDocument/2006/relationships/customXml" Target="../ink/ink330.xml"/><Relationship Id="rId50" Type="http://schemas.openxmlformats.org/officeDocument/2006/relationships/customXml" Target="../ink/ink79.xml"/><Relationship Id="rId104" Type="http://schemas.openxmlformats.org/officeDocument/2006/relationships/customXml" Target="../ink/ink106.xml"/><Relationship Id="rId146" Type="http://schemas.openxmlformats.org/officeDocument/2006/relationships/customXml" Target="../ink/ink127.xml"/><Relationship Id="rId188" Type="http://schemas.openxmlformats.org/officeDocument/2006/relationships/customXml" Target="../ink/ink148.xml"/><Relationship Id="rId311" Type="http://schemas.openxmlformats.org/officeDocument/2006/relationships/image" Target="../media/image212.png"/><Relationship Id="rId353" Type="http://schemas.openxmlformats.org/officeDocument/2006/relationships/image" Target="../media/image233.png"/><Relationship Id="rId395" Type="http://schemas.openxmlformats.org/officeDocument/2006/relationships/image" Target="../media/image254.png"/><Relationship Id="rId409" Type="http://schemas.openxmlformats.org/officeDocument/2006/relationships/image" Target="../media/image261.png"/><Relationship Id="rId560" Type="http://schemas.openxmlformats.org/officeDocument/2006/relationships/image" Target="../media/image335.png"/><Relationship Id="rId92" Type="http://schemas.openxmlformats.org/officeDocument/2006/relationships/customXml" Target="../ink/ink100.xml"/><Relationship Id="rId213" Type="http://schemas.openxmlformats.org/officeDocument/2006/relationships/image" Target="../media/image163.png"/><Relationship Id="rId420" Type="http://schemas.openxmlformats.org/officeDocument/2006/relationships/image" Target="../media/image266.png"/><Relationship Id="rId616" Type="http://schemas.openxmlformats.org/officeDocument/2006/relationships/image" Target="../media/image363.png"/><Relationship Id="rId658" Type="http://schemas.openxmlformats.org/officeDocument/2006/relationships/image" Target="../media/image384.png"/><Relationship Id="rId255" Type="http://schemas.openxmlformats.org/officeDocument/2006/relationships/image" Target="../media/image184.png"/><Relationship Id="rId297" Type="http://schemas.openxmlformats.org/officeDocument/2006/relationships/image" Target="../media/image205.png"/><Relationship Id="rId462" Type="http://schemas.openxmlformats.org/officeDocument/2006/relationships/image" Target="../media/image286.png"/><Relationship Id="rId518" Type="http://schemas.openxmlformats.org/officeDocument/2006/relationships/image" Target="../media/image314.png"/><Relationship Id="rId115" Type="http://schemas.openxmlformats.org/officeDocument/2006/relationships/image" Target="../media/image114.png"/><Relationship Id="rId157" Type="http://schemas.openxmlformats.org/officeDocument/2006/relationships/image" Target="../media/image135.png"/><Relationship Id="rId322" Type="http://schemas.openxmlformats.org/officeDocument/2006/relationships/customXml" Target="../ink/ink215.xml"/><Relationship Id="rId364" Type="http://schemas.openxmlformats.org/officeDocument/2006/relationships/customXml" Target="../ink/ink236.xml"/><Relationship Id="rId61" Type="http://schemas.openxmlformats.org/officeDocument/2006/relationships/image" Target="../media/image87.png"/><Relationship Id="rId199" Type="http://schemas.openxmlformats.org/officeDocument/2006/relationships/image" Target="../media/image156.png"/><Relationship Id="rId571" Type="http://schemas.openxmlformats.org/officeDocument/2006/relationships/customXml" Target="../ink/ink341.xml"/><Relationship Id="rId627" Type="http://schemas.openxmlformats.org/officeDocument/2006/relationships/customXml" Target="../ink/ink369.xml"/><Relationship Id="rId19" Type="http://schemas.openxmlformats.org/officeDocument/2006/relationships/image" Target="../media/image66.png"/><Relationship Id="rId224" Type="http://schemas.openxmlformats.org/officeDocument/2006/relationships/customXml" Target="../ink/ink166.xml"/><Relationship Id="rId266" Type="http://schemas.openxmlformats.org/officeDocument/2006/relationships/customXml" Target="../ink/ink187.xml"/><Relationship Id="rId431" Type="http://schemas.openxmlformats.org/officeDocument/2006/relationships/customXml" Target="../ink/ink271.xml"/><Relationship Id="rId473" Type="http://schemas.openxmlformats.org/officeDocument/2006/relationships/customXml" Target="../ink/ink292.xml"/><Relationship Id="rId529" Type="http://schemas.openxmlformats.org/officeDocument/2006/relationships/customXml" Target="../ink/ink320.xml"/><Relationship Id="rId30" Type="http://schemas.openxmlformats.org/officeDocument/2006/relationships/customXml" Target="../ink/ink69.xml"/><Relationship Id="rId126" Type="http://schemas.openxmlformats.org/officeDocument/2006/relationships/customXml" Target="../ink/ink117.xml"/><Relationship Id="rId168" Type="http://schemas.openxmlformats.org/officeDocument/2006/relationships/customXml" Target="../ink/ink138.xml"/><Relationship Id="rId333" Type="http://schemas.openxmlformats.org/officeDocument/2006/relationships/image" Target="../media/image223.png"/><Relationship Id="rId540" Type="http://schemas.openxmlformats.org/officeDocument/2006/relationships/image" Target="../media/image325.png"/><Relationship Id="rId72" Type="http://schemas.openxmlformats.org/officeDocument/2006/relationships/customXml" Target="../ink/ink90.xml"/><Relationship Id="rId375" Type="http://schemas.openxmlformats.org/officeDocument/2006/relationships/image" Target="../media/image244.png"/><Relationship Id="rId582" Type="http://schemas.openxmlformats.org/officeDocument/2006/relationships/image" Target="../media/image346.png"/><Relationship Id="rId638" Type="http://schemas.openxmlformats.org/officeDocument/2006/relationships/image" Target="../media/image374.png"/><Relationship Id="rId3" Type="http://schemas.openxmlformats.org/officeDocument/2006/relationships/image" Target="../media/image58.png"/><Relationship Id="rId235" Type="http://schemas.openxmlformats.org/officeDocument/2006/relationships/image" Target="../media/image174.png"/><Relationship Id="rId277" Type="http://schemas.openxmlformats.org/officeDocument/2006/relationships/image" Target="../media/image195.png"/><Relationship Id="rId400" Type="http://schemas.openxmlformats.org/officeDocument/2006/relationships/customXml" Target="../ink/ink254.xml"/><Relationship Id="rId442" Type="http://schemas.openxmlformats.org/officeDocument/2006/relationships/image" Target="../media/image276.png"/><Relationship Id="rId484" Type="http://schemas.openxmlformats.org/officeDocument/2006/relationships/image" Target="../media/image297.png"/><Relationship Id="rId137" Type="http://schemas.openxmlformats.org/officeDocument/2006/relationships/image" Target="../media/image125.png"/><Relationship Id="rId302" Type="http://schemas.openxmlformats.org/officeDocument/2006/relationships/customXml" Target="../ink/ink205.xml"/><Relationship Id="rId344" Type="http://schemas.openxmlformats.org/officeDocument/2006/relationships/customXml" Target="../ink/ink226.xml"/><Relationship Id="rId41" Type="http://schemas.openxmlformats.org/officeDocument/2006/relationships/image" Target="../media/image77.png"/><Relationship Id="rId83" Type="http://schemas.openxmlformats.org/officeDocument/2006/relationships/image" Target="../media/image98.png"/><Relationship Id="rId179" Type="http://schemas.openxmlformats.org/officeDocument/2006/relationships/image" Target="../media/image146.png"/><Relationship Id="rId386" Type="http://schemas.openxmlformats.org/officeDocument/2006/relationships/customXml" Target="../ink/ink247.xml"/><Relationship Id="rId551" Type="http://schemas.openxmlformats.org/officeDocument/2006/relationships/customXml" Target="../ink/ink331.xml"/><Relationship Id="rId593" Type="http://schemas.openxmlformats.org/officeDocument/2006/relationships/customXml" Target="../ink/ink352.xml"/><Relationship Id="rId607" Type="http://schemas.openxmlformats.org/officeDocument/2006/relationships/customXml" Target="../ink/ink359.xml"/><Relationship Id="rId649" Type="http://schemas.openxmlformats.org/officeDocument/2006/relationships/customXml" Target="../ink/ink380.xml"/><Relationship Id="rId190" Type="http://schemas.openxmlformats.org/officeDocument/2006/relationships/customXml" Target="../ink/ink149.xml"/><Relationship Id="rId204" Type="http://schemas.openxmlformats.org/officeDocument/2006/relationships/customXml" Target="../ink/ink156.xml"/><Relationship Id="rId246" Type="http://schemas.openxmlformats.org/officeDocument/2006/relationships/customXml" Target="../ink/ink177.xml"/><Relationship Id="rId288" Type="http://schemas.openxmlformats.org/officeDocument/2006/relationships/customXml" Target="../ink/ink198.xml"/><Relationship Id="rId411" Type="http://schemas.openxmlformats.org/officeDocument/2006/relationships/image" Target="../media/image262.png"/><Relationship Id="rId453" Type="http://schemas.openxmlformats.org/officeDocument/2006/relationships/customXml" Target="../ink/ink282.xml"/><Relationship Id="rId509" Type="http://schemas.openxmlformats.org/officeDocument/2006/relationships/customXml" Target="../ink/ink310.xml"/><Relationship Id="rId660" Type="http://schemas.openxmlformats.org/officeDocument/2006/relationships/image" Target="../media/image385.png"/><Relationship Id="rId106" Type="http://schemas.openxmlformats.org/officeDocument/2006/relationships/customXml" Target="../ink/ink107.xml"/><Relationship Id="rId313" Type="http://schemas.openxmlformats.org/officeDocument/2006/relationships/image" Target="../media/image213.png"/><Relationship Id="rId495" Type="http://schemas.openxmlformats.org/officeDocument/2006/relationships/customXml" Target="../ink/ink303.xml"/><Relationship Id="rId10" Type="http://schemas.openxmlformats.org/officeDocument/2006/relationships/customXml" Target="../ink/ink59.xml"/><Relationship Id="rId52" Type="http://schemas.openxmlformats.org/officeDocument/2006/relationships/customXml" Target="../ink/ink80.xml"/><Relationship Id="rId94" Type="http://schemas.openxmlformats.org/officeDocument/2006/relationships/customXml" Target="../ink/ink101.xml"/><Relationship Id="rId148" Type="http://schemas.openxmlformats.org/officeDocument/2006/relationships/customXml" Target="../ink/ink128.xml"/><Relationship Id="rId355" Type="http://schemas.openxmlformats.org/officeDocument/2006/relationships/image" Target="../media/image234.png"/><Relationship Id="rId397" Type="http://schemas.openxmlformats.org/officeDocument/2006/relationships/image" Target="../media/image255.png"/><Relationship Id="rId520" Type="http://schemas.openxmlformats.org/officeDocument/2006/relationships/image" Target="../media/image315.png"/><Relationship Id="rId562" Type="http://schemas.openxmlformats.org/officeDocument/2006/relationships/image" Target="../media/image336.png"/><Relationship Id="rId618" Type="http://schemas.openxmlformats.org/officeDocument/2006/relationships/image" Target="../media/image364.png"/><Relationship Id="rId215" Type="http://schemas.openxmlformats.org/officeDocument/2006/relationships/image" Target="../media/image164.png"/><Relationship Id="rId257" Type="http://schemas.openxmlformats.org/officeDocument/2006/relationships/image" Target="../media/image185.png"/><Relationship Id="rId422" Type="http://schemas.openxmlformats.org/officeDocument/2006/relationships/image" Target="../media/image267.png"/><Relationship Id="rId464" Type="http://schemas.openxmlformats.org/officeDocument/2006/relationships/image" Target="../media/image287.png"/><Relationship Id="rId299" Type="http://schemas.openxmlformats.org/officeDocument/2006/relationships/image" Target="../media/image206.png"/><Relationship Id="rId63" Type="http://schemas.openxmlformats.org/officeDocument/2006/relationships/image" Target="../media/image88.png"/><Relationship Id="rId159" Type="http://schemas.openxmlformats.org/officeDocument/2006/relationships/image" Target="../media/image136.png"/><Relationship Id="rId366" Type="http://schemas.openxmlformats.org/officeDocument/2006/relationships/customXml" Target="../ink/ink237.xml"/><Relationship Id="rId573" Type="http://schemas.openxmlformats.org/officeDocument/2006/relationships/customXml" Target="../ink/ink342.xml"/><Relationship Id="rId226" Type="http://schemas.openxmlformats.org/officeDocument/2006/relationships/customXml" Target="../ink/ink167.xml"/><Relationship Id="rId433" Type="http://schemas.openxmlformats.org/officeDocument/2006/relationships/customXml" Target="../ink/ink272.xml"/><Relationship Id="rId640" Type="http://schemas.openxmlformats.org/officeDocument/2006/relationships/image" Target="../media/image375.png"/><Relationship Id="rId74" Type="http://schemas.openxmlformats.org/officeDocument/2006/relationships/customXml" Target="../ink/ink91.xml"/><Relationship Id="rId377" Type="http://schemas.openxmlformats.org/officeDocument/2006/relationships/image" Target="../media/image245.png"/><Relationship Id="rId500" Type="http://schemas.openxmlformats.org/officeDocument/2006/relationships/image" Target="../media/image305.png"/><Relationship Id="rId584" Type="http://schemas.openxmlformats.org/officeDocument/2006/relationships/image" Target="../media/image347.png"/><Relationship Id="rId5" Type="http://schemas.openxmlformats.org/officeDocument/2006/relationships/image" Target="../media/image59.png"/><Relationship Id="rId237" Type="http://schemas.openxmlformats.org/officeDocument/2006/relationships/image" Target="../media/image175.png"/><Relationship Id="rId444" Type="http://schemas.openxmlformats.org/officeDocument/2006/relationships/image" Target="../media/image277.png"/><Relationship Id="rId651" Type="http://schemas.openxmlformats.org/officeDocument/2006/relationships/customXml" Target="../ink/ink381.xml"/><Relationship Id="rId290" Type="http://schemas.openxmlformats.org/officeDocument/2006/relationships/customXml" Target="../ink/ink199.xml"/><Relationship Id="rId304" Type="http://schemas.openxmlformats.org/officeDocument/2006/relationships/customXml" Target="../ink/ink206.xml"/><Relationship Id="rId388" Type="http://schemas.openxmlformats.org/officeDocument/2006/relationships/customXml" Target="../ink/ink248.xml"/><Relationship Id="rId511" Type="http://schemas.openxmlformats.org/officeDocument/2006/relationships/customXml" Target="../ink/ink311.xml"/><Relationship Id="rId609" Type="http://schemas.openxmlformats.org/officeDocument/2006/relationships/customXml" Target="../ink/ink360.xml"/><Relationship Id="rId85" Type="http://schemas.openxmlformats.org/officeDocument/2006/relationships/image" Target="../media/image99.png"/><Relationship Id="rId150" Type="http://schemas.openxmlformats.org/officeDocument/2006/relationships/customXml" Target="../ink/ink129.xml"/><Relationship Id="rId595" Type="http://schemas.openxmlformats.org/officeDocument/2006/relationships/customXml" Target="../ink/ink353.xml"/><Relationship Id="rId248" Type="http://schemas.openxmlformats.org/officeDocument/2006/relationships/customXml" Target="../ink/ink178.xml"/><Relationship Id="rId455" Type="http://schemas.openxmlformats.org/officeDocument/2006/relationships/customXml" Target="../ink/ink283.xml"/><Relationship Id="rId662" Type="http://schemas.openxmlformats.org/officeDocument/2006/relationships/image" Target="../media/image386.png"/><Relationship Id="rId12" Type="http://schemas.openxmlformats.org/officeDocument/2006/relationships/customXml" Target="../ink/ink60.xml"/><Relationship Id="rId108" Type="http://schemas.openxmlformats.org/officeDocument/2006/relationships/customXml" Target="../ink/ink108.xml"/><Relationship Id="rId315" Type="http://schemas.openxmlformats.org/officeDocument/2006/relationships/image" Target="../media/image214.png"/><Relationship Id="rId522" Type="http://schemas.openxmlformats.org/officeDocument/2006/relationships/image" Target="../media/image316.png"/><Relationship Id="rId96" Type="http://schemas.openxmlformats.org/officeDocument/2006/relationships/customXml" Target="../ink/ink102.xml"/><Relationship Id="rId161" Type="http://schemas.openxmlformats.org/officeDocument/2006/relationships/image" Target="../media/image137.png"/><Relationship Id="rId399" Type="http://schemas.openxmlformats.org/officeDocument/2006/relationships/image" Target="../media/image256.png"/><Relationship Id="rId259" Type="http://schemas.openxmlformats.org/officeDocument/2006/relationships/image" Target="../media/image186.png"/><Relationship Id="rId466" Type="http://schemas.openxmlformats.org/officeDocument/2006/relationships/image" Target="../media/image288.png"/><Relationship Id="rId23" Type="http://schemas.openxmlformats.org/officeDocument/2006/relationships/image" Target="../media/image68.png"/><Relationship Id="rId119" Type="http://schemas.openxmlformats.org/officeDocument/2006/relationships/image" Target="../media/image116.png"/><Relationship Id="rId326" Type="http://schemas.openxmlformats.org/officeDocument/2006/relationships/customXml" Target="../ink/ink217.xml"/><Relationship Id="rId533" Type="http://schemas.openxmlformats.org/officeDocument/2006/relationships/customXml" Target="../ink/ink322.xml"/><Relationship Id="rId172" Type="http://schemas.openxmlformats.org/officeDocument/2006/relationships/customXml" Target="../ink/ink140.xml"/><Relationship Id="rId477" Type="http://schemas.openxmlformats.org/officeDocument/2006/relationships/customXml" Target="../ink/ink294.xml"/><Relationship Id="rId600" Type="http://schemas.openxmlformats.org/officeDocument/2006/relationships/image" Target="../media/image355.png"/><Relationship Id="rId337" Type="http://schemas.openxmlformats.org/officeDocument/2006/relationships/image" Target="../media/image225.png"/><Relationship Id="rId34" Type="http://schemas.openxmlformats.org/officeDocument/2006/relationships/customXml" Target="../ink/ink71.xml"/><Relationship Id="rId544" Type="http://schemas.openxmlformats.org/officeDocument/2006/relationships/image" Target="../media/image327.png"/><Relationship Id="rId183" Type="http://schemas.openxmlformats.org/officeDocument/2006/relationships/image" Target="../media/image148.png"/><Relationship Id="rId390" Type="http://schemas.openxmlformats.org/officeDocument/2006/relationships/customXml" Target="../ink/ink249.xml"/><Relationship Id="rId404" Type="http://schemas.openxmlformats.org/officeDocument/2006/relationships/customXml" Target="../ink/ink256.xml"/><Relationship Id="rId611" Type="http://schemas.openxmlformats.org/officeDocument/2006/relationships/customXml" Target="../ink/ink361.xml"/><Relationship Id="rId250" Type="http://schemas.openxmlformats.org/officeDocument/2006/relationships/customXml" Target="../ink/ink179.xml"/><Relationship Id="rId488" Type="http://schemas.openxmlformats.org/officeDocument/2006/relationships/image" Target="../media/image299.png"/><Relationship Id="rId45" Type="http://schemas.openxmlformats.org/officeDocument/2006/relationships/image" Target="../media/image79.png"/><Relationship Id="rId110" Type="http://schemas.openxmlformats.org/officeDocument/2006/relationships/customXml" Target="../ink/ink109.xml"/><Relationship Id="rId348" Type="http://schemas.openxmlformats.org/officeDocument/2006/relationships/customXml" Target="../ink/ink228.xml"/><Relationship Id="rId555" Type="http://schemas.openxmlformats.org/officeDocument/2006/relationships/customXml" Target="../ink/ink333.xml"/><Relationship Id="rId194" Type="http://schemas.openxmlformats.org/officeDocument/2006/relationships/customXml" Target="../ink/ink151.xml"/><Relationship Id="rId208" Type="http://schemas.openxmlformats.org/officeDocument/2006/relationships/customXml" Target="../ink/ink158.xml"/><Relationship Id="rId415" Type="http://schemas.openxmlformats.org/officeDocument/2006/relationships/customXml" Target="../ink/ink262.xml"/><Relationship Id="rId622" Type="http://schemas.openxmlformats.org/officeDocument/2006/relationships/image" Target="../media/image366.png"/><Relationship Id="rId261" Type="http://schemas.openxmlformats.org/officeDocument/2006/relationships/image" Target="../media/image187.png"/><Relationship Id="rId499" Type="http://schemas.openxmlformats.org/officeDocument/2006/relationships/customXml" Target="../ink/ink305.xml"/><Relationship Id="rId56" Type="http://schemas.openxmlformats.org/officeDocument/2006/relationships/customXml" Target="../ink/ink82.xml"/><Relationship Id="rId359" Type="http://schemas.openxmlformats.org/officeDocument/2006/relationships/image" Target="../media/image236.png"/><Relationship Id="rId566" Type="http://schemas.openxmlformats.org/officeDocument/2006/relationships/image" Target="../media/image338.png"/><Relationship Id="rId121" Type="http://schemas.openxmlformats.org/officeDocument/2006/relationships/image" Target="../media/image117.png"/><Relationship Id="rId219" Type="http://schemas.openxmlformats.org/officeDocument/2006/relationships/image" Target="../media/image166.png"/><Relationship Id="rId426" Type="http://schemas.openxmlformats.org/officeDocument/2006/relationships/image" Target="../media/image268.png"/><Relationship Id="rId633" Type="http://schemas.openxmlformats.org/officeDocument/2006/relationships/customXml" Target="../ink/ink372.xml"/><Relationship Id="rId67" Type="http://schemas.openxmlformats.org/officeDocument/2006/relationships/image" Target="../media/image90.png"/><Relationship Id="rId272" Type="http://schemas.openxmlformats.org/officeDocument/2006/relationships/customXml" Target="../ink/ink190.xml"/><Relationship Id="rId577" Type="http://schemas.openxmlformats.org/officeDocument/2006/relationships/customXml" Target="../ink/ink344.xml"/><Relationship Id="rId132" Type="http://schemas.openxmlformats.org/officeDocument/2006/relationships/customXml" Target="../ink/ink120.xml"/><Relationship Id="rId437" Type="http://schemas.openxmlformats.org/officeDocument/2006/relationships/customXml" Target="../ink/ink274.xml"/><Relationship Id="rId644" Type="http://schemas.openxmlformats.org/officeDocument/2006/relationships/image" Target="../media/image377.png"/><Relationship Id="rId283" Type="http://schemas.openxmlformats.org/officeDocument/2006/relationships/image" Target="../media/image198.png"/><Relationship Id="rId490" Type="http://schemas.openxmlformats.org/officeDocument/2006/relationships/image" Target="../media/image300.png"/><Relationship Id="rId504" Type="http://schemas.openxmlformats.org/officeDocument/2006/relationships/image" Target="../media/image307.png"/><Relationship Id="rId78" Type="http://schemas.openxmlformats.org/officeDocument/2006/relationships/customXml" Target="../ink/ink93.xml"/><Relationship Id="rId143" Type="http://schemas.openxmlformats.org/officeDocument/2006/relationships/image" Target="../media/image128.png"/><Relationship Id="rId350" Type="http://schemas.openxmlformats.org/officeDocument/2006/relationships/customXml" Target="../ink/ink229.xml"/><Relationship Id="rId588" Type="http://schemas.openxmlformats.org/officeDocument/2006/relationships/image" Target="../media/image349.png"/><Relationship Id="rId9" Type="http://schemas.openxmlformats.org/officeDocument/2006/relationships/image" Target="../media/image61.png"/><Relationship Id="rId210" Type="http://schemas.openxmlformats.org/officeDocument/2006/relationships/customXml" Target="../ink/ink159.xml"/><Relationship Id="rId448" Type="http://schemas.openxmlformats.org/officeDocument/2006/relationships/image" Target="../media/image279.png"/><Relationship Id="rId655" Type="http://schemas.openxmlformats.org/officeDocument/2006/relationships/customXml" Target="../ink/ink383.xml"/><Relationship Id="rId294" Type="http://schemas.openxmlformats.org/officeDocument/2006/relationships/customXml" Target="../ink/ink201.xml"/><Relationship Id="rId308" Type="http://schemas.openxmlformats.org/officeDocument/2006/relationships/customXml" Target="../ink/ink208.xml"/><Relationship Id="rId515" Type="http://schemas.openxmlformats.org/officeDocument/2006/relationships/customXml" Target="../ink/ink313.xml"/><Relationship Id="rId89" Type="http://schemas.openxmlformats.org/officeDocument/2006/relationships/image" Target="../media/image101.png"/><Relationship Id="rId154" Type="http://schemas.openxmlformats.org/officeDocument/2006/relationships/customXml" Target="../ink/ink131.xml"/><Relationship Id="rId361" Type="http://schemas.openxmlformats.org/officeDocument/2006/relationships/image" Target="../media/image237.png"/><Relationship Id="rId599" Type="http://schemas.openxmlformats.org/officeDocument/2006/relationships/customXml" Target="../ink/ink355.xml"/><Relationship Id="rId459" Type="http://schemas.openxmlformats.org/officeDocument/2006/relationships/customXml" Target="../ink/ink285.xml"/><Relationship Id="rId666" Type="http://schemas.openxmlformats.org/officeDocument/2006/relationships/image" Target="../media/image388.png"/><Relationship Id="rId16" Type="http://schemas.openxmlformats.org/officeDocument/2006/relationships/customXml" Target="../ink/ink62.xml"/><Relationship Id="rId221" Type="http://schemas.openxmlformats.org/officeDocument/2006/relationships/image" Target="../media/image167.png"/><Relationship Id="rId319" Type="http://schemas.openxmlformats.org/officeDocument/2006/relationships/image" Target="../media/image216.png"/><Relationship Id="rId526" Type="http://schemas.openxmlformats.org/officeDocument/2006/relationships/image" Target="../media/image318.png"/><Relationship Id="rId165" Type="http://schemas.openxmlformats.org/officeDocument/2006/relationships/image" Target="../media/image139.png"/><Relationship Id="rId372" Type="http://schemas.openxmlformats.org/officeDocument/2006/relationships/customXml" Target="../ink/ink240.xml"/><Relationship Id="rId232" Type="http://schemas.openxmlformats.org/officeDocument/2006/relationships/customXml" Target="../ink/ink17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4.xml"/><Relationship Id="rId18" Type="http://schemas.openxmlformats.org/officeDocument/2006/relationships/image" Target="../media/image397.png"/><Relationship Id="rId26" Type="http://schemas.openxmlformats.org/officeDocument/2006/relationships/image" Target="../media/image401.png"/><Relationship Id="rId39" Type="http://schemas.openxmlformats.org/officeDocument/2006/relationships/customXml" Target="../ink/ink407.xml"/><Relationship Id="rId21" Type="http://schemas.openxmlformats.org/officeDocument/2006/relationships/customXml" Target="../ink/ink398.xml"/><Relationship Id="rId34" Type="http://schemas.openxmlformats.org/officeDocument/2006/relationships/image" Target="../media/image405.png"/><Relationship Id="rId42" Type="http://schemas.openxmlformats.org/officeDocument/2006/relationships/image" Target="../media/image409.png"/><Relationship Id="rId47" Type="http://schemas.openxmlformats.org/officeDocument/2006/relationships/customXml" Target="../ink/ink411.xml"/><Relationship Id="rId50" Type="http://schemas.openxmlformats.org/officeDocument/2006/relationships/image" Target="../media/image413.png"/><Relationship Id="rId55" Type="http://schemas.openxmlformats.org/officeDocument/2006/relationships/customXml" Target="../ink/ink415.xml"/><Relationship Id="rId63" Type="http://schemas.openxmlformats.org/officeDocument/2006/relationships/customXml" Target="../ink/ink419.xml"/><Relationship Id="rId7" Type="http://schemas.openxmlformats.org/officeDocument/2006/relationships/customXml" Target="../ink/ink391.xml"/><Relationship Id="rId2" Type="http://schemas.openxmlformats.org/officeDocument/2006/relationships/image" Target="../media/image389.png"/><Relationship Id="rId16" Type="http://schemas.openxmlformats.org/officeDocument/2006/relationships/image" Target="../media/image396.png"/><Relationship Id="rId29" Type="http://schemas.openxmlformats.org/officeDocument/2006/relationships/customXml" Target="../ink/ink402.xml"/><Relationship Id="rId11" Type="http://schemas.openxmlformats.org/officeDocument/2006/relationships/customXml" Target="../ink/ink393.xml"/><Relationship Id="rId24" Type="http://schemas.openxmlformats.org/officeDocument/2006/relationships/image" Target="../media/image400.png"/><Relationship Id="rId32" Type="http://schemas.openxmlformats.org/officeDocument/2006/relationships/image" Target="../media/image404.png"/><Relationship Id="rId37" Type="http://schemas.openxmlformats.org/officeDocument/2006/relationships/customXml" Target="../ink/ink406.xml"/><Relationship Id="rId40" Type="http://schemas.openxmlformats.org/officeDocument/2006/relationships/image" Target="../media/image408.png"/><Relationship Id="rId45" Type="http://schemas.openxmlformats.org/officeDocument/2006/relationships/customXml" Target="../ink/ink410.xml"/><Relationship Id="rId53" Type="http://schemas.openxmlformats.org/officeDocument/2006/relationships/customXml" Target="../ink/ink414.xml"/><Relationship Id="rId58" Type="http://schemas.openxmlformats.org/officeDocument/2006/relationships/image" Target="../media/image417.png"/><Relationship Id="rId5" Type="http://schemas.openxmlformats.org/officeDocument/2006/relationships/customXml" Target="../ink/ink390.xml"/><Relationship Id="rId61" Type="http://schemas.openxmlformats.org/officeDocument/2006/relationships/customXml" Target="../ink/ink418.xml"/><Relationship Id="rId19" Type="http://schemas.openxmlformats.org/officeDocument/2006/relationships/customXml" Target="../ink/ink397.xml"/><Relationship Id="rId14" Type="http://schemas.openxmlformats.org/officeDocument/2006/relationships/image" Target="../media/image395.png"/><Relationship Id="rId22" Type="http://schemas.openxmlformats.org/officeDocument/2006/relationships/image" Target="../media/image399.png"/><Relationship Id="rId27" Type="http://schemas.openxmlformats.org/officeDocument/2006/relationships/customXml" Target="../ink/ink401.xml"/><Relationship Id="rId30" Type="http://schemas.openxmlformats.org/officeDocument/2006/relationships/image" Target="../media/image403.png"/><Relationship Id="rId35" Type="http://schemas.openxmlformats.org/officeDocument/2006/relationships/customXml" Target="../ink/ink405.xml"/><Relationship Id="rId43" Type="http://schemas.openxmlformats.org/officeDocument/2006/relationships/customXml" Target="../ink/ink409.xml"/><Relationship Id="rId48" Type="http://schemas.openxmlformats.org/officeDocument/2006/relationships/image" Target="../media/image412.png"/><Relationship Id="rId56" Type="http://schemas.openxmlformats.org/officeDocument/2006/relationships/image" Target="../media/image416.png"/><Relationship Id="rId64" Type="http://schemas.openxmlformats.org/officeDocument/2006/relationships/image" Target="../media/image420.png"/><Relationship Id="rId8" Type="http://schemas.openxmlformats.org/officeDocument/2006/relationships/image" Target="../media/image392.png"/><Relationship Id="rId51" Type="http://schemas.openxmlformats.org/officeDocument/2006/relationships/customXml" Target="../ink/ink413.xml"/><Relationship Id="rId3" Type="http://schemas.openxmlformats.org/officeDocument/2006/relationships/customXml" Target="../ink/ink389.xml"/><Relationship Id="rId12" Type="http://schemas.openxmlformats.org/officeDocument/2006/relationships/image" Target="../media/image394.png"/><Relationship Id="rId17" Type="http://schemas.openxmlformats.org/officeDocument/2006/relationships/customXml" Target="../ink/ink396.xml"/><Relationship Id="rId25" Type="http://schemas.openxmlformats.org/officeDocument/2006/relationships/customXml" Target="../ink/ink400.xml"/><Relationship Id="rId33" Type="http://schemas.openxmlformats.org/officeDocument/2006/relationships/customXml" Target="../ink/ink404.xml"/><Relationship Id="rId38" Type="http://schemas.openxmlformats.org/officeDocument/2006/relationships/image" Target="../media/image407.png"/><Relationship Id="rId46" Type="http://schemas.openxmlformats.org/officeDocument/2006/relationships/image" Target="../media/image411.png"/><Relationship Id="rId59" Type="http://schemas.openxmlformats.org/officeDocument/2006/relationships/customXml" Target="../ink/ink417.xml"/><Relationship Id="rId20" Type="http://schemas.openxmlformats.org/officeDocument/2006/relationships/image" Target="../media/image398.png"/><Relationship Id="rId41" Type="http://schemas.openxmlformats.org/officeDocument/2006/relationships/customXml" Target="../ink/ink408.xml"/><Relationship Id="rId54" Type="http://schemas.openxmlformats.org/officeDocument/2006/relationships/image" Target="../media/image415.png"/><Relationship Id="rId62" Type="http://schemas.openxmlformats.org/officeDocument/2006/relationships/image" Target="../media/image4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1.png"/><Relationship Id="rId15" Type="http://schemas.openxmlformats.org/officeDocument/2006/relationships/customXml" Target="../ink/ink395.xml"/><Relationship Id="rId23" Type="http://schemas.openxmlformats.org/officeDocument/2006/relationships/customXml" Target="../ink/ink399.xml"/><Relationship Id="rId28" Type="http://schemas.openxmlformats.org/officeDocument/2006/relationships/image" Target="../media/image402.png"/><Relationship Id="rId36" Type="http://schemas.openxmlformats.org/officeDocument/2006/relationships/image" Target="../media/image406.png"/><Relationship Id="rId49" Type="http://schemas.openxmlformats.org/officeDocument/2006/relationships/customXml" Target="../ink/ink412.xml"/><Relationship Id="rId57" Type="http://schemas.openxmlformats.org/officeDocument/2006/relationships/customXml" Target="../ink/ink416.xml"/><Relationship Id="rId10" Type="http://schemas.openxmlformats.org/officeDocument/2006/relationships/image" Target="../media/image393.png"/><Relationship Id="rId31" Type="http://schemas.openxmlformats.org/officeDocument/2006/relationships/customXml" Target="../ink/ink403.xml"/><Relationship Id="rId44" Type="http://schemas.openxmlformats.org/officeDocument/2006/relationships/image" Target="../media/image410.png"/><Relationship Id="rId52" Type="http://schemas.openxmlformats.org/officeDocument/2006/relationships/image" Target="../media/image414.png"/><Relationship Id="rId60" Type="http://schemas.openxmlformats.org/officeDocument/2006/relationships/image" Target="../media/image418.png"/><Relationship Id="rId4" Type="http://schemas.openxmlformats.org/officeDocument/2006/relationships/image" Target="../media/image390.png"/><Relationship Id="rId9" Type="http://schemas.openxmlformats.org/officeDocument/2006/relationships/customXml" Target="../ink/ink39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7.png"/><Relationship Id="rId18" Type="http://schemas.openxmlformats.org/officeDocument/2006/relationships/customXml" Target="../ink/ink427.xml"/><Relationship Id="rId26" Type="http://schemas.openxmlformats.org/officeDocument/2006/relationships/customXml" Target="../ink/ink431.xml"/><Relationship Id="rId39" Type="http://schemas.openxmlformats.org/officeDocument/2006/relationships/image" Target="../media/image440.png"/><Relationship Id="rId21" Type="http://schemas.openxmlformats.org/officeDocument/2006/relationships/image" Target="../media/image431.png"/><Relationship Id="rId34" Type="http://schemas.openxmlformats.org/officeDocument/2006/relationships/customXml" Target="../ink/ink435.xml"/><Relationship Id="rId7" Type="http://schemas.openxmlformats.org/officeDocument/2006/relationships/image" Target="../media/image424.png"/><Relationship Id="rId12" Type="http://schemas.openxmlformats.org/officeDocument/2006/relationships/customXml" Target="../ink/ink424.xml"/><Relationship Id="rId17" Type="http://schemas.openxmlformats.org/officeDocument/2006/relationships/image" Target="../media/image429.png"/><Relationship Id="rId25" Type="http://schemas.openxmlformats.org/officeDocument/2006/relationships/image" Target="../media/image433.png"/><Relationship Id="rId33" Type="http://schemas.openxmlformats.org/officeDocument/2006/relationships/image" Target="../media/image437.png"/><Relationship Id="rId38" Type="http://schemas.openxmlformats.org/officeDocument/2006/relationships/customXml" Target="../ink/ink437.xml"/><Relationship Id="rId2" Type="http://schemas.openxmlformats.org/officeDocument/2006/relationships/image" Target="../media/image421.png"/><Relationship Id="rId16" Type="http://schemas.openxmlformats.org/officeDocument/2006/relationships/customXml" Target="../ink/ink426.xml"/><Relationship Id="rId20" Type="http://schemas.openxmlformats.org/officeDocument/2006/relationships/customXml" Target="../ink/ink428.xml"/><Relationship Id="rId29" Type="http://schemas.openxmlformats.org/officeDocument/2006/relationships/image" Target="../media/image43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21.xml"/><Relationship Id="rId11" Type="http://schemas.openxmlformats.org/officeDocument/2006/relationships/image" Target="../media/image426.png"/><Relationship Id="rId24" Type="http://schemas.openxmlformats.org/officeDocument/2006/relationships/customXml" Target="../ink/ink430.xml"/><Relationship Id="rId32" Type="http://schemas.openxmlformats.org/officeDocument/2006/relationships/customXml" Target="../ink/ink434.xml"/><Relationship Id="rId37" Type="http://schemas.openxmlformats.org/officeDocument/2006/relationships/image" Target="../media/image439.png"/><Relationship Id="rId5" Type="http://schemas.openxmlformats.org/officeDocument/2006/relationships/image" Target="../media/image423.png"/><Relationship Id="rId15" Type="http://schemas.openxmlformats.org/officeDocument/2006/relationships/image" Target="../media/image428.png"/><Relationship Id="rId23" Type="http://schemas.openxmlformats.org/officeDocument/2006/relationships/image" Target="../media/image432.png"/><Relationship Id="rId28" Type="http://schemas.openxmlformats.org/officeDocument/2006/relationships/customXml" Target="../ink/ink432.xml"/><Relationship Id="rId36" Type="http://schemas.openxmlformats.org/officeDocument/2006/relationships/customXml" Target="../ink/ink436.xml"/><Relationship Id="rId10" Type="http://schemas.openxmlformats.org/officeDocument/2006/relationships/customXml" Target="../ink/ink423.xml"/><Relationship Id="rId19" Type="http://schemas.openxmlformats.org/officeDocument/2006/relationships/image" Target="../media/image430.png"/><Relationship Id="rId31" Type="http://schemas.openxmlformats.org/officeDocument/2006/relationships/image" Target="../media/image436.png"/><Relationship Id="rId4" Type="http://schemas.openxmlformats.org/officeDocument/2006/relationships/customXml" Target="../ink/ink420.xml"/><Relationship Id="rId9" Type="http://schemas.openxmlformats.org/officeDocument/2006/relationships/image" Target="../media/image425.png"/><Relationship Id="rId14" Type="http://schemas.openxmlformats.org/officeDocument/2006/relationships/customXml" Target="../ink/ink425.xml"/><Relationship Id="rId22" Type="http://schemas.openxmlformats.org/officeDocument/2006/relationships/customXml" Target="../ink/ink429.xml"/><Relationship Id="rId27" Type="http://schemas.openxmlformats.org/officeDocument/2006/relationships/image" Target="../media/image434.png"/><Relationship Id="rId30" Type="http://schemas.openxmlformats.org/officeDocument/2006/relationships/customXml" Target="../ink/ink433.xml"/><Relationship Id="rId35" Type="http://schemas.openxmlformats.org/officeDocument/2006/relationships/image" Target="../media/image438.png"/><Relationship Id="rId8" Type="http://schemas.openxmlformats.org/officeDocument/2006/relationships/customXml" Target="../ink/ink422.xml"/><Relationship Id="rId3" Type="http://schemas.openxmlformats.org/officeDocument/2006/relationships/image" Target="../media/image4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png"/><Relationship Id="rId13" Type="http://schemas.openxmlformats.org/officeDocument/2006/relationships/customXml" Target="../ink/ink443.xml"/><Relationship Id="rId18" Type="http://schemas.openxmlformats.org/officeDocument/2006/relationships/image" Target="../media/image449.png"/><Relationship Id="rId3" Type="http://schemas.openxmlformats.org/officeDocument/2006/relationships/customXml" Target="../ink/ink438.xml"/><Relationship Id="rId21" Type="http://schemas.openxmlformats.org/officeDocument/2006/relationships/customXml" Target="../ink/ink447.xml"/><Relationship Id="rId7" Type="http://schemas.openxmlformats.org/officeDocument/2006/relationships/customXml" Target="../ink/ink440.xml"/><Relationship Id="rId12" Type="http://schemas.openxmlformats.org/officeDocument/2006/relationships/image" Target="../media/image446.png"/><Relationship Id="rId17" Type="http://schemas.openxmlformats.org/officeDocument/2006/relationships/customXml" Target="../ink/ink445.xml"/><Relationship Id="rId2" Type="http://schemas.openxmlformats.org/officeDocument/2006/relationships/image" Target="../media/image441.png"/><Relationship Id="rId16" Type="http://schemas.openxmlformats.org/officeDocument/2006/relationships/image" Target="../media/image448.png"/><Relationship Id="rId20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3.png"/><Relationship Id="rId11" Type="http://schemas.openxmlformats.org/officeDocument/2006/relationships/customXml" Target="../ink/ink442.xml"/><Relationship Id="rId24" Type="http://schemas.openxmlformats.org/officeDocument/2006/relationships/image" Target="../media/image452.png"/><Relationship Id="rId5" Type="http://schemas.openxmlformats.org/officeDocument/2006/relationships/customXml" Target="../ink/ink439.xml"/><Relationship Id="rId15" Type="http://schemas.openxmlformats.org/officeDocument/2006/relationships/customXml" Target="../ink/ink444.xml"/><Relationship Id="rId23" Type="http://schemas.openxmlformats.org/officeDocument/2006/relationships/customXml" Target="../ink/ink448.xml"/><Relationship Id="rId10" Type="http://schemas.openxmlformats.org/officeDocument/2006/relationships/image" Target="../media/image445.png"/><Relationship Id="rId19" Type="http://schemas.openxmlformats.org/officeDocument/2006/relationships/customXml" Target="../ink/ink446.xml"/><Relationship Id="rId4" Type="http://schemas.openxmlformats.org/officeDocument/2006/relationships/image" Target="../media/image442.png"/><Relationship Id="rId9" Type="http://schemas.openxmlformats.org/officeDocument/2006/relationships/customXml" Target="../ink/ink441.xml"/><Relationship Id="rId14" Type="http://schemas.openxmlformats.org/officeDocument/2006/relationships/image" Target="../media/image447.png"/><Relationship Id="rId22" Type="http://schemas.openxmlformats.org/officeDocument/2006/relationships/image" Target="../media/image451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06.xml"/><Relationship Id="rId671" Type="http://schemas.openxmlformats.org/officeDocument/2006/relationships/customXml" Target="../ink/ink783.xml"/><Relationship Id="rId769" Type="http://schemas.openxmlformats.org/officeDocument/2006/relationships/customXml" Target="../ink/ink832.xml"/><Relationship Id="rId21" Type="http://schemas.openxmlformats.org/officeDocument/2006/relationships/customXml" Target="../ink/ink458.xml"/><Relationship Id="rId324" Type="http://schemas.openxmlformats.org/officeDocument/2006/relationships/image" Target="../media/image613.png"/><Relationship Id="rId531" Type="http://schemas.openxmlformats.org/officeDocument/2006/relationships/customXml" Target="../ink/ink713.xml"/><Relationship Id="rId629" Type="http://schemas.openxmlformats.org/officeDocument/2006/relationships/customXml" Target="../ink/ink762.xml"/><Relationship Id="rId170" Type="http://schemas.openxmlformats.org/officeDocument/2006/relationships/image" Target="../media/image536.png"/><Relationship Id="rId268" Type="http://schemas.openxmlformats.org/officeDocument/2006/relationships/image" Target="../media/image585.png"/><Relationship Id="rId475" Type="http://schemas.openxmlformats.org/officeDocument/2006/relationships/customXml" Target="../ink/ink685.xml"/><Relationship Id="rId682" Type="http://schemas.openxmlformats.org/officeDocument/2006/relationships/image" Target="../media/image792.png"/><Relationship Id="rId32" Type="http://schemas.openxmlformats.org/officeDocument/2006/relationships/image" Target="../media/image467.png"/><Relationship Id="rId128" Type="http://schemas.openxmlformats.org/officeDocument/2006/relationships/image" Target="../media/image515.png"/><Relationship Id="rId335" Type="http://schemas.openxmlformats.org/officeDocument/2006/relationships/customXml" Target="../ink/ink615.xml"/><Relationship Id="rId542" Type="http://schemas.openxmlformats.org/officeDocument/2006/relationships/image" Target="../media/image722.png"/><Relationship Id="rId181" Type="http://schemas.openxmlformats.org/officeDocument/2006/relationships/customXml" Target="../ink/ink538.xml"/><Relationship Id="rId402" Type="http://schemas.openxmlformats.org/officeDocument/2006/relationships/image" Target="../media/image652.png"/><Relationship Id="rId279" Type="http://schemas.openxmlformats.org/officeDocument/2006/relationships/customXml" Target="../ink/ink587.xml"/><Relationship Id="rId486" Type="http://schemas.openxmlformats.org/officeDocument/2006/relationships/image" Target="../media/image694.png"/><Relationship Id="rId693" Type="http://schemas.openxmlformats.org/officeDocument/2006/relationships/customXml" Target="../ink/ink794.xml"/><Relationship Id="rId707" Type="http://schemas.openxmlformats.org/officeDocument/2006/relationships/customXml" Target="../ink/ink801.xml"/><Relationship Id="rId43" Type="http://schemas.openxmlformats.org/officeDocument/2006/relationships/customXml" Target="../ink/ink469.xml"/><Relationship Id="rId139" Type="http://schemas.openxmlformats.org/officeDocument/2006/relationships/customXml" Target="../ink/ink517.xml"/><Relationship Id="rId346" Type="http://schemas.openxmlformats.org/officeDocument/2006/relationships/image" Target="../media/image624.png"/><Relationship Id="rId553" Type="http://schemas.openxmlformats.org/officeDocument/2006/relationships/customXml" Target="../ink/ink724.xml"/><Relationship Id="rId760" Type="http://schemas.openxmlformats.org/officeDocument/2006/relationships/image" Target="../media/image831.png"/><Relationship Id="rId192" Type="http://schemas.openxmlformats.org/officeDocument/2006/relationships/image" Target="../media/image547.png"/><Relationship Id="rId206" Type="http://schemas.openxmlformats.org/officeDocument/2006/relationships/image" Target="../media/image554.png"/><Relationship Id="rId413" Type="http://schemas.openxmlformats.org/officeDocument/2006/relationships/customXml" Target="../ink/ink654.xml"/><Relationship Id="rId497" Type="http://schemas.openxmlformats.org/officeDocument/2006/relationships/customXml" Target="../ink/ink696.xml"/><Relationship Id="rId620" Type="http://schemas.openxmlformats.org/officeDocument/2006/relationships/image" Target="../media/image761.png"/><Relationship Id="rId718" Type="http://schemas.openxmlformats.org/officeDocument/2006/relationships/image" Target="../media/image810.png"/><Relationship Id="rId357" Type="http://schemas.openxmlformats.org/officeDocument/2006/relationships/customXml" Target="../ink/ink626.xml"/><Relationship Id="rId54" Type="http://schemas.openxmlformats.org/officeDocument/2006/relationships/image" Target="../media/image478.png"/><Relationship Id="rId217" Type="http://schemas.openxmlformats.org/officeDocument/2006/relationships/customXml" Target="../ink/ink556.xml"/><Relationship Id="rId564" Type="http://schemas.openxmlformats.org/officeDocument/2006/relationships/image" Target="../media/image733.png"/><Relationship Id="rId771" Type="http://schemas.openxmlformats.org/officeDocument/2006/relationships/customXml" Target="../ink/ink833.xml"/><Relationship Id="rId424" Type="http://schemas.openxmlformats.org/officeDocument/2006/relationships/image" Target="../media/image663.png"/><Relationship Id="rId631" Type="http://schemas.openxmlformats.org/officeDocument/2006/relationships/customXml" Target="../ink/ink763.xml"/><Relationship Id="rId729" Type="http://schemas.openxmlformats.org/officeDocument/2006/relationships/customXml" Target="../ink/ink812.xml"/><Relationship Id="rId270" Type="http://schemas.openxmlformats.org/officeDocument/2006/relationships/image" Target="../media/image586.png"/><Relationship Id="rId65" Type="http://schemas.openxmlformats.org/officeDocument/2006/relationships/customXml" Target="../ink/ink480.xml"/><Relationship Id="rId130" Type="http://schemas.openxmlformats.org/officeDocument/2006/relationships/image" Target="../media/image516.png"/><Relationship Id="rId368" Type="http://schemas.openxmlformats.org/officeDocument/2006/relationships/image" Target="../media/image635.png"/><Relationship Id="rId575" Type="http://schemas.openxmlformats.org/officeDocument/2006/relationships/customXml" Target="../ink/ink735.xml"/><Relationship Id="rId782" Type="http://schemas.openxmlformats.org/officeDocument/2006/relationships/image" Target="../media/image842.png"/><Relationship Id="rId228" Type="http://schemas.openxmlformats.org/officeDocument/2006/relationships/image" Target="../media/image565.png"/><Relationship Id="rId435" Type="http://schemas.openxmlformats.org/officeDocument/2006/relationships/customXml" Target="../ink/ink665.xml"/><Relationship Id="rId642" Type="http://schemas.openxmlformats.org/officeDocument/2006/relationships/image" Target="../media/image772.png"/><Relationship Id="rId281" Type="http://schemas.openxmlformats.org/officeDocument/2006/relationships/customXml" Target="../ink/ink588.xml"/><Relationship Id="rId502" Type="http://schemas.openxmlformats.org/officeDocument/2006/relationships/image" Target="../media/image702.png"/><Relationship Id="rId76" Type="http://schemas.openxmlformats.org/officeDocument/2006/relationships/image" Target="../media/image489.png"/><Relationship Id="rId141" Type="http://schemas.openxmlformats.org/officeDocument/2006/relationships/customXml" Target="../ink/ink518.xml"/><Relationship Id="rId379" Type="http://schemas.openxmlformats.org/officeDocument/2006/relationships/customXml" Target="../ink/ink637.xml"/><Relationship Id="rId586" Type="http://schemas.openxmlformats.org/officeDocument/2006/relationships/image" Target="../media/image744.png"/><Relationship Id="rId7" Type="http://schemas.openxmlformats.org/officeDocument/2006/relationships/customXml" Target="../ink/ink451.xml"/><Relationship Id="rId239" Type="http://schemas.openxmlformats.org/officeDocument/2006/relationships/customXml" Target="../ink/ink567.xml"/><Relationship Id="rId446" Type="http://schemas.openxmlformats.org/officeDocument/2006/relationships/image" Target="../media/image674.png"/><Relationship Id="rId653" Type="http://schemas.openxmlformats.org/officeDocument/2006/relationships/customXml" Target="../ink/ink774.xml"/><Relationship Id="rId292" Type="http://schemas.openxmlformats.org/officeDocument/2006/relationships/image" Target="../media/image597.png"/><Relationship Id="rId306" Type="http://schemas.openxmlformats.org/officeDocument/2006/relationships/image" Target="../media/image604.png"/><Relationship Id="rId87" Type="http://schemas.openxmlformats.org/officeDocument/2006/relationships/customXml" Target="../ink/ink491.xml"/><Relationship Id="rId513" Type="http://schemas.openxmlformats.org/officeDocument/2006/relationships/customXml" Target="../ink/ink704.xml"/><Relationship Id="rId597" Type="http://schemas.openxmlformats.org/officeDocument/2006/relationships/customXml" Target="../ink/ink746.xml"/><Relationship Id="rId720" Type="http://schemas.openxmlformats.org/officeDocument/2006/relationships/image" Target="../media/image811.png"/><Relationship Id="rId152" Type="http://schemas.openxmlformats.org/officeDocument/2006/relationships/image" Target="../media/image527.png"/><Relationship Id="rId457" Type="http://schemas.openxmlformats.org/officeDocument/2006/relationships/customXml" Target="../ink/ink676.xml"/><Relationship Id="rId664" Type="http://schemas.openxmlformats.org/officeDocument/2006/relationships/image" Target="../media/image783.png"/><Relationship Id="rId14" Type="http://schemas.openxmlformats.org/officeDocument/2006/relationships/image" Target="../media/image458.png"/><Relationship Id="rId317" Type="http://schemas.openxmlformats.org/officeDocument/2006/relationships/customXml" Target="../ink/ink606.xml"/><Relationship Id="rId524" Type="http://schemas.openxmlformats.org/officeDocument/2006/relationships/image" Target="../media/image713.png"/><Relationship Id="rId731" Type="http://schemas.openxmlformats.org/officeDocument/2006/relationships/customXml" Target="../ink/ink813.xml"/><Relationship Id="rId98" Type="http://schemas.openxmlformats.org/officeDocument/2006/relationships/image" Target="../media/image500.png"/><Relationship Id="rId163" Type="http://schemas.openxmlformats.org/officeDocument/2006/relationships/customXml" Target="../ink/ink529.xml"/><Relationship Id="rId370" Type="http://schemas.openxmlformats.org/officeDocument/2006/relationships/image" Target="../media/image636.png"/><Relationship Id="rId230" Type="http://schemas.openxmlformats.org/officeDocument/2006/relationships/image" Target="../media/image566.png"/><Relationship Id="rId468" Type="http://schemas.openxmlformats.org/officeDocument/2006/relationships/image" Target="../media/image685.png"/><Relationship Id="rId675" Type="http://schemas.openxmlformats.org/officeDocument/2006/relationships/customXml" Target="../ink/ink785.xml"/><Relationship Id="rId25" Type="http://schemas.openxmlformats.org/officeDocument/2006/relationships/customXml" Target="../ink/ink460.xml"/><Relationship Id="rId328" Type="http://schemas.openxmlformats.org/officeDocument/2006/relationships/image" Target="../media/image615.png"/><Relationship Id="rId535" Type="http://schemas.openxmlformats.org/officeDocument/2006/relationships/customXml" Target="../ink/ink715.xml"/><Relationship Id="rId742" Type="http://schemas.openxmlformats.org/officeDocument/2006/relationships/image" Target="../media/image822.png"/><Relationship Id="rId174" Type="http://schemas.openxmlformats.org/officeDocument/2006/relationships/image" Target="../media/image538.png"/><Relationship Id="rId381" Type="http://schemas.openxmlformats.org/officeDocument/2006/relationships/customXml" Target="../ink/ink638.xml"/><Relationship Id="rId602" Type="http://schemas.openxmlformats.org/officeDocument/2006/relationships/image" Target="../media/image752.png"/><Relationship Id="rId241" Type="http://schemas.openxmlformats.org/officeDocument/2006/relationships/customXml" Target="../ink/ink568.xml"/><Relationship Id="rId479" Type="http://schemas.openxmlformats.org/officeDocument/2006/relationships/customXml" Target="../ink/ink687.xml"/><Relationship Id="rId686" Type="http://schemas.openxmlformats.org/officeDocument/2006/relationships/image" Target="../media/image794.png"/><Relationship Id="rId36" Type="http://schemas.openxmlformats.org/officeDocument/2006/relationships/image" Target="../media/image469.png"/><Relationship Id="rId339" Type="http://schemas.openxmlformats.org/officeDocument/2006/relationships/customXml" Target="../ink/ink617.xml"/><Relationship Id="rId546" Type="http://schemas.openxmlformats.org/officeDocument/2006/relationships/image" Target="../media/image724.png"/><Relationship Id="rId753" Type="http://schemas.openxmlformats.org/officeDocument/2006/relationships/customXml" Target="../ink/ink824.xml"/><Relationship Id="rId101" Type="http://schemas.openxmlformats.org/officeDocument/2006/relationships/customXml" Target="../ink/ink498.xml"/><Relationship Id="rId185" Type="http://schemas.openxmlformats.org/officeDocument/2006/relationships/customXml" Target="../ink/ink540.xml"/><Relationship Id="rId406" Type="http://schemas.openxmlformats.org/officeDocument/2006/relationships/image" Target="../media/image654.png"/><Relationship Id="rId392" Type="http://schemas.openxmlformats.org/officeDocument/2006/relationships/image" Target="../media/image647.png"/><Relationship Id="rId613" Type="http://schemas.openxmlformats.org/officeDocument/2006/relationships/customXml" Target="../ink/ink754.xml"/><Relationship Id="rId697" Type="http://schemas.openxmlformats.org/officeDocument/2006/relationships/customXml" Target="../ink/ink796.xml"/><Relationship Id="rId252" Type="http://schemas.openxmlformats.org/officeDocument/2006/relationships/image" Target="../media/image577.png"/><Relationship Id="rId47" Type="http://schemas.openxmlformats.org/officeDocument/2006/relationships/customXml" Target="../ink/ink471.xml"/><Relationship Id="rId112" Type="http://schemas.openxmlformats.org/officeDocument/2006/relationships/image" Target="../media/image507.png"/><Relationship Id="rId557" Type="http://schemas.openxmlformats.org/officeDocument/2006/relationships/customXml" Target="../ink/ink726.xml"/><Relationship Id="rId764" Type="http://schemas.openxmlformats.org/officeDocument/2006/relationships/image" Target="../media/image833.png"/><Relationship Id="rId196" Type="http://schemas.openxmlformats.org/officeDocument/2006/relationships/image" Target="../media/image549.png"/><Relationship Id="rId417" Type="http://schemas.openxmlformats.org/officeDocument/2006/relationships/customXml" Target="../ink/ink656.xml"/><Relationship Id="rId624" Type="http://schemas.openxmlformats.org/officeDocument/2006/relationships/image" Target="../media/image763.png"/><Relationship Id="rId263" Type="http://schemas.openxmlformats.org/officeDocument/2006/relationships/customXml" Target="../ink/ink579.xml"/><Relationship Id="rId470" Type="http://schemas.openxmlformats.org/officeDocument/2006/relationships/image" Target="../media/image686.png"/><Relationship Id="rId58" Type="http://schemas.openxmlformats.org/officeDocument/2006/relationships/image" Target="../media/image480.png"/><Relationship Id="rId123" Type="http://schemas.openxmlformats.org/officeDocument/2006/relationships/customXml" Target="../ink/ink509.xml"/><Relationship Id="rId330" Type="http://schemas.openxmlformats.org/officeDocument/2006/relationships/image" Target="../media/image616.png"/><Relationship Id="rId568" Type="http://schemas.openxmlformats.org/officeDocument/2006/relationships/image" Target="../media/image735.png"/><Relationship Id="rId775" Type="http://schemas.openxmlformats.org/officeDocument/2006/relationships/customXml" Target="../ink/ink835.xml"/><Relationship Id="rId428" Type="http://schemas.openxmlformats.org/officeDocument/2006/relationships/image" Target="../media/image665.png"/><Relationship Id="rId635" Type="http://schemas.openxmlformats.org/officeDocument/2006/relationships/customXml" Target="../ink/ink765.xml"/><Relationship Id="rId274" Type="http://schemas.openxmlformats.org/officeDocument/2006/relationships/image" Target="../media/image588.png"/><Relationship Id="rId481" Type="http://schemas.openxmlformats.org/officeDocument/2006/relationships/customXml" Target="../ink/ink688.xml"/><Relationship Id="rId702" Type="http://schemas.openxmlformats.org/officeDocument/2006/relationships/image" Target="../media/image802.png"/><Relationship Id="rId69" Type="http://schemas.openxmlformats.org/officeDocument/2006/relationships/customXml" Target="../ink/ink482.xml"/><Relationship Id="rId134" Type="http://schemas.openxmlformats.org/officeDocument/2006/relationships/image" Target="../media/image518.png"/><Relationship Id="rId579" Type="http://schemas.openxmlformats.org/officeDocument/2006/relationships/customXml" Target="../ink/ink737.xml"/><Relationship Id="rId786" Type="http://schemas.openxmlformats.org/officeDocument/2006/relationships/image" Target="../media/image844.png"/><Relationship Id="rId341" Type="http://schemas.openxmlformats.org/officeDocument/2006/relationships/customXml" Target="../ink/ink618.xml"/><Relationship Id="rId439" Type="http://schemas.openxmlformats.org/officeDocument/2006/relationships/customXml" Target="../ink/ink667.xml"/><Relationship Id="rId646" Type="http://schemas.openxmlformats.org/officeDocument/2006/relationships/image" Target="../media/image774.png"/><Relationship Id="rId201" Type="http://schemas.openxmlformats.org/officeDocument/2006/relationships/customXml" Target="../ink/ink548.xml"/><Relationship Id="rId285" Type="http://schemas.openxmlformats.org/officeDocument/2006/relationships/customXml" Target="../ink/ink590.xml"/><Relationship Id="rId506" Type="http://schemas.openxmlformats.org/officeDocument/2006/relationships/image" Target="../media/image704.png"/><Relationship Id="rId492" Type="http://schemas.openxmlformats.org/officeDocument/2006/relationships/image" Target="../media/image697.png"/><Relationship Id="rId713" Type="http://schemas.openxmlformats.org/officeDocument/2006/relationships/customXml" Target="../ink/ink804.xml"/><Relationship Id="rId145" Type="http://schemas.openxmlformats.org/officeDocument/2006/relationships/customXml" Target="../ink/ink520.xml"/><Relationship Id="rId352" Type="http://schemas.openxmlformats.org/officeDocument/2006/relationships/image" Target="../media/image627.png"/><Relationship Id="rId212" Type="http://schemas.openxmlformats.org/officeDocument/2006/relationships/image" Target="../media/image557.png"/><Relationship Id="rId657" Type="http://schemas.openxmlformats.org/officeDocument/2006/relationships/customXml" Target="../ink/ink776.xml"/><Relationship Id="rId296" Type="http://schemas.openxmlformats.org/officeDocument/2006/relationships/image" Target="../media/image599.png"/><Relationship Id="rId517" Type="http://schemas.openxmlformats.org/officeDocument/2006/relationships/customXml" Target="../ink/ink706.xml"/><Relationship Id="rId724" Type="http://schemas.openxmlformats.org/officeDocument/2006/relationships/image" Target="../media/image813.png"/><Relationship Id="rId60" Type="http://schemas.openxmlformats.org/officeDocument/2006/relationships/image" Target="../media/image481.png"/><Relationship Id="rId156" Type="http://schemas.openxmlformats.org/officeDocument/2006/relationships/image" Target="../media/image529.png"/><Relationship Id="rId363" Type="http://schemas.openxmlformats.org/officeDocument/2006/relationships/customXml" Target="../ink/ink629.xml"/><Relationship Id="rId570" Type="http://schemas.openxmlformats.org/officeDocument/2006/relationships/image" Target="../media/image736.png"/><Relationship Id="rId223" Type="http://schemas.openxmlformats.org/officeDocument/2006/relationships/customXml" Target="../ink/ink559.xml"/><Relationship Id="rId430" Type="http://schemas.openxmlformats.org/officeDocument/2006/relationships/image" Target="../media/image666.png"/><Relationship Id="rId668" Type="http://schemas.openxmlformats.org/officeDocument/2006/relationships/image" Target="../media/image785.png"/><Relationship Id="rId18" Type="http://schemas.openxmlformats.org/officeDocument/2006/relationships/image" Target="../media/image460.png"/><Relationship Id="rId528" Type="http://schemas.openxmlformats.org/officeDocument/2006/relationships/image" Target="../media/image715.png"/><Relationship Id="rId735" Type="http://schemas.openxmlformats.org/officeDocument/2006/relationships/customXml" Target="../ink/ink815.xml"/><Relationship Id="rId167" Type="http://schemas.openxmlformats.org/officeDocument/2006/relationships/customXml" Target="../ink/ink531.xml"/><Relationship Id="rId374" Type="http://schemas.openxmlformats.org/officeDocument/2006/relationships/image" Target="../media/image638.png"/><Relationship Id="rId581" Type="http://schemas.openxmlformats.org/officeDocument/2006/relationships/customXml" Target="../ink/ink738.xml"/><Relationship Id="rId71" Type="http://schemas.openxmlformats.org/officeDocument/2006/relationships/customXml" Target="../ink/ink483.xml"/><Relationship Id="rId234" Type="http://schemas.openxmlformats.org/officeDocument/2006/relationships/image" Target="../media/image568.png"/><Relationship Id="rId679" Type="http://schemas.openxmlformats.org/officeDocument/2006/relationships/customXml" Target="../ink/ink787.xml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462.xml"/><Relationship Id="rId441" Type="http://schemas.openxmlformats.org/officeDocument/2006/relationships/customXml" Target="../ink/ink668.xml"/><Relationship Id="rId539" Type="http://schemas.openxmlformats.org/officeDocument/2006/relationships/customXml" Target="../ink/ink717.xml"/><Relationship Id="rId746" Type="http://schemas.openxmlformats.org/officeDocument/2006/relationships/image" Target="../media/image824.png"/><Relationship Id="rId178" Type="http://schemas.openxmlformats.org/officeDocument/2006/relationships/image" Target="../media/image540.png"/><Relationship Id="rId301" Type="http://schemas.openxmlformats.org/officeDocument/2006/relationships/customXml" Target="../ink/ink598.xml"/><Relationship Id="rId82" Type="http://schemas.openxmlformats.org/officeDocument/2006/relationships/image" Target="../media/image492.png"/><Relationship Id="rId385" Type="http://schemas.openxmlformats.org/officeDocument/2006/relationships/customXml" Target="../ink/ink640.xml"/><Relationship Id="rId592" Type="http://schemas.openxmlformats.org/officeDocument/2006/relationships/image" Target="../media/image747.png"/><Relationship Id="rId606" Type="http://schemas.openxmlformats.org/officeDocument/2006/relationships/image" Target="../media/image754.png"/><Relationship Id="rId245" Type="http://schemas.openxmlformats.org/officeDocument/2006/relationships/customXml" Target="../ink/ink570.xml"/><Relationship Id="rId452" Type="http://schemas.openxmlformats.org/officeDocument/2006/relationships/image" Target="../media/image677.png"/><Relationship Id="rId105" Type="http://schemas.openxmlformats.org/officeDocument/2006/relationships/customXml" Target="../ink/ink500.xml"/><Relationship Id="rId312" Type="http://schemas.openxmlformats.org/officeDocument/2006/relationships/image" Target="../media/image607.png"/><Relationship Id="rId757" Type="http://schemas.openxmlformats.org/officeDocument/2006/relationships/customXml" Target="../ink/ink826.xml"/><Relationship Id="rId93" Type="http://schemas.openxmlformats.org/officeDocument/2006/relationships/customXml" Target="../ink/ink494.xml"/><Relationship Id="rId189" Type="http://schemas.openxmlformats.org/officeDocument/2006/relationships/customXml" Target="../ink/ink542.xml"/><Relationship Id="rId396" Type="http://schemas.openxmlformats.org/officeDocument/2006/relationships/image" Target="../media/image649.png"/><Relationship Id="rId617" Type="http://schemas.openxmlformats.org/officeDocument/2006/relationships/customXml" Target="../ink/ink756.xml"/><Relationship Id="rId256" Type="http://schemas.openxmlformats.org/officeDocument/2006/relationships/image" Target="../media/image579.png"/><Relationship Id="rId463" Type="http://schemas.openxmlformats.org/officeDocument/2006/relationships/customXml" Target="../ink/ink679.xml"/><Relationship Id="rId670" Type="http://schemas.openxmlformats.org/officeDocument/2006/relationships/image" Target="../media/image786.png"/><Relationship Id="rId116" Type="http://schemas.openxmlformats.org/officeDocument/2006/relationships/image" Target="../media/image509.png"/><Relationship Id="rId323" Type="http://schemas.openxmlformats.org/officeDocument/2006/relationships/customXml" Target="../ink/ink609.xml"/><Relationship Id="rId530" Type="http://schemas.openxmlformats.org/officeDocument/2006/relationships/image" Target="../media/image716.png"/><Relationship Id="rId768" Type="http://schemas.openxmlformats.org/officeDocument/2006/relationships/image" Target="../media/image835.png"/><Relationship Id="rId20" Type="http://schemas.openxmlformats.org/officeDocument/2006/relationships/image" Target="../media/image461.png"/><Relationship Id="rId628" Type="http://schemas.openxmlformats.org/officeDocument/2006/relationships/image" Target="../media/image765.png"/><Relationship Id="rId267" Type="http://schemas.openxmlformats.org/officeDocument/2006/relationships/customXml" Target="../ink/ink581.xml"/><Relationship Id="rId474" Type="http://schemas.openxmlformats.org/officeDocument/2006/relationships/image" Target="../media/image688.png"/><Relationship Id="rId127" Type="http://schemas.openxmlformats.org/officeDocument/2006/relationships/customXml" Target="../ink/ink511.xml"/><Relationship Id="rId681" Type="http://schemas.openxmlformats.org/officeDocument/2006/relationships/customXml" Target="../ink/ink788.xml"/><Relationship Id="rId779" Type="http://schemas.openxmlformats.org/officeDocument/2006/relationships/customXml" Target="../ink/ink837.xml"/><Relationship Id="rId31" Type="http://schemas.openxmlformats.org/officeDocument/2006/relationships/customXml" Target="../ink/ink463.xml"/><Relationship Id="rId334" Type="http://schemas.openxmlformats.org/officeDocument/2006/relationships/image" Target="../media/image618.png"/><Relationship Id="rId541" Type="http://schemas.openxmlformats.org/officeDocument/2006/relationships/customXml" Target="../ink/ink718.xml"/><Relationship Id="rId639" Type="http://schemas.openxmlformats.org/officeDocument/2006/relationships/customXml" Target="../ink/ink767.xml"/><Relationship Id="rId180" Type="http://schemas.openxmlformats.org/officeDocument/2006/relationships/image" Target="../media/image541.png"/><Relationship Id="rId278" Type="http://schemas.openxmlformats.org/officeDocument/2006/relationships/image" Target="../media/image590.png"/><Relationship Id="rId401" Type="http://schemas.openxmlformats.org/officeDocument/2006/relationships/customXml" Target="../ink/ink648.xml"/><Relationship Id="rId485" Type="http://schemas.openxmlformats.org/officeDocument/2006/relationships/customXml" Target="../ink/ink690.xml"/><Relationship Id="rId692" Type="http://schemas.openxmlformats.org/officeDocument/2006/relationships/image" Target="../media/image797.png"/><Relationship Id="rId706" Type="http://schemas.openxmlformats.org/officeDocument/2006/relationships/image" Target="../media/image804.png"/><Relationship Id="rId42" Type="http://schemas.openxmlformats.org/officeDocument/2006/relationships/image" Target="../media/image472.png"/><Relationship Id="rId138" Type="http://schemas.openxmlformats.org/officeDocument/2006/relationships/image" Target="../media/image520.png"/><Relationship Id="rId345" Type="http://schemas.openxmlformats.org/officeDocument/2006/relationships/customXml" Target="../ink/ink620.xml"/><Relationship Id="rId552" Type="http://schemas.openxmlformats.org/officeDocument/2006/relationships/image" Target="../media/image727.png"/><Relationship Id="rId191" Type="http://schemas.openxmlformats.org/officeDocument/2006/relationships/customXml" Target="../ink/ink543.xml"/><Relationship Id="rId205" Type="http://schemas.openxmlformats.org/officeDocument/2006/relationships/customXml" Target="../ink/ink550.xml"/><Relationship Id="rId412" Type="http://schemas.openxmlformats.org/officeDocument/2006/relationships/image" Target="../media/image657.png"/><Relationship Id="rId289" Type="http://schemas.openxmlformats.org/officeDocument/2006/relationships/customXml" Target="../ink/ink592.xml"/><Relationship Id="rId496" Type="http://schemas.openxmlformats.org/officeDocument/2006/relationships/image" Target="../media/image699.png"/><Relationship Id="rId717" Type="http://schemas.openxmlformats.org/officeDocument/2006/relationships/customXml" Target="../ink/ink806.xml"/><Relationship Id="rId53" Type="http://schemas.openxmlformats.org/officeDocument/2006/relationships/customXml" Target="../ink/ink474.xml"/><Relationship Id="rId149" Type="http://schemas.openxmlformats.org/officeDocument/2006/relationships/customXml" Target="../ink/ink522.xml"/><Relationship Id="rId356" Type="http://schemas.openxmlformats.org/officeDocument/2006/relationships/image" Target="../media/image629.png"/><Relationship Id="rId563" Type="http://schemas.openxmlformats.org/officeDocument/2006/relationships/customXml" Target="../ink/ink729.xml"/><Relationship Id="rId770" Type="http://schemas.openxmlformats.org/officeDocument/2006/relationships/image" Target="../media/image836.png"/><Relationship Id="rId95" Type="http://schemas.openxmlformats.org/officeDocument/2006/relationships/customXml" Target="../ink/ink495.xml"/><Relationship Id="rId160" Type="http://schemas.openxmlformats.org/officeDocument/2006/relationships/image" Target="../media/image531.png"/><Relationship Id="rId216" Type="http://schemas.openxmlformats.org/officeDocument/2006/relationships/image" Target="../media/image559.png"/><Relationship Id="rId423" Type="http://schemas.openxmlformats.org/officeDocument/2006/relationships/customXml" Target="../ink/ink659.xml"/><Relationship Id="rId258" Type="http://schemas.openxmlformats.org/officeDocument/2006/relationships/image" Target="../media/image580.png"/><Relationship Id="rId465" Type="http://schemas.openxmlformats.org/officeDocument/2006/relationships/customXml" Target="../ink/ink680.xml"/><Relationship Id="rId630" Type="http://schemas.openxmlformats.org/officeDocument/2006/relationships/image" Target="../media/image766.png"/><Relationship Id="rId672" Type="http://schemas.openxmlformats.org/officeDocument/2006/relationships/image" Target="../media/image787.png"/><Relationship Id="rId728" Type="http://schemas.openxmlformats.org/officeDocument/2006/relationships/image" Target="../media/image815.png"/><Relationship Id="rId22" Type="http://schemas.openxmlformats.org/officeDocument/2006/relationships/image" Target="../media/image462.png"/><Relationship Id="rId64" Type="http://schemas.openxmlformats.org/officeDocument/2006/relationships/image" Target="../media/image483.png"/><Relationship Id="rId118" Type="http://schemas.openxmlformats.org/officeDocument/2006/relationships/image" Target="../media/image510.png"/><Relationship Id="rId325" Type="http://schemas.openxmlformats.org/officeDocument/2006/relationships/customXml" Target="../ink/ink610.xml"/><Relationship Id="rId367" Type="http://schemas.openxmlformats.org/officeDocument/2006/relationships/customXml" Target="../ink/ink631.xml"/><Relationship Id="rId532" Type="http://schemas.openxmlformats.org/officeDocument/2006/relationships/image" Target="../media/image717.png"/><Relationship Id="rId574" Type="http://schemas.openxmlformats.org/officeDocument/2006/relationships/image" Target="../media/image738.png"/><Relationship Id="rId171" Type="http://schemas.openxmlformats.org/officeDocument/2006/relationships/customXml" Target="../ink/ink533.xml"/><Relationship Id="rId227" Type="http://schemas.openxmlformats.org/officeDocument/2006/relationships/customXml" Target="../ink/ink561.xml"/><Relationship Id="rId781" Type="http://schemas.openxmlformats.org/officeDocument/2006/relationships/customXml" Target="../ink/ink838.xml"/><Relationship Id="rId269" Type="http://schemas.openxmlformats.org/officeDocument/2006/relationships/customXml" Target="../ink/ink582.xml"/><Relationship Id="rId434" Type="http://schemas.openxmlformats.org/officeDocument/2006/relationships/image" Target="../media/image668.png"/><Relationship Id="rId476" Type="http://schemas.openxmlformats.org/officeDocument/2006/relationships/image" Target="../media/image689.png"/><Relationship Id="rId641" Type="http://schemas.openxmlformats.org/officeDocument/2006/relationships/customXml" Target="../ink/ink768.xml"/><Relationship Id="rId683" Type="http://schemas.openxmlformats.org/officeDocument/2006/relationships/customXml" Target="../ink/ink789.xml"/><Relationship Id="rId739" Type="http://schemas.openxmlformats.org/officeDocument/2006/relationships/customXml" Target="../ink/ink817.xml"/><Relationship Id="rId33" Type="http://schemas.openxmlformats.org/officeDocument/2006/relationships/customXml" Target="../ink/ink464.xml"/><Relationship Id="rId129" Type="http://schemas.openxmlformats.org/officeDocument/2006/relationships/customXml" Target="../ink/ink512.xml"/><Relationship Id="rId280" Type="http://schemas.openxmlformats.org/officeDocument/2006/relationships/image" Target="../media/image591.png"/><Relationship Id="rId336" Type="http://schemas.openxmlformats.org/officeDocument/2006/relationships/image" Target="../media/image619.png"/><Relationship Id="rId501" Type="http://schemas.openxmlformats.org/officeDocument/2006/relationships/customXml" Target="../ink/ink698.xml"/><Relationship Id="rId543" Type="http://schemas.openxmlformats.org/officeDocument/2006/relationships/customXml" Target="../ink/ink719.xml"/><Relationship Id="rId75" Type="http://schemas.openxmlformats.org/officeDocument/2006/relationships/customXml" Target="../ink/ink485.xml"/><Relationship Id="rId140" Type="http://schemas.openxmlformats.org/officeDocument/2006/relationships/image" Target="../media/image521.png"/><Relationship Id="rId182" Type="http://schemas.openxmlformats.org/officeDocument/2006/relationships/image" Target="../media/image542.png"/><Relationship Id="rId378" Type="http://schemas.openxmlformats.org/officeDocument/2006/relationships/image" Target="../media/image640.png"/><Relationship Id="rId403" Type="http://schemas.openxmlformats.org/officeDocument/2006/relationships/customXml" Target="../ink/ink649.xml"/><Relationship Id="rId585" Type="http://schemas.openxmlformats.org/officeDocument/2006/relationships/customXml" Target="../ink/ink740.xml"/><Relationship Id="rId750" Type="http://schemas.openxmlformats.org/officeDocument/2006/relationships/image" Target="../media/image826.png"/><Relationship Id="rId6" Type="http://schemas.openxmlformats.org/officeDocument/2006/relationships/image" Target="../media/image454.png"/><Relationship Id="rId238" Type="http://schemas.openxmlformats.org/officeDocument/2006/relationships/image" Target="../media/image570.png"/><Relationship Id="rId445" Type="http://schemas.openxmlformats.org/officeDocument/2006/relationships/customXml" Target="../ink/ink670.xml"/><Relationship Id="rId487" Type="http://schemas.openxmlformats.org/officeDocument/2006/relationships/customXml" Target="../ink/ink691.xml"/><Relationship Id="rId610" Type="http://schemas.openxmlformats.org/officeDocument/2006/relationships/image" Target="../media/image756.png"/><Relationship Id="rId652" Type="http://schemas.openxmlformats.org/officeDocument/2006/relationships/image" Target="../media/image777.png"/><Relationship Id="rId694" Type="http://schemas.openxmlformats.org/officeDocument/2006/relationships/image" Target="../media/image798.png"/><Relationship Id="rId708" Type="http://schemas.openxmlformats.org/officeDocument/2006/relationships/image" Target="../media/image805.png"/><Relationship Id="rId291" Type="http://schemas.openxmlformats.org/officeDocument/2006/relationships/customXml" Target="../ink/ink593.xml"/><Relationship Id="rId305" Type="http://schemas.openxmlformats.org/officeDocument/2006/relationships/customXml" Target="../ink/ink600.xml"/><Relationship Id="rId347" Type="http://schemas.openxmlformats.org/officeDocument/2006/relationships/customXml" Target="../ink/ink621.xml"/><Relationship Id="rId512" Type="http://schemas.openxmlformats.org/officeDocument/2006/relationships/image" Target="../media/image707.png"/><Relationship Id="rId44" Type="http://schemas.openxmlformats.org/officeDocument/2006/relationships/image" Target="../media/image473.png"/><Relationship Id="rId86" Type="http://schemas.openxmlformats.org/officeDocument/2006/relationships/image" Target="../media/image494.png"/><Relationship Id="rId151" Type="http://schemas.openxmlformats.org/officeDocument/2006/relationships/customXml" Target="../ink/ink523.xml"/><Relationship Id="rId389" Type="http://schemas.openxmlformats.org/officeDocument/2006/relationships/customXml" Target="../ink/ink642.xml"/><Relationship Id="rId554" Type="http://schemas.openxmlformats.org/officeDocument/2006/relationships/image" Target="../media/image728.png"/><Relationship Id="rId596" Type="http://schemas.openxmlformats.org/officeDocument/2006/relationships/image" Target="../media/image749.png"/><Relationship Id="rId761" Type="http://schemas.openxmlformats.org/officeDocument/2006/relationships/customXml" Target="../ink/ink828.xml"/><Relationship Id="rId193" Type="http://schemas.openxmlformats.org/officeDocument/2006/relationships/customXml" Target="../ink/ink544.xml"/><Relationship Id="rId207" Type="http://schemas.openxmlformats.org/officeDocument/2006/relationships/customXml" Target="../ink/ink551.xml"/><Relationship Id="rId249" Type="http://schemas.openxmlformats.org/officeDocument/2006/relationships/customXml" Target="../ink/ink572.xml"/><Relationship Id="rId414" Type="http://schemas.openxmlformats.org/officeDocument/2006/relationships/image" Target="../media/image658.png"/><Relationship Id="rId456" Type="http://schemas.openxmlformats.org/officeDocument/2006/relationships/image" Target="../media/image679.png"/><Relationship Id="rId498" Type="http://schemas.openxmlformats.org/officeDocument/2006/relationships/image" Target="../media/image700.png"/><Relationship Id="rId621" Type="http://schemas.openxmlformats.org/officeDocument/2006/relationships/customXml" Target="../ink/ink758.xml"/><Relationship Id="rId663" Type="http://schemas.openxmlformats.org/officeDocument/2006/relationships/customXml" Target="../ink/ink779.xml"/><Relationship Id="rId13" Type="http://schemas.openxmlformats.org/officeDocument/2006/relationships/customXml" Target="../ink/ink454.xml"/><Relationship Id="rId109" Type="http://schemas.openxmlformats.org/officeDocument/2006/relationships/customXml" Target="../ink/ink502.xml"/><Relationship Id="rId260" Type="http://schemas.openxmlformats.org/officeDocument/2006/relationships/image" Target="../media/image581.png"/><Relationship Id="rId316" Type="http://schemas.openxmlformats.org/officeDocument/2006/relationships/image" Target="../media/image609.png"/><Relationship Id="rId523" Type="http://schemas.openxmlformats.org/officeDocument/2006/relationships/customXml" Target="../ink/ink709.xml"/><Relationship Id="rId719" Type="http://schemas.openxmlformats.org/officeDocument/2006/relationships/customXml" Target="../ink/ink807.xml"/><Relationship Id="rId55" Type="http://schemas.openxmlformats.org/officeDocument/2006/relationships/customXml" Target="../ink/ink475.xml"/><Relationship Id="rId97" Type="http://schemas.openxmlformats.org/officeDocument/2006/relationships/customXml" Target="../ink/ink496.xml"/><Relationship Id="rId120" Type="http://schemas.openxmlformats.org/officeDocument/2006/relationships/image" Target="../media/image511.png"/><Relationship Id="rId358" Type="http://schemas.openxmlformats.org/officeDocument/2006/relationships/image" Target="../media/image630.png"/><Relationship Id="rId565" Type="http://schemas.openxmlformats.org/officeDocument/2006/relationships/customXml" Target="../ink/ink730.xml"/><Relationship Id="rId730" Type="http://schemas.openxmlformats.org/officeDocument/2006/relationships/image" Target="../media/image816.png"/><Relationship Id="rId772" Type="http://schemas.openxmlformats.org/officeDocument/2006/relationships/image" Target="../media/image837.png"/><Relationship Id="rId162" Type="http://schemas.openxmlformats.org/officeDocument/2006/relationships/image" Target="../media/image532.png"/><Relationship Id="rId218" Type="http://schemas.openxmlformats.org/officeDocument/2006/relationships/image" Target="../media/image560.png"/><Relationship Id="rId425" Type="http://schemas.openxmlformats.org/officeDocument/2006/relationships/customXml" Target="../ink/ink660.xml"/><Relationship Id="rId467" Type="http://schemas.openxmlformats.org/officeDocument/2006/relationships/customXml" Target="../ink/ink681.xml"/><Relationship Id="rId632" Type="http://schemas.openxmlformats.org/officeDocument/2006/relationships/image" Target="../media/image767.png"/><Relationship Id="rId271" Type="http://schemas.openxmlformats.org/officeDocument/2006/relationships/customXml" Target="../ink/ink583.xml"/><Relationship Id="rId674" Type="http://schemas.openxmlformats.org/officeDocument/2006/relationships/image" Target="../media/image788.png"/><Relationship Id="rId24" Type="http://schemas.openxmlformats.org/officeDocument/2006/relationships/image" Target="../media/image463.png"/><Relationship Id="rId66" Type="http://schemas.openxmlformats.org/officeDocument/2006/relationships/image" Target="../media/image484.png"/><Relationship Id="rId131" Type="http://schemas.openxmlformats.org/officeDocument/2006/relationships/customXml" Target="../ink/ink513.xml"/><Relationship Id="rId327" Type="http://schemas.openxmlformats.org/officeDocument/2006/relationships/customXml" Target="../ink/ink611.xml"/><Relationship Id="rId369" Type="http://schemas.openxmlformats.org/officeDocument/2006/relationships/customXml" Target="../ink/ink632.xml"/><Relationship Id="rId534" Type="http://schemas.openxmlformats.org/officeDocument/2006/relationships/image" Target="../media/image718.png"/><Relationship Id="rId576" Type="http://schemas.openxmlformats.org/officeDocument/2006/relationships/image" Target="../media/image739.png"/><Relationship Id="rId741" Type="http://schemas.openxmlformats.org/officeDocument/2006/relationships/customXml" Target="../ink/ink818.xml"/><Relationship Id="rId783" Type="http://schemas.openxmlformats.org/officeDocument/2006/relationships/customXml" Target="../ink/ink839.xml"/><Relationship Id="rId173" Type="http://schemas.openxmlformats.org/officeDocument/2006/relationships/customXml" Target="../ink/ink534.xml"/><Relationship Id="rId229" Type="http://schemas.openxmlformats.org/officeDocument/2006/relationships/customXml" Target="../ink/ink562.xml"/><Relationship Id="rId380" Type="http://schemas.openxmlformats.org/officeDocument/2006/relationships/image" Target="../media/image641.png"/><Relationship Id="rId436" Type="http://schemas.openxmlformats.org/officeDocument/2006/relationships/image" Target="../media/image669.png"/><Relationship Id="rId601" Type="http://schemas.openxmlformats.org/officeDocument/2006/relationships/customXml" Target="../ink/ink748.xml"/><Relationship Id="rId643" Type="http://schemas.openxmlformats.org/officeDocument/2006/relationships/customXml" Target="../ink/ink769.xml"/><Relationship Id="rId240" Type="http://schemas.openxmlformats.org/officeDocument/2006/relationships/image" Target="../media/image571.png"/><Relationship Id="rId478" Type="http://schemas.openxmlformats.org/officeDocument/2006/relationships/image" Target="../media/image690.png"/><Relationship Id="rId685" Type="http://schemas.openxmlformats.org/officeDocument/2006/relationships/customXml" Target="../ink/ink790.xml"/><Relationship Id="rId35" Type="http://schemas.openxmlformats.org/officeDocument/2006/relationships/customXml" Target="../ink/ink465.xml"/><Relationship Id="rId77" Type="http://schemas.openxmlformats.org/officeDocument/2006/relationships/customXml" Target="../ink/ink486.xml"/><Relationship Id="rId100" Type="http://schemas.openxmlformats.org/officeDocument/2006/relationships/image" Target="../media/image501.png"/><Relationship Id="rId282" Type="http://schemas.openxmlformats.org/officeDocument/2006/relationships/image" Target="../media/image592.png"/><Relationship Id="rId338" Type="http://schemas.openxmlformats.org/officeDocument/2006/relationships/image" Target="../media/image620.png"/><Relationship Id="rId503" Type="http://schemas.openxmlformats.org/officeDocument/2006/relationships/customXml" Target="../ink/ink699.xml"/><Relationship Id="rId545" Type="http://schemas.openxmlformats.org/officeDocument/2006/relationships/customXml" Target="../ink/ink720.xml"/><Relationship Id="rId587" Type="http://schemas.openxmlformats.org/officeDocument/2006/relationships/customXml" Target="../ink/ink741.xml"/><Relationship Id="rId710" Type="http://schemas.openxmlformats.org/officeDocument/2006/relationships/image" Target="../media/image806.png"/><Relationship Id="rId752" Type="http://schemas.openxmlformats.org/officeDocument/2006/relationships/image" Target="../media/image827.png"/><Relationship Id="rId8" Type="http://schemas.openxmlformats.org/officeDocument/2006/relationships/image" Target="../media/image455.png"/><Relationship Id="rId142" Type="http://schemas.openxmlformats.org/officeDocument/2006/relationships/image" Target="../media/image522.png"/><Relationship Id="rId184" Type="http://schemas.openxmlformats.org/officeDocument/2006/relationships/image" Target="../media/image543.png"/><Relationship Id="rId391" Type="http://schemas.openxmlformats.org/officeDocument/2006/relationships/customXml" Target="../ink/ink643.xml"/><Relationship Id="rId405" Type="http://schemas.openxmlformats.org/officeDocument/2006/relationships/customXml" Target="../ink/ink650.xml"/><Relationship Id="rId447" Type="http://schemas.openxmlformats.org/officeDocument/2006/relationships/customXml" Target="../ink/ink671.xml"/><Relationship Id="rId612" Type="http://schemas.openxmlformats.org/officeDocument/2006/relationships/image" Target="../media/image757.png"/><Relationship Id="rId251" Type="http://schemas.openxmlformats.org/officeDocument/2006/relationships/customXml" Target="../ink/ink573.xml"/><Relationship Id="rId489" Type="http://schemas.openxmlformats.org/officeDocument/2006/relationships/customXml" Target="../ink/ink692.xml"/><Relationship Id="rId654" Type="http://schemas.openxmlformats.org/officeDocument/2006/relationships/image" Target="../media/image778.png"/><Relationship Id="rId696" Type="http://schemas.openxmlformats.org/officeDocument/2006/relationships/image" Target="../media/image799.png"/><Relationship Id="rId46" Type="http://schemas.openxmlformats.org/officeDocument/2006/relationships/image" Target="../media/image474.png"/><Relationship Id="rId293" Type="http://schemas.openxmlformats.org/officeDocument/2006/relationships/customXml" Target="../ink/ink594.xml"/><Relationship Id="rId307" Type="http://schemas.openxmlformats.org/officeDocument/2006/relationships/customXml" Target="../ink/ink601.xml"/><Relationship Id="rId349" Type="http://schemas.openxmlformats.org/officeDocument/2006/relationships/customXml" Target="../ink/ink622.xml"/><Relationship Id="rId514" Type="http://schemas.openxmlformats.org/officeDocument/2006/relationships/image" Target="../media/image708.png"/><Relationship Id="rId556" Type="http://schemas.openxmlformats.org/officeDocument/2006/relationships/image" Target="../media/image729.png"/><Relationship Id="rId721" Type="http://schemas.openxmlformats.org/officeDocument/2006/relationships/customXml" Target="../ink/ink808.xml"/><Relationship Id="rId763" Type="http://schemas.openxmlformats.org/officeDocument/2006/relationships/customXml" Target="../ink/ink829.xml"/><Relationship Id="rId88" Type="http://schemas.openxmlformats.org/officeDocument/2006/relationships/image" Target="../media/image495.png"/><Relationship Id="rId111" Type="http://schemas.openxmlformats.org/officeDocument/2006/relationships/customXml" Target="../ink/ink503.xml"/><Relationship Id="rId153" Type="http://schemas.openxmlformats.org/officeDocument/2006/relationships/customXml" Target="../ink/ink524.xml"/><Relationship Id="rId195" Type="http://schemas.openxmlformats.org/officeDocument/2006/relationships/customXml" Target="../ink/ink545.xml"/><Relationship Id="rId209" Type="http://schemas.openxmlformats.org/officeDocument/2006/relationships/customXml" Target="../ink/ink552.xml"/><Relationship Id="rId360" Type="http://schemas.openxmlformats.org/officeDocument/2006/relationships/image" Target="../media/image631.png"/><Relationship Id="rId416" Type="http://schemas.openxmlformats.org/officeDocument/2006/relationships/image" Target="../media/image659.png"/><Relationship Id="rId598" Type="http://schemas.openxmlformats.org/officeDocument/2006/relationships/image" Target="../media/image750.png"/><Relationship Id="rId220" Type="http://schemas.openxmlformats.org/officeDocument/2006/relationships/image" Target="../media/image561.png"/><Relationship Id="rId458" Type="http://schemas.openxmlformats.org/officeDocument/2006/relationships/image" Target="../media/image680.png"/><Relationship Id="rId623" Type="http://schemas.openxmlformats.org/officeDocument/2006/relationships/customXml" Target="../ink/ink759.xml"/><Relationship Id="rId665" Type="http://schemas.openxmlformats.org/officeDocument/2006/relationships/customXml" Target="../ink/ink780.xml"/><Relationship Id="rId15" Type="http://schemas.openxmlformats.org/officeDocument/2006/relationships/customXml" Target="../ink/ink455.xml"/><Relationship Id="rId57" Type="http://schemas.openxmlformats.org/officeDocument/2006/relationships/customXml" Target="../ink/ink476.xml"/><Relationship Id="rId262" Type="http://schemas.openxmlformats.org/officeDocument/2006/relationships/image" Target="../media/image582.png"/><Relationship Id="rId318" Type="http://schemas.openxmlformats.org/officeDocument/2006/relationships/image" Target="../media/image610.png"/><Relationship Id="rId525" Type="http://schemas.openxmlformats.org/officeDocument/2006/relationships/customXml" Target="../ink/ink710.xml"/><Relationship Id="rId567" Type="http://schemas.openxmlformats.org/officeDocument/2006/relationships/customXml" Target="../ink/ink731.xml"/><Relationship Id="rId732" Type="http://schemas.openxmlformats.org/officeDocument/2006/relationships/image" Target="../media/image817.png"/><Relationship Id="rId99" Type="http://schemas.openxmlformats.org/officeDocument/2006/relationships/customXml" Target="../ink/ink497.xml"/><Relationship Id="rId122" Type="http://schemas.openxmlformats.org/officeDocument/2006/relationships/image" Target="../media/image512.png"/><Relationship Id="rId164" Type="http://schemas.openxmlformats.org/officeDocument/2006/relationships/image" Target="../media/image533.png"/><Relationship Id="rId371" Type="http://schemas.openxmlformats.org/officeDocument/2006/relationships/customXml" Target="../ink/ink633.xml"/><Relationship Id="rId774" Type="http://schemas.openxmlformats.org/officeDocument/2006/relationships/image" Target="../media/image838.png"/><Relationship Id="rId427" Type="http://schemas.openxmlformats.org/officeDocument/2006/relationships/customXml" Target="../ink/ink661.xml"/><Relationship Id="rId469" Type="http://schemas.openxmlformats.org/officeDocument/2006/relationships/customXml" Target="../ink/ink682.xml"/><Relationship Id="rId634" Type="http://schemas.openxmlformats.org/officeDocument/2006/relationships/image" Target="../media/image768.png"/><Relationship Id="rId676" Type="http://schemas.openxmlformats.org/officeDocument/2006/relationships/image" Target="../media/image789.png"/><Relationship Id="rId26" Type="http://schemas.openxmlformats.org/officeDocument/2006/relationships/image" Target="../media/image464.png"/><Relationship Id="rId231" Type="http://schemas.openxmlformats.org/officeDocument/2006/relationships/customXml" Target="../ink/ink563.xml"/><Relationship Id="rId273" Type="http://schemas.openxmlformats.org/officeDocument/2006/relationships/customXml" Target="../ink/ink584.xml"/><Relationship Id="rId329" Type="http://schemas.openxmlformats.org/officeDocument/2006/relationships/customXml" Target="../ink/ink612.xml"/><Relationship Id="rId480" Type="http://schemas.openxmlformats.org/officeDocument/2006/relationships/image" Target="../media/image691.png"/><Relationship Id="rId536" Type="http://schemas.openxmlformats.org/officeDocument/2006/relationships/image" Target="../media/image719.png"/><Relationship Id="rId701" Type="http://schemas.openxmlformats.org/officeDocument/2006/relationships/customXml" Target="../ink/ink798.xml"/><Relationship Id="rId68" Type="http://schemas.openxmlformats.org/officeDocument/2006/relationships/image" Target="../media/image485.png"/><Relationship Id="rId133" Type="http://schemas.openxmlformats.org/officeDocument/2006/relationships/customXml" Target="../ink/ink514.xml"/><Relationship Id="rId175" Type="http://schemas.openxmlformats.org/officeDocument/2006/relationships/customXml" Target="../ink/ink535.xml"/><Relationship Id="rId340" Type="http://schemas.openxmlformats.org/officeDocument/2006/relationships/image" Target="../media/image621.png"/><Relationship Id="rId578" Type="http://schemas.openxmlformats.org/officeDocument/2006/relationships/image" Target="../media/image740.png"/><Relationship Id="rId743" Type="http://schemas.openxmlformats.org/officeDocument/2006/relationships/customXml" Target="../ink/ink819.xml"/><Relationship Id="rId785" Type="http://schemas.openxmlformats.org/officeDocument/2006/relationships/customXml" Target="../ink/ink840.xml"/><Relationship Id="rId200" Type="http://schemas.openxmlformats.org/officeDocument/2006/relationships/image" Target="../media/image551.png"/><Relationship Id="rId382" Type="http://schemas.openxmlformats.org/officeDocument/2006/relationships/image" Target="../media/image642.png"/><Relationship Id="rId438" Type="http://schemas.openxmlformats.org/officeDocument/2006/relationships/image" Target="../media/image670.png"/><Relationship Id="rId603" Type="http://schemas.openxmlformats.org/officeDocument/2006/relationships/customXml" Target="../ink/ink749.xml"/><Relationship Id="rId645" Type="http://schemas.openxmlformats.org/officeDocument/2006/relationships/customXml" Target="../ink/ink770.xml"/><Relationship Id="rId687" Type="http://schemas.openxmlformats.org/officeDocument/2006/relationships/customXml" Target="../ink/ink791.xml"/><Relationship Id="rId242" Type="http://schemas.openxmlformats.org/officeDocument/2006/relationships/image" Target="../media/image572.png"/><Relationship Id="rId284" Type="http://schemas.openxmlformats.org/officeDocument/2006/relationships/image" Target="../media/image593.png"/><Relationship Id="rId491" Type="http://schemas.openxmlformats.org/officeDocument/2006/relationships/customXml" Target="../ink/ink693.xml"/><Relationship Id="rId505" Type="http://schemas.openxmlformats.org/officeDocument/2006/relationships/customXml" Target="../ink/ink700.xml"/><Relationship Id="rId712" Type="http://schemas.openxmlformats.org/officeDocument/2006/relationships/image" Target="../media/image807.png"/><Relationship Id="rId37" Type="http://schemas.openxmlformats.org/officeDocument/2006/relationships/customXml" Target="../ink/ink466.xml"/><Relationship Id="rId79" Type="http://schemas.openxmlformats.org/officeDocument/2006/relationships/customXml" Target="../ink/ink487.xml"/><Relationship Id="rId102" Type="http://schemas.openxmlformats.org/officeDocument/2006/relationships/image" Target="../media/image502.png"/><Relationship Id="rId144" Type="http://schemas.openxmlformats.org/officeDocument/2006/relationships/image" Target="../media/image523.png"/><Relationship Id="rId547" Type="http://schemas.openxmlformats.org/officeDocument/2006/relationships/customXml" Target="../ink/ink721.xml"/><Relationship Id="rId589" Type="http://schemas.openxmlformats.org/officeDocument/2006/relationships/customXml" Target="../ink/ink742.xml"/><Relationship Id="rId754" Type="http://schemas.openxmlformats.org/officeDocument/2006/relationships/image" Target="../media/image828.png"/><Relationship Id="rId90" Type="http://schemas.openxmlformats.org/officeDocument/2006/relationships/image" Target="../media/image496.png"/><Relationship Id="rId186" Type="http://schemas.openxmlformats.org/officeDocument/2006/relationships/image" Target="../media/image544.png"/><Relationship Id="rId351" Type="http://schemas.openxmlformats.org/officeDocument/2006/relationships/customXml" Target="../ink/ink623.xml"/><Relationship Id="rId393" Type="http://schemas.openxmlformats.org/officeDocument/2006/relationships/customXml" Target="../ink/ink644.xml"/><Relationship Id="rId407" Type="http://schemas.openxmlformats.org/officeDocument/2006/relationships/customXml" Target="../ink/ink651.xml"/><Relationship Id="rId449" Type="http://schemas.openxmlformats.org/officeDocument/2006/relationships/customXml" Target="../ink/ink672.xml"/><Relationship Id="rId614" Type="http://schemas.openxmlformats.org/officeDocument/2006/relationships/image" Target="../media/image758.png"/><Relationship Id="rId656" Type="http://schemas.openxmlformats.org/officeDocument/2006/relationships/image" Target="../media/image779.png"/><Relationship Id="rId211" Type="http://schemas.openxmlformats.org/officeDocument/2006/relationships/customXml" Target="../ink/ink553.xml"/><Relationship Id="rId253" Type="http://schemas.openxmlformats.org/officeDocument/2006/relationships/customXml" Target="../ink/ink574.xml"/><Relationship Id="rId295" Type="http://schemas.openxmlformats.org/officeDocument/2006/relationships/customXml" Target="../ink/ink595.xml"/><Relationship Id="rId309" Type="http://schemas.openxmlformats.org/officeDocument/2006/relationships/customXml" Target="../ink/ink602.xml"/><Relationship Id="rId460" Type="http://schemas.openxmlformats.org/officeDocument/2006/relationships/image" Target="../media/image681.png"/><Relationship Id="rId516" Type="http://schemas.openxmlformats.org/officeDocument/2006/relationships/image" Target="../media/image709.png"/><Relationship Id="rId698" Type="http://schemas.openxmlformats.org/officeDocument/2006/relationships/image" Target="../media/image800.png"/><Relationship Id="rId48" Type="http://schemas.openxmlformats.org/officeDocument/2006/relationships/image" Target="../media/image475.png"/><Relationship Id="rId113" Type="http://schemas.openxmlformats.org/officeDocument/2006/relationships/customXml" Target="../ink/ink504.xml"/><Relationship Id="rId320" Type="http://schemas.openxmlformats.org/officeDocument/2006/relationships/image" Target="../media/image611.png"/><Relationship Id="rId558" Type="http://schemas.openxmlformats.org/officeDocument/2006/relationships/image" Target="../media/image730.png"/><Relationship Id="rId723" Type="http://schemas.openxmlformats.org/officeDocument/2006/relationships/customXml" Target="../ink/ink809.xml"/><Relationship Id="rId765" Type="http://schemas.openxmlformats.org/officeDocument/2006/relationships/customXml" Target="../ink/ink830.xml"/><Relationship Id="rId155" Type="http://schemas.openxmlformats.org/officeDocument/2006/relationships/customXml" Target="../ink/ink525.xml"/><Relationship Id="rId197" Type="http://schemas.openxmlformats.org/officeDocument/2006/relationships/customXml" Target="../ink/ink546.xml"/><Relationship Id="rId362" Type="http://schemas.openxmlformats.org/officeDocument/2006/relationships/image" Target="../media/image632.png"/><Relationship Id="rId418" Type="http://schemas.openxmlformats.org/officeDocument/2006/relationships/image" Target="../media/image660.png"/><Relationship Id="rId625" Type="http://schemas.openxmlformats.org/officeDocument/2006/relationships/customXml" Target="../ink/ink760.xml"/><Relationship Id="rId222" Type="http://schemas.openxmlformats.org/officeDocument/2006/relationships/image" Target="../media/image562.png"/><Relationship Id="rId264" Type="http://schemas.openxmlformats.org/officeDocument/2006/relationships/image" Target="../media/image583.png"/><Relationship Id="rId471" Type="http://schemas.openxmlformats.org/officeDocument/2006/relationships/customXml" Target="../ink/ink683.xml"/><Relationship Id="rId667" Type="http://schemas.openxmlformats.org/officeDocument/2006/relationships/customXml" Target="../ink/ink781.xml"/><Relationship Id="rId17" Type="http://schemas.openxmlformats.org/officeDocument/2006/relationships/customXml" Target="../ink/ink456.xml"/><Relationship Id="rId59" Type="http://schemas.openxmlformats.org/officeDocument/2006/relationships/customXml" Target="../ink/ink477.xml"/><Relationship Id="rId124" Type="http://schemas.openxmlformats.org/officeDocument/2006/relationships/image" Target="../media/image513.png"/><Relationship Id="rId527" Type="http://schemas.openxmlformats.org/officeDocument/2006/relationships/customXml" Target="../ink/ink711.xml"/><Relationship Id="rId569" Type="http://schemas.openxmlformats.org/officeDocument/2006/relationships/customXml" Target="../ink/ink732.xml"/><Relationship Id="rId734" Type="http://schemas.openxmlformats.org/officeDocument/2006/relationships/image" Target="../media/image818.png"/><Relationship Id="rId776" Type="http://schemas.openxmlformats.org/officeDocument/2006/relationships/image" Target="../media/image839.png"/><Relationship Id="rId70" Type="http://schemas.openxmlformats.org/officeDocument/2006/relationships/image" Target="../media/image486.png"/><Relationship Id="rId166" Type="http://schemas.openxmlformats.org/officeDocument/2006/relationships/image" Target="../media/image534.png"/><Relationship Id="rId331" Type="http://schemas.openxmlformats.org/officeDocument/2006/relationships/customXml" Target="../ink/ink613.xml"/><Relationship Id="rId373" Type="http://schemas.openxmlformats.org/officeDocument/2006/relationships/customXml" Target="../ink/ink634.xml"/><Relationship Id="rId429" Type="http://schemas.openxmlformats.org/officeDocument/2006/relationships/customXml" Target="../ink/ink662.xml"/><Relationship Id="rId580" Type="http://schemas.openxmlformats.org/officeDocument/2006/relationships/image" Target="../media/image741.png"/><Relationship Id="rId636" Type="http://schemas.openxmlformats.org/officeDocument/2006/relationships/image" Target="../media/image769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564.xml"/><Relationship Id="rId440" Type="http://schemas.openxmlformats.org/officeDocument/2006/relationships/image" Target="../media/image671.png"/><Relationship Id="rId678" Type="http://schemas.openxmlformats.org/officeDocument/2006/relationships/image" Target="../media/image790.png"/><Relationship Id="rId28" Type="http://schemas.openxmlformats.org/officeDocument/2006/relationships/image" Target="../media/image465.png"/><Relationship Id="rId275" Type="http://schemas.openxmlformats.org/officeDocument/2006/relationships/customXml" Target="../ink/ink585.xml"/><Relationship Id="rId300" Type="http://schemas.openxmlformats.org/officeDocument/2006/relationships/image" Target="../media/image601.png"/><Relationship Id="rId482" Type="http://schemas.openxmlformats.org/officeDocument/2006/relationships/image" Target="../media/image692.png"/><Relationship Id="rId538" Type="http://schemas.openxmlformats.org/officeDocument/2006/relationships/image" Target="../media/image720.png"/><Relationship Id="rId703" Type="http://schemas.openxmlformats.org/officeDocument/2006/relationships/customXml" Target="../ink/ink799.xml"/><Relationship Id="rId745" Type="http://schemas.openxmlformats.org/officeDocument/2006/relationships/customXml" Target="../ink/ink820.xml"/><Relationship Id="rId81" Type="http://schemas.openxmlformats.org/officeDocument/2006/relationships/customXml" Target="../ink/ink488.xml"/><Relationship Id="rId135" Type="http://schemas.openxmlformats.org/officeDocument/2006/relationships/customXml" Target="../ink/ink515.xml"/><Relationship Id="rId177" Type="http://schemas.openxmlformats.org/officeDocument/2006/relationships/customXml" Target="../ink/ink536.xml"/><Relationship Id="rId342" Type="http://schemas.openxmlformats.org/officeDocument/2006/relationships/image" Target="../media/image622.png"/><Relationship Id="rId384" Type="http://schemas.openxmlformats.org/officeDocument/2006/relationships/image" Target="../media/image643.png"/><Relationship Id="rId591" Type="http://schemas.openxmlformats.org/officeDocument/2006/relationships/customXml" Target="../ink/ink743.xml"/><Relationship Id="rId605" Type="http://schemas.openxmlformats.org/officeDocument/2006/relationships/customXml" Target="../ink/ink750.xml"/><Relationship Id="rId202" Type="http://schemas.openxmlformats.org/officeDocument/2006/relationships/image" Target="../media/image552.png"/><Relationship Id="rId244" Type="http://schemas.openxmlformats.org/officeDocument/2006/relationships/image" Target="../media/image573.png"/><Relationship Id="rId647" Type="http://schemas.openxmlformats.org/officeDocument/2006/relationships/customXml" Target="../ink/ink771.xml"/><Relationship Id="rId689" Type="http://schemas.openxmlformats.org/officeDocument/2006/relationships/customXml" Target="../ink/ink792.xml"/><Relationship Id="rId39" Type="http://schemas.openxmlformats.org/officeDocument/2006/relationships/customXml" Target="../ink/ink467.xml"/><Relationship Id="rId286" Type="http://schemas.openxmlformats.org/officeDocument/2006/relationships/image" Target="../media/image594.png"/><Relationship Id="rId451" Type="http://schemas.openxmlformats.org/officeDocument/2006/relationships/customXml" Target="../ink/ink673.xml"/><Relationship Id="rId493" Type="http://schemas.openxmlformats.org/officeDocument/2006/relationships/customXml" Target="../ink/ink694.xml"/><Relationship Id="rId507" Type="http://schemas.openxmlformats.org/officeDocument/2006/relationships/customXml" Target="../ink/ink701.xml"/><Relationship Id="rId549" Type="http://schemas.openxmlformats.org/officeDocument/2006/relationships/customXml" Target="../ink/ink722.xml"/><Relationship Id="rId714" Type="http://schemas.openxmlformats.org/officeDocument/2006/relationships/image" Target="../media/image808.png"/><Relationship Id="rId756" Type="http://schemas.openxmlformats.org/officeDocument/2006/relationships/image" Target="../media/image829.png"/><Relationship Id="rId50" Type="http://schemas.openxmlformats.org/officeDocument/2006/relationships/image" Target="../media/image476.png"/><Relationship Id="rId104" Type="http://schemas.openxmlformats.org/officeDocument/2006/relationships/image" Target="../media/image503.png"/><Relationship Id="rId146" Type="http://schemas.openxmlformats.org/officeDocument/2006/relationships/image" Target="../media/image524.png"/><Relationship Id="rId188" Type="http://schemas.openxmlformats.org/officeDocument/2006/relationships/image" Target="../media/image545.png"/><Relationship Id="rId311" Type="http://schemas.openxmlformats.org/officeDocument/2006/relationships/customXml" Target="../ink/ink603.xml"/><Relationship Id="rId353" Type="http://schemas.openxmlformats.org/officeDocument/2006/relationships/customXml" Target="../ink/ink624.xml"/><Relationship Id="rId395" Type="http://schemas.openxmlformats.org/officeDocument/2006/relationships/customXml" Target="../ink/ink645.xml"/><Relationship Id="rId409" Type="http://schemas.openxmlformats.org/officeDocument/2006/relationships/customXml" Target="../ink/ink652.xml"/><Relationship Id="rId560" Type="http://schemas.openxmlformats.org/officeDocument/2006/relationships/image" Target="../media/image731.png"/><Relationship Id="rId92" Type="http://schemas.openxmlformats.org/officeDocument/2006/relationships/image" Target="../media/image497.png"/><Relationship Id="rId213" Type="http://schemas.openxmlformats.org/officeDocument/2006/relationships/customXml" Target="../ink/ink554.xml"/><Relationship Id="rId420" Type="http://schemas.openxmlformats.org/officeDocument/2006/relationships/image" Target="../media/image661.png"/><Relationship Id="rId616" Type="http://schemas.openxmlformats.org/officeDocument/2006/relationships/image" Target="../media/image759.png"/><Relationship Id="rId658" Type="http://schemas.openxmlformats.org/officeDocument/2006/relationships/image" Target="../media/image780.png"/><Relationship Id="rId255" Type="http://schemas.openxmlformats.org/officeDocument/2006/relationships/customXml" Target="../ink/ink575.xml"/><Relationship Id="rId297" Type="http://schemas.openxmlformats.org/officeDocument/2006/relationships/customXml" Target="../ink/ink596.xml"/><Relationship Id="rId462" Type="http://schemas.openxmlformats.org/officeDocument/2006/relationships/image" Target="../media/image682.png"/><Relationship Id="rId518" Type="http://schemas.openxmlformats.org/officeDocument/2006/relationships/image" Target="../media/image710.png"/><Relationship Id="rId725" Type="http://schemas.openxmlformats.org/officeDocument/2006/relationships/customXml" Target="../ink/ink810.xml"/><Relationship Id="rId115" Type="http://schemas.openxmlformats.org/officeDocument/2006/relationships/customXml" Target="../ink/ink505.xml"/><Relationship Id="rId157" Type="http://schemas.openxmlformats.org/officeDocument/2006/relationships/customXml" Target="../ink/ink526.xml"/><Relationship Id="rId322" Type="http://schemas.openxmlformats.org/officeDocument/2006/relationships/image" Target="../media/image612.png"/><Relationship Id="rId364" Type="http://schemas.openxmlformats.org/officeDocument/2006/relationships/image" Target="../media/image633.png"/><Relationship Id="rId767" Type="http://schemas.openxmlformats.org/officeDocument/2006/relationships/customXml" Target="../ink/ink831.xml"/><Relationship Id="rId61" Type="http://schemas.openxmlformats.org/officeDocument/2006/relationships/customXml" Target="../ink/ink478.xml"/><Relationship Id="rId199" Type="http://schemas.openxmlformats.org/officeDocument/2006/relationships/customXml" Target="../ink/ink547.xml"/><Relationship Id="rId571" Type="http://schemas.openxmlformats.org/officeDocument/2006/relationships/customXml" Target="../ink/ink733.xml"/><Relationship Id="rId627" Type="http://schemas.openxmlformats.org/officeDocument/2006/relationships/customXml" Target="../ink/ink761.xml"/><Relationship Id="rId669" Type="http://schemas.openxmlformats.org/officeDocument/2006/relationships/customXml" Target="../ink/ink782.xml"/><Relationship Id="rId19" Type="http://schemas.openxmlformats.org/officeDocument/2006/relationships/customXml" Target="../ink/ink457.xml"/><Relationship Id="rId224" Type="http://schemas.openxmlformats.org/officeDocument/2006/relationships/image" Target="../media/image563.png"/><Relationship Id="rId266" Type="http://schemas.openxmlformats.org/officeDocument/2006/relationships/image" Target="../media/image584.png"/><Relationship Id="rId431" Type="http://schemas.openxmlformats.org/officeDocument/2006/relationships/customXml" Target="../ink/ink663.xml"/><Relationship Id="rId473" Type="http://schemas.openxmlformats.org/officeDocument/2006/relationships/customXml" Target="../ink/ink684.xml"/><Relationship Id="rId529" Type="http://schemas.openxmlformats.org/officeDocument/2006/relationships/customXml" Target="../ink/ink712.xml"/><Relationship Id="rId680" Type="http://schemas.openxmlformats.org/officeDocument/2006/relationships/image" Target="../media/image791.png"/><Relationship Id="rId736" Type="http://schemas.openxmlformats.org/officeDocument/2006/relationships/image" Target="../media/image819.png"/><Relationship Id="rId30" Type="http://schemas.openxmlformats.org/officeDocument/2006/relationships/image" Target="../media/image466.png"/><Relationship Id="rId126" Type="http://schemas.openxmlformats.org/officeDocument/2006/relationships/image" Target="../media/image514.png"/><Relationship Id="rId168" Type="http://schemas.openxmlformats.org/officeDocument/2006/relationships/image" Target="../media/image535.png"/><Relationship Id="rId333" Type="http://schemas.openxmlformats.org/officeDocument/2006/relationships/customXml" Target="../ink/ink614.xml"/><Relationship Id="rId540" Type="http://schemas.openxmlformats.org/officeDocument/2006/relationships/image" Target="../media/image721.png"/><Relationship Id="rId778" Type="http://schemas.openxmlformats.org/officeDocument/2006/relationships/image" Target="../media/image840.png"/><Relationship Id="rId72" Type="http://schemas.openxmlformats.org/officeDocument/2006/relationships/image" Target="../media/image487.png"/><Relationship Id="rId375" Type="http://schemas.openxmlformats.org/officeDocument/2006/relationships/customXml" Target="../ink/ink635.xml"/><Relationship Id="rId582" Type="http://schemas.openxmlformats.org/officeDocument/2006/relationships/image" Target="../media/image742.png"/><Relationship Id="rId638" Type="http://schemas.openxmlformats.org/officeDocument/2006/relationships/image" Target="../media/image770.png"/><Relationship Id="rId3" Type="http://schemas.openxmlformats.org/officeDocument/2006/relationships/customXml" Target="../ink/ink449.xml"/><Relationship Id="rId235" Type="http://schemas.openxmlformats.org/officeDocument/2006/relationships/customXml" Target="../ink/ink565.xml"/><Relationship Id="rId277" Type="http://schemas.openxmlformats.org/officeDocument/2006/relationships/customXml" Target="../ink/ink586.xml"/><Relationship Id="rId400" Type="http://schemas.openxmlformats.org/officeDocument/2006/relationships/image" Target="../media/image651.png"/><Relationship Id="rId442" Type="http://schemas.openxmlformats.org/officeDocument/2006/relationships/image" Target="../media/image672.png"/><Relationship Id="rId484" Type="http://schemas.openxmlformats.org/officeDocument/2006/relationships/image" Target="../media/image693.png"/><Relationship Id="rId705" Type="http://schemas.openxmlformats.org/officeDocument/2006/relationships/customXml" Target="../ink/ink800.xml"/><Relationship Id="rId137" Type="http://schemas.openxmlformats.org/officeDocument/2006/relationships/customXml" Target="../ink/ink516.xml"/><Relationship Id="rId302" Type="http://schemas.openxmlformats.org/officeDocument/2006/relationships/image" Target="../media/image602.png"/><Relationship Id="rId344" Type="http://schemas.openxmlformats.org/officeDocument/2006/relationships/image" Target="../media/image623.png"/><Relationship Id="rId691" Type="http://schemas.openxmlformats.org/officeDocument/2006/relationships/customXml" Target="../ink/ink793.xml"/><Relationship Id="rId747" Type="http://schemas.openxmlformats.org/officeDocument/2006/relationships/customXml" Target="../ink/ink821.xml"/><Relationship Id="rId41" Type="http://schemas.openxmlformats.org/officeDocument/2006/relationships/customXml" Target="../ink/ink468.xml"/><Relationship Id="rId83" Type="http://schemas.openxmlformats.org/officeDocument/2006/relationships/customXml" Target="../ink/ink489.xml"/><Relationship Id="rId179" Type="http://schemas.openxmlformats.org/officeDocument/2006/relationships/customXml" Target="../ink/ink537.xml"/><Relationship Id="rId386" Type="http://schemas.openxmlformats.org/officeDocument/2006/relationships/image" Target="../media/image644.png"/><Relationship Id="rId551" Type="http://schemas.openxmlformats.org/officeDocument/2006/relationships/customXml" Target="../ink/ink723.xml"/><Relationship Id="rId593" Type="http://schemas.openxmlformats.org/officeDocument/2006/relationships/customXml" Target="../ink/ink744.xml"/><Relationship Id="rId607" Type="http://schemas.openxmlformats.org/officeDocument/2006/relationships/customXml" Target="../ink/ink751.xml"/><Relationship Id="rId649" Type="http://schemas.openxmlformats.org/officeDocument/2006/relationships/customXml" Target="../ink/ink772.xml"/><Relationship Id="rId190" Type="http://schemas.openxmlformats.org/officeDocument/2006/relationships/image" Target="../media/image546.png"/><Relationship Id="rId204" Type="http://schemas.openxmlformats.org/officeDocument/2006/relationships/image" Target="../media/image553.png"/><Relationship Id="rId246" Type="http://schemas.openxmlformats.org/officeDocument/2006/relationships/image" Target="../media/image574.png"/><Relationship Id="rId288" Type="http://schemas.openxmlformats.org/officeDocument/2006/relationships/image" Target="../media/image595.png"/><Relationship Id="rId411" Type="http://schemas.openxmlformats.org/officeDocument/2006/relationships/customXml" Target="../ink/ink653.xml"/><Relationship Id="rId453" Type="http://schemas.openxmlformats.org/officeDocument/2006/relationships/customXml" Target="../ink/ink674.xml"/><Relationship Id="rId509" Type="http://schemas.openxmlformats.org/officeDocument/2006/relationships/customXml" Target="../ink/ink702.xml"/><Relationship Id="rId660" Type="http://schemas.openxmlformats.org/officeDocument/2006/relationships/image" Target="../media/image781.png"/><Relationship Id="rId106" Type="http://schemas.openxmlformats.org/officeDocument/2006/relationships/image" Target="../media/image504.png"/><Relationship Id="rId313" Type="http://schemas.openxmlformats.org/officeDocument/2006/relationships/customXml" Target="../ink/ink604.xml"/><Relationship Id="rId495" Type="http://schemas.openxmlformats.org/officeDocument/2006/relationships/customXml" Target="../ink/ink695.xml"/><Relationship Id="rId716" Type="http://schemas.openxmlformats.org/officeDocument/2006/relationships/image" Target="../media/image809.png"/><Relationship Id="rId758" Type="http://schemas.openxmlformats.org/officeDocument/2006/relationships/image" Target="../media/image830.png"/><Relationship Id="rId10" Type="http://schemas.openxmlformats.org/officeDocument/2006/relationships/image" Target="../media/image456.png"/><Relationship Id="rId52" Type="http://schemas.openxmlformats.org/officeDocument/2006/relationships/image" Target="../media/image477.png"/><Relationship Id="rId94" Type="http://schemas.openxmlformats.org/officeDocument/2006/relationships/image" Target="../media/image498.png"/><Relationship Id="rId148" Type="http://schemas.openxmlformats.org/officeDocument/2006/relationships/image" Target="../media/image525.png"/><Relationship Id="rId355" Type="http://schemas.openxmlformats.org/officeDocument/2006/relationships/customXml" Target="../ink/ink625.xml"/><Relationship Id="rId397" Type="http://schemas.openxmlformats.org/officeDocument/2006/relationships/customXml" Target="../ink/ink646.xml"/><Relationship Id="rId520" Type="http://schemas.openxmlformats.org/officeDocument/2006/relationships/image" Target="../media/image711.png"/><Relationship Id="rId562" Type="http://schemas.openxmlformats.org/officeDocument/2006/relationships/image" Target="../media/image732.png"/><Relationship Id="rId618" Type="http://schemas.openxmlformats.org/officeDocument/2006/relationships/image" Target="../media/image760.png"/><Relationship Id="rId215" Type="http://schemas.openxmlformats.org/officeDocument/2006/relationships/customXml" Target="../ink/ink555.xml"/><Relationship Id="rId257" Type="http://schemas.openxmlformats.org/officeDocument/2006/relationships/customXml" Target="../ink/ink576.xml"/><Relationship Id="rId422" Type="http://schemas.openxmlformats.org/officeDocument/2006/relationships/image" Target="../media/image662.png"/><Relationship Id="rId464" Type="http://schemas.openxmlformats.org/officeDocument/2006/relationships/image" Target="../media/image683.png"/><Relationship Id="rId299" Type="http://schemas.openxmlformats.org/officeDocument/2006/relationships/customXml" Target="../ink/ink597.xml"/><Relationship Id="rId727" Type="http://schemas.openxmlformats.org/officeDocument/2006/relationships/customXml" Target="../ink/ink811.xml"/><Relationship Id="rId63" Type="http://schemas.openxmlformats.org/officeDocument/2006/relationships/customXml" Target="../ink/ink479.xml"/><Relationship Id="rId159" Type="http://schemas.openxmlformats.org/officeDocument/2006/relationships/customXml" Target="../ink/ink527.xml"/><Relationship Id="rId366" Type="http://schemas.openxmlformats.org/officeDocument/2006/relationships/image" Target="../media/image634.png"/><Relationship Id="rId573" Type="http://schemas.openxmlformats.org/officeDocument/2006/relationships/customXml" Target="../ink/ink734.xml"/><Relationship Id="rId780" Type="http://schemas.openxmlformats.org/officeDocument/2006/relationships/image" Target="../media/image841.png"/><Relationship Id="rId226" Type="http://schemas.openxmlformats.org/officeDocument/2006/relationships/image" Target="../media/image564.png"/><Relationship Id="rId433" Type="http://schemas.openxmlformats.org/officeDocument/2006/relationships/customXml" Target="../ink/ink664.xml"/><Relationship Id="rId640" Type="http://schemas.openxmlformats.org/officeDocument/2006/relationships/image" Target="../media/image771.png"/><Relationship Id="rId738" Type="http://schemas.openxmlformats.org/officeDocument/2006/relationships/image" Target="../media/image820.png"/><Relationship Id="rId74" Type="http://schemas.openxmlformats.org/officeDocument/2006/relationships/image" Target="../media/image488.png"/><Relationship Id="rId377" Type="http://schemas.openxmlformats.org/officeDocument/2006/relationships/customXml" Target="../ink/ink636.xml"/><Relationship Id="rId500" Type="http://schemas.openxmlformats.org/officeDocument/2006/relationships/image" Target="../media/image701.png"/><Relationship Id="rId584" Type="http://schemas.openxmlformats.org/officeDocument/2006/relationships/image" Target="../media/image743.png"/><Relationship Id="rId5" Type="http://schemas.openxmlformats.org/officeDocument/2006/relationships/customXml" Target="../ink/ink450.xml"/><Relationship Id="rId237" Type="http://schemas.openxmlformats.org/officeDocument/2006/relationships/customXml" Target="../ink/ink566.xml"/><Relationship Id="rId444" Type="http://schemas.openxmlformats.org/officeDocument/2006/relationships/image" Target="../media/image673.png"/><Relationship Id="rId651" Type="http://schemas.openxmlformats.org/officeDocument/2006/relationships/customXml" Target="../ink/ink773.xml"/><Relationship Id="rId749" Type="http://schemas.openxmlformats.org/officeDocument/2006/relationships/customXml" Target="../ink/ink822.xml"/><Relationship Id="rId290" Type="http://schemas.openxmlformats.org/officeDocument/2006/relationships/image" Target="../media/image596.png"/><Relationship Id="rId304" Type="http://schemas.openxmlformats.org/officeDocument/2006/relationships/image" Target="../media/image603.png"/><Relationship Id="rId388" Type="http://schemas.openxmlformats.org/officeDocument/2006/relationships/image" Target="../media/image645.png"/><Relationship Id="rId511" Type="http://schemas.openxmlformats.org/officeDocument/2006/relationships/customXml" Target="../ink/ink703.xml"/><Relationship Id="rId609" Type="http://schemas.openxmlformats.org/officeDocument/2006/relationships/customXml" Target="../ink/ink752.xml"/><Relationship Id="rId85" Type="http://schemas.openxmlformats.org/officeDocument/2006/relationships/customXml" Target="../ink/ink490.xml"/><Relationship Id="rId150" Type="http://schemas.openxmlformats.org/officeDocument/2006/relationships/image" Target="../media/image526.png"/><Relationship Id="rId595" Type="http://schemas.openxmlformats.org/officeDocument/2006/relationships/customXml" Target="../ink/ink745.xml"/><Relationship Id="rId248" Type="http://schemas.openxmlformats.org/officeDocument/2006/relationships/image" Target="../media/image575.png"/><Relationship Id="rId455" Type="http://schemas.openxmlformats.org/officeDocument/2006/relationships/customXml" Target="../ink/ink675.xml"/><Relationship Id="rId662" Type="http://schemas.openxmlformats.org/officeDocument/2006/relationships/image" Target="../media/image782.png"/><Relationship Id="rId12" Type="http://schemas.openxmlformats.org/officeDocument/2006/relationships/image" Target="../media/image457.png"/><Relationship Id="rId108" Type="http://schemas.openxmlformats.org/officeDocument/2006/relationships/image" Target="../media/image505.png"/><Relationship Id="rId315" Type="http://schemas.openxmlformats.org/officeDocument/2006/relationships/customXml" Target="../ink/ink605.xml"/><Relationship Id="rId522" Type="http://schemas.openxmlformats.org/officeDocument/2006/relationships/image" Target="../media/image712.png"/><Relationship Id="rId96" Type="http://schemas.openxmlformats.org/officeDocument/2006/relationships/image" Target="../media/image499.png"/><Relationship Id="rId161" Type="http://schemas.openxmlformats.org/officeDocument/2006/relationships/customXml" Target="../ink/ink528.xml"/><Relationship Id="rId399" Type="http://schemas.openxmlformats.org/officeDocument/2006/relationships/customXml" Target="../ink/ink647.xml"/><Relationship Id="rId259" Type="http://schemas.openxmlformats.org/officeDocument/2006/relationships/customXml" Target="../ink/ink577.xml"/><Relationship Id="rId466" Type="http://schemas.openxmlformats.org/officeDocument/2006/relationships/image" Target="../media/image684.png"/><Relationship Id="rId673" Type="http://schemas.openxmlformats.org/officeDocument/2006/relationships/customXml" Target="../ink/ink784.xml"/><Relationship Id="rId23" Type="http://schemas.openxmlformats.org/officeDocument/2006/relationships/customXml" Target="../ink/ink459.xml"/><Relationship Id="rId119" Type="http://schemas.openxmlformats.org/officeDocument/2006/relationships/customXml" Target="../ink/ink507.xml"/><Relationship Id="rId326" Type="http://schemas.openxmlformats.org/officeDocument/2006/relationships/image" Target="../media/image614.png"/><Relationship Id="rId533" Type="http://schemas.openxmlformats.org/officeDocument/2006/relationships/customXml" Target="../ink/ink714.xml"/><Relationship Id="rId740" Type="http://schemas.openxmlformats.org/officeDocument/2006/relationships/image" Target="../media/image821.png"/><Relationship Id="rId172" Type="http://schemas.openxmlformats.org/officeDocument/2006/relationships/image" Target="../media/image537.png"/><Relationship Id="rId477" Type="http://schemas.openxmlformats.org/officeDocument/2006/relationships/customXml" Target="../ink/ink686.xml"/><Relationship Id="rId600" Type="http://schemas.openxmlformats.org/officeDocument/2006/relationships/image" Target="../media/image751.png"/><Relationship Id="rId684" Type="http://schemas.openxmlformats.org/officeDocument/2006/relationships/image" Target="../media/image793.png"/><Relationship Id="rId337" Type="http://schemas.openxmlformats.org/officeDocument/2006/relationships/customXml" Target="../ink/ink616.xml"/><Relationship Id="rId34" Type="http://schemas.openxmlformats.org/officeDocument/2006/relationships/image" Target="../media/image468.png"/><Relationship Id="rId544" Type="http://schemas.openxmlformats.org/officeDocument/2006/relationships/image" Target="../media/image723.png"/><Relationship Id="rId751" Type="http://schemas.openxmlformats.org/officeDocument/2006/relationships/customXml" Target="../ink/ink823.xml"/><Relationship Id="rId183" Type="http://schemas.openxmlformats.org/officeDocument/2006/relationships/customXml" Target="../ink/ink539.xml"/><Relationship Id="rId390" Type="http://schemas.openxmlformats.org/officeDocument/2006/relationships/image" Target="../media/image646.png"/><Relationship Id="rId404" Type="http://schemas.openxmlformats.org/officeDocument/2006/relationships/image" Target="../media/image653.png"/><Relationship Id="rId611" Type="http://schemas.openxmlformats.org/officeDocument/2006/relationships/customXml" Target="../ink/ink753.xml"/><Relationship Id="rId250" Type="http://schemas.openxmlformats.org/officeDocument/2006/relationships/image" Target="../media/image576.png"/><Relationship Id="rId488" Type="http://schemas.openxmlformats.org/officeDocument/2006/relationships/image" Target="../media/image695.png"/><Relationship Id="rId695" Type="http://schemas.openxmlformats.org/officeDocument/2006/relationships/customXml" Target="../ink/ink795.xml"/><Relationship Id="rId709" Type="http://schemas.openxmlformats.org/officeDocument/2006/relationships/customXml" Target="../ink/ink802.xml"/><Relationship Id="rId45" Type="http://schemas.openxmlformats.org/officeDocument/2006/relationships/customXml" Target="../ink/ink470.xml"/><Relationship Id="rId110" Type="http://schemas.openxmlformats.org/officeDocument/2006/relationships/image" Target="../media/image506.png"/><Relationship Id="rId348" Type="http://schemas.openxmlformats.org/officeDocument/2006/relationships/image" Target="../media/image625.png"/><Relationship Id="rId555" Type="http://schemas.openxmlformats.org/officeDocument/2006/relationships/customXml" Target="../ink/ink725.xml"/><Relationship Id="rId762" Type="http://schemas.openxmlformats.org/officeDocument/2006/relationships/image" Target="../media/image832.png"/><Relationship Id="rId194" Type="http://schemas.openxmlformats.org/officeDocument/2006/relationships/image" Target="../media/image548.png"/><Relationship Id="rId208" Type="http://schemas.openxmlformats.org/officeDocument/2006/relationships/image" Target="../media/image555.png"/><Relationship Id="rId415" Type="http://schemas.openxmlformats.org/officeDocument/2006/relationships/customXml" Target="../ink/ink655.xml"/><Relationship Id="rId622" Type="http://schemas.openxmlformats.org/officeDocument/2006/relationships/image" Target="../media/image762.png"/><Relationship Id="rId261" Type="http://schemas.openxmlformats.org/officeDocument/2006/relationships/customXml" Target="../ink/ink578.xml"/><Relationship Id="rId499" Type="http://schemas.openxmlformats.org/officeDocument/2006/relationships/customXml" Target="../ink/ink697.xml"/><Relationship Id="rId56" Type="http://schemas.openxmlformats.org/officeDocument/2006/relationships/image" Target="../media/image479.png"/><Relationship Id="rId359" Type="http://schemas.openxmlformats.org/officeDocument/2006/relationships/customXml" Target="../ink/ink627.xml"/><Relationship Id="rId566" Type="http://schemas.openxmlformats.org/officeDocument/2006/relationships/image" Target="../media/image734.png"/><Relationship Id="rId773" Type="http://schemas.openxmlformats.org/officeDocument/2006/relationships/customXml" Target="../ink/ink834.xml"/><Relationship Id="rId121" Type="http://schemas.openxmlformats.org/officeDocument/2006/relationships/customXml" Target="../ink/ink508.xml"/><Relationship Id="rId219" Type="http://schemas.openxmlformats.org/officeDocument/2006/relationships/customXml" Target="../ink/ink557.xml"/><Relationship Id="rId426" Type="http://schemas.openxmlformats.org/officeDocument/2006/relationships/image" Target="../media/image664.png"/><Relationship Id="rId633" Type="http://schemas.openxmlformats.org/officeDocument/2006/relationships/customXml" Target="../ink/ink764.xml"/><Relationship Id="rId67" Type="http://schemas.openxmlformats.org/officeDocument/2006/relationships/customXml" Target="../ink/ink481.xml"/><Relationship Id="rId272" Type="http://schemas.openxmlformats.org/officeDocument/2006/relationships/image" Target="../media/image587.png"/><Relationship Id="rId577" Type="http://schemas.openxmlformats.org/officeDocument/2006/relationships/customXml" Target="../ink/ink736.xml"/><Relationship Id="rId700" Type="http://schemas.openxmlformats.org/officeDocument/2006/relationships/image" Target="../media/image801.png"/><Relationship Id="rId132" Type="http://schemas.openxmlformats.org/officeDocument/2006/relationships/image" Target="../media/image517.png"/><Relationship Id="rId784" Type="http://schemas.openxmlformats.org/officeDocument/2006/relationships/image" Target="../media/image843.png"/><Relationship Id="rId437" Type="http://schemas.openxmlformats.org/officeDocument/2006/relationships/customXml" Target="../ink/ink666.xml"/><Relationship Id="rId644" Type="http://schemas.openxmlformats.org/officeDocument/2006/relationships/image" Target="../media/image773.png"/><Relationship Id="rId283" Type="http://schemas.openxmlformats.org/officeDocument/2006/relationships/customXml" Target="../ink/ink589.xml"/><Relationship Id="rId490" Type="http://schemas.openxmlformats.org/officeDocument/2006/relationships/image" Target="../media/image696.png"/><Relationship Id="rId504" Type="http://schemas.openxmlformats.org/officeDocument/2006/relationships/image" Target="../media/image703.png"/><Relationship Id="rId711" Type="http://schemas.openxmlformats.org/officeDocument/2006/relationships/customXml" Target="../ink/ink803.xml"/><Relationship Id="rId78" Type="http://schemas.openxmlformats.org/officeDocument/2006/relationships/image" Target="../media/image490.png"/><Relationship Id="rId143" Type="http://schemas.openxmlformats.org/officeDocument/2006/relationships/customXml" Target="../ink/ink519.xml"/><Relationship Id="rId350" Type="http://schemas.openxmlformats.org/officeDocument/2006/relationships/image" Target="../media/image626.png"/><Relationship Id="rId588" Type="http://schemas.openxmlformats.org/officeDocument/2006/relationships/image" Target="../media/image745.png"/><Relationship Id="rId9" Type="http://schemas.openxmlformats.org/officeDocument/2006/relationships/customXml" Target="../ink/ink452.xml"/><Relationship Id="rId210" Type="http://schemas.openxmlformats.org/officeDocument/2006/relationships/image" Target="../media/image556.png"/><Relationship Id="rId448" Type="http://schemas.openxmlformats.org/officeDocument/2006/relationships/image" Target="../media/image675.png"/><Relationship Id="rId655" Type="http://schemas.openxmlformats.org/officeDocument/2006/relationships/customXml" Target="../ink/ink775.xml"/><Relationship Id="rId294" Type="http://schemas.openxmlformats.org/officeDocument/2006/relationships/image" Target="../media/image598.png"/><Relationship Id="rId308" Type="http://schemas.openxmlformats.org/officeDocument/2006/relationships/image" Target="../media/image605.png"/><Relationship Id="rId515" Type="http://schemas.openxmlformats.org/officeDocument/2006/relationships/customXml" Target="../ink/ink705.xml"/><Relationship Id="rId722" Type="http://schemas.openxmlformats.org/officeDocument/2006/relationships/image" Target="../media/image812.png"/><Relationship Id="rId89" Type="http://schemas.openxmlformats.org/officeDocument/2006/relationships/customXml" Target="../ink/ink492.xml"/><Relationship Id="rId154" Type="http://schemas.openxmlformats.org/officeDocument/2006/relationships/image" Target="../media/image528.png"/><Relationship Id="rId361" Type="http://schemas.openxmlformats.org/officeDocument/2006/relationships/customXml" Target="../ink/ink628.xml"/><Relationship Id="rId599" Type="http://schemas.openxmlformats.org/officeDocument/2006/relationships/customXml" Target="../ink/ink747.xml"/><Relationship Id="rId459" Type="http://schemas.openxmlformats.org/officeDocument/2006/relationships/customXml" Target="../ink/ink677.xml"/><Relationship Id="rId666" Type="http://schemas.openxmlformats.org/officeDocument/2006/relationships/image" Target="../media/image784.png"/><Relationship Id="rId16" Type="http://schemas.openxmlformats.org/officeDocument/2006/relationships/image" Target="../media/image459.png"/><Relationship Id="rId221" Type="http://schemas.openxmlformats.org/officeDocument/2006/relationships/customXml" Target="../ink/ink558.xml"/><Relationship Id="rId319" Type="http://schemas.openxmlformats.org/officeDocument/2006/relationships/customXml" Target="../ink/ink607.xml"/><Relationship Id="rId526" Type="http://schemas.openxmlformats.org/officeDocument/2006/relationships/image" Target="../media/image714.png"/><Relationship Id="rId733" Type="http://schemas.openxmlformats.org/officeDocument/2006/relationships/customXml" Target="../ink/ink814.xml"/><Relationship Id="rId165" Type="http://schemas.openxmlformats.org/officeDocument/2006/relationships/customXml" Target="../ink/ink530.xml"/><Relationship Id="rId372" Type="http://schemas.openxmlformats.org/officeDocument/2006/relationships/image" Target="../media/image637.png"/><Relationship Id="rId677" Type="http://schemas.openxmlformats.org/officeDocument/2006/relationships/customXml" Target="../ink/ink786.xml"/><Relationship Id="rId232" Type="http://schemas.openxmlformats.org/officeDocument/2006/relationships/image" Target="../media/image567.png"/><Relationship Id="rId27" Type="http://schemas.openxmlformats.org/officeDocument/2006/relationships/customXml" Target="../ink/ink461.xml"/><Relationship Id="rId537" Type="http://schemas.openxmlformats.org/officeDocument/2006/relationships/customXml" Target="../ink/ink716.xml"/><Relationship Id="rId744" Type="http://schemas.openxmlformats.org/officeDocument/2006/relationships/image" Target="../media/image823.png"/><Relationship Id="rId80" Type="http://schemas.openxmlformats.org/officeDocument/2006/relationships/image" Target="../media/image491.png"/><Relationship Id="rId176" Type="http://schemas.openxmlformats.org/officeDocument/2006/relationships/image" Target="../media/image539.png"/><Relationship Id="rId383" Type="http://schemas.openxmlformats.org/officeDocument/2006/relationships/customXml" Target="../ink/ink639.xml"/><Relationship Id="rId590" Type="http://schemas.openxmlformats.org/officeDocument/2006/relationships/image" Target="../media/image746.png"/><Relationship Id="rId604" Type="http://schemas.openxmlformats.org/officeDocument/2006/relationships/image" Target="../media/image753.png"/><Relationship Id="rId243" Type="http://schemas.openxmlformats.org/officeDocument/2006/relationships/customXml" Target="../ink/ink569.xml"/><Relationship Id="rId450" Type="http://schemas.openxmlformats.org/officeDocument/2006/relationships/image" Target="../media/image676.png"/><Relationship Id="rId688" Type="http://schemas.openxmlformats.org/officeDocument/2006/relationships/image" Target="../media/image795.png"/><Relationship Id="rId38" Type="http://schemas.openxmlformats.org/officeDocument/2006/relationships/image" Target="../media/image470.png"/><Relationship Id="rId103" Type="http://schemas.openxmlformats.org/officeDocument/2006/relationships/customXml" Target="../ink/ink499.xml"/><Relationship Id="rId310" Type="http://schemas.openxmlformats.org/officeDocument/2006/relationships/image" Target="../media/image606.png"/><Relationship Id="rId548" Type="http://schemas.openxmlformats.org/officeDocument/2006/relationships/image" Target="../media/image725.png"/><Relationship Id="rId755" Type="http://schemas.openxmlformats.org/officeDocument/2006/relationships/customXml" Target="../ink/ink825.xml"/><Relationship Id="rId91" Type="http://schemas.openxmlformats.org/officeDocument/2006/relationships/customXml" Target="../ink/ink493.xml"/><Relationship Id="rId187" Type="http://schemas.openxmlformats.org/officeDocument/2006/relationships/customXml" Target="../ink/ink541.xml"/><Relationship Id="rId394" Type="http://schemas.openxmlformats.org/officeDocument/2006/relationships/image" Target="../media/image648.png"/><Relationship Id="rId408" Type="http://schemas.openxmlformats.org/officeDocument/2006/relationships/image" Target="../media/image655.png"/><Relationship Id="rId615" Type="http://schemas.openxmlformats.org/officeDocument/2006/relationships/customXml" Target="../ink/ink755.xml"/><Relationship Id="rId254" Type="http://schemas.openxmlformats.org/officeDocument/2006/relationships/image" Target="../media/image578.png"/><Relationship Id="rId699" Type="http://schemas.openxmlformats.org/officeDocument/2006/relationships/customXml" Target="../ink/ink797.xml"/><Relationship Id="rId49" Type="http://schemas.openxmlformats.org/officeDocument/2006/relationships/customXml" Target="../ink/ink472.xml"/><Relationship Id="rId114" Type="http://schemas.openxmlformats.org/officeDocument/2006/relationships/image" Target="../media/image508.png"/><Relationship Id="rId461" Type="http://schemas.openxmlformats.org/officeDocument/2006/relationships/customXml" Target="../ink/ink678.xml"/><Relationship Id="rId559" Type="http://schemas.openxmlformats.org/officeDocument/2006/relationships/customXml" Target="../ink/ink727.xml"/><Relationship Id="rId766" Type="http://schemas.openxmlformats.org/officeDocument/2006/relationships/image" Target="../media/image834.png"/><Relationship Id="rId198" Type="http://schemas.openxmlformats.org/officeDocument/2006/relationships/image" Target="../media/image550.png"/><Relationship Id="rId321" Type="http://schemas.openxmlformats.org/officeDocument/2006/relationships/customXml" Target="../ink/ink608.xml"/><Relationship Id="rId419" Type="http://schemas.openxmlformats.org/officeDocument/2006/relationships/customXml" Target="../ink/ink657.xml"/><Relationship Id="rId626" Type="http://schemas.openxmlformats.org/officeDocument/2006/relationships/image" Target="../media/image764.png"/><Relationship Id="rId265" Type="http://schemas.openxmlformats.org/officeDocument/2006/relationships/customXml" Target="../ink/ink580.xml"/><Relationship Id="rId472" Type="http://schemas.openxmlformats.org/officeDocument/2006/relationships/image" Target="../media/image687.png"/><Relationship Id="rId125" Type="http://schemas.openxmlformats.org/officeDocument/2006/relationships/customXml" Target="../ink/ink510.xml"/><Relationship Id="rId332" Type="http://schemas.openxmlformats.org/officeDocument/2006/relationships/image" Target="../media/image617.png"/><Relationship Id="rId777" Type="http://schemas.openxmlformats.org/officeDocument/2006/relationships/customXml" Target="../ink/ink836.xml"/><Relationship Id="rId637" Type="http://schemas.openxmlformats.org/officeDocument/2006/relationships/customXml" Target="../ink/ink766.xml"/><Relationship Id="rId276" Type="http://schemas.openxmlformats.org/officeDocument/2006/relationships/image" Target="../media/image589.png"/><Relationship Id="rId483" Type="http://schemas.openxmlformats.org/officeDocument/2006/relationships/customXml" Target="../ink/ink689.xml"/><Relationship Id="rId690" Type="http://schemas.openxmlformats.org/officeDocument/2006/relationships/image" Target="../media/image796.png"/><Relationship Id="rId704" Type="http://schemas.openxmlformats.org/officeDocument/2006/relationships/image" Target="../media/image803.png"/><Relationship Id="rId40" Type="http://schemas.openxmlformats.org/officeDocument/2006/relationships/image" Target="../media/image471.png"/><Relationship Id="rId136" Type="http://schemas.openxmlformats.org/officeDocument/2006/relationships/image" Target="../media/image519.png"/><Relationship Id="rId343" Type="http://schemas.openxmlformats.org/officeDocument/2006/relationships/customXml" Target="../ink/ink619.xml"/><Relationship Id="rId550" Type="http://schemas.openxmlformats.org/officeDocument/2006/relationships/image" Target="../media/image726.png"/><Relationship Id="rId203" Type="http://schemas.openxmlformats.org/officeDocument/2006/relationships/customXml" Target="../ink/ink549.xml"/><Relationship Id="rId648" Type="http://schemas.openxmlformats.org/officeDocument/2006/relationships/image" Target="../media/image775.png"/><Relationship Id="rId287" Type="http://schemas.openxmlformats.org/officeDocument/2006/relationships/customXml" Target="../ink/ink591.xml"/><Relationship Id="rId410" Type="http://schemas.openxmlformats.org/officeDocument/2006/relationships/image" Target="../media/image656.png"/><Relationship Id="rId494" Type="http://schemas.openxmlformats.org/officeDocument/2006/relationships/image" Target="../media/image698.png"/><Relationship Id="rId508" Type="http://schemas.openxmlformats.org/officeDocument/2006/relationships/image" Target="../media/image705.png"/><Relationship Id="rId715" Type="http://schemas.openxmlformats.org/officeDocument/2006/relationships/customXml" Target="../ink/ink805.xml"/><Relationship Id="rId147" Type="http://schemas.openxmlformats.org/officeDocument/2006/relationships/customXml" Target="../ink/ink521.xml"/><Relationship Id="rId354" Type="http://schemas.openxmlformats.org/officeDocument/2006/relationships/image" Target="../media/image628.png"/><Relationship Id="rId51" Type="http://schemas.openxmlformats.org/officeDocument/2006/relationships/customXml" Target="../ink/ink473.xml"/><Relationship Id="rId561" Type="http://schemas.openxmlformats.org/officeDocument/2006/relationships/customXml" Target="../ink/ink728.xml"/><Relationship Id="rId659" Type="http://schemas.openxmlformats.org/officeDocument/2006/relationships/customXml" Target="../ink/ink777.xml"/><Relationship Id="rId214" Type="http://schemas.openxmlformats.org/officeDocument/2006/relationships/image" Target="../media/image558.png"/><Relationship Id="rId298" Type="http://schemas.openxmlformats.org/officeDocument/2006/relationships/image" Target="../media/image600.png"/><Relationship Id="rId421" Type="http://schemas.openxmlformats.org/officeDocument/2006/relationships/customXml" Target="../ink/ink658.xml"/><Relationship Id="rId519" Type="http://schemas.openxmlformats.org/officeDocument/2006/relationships/customXml" Target="../ink/ink707.xml"/><Relationship Id="rId158" Type="http://schemas.openxmlformats.org/officeDocument/2006/relationships/image" Target="../media/image530.png"/><Relationship Id="rId726" Type="http://schemas.openxmlformats.org/officeDocument/2006/relationships/image" Target="../media/image814.png"/><Relationship Id="rId62" Type="http://schemas.openxmlformats.org/officeDocument/2006/relationships/image" Target="../media/image482.png"/><Relationship Id="rId365" Type="http://schemas.openxmlformats.org/officeDocument/2006/relationships/customXml" Target="../ink/ink630.xml"/><Relationship Id="rId572" Type="http://schemas.openxmlformats.org/officeDocument/2006/relationships/image" Target="../media/image737.png"/><Relationship Id="rId225" Type="http://schemas.openxmlformats.org/officeDocument/2006/relationships/customXml" Target="../ink/ink560.xml"/><Relationship Id="rId432" Type="http://schemas.openxmlformats.org/officeDocument/2006/relationships/image" Target="../media/image667.png"/><Relationship Id="rId737" Type="http://schemas.openxmlformats.org/officeDocument/2006/relationships/customXml" Target="../ink/ink816.xml"/><Relationship Id="rId73" Type="http://schemas.openxmlformats.org/officeDocument/2006/relationships/customXml" Target="../ink/ink484.xml"/><Relationship Id="rId169" Type="http://schemas.openxmlformats.org/officeDocument/2006/relationships/customXml" Target="../ink/ink532.xml"/><Relationship Id="rId376" Type="http://schemas.openxmlformats.org/officeDocument/2006/relationships/image" Target="../media/image639.png"/><Relationship Id="rId583" Type="http://schemas.openxmlformats.org/officeDocument/2006/relationships/customXml" Target="../ink/ink739.xml"/><Relationship Id="rId4" Type="http://schemas.openxmlformats.org/officeDocument/2006/relationships/image" Target="../media/image453.png"/><Relationship Id="rId236" Type="http://schemas.openxmlformats.org/officeDocument/2006/relationships/image" Target="../media/image569.png"/><Relationship Id="rId443" Type="http://schemas.openxmlformats.org/officeDocument/2006/relationships/customXml" Target="../ink/ink669.xml"/><Relationship Id="rId650" Type="http://schemas.openxmlformats.org/officeDocument/2006/relationships/image" Target="../media/image776.png"/><Relationship Id="rId303" Type="http://schemas.openxmlformats.org/officeDocument/2006/relationships/customXml" Target="../ink/ink599.xml"/><Relationship Id="rId748" Type="http://schemas.openxmlformats.org/officeDocument/2006/relationships/image" Target="../media/image825.png"/><Relationship Id="rId84" Type="http://schemas.openxmlformats.org/officeDocument/2006/relationships/image" Target="../media/image493.png"/><Relationship Id="rId387" Type="http://schemas.openxmlformats.org/officeDocument/2006/relationships/customXml" Target="../ink/ink641.xml"/><Relationship Id="rId510" Type="http://schemas.openxmlformats.org/officeDocument/2006/relationships/image" Target="../media/image706.png"/><Relationship Id="rId594" Type="http://schemas.openxmlformats.org/officeDocument/2006/relationships/image" Target="../media/image748.png"/><Relationship Id="rId608" Type="http://schemas.openxmlformats.org/officeDocument/2006/relationships/image" Target="../media/image755.png"/><Relationship Id="rId247" Type="http://schemas.openxmlformats.org/officeDocument/2006/relationships/customXml" Target="../ink/ink571.xml"/><Relationship Id="rId107" Type="http://schemas.openxmlformats.org/officeDocument/2006/relationships/customXml" Target="../ink/ink501.xml"/><Relationship Id="rId454" Type="http://schemas.openxmlformats.org/officeDocument/2006/relationships/image" Target="../media/image678.png"/><Relationship Id="rId661" Type="http://schemas.openxmlformats.org/officeDocument/2006/relationships/customXml" Target="../ink/ink778.xml"/><Relationship Id="rId759" Type="http://schemas.openxmlformats.org/officeDocument/2006/relationships/customXml" Target="../ink/ink827.xml"/><Relationship Id="rId11" Type="http://schemas.openxmlformats.org/officeDocument/2006/relationships/customXml" Target="../ink/ink453.xml"/><Relationship Id="rId314" Type="http://schemas.openxmlformats.org/officeDocument/2006/relationships/image" Target="../media/image608.png"/><Relationship Id="rId398" Type="http://schemas.openxmlformats.org/officeDocument/2006/relationships/image" Target="../media/image650.png"/><Relationship Id="rId521" Type="http://schemas.openxmlformats.org/officeDocument/2006/relationships/customXml" Target="../ink/ink708.xml"/><Relationship Id="rId619" Type="http://schemas.openxmlformats.org/officeDocument/2006/relationships/customXml" Target="../ink/ink757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2.png"/><Relationship Id="rId21" Type="http://schemas.openxmlformats.org/officeDocument/2006/relationships/image" Target="../media/image854.png"/><Relationship Id="rId42" Type="http://schemas.openxmlformats.org/officeDocument/2006/relationships/customXml" Target="../ink/ink861.xml"/><Relationship Id="rId63" Type="http://schemas.openxmlformats.org/officeDocument/2006/relationships/image" Target="../media/image875.png"/><Relationship Id="rId84" Type="http://schemas.openxmlformats.org/officeDocument/2006/relationships/customXml" Target="../ink/ink882.xml"/><Relationship Id="rId138" Type="http://schemas.openxmlformats.org/officeDocument/2006/relationships/customXml" Target="../ink/ink909.xml"/><Relationship Id="rId159" Type="http://schemas.openxmlformats.org/officeDocument/2006/relationships/image" Target="../media/image923.png"/><Relationship Id="rId170" Type="http://schemas.openxmlformats.org/officeDocument/2006/relationships/customXml" Target="../ink/ink925.xml"/><Relationship Id="rId107" Type="http://schemas.openxmlformats.org/officeDocument/2006/relationships/image" Target="../media/image897.png"/><Relationship Id="rId11" Type="http://schemas.openxmlformats.org/officeDocument/2006/relationships/image" Target="../media/image849.png"/><Relationship Id="rId32" Type="http://schemas.openxmlformats.org/officeDocument/2006/relationships/customXml" Target="../ink/ink856.xml"/><Relationship Id="rId53" Type="http://schemas.openxmlformats.org/officeDocument/2006/relationships/image" Target="../media/image870.png"/><Relationship Id="rId74" Type="http://schemas.openxmlformats.org/officeDocument/2006/relationships/customXml" Target="../ink/ink877.xml"/><Relationship Id="rId128" Type="http://schemas.openxmlformats.org/officeDocument/2006/relationships/customXml" Target="../ink/ink904.xml"/><Relationship Id="rId149" Type="http://schemas.openxmlformats.org/officeDocument/2006/relationships/image" Target="../media/image918.png"/><Relationship Id="rId5" Type="http://schemas.openxmlformats.org/officeDocument/2006/relationships/image" Target="../media/image846.png"/><Relationship Id="rId95" Type="http://schemas.openxmlformats.org/officeDocument/2006/relationships/image" Target="../media/image891.png"/><Relationship Id="rId160" Type="http://schemas.openxmlformats.org/officeDocument/2006/relationships/customXml" Target="../ink/ink920.xml"/><Relationship Id="rId181" Type="http://schemas.openxmlformats.org/officeDocument/2006/relationships/image" Target="../media/image934.png"/><Relationship Id="rId22" Type="http://schemas.openxmlformats.org/officeDocument/2006/relationships/customXml" Target="../ink/ink851.xml"/><Relationship Id="rId43" Type="http://schemas.openxmlformats.org/officeDocument/2006/relationships/image" Target="../media/image865.png"/><Relationship Id="rId64" Type="http://schemas.openxmlformats.org/officeDocument/2006/relationships/customXml" Target="../ink/ink872.xml"/><Relationship Id="rId118" Type="http://schemas.openxmlformats.org/officeDocument/2006/relationships/customXml" Target="../ink/ink899.xml"/><Relationship Id="rId139" Type="http://schemas.openxmlformats.org/officeDocument/2006/relationships/image" Target="../media/image913.png"/><Relationship Id="rId85" Type="http://schemas.openxmlformats.org/officeDocument/2006/relationships/image" Target="../media/image886.png"/><Relationship Id="rId150" Type="http://schemas.openxmlformats.org/officeDocument/2006/relationships/customXml" Target="../ink/ink915.xml"/><Relationship Id="rId171" Type="http://schemas.openxmlformats.org/officeDocument/2006/relationships/image" Target="../media/image929.png"/><Relationship Id="rId12" Type="http://schemas.openxmlformats.org/officeDocument/2006/relationships/customXml" Target="../ink/ink846.xml"/><Relationship Id="rId33" Type="http://schemas.openxmlformats.org/officeDocument/2006/relationships/image" Target="../media/image860.png"/><Relationship Id="rId108" Type="http://schemas.openxmlformats.org/officeDocument/2006/relationships/customXml" Target="../ink/ink894.xml"/><Relationship Id="rId129" Type="http://schemas.openxmlformats.org/officeDocument/2006/relationships/image" Target="../media/image908.png"/><Relationship Id="rId54" Type="http://schemas.openxmlformats.org/officeDocument/2006/relationships/customXml" Target="../ink/ink867.xml"/><Relationship Id="rId75" Type="http://schemas.openxmlformats.org/officeDocument/2006/relationships/image" Target="../media/image881.png"/><Relationship Id="rId96" Type="http://schemas.openxmlformats.org/officeDocument/2006/relationships/customXml" Target="../ink/ink888.xml"/><Relationship Id="rId140" Type="http://schemas.openxmlformats.org/officeDocument/2006/relationships/customXml" Target="../ink/ink910.xml"/><Relationship Id="rId161" Type="http://schemas.openxmlformats.org/officeDocument/2006/relationships/image" Target="../media/image924.png"/><Relationship Id="rId182" Type="http://schemas.openxmlformats.org/officeDocument/2006/relationships/customXml" Target="../ink/ink931.xml"/><Relationship Id="rId6" Type="http://schemas.openxmlformats.org/officeDocument/2006/relationships/customXml" Target="../ink/ink843.xml"/><Relationship Id="rId23" Type="http://schemas.openxmlformats.org/officeDocument/2006/relationships/image" Target="../media/image855.png"/><Relationship Id="rId119" Type="http://schemas.openxmlformats.org/officeDocument/2006/relationships/image" Target="../media/image903.png"/><Relationship Id="rId44" Type="http://schemas.openxmlformats.org/officeDocument/2006/relationships/customXml" Target="../ink/ink862.xml"/><Relationship Id="rId60" Type="http://schemas.openxmlformats.org/officeDocument/2006/relationships/customXml" Target="../ink/ink870.xml"/><Relationship Id="rId65" Type="http://schemas.openxmlformats.org/officeDocument/2006/relationships/image" Target="../media/image876.png"/><Relationship Id="rId81" Type="http://schemas.openxmlformats.org/officeDocument/2006/relationships/image" Target="../media/image884.png"/><Relationship Id="rId86" Type="http://schemas.openxmlformats.org/officeDocument/2006/relationships/customXml" Target="../ink/ink883.xml"/><Relationship Id="rId130" Type="http://schemas.openxmlformats.org/officeDocument/2006/relationships/customXml" Target="../ink/ink905.xml"/><Relationship Id="rId135" Type="http://schemas.openxmlformats.org/officeDocument/2006/relationships/image" Target="../media/image911.png"/><Relationship Id="rId151" Type="http://schemas.openxmlformats.org/officeDocument/2006/relationships/image" Target="../media/image919.png"/><Relationship Id="rId156" Type="http://schemas.openxmlformats.org/officeDocument/2006/relationships/customXml" Target="../ink/ink918.xml"/><Relationship Id="rId177" Type="http://schemas.openxmlformats.org/officeDocument/2006/relationships/image" Target="../media/image932.png"/><Relationship Id="rId172" Type="http://schemas.openxmlformats.org/officeDocument/2006/relationships/customXml" Target="../ink/ink926.xml"/><Relationship Id="rId13" Type="http://schemas.openxmlformats.org/officeDocument/2006/relationships/image" Target="../media/image850.png"/><Relationship Id="rId18" Type="http://schemas.openxmlformats.org/officeDocument/2006/relationships/customXml" Target="../ink/ink849.xml"/><Relationship Id="rId39" Type="http://schemas.openxmlformats.org/officeDocument/2006/relationships/image" Target="../media/image863.png"/><Relationship Id="rId109" Type="http://schemas.openxmlformats.org/officeDocument/2006/relationships/image" Target="../media/image898.png"/><Relationship Id="rId34" Type="http://schemas.openxmlformats.org/officeDocument/2006/relationships/customXml" Target="../ink/ink857.xml"/><Relationship Id="rId50" Type="http://schemas.openxmlformats.org/officeDocument/2006/relationships/customXml" Target="../ink/ink865.xml"/><Relationship Id="rId55" Type="http://schemas.openxmlformats.org/officeDocument/2006/relationships/image" Target="../media/image871.png"/><Relationship Id="rId76" Type="http://schemas.openxmlformats.org/officeDocument/2006/relationships/customXml" Target="../ink/ink878.xml"/><Relationship Id="rId97" Type="http://schemas.openxmlformats.org/officeDocument/2006/relationships/image" Target="../media/image892.png"/><Relationship Id="rId104" Type="http://schemas.openxmlformats.org/officeDocument/2006/relationships/customXml" Target="../ink/ink892.xml"/><Relationship Id="rId120" Type="http://schemas.openxmlformats.org/officeDocument/2006/relationships/customXml" Target="../ink/ink900.xml"/><Relationship Id="rId125" Type="http://schemas.openxmlformats.org/officeDocument/2006/relationships/image" Target="../media/image906.png"/><Relationship Id="rId141" Type="http://schemas.openxmlformats.org/officeDocument/2006/relationships/image" Target="../media/image914.png"/><Relationship Id="rId146" Type="http://schemas.openxmlformats.org/officeDocument/2006/relationships/customXml" Target="../ink/ink913.xml"/><Relationship Id="rId167" Type="http://schemas.openxmlformats.org/officeDocument/2006/relationships/image" Target="../media/image927.png"/><Relationship Id="rId7" Type="http://schemas.openxmlformats.org/officeDocument/2006/relationships/image" Target="../media/image847.png"/><Relationship Id="rId71" Type="http://schemas.openxmlformats.org/officeDocument/2006/relationships/image" Target="../media/image879.png"/><Relationship Id="rId92" Type="http://schemas.openxmlformats.org/officeDocument/2006/relationships/customXml" Target="../ink/ink886.xml"/><Relationship Id="rId162" Type="http://schemas.openxmlformats.org/officeDocument/2006/relationships/customXml" Target="../ink/ink921.xml"/><Relationship Id="rId183" Type="http://schemas.openxmlformats.org/officeDocument/2006/relationships/image" Target="../media/image935.png"/><Relationship Id="rId2" Type="http://schemas.openxmlformats.org/officeDocument/2006/relationships/customXml" Target="../ink/ink841.xml"/><Relationship Id="rId29" Type="http://schemas.openxmlformats.org/officeDocument/2006/relationships/image" Target="../media/image858.png"/><Relationship Id="rId24" Type="http://schemas.openxmlformats.org/officeDocument/2006/relationships/customXml" Target="../ink/ink852.xml"/><Relationship Id="rId40" Type="http://schemas.openxmlformats.org/officeDocument/2006/relationships/customXml" Target="../ink/ink860.xml"/><Relationship Id="rId45" Type="http://schemas.openxmlformats.org/officeDocument/2006/relationships/image" Target="../media/image866.png"/><Relationship Id="rId66" Type="http://schemas.openxmlformats.org/officeDocument/2006/relationships/customXml" Target="../ink/ink873.xml"/><Relationship Id="rId87" Type="http://schemas.openxmlformats.org/officeDocument/2006/relationships/image" Target="../media/image887.png"/><Relationship Id="rId110" Type="http://schemas.openxmlformats.org/officeDocument/2006/relationships/customXml" Target="../ink/ink895.xml"/><Relationship Id="rId115" Type="http://schemas.openxmlformats.org/officeDocument/2006/relationships/image" Target="../media/image901.png"/><Relationship Id="rId131" Type="http://schemas.openxmlformats.org/officeDocument/2006/relationships/image" Target="../media/image909.png"/><Relationship Id="rId136" Type="http://schemas.openxmlformats.org/officeDocument/2006/relationships/customXml" Target="../ink/ink908.xml"/><Relationship Id="rId157" Type="http://schemas.openxmlformats.org/officeDocument/2006/relationships/image" Target="../media/image922.png"/><Relationship Id="rId178" Type="http://schemas.openxmlformats.org/officeDocument/2006/relationships/customXml" Target="../ink/ink929.xml"/><Relationship Id="rId61" Type="http://schemas.openxmlformats.org/officeDocument/2006/relationships/image" Target="../media/image874.png"/><Relationship Id="rId82" Type="http://schemas.openxmlformats.org/officeDocument/2006/relationships/customXml" Target="../ink/ink881.xml"/><Relationship Id="rId152" Type="http://schemas.openxmlformats.org/officeDocument/2006/relationships/customXml" Target="../ink/ink916.xml"/><Relationship Id="rId173" Type="http://schemas.openxmlformats.org/officeDocument/2006/relationships/image" Target="../media/image930.png"/><Relationship Id="rId19" Type="http://schemas.openxmlformats.org/officeDocument/2006/relationships/image" Target="../media/image853.png"/><Relationship Id="rId14" Type="http://schemas.openxmlformats.org/officeDocument/2006/relationships/customXml" Target="../ink/ink847.xml"/><Relationship Id="rId30" Type="http://schemas.openxmlformats.org/officeDocument/2006/relationships/customXml" Target="../ink/ink855.xml"/><Relationship Id="rId35" Type="http://schemas.openxmlformats.org/officeDocument/2006/relationships/image" Target="../media/image861.png"/><Relationship Id="rId56" Type="http://schemas.openxmlformats.org/officeDocument/2006/relationships/customXml" Target="../ink/ink868.xml"/><Relationship Id="rId77" Type="http://schemas.openxmlformats.org/officeDocument/2006/relationships/image" Target="../media/image882.png"/><Relationship Id="rId100" Type="http://schemas.openxmlformats.org/officeDocument/2006/relationships/customXml" Target="../ink/ink890.xml"/><Relationship Id="rId105" Type="http://schemas.openxmlformats.org/officeDocument/2006/relationships/image" Target="../media/image896.png"/><Relationship Id="rId126" Type="http://schemas.openxmlformats.org/officeDocument/2006/relationships/customXml" Target="../ink/ink903.xml"/><Relationship Id="rId147" Type="http://schemas.openxmlformats.org/officeDocument/2006/relationships/image" Target="../media/image917.png"/><Relationship Id="rId168" Type="http://schemas.openxmlformats.org/officeDocument/2006/relationships/customXml" Target="../ink/ink924.xml"/><Relationship Id="rId8" Type="http://schemas.openxmlformats.org/officeDocument/2006/relationships/customXml" Target="../ink/ink844.xml"/><Relationship Id="rId51" Type="http://schemas.openxmlformats.org/officeDocument/2006/relationships/image" Target="../media/image869.png"/><Relationship Id="rId72" Type="http://schemas.openxmlformats.org/officeDocument/2006/relationships/customXml" Target="../ink/ink876.xml"/><Relationship Id="rId93" Type="http://schemas.openxmlformats.org/officeDocument/2006/relationships/image" Target="../media/image890.png"/><Relationship Id="rId98" Type="http://schemas.openxmlformats.org/officeDocument/2006/relationships/customXml" Target="../ink/ink889.xml"/><Relationship Id="rId121" Type="http://schemas.openxmlformats.org/officeDocument/2006/relationships/image" Target="../media/image904.png"/><Relationship Id="rId142" Type="http://schemas.openxmlformats.org/officeDocument/2006/relationships/customXml" Target="../ink/ink911.xml"/><Relationship Id="rId163" Type="http://schemas.openxmlformats.org/officeDocument/2006/relationships/image" Target="../media/image925.png"/><Relationship Id="rId3" Type="http://schemas.openxmlformats.org/officeDocument/2006/relationships/image" Target="../media/image845.png"/><Relationship Id="rId25" Type="http://schemas.openxmlformats.org/officeDocument/2006/relationships/image" Target="../media/image856.png"/><Relationship Id="rId46" Type="http://schemas.openxmlformats.org/officeDocument/2006/relationships/customXml" Target="../ink/ink863.xml"/><Relationship Id="rId67" Type="http://schemas.openxmlformats.org/officeDocument/2006/relationships/image" Target="../media/image877.png"/><Relationship Id="rId116" Type="http://schemas.openxmlformats.org/officeDocument/2006/relationships/customXml" Target="../ink/ink898.xml"/><Relationship Id="rId137" Type="http://schemas.openxmlformats.org/officeDocument/2006/relationships/image" Target="../media/image912.png"/><Relationship Id="rId158" Type="http://schemas.openxmlformats.org/officeDocument/2006/relationships/customXml" Target="../ink/ink919.xml"/><Relationship Id="rId20" Type="http://schemas.openxmlformats.org/officeDocument/2006/relationships/customXml" Target="../ink/ink850.xml"/><Relationship Id="rId41" Type="http://schemas.openxmlformats.org/officeDocument/2006/relationships/image" Target="../media/image864.png"/><Relationship Id="rId62" Type="http://schemas.openxmlformats.org/officeDocument/2006/relationships/customXml" Target="../ink/ink871.xml"/><Relationship Id="rId83" Type="http://schemas.openxmlformats.org/officeDocument/2006/relationships/image" Target="../media/image885.png"/><Relationship Id="rId88" Type="http://schemas.openxmlformats.org/officeDocument/2006/relationships/customXml" Target="../ink/ink884.xml"/><Relationship Id="rId111" Type="http://schemas.openxmlformats.org/officeDocument/2006/relationships/image" Target="../media/image899.png"/><Relationship Id="rId132" Type="http://schemas.openxmlformats.org/officeDocument/2006/relationships/customXml" Target="../ink/ink906.xml"/><Relationship Id="rId153" Type="http://schemas.openxmlformats.org/officeDocument/2006/relationships/image" Target="../media/image920.png"/><Relationship Id="rId174" Type="http://schemas.openxmlformats.org/officeDocument/2006/relationships/customXml" Target="../ink/ink927.xml"/><Relationship Id="rId179" Type="http://schemas.openxmlformats.org/officeDocument/2006/relationships/image" Target="../media/image933.png"/><Relationship Id="rId15" Type="http://schemas.openxmlformats.org/officeDocument/2006/relationships/image" Target="../media/image851.png"/><Relationship Id="rId36" Type="http://schemas.openxmlformats.org/officeDocument/2006/relationships/customXml" Target="../ink/ink858.xml"/><Relationship Id="rId57" Type="http://schemas.openxmlformats.org/officeDocument/2006/relationships/image" Target="../media/image872.png"/><Relationship Id="rId106" Type="http://schemas.openxmlformats.org/officeDocument/2006/relationships/customXml" Target="../ink/ink893.xml"/><Relationship Id="rId127" Type="http://schemas.openxmlformats.org/officeDocument/2006/relationships/image" Target="../media/image907.png"/><Relationship Id="rId10" Type="http://schemas.openxmlformats.org/officeDocument/2006/relationships/customXml" Target="../ink/ink845.xml"/><Relationship Id="rId31" Type="http://schemas.openxmlformats.org/officeDocument/2006/relationships/image" Target="../media/image859.png"/><Relationship Id="rId52" Type="http://schemas.openxmlformats.org/officeDocument/2006/relationships/customXml" Target="../ink/ink866.xml"/><Relationship Id="rId73" Type="http://schemas.openxmlformats.org/officeDocument/2006/relationships/image" Target="../media/image880.png"/><Relationship Id="rId78" Type="http://schemas.openxmlformats.org/officeDocument/2006/relationships/customXml" Target="../ink/ink879.xml"/><Relationship Id="rId94" Type="http://schemas.openxmlformats.org/officeDocument/2006/relationships/customXml" Target="../ink/ink887.xml"/><Relationship Id="rId99" Type="http://schemas.openxmlformats.org/officeDocument/2006/relationships/image" Target="../media/image893.png"/><Relationship Id="rId101" Type="http://schemas.openxmlformats.org/officeDocument/2006/relationships/image" Target="../media/image894.png"/><Relationship Id="rId122" Type="http://schemas.openxmlformats.org/officeDocument/2006/relationships/customXml" Target="../ink/ink901.xml"/><Relationship Id="rId143" Type="http://schemas.openxmlformats.org/officeDocument/2006/relationships/image" Target="../media/image915.png"/><Relationship Id="rId148" Type="http://schemas.openxmlformats.org/officeDocument/2006/relationships/customXml" Target="../ink/ink914.xml"/><Relationship Id="rId164" Type="http://schemas.openxmlformats.org/officeDocument/2006/relationships/customXml" Target="../ink/ink922.xml"/><Relationship Id="rId169" Type="http://schemas.openxmlformats.org/officeDocument/2006/relationships/image" Target="../media/image928.png"/><Relationship Id="rId4" Type="http://schemas.openxmlformats.org/officeDocument/2006/relationships/customXml" Target="../ink/ink842.xml"/><Relationship Id="rId9" Type="http://schemas.openxmlformats.org/officeDocument/2006/relationships/image" Target="../media/image848.png"/><Relationship Id="rId180" Type="http://schemas.openxmlformats.org/officeDocument/2006/relationships/customXml" Target="../ink/ink930.xml"/><Relationship Id="rId26" Type="http://schemas.openxmlformats.org/officeDocument/2006/relationships/customXml" Target="../ink/ink853.xml"/><Relationship Id="rId47" Type="http://schemas.openxmlformats.org/officeDocument/2006/relationships/image" Target="../media/image867.png"/><Relationship Id="rId68" Type="http://schemas.openxmlformats.org/officeDocument/2006/relationships/customXml" Target="../ink/ink874.xml"/><Relationship Id="rId89" Type="http://schemas.openxmlformats.org/officeDocument/2006/relationships/image" Target="../media/image888.png"/><Relationship Id="rId112" Type="http://schemas.openxmlformats.org/officeDocument/2006/relationships/customXml" Target="../ink/ink896.xml"/><Relationship Id="rId133" Type="http://schemas.openxmlformats.org/officeDocument/2006/relationships/image" Target="../media/image910.png"/><Relationship Id="rId154" Type="http://schemas.openxmlformats.org/officeDocument/2006/relationships/customXml" Target="../ink/ink917.xml"/><Relationship Id="rId175" Type="http://schemas.openxmlformats.org/officeDocument/2006/relationships/image" Target="../media/image931.png"/><Relationship Id="rId16" Type="http://schemas.openxmlformats.org/officeDocument/2006/relationships/customXml" Target="../ink/ink848.xml"/><Relationship Id="rId37" Type="http://schemas.openxmlformats.org/officeDocument/2006/relationships/image" Target="../media/image862.png"/><Relationship Id="rId58" Type="http://schemas.openxmlformats.org/officeDocument/2006/relationships/customXml" Target="../ink/ink869.xml"/><Relationship Id="rId79" Type="http://schemas.openxmlformats.org/officeDocument/2006/relationships/image" Target="../media/image883.png"/><Relationship Id="rId102" Type="http://schemas.openxmlformats.org/officeDocument/2006/relationships/customXml" Target="../ink/ink891.xml"/><Relationship Id="rId123" Type="http://schemas.openxmlformats.org/officeDocument/2006/relationships/image" Target="../media/image905.png"/><Relationship Id="rId144" Type="http://schemas.openxmlformats.org/officeDocument/2006/relationships/customXml" Target="../ink/ink912.xml"/><Relationship Id="rId90" Type="http://schemas.openxmlformats.org/officeDocument/2006/relationships/customXml" Target="../ink/ink885.xml"/><Relationship Id="rId165" Type="http://schemas.openxmlformats.org/officeDocument/2006/relationships/image" Target="../media/image926.png"/><Relationship Id="rId27" Type="http://schemas.openxmlformats.org/officeDocument/2006/relationships/image" Target="../media/image857.png"/><Relationship Id="rId48" Type="http://schemas.openxmlformats.org/officeDocument/2006/relationships/customXml" Target="../ink/ink864.xml"/><Relationship Id="rId69" Type="http://schemas.openxmlformats.org/officeDocument/2006/relationships/image" Target="../media/image878.png"/><Relationship Id="rId113" Type="http://schemas.openxmlformats.org/officeDocument/2006/relationships/image" Target="../media/image900.png"/><Relationship Id="rId134" Type="http://schemas.openxmlformats.org/officeDocument/2006/relationships/customXml" Target="../ink/ink907.xml"/><Relationship Id="rId80" Type="http://schemas.openxmlformats.org/officeDocument/2006/relationships/customXml" Target="../ink/ink880.xml"/><Relationship Id="rId155" Type="http://schemas.openxmlformats.org/officeDocument/2006/relationships/image" Target="../media/image921.png"/><Relationship Id="rId176" Type="http://schemas.openxmlformats.org/officeDocument/2006/relationships/customXml" Target="../ink/ink928.xml"/><Relationship Id="rId17" Type="http://schemas.openxmlformats.org/officeDocument/2006/relationships/image" Target="../media/image852.png"/><Relationship Id="rId38" Type="http://schemas.openxmlformats.org/officeDocument/2006/relationships/customXml" Target="../ink/ink859.xml"/><Relationship Id="rId59" Type="http://schemas.openxmlformats.org/officeDocument/2006/relationships/image" Target="../media/image873.png"/><Relationship Id="rId103" Type="http://schemas.openxmlformats.org/officeDocument/2006/relationships/image" Target="../media/image895.png"/><Relationship Id="rId124" Type="http://schemas.openxmlformats.org/officeDocument/2006/relationships/customXml" Target="../ink/ink902.xml"/><Relationship Id="rId70" Type="http://schemas.openxmlformats.org/officeDocument/2006/relationships/customXml" Target="../ink/ink875.xml"/><Relationship Id="rId91" Type="http://schemas.openxmlformats.org/officeDocument/2006/relationships/image" Target="../media/image889.png"/><Relationship Id="rId145" Type="http://schemas.openxmlformats.org/officeDocument/2006/relationships/image" Target="../media/image916.png"/><Relationship Id="rId166" Type="http://schemas.openxmlformats.org/officeDocument/2006/relationships/customXml" Target="../ink/ink923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854.xml"/><Relationship Id="rId49" Type="http://schemas.openxmlformats.org/officeDocument/2006/relationships/image" Target="../media/image868.png"/><Relationship Id="rId114" Type="http://schemas.openxmlformats.org/officeDocument/2006/relationships/customXml" Target="../ink/ink897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43.xml"/><Relationship Id="rId21" Type="http://schemas.openxmlformats.org/officeDocument/2006/relationships/image" Target="../media/image946.png"/><Relationship Id="rId42" Type="http://schemas.openxmlformats.org/officeDocument/2006/relationships/customXml" Target="../ink/ink951.xml"/><Relationship Id="rId47" Type="http://schemas.openxmlformats.org/officeDocument/2006/relationships/image" Target="../media/image959.png"/><Relationship Id="rId63" Type="http://schemas.openxmlformats.org/officeDocument/2006/relationships/image" Target="../media/image967.png"/><Relationship Id="rId68" Type="http://schemas.openxmlformats.org/officeDocument/2006/relationships/customXml" Target="../ink/ink964.xml"/><Relationship Id="rId84" Type="http://schemas.openxmlformats.org/officeDocument/2006/relationships/customXml" Target="../ink/ink972.xml"/><Relationship Id="rId89" Type="http://schemas.openxmlformats.org/officeDocument/2006/relationships/image" Target="../media/image980.png"/><Relationship Id="rId16" Type="http://schemas.openxmlformats.org/officeDocument/2006/relationships/customXml" Target="../ink/ink938.xml"/><Relationship Id="rId11" Type="http://schemas.openxmlformats.org/officeDocument/2006/relationships/image" Target="../media/image941.png"/><Relationship Id="rId32" Type="http://schemas.openxmlformats.org/officeDocument/2006/relationships/customXml" Target="../ink/ink946.xml"/><Relationship Id="rId37" Type="http://schemas.openxmlformats.org/officeDocument/2006/relationships/image" Target="../media/image954.png"/><Relationship Id="rId53" Type="http://schemas.openxmlformats.org/officeDocument/2006/relationships/image" Target="../media/image962.png"/><Relationship Id="rId58" Type="http://schemas.openxmlformats.org/officeDocument/2006/relationships/customXml" Target="../ink/ink959.xml"/><Relationship Id="rId74" Type="http://schemas.openxmlformats.org/officeDocument/2006/relationships/customXml" Target="../ink/ink967.xml"/><Relationship Id="rId79" Type="http://schemas.openxmlformats.org/officeDocument/2006/relationships/image" Target="../media/image975.png"/><Relationship Id="rId5" Type="http://schemas.openxmlformats.org/officeDocument/2006/relationships/image" Target="../media/image938.png"/><Relationship Id="rId90" Type="http://schemas.openxmlformats.org/officeDocument/2006/relationships/customXml" Target="../ink/ink975.xml"/><Relationship Id="rId22" Type="http://schemas.openxmlformats.org/officeDocument/2006/relationships/customXml" Target="../ink/ink941.xml"/><Relationship Id="rId27" Type="http://schemas.openxmlformats.org/officeDocument/2006/relationships/image" Target="../media/image949.png"/><Relationship Id="rId43" Type="http://schemas.openxmlformats.org/officeDocument/2006/relationships/image" Target="../media/image957.png"/><Relationship Id="rId48" Type="http://schemas.openxmlformats.org/officeDocument/2006/relationships/customXml" Target="../ink/ink954.xml"/><Relationship Id="rId64" Type="http://schemas.openxmlformats.org/officeDocument/2006/relationships/customXml" Target="../ink/ink962.xml"/><Relationship Id="rId69" Type="http://schemas.openxmlformats.org/officeDocument/2006/relationships/image" Target="../media/image970.png"/><Relationship Id="rId8" Type="http://schemas.openxmlformats.org/officeDocument/2006/relationships/customXml" Target="../ink/ink934.xml"/><Relationship Id="rId51" Type="http://schemas.openxmlformats.org/officeDocument/2006/relationships/image" Target="../media/image961.png"/><Relationship Id="rId72" Type="http://schemas.openxmlformats.org/officeDocument/2006/relationships/customXml" Target="../ink/ink966.xml"/><Relationship Id="rId80" Type="http://schemas.openxmlformats.org/officeDocument/2006/relationships/customXml" Target="../ink/ink970.xml"/><Relationship Id="rId85" Type="http://schemas.openxmlformats.org/officeDocument/2006/relationships/image" Target="../media/image978.png"/><Relationship Id="rId93" Type="http://schemas.openxmlformats.org/officeDocument/2006/relationships/image" Target="../media/image982.png"/><Relationship Id="rId3" Type="http://schemas.openxmlformats.org/officeDocument/2006/relationships/image" Target="../media/image937.svg"/><Relationship Id="rId12" Type="http://schemas.openxmlformats.org/officeDocument/2006/relationships/customXml" Target="../ink/ink936.xml"/><Relationship Id="rId17" Type="http://schemas.openxmlformats.org/officeDocument/2006/relationships/image" Target="../media/image944.png"/><Relationship Id="rId25" Type="http://schemas.openxmlformats.org/officeDocument/2006/relationships/image" Target="../media/image948.png"/><Relationship Id="rId33" Type="http://schemas.openxmlformats.org/officeDocument/2006/relationships/image" Target="../media/image952.png"/><Relationship Id="rId38" Type="http://schemas.openxmlformats.org/officeDocument/2006/relationships/customXml" Target="../ink/ink949.xml"/><Relationship Id="rId46" Type="http://schemas.openxmlformats.org/officeDocument/2006/relationships/customXml" Target="../ink/ink953.xml"/><Relationship Id="rId59" Type="http://schemas.openxmlformats.org/officeDocument/2006/relationships/image" Target="../media/image965.png"/><Relationship Id="rId67" Type="http://schemas.openxmlformats.org/officeDocument/2006/relationships/image" Target="../media/image969.png"/><Relationship Id="rId20" Type="http://schemas.openxmlformats.org/officeDocument/2006/relationships/customXml" Target="../ink/ink940.xml"/><Relationship Id="rId41" Type="http://schemas.openxmlformats.org/officeDocument/2006/relationships/image" Target="../media/image956.png"/><Relationship Id="rId54" Type="http://schemas.openxmlformats.org/officeDocument/2006/relationships/customXml" Target="../ink/ink957.xml"/><Relationship Id="rId62" Type="http://schemas.openxmlformats.org/officeDocument/2006/relationships/customXml" Target="../ink/ink961.xml"/><Relationship Id="rId70" Type="http://schemas.openxmlformats.org/officeDocument/2006/relationships/customXml" Target="../ink/ink965.xml"/><Relationship Id="rId75" Type="http://schemas.openxmlformats.org/officeDocument/2006/relationships/image" Target="../media/image973.png"/><Relationship Id="rId83" Type="http://schemas.openxmlformats.org/officeDocument/2006/relationships/image" Target="../media/image977.png"/><Relationship Id="rId88" Type="http://schemas.openxmlformats.org/officeDocument/2006/relationships/customXml" Target="../ink/ink974.xml"/><Relationship Id="rId91" Type="http://schemas.openxmlformats.org/officeDocument/2006/relationships/image" Target="../media/image981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933.xml"/><Relationship Id="rId15" Type="http://schemas.openxmlformats.org/officeDocument/2006/relationships/image" Target="../media/image943.png"/><Relationship Id="rId23" Type="http://schemas.openxmlformats.org/officeDocument/2006/relationships/image" Target="../media/image947.png"/><Relationship Id="rId28" Type="http://schemas.openxmlformats.org/officeDocument/2006/relationships/customXml" Target="../ink/ink944.xml"/><Relationship Id="rId36" Type="http://schemas.openxmlformats.org/officeDocument/2006/relationships/customXml" Target="../ink/ink948.xml"/><Relationship Id="rId49" Type="http://schemas.openxmlformats.org/officeDocument/2006/relationships/image" Target="../media/image960.png"/><Relationship Id="rId57" Type="http://schemas.openxmlformats.org/officeDocument/2006/relationships/image" Target="../media/image964.png"/><Relationship Id="rId10" Type="http://schemas.openxmlformats.org/officeDocument/2006/relationships/customXml" Target="../ink/ink935.xml"/><Relationship Id="rId31" Type="http://schemas.openxmlformats.org/officeDocument/2006/relationships/image" Target="../media/image951.png"/><Relationship Id="rId44" Type="http://schemas.openxmlformats.org/officeDocument/2006/relationships/customXml" Target="../ink/ink952.xml"/><Relationship Id="rId52" Type="http://schemas.openxmlformats.org/officeDocument/2006/relationships/customXml" Target="../ink/ink956.xml"/><Relationship Id="rId60" Type="http://schemas.openxmlformats.org/officeDocument/2006/relationships/customXml" Target="../ink/ink960.xml"/><Relationship Id="rId65" Type="http://schemas.openxmlformats.org/officeDocument/2006/relationships/image" Target="../media/image968.png"/><Relationship Id="rId73" Type="http://schemas.openxmlformats.org/officeDocument/2006/relationships/image" Target="../media/image972.png"/><Relationship Id="rId78" Type="http://schemas.openxmlformats.org/officeDocument/2006/relationships/customXml" Target="../ink/ink969.xml"/><Relationship Id="rId81" Type="http://schemas.openxmlformats.org/officeDocument/2006/relationships/image" Target="../media/image976.png"/><Relationship Id="rId86" Type="http://schemas.openxmlformats.org/officeDocument/2006/relationships/customXml" Target="../ink/ink973.xml"/><Relationship Id="rId4" Type="http://schemas.openxmlformats.org/officeDocument/2006/relationships/customXml" Target="../ink/ink932.xml"/><Relationship Id="rId9" Type="http://schemas.openxmlformats.org/officeDocument/2006/relationships/image" Target="../media/image940.png"/><Relationship Id="rId13" Type="http://schemas.openxmlformats.org/officeDocument/2006/relationships/image" Target="../media/image942.png"/><Relationship Id="rId18" Type="http://schemas.openxmlformats.org/officeDocument/2006/relationships/customXml" Target="../ink/ink939.xml"/><Relationship Id="rId39" Type="http://schemas.openxmlformats.org/officeDocument/2006/relationships/image" Target="../media/image955.png"/><Relationship Id="rId34" Type="http://schemas.openxmlformats.org/officeDocument/2006/relationships/customXml" Target="../ink/ink947.xml"/><Relationship Id="rId50" Type="http://schemas.openxmlformats.org/officeDocument/2006/relationships/customXml" Target="../ink/ink955.xml"/><Relationship Id="rId55" Type="http://schemas.openxmlformats.org/officeDocument/2006/relationships/image" Target="../media/image963.png"/><Relationship Id="rId76" Type="http://schemas.openxmlformats.org/officeDocument/2006/relationships/customXml" Target="../ink/ink968.xml"/><Relationship Id="rId7" Type="http://schemas.openxmlformats.org/officeDocument/2006/relationships/image" Target="../media/image939.png"/><Relationship Id="rId71" Type="http://schemas.openxmlformats.org/officeDocument/2006/relationships/image" Target="../media/image971.png"/><Relationship Id="rId92" Type="http://schemas.openxmlformats.org/officeDocument/2006/relationships/customXml" Target="../ink/ink976.xml"/><Relationship Id="rId2" Type="http://schemas.openxmlformats.org/officeDocument/2006/relationships/image" Target="../media/image936.png"/><Relationship Id="rId29" Type="http://schemas.openxmlformats.org/officeDocument/2006/relationships/image" Target="../media/image950.png"/><Relationship Id="rId24" Type="http://schemas.openxmlformats.org/officeDocument/2006/relationships/customXml" Target="../ink/ink942.xml"/><Relationship Id="rId40" Type="http://schemas.openxmlformats.org/officeDocument/2006/relationships/customXml" Target="../ink/ink950.xml"/><Relationship Id="rId45" Type="http://schemas.openxmlformats.org/officeDocument/2006/relationships/image" Target="../media/image958.png"/><Relationship Id="rId66" Type="http://schemas.openxmlformats.org/officeDocument/2006/relationships/customXml" Target="../ink/ink963.xml"/><Relationship Id="rId87" Type="http://schemas.openxmlformats.org/officeDocument/2006/relationships/image" Target="../media/image979.png"/><Relationship Id="rId61" Type="http://schemas.openxmlformats.org/officeDocument/2006/relationships/image" Target="../media/image966.png"/><Relationship Id="rId82" Type="http://schemas.openxmlformats.org/officeDocument/2006/relationships/customXml" Target="../ink/ink971.xml"/><Relationship Id="rId19" Type="http://schemas.openxmlformats.org/officeDocument/2006/relationships/image" Target="../media/image945.png"/><Relationship Id="rId14" Type="http://schemas.openxmlformats.org/officeDocument/2006/relationships/customXml" Target="../ink/ink937.xml"/><Relationship Id="rId30" Type="http://schemas.openxmlformats.org/officeDocument/2006/relationships/customXml" Target="../ink/ink945.xml"/><Relationship Id="rId35" Type="http://schemas.openxmlformats.org/officeDocument/2006/relationships/image" Target="../media/image953.png"/><Relationship Id="rId56" Type="http://schemas.openxmlformats.org/officeDocument/2006/relationships/customXml" Target="../ink/ink958.xml"/><Relationship Id="rId77" Type="http://schemas.openxmlformats.org/officeDocument/2006/relationships/image" Target="../media/image974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80.xml"/><Relationship Id="rId18" Type="http://schemas.openxmlformats.org/officeDocument/2006/relationships/image" Target="../media/image992.png"/><Relationship Id="rId26" Type="http://schemas.openxmlformats.org/officeDocument/2006/relationships/image" Target="../media/image996.png"/><Relationship Id="rId39" Type="http://schemas.openxmlformats.org/officeDocument/2006/relationships/customXml" Target="../ink/ink993.xml"/><Relationship Id="rId21" Type="http://schemas.openxmlformats.org/officeDocument/2006/relationships/customXml" Target="../ink/ink984.xml"/><Relationship Id="rId34" Type="http://schemas.openxmlformats.org/officeDocument/2006/relationships/image" Target="../media/image1000.png"/><Relationship Id="rId42" Type="http://schemas.openxmlformats.org/officeDocument/2006/relationships/image" Target="../media/image1004.png"/><Relationship Id="rId47" Type="http://schemas.openxmlformats.org/officeDocument/2006/relationships/customXml" Target="../ink/ink997.xml"/><Relationship Id="rId50" Type="http://schemas.openxmlformats.org/officeDocument/2006/relationships/image" Target="../media/image1008.png"/><Relationship Id="rId55" Type="http://schemas.openxmlformats.org/officeDocument/2006/relationships/customXml" Target="../ink/ink1001.xml"/><Relationship Id="rId7" Type="http://schemas.openxmlformats.org/officeDocument/2006/relationships/customXml" Target="../ink/ink977.xml"/><Relationship Id="rId2" Type="http://schemas.openxmlformats.org/officeDocument/2006/relationships/image" Target="../media/image7010.png"/><Relationship Id="rId16" Type="http://schemas.openxmlformats.org/officeDocument/2006/relationships/image" Target="../media/image991.png"/><Relationship Id="rId29" Type="http://schemas.openxmlformats.org/officeDocument/2006/relationships/customXml" Target="../ink/ink988.xml"/><Relationship Id="rId11" Type="http://schemas.openxmlformats.org/officeDocument/2006/relationships/customXml" Target="../ink/ink979.xml"/><Relationship Id="rId24" Type="http://schemas.openxmlformats.org/officeDocument/2006/relationships/image" Target="../media/image995.png"/><Relationship Id="rId32" Type="http://schemas.openxmlformats.org/officeDocument/2006/relationships/image" Target="../media/image999.png"/><Relationship Id="rId37" Type="http://schemas.openxmlformats.org/officeDocument/2006/relationships/customXml" Target="../ink/ink992.xml"/><Relationship Id="rId40" Type="http://schemas.openxmlformats.org/officeDocument/2006/relationships/image" Target="../media/image1003.png"/><Relationship Id="rId45" Type="http://schemas.openxmlformats.org/officeDocument/2006/relationships/customXml" Target="../ink/ink996.xml"/><Relationship Id="rId53" Type="http://schemas.openxmlformats.org/officeDocument/2006/relationships/customXml" Target="../ink/ink1000.xml"/><Relationship Id="rId58" Type="http://schemas.openxmlformats.org/officeDocument/2006/relationships/image" Target="../media/image1011.png"/><Relationship Id="rId5" Type="http://schemas.openxmlformats.org/officeDocument/2006/relationships/image" Target="../media/image985.png"/><Relationship Id="rId61" Type="http://schemas.openxmlformats.org/officeDocument/2006/relationships/customXml" Target="../ink/ink1004.xml"/><Relationship Id="rId19" Type="http://schemas.openxmlformats.org/officeDocument/2006/relationships/customXml" Target="../ink/ink983.xml"/><Relationship Id="rId14" Type="http://schemas.openxmlformats.org/officeDocument/2006/relationships/image" Target="../media/image990.png"/><Relationship Id="rId22" Type="http://schemas.openxmlformats.org/officeDocument/2006/relationships/image" Target="../media/image994.png"/><Relationship Id="rId27" Type="http://schemas.openxmlformats.org/officeDocument/2006/relationships/customXml" Target="../ink/ink987.xml"/><Relationship Id="rId30" Type="http://schemas.openxmlformats.org/officeDocument/2006/relationships/image" Target="../media/image998.png"/><Relationship Id="rId35" Type="http://schemas.openxmlformats.org/officeDocument/2006/relationships/customXml" Target="../ink/ink991.xml"/><Relationship Id="rId43" Type="http://schemas.openxmlformats.org/officeDocument/2006/relationships/customXml" Target="../ink/ink995.xml"/><Relationship Id="rId48" Type="http://schemas.openxmlformats.org/officeDocument/2006/relationships/image" Target="../media/image1007.png"/><Relationship Id="rId56" Type="http://schemas.openxmlformats.org/officeDocument/2006/relationships/image" Target="../media/image1010.png"/><Relationship Id="rId8" Type="http://schemas.openxmlformats.org/officeDocument/2006/relationships/image" Target="../media/image987.png"/><Relationship Id="rId51" Type="http://schemas.openxmlformats.org/officeDocument/2006/relationships/customXml" Target="../ink/ink999.xml"/><Relationship Id="rId3" Type="http://schemas.openxmlformats.org/officeDocument/2006/relationships/image" Target="../media/image983.png"/><Relationship Id="rId12" Type="http://schemas.openxmlformats.org/officeDocument/2006/relationships/image" Target="../media/image989.png"/><Relationship Id="rId17" Type="http://schemas.openxmlformats.org/officeDocument/2006/relationships/customXml" Target="../ink/ink982.xml"/><Relationship Id="rId25" Type="http://schemas.openxmlformats.org/officeDocument/2006/relationships/customXml" Target="../ink/ink986.xml"/><Relationship Id="rId33" Type="http://schemas.openxmlformats.org/officeDocument/2006/relationships/customXml" Target="../ink/ink990.xml"/><Relationship Id="rId38" Type="http://schemas.openxmlformats.org/officeDocument/2006/relationships/image" Target="../media/image1002.png"/><Relationship Id="rId46" Type="http://schemas.openxmlformats.org/officeDocument/2006/relationships/image" Target="../media/image1006.png"/><Relationship Id="rId59" Type="http://schemas.openxmlformats.org/officeDocument/2006/relationships/customXml" Target="../ink/ink1003.xml"/><Relationship Id="rId20" Type="http://schemas.openxmlformats.org/officeDocument/2006/relationships/image" Target="../media/image993.png"/><Relationship Id="rId41" Type="http://schemas.openxmlformats.org/officeDocument/2006/relationships/customXml" Target="../ink/ink994.xml"/><Relationship Id="rId54" Type="http://schemas.openxmlformats.org/officeDocument/2006/relationships/image" Target="../media/image1009.png"/><Relationship Id="rId62" Type="http://schemas.openxmlformats.org/officeDocument/2006/relationships/image" Target="../media/image10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6.svg"/><Relationship Id="rId15" Type="http://schemas.openxmlformats.org/officeDocument/2006/relationships/customXml" Target="../ink/ink981.xml"/><Relationship Id="rId23" Type="http://schemas.openxmlformats.org/officeDocument/2006/relationships/customXml" Target="../ink/ink985.xml"/><Relationship Id="rId28" Type="http://schemas.openxmlformats.org/officeDocument/2006/relationships/image" Target="../media/image997.png"/><Relationship Id="rId36" Type="http://schemas.openxmlformats.org/officeDocument/2006/relationships/image" Target="../media/image1001.png"/><Relationship Id="rId49" Type="http://schemas.openxmlformats.org/officeDocument/2006/relationships/customXml" Target="../ink/ink998.xml"/><Relationship Id="rId57" Type="http://schemas.openxmlformats.org/officeDocument/2006/relationships/customXml" Target="../ink/ink1002.xml"/><Relationship Id="rId10" Type="http://schemas.openxmlformats.org/officeDocument/2006/relationships/image" Target="../media/image988.png"/><Relationship Id="rId31" Type="http://schemas.openxmlformats.org/officeDocument/2006/relationships/customXml" Target="../ink/ink989.xml"/><Relationship Id="rId44" Type="http://schemas.openxmlformats.org/officeDocument/2006/relationships/image" Target="../media/image1005.png"/><Relationship Id="rId52" Type="http://schemas.openxmlformats.org/officeDocument/2006/relationships/image" Target="../media/image457.png"/><Relationship Id="rId60" Type="http://schemas.openxmlformats.org/officeDocument/2006/relationships/image" Target="../media/image1012.png"/><Relationship Id="rId4" Type="http://schemas.openxmlformats.org/officeDocument/2006/relationships/image" Target="../media/image984.svg"/><Relationship Id="rId9" Type="http://schemas.openxmlformats.org/officeDocument/2006/relationships/customXml" Target="../ink/ink97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7.png"/><Relationship Id="rId13" Type="http://schemas.openxmlformats.org/officeDocument/2006/relationships/customXml" Target="../ink/ink1010.xml"/><Relationship Id="rId18" Type="http://schemas.openxmlformats.org/officeDocument/2006/relationships/image" Target="../media/image1022.png"/><Relationship Id="rId3" Type="http://schemas.openxmlformats.org/officeDocument/2006/relationships/customXml" Target="../ink/ink1005.xml"/><Relationship Id="rId21" Type="http://schemas.openxmlformats.org/officeDocument/2006/relationships/customXml" Target="../ink/ink1014.xml"/><Relationship Id="rId7" Type="http://schemas.openxmlformats.org/officeDocument/2006/relationships/customXml" Target="../ink/ink1007.xml"/><Relationship Id="rId12" Type="http://schemas.openxmlformats.org/officeDocument/2006/relationships/image" Target="../media/image1019.png"/><Relationship Id="rId17" Type="http://schemas.openxmlformats.org/officeDocument/2006/relationships/customXml" Target="../ink/ink1012.xml"/><Relationship Id="rId2" Type="http://schemas.openxmlformats.org/officeDocument/2006/relationships/image" Target="../media/image1014.png"/><Relationship Id="rId16" Type="http://schemas.openxmlformats.org/officeDocument/2006/relationships/image" Target="../media/image1021.png"/><Relationship Id="rId20" Type="http://schemas.openxmlformats.org/officeDocument/2006/relationships/image" Target="../media/image10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6.png"/><Relationship Id="rId11" Type="http://schemas.openxmlformats.org/officeDocument/2006/relationships/customXml" Target="../ink/ink1009.xml"/><Relationship Id="rId5" Type="http://schemas.openxmlformats.org/officeDocument/2006/relationships/customXml" Target="../ink/ink1006.xml"/><Relationship Id="rId15" Type="http://schemas.openxmlformats.org/officeDocument/2006/relationships/customXml" Target="../ink/ink1011.xml"/><Relationship Id="rId10" Type="http://schemas.openxmlformats.org/officeDocument/2006/relationships/image" Target="../media/image1018.png"/><Relationship Id="rId19" Type="http://schemas.openxmlformats.org/officeDocument/2006/relationships/customXml" Target="../ink/ink1013.xml"/><Relationship Id="rId4" Type="http://schemas.openxmlformats.org/officeDocument/2006/relationships/image" Target="../media/image1015.png"/><Relationship Id="rId9" Type="http://schemas.openxmlformats.org/officeDocument/2006/relationships/customXml" Target="../ink/ink1008.xml"/><Relationship Id="rId14" Type="http://schemas.openxmlformats.org/officeDocument/2006/relationships/image" Target="../media/image1020.png"/><Relationship Id="rId22" Type="http://schemas.openxmlformats.org/officeDocument/2006/relationships/image" Target="../media/image1024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2.png"/><Relationship Id="rId671" Type="http://schemas.openxmlformats.org/officeDocument/2006/relationships/image" Target="../media/image1359.png"/><Relationship Id="rId769" Type="http://schemas.openxmlformats.org/officeDocument/2006/relationships/image" Target="../media/image1408.png"/><Relationship Id="rId21" Type="http://schemas.openxmlformats.org/officeDocument/2006/relationships/image" Target="../media/image1034.png"/><Relationship Id="rId324" Type="http://schemas.openxmlformats.org/officeDocument/2006/relationships/customXml" Target="../ink/ink1176.xml"/><Relationship Id="rId531" Type="http://schemas.openxmlformats.org/officeDocument/2006/relationships/image" Target="../media/image1289.png"/><Relationship Id="rId629" Type="http://schemas.openxmlformats.org/officeDocument/2006/relationships/image" Target="../media/image1338.png"/><Relationship Id="rId170" Type="http://schemas.openxmlformats.org/officeDocument/2006/relationships/customXml" Target="../ink/ink1099.xml"/><Relationship Id="rId836" Type="http://schemas.openxmlformats.org/officeDocument/2006/relationships/customXml" Target="../ink/ink1432.xml"/><Relationship Id="rId268" Type="http://schemas.openxmlformats.org/officeDocument/2006/relationships/customXml" Target="../ink/ink1148.xml"/><Relationship Id="rId475" Type="http://schemas.openxmlformats.org/officeDocument/2006/relationships/image" Target="../media/image1261.png"/><Relationship Id="rId682" Type="http://schemas.openxmlformats.org/officeDocument/2006/relationships/customXml" Target="../ink/ink1355.xml"/><Relationship Id="rId32" Type="http://schemas.openxmlformats.org/officeDocument/2006/relationships/customXml" Target="../ink/ink1030.xml"/><Relationship Id="rId128" Type="http://schemas.openxmlformats.org/officeDocument/2006/relationships/customXml" Target="../ink/ink1078.xml"/><Relationship Id="rId335" Type="http://schemas.openxmlformats.org/officeDocument/2006/relationships/image" Target="../media/image1191.png"/><Relationship Id="rId542" Type="http://schemas.openxmlformats.org/officeDocument/2006/relationships/customXml" Target="../ink/ink1285.xml"/><Relationship Id="rId181" Type="http://schemas.openxmlformats.org/officeDocument/2006/relationships/image" Target="../media/image1114.png"/><Relationship Id="rId402" Type="http://schemas.openxmlformats.org/officeDocument/2006/relationships/customXml" Target="../ink/ink1215.xml"/><Relationship Id="rId847" Type="http://schemas.openxmlformats.org/officeDocument/2006/relationships/image" Target="../media/image1447.png"/><Relationship Id="rId279" Type="http://schemas.openxmlformats.org/officeDocument/2006/relationships/image" Target="../media/image1163.png"/><Relationship Id="rId486" Type="http://schemas.openxmlformats.org/officeDocument/2006/relationships/customXml" Target="../ink/ink1257.xml"/><Relationship Id="rId693" Type="http://schemas.openxmlformats.org/officeDocument/2006/relationships/image" Target="../media/image1370.png"/><Relationship Id="rId707" Type="http://schemas.openxmlformats.org/officeDocument/2006/relationships/image" Target="../media/image1377.png"/><Relationship Id="rId43" Type="http://schemas.openxmlformats.org/officeDocument/2006/relationships/image" Target="../media/image1045.png"/><Relationship Id="rId139" Type="http://schemas.openxmlformats.org/officeDocument/2006/relationships/image" Target="../media/image1093.png"/><Relationship Id="rId346" Type="http://schemas.openxmlformats.org/officeDocument/2006/relationships/customXml" Target="../ink/ink1187.xml"/><Relationship Id="rId553" Type="http://schemas.openxmlformats.org/officeDocument/2006/relationships/image" Target="../media/image1300.png"/><Relationship Id="rId760" Type="http://schemas.openxmlformats.org/officeDocument/2006/relationships/customXml" Target="../ink/ink1394.xml"/><Relationship Id="rId192" Type="http://schemas.openxmlformats.org/officeDocument/2006/relationships/customXml" Target="../ink/ink1110.xml"/><Relationship Id="rId206" Type="http://schemas.openxmlformats.org/officeDocument/2006/relationships/customXml" Target="../ink/ink1117.xml"/><Relationship Id="rId413" Type="http://schemas.openxmlformats.org/officeDocument/2006/relationships/image" Target="../media/image1230.png"/><Relationship Id="rId858" Type="http://schemas.openxmlformats.org/officeDocument/2006/relationships/customXml" Target="../ink/ink1443.xml"/><Relationship Id="rId497" Type="http://schemas.openxmlformats.org/officeDocument/2006/relationships/image" Target="../media/image1272.png"/><Relationship Id="rId620" Type="http://schemas.openxmlformats.org/officeDocument/2006/relationships/customXml" Target="../ink/ink1324.xml"/><Relationship Id="rId718" Type="http://schemas.openxmlformats.org/officeDocument/2006/relationships/customXml" Target="../ink/ink1373.xml"/><Relationship Id="rId357" Type="http://schemas.openxmlformats.org/officeDocument/2006/relationships/image" Target="../media/image1202.png"/><Relationship Id="rId54" Type="http://schemas.openxmlformats.org/officeDocument/2006/relationships/customXml" Target="../ink/ink1041.xml"/><Relationship Id="rId217" Type="http://schemas.openxmlformats.org/officeDocument/2006/relationships/image" Target="../media/image1132.png"/><Relationship Id="rId564" Type="http://schemas.openxmlformats.org/officeDocument/2006/relationships/customXml" Target="../ink/ink1296.xml"/><Relationship Id="rId771" Type="http://schemas.openxmlformats.org/officeDocument/2006/relationships/image" Target="../media/image1409.png"/><Relationship Id="rId869" Type="http://schemas.openxmlformats.org/officeDocument/2006/relationships/image" Target="../media/image1458.png"/><Relationship Id="rId424" Type="http://schemas.openxmlformats.org/officeDocument/2006/relationships/customXml" Target="../ink/ink1226.xml"/><Relationship Id="rId631" Type="http://schemas.openxmlformats.org/officeDocument/2006/relationships/image" Target="../media/image1339.png"/><Relationship Id="rId729" Type="http://schemas.openxmlformats.org/officeDocument/2006/relationships/image" Target="../media/image1388.png"/><Relationship Id="rId270" Type="http://schemas.openxmlformats.org/officeDocument/2006/relationships/customXml" Target="../ink/ink1149.xml"/><Relationship Id="rId65" Type="http://schemas.openxmlformats.org/officeDocument/2006/relationships/image" Target="../media/image1056.png"/><Relationship Id="rId130" Type="http://schemas.openxmlformats.org/officeDocument/2006/relationships/customXml" Target="../ink/ink1079.xml"/><Relationship Id="rId368" Type="http://schemas.openxmlformats.org/officeDocument/2006/relationships/customXml" Target="../ink/ink1198.xml"/><Relationship Id="rId575" Type="http://schemas.openxmlformats.org/officeDocument/2006/relationships/image" Target="../media/image1311.png"/><Relationship Id="rId782" Type="http://schemas.openxmlformats.org/officeDocument/2006/relationships/customXml" Target="../ink/ink1405.xml"/><Relationship Id="rId228" Type="http://schemas.openxmlformats.org/officeDocument/2006/relationships/customXml" Target="../ink/ink1128.xml"/><Relationship Id="rId435" Type="http://schemas.openxmlformats.org/officeDocument/2006/relationships/image" Target="../media/image1241.png"/><Relationship Id="rId642" Type="http://schemas.openxmlformats.org/officeDocument/2006/relationships/customXml" Target="../ink/ink1335.xml"/><Relationship Id="rId281" Type="http://schemas.openxmlformats.org/officeDocument/2006/relationships/image" Target="../media/image1164.png"/><Relationship Id="rId502" Type="http://schemas.openxmlformats.org/officeDocument/2006/relationships/customXml" Target="../ink/ink1265.xml"/><Relationship Id="rId76" Type="http://schemas.openxmlformats.org/officeDocument/2006/relationships/customXml" Target="../ink/ink1052.xml"/><Relationship Id="rId141" Type="http://schemas.openxmlformats.org/officeDocument/2006/relationships/image" Target="../media/image1094.png"/><Relationship Id="rId379" Type="http://schemas.openxmlformats.org/officeDocument/2006/relationships/image" Target="../media/image1213.png"/><Relationship Id="rId586" Type="http://schemas.openxmlformats.org/officeDocument/2006/relationships/customXml" Target="../ink/ink1307.xml"/><Relationship Id="rId793" Type="http://schemas.openxmlformats.org/officeDocument/2006/relationships/image" Target="../media/image1420.png"/><Relationship Id="rId807" Type="http://schemas.openxmlformats.org/officeDocument/2006/relationships/image" Target="../media/image1427.png"/><Relationship Id="rId7" Type="http://schemas.openxmlformats.org/officeDocument/2006/relationships/image" Target="../media/image1027.png"/><Relationship Id="rId239" Type="http://schemas.openxmlformats.org/officeDocument/2006/relationships/image" Target="../media/image1143.png"/><Relationship Id="rId446" Type="http://schemas.openxmlformats.org/officeDocument/2006/relationships/customXml" Target="../ink/ink1237.xml"/><Relationship Id="rId653" Type="http://schemas.openxmlformats.org/officeDocument/2006/relationships/image" Target="../media/image1350.png"/><Relationship Id="rId292" Type="http://schemas.openxmlformats.org/officeDocument/2006/relationships/customXml" Target="../ink/ink1160.xml"/><Relationship Id="rId306" Type="http://schemas.openxmlformats.org/officeDocument/2006/relationships/customXml" Target="../ink/ink1167.xml"/><Relationship Id="rId860" Type="http://schemas.openxmlformats.org/officeDocument/2006/relationships/customXml" Target="../ink/ink1444.xml"/><Relationship Id="rId87" Type="http://schemas.openxmlformats.org/officeDocument/2006/relationships/image" Target="../media/image1067.png"/><Relationship Id="rId513" Type="http://schemas.openxmlformats.org/officeDocument/2006/relationships/image" Target="../media/image1280.png"/><Relationship Id="rId597" Type="http://schemas.openxmlformats.org/officeDocument/2006/relationships/image" Target="../media/image1322.png"/><Relationship Id="rId720" Type="http://schemas.openxmlformats.org/officeDocument/2006/relationships/customXml" Target="../ink/ink1374.xml"/><Relationship Id="rId818" Type="http://schemas.openxmlformats.org/officeDocument/2006/relationships/customXml" Target="../ink/ink1423.xml"/><Relationship Id="rId152" Type="http://schemas.openxmlformats.org/officeDocument/2006/relationships/customXml" Target="../ink/ink1090.xml"/><Relationship Id="rId457" Type="http://schemas.openxmlformats.org/officeDocument/2006/relationships/image" Target="../media/image1252.png"/><Relationship Id="rId664" Type="http://schemas.openxmlformats.org/officeDocument/2006/relationships/customXml" Target="../ink/ink1346.xml"/><Relationship Id="rId871" Type="http://schemas.openxmlformats.org/officeDocument/2006/relationships/image" Target="../media/image1459.png"/><Relationship Id="rId14" Type="http://schemas.openxmlformats.org/officeDocument/2006/relationships/customXml" Target="../ink/ink1021.xml"/><Relationship Id="rId317" Type="http://schemas.openxmlformats.org/officeDocument/2006/relationships/image" Target="../media/image1182.png"/><Relationship Id="rId524" Type="http://schemas.openxmlformats.org/officeDocument/2006/relationships/customXml" Target="../ink/ink1276.xml"/><Relationship Id="rId731" Type="http://schemas.openxmlformats.org/officeDocument/2006/relationships/image" Target="../media/image1389.png"/><Relationship Id="rId98" Type="http://schemas.openxmlformats.org/officeDocument/2006/relationships/customXml" Target="../ink/ink1063.xml"/><Relationship Id="rId163" Type="http://schemas.openxmlformats.org/officeDocument/2006/relationships/image" Target="../media/image1105.png"/><Relationship Id="rId370" Type="http://schemas.openxmlformats.org/officeDocument/2006/relationships/customXml" Target="../ink/ink1199.xml"/><Relationship Id="rId829" Type="http://schemas.openxmlformats.org/officeDocument/2006/relationships/image" Target="../media/image1438.png"/><Relationship Id="rId230" Type="http://schemas.openxmlformats.org/officeDocument/2006/relationships/customXml" Target="../ink/ink1129.xml"/><Relationship Id="rId468" Type="http://schemas.openxmlformats.org/officeDocument/2006/relationships/customXml" Target="../ink/ink1248.xml"/><Relationship Id="rId675" Type="http://schemas.openxmlformats.org/officeDocument/2006/relationships/image" Target="../media/image1361.png"/><Relationship Id="rId882" Type="http://schemas.openxmlformats.org/officeDocument/2006/relationships/customXml" Target="../ink/ink1455.xml"/><Relationship Id="rId25" Type="http://schemas.openxmlformats.org/officeDocument/2006/relationships/image" Target="../media/image1036.png"/><Relationship Id="rId328" Type="http://schemas.openxmlformats.org/officeDocument/2006/relationships/customXml" Target="../ink/ink1178.xml"/><Relationship Id="rId535" Type="http://schemas.openxmlformats.org/officeDocument/2006/relationships/image" Target="../media/image1291.png"/><Relationship Id="rId742" Type="http://schemas.openxmlformats.org/officeDocument/2006/relationships/customXml" Target="../ink/ink1385.xml"/><Relationship Id="rId174" Type="http://schemas.openxmlformats.org/officeDocument/2006/relationships/customXml" Target="../ink/ink1101.xml"/><Relationship Id="rId381" Type="http://schemas.openxmlformats.org/officeDocument/2006/relationships/image" Target="../media/image1214.png"/><Relationship Id="rId602" Type="http://schemas.openxmlformats.org/officeDocument/2006/relationships/customXml" Target="../ink/ink1315.xml"/><Relationship Id="rId241" Type="http://schemas.openxmlformats.org/officeDocument/2006/relationships/image" Target="../media/image1144.png"/><Relationship Id="rId479" Type="http://schemas.openxmlformats.org/officeDocument/2006/relationships/image" Target="../media/image1263.png"/><Relationship Id="rId686" Type="http://schemas.openxmlformats.org/officeDocument/2006/relationships/customXml" Target="../ink/ink1357.xml"/><Relationship Id="rId36" Type="http://schemas.openxmlformats.org/officeDocument/2006/relationships/customXml" Target="../ink/ink1032.xml"/><Relationship Id="rId339" Type="http://schemas.openxmlformats.org/officeDocument/2006/relationships/image" Target="../media/image1193.png"/><Relationship Id="rId546" Type="http://schemas.openxmlformats.org/officeDocument/2006/relationships/customXml" Target="../ink/ink1287.xml"/><Relationship Id="rId753" Type="http://schemas.openxmlformats.org/officeDocument/2006/relationships/image" Target="../media/image1400.png"/><Relationship Id="rId101" Type="http://schemas.openxmlformats.org/officeDocument/2006/relationships/image" Target="../media/image1074.png"/><Relationship Id="rId185" Type="http://schemas.openxmlformats.org/officeDocument/2006/relationships/image" Target="../media/image1116.png"/><Relationship Id="rId406" Type="http://schemas.openxmlformats.org/officeDocument/2006/relationships/customXml" Target="../ink/ink1217.xml"/><Relationship Id="rId392" Type="http://schemas.openxmlformats.org/officeDocument/2006/relationships/customXml" Target="../ink/ink1210.xml"/><Relationship Id="rId613" Type="http://schemas.openxmlformats.org/officeDocument/2006/relationships/image" Target="../media/image1330.png"/><Relationship Id="rId697" Type="http://schemas.openxmlformats.org/officeDocument/2006/relationships/image" Target="../media/image1372.png"/><Relationship Id="rId820" Type="http://schemas.openxmlformats.org/officeDocument/2006/relationships/customXml" Target="../ink/ink1424.xml"/><Relationship Id="rId252" Type="http://schemas.openxmlformats.org/officeDocument/2006/relationships/customXml" Target="../ink/ink1140.xml"/><Relationship Id="rId47" Type="http://schemas.openxmlformats.org/officeDocument/2006/relationships/image" Target="../media/image1047.png"/><Relationship Id="rId112" Type="http://schemas.openxmlformats.org/officeDocument/2006/relationships/customXml" Target="../ink/ink1070.xml"/><Relationship Id="rId557" Type="http://schemas.openxmlformats.org/officeDocument/2006/relationships/image" Target="../media/image1302.png"/><Relationship Id="rId764" Type="http://schemas.openxmlformats.org/officeDocument/2006/relationships/customXml" Target="../ink/ink1396.xml"/><Relationship Id="rId196" Type="http://schemas.openxmlformats.org/officeDocument/2006/relationships/customXml" Target="../ink/ink1112.xml"/><Relationship Id="rId417" Type="http://schemas.openxmlformats.org/officeDocument/2006/relationships/image" Target="../media/image1232.png"/><Relationship Id="rId624" Type="http://schemas.openxmlformats.org/officeDocument/2006/relationships/customXml" Target="../ink/ink1326.xml"/><Relationship Id="rId831" Type="http://schemas.openxmlformats.org/officeDocument/2006/relationships/image" Target="../media/image1439.png"/><Relationship Id="rId263" Type="http://schemas.openxmlformats.org/officeDocument/2006/relationships/image" Target="../media/image1155.png"/><Relationship Id="rId470" Type="http://schemas.openxmlformats.org/officeDocument/2006/relationships/customXml" Target="../ink/ink1249.xml"/><Relationship Id="rId58" Type="http://schemas.openxmlformats.org/officeDocument/2006/relationships/customXml" Target="../ink/ink1043.xml"/><Relationship Id="rId123" Type="http://schemas.openxmlformats.org/officeDocument/2006/relationships/image" Target="../media/image1085.png"/><Relationship Id="rId330" Type="http://schemas.openxmlformats.org/officeDocument/2006/relationships/customXml" Target="../ink/ink1179.xml"/><Relationship Id="rId568" Type="http://schemas.openxmlformats.org/officeDocument/2006/relationships/customXml" Target="../ink/ink1298.xml"/><Relationship Id="rId775" Type="http://schemas.openxmlformats.org/officeDocument/2006/relationships/image" Target="../media/image1411.png"/><Relationship Id="rId428" Type="http://schemas.openxmlformats.org/officeDocument/2006/relationships/customXml" Target="../ink/ink1228.xml"/><Relationship Id="rId635" Type="http://schemas.openxmlformats.org/officeDocument/2006/relationships/image" Target="../media/image1341.png"/><Relationship Id="rId842" Type="http://schemas.openxmlformats.org/officeDocument/2006/relationships/customXml" Target="../ink/ink1435.xml"/><Relationship Id="rId274" Type="http://schemas.openxmlformats.org/officeDocument/2006/relationships/customXml" Target="../ink/ink1151.xml"/><Relationship Id="rId481" Type="http://schemas.openxmlformats.org/officeDocument/2006/relationships/image" Target="../media/image1264.png"/><Relationship Id="rId702" Type="http://schemas.openxmlformats.org/officeDocument/2006/relationships/customXml" Target="../ink/ink1365.xml"/><Relationship Id="rId69" Type="http://schemas.openxmlformats.org/officeDocument/2006/relationships/image" Target="../media/image1058.png"/><Relationship Id="rId134" Type="http://schemas.openxmlformats.org/officeDocument/2006/relationships/customXml" Target="../ink/ink1081.xml"/><Relationship Id="rId579" Type="http://schemas.openxmlformats.org/officeDocument/2006/relationships/image" Target="../media/image1313.png"/><Relationship Id="rId786" Type="http://schemas.openxmlformats.org/officeDocument/2006/relationships/customXml" Target="../ink/ink1407.xml"/><Relationship Id="rId341" Type="http://schemas.openxmlformats.org/officeDocument/2006/relationships/image" Target="../media/image1194.png"/><Relationship Id="rId439" Type="http://schemas.openxmlformats.org/officeDocument/2006/relationships/image" Target="../media/image1243.png"/><Relationship Id="rId646" Type="http://schemas.openxmlformats.org/officeDocument/2006/relationships/customXml" Target="../ink/ink1337.xml"/><Relationship Id="rId201" Type="http://schemas.openxmlformats.org/officeDocument/2006/relationships/image" Target="../media/image1124.png"/><Relationship Id="rId285" Type="http://schemas.openxmlformats.org/officeDocument/2006/relationships/image" Target="../media/image1166.png"/><Relationship Id="rId506" Type="http://schemas.openxmlformats.org/officeDocument/2006/relationships/customXml" Target="../ink/ink1267.xml"/><Relationship Id="rId853" Type="http://schemas.openxmlformats.org/officeDocument/2006/relationships/image" Target="../media/image1450.png"/><Relationship Id="rId492" Type="http://schemas.openxmlformats.org/officeDocument/2006/relationships/customXml" Target="../ink/ink1260.xml"/><Relationship Id="rId713" Type="http://schemas.openxmlformats.org/officeDocument/2006/relationships/image" Target="../media/image1380.png"/><Relationship Id="rId797" Type="http://schemas.openxmlformats.org/officeDocument/2006/relationships/image" Target="../media/image1422.png"/><Relationship Id="rId145" Type="http://schemas.openxmlformats.org/officeDocument/2006/relationships/image" Target="../media/image1096.png"/><Relationship Id="rId352" Type="http://schemas.openxmlformats.org/officeDocument/2006/relationships/customXml" Target="../ink/ink1190.xml"/><Relationship Id="rId212" Type="http://schemas.openxmlformats.org/officeDocument/2006/relationships/customXml" Target="../ink/ink1120.xml"/><Relationship Id="rId657" Type="http://schemas.openxmlformats.org/officeDocument/2006/relationships/image" Target="../media/image1352.png"/><Relationship Id="rId864" Type="http://schemas.openxmlformats.org/officeDocument/2006/relationships/customXml" Target="../ink/ink1446.xml"/><Relationship Id="rId296" Type="http://schemas.openxmlformats.org/officeDocument/2006/relationships/customXml" Target="../ink/ink1162.xml"/><Relationship Id="rId517" Type="http://schemas.openxmlformats.org/officeDocument/2006/relationships/image" Target="../media/image1282.png"/><Relationship Id="rId724" Type="http://schemas.openxmlformats.org/officeDocument/2006/relationships/customXml" Target="../ink/ink1376.xml"/><Relationship Id="rId60" Type="http://schemas.openxmlformats.org/officeDocument/2006/relationships/customXml" Target="../ink/ink1044.xml"/><Relationship Id="rId156" Type="http://schemas.openxmlformats.org/officeDocument/2006/relationships/customXml" Target="../ink/ink1092.xml"/><Relationship Id="rId363" Type="http://schemas.openxmlformats.org/officeDocument/2006/relationships/image" Target="../media/image1205.png"/><Relationship Id="rId570" Type="http://schemas.openxmlformats.org/officeDocument/2006/relationships/customXml" Target="../ink/ink1299.xml"/><Relationship Id="rId223" Type="http://schemas.openxmlformats.org/officeDocument/2006/relationships/image" Target="../media/image1135.png"/><Relationship Id="rId430" Type="http://schemas.openxmlformats.org/officeDocument/2006/relationships/customXml" Target="../ink/ink1229.xml"/><Relationship Id="rId668" Type="http://schemas.openxmlformats.org/officeDocument/2006/relationships/customXml" Target="../ink/ink1348.xml"/><Relationship Id="rId875" Type="http://schemas.openxmlformats.org/officeDocument/2006/relationships/image" Target="../media/image1461.png"/><Relationship Id="rId18" Type="http://schemas.openxmlformats.org/officeDocument/2006/relationships/customXml" Target="../ink/ink1023.xml"/><Relationship Id="rId528" Type="http://schemas.openxmlformats.org/officeDocument/2006/relationships/customXml" Target="../ink/ink1278.xml"/><Relationship Id="rId735" Type="http://schemas.openxmlformats.org/officeDocument/2006/relationships/image" Target="../media/image1391.png"/><Relationship Id="rId167" Type="http://schemas.openxmlformats.org/officeDocument/2006/relationships/image" Target="../media/image1107.png"/><Relationship Id="rId374" Type="http://schemas.openxmlformats.org/officeDocument/2006/relationships/customXml" Target="../ink/ink1201.xml"/><Relationship Id="rId581" Type="http://schemas.openxmlformats.org/officeDocument/2006/relationships/image" Target="../media/image1314.png"/><Relationship Id="rId71" Type="http://schemas.openxmlformats.org/officeDocument/2006/relationships/image" Target="../media/image1059.png"/><Relationship Id="rId234" Type="http://schemas.openxmlformats.org/officeDocument/2006/relationships/customXml" Target="../ink/ink1131.xml"/><Relationship Id="rId679" Type="http://schemas.openxmlformats.org/officeDocument/2006/relationships/image" Target="../media/image1363.png"/><Relationship Id="rId802" Type="http://schemas.openxmlformats.org/officeDocument/2006/relationships/customXml" Target="../ink/ink1415.xml"/><Relationship Id="rId886" Type="http://schemas.openxmlformats.org/officeDocument/2006/relationships/customXml" Target="../ink/ink1457.xml"/><Relationship Id="rId2" Type="http://schemas.openxmlformats.org/officeDocument/2006/relationships/customXml" Target="../ink/ink1015.xml"/><Relationship Id="rId29" Type="http://schemas.openxmlformats.org/officeDocument/2006/relationships/image" Target="../media/image1038.png"/><Relationship Id="rId441" Type="http://schemas.openxmlformats.org/officeDocument/2006/relationships/image" Target="../media/image1244.png"/><Relationship Id="rId539" Type="http://schemas.openxmlformats.org/officeDocument/2006/relationships/image" Target="../media/image1293.png"/><Relationship Id="rId746" Type="http://schemas.openxmlformats.org/officeDocument/2006/relationships/customXml" Target="../ink/ink1387.xml"/><Relationship Id="rId178" Type="http://schemas.openxmlformats.org/officeDocument/2006/relationships/customXml" Target="../ink/ink1103.xml"/><Relationship Id="rId301" Type="http://schemas.openxmlformats.org/officeDocument/2006/relationships/image" Target="../media/image1174.png"/><Relationship Id="rId82" Type="http://schemas.openxmlformats.org/officeDocument/2006/relationships/customXml" Target="../ink/ink1055.xml"/><Relationship Id="rId385" Type="http://schemas.openxmlformats.org/officeDocument/2006/relationships/image" Target="../media/image1216.png"/><Relationship Id="rId592" Type="http://schemas.openxmlformats.org/officeDocument/2006/relationships/customXml" Target="../ink/ink1310.xml"/><Relationship Id="rId606" Type="http://schemas.openxmlformats.org/officeDocument/2006/relationships/customXml" Target="../ink/ink1317.xml"/><Relationship Id="rId813" Type="http://schemas.openxmlformats.org/officeDocument/2006/relationships/image" Target="../media/image1430.png"/><Relationship Id="rId245" Type="http://schemas.openxmlformats.org/officeDocument/2006/relationships/image" Target="../media/image1146.png"/><Relationship Id="rId452" Type="http://schemas.openxmlformats.org/officeDocument/2006/relationships/customXml" Target="../ink/ink1240.xml"/><Relationship Id="rId105" Type="http://schemas.openxmlformats.org/officeDocument/2006/relationships/image" Target="../media/image1076.png"/><Relationship Id="rId312" Type="http://schemas.openxmlformats.org/officeDocument/2006/relationships/customXml" Target="../ink/ink1170.xml"/><Relationship Id="rId757" Type="http://schemas.openxmlformats.org/officeDocument/2006/relationships/image" Target="../media/image1402.png"/><Relationship Id="rId93" Type="http://schemas.openxmlformats.org/officeDocument/2006/relationships/image" Target="../media/image1070.png"/><Relationship Id="rId189" Type="http://schemas.openxmlformats.org/officeDocument/2006/relationships/image" Target="../media/image1118.png"/><Relationship Id="rId396" Type="http://schemas.openxmlformats.org/officeDocument/2006/relationships/customXml" Target="../ink/ink1212.xml"/><Relationship Id="rId617" Type="http://schemas.openxmlformats.org/officeDocument/2006/relationships/image" Target="../media/image1332.png"/><Relationship Id="rId824" Type="http://schemas.openxmlformats.org/officeDocument/2006/relationships/customXml" Target="../ink/ink1426.xml"/><Relationship Id="rId256" Type="http://schemas.openxmlformats.org/officeDocument/2006/relationships/customXml" Target="../ink/ink1142.xml"/><Relationship Id="rId463" Type="http://schemas.openxmlformats.org/officeDocument/2006/relationships/image" Target="../media/image1255.png"/><Relationship Id="rId670" Type="http://schemas.openxmlformats.org/officeDocument/2006/relationships/customXml" Target="../ink/ink1349.xml"/><Relationship Id="rId116" Type="http://schemas.openxmlformats.org/officeDocument/2006/relationships/customXml" Target="../ink/ink1072.xml"/><Relationship Id="rId323" Type="http://schemas.openxmlformats.org/officeDocument/2006/relationships/image" Target="../media/image1185.png"/><Relationship Id="rId530" Type="http://schemas.openxmlformats.org/officeDocument/2006/relationships/customXml" Target="../ink/ink1279.xml"/><Relationship Id="rId768" Type="http://schemas.openxmlformats.org/officeDocument/2006/relationships/customXml" Target="../ink/ink1398.xml"/><Relationship Id="rId20" Type="http://schemas.openxmlformats.org/officeDocument/2006/relationships/customXml" Target="../ink/ink1024.xml"/><Relationship Id="rId628" Type="http://schemas.openxmlformats.org/officeDocument/2006/relationships/customXml" Target="../ink/ink1328.xml"/><Relationship Id="rId835" Type="http://schemas.openxmlformats.org/officeDocument/2006/relationships/image" Target="../media/image1441.png"/><Relationship Id="rId267" Type="http://schemas.openxmlformats.org/officeDocument/2006/relationships/image" Target="../media/image1157.png"/><Relationship Id="rId474" Type="http://schemas.openxmlformats.org/officeDocument/2006/relationships/customXml" Target="../ink/ink1251.xml"/><Relationship Id="rId127" Type="http://schemas.openxmlformats.org/officeDocument/2006/relationships/image" Target="../media/image1087.png"/><Relationship Id="rId681" Type="http://schemas.openxmlformats.org/officeDocument/2006/relationships/image" Target="../media/image1364.png"/><Relationship Id="rId779" Type="http://schemas.openxmlformats.org/officeDocument/2006/relationships/image" Target="../media/image1413.png"/><Relationship Id="rId31" Type="http://schemas.openxmlformats.org/officeDocument/2006/relationships/image" Target="../media/image1039.png"/><Relationship Id="rId334" Type="http://schemas.openxmlformats.org/officeDocument/2006/relationships/customXml" Target="../ink/ink1181.xml"/><Relationship Id="rId541" Type="http://schemas.openxmlformats.org/officeDocument/2006/relationships/image" Target="../media/image1294.png"/><Relationship Id="rId639" Type="http://schemas.openxmlformats.org/officeDocument/2006/relationships/image" Target="../media/image1343.png"/><Relationship Id="rId180" Type="http://schemas.openxmlformats.org/officeDocument/2006/relationships/customXml" Target="../ink/ink1104.xml"/><Relationship Id="rId278" Type="http://schemas.openxmlformats.org/officeDocument/2006/relationships/customXml" Target="../ink/ink1153.xml"/><Relationship Id="rId401" Type="http://schemas.openxmlformats.org/officeDocument/2006/relationships/image" Target="../media/image1224.png"/><Relationship Id="rId846" Type="http://schemas.openxmlformats.org/officeDocument/2006/relationships/customXml" Target="../ink/ink1437.xml"/><Relationship Id="rId485" Type="http://schemas.openxmlformats.org/officeDocument/2006/relationships/image" Target="../media/image1266.png"/><Relationship Id="rId692" Type="http://schemas.openxmlformats.org/officeDocument/2006/relationships/customXml" Target="../ink/ink1360.xml"/><Relationship Id="rId706" Type="http://schemas.openxmlformats.org/officeDocument/2006/relationships/customXml" Target="../ink/ink1367.xml"/><Relationship Id="rId42" Type="http://schemas.openxmlformats.org/officeDocument/2006/relationships/customXml" Target="../ink/ink1035.xml"/><Relationship Id="rId138" Type="http://schemas.openxmlformats.org/officeDocument/2006/relationships/customXml" Target="../ink/ink1083.xml"/><Relationship Id="rId345" Type="http://schemas.openxmlformats.org/officeDocument/2006/relationships/image" Target="../media/image1196.png"/><Relationship Id="rId552" Type="http://schemas.openxmlformats.org/officeDocument/2006/relationships/customXml" Target="../ink/ink1290.xml"/><Relationship Id="rId191" Type="http://schemas.openxmlformats.org/officeDocument/2006/relationships/image" Target="../media/image1119.png"/><Relationship Id="rId205" Type="http://schemas.openxmlformats.org/officeDocument/2006/relationships/image" Target="../media/image1126.png"/><Relationship Id="rId412" Type="http://schemas.openxmlformats.org/officeDocument/2006/relationships/customXml" Target="../ink/ink1220.xml"/><Relationship Id="rId857" Type="http://schemas.openxmlformats.org/officeDocument/2006/relationships/image" Target="../media/image1452.png"/><Relationship Id="rId289" Type="http://schemas.openxmlformats.org/officeDocument/2006/relationships/image" Target="../media/image1168.png"/><Relationship Id="rId496" Type="http://schemas.openxmlformats.org/officeDocument/2006/relationships/customXml" Target="../ink/ink1262.xml"/><Relationship Id="rId717" Type="http://schemas.openxmlformats.org/officeDocument/2006/relationships/image" Target="../media/image1382.png"/><Relationship Id="rId53" Type="http://schemas.openxmlformats.org/officeDocument/2006/relationships/image" Target="../media/image1050.png"/><Relationship Id="rId149" Type="http://schemas.openxmlformats.org/officeDocument/2006/relationships/image" Target="../media/image1098.png"/><Relationship Id="rId356" Type="http://schemas.openxmlformats.org/officeDocument/2006/relationships/customXml" Target="../ink/ink1192.xml"/><Relationship Id="rId563" Type="http://schemas.openxmlformats.org/officeDocument/2006/relationships/image" Target="../media/image1305.png"/><Relationship Id="rId770" Type="http://schemas.openxmlformats.org/officeDocument/2006/relationships/customXml" Target="../ink/ink1399.xml"/><Relationship Id="rId216" Type="http://schemas.openxmlformats.org/officeDocument/2006/relationships/customXml" Target="../ink/ink1122.xml"/><Relationship Id="rId423" Type="http://schemas.openxmlformats.org/officeDocument/2006/relationships/image" Target="../media/image1235.png"/><Relationship Id="rId868" Type="http://schemas.openxmlformats.org/officeDocument/2006/relationships/customXml" Target="../ink/ink1448.xml"/><Relationship Id="rId630" Type="http://schemas.openxmlformats.org/officeDocument/2006/relationships/customXml" Target="../ink/ink1329.xml"/><Relationship Id="rId728" Type="http://schemas.openxmlformats.org/officeDocument/2006/relationships/customXml" Target="../ink/ink1378.xml"/><Relationship Id="rId64" Type="http://schemas.openxmlformats.org/officeDocument/2006/relationships/customXml" Target="../ink/ink1046.xml"/><Relationship Id="rId367" Type="http://schemas.openxmlformats.org/officeDocument/2006/relationships/image" Target="../media/image1207.png"/><Relationship Id="rId574" Type="http://schemas.openxmlformats.org/officeDocument/2006/relationships/customXml" Target="../ink/ink1301.xml"/><Relationship Id="rId227" Type="http://schemas.openxmlformats.org/officeDocument/2006/relationships/image" Target="../media/image1137.png"/><Relationship Id="rId781" Type="http://schemas.openxmlformats.org/officeDocument/2006/relationships/image" Target="../media/image1414.png"/><Relationship Id="rId879" Type="http://schemas.openxmlformats.org/officeDocument/2006/relationships/image" Target="../media/image1463.png"/><Relationship Id="rId434" Type="http://schemas.openxmlformats.org/officeDocument/2006/relationships/customXml" Target="../ink/ink1231.xml"/><Relationship Id="rId641" Type="http://schemas.openxmlformats.org/officeDocument/2006/relationships/image" Target="../media/image1344.png"/><Relationship Id="rId739" Type="http://schemas.openxmlformats.org/officeDocument/2006/relationships/image" Target="../media/image1393.png"/><Relationship Id="rId280" Type="http://schemas.openxmlformats.org/officeDocument/2006/relationships/customXml" Target="../ink/ink1154.xml"/><Relationship Id="rId501" Type="http://schemas.openxmlformats.org/officeDocument/2006/relationships/image" Target="../media/image1274.png"/><Relationship Id="rId75" Type="http://schemas.openxmlformats.org/officeDocument/2006/relationships/image" Target="../media/image1061.png"/><Relationship Id="rId140" Type="http://schemas.openxmlformats.org/officeDocument/2006/relationships/customXml" Target="../ink/ink1084.xml"/><Relationship Id="rId378" Type="http://schemas.openxmlformats.org/officeDocument/2006/relationships/customXml" Target="../ink/ink1203.xml"/><Relationship Id="rId585" Type="http://schemas.openxmlformats.org/officeDocument/2006/relationships/image" Target="../media/image1316.png"/><Relationship Id="rId792" Type="http://schemas.openxmlformats.org/officeDocument/2006/relationships/customXml" Target="../ink/ink1410.xml"/><Relationship Id="rId806" Type="http://schemas.openxmlformats.org/officeDocument/2006/relationships/customXml" Target="../ink/ink1417.xml"/><Relationship Id="rId6" Type="http://schemas.openxmlformats.org/officeDocument/2006/relationships/customXml" Target="../ink/ink1017.xml"/><Relationship Id="rId238" Type="http://schemas.openxmlformats.org/officeDocument/2006/relationships/customXml" Target="../ink/ink1133.xml"/><Relationship Id="rId445" Type="http://schemas.openxmlformats.org/officeDocument/2006/relationships/image" Target="../media/image1246.png"/><Relationship Id="rId652" Type="http://schemas.openxmlformats.org/officeDocument/2006/relationships/customXml" Target="../ink/ink1340.xml"/><Relationship Id="rId291" Type="http://schemas.openxmlformats.org/officeDocument/2006/relationships/image" Target="../media/image1169.png"/><Relationship Id="rId305" Type="http://schemas.openxmlformats.org/officeDocument/2006/relationships/image" Target="../media/image1176.png"/><Relationship Id="rId512" Type="http://schemas.openxmlformats.org/officeDocument/2006/relationships/customXml" Target="../ink/ink1270.xml"/><Relationship Id="rId86" Type="http://schemas.openxmlformats.org/officeDocument/2006/relationships/customXml" Target="../ink/ink1057.xml"/><Relationship Id="rId151" Type="http://schemas.openxmlformats.org/officeDocument/2006/relationships/image" Target="../media/image1099.png"/><Relationship Id="rId389" Type="http://schemas.openxmlformats.org/officeDocument/2006/relationships/image" Target="../media/image1218.png"/><Relationship Id="rId596" Type="http://schemas.openxmlformats.org/officeDocument/2006/relationships/customXml" Target="../ink/ink1312.xml"/><Relationship Id="rId817" Type="http://schemas.openxmlformats.org/officeDocument/2006/relationships/image" Target="../media/image1432.png"/><Relationship Id="rId249" Type="http://schemas.openxmlformats.org/officeDocument/2006/relationships/image" Target="../media/image1148.png"/><Relationship Id="rId456" Type="http://schemas.openxmlformats.org/officeDocument/2006/relationships/customXml" Target="../ink/ink1242.xml"/><Relationship Id="rId663" Type="http://schemas.openxmlformats.org/officeDocument/2006/relationships/image" Target="../media/image1355.png"/><Relationship Id="rId870" Type="http://schemas.openxmlformats.org/officeDocument/2006/relationships/customXml" Target="../ink/ink1449.xml"/><Relationship Id="rId13" Type="http://schemas.openxmlformats.org/officeDocument/2006/relationships/image" Target="../media/image1030.png"/><Relationship Id="rId109" Type="http://schemas.openxmlformats.org/officeDocument/2006/relationships/image" Target="../media/image1078.png"/><Relationship Id="rId316" Type="http://schemas.openxmlformats.org/officeDocument/2006/relationships/customXml" Target="../ink/ink1172.xml"/><Relationship Id="rId523" Type="http://schemas.openxmlformats.org/officeDocument/2006/relationships/image" Target="../media/image1285.png"/><Relationship Id="rId97" Type="http://schemas.openxmlformats.org/officeDocument/2006/relationships/image" Target="../media/image1072.png"/><Relationship Id="rId730" Type="http://schemas.openxmlformats.org/officeDocument/2006/relationships/customXml" Target="../ink/ink1379.xml"/><Relationship Id="rId828" Type="http://schemas.openxmlformats.org/officeDocument/2006/relationships/customXml" Target="../ink/ink1428.xml"/><Relationship Id="rId162" Type="http://schemas.openxmlformats.org/officeDocument/2006/relationships/customXml" Target="../ink/ink1095.xml"/><Relationship Id="rId467" Type="http://schemas.openxmlformats.org/officeDocument/2006/relationships/image" Target="../media/image1257.png"/><Relationship Id="rId674" Type="http://schemas.openxmlformats.org/officeDocument/2006/relationships/customXml" Target="../ink/ink1351.xml"/><Relationship Id="rId881" Type="http://schemas.openxmlformats.org/officeDocument/2006/relationships/image" Target="../media/image1464.png"/><Relationship Id="rId24" Type="http://schemas.openxmlformats.org/officeDocument/2006/relationships/customXml" Target="../ink/ink1026.xml"/><Relationship Id="rId327" Type="http://schemas.openxmlformats.org/officeDocument/2006/relationships/image" Target="../media/image1187.png"/><Relationship Id="rId534" Type="http://schemas.openxmlformats.org/officeDocument/2006/relationships/customXml" Target="../ink/ink1281.xml"/><Relationship Id="rId741" Type="http://schemas.openxmlformats.org/officeDocument/2006/relationships/image" Target="../media/image1394.png"/><Relationship Id="rId839" Type="http://schemas.openxmlformats.org/officeDocument/2006/relationships/image" Target="../media/image1443.png"/><Relationship Id="rId173" Type="http://schemas.openxmlformats.org/officeDocument/2006/relationships/image" Target="../media/image1110.png"/><Relationship Id="rId380" Type="http://schemas.openxmlformats.org/officeDocument/2006/relationships/customXml" Target="../ink/ink1204.xml"/><Relationship Id="rId601" Type="http://schemas.openxmlformats.org/officeDocument/2006/relationships/image" Target="../media/image1324.png"/><Relationship Id="rId240" Type="http://schemas.openxmlformats.org/officeDocument/2006/relationships/customXml" Target="../ink/ink1134.xml"/><Relationship Id="rId478" Type="http://schemas.openxmlformats.org/officeDocument/2006/relationships/customXml" Target="../ink/ink1253.xml"/><Relationship Id="rId685" Type="http://schemas.openxmlformats.org/officeDocument/2006/relationships/image" Target="../media/image1366.png"/><Relationship Id="rId35" Type="http://schemas.openxmlformats.org/officeDocument/2006/relationships/image" Target="../media/image1041.png"/><Relationship Id="rId100" Type="http://schemas.openxmlformats.org/officeDocument/2006/relationships/customXml" Target="../ink/ink1064.xml"/><Relationship Id="rId338" Type="http://schemas.openxmlformats.org/officeDocument/2006/relationships/customXml" Target="../ink/ink1183.xml"/><Relationship Id="rId545" Type="http://schemas.openxmlformats.org/officeDocument/2006/relationships/image" Target="../media/image1296.png"/><Relationship Id="rId752" Type="http://schemas.openxmlformats.org/officeDocument/2006/relationships/customXml" Target="../ink/ink1390.xml"/><Relationship Id="rId184" Type="http://schemas.openxmlformats.org/officeDocument/2006/relationships/customXml" Target="../ink/ink1106.xml"/><Relationship Id="rId391" Type="http://schemas.openxmlformats.org/officeDocument/2006/relationships/image" Target="../media/image1219.png"/><Relationship Id="rId405" Type="http://schemas.openxmlformats.org/officeDocument/2006/relationships/image" Target="../media/image1226.png"/><Relationship Id="rId612" Type="http://schemas.openxmlformats.org/officeDocument/2006/relationships/customXml" Target="../ink/ink1320.xml"/><Relationship Id="rId251" Type="http://schemas.openxmlformats.org/officeDocument/2006/relationships/image" Target="../media/image1149.png"/><Relationship Id="rId489" Type="http://schemas.openxmlformats.org/officeDocument/2006/relationships/image" Target="../media/image1268.png"/><Relationship Id="rId696" Type="http://schemas.openxmlformats.org/officeDocument/2006/relationships/customXml" Target="../ink/ink1362.xml"/><Relationship Id="rId46" Type="http://schemas.openxmlformats.org/officeDocument/2006/relationships/customXml" Target="../ink/ink1037.xml"/><Relationship Id="rId349" Type="http://schemas.openxmlformats.org/officeDocument/2006/relationships/image" Target="../media/image1198.png"/><Relationship Id="rId556" Type="http://schemas.openxmlformats.org/officeDocument/2006/relationships/customXml" Target="../ink/ink1292.xml"/><Relationship Id="rId763" Type="http://schemas.openxmlformats.org/officeDocument/2006/relationships/image" Target="../media/image1405.png"/><Relationship Id="rId111" Type="http://schemas.openxmlformats.org/officeDocument/2006/relationships/image" Target="../media/image1079.png"/><Relationship Id="rId195" Type="http://schemas.openxmlformats.org/officeDocument/2006/relationships/image" Target="../media/image1121.png"/><Relationship Id="rId209" Type="http://schemas.openxmlformats.org/officeDocument/2006/relationships/image" Target="../media/image1128.png"/><Relationship Id="rId416" Type="http://schemas.openxmlformats.org/officeDocument/2006/relationships/customXml" Target="../ink/ink1222.xml"/><Relationship Id="rId623" Type="http://schemas.openxmlformats.org/officeDocument/2006/relationships/image" Target="../media/image1335.png"/><Relationship Id="rId830" Type="http://schemas.openxmlformats.org/officeDocument/2006/relationships/customXml" Target="../ink/ink1429.xml"/><Relationship Id="rId57" Type="http://schemas.openxmlformats.org/officeDocument/2006/relationships/image" Target="../media/image1052.png"/><Relationship Id="rId262" Type="http://schemas.openxmlformats.org/officeDocument/2006/relationships/customXml" Target="../ink/ink1145.xml"/><Relationship Id="rId567" Type="http://schemas.openxmlformats.org/officeDocument/2006/relationships/image" Target="../media/image1307.png"/><Relationship Id="rId99" Type="http://schemas.openxmlformats.org/officeDocument/2006/relationships/image" Target="../media/image1073.png"/><Relationship Id="rId122" Type="http://schemas.openxmlformats.org/officeDocument/2006/relationships/customXml" Target="../ink/ink1075.xml"/><Relationship Id="rId164" Type="http://schemas.openxmlformats.org/officeDocument/2006/relationships/customXml" Target="../ink/ink1096.xml"/><Relationship Id="rId371" Type="http://schemas.openxmlformats.org/officeDocument/2006/relationships/image" Target="../media/image1209.png"/><Relationship Id="rId774" Type="http://schemas.openxmlformats.org/officeDocument/2006/relationships/customXml" Target="../ink/ink1401.xml"/><Relationship Id="rId427" Type="http://schemas.openxmlformats.org/officeDocument/2006/relationships/image" Target="../media/image1237.png"/><Relationship Id="rId469" Type="http://schemas.openxmlformats.org/officeDocument/2006/relationships/image" Target="../media/image1258.png"/><Relationship Id="rId634" Type="http://schemas.openxmlformats.org/officeDocument/2006/relationships/customXml" Target="../ink/ink1331.xml"/><Relationship Id="rId676" Type="http://schemas.openxmlformats.org/officeDocument/2006/relationships/customXml" Target="../ink/ink1352.xml"/><Relationship Id="rId841" Type="http://schemas.openxmlformats.org/officeDocument/2006/relationships/image" Target="../media/image1444.png"/><Relationship Id="rId883" Type="http://schemas.openxmlformats.org/officeDocument/2006/relationships/image" Target="../media/image1465.png"/><Relationship Id="rId26" Type="http://schemas.openxmlformats.org/officeDocument/2006/relationships/customXml" Target="../ink/ink1027.xml"/><Relationship Id="rId231" Type="http://schemas.openxmlformats.org/officeDocument/2006/relationships/image" Target="../media/image1139.png"/><Relationship Id="rId273" Type="http://schemas.openxmlformats.org/officeDocument/2006/relationships/image" Target="../media/image1160.png"/><Relationship Id="rId329" Type="http://schemas.openxmlformats.org/officeDocument/2006/relationships/image" Target="../media/image1188.png"/><Relationship Id="rId480" Type="http://schemas.openxmlformats.org/officeDocument/2006/relationships/customXml" Target="../ink/ink1254.xml"/><Relationship Id="rId536" Type="http://schemas.openxmlformats.org/officeDocument/2006/relationships/customXml" Target="../ink/ink1282.xml"/><Relationship Id="rId701" Type="http://schemas.openxmlformats.org/officeDocument/2006/relationships/image" Target="../media/image1374.png"/><Relationship Id="rId68" Type="http://schemas.openxmlformats.org/officeDocument/2006/relationships/customXml" Target="../ink/ink1048.xml"/><Relationship Id="rId133" Type="http://schemas.openxmlformats.org/officeDocument/2006/relationships/image" Target="../media/image1090.png"/><Relationship Id="rId175" Type="http://schemas.openxmlformats.org/officeDocument/2006/relationships/image" Target="../media/image1111.png"/><Relationship Id="rId340" Type="http://schemas.openxmlformats.org/officeDocument/2006/relationships/customXml" Target="../ink/ink1184.xml"/><Relationship Id="rId578" Type="http://schemas.openxmlformats.org/officeDocument/2006/relationships/customXml" Target="../ink/ink1303.xml"/><Relationship Id="rId743" Type="http://schemas.openxmlformats.org/officeDocument/2006/relationships/image" Target="../media/image1395.png"/><Relationship Id="rId785" Type="http://schemas.openxmlformats.org/officeDocument/2006/relationships/image" Target="../media/image1416.png"/><Relationship Id="rId200" Type="http://schemas.openxmlformats.org/officeDocument/2006/relationships/customXml" Target="../ink/ink1114.xml"/><Relationship Id="rId382" Type="http://schemas.openxmlformats.org/officeDocument/2006/relationships/customXml" Target="../ink/ink1205.xml"/><Relationship Id="rId438" Type="http://schemas.openxmlformats.org/officeDocument/2006/relationships/customXml" Target="../ink/ink1233.xml"/><Relationship Id="rId603" Type="http://schemas.openxmlformats.org/officeDocument/2006/relationships/image" Target="../media/image1325.png"/><Relationship Id="rId645" Type="http://schemas.openxmlformats.org/officeDocument/2006/relationships/image" Target="../media/image1346.png"/><Relationship Id="rId687" Type="http://schemas.openxmlformats.org/officeDocument/2006/relationships/image" Target="../media/image1367.png"/><Relationship Id="rId810" Type="http://schemas.openxmlformats.org/officeDocument/2006/relationships/customXml" Target="../ink/ink1419.xml"/><Relationship Id="rId852" Type="http://schemas.openxmlformats.org/officeDocument/2006/relationships/customXml" Target="../ink/ink1440.xml"/><Relationship Id="rId242" Type="http://schemas.openxmlformats.org/officeDocument/2006/relationships/customXml" Target="../ink/ink1135.xml"/><Relationship Id="rId284" Type="http://schemas.openxmlformats.org/officeDocument/2006/relationships/customXml" Target="../ink/ink1156.xml"/><Relationship Id="rId491" Type="http://schemas.openxmlformats.org/officeDocument/2006/relationships/image" Target="../media/image1269.png"/><Relationship Id="rId505" Type="http://schemas.openxmlformats.org/officeDocument/2006/relationships/image" Target="../media/image1276.png"/><Relationship Id="rId712" Type="http://schemas.openxmlformats.org/officeDocument/2006/relationships/customXml" Target="../ink/ink1370.xml"/><Relationship Id="rId37" Type="http://schemas.openxmlformats.org/officeDocument/2006/relationships/image" Target="../media/image1042.png"/><Relationship Id="rId79" Type="http://schemas.openxmlformats.org/officeDocument/2006/relationships/image" Target="../media/image1063.png"/><Relationship Id="rId102" Type="http://schemas.openxmlformats.org/officeDocument/2006/relationships/customXml" Target="../ink/ink1065.xml"/><Relationship Id="rId144" Type="http://schemas.openxmlformats.org/officeDocument/2006/relationships/customXml" Target="../ink/ink1086.xml"/><Relationship Id="rId547" Type="http://schemas.openxmlformats.org/officeDocument/2006/relationships/image" Target="../media/image1297.png"/><Relationship Id="rId589" Type="http://schemas.openxmlformats.org/officeDocument/2006/relationships/image" Target="../media/image1318.png"/><Relationship Id="rId754" Type="http://schemas.openxmlformats.org/officeDocument/2006/relationships/customXml" Target="../ink/ink1391.xml"/><Relationship Id="rId796" Type="http://schemas.openxmlformats.org/officeDocument/2006/relationships/customXml" Target="../ink/ink1412.xml"/><Relationship Id="rId90" Type="http://schemas.openxmlformats.org/officeDocument/2006/relationships/customXml" Target="../ink/ink1059.xml"/><Relationship Id="rId186" Type="http://schemas.openxmlformats.org/officeDocument/2006/relationships/customXml" Target="../ink/ink1107.xml"/><Relationship Id="rId351" Type="http://schemas.openxmlformats.org/officeDocument/2006/relationships/image" Target="../media/image1199.png"/><Relationship Id="rId393" Type="http://schemas.openxmlformats.org/officeDocument/2006/relationships/image" Target="../media/image1220.png"/><Relationship Id="rId407" Type="http://schemas.openxmlformats.org/officeDocument/2006/relationships/image" Target="../media/image1227.png"/><Relationship Id="rId449" Type="http://schemas.openxmlformats.org/officeDocument/2006/relationships/image" Target="../media/image1248.png"/><Relationship Id="rId614" Type="http://schemas.openxmlformats.org/officeDocument/2006/relationships/customXml" Target="../ink/ink1321.xml"/><Relationship Id="rId656" Type="http://schemas.openxmlformats.org/officeDocument/2006/relationships/customXml" Target="../ink/ink1342.xml"/><Relationship Id="rId821" Type="http://schemas.openxmlformats.org/officeDocument/2006/relationships/image" Target="../media/image1434.png"/><Relationship Id="rId863" Type="http://schemas.openxmlformats.org/officeDocument/2006/relationships/image" Target="../media/image1455.png"/><Relationship Id="rId211" Type="http://schemas.openxmlformats.org/officeDocument/2006/relationships/image" Target="../media/image1129.png"/><Relationship Id="rId253" Type="http://schemas.openxmlformats.org/officeDocument/2006/relationships/image" Target="../media/image1150.png"/><Relationship Id="rId295" Type="http://schemas.openxmlformats.org/officeDocument/2006/relationships/image" Target="../media/image1171.png"/><Relationship Id="rId309" Type="http://schemas.openxmlformats.org/officeDocument/2006/relationships/image" Target="../media/image1178.png"/><Relationship Id="rId460" Type="http://schemas.openxmlformats.org/officeDocument/2006/relationships/customXml" Target="../ink/ink1244.xml"/><Relationship Id="rId516" Type="http://schemas.openxmlformats.org/officeDocument/2006/relationships/customXml" Target="../ink/ink1272.xml"/><Relationship Id="rId698" Type="http://schemas.openxmlformats.org/officeDocument/2006/relationships/customXml" Target="../ink/ink1363.xml"/><Relationship Id="rId48" Type="http://schemas.openxmlformats.org/officeDocument/2006/relationships/customXml" Target="../ink/ink1038.xml"/><Relationship Id="rId113" Type="http://schemas.openxmlformats.org/officeDocument/2006/relationships/image" Target="../media/image1080.png"/><Relationship Id="rId320" Type="http://schemas.openxmlformats.org/officeDocument/2006/relationships/customXml" Target="../ink/ink1174.xml"/><Relationship Id="rId558" Type="http://schemas.openxmlformats.org/officeDocument/2006/relationships/customXml" Target="../ink/ink1293.xml"/><Relationship Id="rId723" Type="http://schemas.openxmlformats.org/officeDocument/2006/relationships/image" Target="../media/image1385.png"/><Relationship Id="rId765" Type="http://schemas.openxmlformats.org/officeDocument/2006/relationships/image" Target="../media/image1406.png"/><Relationship Id="rId155" Type="http://schemas.openxmlformats.org/officeDocument/2006/relationships/image" Target="../media/image1101.png"/><Relationship Id="rId197" Type="http://schemas.openxmlformats.org/officeDocument/2006/relationships/image" Target="../media/image1122.png"/><Relationship Id="rId362" Type="http://schemas.openxmlformats.org/officeDocument/2006/relationships/customXml" Target="../ink/ink1195.xml"/><Relationship Id="rId418" Type="http://schemas.openxmlformats.org/officeDocument/2006/relationships/customXml" Target="../ink/ink1223.xml"/><Relationship Id="rId625" Type="http://schemas.openxmlformats.org/officeDocument/2006/relationships/image" Target="../media/image1336.png"/><Relationship Id="rId832" Type="http://schemas.openxmlformats.org/officeDocument/2006/relationships/customXml" Target="../ink/ink1430.xml"/><Relationship Id="rId222" Type="http://schemas.openxmlformats.org/officeDocument/2006/relationships/customXml" Target="../ink/ink1125.xml"/><Relationship Id="rId264" Type="http://schemas.openxmlformats.org/officeDocument/2006/relationships/customXml" Target="../ink/ink1146.xml"/><Relationship Id="rId471" Type="http://schemas.openxmlformats.org/officeDocument/2006/relationships/image" Target="../media/image1259.png"/><Relationship Id="rId667" Type="http://schemas.openxmlformats.org/officeDocument/2006/relationships/image" Target="../media/image1357.png"/><Relationship Id="rId874" Type="http://schemas.openxmlformats.org/officeDocument/2006/relationships/customXml" Target="../ink/ink1451.xml"/><Relationship Id="rId17" Type="http://schemas.openxmlformats.org/officeDocument/2006/relationships/image" Target="../media/image1032.png"/><Relationship Id="rId59" Type="http://schemas.openxmlformats.org/officeDocument/2006/relationships/image" Target="../media/image1053.png"/><Relationship Id="rId124" Type="http://schemas.openxmlformats.org/officeDocument/2006/relationships/customXml" Target="../ink/ink1076.xml"/><Relationship Id="rId527" Type="http://schemas.openxmlformats.org/officeDocument/2006/relationships/image" Target="../media/image1287.png"/><Relationship Id="rId569" Type="http://schemas.openxmlformats.org/officeDocument/2006/relationships/image" Target="../media/image1308.png"/><Relationship Id="rId734" Type="http://schemas.openxmlformats.org/officeDocument/2006/relationships/customXml" Target="../ink/ink1381.xml"/><Relationship Id="rId776" Type="http://schemas.openxmlformats.org/officeDocument/2006/relationships/customXml" Target="../ink/ink1402.xml"/><Relationship Id="rId70" Type="http://schemas.openxmlformats.org/officeDocument/2006/relationships/customXml" Target="../ink/ink1049.xml"/><Relationship Id="rId166" Type="http://schemas.openxmlformats.org/officeDocument/2006/relationships/customXml" Target="../ink/ink1097.xml"/><Relationship Id="rId331" Type="http://schemas.openxmlformats.org/officeDocument/2006/relationships/image" Target="../media/image1189.png"/><Relationship Id="rId373" Type="http://schemas.openxmlformats.org/officeDocument/2006/relationships/image" Target="../media/image1210.png"/><Relationship Id="rId429" Type="http://schemas.openxmlformats.org/officeDocument/2006/relationships/image" Target="../media/image1238.png"/><Relationship Id="rId580" Type="http://schemas.openxmlformats.org/officeDocument/2006/relationships/customXml" Target="../ink/ink1304.xml"/><Relationship Id="rId636" Type="http://schemas.openxmlformats.org/officeDocument/2006/relationships/customXml" Target="../ink/ink1332.xml"/><Relationship Id="rId801" Type="http://schemas.openxmlformats.org/officeDocument/2006/relationships/image" Target="../media/image142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40.png"/><Relationship Id="rId440" Type="http://schemas.openxmlformats.org/officeDocument/2006/relationships/customXml" Target="../ink/ink1234.xml"/><Relationship Id="rId678" Type="http://schemas.openxmlformats.org/officeDocument/2006/relationships/customXml" Target="../ink/ink1353.xml"/><Relationship Id="rId843" Type="http://schemas.openxmlformats.org/officeDocument/2006/relationships/image" Target="../media/image1445.png"/><Relationship Id="rId885" Type="http://schemas.openxmlformats.org/officeDocument/2006/relationships/image" Target="../media/image1466.png"/><Relationship Id="rId28" Type="http://schemas.openxmlformats.org/officeDocument/2006/relationships/customXml" Target="../ink/ink1028.xml"/><Relationship Id="rId275" Type="http://schemas.openxmlformats.org/officeDocument/2006/relationships/image" Target="../media/image1161.png"/><Relationship Id="rId300" Type="http://schemas.openxmlformats.org/officeDocument/2006/relationships/customXml" Target="../ink/ink1164.xml"/><Relationship Id="rId482" Type="http://schemas.openxmlformats.org/officeDocument/2006/relationships/customXml" Target="../ink/ink1255.xml"/><Relationship Id="rId538" Type="http://schemas.openxmlformats.org/officeDocument/2006/relationships/customXml" Target="../ink/ink1283.xml"/><Relationship Id="rId703" Type="http://schemas.openxmlformats.org/officeDocument/2006/relationships/image" Target="../media/image1375.png"/><Relationship Id="rId745" Type="http://schemas.openxmlformats.org/officeDocument/2006/relationships/image" Target="../media/image1396.png"/><Relationship Id="rId81" Type="http://schemas.openxmlformats.org/officeDocument/2006/relationships/image" Target="../media/image1064.png"/><Relationship Id="rId135" Type="http://schemas.openxmlformats.org/officeDocument/2006/relationships/image" Target="../media/image1091.png"/><Relationship Id="rId177" Type="http://schemas.openxmlformats.org/officeDocument/2006/relationships/image" Target="../media/image1112.png"/><Relationship Id="rId342" Type="http://schemas.openxmlformats.org/officeDocument/2006/relationships/customXml" Target="../ink/ink1185.xml"/><Relationship Id="rId384" Type="http://schemas.openxmlformats.org/officeDocument/2006/relationships/customXml" Target="../ink/ink1206.xml"/><Relationship Id="rId591" Type="http://schemas.openxmlformats.org/officeDocument/2006/relationships/image" Target="../media/image1319.png"/><Relationship Id="rId605" Type="http://schemas.openxmlformats.org/officeDocument/2006/relationships/image" Target="../media/image1326.png"/><Relationship Id="rId787" Type="http://schemas.openxmlformats.org/officeDocument/2006/relationships/image" Target="../media/image1417.png"/><Relationship Id="rId812" Type="http://schemas.openxmlformats.org/officeDocument/2006/relationships/customXml" Target="../ink/ink1420.xml"/><Relationship Id="rId202" Type="http://schemas.openxmlformats.org/officeDocument/2006/relationships/customXml" Target="../ink/ink1115.xml"/><Relationship Id="rId244" Type="http://schemas.openxmlformats.org/officeDocument/2006/relationships/customXml" Target="../ink/ink1136.xml"/><Relationship Id="rId647" Type="http://schemas.openxmlformats.org/officeDocument/2006/relationships/image" Target="../media/image1347.png"/><Relationship Id="rId689" Type="http://schemas.openxmlformats.org/officeDocument/2006/relationships/image" Target="../media/image1368.png"/><Relationship Id="rId854" Type="http://schemas.openxmlformats.org/officeDocument/2006/relationships/customXml" Target="../ink/ink1441.xml"/><Relationship Id="rId39" Type="http://schemas.openxmlformats.org/officeDocument/2006/relationships/image" Target="../media/image1043.png"/><Relationship Id="rId286" Type="http://schemas.openxmlformats.org/officeDocument/2006/relationships/customXml" Target="../ink/ink1157.xml"/><Relationship Id="rId451" Type="http://schemas.openxmlformats.org/officeDocument/2006/relationships/image" Target="../media/image1249.png"/><Relationship Id="rId493" Type="http://schemas.openxmlformats.org/officeDocument/2006/relationships/image" Target="../media/image1270.png"/><Relationship Id="rId507" Type="http://schemas.openxmlformats.org/officeDocument/2006/relationships/image" Target="../media/image1277.png"/><Relationship Id="rId549" Type="http://schemas.openxmlformats.org/officeDocument/2006/relationships/image" Target="../media/image1298.png"/><Relationship Id="rId714" Type="http://schemas.openxmlformats.org/officeDocument/2006/relationships/customXml" Target="../ink/ink1371.xml"/><Relationship Id="rId756" Type="http://schemas.openxmlformats.org/officeDocument/2006/relationships/customXml" Target="../ink/ink1392.xml"/><Relationship Id="rId50" Type="http://schemas.openxmlformats.org/officeDocument/2006/relationships/customXml" Target="../ink/ink1039.xml"/><Relationship Id="rId104" Type="http://schemas.openxmlformats.org/officeDocument/2006/relationships/customXml" Target="../ink/ink1066.xml"/><Relationship Id="rId146" Type="http://schemas.openxmlformats.org/officeDocument/2006/relationships/customXml" Target="../ink/ink1087.xml"/><Relationship Id="rId188" Type="http://schemas.openxmlformats.org/officeDocument/2006/relationships/customXml" Target="../ink/ink1108.xml"/><Relationship Id="rId311" Type="http://schemas.openxmlformats.org/officeDocument/2006/relationships/image" Target="../media/image1179.png"/><Relationship Id="rId353" Type="http://schemas.openxmlformats.org/officeDocument/2006/relationships/image" Target="../media/image1200.png"/><Relationship Id="rId395" Type="http://schemas.openxmlformats.org/officeDocument/2006/relationships/image" Target="../media/image1221.png"/><Relationship Id="rId409" Type="http://schemas.openxmlformats.org/officeDocument/2006/relationships/image" Target="../media/image1228.png"/><Relationship Id="rId560" Type="http://schemas.openxmlformats.org/officeDocument/2006/relationships/customXml" Target="../ink/ink1294.xml"/><Relationship Id="rId798" Type="http://schemas.openxmlformats.org/officeDocument/2006/relationships/customXml" Target="../ink/ink1413.xml"/><Relationship Id="rId92" Type="http://schemas.openxmlformats.org/officeDocument/2006/relationships/customXml" Target="../ink/ink1060.xml"/><Relationship Id="rId213" Type="http://schemas.openxmlformats.org/officeDocument/2006/relationships/image" Target="../media/image1130.png"/><Relationship Id="rId420" Type="http://schemas.openxmlformats.org/officeDocument/2006/relationships/customXml" Target="../ink/ink1224.xml"/><Relationship Id="rId616" Type="http://schemas.openxmlformats.org/officeDocument/2006/relationships/customXml" Target="../ink/ink1322.xml"/><Relationship Id="rId658" Type="http://schemas.openxmlformats.org/officeDocument/2006/relationships/customXml" Target="../ink/ink1343.xml"/><Relationship Id="rId823" Type="http://schemas.openxmlformats.org/officeDocument/2006/relationships/image" Target="../media/image1435.png"/><Relationship Id="rId865" Type="http://schemas.openxmlformats.org/officeDocument/2006/relationships/image" Target="../media/image1456.png"/><Relationship Id="rId255" Type="http://schemas.openxmlformats.org/officeDocument/2006/relationships/image" Target="../media/image1151.png"/><Relationship Id="rId297" Type="http://schemas.openxmlformats.org/officeDocument/2006/relationships/image" Target="../media/image1172.png"/><Relationship Id="rId462" Type="http://schemas.openxmlformats.org/officeDocument/2006/relationships/customXml" Target="../ink/ink1245.xml"/><Relationship Id="rId518" Type="http://schemas.openxmlformats.org/officeDocument/2006/relationships/customXml" Target="../ink/ink1273.xml"/><Relationship Id="rId725" Type="http://schemas.openxmlformats.org/officeDocument/2006/relationships/image" Target="../media/image1386.png"/><Relationship Id="rId115" Type="http://schemas.openxmlformats.org/officeDocument/2006/relationships/image" Target="../media/image1081.png"/><Relationship Id="rId157" Type="http://schemas.openxmlformats.org/officeDocument/2006/relationships/image" Target="../media/image1102.png"/><Relationship Id="rId322" Type="http://schemas.openxmlformats.org/officeDocument/2006/relationships/customXml" Target="../ink/ink1175.xml"/><Relationship Id="rId364" Type="http://schemas.openxmlformats.org/officeDocument/2006/relationships/customXml" Target="../ink/ink1196.xml"/><Relationship Id="rId767" Type="http://schemas.openxmlformats.org/officeDocument/2006/relationships/image" Target="../media/image1407.png"/><Relationship Id="rId61" Type="http://schemas.openxmlformats.org/officeDocument/2006/relationships/image" Target="../media/image1054.png"/><Relationship Id="rId199" Type="http://schemas.openxmlformats.org/officeDocument/2006/relationships/image" Target="../media/image1123.png"/><Relationship Id="rId571" Type="http://schemas.openxmlformats.org/officeDocument/2006/relationships/image" Target="../media/image1309.png"/><Relationship Id="rId627" Type="http://schemas.openxmlformats.org/officeDocument/2006/relationships/image" Target="../media/image1337.png"/><Relationship Id="rId669" Type="http://schemas.openxmlformats.org/officeDocument/2006/relationships/image" Target="../media/image1358.png"/><Relationship Id="rId834" Type="http://schemas.openxmlformats.org/officeDocument/2006/relationships/customXml" Target="../ink/ink1431.xml"/><Relationship Id="rId876" Type="http://schemas.openxmlformats.org/officeDocument/2006/relationships/customXml" Target="../ink/ink1452.xml"/><Relationship Id="rId19" Type="http://schemas.openxmlformats.org/officeDocument/2006/relationships/image" Target="../media/image1033.png"/><Relationship Id="rId224" Type="http://schemas.openxmlformats.org/officeDocument/2006/relationships/customXml" Target="../ink/ink1126.xml"/><Relationship Id="rId266" Type="http://schemas.openxmlformats.org/officeDocument/2006/relationships/customXml" Target="../ink/ink1147.xml"/><Relationship Id="rId431" Type="http://schemas.openxmlformats.org/officeDocument/2006/relationships/image" Target="../media/image1239.png"/><Relationship Id="rId473" Type="http://schemas.openxmlformats.org/officeDocument/2006/relationships/image" Target="../media/image1260.png"/><Relationship Id="rId529" Type="http://schemas.openxmlformats.org/officeDocument/2006/relationships/image" Target="../media/image1288.png"/><Relationship Id="rId680" Type="http://schemas.openxmlformats.org/officeDocument/2006/relationships/customXml" Target="../ink/ink1354.xml"/><Relationship Id="rId736" Type="http://schemas.openxmlformats.org/officeDocument/2006/relationships/customXml" Target="../ink/ink1382.xml"/><Relationship Id="rId30" Type="http://schemas.openxmlformats.org/officeDocument/2006/relationships/customXml" Target="../ink/ink1029.xml"/><Relationship Id="rId126" Type="http://schemas.openxmlformats.org/officeDocument/2006/relationships/customXml" Target="../ink/ink1077.xml"/><Relationship Id="rId168" Type="http://schemas.openxmlformats.org/officeDocument/2006/relationships/customXml" Target="../ink/ink1098.xml"/><Relationship Id="rId333" Type="http://schemas.openxmlformats.org/officeDocument/2006/relationships/image" Target="../media/image1190.png"/><Relationship Id="rId540" Type="http://schemas.openxmlformats.org/officeDocument/2006/relationships/customXml" Target="../ink/ink1284.xml"/><Relationship Id="rId778" Type="http://schemas.openxmlformats.org/officeDocument/2006/relationships/customXml" Target="../ink/ink1403.xml"/><Relationship Id="rId72" Type="http://schemas.openxmlformats.org/officeDocument/2006/relationships/customXml" Target="../ink/ink1050.xml"/><Relationship Id="rId375" Type="http://schemas.openxmlformats.org/officeDocument/2006/relationships/image" Target="../media/image1211.png"/><Relationship Id="rId582" Type="http://schemas.openxmlformats.org/officeDocument/2006/relationships/customXml" Target="../ink/ink1305.xml"/><Relationship Id="rId638" Type="http://schemas.openxmlformats.org/officeDocument/2006/relationships/customXml" Target="../ink/ink1333.xml"/><Relationship Id="rId803" Type="http://schemas.openxmlformats.org/officeDocument/2006/relationships/image" Target="../media/image1425.png"/><Relationship Id="rId845" Type="http://schemas.openxmlformats.org/officeDocument/2006/relationships/image" Target="../media/image1446.png"/><Relationship Id="rId3" Type="http://schemas.openxmlformats.org/officeDocument/2006/relationships/image" Target="../media/image1025.png"/><Relationship Id="rId235" Type="http://schemas.openxmlformats.org/officeDocument/2006/relationships/image" Target="../media/image1141.png"/><Relationship Id="rId277" Type="http://schemas.openxmlformats.org/officeDocument/2006/relationships/image" Target="../media/image1162.png"/><Relationship Id="rId400" Type="http://schemas.openxmlformats.org/officeDocument/2006/relationships/customXml" Target="../ink/ink1214.xml"/><Relationship Id="rId442" Type="http://schemas.openxmlformats.org/officeDocument/2006/relationships/customXml" Target="../ink/ink1235.xml"/><Relationship Id="rId484" Type="http://schemas.openxmlformats.org/officeDocument/2006/relationships/customXml" Target="../ink/ink1256.xml"/><Relationship Id="rId705" Type="http://schemas.openxmlformats.org/officeDocument/2006/relationships/image" Target="../media/image1376.png"/><Relationship Id="rId887" Type="http://schemas.openxmlformats.org/officeDocument/2006/relationships/image" Target="../media/image1467.png"/><Relationship Id="rId137" Type="http://schemas.openxmlformats.org/officeDocument/2006/relationships/image" Target="../media/image1092.png"/><Relationship Id="rId302" Type="http://schemas.openxmlformats.org/officeDocument/2006/relationships/customXml" Target="../ink/ink1165.xml"/><Relationship Id="rId344" Type="http://schemas.openxmlformats.org/officeDocument/2006/relationships/customXml" Target="../ink/ink1186.xml"/><Relationship Id="rId691" Type="http://schemas.openxmlformats.org/officeDocument/2006/relationships/image" Target="../media/image1369.png"/><Relationship Id="rId747" Type="http://schemas.openxmlformats.org/officeDocument/2006/relationships/image" Target="../media/image1397.png"/><Relationship Id="rId789" Type="http://schemas.openxmlformats.org/officeDocument/2006/relationships/image" Target="../media/image1418.png"/><Relationship Id="rId41" Type="http://schemas.openxmlformats.org/officeDocument/2006/relationships/image" Target="../media/image1044.png"/><Relationship Id="rId83" Type="http://schemas.openxmlformats.org/officeDocument/2006/relationships/image" Target="../media/image1065.png"/><Relationship Id="rId179" Type="http://schemas.openxmlformats.org/officeDocument/2006/relationships/image" Target="../media/image1113.png"/><Relationship Id="rId386" Type="http://schemas.openxmlformats.org/officeDocument/2006/relationships/customXml" Target="../ink/ink1207.xml"/><Relationship Id="rId551" Type="http://schemas.openxmlformats.org/officeDocument/2006/relationships/image" Target="../media/image1299.png"/><Relationship Id="rId593" Type="http://schemas.openxmlformats.org/officeDocument/2006/relationships/image" Target="../media/image1320.png"/><Relationship Id="rId607" Type="http://schemas.openxmlformats.org/officeDocument/2006/relationships/image" Target="../media/image1327.png"/><Relationship Id="rId649" Type="http://schemas.openxmlformats.org/officeDocument/2006/relationships/image" Target="../media/image1348.png"/><Relationship Id="rId814" Type="http://schemas.openxmlformats.org/officeDocument/2006/relationships/customXml" Target="../ink/ink1421.xml"/><Relationship Id="rId856" Type="http://schemas.openxmlformats.org/officeDocument/2006/relationships/customXml" Target="../ink/ink1442.xml"/><Relationship Id="rId190" Type="http://schemas.openxmlformats.org/officeDocument/2006/relationships/customXml" Target="../ink/ink1109.xml"/><Relationship Id="rId204" Type="http://schemas.openxmlformats.org/officeDocument/2006/relationships/customXml" Target="../ink/ink1116.xml"/><Relationship Id="rId246" Type="http://schemas.openxmlformats.org/officeDocument/2006/relationships/customXml" Target="../ink/ink1137.xml"/><Relationship Id="rId288" Type="http://schemas.openxmlformats.org/officeDocument/2006/relationships/customXml" Target="../ink/ink1158.xml"/><Relationship Id="rId411" Type="http://schemas.openxmlformats.org/officeDocument/2006/relationships/image" Target="../media/image1229.png"/><Relationship Id="rId453" Type="http://schemas.openxmlformats.org/officeDocument/2006/relationships/image" Target="../media/image1250.png"/><Relationship Id="rId509" Type="http://schemas.openxmlformats.org/officeDocument/2006/relationships/image" Target="../media/image1278.png"/><Relationship Id="rId660" Type="http://schemas.openxmlformats.org/officeDocument/2006/relationships/customXml" Target="../ink/ink1344.xml"/><Relationship Id="rId106" Type="http://schemas.openxmlformats.org/officeDocument/2006/relationships/customXml" Target="../ink/ink1067.xml"/><Relationship Id="rId313" Type="http://schemas.openxmlformats.org/officeDocument/2006/relationships/image" Target="../media/image1180.png"/><Relationship Id="rId495" Type="http://schemas.openxmlformats.org/officeDocument/2006/relationships/image" Target="../media/image1271.png"/><Relationship Id="rId716" Type="http://schemas.openxmlformats.org/officeDocument/2006/relationships/customXml" Target="../ink/ink1372.xml"/><Relationship Id="rId758" Type="http://schemas.openxmlformats.org/officeDocument/2006/relationships/customXml" Target="../ink/ink1393.xml"/><Relationship Id="rId10" Type="http://schemas.openxmlformats.org/officeDocument/2006/relationships/customXml" Target="../ink/ink1019.xml"/><Relationship Id="rId52" Type="http://schemas.openxmlformats.org/officeDocument/2006/relationships/customXml" Target="../ink/ink1040.xml"/><Relationship Id="rId94" Type="http://schemas.openxmlformats.org/officeDocument/2006/relationships/customXml" Target="../ink/ink1061.xml"/><Relationship Id="rId148" Type="http://schemas.openxmlformats.org/officeDocument/2006/relationships/customXml" Target="../ink/ink1088.xml"/><Relationship Id="rId355" Type="http://schemas.openxmlformats.org/officeDocument/2006/relationships/image" Target="../media/image1201.png"/><Relationship Id="rId397" Type="http://schemas.openxmlformats.org/officeDocument/2006/relationships/image" Target="../media/image1222.png"/><Relationship Id="rId520" Type="http://schemas.openxmlformats.org/officeDocument/2006/relationships/customXml" Target="../ink/ink1274.xml"/><Relationship Id="rId562" Type="http://schemas.openxmlformats.org/officeDocument/2006/relationships/customXml" Target="../ink/ink1295.xml"/><Relationship Id="rId618" Type="http://schemas.openxmlformats.org/officeDocument/2006/relationships/customXml" Target="../ink/ink1323.xml"/><Relationship Id="rId825" Type="http://schemas.openxmlformats.org/officeDocument/2006/relationships/image" Target="../media/image1436.png"/><Relationship Id="rId215" Type="http://schemas.openxmlformats.org/officeDocument/2006/relationships/image" Target="../media/image1131.png"/><Relationship Id="rId257" Type="http://schemas.openxmlformats.org/officeDocument/2006/relationships/image" Target="../media/image1152.png"/><Relationship Id="rId422" Type="http://schemas.openxmlformats.org/officeDocument/2006/relationships/customXml" Target="../ink/ink1225.xml"/><Relationship Id="rId464" Type="http://schemas.openxmlformats.org/officeDocument/2006/relationships/customXml" Target="../ink/ink1246.xml"/><Relationship Id="rId867" Type="http://schemas.openxmlformats.org/officeDocument/2006/relationships/image" Target="../media/image1457.png"/><Relationship Id="rId299" Type="http://schemas.openxmlformats.org/officeDocument/2006/relationships/image" Target="../media/image1173.png"/><Relationship Id="rId727" Type="http://schemas.openxmlformats.org/officeDocument/2006/relationships/image" Target="../media/image1387.png"/><Relationship Id="rId63" Type="http://schemas.openxmlformats.org/officeDocument/2006/relationships/image" Target="../media/image1055.png"/><Relationship Id="rId159" Type="http://schemas.openxmlformats.org/officeDocument/2006/relationships/image" Target="../media/image1103.png"/><Relationship Id="rId366" Type="http://schemas.openxmlformats.org/officeDocument/2006/relationships/customXml" Target="../ink/ink1197.xml"/><Relationship Id="rId573" Type="http://schemas.openxmlformats.org/officeDocument/2006/relationships/image" Target="../media/image1310.png"/><Relationship Id="rId780" Type="http://schemas.openxmlformats.org/officeDocument/2006/relationships/customXml" Target="../ink/ink1404.xml"/><Relationship Id="rId226" Type="http://schemas.openxmlformats.org/officeDocument/2006/relationships/customXml" Target="../ink/ink1127.xml"/><Relationship Id="rId433" Type="http://schemas.openxmlformats.org/officeDocument/2006/relationships/image" Target="../media/image1240.png"/><Relationship Id="rId878" Type="http://schemas.openxmlformats.org/officeDocument/2006/relationships/customXml" Target="../ink/ink1453.xml"/><Relationship Id="rId640" Type="http://schemas.openxmlformats.org/officeDocument/2006/relationships/customXml" Target="../ink/ink1334.xml"/><Relationship Id="rId738" Type="http://schemas.openxmlformats.org/officeDocument/2006/relationships/customXml" Target="../ink/ink1383.xml"/><Relationship Id="rId74" Type="http://schemas.openxmlformats.org/officeDocument/2006/relationships/customXml" Target="../ink/ink1051.xml"/><Relationship Id="rId377" Type="http://schemas.openxmlformats.org/officeDocument/2006/relationships/image" Target="../media/image1212.png"/><Relationship Id="rId500" Type="http://schemas.openxmlformats.org/officeDocument/2006/relationships/customXml" Target="../ink/ink1264.xml"/><Relationship Id="rId584" Type="http://schemas.openxmlformats.org/officeDocument/2006/relationships/customXml" Target="../ink/ink1306.xml"/><Relationship Id="rId805" Type="http://schemas.openxmlformats.org/officeDocument/2006/relationships/image" Target="../media/image1426.png"/><Relationship Id="rId5" Type="http://schemas.openxmlformats.org/officeDocument/2006/relationships/image" Target="../media/image1026.png"/><Relationship Id="rId237" Type="http://schemas.openxmlformats.org/officeDocument/2006/relationships/image" Target="../media/image1142.png"/><Relationship Id="rId791" Type="http://schemas.openxmlformats.org/officeDocument/2006/relationships/image" Target="../media/image1419.png"/><Relationship Id="rId444" Type="http://schemas.openxmlformats.org/officeDocument/2006/relationships/customXml" Target="../ink/ink1236.xml"/><Relationship Id="rId651" Type="http://schemas.openxmlformats.org/officeDocument/2006/relationships/image" Target="../media/image1349.png"/><Relationship Id="rId749" Type="http://schemas.openxmlformats.org/officeDocument/2006/relationships/image" Target="../media/image1398.png"/><Relationship Id="rId290" Type="http://schemas.openxmlformats.org/officeDocument/2006/relationships/customXml" Target="../ink/ink1159.xml"/><Relationship Id="rId304" Type="http://schemas.openxmlformats.org/officeDocument/2006/relationships/customXml" Target="../ink/ink1166.xml"/><Relationship Id="rId388" Type="http://schemas.openxmlformats.org/officeDocument/2006/relationships/customXml" Target="../ink/ink1208.xml"/><Relationship Id="rId511" Type="http://schemas.openxmlformats.org/officeDocument/2006/relationships/image" Target="../media/image1279.png"/><Relationship Id="rId609" Type="http://schemas.openxmlformats.org/officeDocument/2006/relationships/image" Target="../media/image1328.png"/><Relationship Id="rId85" Type="http://schemas.openxmlformats.org/officeDocument/2006/relationships/image" Target="../media/image1066.png"/><Relationship Id="rId150" Type="http://schemas.openxmlformats.org/officeDocument/2006/relationships/customXml" Target="../ink/ink1089.xml"/><Relationship Id="rId595" Type="http://schemas.openxmlformats.org/officeDocument/2006/relationships/image" Target="../media/image1321.png"/><Relationship Id="rId816" Type="http://schemas.openxmlformats.org/officeDocument/2006/relationships/customXml" Target="../ink/ink1422.xml"/><Relationship Id="rId248" Type="http://schemas.openxmlformats.org/officeDocument/2006/relationships/customXml" Target="../ink/ink1138.xml"/><Relationship Id="rId455" Type="http://schemas.openxmlformats.org/officeDocument/2006/relationships/image" Target="../media/image1251.png"/><Relationship Id="rId662" Type="http://schemas.openxmlformats.org/officeDocument/2006/relationships/customXml" Target="../ink/ink1345.xml"/><Relationship Id="rId12" Type="http://schemas.openxmlformats.org/officeDocument/2006/relationships/customXml" Target="../ink/ink1020.xml"/><Relationship Id="rId108" Type="http://schemas.openxmlformats.org/officeDocument/2006/relationships/customXml" Target="../ink/ink1068.xml"/><Relationship Id="rId315" Type="http://schemas.openxmlformats.org/officeDocument/2006/relationships/image" Target="../media/image1181.png"/><Relationship Id="rId522" Type="http://schemas.openxmlformats.org/officeDocument/2006/relationships/customXml" Target="../ink/ink1275.xml"/><Relationship Id="rId96" Type="http://schemas.openxmlformats.org/officeDocument/2006/relationships/customXml" Target="../ink/ink1062.xml"/><Relationship Id="rId161" Type="http://schemas.openxmlformats.org/officeDocument/2006/relationships/image" Target="../media/image1104.png"/><Relationship Id="rId399" Type="http://schemas.openxmlformats.org/officeDocument/2006/relationships/image" Target="../media/image1223.png"/><Relationship Id="rId827" Type="http://schemas.openxmlformats.org/officeDocument/2006/relationships/image" Target="../media/image1437.png"/><Relationship Id="rId259" Type="http://schemas.openxmlformats.org/officeDocument/2006/relationships/image" Target="../media/image1153.png"/><Relationship Id="rId466" Type="http://schemas.openxmlformats.org/officeDocument/2006/relationships/customXml" Target="../ink/ink1247.xml"/><Relationship Id="rId673" Type="http://schemas.openxmlformats.org/officeDocument/2006/relationships/image" Target="../media/image1360.png"/><Relationship Id="rId880" Type="http://schemas.openxmlformats.org/officeDocument/2006/relationships/customXml" Target="../ink/ink1454.xml"/><Relationship Id="rId23" Type="http://schemas.openxmlformats.org/officeDocument/2006/relationships/image" Target="../media/image1035.png"/><Relationship Id="rId119" Type="http://schemas.openxmlformats.org/officeDocument/2006/relationships/image" Target="../media/image1083.png"/><Relationship Id="rId326" Type="http://schemas.openxmlformats.org/officeDocument/2006/relationships/customXml" Target="../ink/ink1177.xml"/><Relationship Id="rId533" Type="http://schemas.openxmlformats.org/officeDocument/2006/relationships/image" Target="../media/image1290.png"/><Relationship Id="rId740" Type="http://schemas.openxmlformats.org/officeDocument/2006/relationships/customXml" Target="../ink/ink1384.xml"/><Relationship Id="rId838" Type="http://schemas.openxmlformats.org/officeDocument/2006/relationships/customXml" Target="../ink/ink1433.xml"/><Relationship Id="rId172" Type="http://schemas.openxmlformats.org/officeDocument/2006/relationships/customXml" Target="../ink/ink1100.xml"/><Relationship Id="rId477" Type="http://schemas.openxmlformats.org/officeDocument/2006/relationships/image" Target="../media/image1262.png"/><Relationship Id="rId600" Type="http://schemas.openxmlformats.org/officeDocument/2006/relationships/customXml" Target="../ink/ink1314.xml"/><Relationship Id="rId684" Type="http://schemas.openxmlformats.org/officeDocument/2006/relationships/customXml" Target="../ink/ink1356.xml"/><Relationship Id="rId337" Type="http://schemas.openxmlformats.org/officeDocument/2006/relationships/image" Target="../media/image1192.png"/><Relationship Id="rId34" Type="http://schemas.openxmlformats.org/officeDocument/2006/relationships/customXml" Target="../ink/ink1031.xml"/><Relationship Id="rId544" Type="http://schemas.openxmlformats.org/officeDocument/2006/relationships/customXml" Target="../ink/ink1286.xml"/><Relationship Id="rId751" Type="http://schemas.openxmlformats.org/officeDocument/2006/relationships/image" Target="../media/image1399.png"/><Relationship Id="rId849" Type="http://schemas.openxmlformats.org/officeDocument/2006/relationships/image" Target="../media/image1448.png"/><Relationship Id="rId183" Type="http://schemas.openxmlformats.org/officeDocument/2006/relationships/image" Target="../media/image1115.png"/><Relationship Id="rId390" Type="http://schemas.openxmlformats.org/officeDocument/2006/relationships/customXml" Target="../ink/ink1209.xml"/><Relationship Id="rId404" Type="http://schemas.openxmlformats.org/officeDocument/2006/relationships/customXml" Target="../ink/ink1216.xml"/><Relationship Id="rId611" Type="http://schemas.openxmlformats.org/officeDocument/2006/relationships/image" Target="../media/image1329.png"/><Relationship Id="rId250" Type="http://schemas.openxmlformats.org/officeDocument/2006/relationships/customXml" Target="../ink/ink1139.xml"/><Relationship Id="rId488" Type="http://schemas.openxmlformats.org/officeDocument/2006/relationships/customXml" Target="../ink/ink1258.xml"/><Relationship Id="rId695" Type="http://schemas.openxmlformats.org/officeDocument/2006/relationships/image" Target="../media/image1371.png"/><Relationship Id="rId709" Type="http://schemas.openxmlformats.org/officeDocument/2006/relationships/image" Target="../media/image1378.png"/><Relationship Id="rId45" Type="http://schemas.openxmlformats.org/officeDocument/2006/relationships/image" Target="../media/image1046.png"/><Relationship Id="rId110" Type="http://schemas.openxmlformats.org/officeDocument/2006/relationships/customXml" Target="../ink/ink1069.xml"/><Relationship Id="rId348" Type="http://schemas.openxmlformats.org/officeDocument/2006/relationships/customXml" Target="../ink/ink1188.xml"/><Relationship Id="rId555" Type="http://schemas.openxmlformats.org/officeDocument/2006/relationships/image" Target="../media/image1301.png"/><Relationship Id="rId762" Type="http://schemas.openxmlformats.org/officeDocument/2006/relationships/customXml" Target="../ink/ink1395.xml"/><Relationship Id="rId194" Type="http://schemas.openxmlformats.org/officeDocument/2006/relationships/customXml" Target="../ink/ink1111.xml"/><Relationship Id="rId208" Type="http://schemas.openxmlformats.org/officeDocument/2006/relationships/customXml" Target="../ink/ink1118.xml"/><Relationship Id="rId415" Type="http://schemas.openxmlformats.org/officeDocument/2006/relationships/image" Target="../media/image1231.png"/><Relationship Id="rId622" Type="http://schemas.openxmlformats.org/officeDocument/2006/relationships/customXml" Target="../ink/ink1325.xml"/><Relationship Id="rId261" Type="http://schemas.openxmlformats.org/officeDocument/2006/relationships/image" Target="../media/image1154.png"/><Relationship Id="rId499" Type="http://schemas.openxmlformats.org/officeDocument/2006/relationships/image" Target="../media/image1273.png"/><Relationship Id="rId56" Type="http://schemas.openxmlformats.org/officeDocument/2006/relationships/customXml" Target="../ink/ink1042.xml"/><Relationship Id="rId359" Type="http://schemas.openxmlformats.org/officeDocument/2006/relationships/image" Target="../media/image1203.png"/><Relationship Id="rId566" Type="http://schemas.openxmlformats.org/officeDocument/2006/relationships/customXml" Target="../ink/ink1297.xml"/><Relationship Id="rId773" Type="http://schemas.openxmlformats.org/officeDocument/2006/relationships/image" Target="../media/image1410.png"/><Relationship Id="rId121" Type="http://schemas.openxmlformats.org/officeDocument/2006/relationships/image" Target="../media/image1084.png"/><Relationship Id="rId219" Type="http://schemas.openxmlformats.org/officeDocument/2006/relationships/image" Target="../media/image1133.png"/><Relationship Id="rId426" Type="http://schemas.openxmlformats.org/officeDocument/2006/relationships/customXml" Target="../ink/ink1227.xml"/><Relationship Id="rId633" Type="http://schemas.openxmlformats.org/officeDocument/2006/relationships/image" Target="../media/image1340.png"/><Relationship Id="rId840" Type="http://schemas.openxmlformats.org/officeDocument/2006/relationships/customXml" Target="../ink/ink1434.xml"/><Relationship Id="rId67" Type="http://schemas.openxmlformats.org/officeDocument/2006/relationships/image" Target="../media/image1057.png"/><Relationship Id="rId272" Type="http://schemas.openxmlformats.org/officeDocument/2006/relationships/customXml" Target="../ink/ink1150.xml"/><Relationship Id="rId577" Type="http://schemas.openxmlformats.org/officeDocument/2006/relationships/image" Target="../media/image1312.png"/><Relationship Id="rId700" Type="http://schemas.openxmlformats.org/officeDocument/2006/relationships/customXml" Target="../ink/ink1364.xml"/><Relationship Id="rId132" Type="http://schemas.openxmlformats.org/officeDocument/2006/relationships/customXml" Target="../ink/ink1080.xml"/><Relationship Id="rId784" Type="http://schemas.openxmlformats.org/officeDocument/2006/relationships/customXml" Target="../ink/ink1406.xml"/><Relationship Id="rId437" Type="http://schemas.openxmlformats.org/officeDocument/2006/relationships/image" Target="../media/image1242.png"/><Relationship Id="rId644" Type="http://schemas.openxmlformats.org/officeDocument/2006/relationships/customXml" Target="../ink/ink1336.xml"/><Relationship Id="rId851" Type="http://schemas.openxmlformats.org/officeDocument/2006/relationships/image" Target="../media/image1449.png"/><Relationship Id="rId283" Type="http://schemas.openxmlformats.org/officeDocument/2006/relationships/image" Target="../media/image1165.png"/><Relationship Id="rId490" Type="http://schemas.openxmlformats.org/officeDocument/2006/relationships/customXml" Target="../ink/ink1259.xml"/><Relationship Id="rId504" Type="http://schemas.openxmlformats.org/officeDocument/2006/relationships/customXml" Target="../ink/ink1266.xml"/><Relationship Id="rId711" Type="http://schemas.openxmlformats.org/officeDocument/2006/relationships/image" Target="../media/image1379.png"/><Relationship Id="rId78" Type="http://schemas.openxmlformats.org/officeDocument/2006/relationships/customXml" Target="../ink/ink1053.xml"/><Relationship Id="rId143" Type="http://schemas.openxmlformats.org/officeDocument/2006/relationships/image" Target="../media/image1095.png"/><Relationship Id="rId350" Type="http://schemas.openxmlformats.org/officeDocument/2006/relationships/customXml" Target="../ink/ink1189.xml"/><Relationship Id="rId588" Type="http://schemas.openxmlformats.org/officeDocument/2006/relationships/customXml" Target="../ink/ink1308.xml"/><Relationship Id="rId795" Type="http://schemas.openxmlformats.org/officeDocument/2006/relationships/image" Target="../media/image1421.png"/><Relationship Id="rId809" Type="http://schemas.openxmlformats.org/officeDocument/2006/relationships/image" Target="../media/image1428.png"/><Relationship Id="rId9" Type="http://schemas.openxmlformats.org/officeDocument/2006/relationships/image" Target="../media/image1028.png"/><Relationship Id="rId210" Type="http://schemas.openxmlformats.org/officeDocument/2006/relationships/customXml" Target="../ink/ink1119.xml"/><Relationship Id="rId448" Type="http://schemas.openxmlformats.org/officeDocument/2006/relationships/customXml" Target="../ink/ink1238.xml"/><Relationship Id="rId655" Type="http://schemas.openxmlformats.org/officeDocument/2006/relationships/image" Target="../media/image1351.png"/><Relationship Id="rId862" Type="http://schemas.openxmlformats.org/officeDocument/2006/relationships/customXml" Target="../ink/ink1445.xml"/><Relationship Id="rId294" Type="http://schemas.openxmlformats.org/officeDocument/2006/relationships/customXml" Target="../ink/ink1161.xml"/><Relationship Id="rId308" Type="http://schemas.openxmlformats.org/officeDocument/2006/relationships/customXml" Target="../ink/ink1168.xml"/><Relationship Id="rId515" Type="http://schemas.openxmlformats.org/officeDocument/2006/relationships/image" Target="../media/image1281.png"/><Relationship Id="rId722" Type="http://schemas.openxmlformats.org/officeDocument/2006/relationships/customXml" Target="../ink/ink1375.xml"/><Relationship Id="rId89" Type="http://schemas.openxmlformats.org/officeDocument/2006/relationships/image" Target="../media/image1068.png"/><Relationship Id="rId154" Type="http://schemas.openxmlformats.org/officeDocument/2006/relationships/customXml" Target="../ink/ink1091.xml"/><Relationship Id="rId361" Type="http://schemas.openxmlformats.org/officeDocument/2006/relationships/image" Target="../media/image1204.png"/><Relationship Id="rId599" Type="http://schemas.openxmlformats.org/officeDocument/2006/relationships/image" Target="../media/image1323.png"/><Relationship Id="rId459" Type="http://schemas.openxmlformats.org/officeDocument/2006/relationships/image" Target="../media/image1253.png"/><Relationship Id="rId666" Type="http://schemas.openxmlformats.org/officeDocument/2006/relationships/customXml" Target="../ink/ink1347.xml"/><Relationship Id="rId873" Type="http://schemas.openxmlformats.org/officeDocument/2006/relationships/image" Target="../media/image1460.png"/><Relationship Id="rId16" Type="http://schemas.openxmlformats.org/officeDocument/2006/relationships/customXml" Target="../ink/ink1022.xml"/><Relationship Id="rId221" Type="http://schemas.openxmlformats.org/officeDocument/2006/relationships/image" Target="../media/image1134.png"/><Relationship Id="rId319" Type="http://schemas.openxmlformats.org/officeDocument/2006/relationships/image" Target="../media/image1183.png"/><Relationship Id="rId526" Type="http://schemas.openxmlformats.org/officeDocument/2006/relationships/customXml" Target="../ink/ink1277.xml"/><Relationship Id="rId733" Type="http://schemas.openxmlformats.org/officeDocument/2006/relationships/image" Target="../media/image1390.png"/><Relationship Id="rId165" Type="http://schemas.openxmlformats.org/officeDocument/2006/relationships/image" Target="../media/image1106.png"/><Relationship Id="rId372" Type="http://schemas.openxmlformats.org/officeDocument/2006/relationships/customXml" Target="../ink/ink1200.xml"/><Relationship Id="rId677" Type="http://schemas.openxmlformats.org/officeDocument/2006/relationships/image" Target="../media/image1362.png"/><Relationship Id="rId800" Type="http://schemas.openxmlformats.org/officeDocument/2006/relationships/customXml" Target="../ink/ink1414.xml"/><Relationship Id="rId232" Type="http://schemas.openxmlformats.org/officeDocument/2006/relationships/customXml" Target="../ink/ink1130.xml"/><Relationship Id="rId884" Type="http://schemas.openxmlformats.org/officeDocument/2006/relationships/customXml" Target="../ink/ink1456.xml"/><Relationship Id="rId27" Type="http://schemas.openxmlformats.org/officeDocument/2006/relationships/image" Target="../media/image1037.png"/><Relationship Id="rId537" Type="http://schemas.openxmlformats.org/officeDocument/2006/relationships/image" Target="../media/image1292.png"/><Relationship Id="rId744" Type="http://schemas.openxmlformats.org/officeDocument/2006/relationships/customXml" Target="../ink/ink1386.xml"/><Relationship Id="rId80" Type="http://schemas.openxmlformats.org/officeDocument/2006/relationships/customXml" Target="../ink/ink1054.xml"/><Relationship Id="rId176" Type="http://schemas.openxmlformats.org/officeDocument/2006/relationships/customXml" Target="../ink/ink1102.xml"/><Relationship Id="rId383" Type="http://schemas.openxmlformats.org/officeDocument/2006/relationships/image" Target="../media/image1215.png"/><Relationship Id="rId590" Type="http://schemas.openxmlformats.org/officeDocument/2006/relationships/customXml" Target="../ink/ink1309.xml"/><Relationship Id="rId604" Type="http://schemas.openxmlformats.org/officeDocument/2006/relationships/customXml" Target="../ink/ink1316.xml"/><Relationship Id="rId811" Type="http://schemas.openxmlformats.org/officeDocument/2006/relationships/image" Target="../media/image1429.png"/><Relationship Id="rId243" Type="http://schemas.openxmlformats.org/officeDocument/2006/relationships/image" Target="../media/image1145.png"/><Relationship Id="rId450" Type="http://schemas.openxmlformats.org/officeDocument/2006/relationships/customXml" Target="../ink/ink1239.xml"/><Relationship Id="rId688" Type="http://schemas.openxmlformats.org/officeDocument/2006/relationships/customXml" Target="../ink/ink1358.xml"/><Relationship Id="rId38" Type="http://schemas.openxmlformats.org/officeDocument/2006/relationships/customXml" Target="../ink/ink1033.xml"/><Relationship Id="rId103" Type="http://schemas.openxmlformats.org/officeDocument/2006/relationships/image" Target="../media/image1075.png"/><Relationship Id="rId310" Type="http://schemas.openxmlformats.org/officeDocument/2006/relationships/customXml" Target="../ink/ink1169.xml"/><Relationship Id="rId548" Type="http://schemas.openxmlformats.org/officeDocument/2006/relationships/customXml" Target="../ink/ink1288.xml"/><Relationship Id="rId755" Type="http://schemas.openxmlformats.org/officeDocument/2006/relationships/image" Target="../media/image1401.png"/><Relationship Id="rId91" Type="http://schemas.openxmlformats.org/officeDocument/2006/relationships/image" Target="../media/image1069.png"/><Relationship Id="rId187" Type="http://schemas.openxmlformats.org/officeDocument/2006/relationships/image" Target="../media/image1117.png"/><Relationship Id="rId394" Type="http://schemas.openxmlformats.org/officeDocument/2006/relationships/customXml" Target="../ink/ink1211.xml"/><Relationship Id="rId408" Type="http://schemas.openxmlformats.org/officeDocument/2006/relationships/customXml" Target="../ink/ink1218.xml"/><Relationship Id="rId615" Type="http://schemas.openxmlformats.org/officeDocument/2006/relationships/image" Target="../media/image1331.png"/><Relationship Id="rId822" Type="http://schemas.openxmlformats.org/officeDocument/2006/relationships/customXml" Target="../ink/ink1425.xml"/><Relationship Id="rId254" Type="http://schemas.openxmlformats.org/officeDocument/2006/relationships/customXml" Target="../ink/ink1141.xml"/><Relationship Id="rId699" Type="http://schemas.openxmlformats.org/officeDocument/2006/relationships/image" Target="../media/image1373.png"/><Relationship Id="rId49" Type="http://schemas.openxmlformats.org/officeDocument/2006/relationships/image" Target="../media/image1048.png"/><Relationship Id="rId114" Type="http://schemas.openxmlformats.org/officeDocument/2006/relationships/customXml" Target="../ink/ink1071.xml"/><Relationship Id="rId461" Type="http://schemas.openxmlformats.org/officeDocument/2006/relationships/image" Target="../media/image1254.png"/><Relationship Id="rId559" Type="http://schemas.openxmlformats.org/officeDocument/2006/relationships/image" Target="../media/image1303.png"/><Relationship Id="rId766" Type="http://schemas.openxmlformats.org/officeDocument/2006/relationships/customXml" Target="../ink/ink1397.xml"/><Relationship Id="rId198" Type="http://schemas.openxmlformats.org/officeDocument/2006/relationships/customXml" Target="../ink/ink1113.xml"/><Relationship Id="rId321" Type="http://schemas.openxmlformats.org/officeDocument/2006/relationships/image" Target="../media/image1184.png"/><Relationship Id="rId419" Type="http://schemas.openxmlformats.org/officeDocument/2006/relationships/image" Target="../media/image1233.png"/><Relationship Id="rId626" Type="http://schemas.openxmlformats.org/officeDocument/2006/relationships/customXml" Target="../ink/ink1327.xml"/><Relationship Id="rId833" Type="http://schemas.openxmlformats.org/officeDocument/2006/relationships/image" Target="../media/image1440.png"/><Relationship Id="rId265" Type="http://schemas.openxmlformats.org/officeDocument/2006/relationships/image" Target="../media/image1156.png"/><Relationship Id="rId472" Type="http://schemas.openxmlformats.org/officeDocument/2006/relationships/customXml" Target="../ink/ink1250.xml"/><Relationship Id="rId125" Type="http://schemas.openxmlformats.org/officeDocument/2006/relationships/image" Target="../media/image1086.png"/><Relationship Id="rId332" Type="http://schemas.openxmlformats.org/officeDocument/2006/relationships/customXml" Target="../ink/ink1180.xml"/><Relationship Id="rId777" Type="http://schemas.openxmlformats.org/officeDocument/2006/relationships/image" Target="../media/image1412.png"/><Relationship Id="rId637" Type="http://schemas.openxmlformats.org/officeDocument/2006/relationships/image" Target="../media/image1342.png"/><Relationship Id="rId844" Type="http://schemas.openxmlformats.org/officeDocument/2006/relationships/customXml" Target="../ink/ink1436.xml"/><Relationship Id="rId276" Type="http://schemas.openxmlformats.org/officeDocument/2006/relationships/customXml" Target="../ink/ink1152.xml"/><Relationship Id="rId483" Type="http://schemas.openxmlformats.org/officeDocument/2006/relationships/image" Target="../media/image1265.png"/><Relationship Id="rId690" Type="http://schemas.openxmlformats.org/officeDocument/2006/relationships/customXml" Target="../ink/ink1359.xml"/><Relationship Id="rId704" Type="http://schemas.openxmlformats.org/officeDocument/2006/relationships/customXml" Target="../ink/ink1366.xml"/><Relationship Id="rId40" Type="http://schemas.openxmlformats.org/officeDocument/2006/relationships/customXml" Target="../ink/ink1034.xml"/><Relationship Id="rId136" Type="http://schemas.openxmlformats.org/officeDocument/2006/relationships/customXml" Target="../ink/ink1082.xml"/><Relationship Id="rId343" Type="http://schemas.openxmlformats.org/officeDocument/2006/relationships/image" Target="../media/image1195.png"/><Relationship Id="rId550" Type="http://schemas.openxmlformats.org/officeDocument/2006/relationships/customXml" Target="../ink/ink1289.xml"/><Relationship Id="rId788" Type="http://schemas.openxmlformats.org/officeDocument/2006/relationships/customXml" Target="../ink/ink1408.xml"/><Relationship Id="rId203" Type="http://schemas.openxmlformats.org/officeDocument/2006/relationships/image" Target="../media/image1125.png"/><Relationship Id="rId648" Type="http://schemas.openxmlformats.org/officeDocument/2006/relationships/customXml" Target="../ink/ink1338.xml"/><Relationship Id="rId855" Type="http://schemas.openxmlformats.org/officeDocument/2006/relationships/image" Target="../media/image1451.png"/><Relationship Id="rId287" Type="http://schemas.openxmlformats.org/officeDocument/2006/relationships/image" Target="../media/image1167.png"/><Relationship Id="rId410" Type="http://schemas.openxmlformats.org/officeDocument/2006/relationships/customXml" Target="../ink/ink1219.xml"/><Relationship Id="rId494" Type="http://schemas.openxmlformats.org/officeDocument/2006/relationships/customXml" Target="../ink/ink1261.xml"/><Relationship Id="rId508" Type="http://schemas.openxmlformats.org/officeDocument/2006/relationships/customXml" Target="../ink/ink1268.xml"/><Relationship Id="rId715" Type="http://schemas.openxmlformats.org/officeDocument/2006/relationships/image" Target="../media/image1381.png"/><Relationship Id="rId147" Type="http://schemas.openxmlformats.org/officeDocument/2006/relationships/image" Target="../media/image1097.png"/><Relationship Id="rId354" Type="http://schemas.openxmlformats.org/officeDocument/2006/relationships/customXml" Target="../ink/ink1191.xml"/><Relationship Id="rId799" Type="http://schemas.openxmlformats.org/officeDocument/2006/relationships/image" Target="../media/image1423.png"/><Relationship Id="rId51" Type="http://schemas.openxmlformats.org/officeDocument/2006/relationships/image" Target="../media/image1049.png"/><Relationship Id="rId561" Type="http://schemas.openxmlformats.org/officeDocument/2006/relationships/image" Target="../media/image1304.png"/><Relationship Id="rId659" Type="http://schemas.openxmlformats.org/officeDocument/2006/relationships/image" Target="../media/image1353.png"/><Relationship Id="rId866" Type="http://schemas.openxmlformats.org/officeDocument/2006/relationships/customXml" Target="../ink/ink1447.xml"/><Relationship Id="rId214" Type="http://schemas.openxmlformats.org/officeDocument/2006/relationships/customXml" Target="../ink/ink1121.xml"/><Relationship Id="rId298" Type="http://schemas.openxmlformats.org/officeDocument/2006/relationships/customXml" Target="../ink/ink1163.xml"/><Relationship Id="rId421" Type="http://schemas.openxmlformats.org/officeDocument/2006/relationships/image" Target="../media/image1234.png"/><Relationship Id="rId519" Type="http://schemas.openxmlformats.org/officeDocument/2006/relationships/image" Target="../media/image1283.png"/><Relationship Id="rId158" Type="http://schemas.openxmlformats.org/officeDocument/2006/relationships/customXml" Target="../ink/ink1093.xml"/><Relationship Id="rId726" Type="http://schemas.openxmlformats.org/officeDocument/2006/relationships/customXml" Target="../ink/ink1377.xml"/><Relationship Id="rId62" Type="http://schemas.openxmlformats.org/officeDocument/2006/relationships/customXml" Target="../ink/ink1045.xml"/><Relationship Id="rId365" Type="http://schemas.openxmlformats.org/officeDocument/2006/relationships/image" Target="../media/image1206.png"/><Relationship Id="rId572" Type="http://schemas.openxmlformats.org/officeDocument/2006/relationships/customXml" Target="../ink/ink1300.xml"/><Relationship Id="rId225" Type="http://schemas.openxmlformats.org/officeDocument/2006/relationships/image" Target="../media/image1136.png"/><Relationship Id="rId432" Type="http://schemas.openxmlformats.org/officeDocument/2006/relationships/customXml" Target="../ink/ink1230.xml"/><Relationship Id="rId877" Type="http://schemas.openxmlformats.org/officeDocument/2006/relationships/image" Target="../media/image1462.png"/><Relationship Id="rId737" Type="http://schemas.openxmlformats.org/officeDocument/2006/relationships/image" Target="../media/image1392.png"/><Relationship Id="rId73" Type="http://schemas.openxmlformats.org/officeDocument/2006/relationships/image" Target="../media/image1060.png"/><Relationship Id="rId169" Type="http://schemas.openxmlformats.org/officeDocument/2006/relationships/image" Target="../media/image1108.png"/><Relationship Id="rId376" Type="http://schemas.openxmlformats.org/officeDocument/2006/relationships/customXml" Target="../ink/ink1202.xml"/><Relationship Id="rId583" Type="http://schemas.openxmlformats.org/officeDocument/2006/relationships/image" Target="../media/image1315.png"/><Relationship Id="rId790" Type="http://schemas.openxmlformats.org/officeDocument/2006/relationships/customXml" Target="../ink/ink1409.xml"/><Relationship Id="rId804" Type="http://schemas.openxmlformats.org/officeDocument/2006/relationships/customXml" Target="../ink/ink1416.xml"/><Relationship Id="rId4" Type="http://schemas.openxmlformats.org/officeDocument/2006/relationships/customXml" Target="../ink/ink1016.xml"/><Relationship Id="rId236" Type="http://schemas.openxmlformats.org/officeDocument/2006/relationships/customXml" Target="../ink/ink1132.xml"/><Relationship Id="rId443" Type="http://schemas.openxmlformats.org/officeDocument/2006/relationships/image" Target="../media/image1245.png"/><Relationship Id="rId650" Type="http://schemas.openxmlformats.org/officeDocument/2006/relationships/customXml" Target="../ink/ink1339.xml"/><Relationship Id="rId303" Type="http://schemas.openxmlformats.org/officeDocument/2006/relationships/image" Target="../media/image1175.png"/><Relationship Id="rId748" Type="http://schemas.openxmlformats.org/officeDocument/2006/relationships/customXml" Target="../ink/ink1388.xml"/><Relationship Id="rId84" Type="http://schemas.openxmlformats.org/officeDocument/2006/relationships/customXml" Target="../ink/ink1056.xml"/><Relationship Id="rId387" Type="http://schemas.openxmlformats.org/officeDocument/2006/relationships/image" Target="../media/image1217.png"/><Relationship Id="rId510" Type="http://schemas.openxmlformats.org/officeDocument/2006/relationships/customXml" Target="../ink/ink1269.xml"/><Relationship Id="rId594" Type="http://schemas.openxmlformats.org/officeDocument/2006/relationships/customXml" Target="../ink/ink1311.xml"/><Relationship Id="rId608" Type="http://schemas.openxmlformats.org/officeDocument/2006/relationships/customXml" Target="../ink/ink1318.xml"/><Relationship Id="rId815" Type="http://schemas.openxmlformats.org/officeDocument/2006/relationships/image" Target="../media/image1431.png"/><Relationship Id="rId247" Type="http://schemas.openxmlformats.org/officeDocument/2006/relationships/image" Target="../media/image1147.png"/><Relationship Id="rId107" Type="http://schemas.openxmlformats.org/officeDocument/2006/relationships/image" Target="../media/image1077.png"/><Relationship Id="rId454" Type="http://schemas.openxmlformats.org/officeDocument/2006/relationships/customXml" Target="../ink/ink1241.xml"/><Relationship Id="rId661" Type="http://schemas.openxmlformats.org/officeDocument/2006/relationships/image" Target="../media/image1354.png"/><Relationship Id="rId759" Type="http://schemas.openxmlformats.org/officeDocument/2006/relationships/image" Target="../media/image1403.png"/><Relationship Id="rId11" Type="http://schemas.openxmlformats.org/officeDocument/2006/relationships/image" Target="../media/image1029.png"/><Relationship Id="rId314" Type="http://schemas.openxmlformats.org/officeDocument/2006/relationships/customXml" Target="../ink/ink1171.xml"/><Relationship Id="rId398" Type="http://schemas.openxmlformats.org/officeDocument/2006/relationships/customXml" Target="../ink/ink1213.xml"/><Relationship Id="rId521" Type="http://schemas.openxmlformats.org/officeDocument/2006/relationships/image" Target="../media/image1284.png"/><Relationship Id="rId619" Type="http://schemas.openxmlformats.org/officeDocument/2006/relationships/image" Target="../media/image1333.png"/><Relationship Id="rId95" Type="http://schemas.openxmlformats.org/officeDocument/2006/relationships/image" Target="../media/image1071.png"/><Relationship Id="rId160" Type="http://schemas.openxmlformats.org/officeDocument/2006/relationships/customXml" Target="../ink/ink1094.xml"/><Relationship Id="rId826" Type="http://schemas.openxmlformats.org/officeDocument/2006/relationships/customXml" Target="../ink/ink1427.xml"/><Relationship Id="rId258" Type="http://schemas.openxmlformats.org/officeDocument/2006/relationships/customXml" Target="../ink/ink1143.xml"/><Relationship Id="rId465" Type="http://schemas.openxmlformats.org/officeDocument/2006/relationships/image" Target="../media/image1256.png"/><Relationship Id="rId672" Type="http://schemas.openxmlformats.org/officeDocument/2006/relationships/customXml" Target="../ink/ink1350.xml"/><Relationship Id="rId22" Type="http://schemas.openxmlformats.org/officeDocument/2006/relationships/customXml" Target="../ink/ink1025.xml"/><Relationship Id="rId118" Type="http://schemas.openxmlformats.org/officeDocument/2006/relationships/customXml" Target="../ink/ink1073.xml"/><Relationship Id="rId325" Type="http://schemas.openxmlformats.org/officeDocument/2006/relationships/image" Target="../media/image1186.png"/><Relationship Id="rId532" Type="http://schemas.openxmlformats.org/officeDocument/2006/relationships/customXml" Target="../ink/ink1280.xml"/><Relationship Id="rId171" Type="http://schemas.openxmlformats.org/officeDocument/2006/relationships/image" Target="../media/image1109.png"/><Relationship Id="rId837" Type="http://schemas.openxmlformats.org/officeDocument/2006/relationships/image" Target="../media/image1442.png"/><Relationship Id="rId269" Type="http://schemas.openxmlformats.org/officeDocument/2006/relationships/image" Target="../media/image1158.png"/><Relationship Id="rId476" Type="http://schemas.openxmlformats.org/officeDocument/2006/relationships/customXml" Target="../ink/ink1252.xml"/><Relationship Id="rId683" Type="http://schemas.openxmlformats.org/officeDocument/2006/relationships/image" Target="../media/image1365.png"/><Relationship Id="rId33" Type="http://schemas.openxmlformats.org/officeDocument/2006/relationships/image" Target="../media/image1040.png"/><Relationship Id="rId129" Type="http://schemas.openxmlformats.org/officeDocument/2006/relationships/image" Target="../media/image1088.png"/><Relationship Id="rId336" Type="http://schemas.openxmlformats.org/officeDocument/2006/relationships/customXml" Target="../ink/ink1182.xml"/><Relationship Id="rId543" Type="http://schemas.openxmlformats.org/officeDocument/2006/relationships/image" Target="../media/image1295.png"/><Relationship Id="rId182" Type="http://schemas.openxmlformats.org/officeDocument/2006/relationships/customXml" Target="../ink/ink1105.xml"/><Relationship Id="rId403" Type="http://schemas.openxmlformats.org/officeDocument/2006/relationships/image" Target="../media/image1225.png"/><Relationship Id="rId750" Type="http://schemas.openxmlformats.org/officeDocument/2006/relationships/customXml" Target="../ink/ink1389.xml"/><Relationship Id="rId848" Type="http://schemas.openxmlformats.org/officeDocument/2006/relationships/customXml" Target="../ink/ink1438.xml"/><Relationship Id="rId487" Type="http://schemas.openxmlformats.org/officeDocument/2006/relationships/image" Target="../media/image1267.png"/><Relationship Id="rId610" Type="http://schemas.openxmlformats.org/officeDocument/2006/relationships/customXml" Target="../ink/ink1319.xml"/><Relationship Id="rId694" Type="http://schemas.openxmlformats.org/officeDocument/2006/relationships/customXml" Target="../ink/ink1361.xml"/><Relationship Id="rId708" Type="http://schemas.openxmlformats.org/officeDocument/2006/relationships/customXml" Target="../ink/ink1368.xml"/><Relationship Id="rId347" Type="http://schemas.openxmlformats.org/officeDocument/2006/relationships/image" Target="../media/image1197.png"/><Relationship Id="rId44" Type="http://schemas.openxmlformats.org/officeDocument/2006/relationships/customXml" Target="../ink/ink1036.xml"/><Relationship Id="rId554" Type="http://schemas.openxmlformats.org/officeDocument/2006/relationships/customXml" Target="../ink/ink1291.xml"/><Relationship Id="rId761" Type="http://schemas.openxmlformats.org/officeDocument/2006/relationships/image" Target="../media/image1404.png"/><Relationship Id="rId859" Type="http://schemas.openxmlformats.org/officeDocument/2006/relationships/image" Target="../media/image1453.png"/><Relationship Id="rId193" Type="http://schemas.openxmlformats.org/officeDocument/2006/relationships/image" Target="../media/image1120.png"/><Relationship Id="rId207" Type="http://schemas.openxmlformats.org/officeDocument/2006/relationships/image" Target="../media/image1127.png"/><Relationship Id="rId414" Type="http://schemas.openxmlformats.org/officeDocument/2006/relationships/customXml" Target="../ink/ink1221.xml"/><Relationship Id="rId498" Type="http://schemas.openxmlformats.org/officeDocument/2006/relationships/customXml" Target="../ink/ink1263.xml"/><Relationship Id="rId621" Type="http://schemas.openxmlformats.org/officeDocument/2006/relationships/image" Target="../media/image1334.png"/><Relationship Id="rId260" Type="http://schemas.openxmlformats.org/officeDocument/2006/relationships/customXml" Target="../ink/ink1144.xml"/><Relationship Id="rId719" Type="http://schemas.openxmlformats.org/officeDocument/2006/relationships/image" Target="../media/image1383.png"/><Relationship Id="rId55" Type="http://schemas.openxmlformats.org/officeDocument/2006/relationships/image" Target="../media/image1051.png"/><Relationship Id="rId120" Type="http://schemas.openxmlformats.org/officeDocument/2006/relationships/customXml" Target="../ink/ink1074.xml"/><Relationship Id="rId358" Type="http://schemas.openxmlformats.org/officeDocument/2006/relationships/customXml" Target="../ink/ink1193.xml"/><Relationship Id="rId565" Type="http://schemas.openxmlformats.org/officeDocument/2006/relationships/image" Target="../media/image1306.png"/><Relationship Id="rId772" Type="http://schemas.openxmlformats.org/officeDocument/2006/relationships/customXml" Target="../ink/ink1400.xml"/><Relationship Id="rId218" Type="http://schemas.openxmlformats.org/officeDocument/2006/relationships/customXml" Target="../ink/ink1123.xml"/><Relationship Id="rId425" Type="http://schemas.openxmlformats.org/officeDocument/2006/relationships/image" Target="../media/image1236.png"/><Relationship Id="rId632" Type="http://schemas.openxmlformats.org/officeDocument/2006/relationships/customXml" Target="../ink/ink1330.xml"/><Relationship Id="rId271" Type="http://schemas.openxmlformats.org/officeDocument/2006/relationships/image" Target="../media/image1159.png"/><Relationship Id="rId66" Type="http://schemas.openxmlformats.org/officeDocument/2006/relationships/customXml" Target="../ink/ink1047.xml"/><Relationship Id="rId131" Type="http://schemas.openxmlformats.org/officeDocument/2006/relationships/image" Target="../media/image1089.png"/><Relationship Id="rId369" Type="http://schemas.openxmlformats.org/officeDocument/2006/relationships/image" Target="../media/image1208.png"/><Relationship Id="rId576" Type="http://schemas.openxmlformats.org/officeDocument/2006/relationships/customXml" Target="../ink/ink1302.xml"/><Relationship Id="rId783" Type="http://schemas.openxmlformats.org/officeDocument/2006/relationships/image" Target="../media/image1415.png"/><Relationship Id="rId229" Type="http://schemas.openxmlformats.org/officeDocument/2006/relationships/image" Target="../media/image1138.png"/><Relationship Id="rId436" Type="http://schemas.openxmlformats.org/officeDocument/2006/relationships/customXml" Target="../ink/ink1232.xml"/><Relationship Id="rId643" Type="http://schemas.openxmlformats.org/officeDocument/2006/relationships/image" Target="../media/image1345.png"/><Relationship Id="rId850" Type="http://schemas.openxmlformats.org/officeDocument/2006/relationships/customXml" Target="../ink/ink1439.xml"/><Relationship Id="rId77" Type="http://schemas.openxmlformats.org/officeDocument/2006/relationships/image" Target="../media/image1062.png"/><Relationship Id="rId282" Type="http://schemas.openxmlformats.org/officeDocument/2006/relationships/customXml" Target="../ink/ink1155.xml"/><Relationship Id="rId503" Type="http://schemas.openxmlformats.org/officeDocument/2006/relationships/image" Target="../media/image1275.png"/><Relationship Id="rId587" Type="http://schemas.openxmlformats.org/officeDocument/2006/relationships/image" Target="../media/image1317.png"/><Relationship Id="rId710" Type="http://schemas.openxmlformats.org/officeDocument/2006/relationships/customXml" Target="../ink/ink1369.xml"/><Relationship Id="rId808" Type="http://schemas.openxmlformats.org/officeDocument/2006/relationships/customXml" Target="../ink/ink1418.xml"/><Relationship Id="rId8" Type="http://schemas.openxmlformats.org/officeDocument/2006/relationships/customXml" Target="../ink/ink1018.xml"/><Relationship Id="rId142" Type="http://schemas.openxmlformats.org/officeDocument/2006/relationships/customXml" Target="../ink/ink1085.xml"/><Relationship Id="rId447" Type="http://schemas.openxmlformats.org/officeDocument/2006/relationships/image" Target="../media/image1247.png"/><Relationship Id="rId794" Type="http://schemas.openxmlformats.org/officeDocument/2006/relationships/customXml" Target="../ink/ink1411.xml"/><Relationship Id="rId654" Type="http://schemas.openxmlformats.org/officeDocument/2006/relationships/customXml" Target="../ink/ink1341.xml"/><Relationship Id="rId861" Type="http://schemas.openxmlformats.org/officeDocument/2006/relationships/image" Target="../media/image1454.png"/><Relationship Id="rId293" Type="http://schemas.openxmlformats.org/officeDocument/2006/relationships/image" Target="../media/image1170.png"/><Relationship Id="rId307" Type="http://schemas.openxmlformats.org/officeDocument/2006/relationships/image" Target="../media/image1177.png"/><Relationship Id="rId514" Type="http://schemas.openxmlformats.org/officeDocument/2006/relationships/customXml" Target="../ink/ink1271.xml"/><Relationship Id="rId721" Type="http://schemas.openxmlformats.org/officeDocument/2006/relationships/image" Target="../media/image1384.png"/><Relationship Id="rId88" Type="http://schemas.openxmlformats.org/officeDocument/2006/relationships/customXml" Target="../ink/ink1058.xml"/><Relationship Id="rId153" Type="http://schemas.openxmlformats.org/officeDocument/2006/relationships/image" Target="../media/image1100.png"/><Relationship Id="rId360" Type="http://schemas.openxmlformats.org/officeDocument/2006/relationships/customXml" Target="../ink/ink1194.xml"/><Relationship Id="rId598" Type="http://schemas.openxmlformats.org/officeDocument/2006/relationships/customXml" Target="../ink/ink1313.xml"/><Relationship Id="rId819" Type="http://schemas.openxmlformats.org/officeDocument/2006/relationships/image" Target="../media/image1433.png"/><Relationship Id="rId220" Type="http://schemas.openxmlformats.org/officeDocument/2006/relationships/customXml" Target="../ink/ink1124.xml"/><Relationship Id="rId458" Type="http://schemas.openxmlformats.org/officeDocument/2006/relationships/customXml" Target="../ink/ink1243.xml"/><Relationship Id="rId665" Type="http://schemas.openxmlformats.org/officeDocument/2006/relationships/image" Target="../media/image1356.png"/><Relationship Id="rId872" Type="http://schemas.openxmlformats.org/officeDocument/2006/relationships/customXml" Target="../ink/ink1450.xml"/><Relationship Id="rId15" Type="http://schemas.openxmlformats.org/officeDocument/2006/relationships/image" Target="../media/image1031.png"/><Relationship Id="rId318" Type="http://schemas.openxmlformats.org/officeDocument/2006/relationships/customXml" Target="../ink/ink1173.xml"/><Relationship Id="rId525" Type="http://schemas.openxmlformats.org/officeDocument/2006/relationships/image" Target="../media/image1286.png"/><Relationship Id="rId732" Type="http://schemas.openxmlformats.org/officeDocument/2006/relationships/customXml" Target="../ink/ink138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9.svg"/><Relationship Id="rId2" Type="http://schemas.openxmlformats.org/officeDocument/2006/relationships/image" Target="../media/image146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4.svg"/><Relationship Id="rId2" Type="http://schemas.openxmlformats.org/officeDocument/2006/relationships/image" Target="../media/image98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71.svg"/><Relationship Id="rId4" Type="http://schemas.openxmlformats.org/officeDocument/2006/relationships/image" Target="../media/image14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3.svg"/><Relationship Id="rId2" Type="http://schemas.openxmlformats.org/officeDocument/2006/relationships/image" Target="../media/image147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5.svg"/><Relationship Id="rId2" Type="http://schemas.openxmlformats.org/officeDocument/2006/relationships/image" Target="../media/image147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7.svg"/><Relationship Id="rId2" Type="http://schemas.openxmlformats.org/officeDocument/2006/relationships/image" Target="../media/image147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79.svg"/><Relationship Id="rId4" Type="http://schemas.openxmlformats.org/officeDocument/2006/relationships/image" Target="../media/image147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1.svg"/><Relationship Id="rId2" Type="http://schemas.openxmlformats.org/officeDocument/2006/relationships/image" Target="../media/image148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3.svg"/><Relationship Id="rId2" Type="http://schemas.openxmlformats.org/officeDocument/2006/relationships/image" Target="../media/image148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4.png"/><Relationship Id="rId2" Type="http://schemas.openxmlformats.org/officeDocument/2006/relationships/image" Target="../media/image280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87.svg"/><Relationship Id="rId5" Type="http://schemas.openxmlformats.org/officeDocument/2006/relationships/image" Target="../media/image1486.png"/><Relationship Id="rId4" Type="http://schemas.openxmlformats.org/officeDocument/2006/relationships/image" Target="../media/image148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8.png"/><Relationship Id="rId2" Type="http://schemas.openxmlformats.org/officeDocument/2006/relationships/image" Target="../media/image330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8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1.svg"/><Relationship Id="rId2" Type="http://schemas.openxmlformats.org/officeDocument/2006/relationships/image" Target="../media/image149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68.xml"/><Relationship Id="rId21" Type="http://schemas.openxmlformats.org/officeDocument/2006/relationships/image" Target="../media/image1503.png"/><Relationship Id="rId42" Type="http://schemas.openxmlformats.org/officeDocument/2006/relationships/customXml" Target="../ink/ink1476.xml"/><Relationship Id="rId47" Type="http://schemas.openxmlformats.org/officeDocument/2006/relationships/image" Target="../media/image1516.png"/><Relationship Id="rId63" Type="http://schemas.openxmlformats.org/officeDocument/2006/relationships/image" Target="../media/image1524.png"/><Relationship Id="rId68" Type="http://schemas.openxmlformats.org/officeDocument/2006/relationships/customXml" Target="../ink/ink1489.xml"/><Relationship Id="rId84" Type="http://schemas.openxmlformats.org/officeDocument/2006/relationships/customXml" Target="../ink/ink1497.xml"/><Relationship Id="rId89" Type="http://schemas.openxmlformats.org/officeDocument/2006/relationships/image" Target="../media/image1537.png"/><Relationship Id="rId16" Type="http://schemas.openxmlformats.org/officeDocument/2006/relationships/customXml" Target="../ink/ink1463.xml"/><Relationship Id="rId11" Type="http://schemas.openxmlformats.org/officeDocument/2006/relationships/image" Target="../media/image1498.png"/><Relationship Id="rId32" Type="http://schemas.openxmlformats.org/officeDocument/2006/relationships/customXml" Target="../ink/ink1471.xml"/><Relationship Id="rId37" Type="http://schemas.openxmlformats.org/officeDocument/2006/relationships/image" Target="../media/image1511.png"/><Relationship Id="rId53" Type="http://schemas.openxmlformats.org/officeDocument/2006/relationships/image" Target="../media/image1519.png"/><Relationship Id="rId58" Type="http://schemas.openxmlformats.org/officeDocument/2006/relationships/customXml" Target="../ink/ink1484.xml"/><Relationship Id="rId74" Type="http://schemas.openxmlformats.org/officeDocument/2006/relationships/customXml" Target="../ink/ink1492.xml"/><Relationship Id="rId79" Type="http://schemas.openxmlformats.org/officeDocument/2006/relationships/image" Target="../media/image1532.png"/><Relationship Id="rId102" Type="http://schemas.openxmlformats.org/officeDocument/2006/relationships/customXml" Target="../ink/ink1507.xml"/><Relationship Id="rId5" Type="http://schemas.openxmlformats.org/officeDocument/2006/relationships/image" Target="../media/image1495.svg"/><Relationship Id="rId90" Type="http://schemas.openxmlformats.org/officeDocument/2006/relationships/customXml" Target="../ink/ink1500.xml"/><Relationship Id="rId95" Type="http://schemas.openxmlformats.org/officeDocument/2006/relationships/customXml" Target="../ink/ink1503.xml"/><Relationship Id="rId22" Type="http://schemas.openxmlformats.org/officeDocument/2006/relationships/customXml" Target="../ink/ink1466.xml"/><Relationship Id="rId27" Type="http://schemas.openxmlformats.org/officeDocument/2006/relationships/image" Target="../media/image1506.png"/><Relationship Id="rId43" Type="http://schemas.openxmlformats.org/officeDocument/2006/relationships/image" Target="../media/image1514.png"/><Relationship Id="rId48" Type="http://schemas.openxmlformats.org/officeDocument/2006/relationships/customXml" Target="../ink/ink1479.xml"/><Relationship Id="rId64" Type="http://schemas.openxmlformats.org/officeDocument/2006/relationships/customXml" Target="../ink/ink1487.xml"/><Relationship Id="rId69" Type="http://schemas.openxmlformats.org/officeDocument/2006/relationships/image" Target="../media/image1527.png"/><Relationship Id="rId80" Type="http://schemas.openxmlformats.org/officeDocument/2006/relationships/customXml" Target="../ink/ink1495.xml"/><Relationship Id="rId85" Type="http://schemas.openxmlformats.org/officeDocument/2006/relationships/image" Target="../media/image1535.png"/><Relationship Id="rId12" Type="http://schemas.openxmlformats.org/officeDocument/2006/relationships/customXml" Target="../ink/ink1461.xml"/><Relationship Id="rId17" Type="http://schemas.openxmlformats.org/officeDocument/2006/relationships/image" Target="../media/image1501.png"/><Relationship Id="rId25" Type="http://schemas.openxmlformats.org/officeDocument/2006/relationships/image" Target="../media/image1505.png"/><Relationship Id="rId33" Type="http://schemas.openxmlformats.org/officeDocument/2006/relationships/image" Target="../media/image1509.png"/><Relationship Id="rId38" Type="http://schemas.openxmlformats.org/officeDocument/2006/relationships/customXml" Target="../ink/ink1474.xml"/><Relationship Id="rId46" Type="http://schemas.openxmlformats.org/officeDocument/2006/relationships/customXml" Target="../ink/ink1478.xml"/><Relationship Id="rId59" Type="http://schemas.openxmlformats.org/officeDocument/2006/relationships/image" Target="../media/image1522.png"/><Relationship Id="rId67" Type="http://schemas.openxmlformats.org/officeDocument/2006/relationships/image" Target="../media/image1526.png"/><Relationship Id="rId103" Type="http://schemas.openxmlformats.org/officeDocument/2006/relationships/image" Target="../media/image1543.png"/><Relationship Id="rId20" Type="http://schemas.openxmlformats.org/officeDocument/2006/relationships/customXml" Target="../ink/ink1465.xml"/><Relationship Id="rId41" Type="http://schemas.openxmlformats.org/officeDocument/2006/relationships/image" Target="../media/image1513.png"/><Relationship Id="rId54" Type="http://schemas.openxmlformats.org/officeDocument/2006/relationships/customXml" Target="../ink/ink1482.xml"/><Relationship Id="rId62" Type="http://schemas.openxmlformats.org/officeDocument/2006/relationships/customXml" Target="../ink/ink1486.xml"/><Relationship Id="rId70" Type="http://schemas.openxmlformats.org/officeDocument/2006/relationships/customXml" Target="../ink/ink1490.xml"/><Relationship Id="rId75" Type="http://schemas.openxmlformats.org/officeDocument/2006/relationships/image" Target="../media/image1530.png"/><Relationship Id="rId83" Type="http://schemas.openxmlformats.org/officeDocument/2006/relationships/image" Target="../media/image1534.png"/><Relationship Id="rId88" Type="http://schemas.openxmlformats.org/officeDocument/2006/relationships/customXml" Target="../ink/ink1499.xml"/><Relationship Id="rId91" Type="http://schemas.openxmlformats.org/officeDocument/2006/relationships/image" Target="../media/image1538.png"/><Relationship Id="rId96" Type="http://schemas.openxmlformats.org/officeDocument/2006/relationships/image" Target="../media/image1540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458.xml"/><Relationship Id="rId15" Type="http://schemas.openxmlformats.org/officeDocument/2006/relationships/image" Target="../media/image1500.png"/><Relationship Id="rId23" Type="http://schemas.openxmlformats.org/officeDocument/2006/relationships/image" Target="../media/image1504.png"/><Relationship Id="rId28" Type="http://schemas.openxmlformats.org/officeDocument/2006/relationships/customXml" Target="../ink/ink1469.xml"/><Relationship Id="rId36" Type="http://schemas.openxmlformats.org/officeDocument/2006/relationships/customXml" Target="../ink/ink1473.xml"/><Relationship Id="rId49" Type="http://schemas.openxmlformats.org/officeDocument/2006/relationships/image" Target="../media/image1517.png"/><Relationship Id="rId57" Type="http://schemas.openxmlformats.org/officeDocument/2006/relationships/image" Target="../media/image1521.png"/><Relationship Id="rId10" Type="http://schemas.openxmlformats.org/officeDocument/2006/relationships/customXml" Target="../ink/ink1460.xml"/><Relationship Id="rId31" Type="http://schemas.openxmlformats.org/officeDocument/2006/relationships/image" Target="../media/image1508.png"/><Relationship Id="rId44" Type="http://schemas.openxmlformats.org/officeDocument/2006/relationships/customXml" Target="../ink/ink1477.xml"/><Relationship Id="rId52" Type="http://schemas.openxmlformats.org/officeDocument/2006/relationships/customXml" Target="../ink/ink1481.xml"/><Relationship Id="rId60" Type="http://schemas.openxmlformats.org/officeDocument/2006/relationships/customXml" Target="../ink/ink1485.xml"/><Relationship Id="rId65" Type="http://schemas.openxmlformats.org/officeDocument/2006/relationships/image" Target="../media/image1525.png"/><Relationship Id="rId73" Type="http://schemas.openxmlformats.org/officeDocument/2006/relationships/image" Target="../media/image1529.png"/><Relationship Id="rId78" Type="http://schemas.openxmlformats.org/officeDocument/2006/relationships/customXml" Target="../ink/ink1494.xml"/><Relationship Id="rId81" Type="http://schemas.openxmlformats.org/officeDocument/2006/relationships/image" Target="../media/image1533.png"/><Relationship Id="rId86" Type="http://schemas.openxmlformats.org/officeDocument/2006/relationships/customXml" Target="../ink/ink1498.xml"/><Relationship Id="rId94" Type="http://schemas.openxmlformats.org/officeDocument/2006/relationships/customXml" Target="../ink/ink1502.xml"/><Relationship Id="rId99" Type="http://schemas.openxmlformats.org/officeDocument/2006/relationships/customXml" Target="../ink/ink1505.xml"/><Relationship Id="rId101" Type="http://schemas.openxmlformats.org/officeDocument/2006/relationships/image" Target="../media/image1542.png"/><Relationship Id="rId4" Type="http://schemas.openxmlformats.org/officeDocument/2006/relationships/image" Target="../media/image1494.png"/><Relationship Id="rId9" Type="http://schemas.openxmlformats.org/officeDocument/2006/relationships/image" Target="../media/image1497.png"/><Relationship Id="rId13" Type="http://schemas.openxmlformats.org/officeDocument/2006/relationships/image" Target="../media/image1499.png"/><Relationship Id="rId18" Type="http://schemas.openxmlformats.org/officeDocument/2006/relationships/customXml" Target="../ink/ink1464.xml"/><Relationship Id="rId39" Type="http://schemas.openxmlformats.org/officeDocument/2006/relationships/image" Target="../media/image1512.png"/><Relationship Id="rId34" Type="http://schemas.openxmlformats.org/officeDocument/2006/relationships/customXml" Target="../ink/ink1472.xml"/><Relationship Id="rId50" Type="http://schemas.openxmlformats.org/officeDocument/2006/relationships/customXml" Target="../ink/ink1480.xml"/><Relationship Id="rId55" Type="http://schemas.openxmlformats.org/officeDocument/2006/relationships/image" Target="../media/image1520.png"/><Relationship Id="rId76" Type="http://schemas.openxmlformats.org/officeDocument/2006/relationships/customXml" Target="../ink/ink1493.xml"/><Relationship Id="rId97" Type="http://schemas.openxmlformats.org/officeDocument/2006/relationships/customXml" Target="../ink/ink1504.xml"/><Relationship Id="rId7" Type="http://schemas.openxmlformats.org/officeDocument/2006/relationships/image" Target="../media/image1496.png"/><Relationship Id="rId71" Type="http://schemas.openxmlformats.org/officeDocument/2006/relationships/image" Target="../media/image1528.png"/><Relationship Id="rId92" Type="http://schemas.openxmlformats.org/officeDocument/2006/relationships/customXml" Target="../ink/ink1501.xml"/><Relationship Id="rId2" Type="http://schemas.openxmlformats.org/officeDocument/2006/relationships/image" Target="../media/image1492.png"/><Relationship Id="rId29" Type="http://schemas.openxmlformats.org/officeDocument/2006/relationships/image" Target="../media/image1507.png"/><Relationship Id="rId24" Type="http://schemas.openxmlformats.org/officeDocument/2006/relationships/customXml" Target="../ink/ink1467.xml"/><Relationship Id="rId40" Type="http://schemas.openxmlformats.org/officeDocument/2006/relationships/customXml" Target="../ink/ink1475.xml"/><Relationship Id="rId45" Type="http://schemas.openxmlformats.org/officeDocument/2006/relationships/image" Target="../media/image1515.png"/><Relationship Id="rId66" Type="http://schemas.openxmlformats.org/officeDocument/2006/relationships/customXml" Target="../ink/ink1488.xml"/><Relationship Id="rId87" Type="http://schemas.openxmlformats.org/officeDocument/2006/relationships/image" Target="../media/image1536.png"/><Relationship Id="rId61" Type="http://schemas.openxmlformats.org/officeDocument/2006/relationships/image" Target="../media/image1523.png"/><Relationship Id="rId82" Type="http://schemas.openxmlformats.org/officeDocument/2006/relationships/customXml" Target="../ink/ink1496.xml"/><Relationship Id="rId19" Type="http://schemas.openxmlformats.org/officeDocument/2006/relationships/image" Target="../media/image1502.png"/><Relationship Id="rId14" Type="http://schemas.openxmlformats.org/officeDocument/2006/relationships/customXml" Target="../ink/ink1462.xml"/><Relationship Id="rId30" Type="http://schemas.openxmlformats.org/officeDocument/2006/relationships/customXml" Target="../ink/ink1470.xml"/><Relationship Id="rId35" Type="http://schemas.openxmlformats.org/officeDocument/2006/relationships/image" Target="../media/image1510.png"/><Relationship Id="rId56" Type="http://schemas.openxmlformats.org/officeDocument/2006/relationships/customXml" Target="../ink/ink1483.xml"/><Relationship Id="rId77" Type="http://schemas.openxmlformats.org/officeDocument/2006/relationships/image" Target="../media/image1531.png"/><Relationship Id="rId100" Type="http://schemas.openxmlformats.org/officeDocument/2006/relationships/customXml" Target="../ink/ink1506.xml"/><Relationship Id="rId8" Type="http://schemas.openxmlformats.org/officeDocument/2006/relationships/customXml" Target="../ink/ink1459.xml"/><Relationship Id="rId51" Type="http://schemas.openxmlformats.org/officeDocument/2006/relationships/image" Target="../media/image1518.png"/><Relationship Id="rId72" Type="http://schemas.openxmlformats.org/officeDocument/2006/relationships/customXml" Target="../ink/ink1491.xml"/><Relationship Id="rId93" Type="http://schemas.openxmlformats.org/officeDocument/2006/relationships/image" Target="../media/image1539.png"/><Relationship Id="rId98" Type="http://schemas.openxmlformats.org/officeDocument/2006/relationships/image" Target="../media/image1541.png"/><Relationship Id="rId3" Type="http://schemas.openxmlformats.org/officeDocument/2006/relationships/image" Target="../media/image1493.sv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1.png"/><Relationship Id="rId18" Type="http://schemas.openxmlformats.org/officeDocument/2006/relationships/customXml" Target="../ink/ink1514.xml"/><Relationship Id="rId26" Type="http://schemas.openxmlformats.org/officeDocument/2006/relationships/customXml" Target="../ink/ink1518.xml"/><Relationship Id="rId39" Type="http://schemas.openxmlformats.org/officeDocument/2006/relationships/image" Target="../media/image1564.png"/><Relationship Id="rId21" Type="http://schemas.openxmlformats.org/officeDocument/2006/relationships/image" Target="../media/image1555.png"/><Relationship Id="rId34" Type="http://schemas.openxmlformats.org/officeDocument/2006/relationships/customXml" Target="../ink/ink1522.xml"/><Relationship Id="rId42" Type="http://schemas.openxmlformats.org/officeDocument/2006/relationships/customXml" Target="../ink/ink1526.xml"/><Relationship Id="rId47" Type="http://schemas.openxmlformats.org/officeDocument/2006/relationships/image" Target="../media/image1568.png"/><Relationship Id="rId50" Type="http://schemas.openxmlformats.org/officeDocument/2006/relationships/customXml" Target="../ink/ink1530.xml"/><Relationship Id="rId55" Type="http://schemas.openxmlformats.org/officeDocument/2006/relationships/image" Target="../media/image1572.png"/><Relationship Id="rId7" Type="http://schemas.openxmlformats.org/officeDocument/2006/relationships/image" Target="../media/image1548.png"/><Relationship Id="rId2" Type="http://schemas.openxmlformats.org/officeDocument/2006/relationships/image" Target="../media/image1544.png"/><Relationship Id="rId16" Type="http://schemas.openxmlformats.org/officeDocument/2006/relationships/customXml" Target="../ink/ink1513.xml"/><Relationship Id="rId29" Type="http://schemas.openxmlformats.org/officeDocument/2006/relationships/image" Target="../media/image1559.png"/><Relationship Id="rId11" Type="http://schemas.openxmlformats.org/officeDocument/2006/relationships/image" Target="../media/image1550.png"/><Relationship Id="rId24" Type="http://schemas.openxmlformats.org/officeDocument/2006/relationships/customXml" Target="../ink/ink1517.xml"/><Relationship Id="rId32" Type="http://schemas.openxmlformats.org/officeDocument/2006/relationships/customXml" Target="../ink/ink1521.xml"/><Relationship Id="rId37" Type="http://schemas.openxmlformats.org/officeDocument/2006/relationships/image" Target="../media/image1563.png"/><Relationship Id="rId40" Type="http://schemas.openxmlformats.org/officeDocument/2006/relationships/customXml" Target="../ink/ink1525.xml"/><Relationship Id="rId45" Type="http://schemas.openxmlformats.org/officeDocument/2006/relationships/image" Target="../media/image1567.png"/><Relationship Id="rId53" Type="http://schemas.openxmlformats.org/officeDocument/2006/relationships/image" Target="../media/image1571.png"/><Relationship Id="rId58" Type="http://schemas.openxmlformats.org/officeDocument/2006/relationships/customXml" Target="../ink/ink1534.xml"/><Relationship Id="rId5" Type="http://schemas.openxmlformats.org/officeDocument/2006/relationships/image" Target="../media/image1547.svg"/><Relationship Id="rId19" Type="http://schemas.openxmlformats.org/officeDocument/2006/relationships/image" Target="../media/image1554.png"/><Relationship Id="rId4" Type="http://schemas.openxmlformats.org/officeDocument/2006/relationships/image" Target="../media/image1546.png"/><Relationship Id="rId9" Type="http://schemas.openxmlformats.org/officeDocument/2006/relationships/image" Target="../media/image1549.png"/><Relationship Id="rId14" Type="http://schemas.openxmlformats.org/officeDocument/2006/relationships/customXml" Target="../ink/ink1512.xml"/><Relationship Id="rId22" Type="http://schemas.openxmlformats.org/officeDocument/2006/relationships/customXml" Target="../ink/ink1516.xml"/><Relationship Id="rId27" Type="http://schemas.openxmlformats.org/officeDocument/2006/relationships/image" Target="../media/image1558.png"/><Relationship Id="rId30" Type="http://schemas.openxmlformats.org/officeDocument/2006/relationships/customXml" Target="../ink/ink1520.xml"/><Relationship Id="rId35" Type="http://schemas.openxmlformats.org/officeDocument/2006/relationships/image" Target="../media/image1562.png"/><Relationship Id="rId43" Type="http://schemas.openxmlformats.org/officeDocument/2006/relationships/image" Target="../media/image1566.png"/><Relationship Id="rId48" Type="http://schemas.openxmlformats.org/officeDocument/2006/relationships/customXml" Target="../ink/ink1529.xml"/><Relationship Id="rId56" Type="http://schemas.openxmlformats.org/officeDocument/2006/relationships/customXml" Target="../ink/ink1533.xml"/><Relationship Id="rId8" Type="http://schemas.openxmlformats.org/officeDocument/2006/relationships/customXml" Target="../ink/ink1509.xml"/><Relationship Id="rId51" Type="http://schemas.openxmlformats.org/officeDocument/2006/relationships/image" Target="../media/image1570.png"/><Relationship Id="rId3" Type="http://schemas.openxmlformats.org/officeDocument/2006/relationships/image" Target="../media/image1545.svg"/><Relationship Id="rId12" Type="http://schemas.openxmlformats.org/officeDocument/2006/relationships/customXml" Target="../ink/ink1511.xml"/><Relationship Id="rId17" Type="http://schemas.openxmlformats.org/officeDocument/2006/relationships/image" Target="../media/image1553.png"/><Relationship Id="rId25" Type="http://schemas.openxmlformats.org/officeDocument/2006/relationships/image" Target="../media/image1557.png"/><Relationship Id="rId33" Type="http://schemas.openxmlformats.org/officeDocument/2006/relationships/image" Target="../media/image1561.png"/><Relationship Id="rId38" Type="http://schemas.openxmlformats.org/officeDocument/2006/relationships/customXml" Target="../ink/ink1524.xml"/><Relationship Id="rId46" Type="http://schemas.openxmlformats.org/officeDocument/2006/relationships/customXml" Target="../ink/ink1528.xml"/><Relationship Id="rId59" Type="http://schemas.openxmlformats.org/officeDocument/2006/relationships/image" Target="../media/image1574.png"/><Relationship Id="rId20" Type="http://schemas.openxmlformats.org/officeDocument/2006/relationships/customXml" Target="../ink/ink1515.xml"/><Relationship Id="rId41" Type="http://schemas.openxmlformats.org/officeDocument/2006/relationships/image" Target="../media/image1565.png"/><Relationship Id="rId54" Type="http://schemas.openxmlformats.org/officeDocument/2006/relationships/customXml" Target="../ink/ink153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508.xml"/><Relationship Id="rId15" Type="http://schemas.openxmlformats.org/officeDocument/2006/relationships/image" Target="../media/image1552.png"/><Relationship Id="rId23" Type="http://schemas.openxmlformats.org/officeDocument/2006/relationships/image" Target="../media/image1556.png"/><Relationship Id="rId28" Type="http://schemas.openxmlformats.org/officeDocument/2006/relationships/customXml" Target="../ink/ink1519.xml"/><Relationship Id="rId36" Type="http://schemas.openxmlformats.org/officeDocument/2006/relationships/customXml" Target="../ink/ink1523.xml"/><Relationship Id="rId49" Type="http://schemas.openxmlformats.org/officeDocument/2006/relationships/image" Target="../media/image1569.png"/><Relationship Id="rId57" Type="http://schemas.openxmlformats.org/officeDocument/2006/relationships/image" Target="../media/image1573.png"/><Relationship Id="rId10" Type="http://schemas.openxmlformats.org/officeDocument/2006/relationships/customXml" Target="../ink/ink1510.xml"/><Relationship Id="rId31" Type="http://schemas.openxmlformats.org/officeDocument/2006/relationships/image" Target="../media/image1560.png"/><Relationship Id="rId44" Type="http://schemas.openxmlformats.org/officeDocument/2006/relationships/customXml" Target="../ink/ink1527.xml"/><Relationship Id="rId52" Type="http://schemas.openxmlformats.org/officeDocument/2006/relationships/customXml" Target="../ink/ink15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E731-E039-41BE-B934-8BF35866DA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Local Descent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9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28D4103-26A0-4B52-A669-4E8E8177D2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391" r="33391" b="81565"/>
          <a:stretch/>
        </p:blipFill>
        <p:spPr>
          <a:xfrm>
            <a:off x="2894274" y="3335572"/>
            <a:ext cx="7959256" cy="40048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3AB929-5BED-4D07-93C8-8C202CE5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Descent Direction Iteration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DAB15-429E-4FB9-BD9E-D5337899D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Descent Direction Methods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 use a local model to incrementally improve design point until some convergence criteria is met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Check termination conditions at </a:t>
            </a:r>
            <a:r>
              <a:rPr lang="en-US" b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x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)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; if not met, continue.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Decide descent direction </a:t>
            </a:r>
            <a:r>
              <a:rPr lang="en-US" b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) 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using local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Decide step size </a:t>
            </a:r>
            <a:r>
              <a:rPr lang="el-GR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α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)</a:t>
            </a:r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Compute next design point </a:t>
            </a:r>
            <a:r>
              <a:rPr lang="en-US" b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x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+1)</a:t>
            </a:r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B1AF5-6169-4054-80FB-0B945CDA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D2B9D7-7569-F93C-ECBE-35835328611E}"/>
              </a:ext>
            </a:extLst>
          </p:cNvPr>
          <p:cNvGrpSpPr/>
          <p:nvPr/>
        </p:nvGrpSpPr>
        <p:grpSpPr>
          <a:xfrm>
            <a:off x="10083394" y="1284152"/>
            <a:ext cx="1027800" cy="266400"/>
            <a:chOff x="10083394" y="1284152"/>
            <a:chExt cx="102780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9A4041-7EE1-C34E-DED0-95AC67CFC7CD}"/>
                    </a:ext>
                  </a:extLst>
                </p14:cNvPr>
                <p14:cNvContentPartPr/>
                <p14:nvPr/>
              </p14:nvContentPartPr>
              <p14:xfrm>
                <a:off x="10083394" y="1439312"/>
                <a:ext cx="36000" cy="111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9A4041-7EE1-C34E-DED0-95AC67CFC7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77274" y="1433192"/>
                  <a:ext cx="48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2A5564-D3AC-B185-DCEE-BE3FFD4E7C72}"/>
                    </a:ext>
                  </a:extLst>
                </p14:cNvPr>
                <p14:cNvContentPartPr/>
                <p14:nvPr/>
              </p14:nvContentPartPr>
              <p14:xfrm>
                <a:off x="10137754" y="1369472"/>
                <a:ext cx="14400" cy="37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2A5564-D3AC-B185-DCEE-BE3FFD4E7C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31634" y="1363352"/>
                  <a:ext cx="26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D6168EE-355C-3D9C-B7D3-9F03C0F225A7}"/>
                    </a:ext>
                  </a:extLst>
                </p14:cNvPr>
                <p14:cNvContentPartPr/>
                <p14:nvPr/>
              </p14:nvContentPartPr>
              <p14:xfrm>
                <a:off x="10225234" y="1295672"/>
                <a:ext cx="226440" cy="246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D6168EE-355C-3D9C-B7D3-9F03C0F225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19114" y="1289552"/>
                  <a:ext cx="238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21AC38E-244D-A333-E893-FF6C10371ED2}"/>
                    </a:ext>
                  </a:extLst>
                </p14:cNvPr>
                <p14:cNvContentPartPr/>
                <p14:nvPr/>
              </p14:nvContentPartPr>
              <p14:xfrm>
                <a:off x="10495594" y="1425272"/>
                <a:ext cx="124920" cy="102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21AC38E-244D-A333-E893-FF6C10371E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89474" y="1419152"/>
                  <a:ext cx="137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DCA372-FEF2-0038-64DB-65F7B712346E}"/>
                    </a:ext>
                  </a:extLst>
                </p14:cNvPr>
                <p14:cNvContentPartPr/>
                <p14:nvPr/>
              </p14:nvContentPartPr>
              <p14:xfrm>
                <a:off x="10622674" y="1284152"/>
                <a:ext cx="89640" cy="243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DCA372-FEF2-0038-64DB-65F7B71234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16554" y="1278032"/>
                  <a:ext cx="101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0F1EDD4-99C4-1777-9F4E-EF978F50A02F}"/>
                    </a:ext>
                  </a:extLst>
                </p14:cNvPr>
                <p14:cNvContentPartPr/>
                <p14:nvPr/>
              </p14:nvContentPartPr>
              <p14:xfrm>
                <a:off x="10731394" y="1364072"/>
                <a:ext cx="28080" cy="23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0F1EDD4-99C4-1777-9F4E-EF978F50A0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25274" y="1357952"/>
                  <a:ext cx="4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976041-98B4-19C7-45B5-04497BFAA414}"/>
                    </a:ext>
                  </a:extLst>
                </p14:cNvPr>
                <p14:cNvContentPartPr/>
                <p14:nvPr/>
              </p14:nvContentPartPr>
              <p14:xfrm>
                <a:off x="10777834" y="1434272"/>
                <a:ext cx="333360" cy="107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976041-98B4-19C7-45B5-04497BFAA4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71714" y="1428152"/>
                  <a:ext cx="34560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B305EA0-7E22-72E3-8721-144F39A66B51}"/>
              </a:ext>
            </a:extLst>
          </p:cNvPr>
          <p:cNvGrpSpPr/>
          <p:nvPr/>
        </p:nvGrpSpPr>
        <p:grpSpPr>
          <a:xfrm>
            <a:off x="6079834" y="3116192"/>
            <a:ext cx="363240" cy="122400"/>
            <a:chOff x="6079834" y="3116192"/>
            <a:chExt cx="36324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22D8E1-D9DF-ADC3-F773-24D70BFD0CBC}"/>
                    </a:ext>
                  </a:extLst>
                </p14:cNvPr>
                <p14:cNvContentPartPr/>
                <p14:nvPr/>
              </p14:nvContentPartPr>
              <p14:xfrm>
                <a:off x="6079834" y="3116192"/>
                <a:ext cx="363240" cy="47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A22D8E1-D9DF-ADC3-F773-24D70BFD0CB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73714" y="3110072"/>
                  <a:ext cx="375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771094-D64D-9658-0065-24E2F372E485}"/>
                    </a:ext>
                  </a:extLst>
                </p14:cNvPr>
                <p14:cNvContentPartPr/>
                <p14:nvPr/>
              </p14:nvContentPartPr>
              <p14:xfrm>
                <a:off x="6126634" y="3209072"/>
                <a:ext cx="242280" cy="29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771094-D64D-9658-0065-24E2F372E4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20514" y="3202952"/>
                  <a:ext cx="2545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254F0D6-76D7-0D5A-ABCE-C12393F99AD7}"/>
                  </a:ext>
                </a:extLst>
              </p14:cNvPr>
              <p14:cNvContentPartPr/>
              <p14:nvPr/>
            </p14:nvContentPartPr>
            <p14:xfrm>
              <a:off x="7203034" y="3144992"/>
              <a:ext cx="3600" cy="1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254F0D6-76D7-0D5A-ABCE-C12393F99A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96914" y="3138872"/>
                <a:ext cx="1584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7B0B877-E49D-7C63-F356-A4E5F36CAEEC}"/>
                  </a:ext>
                </a:extLst>
              </p14:cNvPr>
              <p14:cNvContentPartPr/>
              <p14:nvPr/>
            </p14:nvContentPartPr>
            <p14:xfrm>
              <a:off x="1499554" y="3597512"/>
              <a:ext cx="817200" cy="106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7B0B877-E49D-7C63-F356-A4E5F36CAEE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93434" y="3591392"/>
                <a:ext cx="8294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3A8B39E-9CDD-910F-35D1-F26A0F4DF26F}"/>
                  </a:ext>
                </a:extLst>
              </p14:cNvPr>
              <p14:cNvContentPartPr/>
              <p14:nvPr/>
            </p14:nvContentPartPr>
            <p14:xfrm>
              <a:off x="3733354" y="3654392"/>
              <a:ext cx="1557720" cy="536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A8B39E-9CDD-910F-35D1-F26A0F4DF26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27234" y="3648272"/>
                <a:ext cx="156996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000F932-3CA7-CBBD-4043-EE3201276396}"/>
                  </a:ext>
                </a:extLst>
              </p14:cNvPr>
              <p14:cNvContentPartPr/>
              <p14:nvPr/>
            </p14:nvContentPartPr>
            <p14:xfrm>
              <a:off x="6442354" y="3624152"/>
              <a:ext cx="646560" cy="118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000F932-3CA7-CBBD-4043-EE320127639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36234" y="3618032"/>
                <a:ext cx="6588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4D67E49-29FC-073A-ADFF-63D1E4BCABDF}"/>
                  </a:ext>
                </a:extLst>
              </p14:cNvPr>
              <p14:cNvContentPartPr/>
              <p14:nvPr/>
            </p14:nvContentPartPr>
            <p14:xfrm>
              <a:off x="2549314" y="4142552"/>
              <a:ext cx="1804680" cy="81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4D67E49-29FC-073A-ADFF-63D1E4BCABD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43194" y="4136432"/>
                <a:ext cx="18169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422A9AB-EF1D-5B35-031D-CE517B145554}"/>
                  </a:ext>
                </a:extLst>
              </p14:cNvPr>
              <p14:cNvContentPartPr/>
              <p14:nvPr/>
            </p14:nvContentPartPr>
            <p14:xfrm>
              <a:off x="8426674" y="1255352"/>
              <a:ext cx="288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422A9AB-EF1D-5B35-031D-CE517B14555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20554" y="1249232"/>
                <a:ext cx="151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3D6356B-6E35-F985-E292-6D9A825CA46D}"/>
              </a:ext>
            </a:extLst>
          </p:cNvPr>
          <p:cNvGrpSpPr/>
          <p:nvPr/>
        </p:nvGrpSpPr>
        <p:grpSpPr>
          <a:xfrm>
            <a:off x="7934554" y="217832"/>
            <a:ext cx="1971720" cy="1356840"/>
            <a:chOff x="7934554" y="217832"/>
            <a:chExt cx="1971720" cy="135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636C2C-14DC-DDC4-5447-141A097D070D}"/>
                    </a:ext>
                  </a:extLst>
                </p14:cNvPr>
                <p14:cNvContentPartPr/>
                <p14:nvPr/>
              </p14:nvContentPartPr>
              <p14:xfrm>
                <a:off x="9541234" y="1315832"/>
                <a:ext cx="216720" cy="25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636C2C-14DC-DDC4-5447-141A097D07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35114" y="1309712"/>
                  <a:ext cx="2289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03AE91C-7CBD-819B-1AEB-00AC692695DB}"/>
                    </a:ext>
                  </a:extLst>
                </p14:cNvPr>
                <p14:cNvContentPartPr/>
                <p14:nvPr/>
              </p14:nvContentPartPr>
              <p14:xfrm>
                <a:off x="9824554" y="1477832"/>
                <a:ext cx="81720" cy="1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03AE91C-7CBD-819B-1AEB-00AC692695D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18434" y="1471712"/>
                  <a:ext cx="93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57934A-AFC7-A810-4674-69B337295037}"/>
                    </a:ext>
                  </a:extLst>
                </p14:cNvPr>
                <p14:cNvContentPartPr/>
                <p14:nvPr/>
              </p14:nvContentPartPr>
              <p14:xfrm>
                <a:off x="7934554" y="1035752"/>
                <a:ext cx="260280" cy="22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57934A-AFC7-A810-4674-69B3372950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28434" y="1029632"/>
                  <a:ext cx="272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B408A5-9A09-E1AC-990F-956064461235}"/>
                    </a:ext>
                  </a:extLst>
                </p14:cNvPr>
                <p14:cNvContentPartPr/>
                <p14:nvPr/>
              </p14:nvContentPartPr>
              <p14:xfrm>
                <a:off x="7996474" y="1126112"/>
                <a:ext cx="168480" cy="36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B408A5-9A09-E1AC-990F-9560644612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90354" y="1119992"/>
                  <a:ext cx="180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EC88F2-618B-E194-D974-338B816168F1}"/>
                    </a:ext>
                  </a:extLst>
                </p14:cNvPr>
                <p14:cNvContentPartPr/>
                <p14:nvPr/>
              </p14:nvContentPartPr>
              <p14:xfrm>
                <a:off x="8310394" y="894992"/>
                <a:ext cx="85680" cy="167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EC88F2-618B-E194-D974-338B816168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04274" y="888872"/>
                  <a:ext cx="97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35361A-F40C-BAA0-448F-75FF3A19F413}"/>
                    </a:ext>
                  </a:extLst>
                </p14:cNvPr>
                <p14:cNvContentPartPr/>
                <p14:nvPr/>
              </p14:nvContentPartPr>
              <p14:xfrm>
                <a:off x="8460514" y="929192"/>
                <a:ext cx="56520" cy="122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35361A-F40C-BAA0-448F-75FF3A19F41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54394" y="923072"/>
                  <a:ext cx="687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8710EA-75C2-4FAC-96C9-C85E98A172E3}"/>
                    </a:ext>
                  </a:extLst>
                </p14:cNvPr>
                <p14:cNvContentPartPr/>
                <p14:nvPr/>
              </p14:nvContentPartPr>
              <p14:xfrm>
                <a:off x="8571394" y="880952"/>
                <a:ext cx="85680" cy="200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8710EA-75C2-4FAC-96C9-C85E98A172E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65274" y="874832"/>
                  <a:ext cx="97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2B1AEE-18D8-7C74-878B-F5567659472A}"/>
                    </a:ext>
                  </a:extLst>
                </p14:cNvPr>
                <p14:cNvContentPartPr/>
                <p14:nvPr/>
              </p14:nvContentPartPr>
              <p14:xfrm>
                <a:off x="8329114" y="906152"/>
                <a:ext cx="69840" cy="192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2B1AEE-18D8-7C74-878B-F556765947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22994" y="900032"/>
                  <a:ext cx="82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E5E712-8A2C-862C-1061-6B7D41B6BE95}"/>
                    </a:ext>
                  </a:extLst>
                </p14:cNvPr>
                <p14:cNvContentPartPr/>
                <p14:nvPr/>
              </p14:nvContentPartPr>
              <p14:xfrm>
                <a:off x="8635114" y="889952"/>
                <a:ext cx="40320" cy="153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E5E712-8A2C-862C-1061-6B7D41B6BE9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28994" y="883832"/>
                  <a:ext cx="52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3CF1EA3-6149-0826-D711-52A048765028}"/>
                    </a:ext>
                  </a:extLst>
                </p14:cNvPr>
                <p14:cNvContentPartPr/>
                <p14:nvPr/>
              </p14:nvContentPartPr>
              <p14:xfrm>
                <a:off x="8254594" y="1315112"/>
                <a:ext cx="36000" cy="152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3CF1EA3-6149-0826-D711-52A0487650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48474" y="1308992"/>
                  <a:ext cx="48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651179-5C47-1204-E467-7C25746F35C3}"/>
                    </a:ext>
                  </a:extLst>
                </p14:cNvPr>
                <p14:cNvContentPartPr/>
                <p14:nvPr/>
              </p14:nvContentPartPr>
              <p14:xfrm>
                <a:off x="8243434" y="1230152"/>
                <a:ext cx="26640" cy="61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651179-5C47-1204-E467-7C25746F35C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37314" y="1224032"/>
                  <a:ext cx="38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6F26E7-C8F2-F46B-D42D-6444ACB497C6}"/>
                    </a:ext>
                  </a:extLst>
                </p14:cNvPr>
                <p14:cNvContentPartPr/>
                <p14:nvPr/>
              </p14:nvContentPartPr>
              <p14:xfrm>
                <a:off x="8228674" y="1390352"/>
                <a:ext cx="80280" cy="110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6F26E7-C8F2-F46B-D42D-6444ACB497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22554" y="1384232"/>
                  <a:ext cx="92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578A3AF-F5FF-0BE3-3117-E88809FE4152}"/>
                    </a:ext>
                  </a:extLst>
                </p14:cNvPr>
                <p14:cNvContentPartPr/>
                <p14:nvPr/>
              </p14:nvContentPartPr>
              <p14:xfrm>
                <a:off x="8472394" y="645872"/>
                <a:ext cx="132120" cy="18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578A3AF-F5FF-0BE3-3117-E88809FE41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66274" y="639752"/>
                  <a:ext cx="144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4DE3F4-09E7-29FD-C763-8DDC57FE6EB2}"/>
                    </a:ext>
                  </a:extLst>
                </p14:cNvPr>
                <p14:cNvContentPartPr/>
                <p14:nvPr/>
              </p14:nvContentPartPr>
              <p14:xfrm>
                <a:off x="8721514" y="462272"/>
                <a:ext cx="70560" cy="120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4DE3F4-09E7-29FD-C763-8DDC57FE6EB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15394" y="456152"/>
                  <a:ext cx="82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37F864-B939-92E8-F6FE-CD8C4F93508E}"/>
                    </a:ext>
                  </a:extLst>
                </p14:cNvPr>
                <p14:cNvContentPartPr/>
                <p14:nvPr/>
              </p14:nvContentPartPr>
              <p14:xfrm>
                <a:off x="8792074" y="380192"/>
                <a:ext cx="37440" cy="10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37F864-B939-92E8-F6FE-CD8C4F9350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85954" y="374072"/>
                  <a:ext cx="49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61CC4F-84AC-3F32-2633-EC3F4EAEDED3}"/>
                    </a:ext>
                  </a:extLst>
                </p14:cNvPr>
                <p14:cNvContentPartPr/>
                <p14:nvPr/>
              </p14:nvContentPartPr>
              <p14:xfrm>
                <a:off x="8872354" y="297752"/>
                <a:ext cx="304920" cy="227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61CC4F-84AC-3F32-2633-EC3F4EAEDE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66234" y="291632"/>
                  <a:ext cx="317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B8C8C7C-34D4-944D-F9C2-41751AC86D6D}"/>
                    </a:ext>
                  </a:extLst>
                </p14:cNvPr>
                <p14:cNvContentPartPr/>
                <p14:nvPr/>
              </p14:nvContentPartPr>
              <p14:xfrm>
                <a:off x="9183034" y="217832"/>
                <a:ext cx="236880" cy="259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B8C8C7C-34D4-944D-F9C2-41751AC86D6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76914" y="211712"/>
                  <a:ext cx="249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859EB3D-BB64-3B43-E76F-768C5F911A74}"/>
                    </a:ext>
                  </a:extLst>
                </p14:cNvPr>
                <p14:cNvContentPartPr/>
                <p14:nvPr/>
              </p14:nvContentPartPr>
              <p14:xfrm>
                <a:off x="9441514" y="284072"/>
                <a:ext cx="248400" cy="111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859EB3D-BB64-3B43-E76F-768C5F911A7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35394" y="277952"/>
                  <a:ext cx="26064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AFB429A-05C5-E4E2-78B4-9D4151E77384}"/>
                  </a:ext>
                </a:extLst>
              </p14:cNvPr>
              <p14:cNvContentPartPr/>
              <p14:nvPr/>
            </p14:nvContentPartPr>
            <p14:xfrm>
              <a:off x="4143754" y="3689312"/>
              <a:ext cx="159840" cy="115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AFB429A-05C5-E4E2-78B4-9D4151E7738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37634" y="3683192"/>
                <a:ext cx="1720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695094E-C4BD-EE39-3100-26705B9724FC}"/>
                  </a:ext>
                </a:extLst>
              </p14:cNvPr>
              <p14:cNvContentPartPr/>
              <p14:nvPr/>
            </p14:nvContentPartPr>
            <p14:xfrm>
              <a:off x="5418154" y="4623152"/>
              <a:ext cx="694080" cy="766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695094E-C4BD-EE39-3100-26705B9724F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12034" y="4617032"/>
                <a:ext cx="70632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1AF3952-84C2-1191-8744-856353F84A9F}"/>
              </a:ext>
            </a:extLst>
          </p:cNvPr>
          <p:cNvGrpSpPr/>
          <p:nvPr/>
        </p:nvGrpSpPr>
        <p:grpSpPr>
          <a:xfrm>
            <a:off x="5855914" y="5748152"/>
            <a:ext cx="2216520" cy="122760"/>
            <a:chOff x="5855914" y="5748152"/>
            <a:chExt cx="2216520" cy="1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9078AD-D5CA-8A7F-3F13-F58FBC23BBD0}"/>
                    </a:ext>
                  </a:extLst>
                </p14:cNvPr>
                <p14:cNvContentPartPr/>
                <p14:nvPr/>
              </p14:nvContentPartPr>
              <p14:xfrm>
                <a:off x="5855914" y="5794952"/>
                <a:ext cx="659160" cy="75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9078AD-D5CA-8A7F-3F13-F58FBC23BB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49794" y="5788832"/>
                  <a:ext cx="671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49BC641-2A5B-1A37-0D07-782DDA47FE25}"/>
                    </a:ext>
                  </a:extLst>
                </p14:cNvPr>
                <p14:cNvContentPartPr/>
                <p14:nvPr/>
              </p14:nvContentPartPr>
              <p14:xfrm>
                <a:off x="7378714" y="5748152"/>
                <a:ext cx="693720" cy="86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49BC641-2A5B-1A37-0D07-782DDA47FE2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72594" y="5742032"/>
                  <a:ext cx="705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21EBF68-8E2F-03F3-3E97-A5A00778A07C}"/>
                    </a:ext>
                  </a:extLst>
                </p14:cNvPr>
                <p14:cNvContentPartPr/>
                <p14:nvPr/>
              </p14:nvContentPartPr>
              <p14:xfrm>
                <a:off x="6860674" y="5761472"/>
                <a:ext cx="339840" cy="68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21EBF68-8E2F-03F3-3E97-A5A00778A07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54554" y="5755352"/>
                  <a:ext cx="3520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9B99157-95B8-8096-F188-6A6C9C5E3390}"/>
                  </a:ext>
                </a:extLst>
              </p14:cNvPr>
              <p14:cNvContentPartPr/>
              <p14:nvPr/>
            </p14:nvContentPartPr>
            <p14:xfrm>
              <a:off x="8073514" y="5777672"/>
              <a:ext cx="16560" cy="86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9B99157-95B8-8096-F188-6A6C9C5E339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67394" y="5771552"/>
                <a:ext cx="2880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839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D9C14-CA02-0812-2FE7-8019A87EBE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463483" y="649054"/>
            <a:ext cx="10797416" cy="607242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E57A9D-EB17-C7B7-0E71-B0CE26E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1EF8BC-CADA-8C4F-258F-F6460CABC7BB}"/>
                  </a:ext>
                </a:extLst>
              </p14:cNvPr>
              <p14:cNvContentPartPr/>
              <p14:nvPr/>
            </p14:nvContentPartPr>
            <p14:xfrm>
              <a:off x="1197514" y="791982"/>
              <a:ext cx="2118600" cy="37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1EF8BC-CADA-8C4F-258F-F6460CABC7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3874" y="683982"/>
                <a:ext cx="222624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6633BAD-E9D7-F582-C915-E800B424CE52}"/>
                  </a:ext>
                </a:extLst>
              </p14:cNvPr>
              <p14:cNvContentPartPr/>
              <p14:nvPr/>
            </p14:nvContentPartPr>
            <p14:xfrm>
              <a:off x="3842794" y="274302"/>
              <a:ext cx="152640" cy="312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6633BAD-E9D7-F582-C915-E800B424CE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24794" y="256302"/>
                <a:ext cx="18828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AD66BA8D-85C3-7B92-7DA0-1A898FBACCA6}"/>
              </a:ext>
            </a:extLst>
          </p:cNvPr>
          <p:cNvGrpSpPr/>
          <p:nvPr/>
        </p:nvGrpSpPr>
        <p:grpSpPr>
          <a:xfrm>
            <a:off x="3966994" y="429102"/>
            <a:ext cx="1179360" cy="372600"/>
            <a:chOff x="3966994" y="429102"/>
            <a:chExt cx="117936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ACD3F5-6387-A498-F65E-29A2C077F790}"/>
                    </a:ext>
                  </a:extLst>
                </p14:cNvPr>
                <p14:cNvContentPartPr/>
                <p14:nvPr/>
              </p14:nvContentPartPr>
              <p14:xfrm>
                <a:off x="3966994" y="462942"/>
                <a:ext cx="91080" cy="118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ACD3F5-6387-A498-F65E-29A2C077F79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49354" y="444942"/>
                  <a:ext cx="126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1A9E34-3AEE-C9E9-B737-BB9FE60F49CF}"/>
                    </a:ext>
                  </a:extLst>
                </p14:cNvPr>
                <p14:cNvContentPartPr/>
                <p14:nvPr/>
              </p14:nvContentPartPr>
              <p14:xfrm>
                <a:off x="4100194" y="461862"/>
                <a:ext cx="338760" cy="139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1A9E34-3AEE-C9E9-B737-BB9FE60F49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82554" y="444222"/>
                  <a:ext cx="374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265655-ED12-B3B4-7E8F-CE988A4852F0}"/>
                    </a:ext>
                  </a:extLst>
                </p14:cNvPr>
                <p14:cNvContentPartPr/>
                <p14:nvPr/>
              </p14:nvContentPartPr>
              <p14:xfrm>
                <a:off x="4471354" y="482382"/>
                <a:ext cx="285120" cy="106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265655-ED12-B3B4-7E8F-CE988A4852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53354" y="464382"/>
                  <a:ext cx="320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2B2E49-7152-1FCA-B862-9D8A4CB40E1B}"/>
                    </a:ext>
                  </a:extLst>
                </p14:cNvPr>
                <p14:cNvContentPartPr/>
                <p14:nvPr/>
              </p14:nvContentPartPr>
              <p14:xfrm>
                <a:off x="4724794" y="429102"/>
                <a:ext cx="15840" cy="23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2B2E49-7152-1FCA-B862-9D8A4CB40E1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06794" y="411462"/>
                  <a:ext cx="51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611935-3FBF-C7E0-F49A-C84EC0B740B1}"/>
                    </a:ext>
                  </a:extLst>
                </p14:cNvPr>
                <p14:cNvContentPartPr/>
                <p14:nvPr/>
              </p14:nvContentPartPr>
              <p14:xfrm>
                <a:off x="4782754" y="475182"/>
                <a:ext cx="363600" cy="326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611935-3FBF-C7E0-F49A-C84EC0B740B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64754" y="457542"/>
                  <a:ext cx="39924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9D1061D-2C42-4839-2872-3893053EFD6E}"/>
              </a:ext>
            </a:extLst>
          </p:cNvPr>
          <p:cNvGrpSpPr/>
          <p:nvPr/>
        </p:nvGrpSpPr>
        <p:grpSpPr>
          <a:xfrm>
            <a:off x="5418154" y="330822"/>
            <a:ext cx="960120" cy="266400"/>
            <a:chOff x="5418154" y="330822"/>
            <a:chExt cx="96012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93CDD5-682A-F418-871E-80A7E6ED1054}"/>
                    </a:ext>
                  </a:extLst>
                </p14:cNvPr>
                <p14:cNvContentPartPr/>
                <p14:nvPr/>
              </p14:nvContentPartPr>
              <p14:xfrm>
                <a:off x="5418154" y="443502"/>
                <a:ext cx="176400" cy="153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93CDD5-682A-F418-871E-80A7E6ED105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00154" y="425862"/>
                  <a:ext cx="212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7D397D-196C-A13A-7D5B-A6164B897354}"/>
                    </a:ext>
                  </a:extLst>
                </p14:cNvPr>
                <p14:cNvContentPartPr/>
                <p14:nvPr/>
              </p14:nvContentPartPr>
              <p14:xfrm>
                <a:off x="5630914" y="330822"/>
                <a:ext cx="341640" cy="237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7D397D-196C-A13A-7D5B-A6164B89735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13274" y="312822"/>
                  <a:ext cx="377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C6CE9D-D9AD-1984-19A7-EC74EC4956AF}"/>
                    </a:ext>
                  </a:extLst>
                </p14:cNvPr>
                <p14:cNvContentPartPr/>
                <p14:nvPr/>
              </p14:nvContentPartPr>
              <p14:xfrm>
                <a:off x="6149674" y="353142"/>
                <a:ext cx="228600" cy="154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C6CE9D-D9AD-1984-19A7-EC74EC4956A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32034" y="335502"/>
                  <a:ext cx="26424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788E828-1331-5B16-A5BC-6DF844929229}"/>
                  </a:ext>
                </a:extLst>
              </p14:cNvPr>
              <p14:cNvContentPartPr/>
              <p14:nvPr/>
            </p14:nvContentPartPr>
            <p14:xfrm>
              <a:off x="5018194" y="860742"/>
              <a:ext cx="725760" cy="277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788E828-1331-5B16-A5BC-6DF84492922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964194" y="753102"/>
                <a:ext cx="83340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84674E6-07EF-C21C-71FC-0022EF59F9CB}"/>
                  </a:ext>
                </a:extLst>
              </p14:cNvPr>
              <p14:cNvContentPartPr/>
              <p14:nvPr/>
            </p14:nvContentPartPr>
            <p14:xfrm>
              <a:off x="9143074" y="1234422"/>
              <a:ext cx="527400" cy="262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84674E6-07EF-C21C-71FC-0022EF59F9C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089074" y="1126422"/>
                <a:ext cx="63504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25A0658-354A-0C3D-C36A-EB65CE9C755E}"/>
                  </a:ext>
                </a:extLst>
              </p14:cNvPr>
              <p14:cNvContentPartPr/>
              <p14:nvPr/>
            </p14:nvContentPartPr>
            <p14:xfrm>
              <a:off x="8765074" y="1040022"/>
              <a:ext cx="1945440" cy="677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25A0658-354A-0C3D-C36A-EB65CE9C755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11434" y="932022"/>
                <a:ext cx="2053080" cy="8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23232AE-37EF-D8F7-F8FB-DA15148FD667}"/>
                  </a:ext>
                </a:extLst>
              </p14:cNvPr>
              <p14:cNvContentPartPr/>
              <p14:nvPr/>
            </p14:nvContentPartPr>
            <p14:xfrm>
              <a:off x="1128034" y="1257462"/>
              <a:ext cx="1382400" cy="2746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23232AE-37EF-D8F7-F8FB-DA15148FD66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4034" y="1149462"/>
                <a:ext cx="149004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D413196-FB41-82CC-3205-F3719CCCE809}"/>
                  </a:ext>
                </a:extLst>
              </p14:cNvPr>
              <p14:cNvContentPartPr/>
              <p14:nvPr/>
            </p14:nvContentPartPr>
            <p14:xfrm>
              <a:off x="4696714" y="1727262"/>
              <a:ext cx="1373400" cy="226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D413196-FB41-82CC-3205-F3719CCCE80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43074" y="1619262"/>
                <a:ext cx="1481040" cy="44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3734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1E5AF9-B9A9-4873-76CE-96FFC8B96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4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185D4C-55D1-4D9E-C0E1-6E27D9C1070C}"/>
              </a:ext>
            </a:extLst>
          </p:cNvPr>
          <p:cNvGrpSpPr/>
          <p:nvPr/>
        </p:nvGrpSpPr>
        <p:grpSpPr>
          <a:xfrm>
            <a:off x="1018954" y="90702"/>
            <a:ext cx="5169960" cy="708120"/>
            <a:chOff x="1018954" y="90702"/>
            <a:chExt cx="5169960" cy="70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BD316C9-7DFA-FDC3-0381-B6956B4AAF78}"/>
                    </a:ext>
                  </a:extLst>
                </p14:cNvPr>
                <p14:cNvContentPartPr/>
                <p14:nvPr/>
              </p14:nvContentPartPr>
              <p14:xfrm>
                <a:off x="1018954" y="289422"/>
                <a:ext cx="251280" cy="218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BD316C9-7DFA-FDC3-0381-B6956B4AAF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0954" y="271782"/>
                  <a:ext cx="286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DC2AC78-8A6D-C508-7A68-19B787AC143F}"/>
                    </a:ext>
                  </a:extLst>
                </p14:cNvPr>
                <p14:cNvContentPartPr/>
                <p14:nvPr/>
              </p14:nvContentPartPr>
              <p14:xfrm>
                <a:off x="1098154" y="374742"/>
                <a:ext cx="135360" cy="53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DC2AC78-8A6D-C508-7A68-19B787AC14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80154" y="357102"/>
                  <a:ext cx="171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B16D6BF-4BD3-446D-24CC-83ACB11B9785}"/>
                    </a:ext>
                  </a:extLst>
                </p14:cNvPr>
                <p14:cNvContentPartPr/>
                <p14:nvPr/>
              </p14:nvContentPartPr>
              <p14:xfrm>
                <a:off x="1380394" y="145422"/>
                <a:ext cx="60120" cy="175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B16D6BF-4BD3-446D-24CC-83ACB11B97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2394" y="127782"/>
                  <a:ext cx="95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5697FD-3AEB-541F-CC9C-412394BC2D2F}"/>
                    </a:ext>
                  </a:extLst>
                </p14:cNvPr>
                <p14:cNvContentPartPr/>
                <p14:nvPr/>
              </p14:nvContentPartPr>
              <p14:xfrm>
                <a:off x="1512514" y="161262"/>
                <a:ext cx="131040" cy="132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5697FD-3AEB-541F-CC9C-412394BC2D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4874" y="143262"/>
                  <a:ext cx="1666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A5D48C-0B53-7FE3-0479-8F2DCECA8C20}"/>
                    </a:ext>
                  </a:extLst>
                </p14:cNvPr>
                <p14:cNvContentPartPr/>
                <p14:nvPr/>
              </p14:nvContentPartPr>
              <p14:xfrm>
                <a:off x="1704754" y="171342"/>
                <a:ext cx="16200" cy="12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A5D48C-0B53-7FE3-0479-8F2DCECA8C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7114" y="153702"/>
                  <a:ext cx="51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5D9E10A-9A9E-DD00-1156-C2049E4D76D3}"/>
                    </a:ext>
                  </a:extLst>
                </p14:cNvPr>
                <p14:cNvContentPartPr/>
                <p14:nvPr/>
              </p14:nvContentPartPr>
              <p14:xfrm>
                <a:off x="1664434" y="235062"/>
                <a:ext cx="88560" cy="9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5D9E10A-9A9E-DD00-1156-C2049E4D76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6434" y="217062"/>
                  <a:ext cx="124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B456D8-4A95-B0A9-F212-83C4F72E4965}"/>
                    </a:ext>
                  </a:extLst>
                </p14:cNvPr>
                <p14:cNvContentPartPr/>
                <p14:nvPr/>
              </p14:nvContentPartPr>
              <p14:xfrm>
                <a:off x="1836514" y="153702"/>
                <a:ext cx="45720" cy="95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B456D8-4A95-B0A9-F212-83C4F72E49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8514" y="136062"/>
                  <a:ext cx="81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DF4060C-947D-37BA-335E-8256E1099607}"/>
                    </a:ext>
                  </a:extLst>
                </p14:cNvPr>
                <p14:cNvContentPartPr/>
                <p14:nvPr/>
              </p14:nvContentPartPr>
              <p14:xfrm>
                <a:off x="1936234" y="94302"/>
                <a:ext cx="50400" cy="20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DF4060C-947D-37BA-335E-8256E10996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8594" y="76302"/>
                  <a:ext cx="86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49A150-45C4-D300-7E07-78E2D52FB818}"/>
                    </a:ext>
                  </a:extLst>
                </p14:cNvPr>
                <p14:cNvContentPartPr/>
                <p14:nvPr/>
              </p14:nvContentPartPr>
              <p14:xfrm>
                <a:off x="2112274" y="388782"/>
                <a:ext cx="328320" cy="30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49A150-45C4-D300-7E07-78E2D52FB8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4274" y="371142"/>
                  <a:ext cx="363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107028-1482-4F5A-0BE2-C8B7C58F8C66}"/>
                    </a:ext>
                  </a:extLst>
                </p14:cNvPr>
                <p14:cNvContentPartPr/>
                <p14:nvPr/>
              </p14:nvContentPartPr>
              <p14:xfrm>
                <a:off x="1981234" y="343062"/>
                <a:ext cx="137160" cy="154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107028-1482-4F5A-0BE2-C8B7C58F8C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63594" y="325062"/>
                  <a:ext cx="172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DE7BBF-434A-2B3E-3133-F50E99EA51FA}"/>
                    </a:ext>
                  </a:extLst>
                </p14:cNvPr>
                <p14:cNvContentPartPr/>
                <p14:nvPr/>
              </p14:nvContentPartPr>
              <p14:xfrm>
                <a:off x="2745154" y="294102"/>
                <a:ext cx="201960" cy="212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DE7BBF-434A-2B3E-3133-F50E99EA51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27154" y="276462"/>
                  <a:ext cx="237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232355-668D-1900-9CA2-ED8E6CDD8D62}"/>
                    </a:ext>
                  </a:extLst>
                </p14:cNvPr>
                <p14:cNvContentPartPr/>
                <p14:nvPr/>
              </p14:nvContentPartPr>
              <p14:xfrm>
                <a:off x="2760634" y="374742"/>
                <a:ext cx="133920" cy="32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232355-668D-1900-9CA2-ED8E6CDD8D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42634" y="357102"/>
                  <a:ext cx="169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60AD31-21B9-07FC-B624-DA00947A1B4B}"/>
                    </a:ext>
                  </a:extLst>
                </p14:cNvPr>
                <p14:cNvContentPartPr/>
                <p14:nvPr/>
              </p14:nvContentPartPr>
              <p14:xfrm>
                <a:off x="3036034" y="118062"/>
                <a:ext cx="54360" cy="176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60AD31-21B9-07FC-B624-DA00947A1B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18394" y="100062"/>
                  <a:ext cx="90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995C2B-115E-8579-1150-EDE2435D84FF}"/>
                    </a:ext>
                  </a:extLst>
                </p14:cNvPr>
                <p14:cNvContentPartPr/>
                <p14:nvPr/>
              </p14:nvContentPartPr>
              <p14:xfrm>
                <a:off x="3164914" y="136782"/>
                <a:ext cx="150840" cy="133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995C2B-115E-8579-1150-EDE2435D84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46914" y="118782"/>
                  <a:ext cx="1864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8A17E3E-5B75-0911-8037-5435F3CA822E}"/>
                    </a:ext>
                  </a:extLst>
                </p14:cNvPr>
                <p14:cNvContentPartPr/>
                <p14:nvPr/>
              </p14:nvContentPartPr>
              <p14:xfrm>
                <a:off x="3326914" y="97902"/>
                <a:ext cx="59760" cy="174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8A17E3E-5B75-0911-8037-5435F3CA82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09274" y="80262"/>
                  <a:ext cx="954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908DF0-5DD2-DBEB-A06E-39DF3D5B1972}"/>
                    </a:ext>
                  </a:extLst>
                </p14:cNvPr>
                <p14:cNvContentPartPr/>
                <p14:nvPr/>
              </p14:nvContentPartPr>
              <p14:xfrm>
                <a:off x="3741634" y="285102"/>
                <a:ext cx="74880" cy="262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908DF0-5DD2-DBEB-A06E-39DF3D5B19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3994" y="267102"/>
                  <a:ext cx="1105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764199-03A8-C66C-EB3C-6F91A9AEEF9B}"/>
                    </a:ext>
                  </a:extLst>
                </p14:cNvPr>
                <p14:cNvContentPartPr/>
                <p14:nvPr/>
              </p14:nvContentPartPr>
              <p14:xfrm>
                <a:off x="3632554" y="401022"/>
                <a:ext cx="218880" cy="38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764199-03A8-C66C-EB3C-6F91A9AEEF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14914" y="383382"/>
                  <a:ext cx="254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850B868-46DC-90CA-99DF-85BD23F1D333}"/>
                    </a:ext>
                  </a:extLst>
                </p14:cNvPr>
                <p14:cNvContentPartPr/>
                <p14:nvPr/>
              </p14:nvContentPartPr>
              <p14:xfrm>
                <a:off x="4226554" y="274662"/>
                <a:ext cx="243360" cy="194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850B868-46DC-90CA-99DF-85BD23F1D3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8914" y="256662"/>
                  <a:ext cx="279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355E81-B953-796C-B8BD-E6595E1D15F6}"/>
                    </a:ext>
                  </a:extLst>
                </p14:cNvPr>
                <p14:cNvContentPartPr/>
                <p14:nvPr/>
              </p14:nvContentPartPr>
              <p14:xfrm>
                <a:off x="4563874" y="91422"/>
                <a:ext cx="60480" cy="177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355E81-B953-796C-B8BD-E6595E1D15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5874" y="73782"/>
                  <a:ext cx="96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EDA028-7E08-66AB-F62A-323CA0A312D8}"/>
                    </a:ext>
                  </a:extLst>
                </p14:cNvPr>
                <p14:cNvContentPartPr/>
                <p14:nvPr/>
              </p14:nvContentPartPr>
              <p14:xfrm>
                <a:off x="4652074" y="118062"/>
                <a:ext cx="160920" cy="149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EDA028-7E08-66AB-F62A-323CA0A312D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34434" y="100422"/>
                  <a:ext cx="196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2FE7BA-5CB9-14E0-0C52-84E4D44FC2A6}"/>
                    </a:ext>
                  </a:extLst>
                </p14:cNvPr>
                <p14:cNvContentPartPr/>
                <p14:nvPr/>
              </p14:nvContentPartPr>
              <p14:xfrm>
                <a:off x="4807234" y="112302"/>
                <a:ext cx="73440" cy="187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2FE7BA-5CB9-14E0-0C52-84E4D44FC2A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89594" y="94302"/>
                  <a:ext cx="1090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00570E-AB23-252E-9538-E6C11F2E8C9E}"/>
                    </a:ext>
                  </a:extLst>
                </p14:cNvPr>
                <p14:cNvContentPartPr/>
                <p14:nvPr/>
              </p14:nvContentPartPr>
              <p14:xfrm>
                <a:off x="5000194" y="466182"/>
                <a:ext cx="28080" cy="3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00570E-AB23-252E-9538-E6C11F2E8C9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82554" y="448182"/>
                  <a:ext cx="63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92F92A-CF10-405B-2747-70E25674E7BB}"/>
                    </a:ext>
                  </a:extLst>
                </p14:cNvPr>
                <p14:cNvContentPartPr/>
                <p14:nvPr/>
              </p14:nvContentPartPr>
              <p14:xfrm>
                <a:off x="5294674" y="188622"/>
                <a:ext cx="184680" cy="267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92F92A-CF10-405B-2747-70E25674E7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76674" y="170982"/>
                  <a:ext cx="2203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D70416D-0484-1E10-6699-057B468C20BD}"/>
                    </a:ext>
                  </a:extLst>
                </p14:cNvPr>
                <p14:cNvContentPartPr/>
                <p14:nvPr/>
              </p14:nvContentPartPr>
              <p14:xfrm>
                <a:off x="5556034" y="138582"/>
                <a:ext cx="45360" cy="145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D70416D-0484-1E10-6699-057B468C20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38034" y="120942"/>
                  <a:ext cx="810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E8A9FA-A867-72BF-B175-F53FEEA05C74}"/>
                    </a:ext>
                  </a:extLst>
                </p14:cNvPr>
                <p14:cNvContentPartPr/>
                <p14:nvPr/>
              </p14:nvContentPartPr>
              <p14:xfrm>
                <a:off x="5692474" y="127782"/>
                <a:ext cx="149040" cy="115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E8A9FA-A867-72BF-B175-F53FEEA05C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74474" y="110142"/>
                  <a:ext cx="184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15BD24-F5BE-0FA3-EF5D-5580EAEE62FD}"/>
                    </a:ext>
                  </a:extLst>
                </p14:cNvPr>
                <p14:cNvContentPartPr/>
                <p14:nvPr/>
              </p14:nvContentPartPr>
              <p14:xfrm>
                <a:off x="5845834" y="90702"/>
                <a:ext cx="85320" cy="178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15BD24-F5BE-0FA3-EF5D-5580EAEE62F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28194" y="72702"/>
                  <a:ext cx="120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17E8FEF-D40D-4022-BC98-360036BD1576}"/>
                    </a:ext>
                  </a:extLst>
                </p14:cNvPr>
                <p14:cNvContentPartPr/>
                <p14:nvPr/>
              </p14:nvContentPartPr>
              <p14:xfrm>
                <a:off x="2626714" y="514422"/>
                <a:ext cx="3562200" cy="284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17E8FEF-D40D-4022-BC98-360036BD15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08714" y="496782"/>
                  <a:ext cx="3597840" cy="32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5BD18DC-AA25-DB1F-12F0-CC8716EA5B57}"/>
                  </a:ext>
                </a:extLst>
              </p14:cNvPr>
              <p14:cNvContentPartPr/>
              <p14:nvPr/>
            </p14:nvContentPartPr>
            <p14:xfrm>
              <a:off x="8136514" y="222462"/>
              <a:ext cx="217440" cy="19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5BD18DC-AA25-DB1F-12F0-CC8716EA5B5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118514" y="204462"/>
                <a:ext cx="2530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91AC0CC-571E-19FE-177C-6D36625FBBF5}"/>
                  </a:ext>
                </a:extLst>
              </p14:cNvPr>
              <p14:cNvContentPartPr/>
              <p14:nvPr/>
            </p14:nvContentPartPr>
            <p14:xfrm>
              <a:off x="8176114" y="309942"/>
              <a:ext cx="152280" cy="39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91AC0CC-571E-19FE-177C-6D36625FBBF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158474" y="291942"/>
                <a:ext cx="1879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A525FCE-AF65-BF42-B099-9ECACD2B9FF5}"/>
                  </a:ext>
                </a:extLst>
              </p14:cNvPr>
              <p14:cNvContentPartPr/>
              <p14:nvPr/>
            </p14:nvContentPartPr>
            <p14:xfrm>
              <a:off x="8564914" y="133542"/>
              <a:ext cx="87120" cy="329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A525FCE-AF65-BF42-B099-9ECACD2B9FF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546914" y="115542"/>
                <a:ext cx="1227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BFAD861-0048-8D19-D377-A60940476994}"/>
                  </a:ext>
                </a:extLst>
              </p14:cNvPr>
              <p14:cNvContentPartPr/>
              <p14:nvPr/>
            </p14:nvContentPartPr>
            <p14:xfrm>
              <a:off x="8698474" y="259182"/>
              <a:ext cx="43560" cy="156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BFAD861-0048-8D19-D377-A6094047699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680474" y="241182"/>
                <a:ext cx="792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5F24CE7-8149-27E1-2CB7-6D5022A45B70}"/>
                  </a:ext>
                </a:extLst>
              </p14:cNvPr>
              <p14:cNvContentPartPr/>
              <p14:nvPr/>
            </p14:nvContentPartPr>
            <p14:xfrm>
              <a:off x="8790634" y="386262"/>
              <a:ext cx="27000" cy="106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5F24CE7-8149-27E1-2CB7-6D5022A45B7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772994" y="368622"/>
                <a:ext cx="626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2DB9115-2321-713F-BDD8-AD46BA024A36}"/>
                  </a:ext>
                </a:extLst>
              </p14:cNvPr>
              <p14:cNvContentPartPr/>
              <p14:nvPr/>
            </p14:nvContentPartPr>
            <p14:xfrm>
              <a:off x="8881714" y="293382"/>
              <a:ext cx="151920" cy="123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2DB9115-2321-713F-BDD8-AD46BA024A3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864074" y="275742"/>
                <a:ext cx="1875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C9150FB-1D44-C020-632F-76D6C8723E3D}"/>
                  </a:ext>
                </a:extLst>
              </p14:cNvPr>
              <p14:cNvContentPartPr/>
              <p14:nvPr/>
            </p14:nvContentPartPr>
            <p14:xfrm>
              <a:off x="9066034" y="193662"/>
              <a:ext cx="80640" cy="2728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C9150FB-1D44-C020-632F-76D6C8723E3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048394" y="175662"/>
                <a:ext cx="1162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20F081D-FC63-570F-6801-AEF9B64A819A}"/>
                  </a:ext>
                </a:extLst>
              </p14:cNvPr>
              <p14:cNvContentPartPr/>
              <p14:nvPr/>
            </p14:nvContentPartPr>
            <p14:xfrm>
              <a:off x="8405434" y="327582"/>
              <a:ext cx="87480" cy="198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20F081D-FC63-570F-6801-AEF9B64A819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387434" y="309942"/>
                <a:ext cx="123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833D972-14F2-51F3-E982-7CC4928C776F}"/>
                  </a:ext>
                </a:extLst>
              </p14:cNvPr>
              <p14:cNvContentPartPr/>
              <p14:nvPr/>
            </p14:nvContentPartPr>
            <p14:xfrm>
              <a:off x="8423074" y="383382"/>
              <a:ext cx="77040" cy="4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833D972-14F2-51F3-E982-7CC4928C776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405074" y="365382"/>
                <a:ext cx="1126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D18F098-2399-3012-99E9-01DD15FDFF63}"/>
                  </a:ext>
                </a:extLst>
              </p14:cNvPr>
              <p14:cNvContentPartPr/>
              <p14:nvPr/>
            </p14:nvContentPartPr>
            <p14:xfrm>
              <a:off x="7581034" y="703422"/>
              <a:ext cx="197640" cy="1897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D18F098-2399-3012-99E9-01DD15FDFF6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63394" y="685782"/>
                <a:ext cx="2332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4ED7988-18E7-0FF3-E92B-3D0236362FB4}"/>
                  </a:ext>
                </a:extLst>
              </p14:cNvPr>
              <p14:cNvContentPartPr/>
              <p14:nvPr/>
            </p14:nvContentPartPr>
            <p14:xfrm>
              <a:off x="7838074" y="772902"/>
              <a:ext cx="92160" cy="28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4ED7988-18E7-0FF3-E92B-3D0236362FB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820434" y="754902"/>
                <a:ext cx="1278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1BAE88B-ACC7-7927-3DF2-23E12AC32B1E}"/>
                  </a:ext>
                </a:extLst>
              </p14:cNvPr>
              <p14:cNvContentPartPr/>
              <p14:nvPr/>
            </p14:nvContentPartPr>
            <p14:xfrm>
              <a:off x="7844194" y="826902"/>
              <a:ext cx="83160" cy="90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1BAE88B-ACC7-7927-3DF2-23E12AC32B1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826554" y="808902"/>
                <a:ext cx="1188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8F89513-2BD8-73E2-47EB-EA0D9083ADCB}"/>
                  </a:ext>
                </a:extLst>
              </p14:cNvPr>
              <p14:cNvContentPartPr/>
              <p14:nvPr/>
            </p14:nvContentPartPr>
            <p14:xfrm>
              <a:off x="8042914" y="701262"/>
              <a:ext cx="63720" cy="186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8F89513-2BD8-73E2-47EB-EA0D9083ADC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24914" y="683262"/>
                <a:ext cx="993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36F0F7C-1061-9938-1674-F7783463979A}"/>
                  </a:ext>
                </a:extLst>
              </p14:cNvPr>
              <p14:cNvContentPartPr/>
              <p14:nvPr/>
            </p14:nvContentPartPr>
            <p14:xfrm>
              <a:off x="8598394" y="761022"/>
              <a:ext cx="3960" cy="122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36F0F7C-1061-9938-1674-F7783463979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0394" y="743022"/>
                <a:ext cx="396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E9A2422-F0CA-9A1F-FB69-D6F71A8B58CC}"/>
                  </a:ext>
                </a:extLst>
              </p14:cNvPr>
              <p14:cNvContentPartPr/>
              <p14:nvPr/>
            </p14:nvContentPartPr>
            <p14:xfrm>
              <a:off x="8577874" y="857502"/>
              <a:ext cx="3600" cy="136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E9A2422-F0CA-9A1F-FB69-D6F71A8B58C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560234" y="839502"/>
                <a:ext cx="392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CF9DFE2-D592-57C0-3264-179D7106630D}"/>
                  </a:ext>
                </a:extLst>
              </p14:cNvPr>
              <p14:cNvContentPartPr/>
              <p14:nvPr/>
            </p14:nvContentPartPr>
            <p14:xfrm>
              <a:off x="9062794" y="687222"/>
              <a:ext cx="156960" cy="1890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CF9DFE2-D592-57C0-3264-179D7106630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45154" y="669222"/>
                <a:ext cx="192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A7EEE56-58F5-5FA3-B166-CDAA31224877}"/>
                  </a:ext>
                </a:extLst>
              </p14:cNvPr>
              <p14:cNvContentPartPr/>
              <p14:nvPr/>
            </p14:nvContentPartPr>
            <p14:xfrm>
              <a:off x="9084034" y="772902"/>
              <a:ext cx="159480" cy="309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A7EEE56-58F5-5FA3-B166-CDAA3122487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66034" y="754902"/>
                <a:ext cx="1951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AD4B965-E001-55CA-E22C-0D1D4EBEBDF2}"/>
                  </a:ext>
                </a:extLst>
              </p14:cNvPr>
              <p14:cNvContentPartPr/>
              <p14:nvPr/>
            </p14:nvContentPartPr>
            <p14:xfrm>
              <a:off x="9398674" y="687582"/>
              <a:ext cx="23040" cy="1569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AD4B965-E001-55CA-E22C-0D1D4EBEBDF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380674" y="669582"/>
                <a:ext cx="586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2C9D2F9-0C3E-E55F-0B81-09B117D01930}"/>
                  </a:ext>
                </a:extLst>
              </p14:cNvPr>
              <p14:cNvContentPartPr/>
              <p14:nvPr/>
            </p14:nvContentPartPr>
            <p14:xfrm>
              <a:off x="9339274" y="765342"/>
              <a:ext cx="156600" cy="162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2C9D2F9-0C3E-E55F-0B81-09B117D0193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321274" y="747702"/>
                <a:ext cx="1922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0E36B0A-9347-9EA1-EC4A-05849F18EC69}"/>
                  </a:ext>
                </a:extLst>
              </p14:cNvPr>
              <p14:cNvContentPartPr/>
              <p14:nvPr/>
            </p14:nvContentPartPr>
            <p14:xfrm>
              <a:off x="9763714" y="110502"/>
              <a:ext cx="229680" cy="287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0E36B0A-9347-9EA1-EC4A-05849F18EC6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745714" y="92502"/>
                <a:ext cx="2653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4AF66DD-5BCF-0665-FEE2-64345E560C57}"/>
                  </a:ext>
                </a:extLst>
              </p14:cNvPr>
              <p14:cNvContentPartPr/>
              <p14:nvPr/>
            </p14:nvContentPartPr>
            <p14:xfrm>
              <a:off x="10104634" y="267462"/>
              <a:ext cx="108000" cy="13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4AF66DD-5BCF-0665-FEE2-64345E560C5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086994" y="249462"/>
                <a:ext cx="1436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AF9C216-8FEE-4A92-CD44-F5A55443E526}"/>
                  </a:ext>
                </a:extLst>
              </p14:cNvPr>
              <p14:cNvContentPartPr/>
              <p14:nvPr/>
            </p14:nvContentPartPr>
            <p14:xfrm>
              <a:off x="10104274" y="316782"/>
              <a:ext cx="133560" cy="205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AF9C216-8FEE-4A92-CD44-F5A55443E52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86274" y="298782"/>
                <a:ext cx="169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B138C8E-FD66-11A6-DC09-35712BB7656E}"/>
                  </a:ext>
                </a:extLst>
              </p14:cNvPr>
              <p14:cNvContentPartPr/>
              <p14:nvPr/>
            </p14:nvContentPartPr>
            <p14:xfrm>
              <a:off x="10355194" y="134982"/>
              <a:ext cx="87480" cy="261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B138C8E-FD66-11A6-DC09-35712BB7656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337554" y="116982"/>
                <a:ext cx="12312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4F93E9C-7161-AC3D-6FDD-75FC571580F0}"/>
                  </a:ext>
                </a:extLst>
              </p14:cNvPr>
              <p14:cNvContentPartPr/>
              <p14:nvPr/>
            </p14:nvContentPartPr>
            <p14:xfrm>
              <a:off x="10459234" y="208782"/>
              <a:ext cx="128160" cy="1670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4F93E9C-7161-AC3D-6FDD-75FC571580F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441594" y="191142"/>
                <a:ext cx="1638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99B448A-C227-B6A0-70DB-DF24CD71AD3B}"/>
                  </a:ext>
                </a:extLst>
              </p14:cNvPr>
              <p14:cNvContentPartPr/>
              <p14:nvPr/>
            </p14:nvContentPartPr>
            <p14:xfrm>
              <a:off x="10624834" y="366462"/>
              <a:ext cx="33120" cy="91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99B448A-C227-B6A0-70DB-DF24CD71AD3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06834" y="348462"/>
                <a:ext cx="687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19225FC-2E59-523E-EAB0-B35A0FB51989}"/>
                  </a:ext>
                </a:extLst>
              </p14:cNvPr>
              <p14:cNvContentPartPr/>
              <p14:nvPr/>
            </p14:nvContentPartPr>
            <p14:xfrm>
              <a:off x="10780354" y="175662"/>
              <a:ext cx="36000" cy="1882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19225FC-2E59-523E-EAB0-B35A0FB5198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762354" y="158022"/>
                <a:ext cx="716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11A6A69-9400-8836-DAE1-1E4CFE461E39}"/>
                  </a:ext>
                </a:extLst>
              </p14:cNvPr>
              <p14:cNvContentPartPr/>
              <p14:nvPr/>
            </p14:nvContentPartPr>
            <p14:xfrm>
              <a:off x="10903834" y="134622"/>
              <a:ext cx="118080" cy="304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11A6A69-9400-8836-DAE1-1E4CFE461E3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86194" y="116622"/>
                <a:ext cx="15372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437A7D5-9EF5-B93E-530C-ED33F64BDA58}"/>
                  </a:ext>
                </a:extLst>
              </p14:cNvPr>
              <p14:cNvContentPartPr/>
              <p14:nvPr/>
            </p14:nvContentPartPr>
            <p14:xfrm>
              <a:off x="9599554" y="704502"/>
              <a:ext cx="149760" cy="1432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437A7D5-9EF5-B93E-530C-ED33F64BDA5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581914" y="686502"/>
                <a:ext cx="1854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CBEA96D-7CEE-158C-81F2-EE1B098DA682}"/>
                  </a:ext>
                </a:extLst>
              </p14:cNvPr>
              <p14:cNvContentPartPr/>
              <p14:nvPr/>
            </p14:nvContentPartPr>
            <p14:xfrm>
              <a:off x="9855874" y="577062"/>
              <a:ext cx="167760" cy="2509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CBEA96D-7CEE-158C-81F2-EE1B098DA68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837874" y="559422"/>
                <a:ext cx="2034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D7FB1FB-C255-C07E-9E02-0C9199D186E4}"/>
                  </a:ext>
                </a:extLst>
              </p14:cNvPr>
              <p14:cNvContentPartPr/>
              <p14:nvPr/>
            </p14:nvContentPartPr>
            <p14:xfrm>
              <a:off x="10118314" y="726462"/>
              <a:ext cx="93600" cy="111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D7FB1FB-C255-C07E-9E02-0C9199D186E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100314" y="708822"/>
                <a:ext cx="129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56DCD18-A252-A98E-81DE-E9DF271E0D1A}"/>
                  </a:ext>
                </a:extLst>
              </p14:cNvPr>
              <p14:cNvContentPartPr/>
              <p14:nvPr/>
            </p14:nvContentPartPr>
            <p14:xfrm>
              <a:off x="10113994" y="775422"/>
              <a:ext cx="99720" cy="5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56DCD18-A252-A98E-81DE-E9DF271E0D1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095994" y="757422"/>
                <a:ext cx="1353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896A3C4-B8F2-63F5-1952-5FA01F858FCF}"/>
                  </a:ext>
                </a:extLst>
              </p14:cNvPr>
              <p14:cNvContentPartPr/>
              <p14:nvPr/>
            </p14:nvContentPartPr>
            <p14:xfrm>
              <a:off x="10471114" y="625662"/>
              <a:ext cx="163440" cy="1612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896A3C4-B8F2-63F5-1952-5FA01F858FC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53114" y="608022"/>
                <a:ext cx="1990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2D9D3AD-83C3-AC8E-692F-6F5F9B0633EA}"/>
                  </a:ext>
                </a:extLst>
              </p14:cNvPr>
              <p14:cNvContentPartPr/>
              <p14:nvPr/>
            </p14:nvContentPartPr>
            <p14:xfrm>
              <a:off x="10541314" y="676062"/>
              <a:ext cx="168120" cy="284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2D9D3AD-83C3-AC8E-692F-6F5F9B0633E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523674" y="658422"/>
                <a:ext cx="2037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ED14AF1-6056-8C7D-6FF1-E39D0F093240}"/>
                  </a:ext>
                </a:extLst>
              </p14:cNvPr>
              <p14:cNvContentPartPr/>
              <p14:nvPr/>
            </p14:nvContentPartPr>
            <p14:xfrm>
              <a:off x="10780354" y="604422"/>
              <a:ext cx="40680" cy="1609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ED14AF1-6056-8C7D-6FF1-E39D0F09324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762354" y="586782"/>
                <a:ext cx="763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DA9C70E-D7C0-777D-8913-39DD60C94205}"/>
                  </a:ext>
                </a:extLst>
              </p14:cNvPr>
              <p14:cNvContentPartPr/>
              <p14:nvPr/>
            </p14:nvContentPartPr>
            <p14:xfrm>
              <a:off x="10723834" y="691542"/>
              <a:ext cx="161280" cy="86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DA9C70E-D7C0-777D-8913-39DD60C9420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706194" y="673902"/>
                <a:ext cx="1969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0962844-51D4-A8D0-F9CF-25FA312240F4}"/>
                  </a:ext>
                </a:extLst>
              </p14:cNvPr>
              <p14:cNvContentPartPr/>
              <p14:nvPr/>
            </p14:nvContentPartPr>
            <p14:xfrm>
              <a:off x="10929394" y="460782"/>
              <a:ext cx="214920" cy="280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0962844-51D4-A8D0-F9CF-25FA312240F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911394" y="443142"/>
                <a:ext cx="25056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29A8E78-5328-4FE3-669F-7EE4319B1E59}"/>
                  </a:ext>
                </a:extLst>
              </p14:cNvPr>
              <p14:cNvContentPartPr/>
              <p14:nvPr/>
            </p14:nvContentPartPr>
            <p14:xfrm>
              <a:off x="11229274" y="651222"/>
              <a:ext cx="102600" cy="16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29A8E78-5328-4FE3-669F-7EE4319B1E5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211274" y="633222"/>
                <a:ext cx="1382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6A10A6B-4D43-7E11-2FD7-06107459D137}"/>
                  </a:ext>
                </a:extLst>
              </p14:cNvPr>
              <p14:cNvContentPartPr/>
              <p14:nvPr/>
            </p14:nvContentPartPr>
            <p14:xfrm>
              <a:off x="11229634" y="717822"/>
              <a:ext cx="64800" cy="75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6A10A6B-4D43-7E11-2FD7-06107459D13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211994" y="699822"/>
                <a:ext cx="1004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82C0D37-47E0-C7BB-0892-E5E099A5070E}"/>
                  </a:ext>
                </a:extLst>
              </p14:cNvPr>
              <p14:cNvContentPartPr/>
              <p14:nvPr/>
            </p14:nvContentPartPr>
            <p14:xfrm>
              <a:off x="11429074" y="514062"/>
              <a:ext cx="102960" cy="2646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82C0D37-47E0-C7BB-0892-E5E099A5070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411074" y="496062"/>
                <a:ext cx="1386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8A17F4D-0144-95F9-72EA-CCA668FE664F}"/>
                  </a:ext>
                </a:extLst>
              </p14:cNvPr>
              <p14:cNvContentPartPr/>
              <p14:nvPr/>
            </p14:nvContentPartPr>
            <p14:xfrm>
              <a:off x="11562994" y="548622"/>
              <a:ext cx="78840" cy="211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8A17F4D-0144-95F9-72EA-CCA668FE664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545354" y="530982"/>
                <a:ext cx="1144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6409D94-4140-7EB0-9579-1EAA66057790}"/>
                  </a:ext>
                </a:extLst>
              </p14:cNvPr>
              <p14:cNvContentPartPr/>
              <p14:nvPr/>
            </p14:nvContentPartPr>
            <p14:xfrm>
              <a:off x="11703754" y="730062"/>
              <a:ext cx="48240" cy="957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6409D94-4140-7EB0-9579-1EAA6605779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686114" y="712062"/>
                <a:ext cx="838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0BB34C8-7307-FAF3-D03F-7BC1D97B2E4A}"/>
                  </a:ext>
                </a:extLst>
              </p14:cNvPr>
              <p14:cNvContentPartPr/>
              <p14:nvPr/>
            </p14:nvContentPartPr>
            <p14:xfrm>
              <a:off x="11849554" y="577422"/>
              <a:ext cx="131760" cy="1659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0BB34C8-7307-FAF3-D03F-7BC1D97B2E4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831914" y="559422"/>
                <a:ext cx="1674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C75AA15-0364-A835-AD10-C10ED9B95CEE}"/>
                  </a:ext>
                </a:extLst>
              </p14:cNvPr>
              <p14:cNvContentPartPr/>
              <p14:nvPr/>
            </p14:nvContentPartPr>
            <p14:xfrm>
              <a:off x="12046834" y="469062"/>
              <a:ext cx="84240" cy="3085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C75AA15-0364-A835-AD10-C10ED9B95CE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2028834" y="451062"/>
                <a:ext cx="11988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82014BD-E83D-DA92-BF44-3EFE0F958493}"/>
                  </a:ext>
                </a:extLst>
              </p14:cNvPr>
              <p14:cNvContentPartPr/>
              <p14:nvPr/>
            </p14:nvContentPartPr>
            <p14:xfrm>
              <a:off x="9125074" y="1061262"/>
              <a:ext cx="170640" cy="1857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82014BD-E83D-DA92-BF44-3EFE0F95849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107074" y="1043262"/>
                <a:ext cx="2062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EE6EAB8-CFA2-2313-1C96-6350B2CB03BE}"/>
                  </a:ext>
                </a:extLst>
              </p14:cNvPr>
              <p14:cNvContentPartPr/>
              <p14:nvPr/>
            </p14:nvContentPartPr>
            <p14:xfrm>
              <a:off x="9112114" y="1134702"/>
              <a:ext cx="184680" cy="403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EE6EAB8-CFA2-2313-1C96-6350B2CB03B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094474" y="1117062"/>
                <a:ext cx="2203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91F2E7C-6D89-A5AB-441F-8365FDC18717}"/>
                  </a:ext>
                </a:extLst>
              </p14:cNvPr>
              <p14:cNvContentPartPr/>
              <p14:nvPr/>
            </p14:nvContentPartPr>
            <p14:xfrm>
              <a:off x="9437194" y="1079622"/>
              <a:ext cx="10800" cy="1375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91F2E7C-6D89-A5AB-441F-8365FDC1871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419194" y="1061982"/>
                <a:ext cx="464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3771D94-B22C-65B5-EFA8-6BE31E37D420}"/>
                  </a:ext>
                </a:extLst>
              </p14:cNvPr>
              <p14:cNvContentPartPr/>
              <p14:nvPr/>
            </p14:nvContentPartPr>
            <p14:xfrm>
              <a:off x="9407674" y="1140462"/>
              <a:ext cx="93600" cy="108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3771D94-B22C-65B5-EFA8-6BE31E37D42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390034" y="1122462"/>
                <a:ext cx="1292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702E9FB-4F3E-FF5A-DC3D-B03DA0BB06A8}"/>
                  </a:ext>
                </a:extLst>
              </p14:cNvPr>
              <p14:cNvContentPartPr/>
              <p14:nvPr/>
            </p14:nvContentPartPr>
            <p14:xfrm>
              <a:off x="9686674" y="1069902"/>
              <a:ext cx="149040" cy="1310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702E9FB-4F3E-FF5A-DC3D-B03DA0BB06A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668674" y="1052262"/>
                <a:ext cx="1846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936B124-9E0E-9E82-E67F-B91AFAA03A25}"/>
                  </a:ext>
                </a:extLst>
              </p14:cNvPr>
              <p14:cNvContentPartPr/>
              <p14:nvPr/>
            </p14:nvContentPartPr>
            <p14:xfrm>
              <a:off x="9885754" y="969462"/>
              <a:ext cx="144720" cy="229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936B124-9E0E-9E82-E67F-B91AFAA03A2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867754" y="951462"/>
                <a:ext cx="1803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E7D393E-8827-AA34-D6D8-9BF49708FD72}"/>
                  </a:ext>
                </a:extLst>
              </p14:cNvPr>
              <p14:cNvContentPartPr/>
              <p14:nvPr/>
            </p14:nvContentPartPr>
            <p14:xfrm>
              <a:off x="10173394" y="1101222"/>
              <a:ext cx="91440" cy="745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E7D393E-8827-AA34-D6D8-9BF49708FD7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155394" y="1083222"/>
                <a:ext cx="127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A5192E4F-F0F3-C0D5-249E-8A3A59AE3FA4}"/>
                  </a:ext>
                </a:extLst>
              </p14:cNvPr>
              <p14:cNvContentPartPr/>
              <p14:nvPr/>
            </p14:nvContentPartPr>
            <p14:xfrm>
              <a:off x="10370314" y="1021302"/>
              <a:ext cx="61920" cy="2307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A5192E4F-F0F3-C0D5-249E-8A3A59AE3FA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352674" y="1003302"/>
                <a:ext cx="97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9D3D9AB-81B6-582B-9ACD-A78BB9645DED}"/>
                  </a:ext>
                </a:extLst>
              </p14:cNvPr>
              <p14:cNvContentPartPr/>
              <p14:nvPr/>
            </p14:nvContentPartPr>
            <p14:xfrm>
              <a:off x="10483354" y="1046502"/>
              <a:ext cx="32760" cy="1656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9D3D9AB-81B6-582B-9ACD-A78BB9645DE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465714" y="1028862"/>
                <a:ext cx="684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9CF4B04-CC01-D027-4634-0A0C55A1858F}"/>
                  </a:ext>
                </a:extLst>
              </p14:cNvPr>
              <p14:cNvContentPartPr/>
              <p14:nvPr/>
            </p14:nvContentPartPr>
            <p14:xfrm>
              <a:off x="10553554" y="1201662"/>
              <a:ext cx="33480" cy="81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9CF4B04-CC01-D027-4634-0A0C55A1858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535914" y="1183662"/>
                <a:ext cx="691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61AAE3E-4A75-5835-0D28-C3CB91F7A8C8}"/>
                  </a:ext>
                </a:extLst>
              </p14:cNvPr>
              <p14:cNvContentPartPr/>
              <p14:nvPr/>
            </p14:nvContentPartPr>
            <p14:xfrm>
              <a:off x="10659754" y="1047222"/>
              <a:ext cx="155880" cy="1414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61AAE3E-4A75-5835-0D28-C3CB91F7A8C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641754" y="1029582"/>
                <a:ext cx="1915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E72FDAE-C3F6-70FB-3320-25B3FACDD9F6}"/>
                  </a:ext>
                </a:extLst>
              </p14:cNvPr>
              <p14:cNvContentPartPr/>
              <p14:nvPr/>
            </p14:nvContentPartPr>
            <p14:xfrm>
              <a:off x="10826074" y="969102"/>
              <a:ext cx="92520" cy="2692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E72FDAE-C3F6-70FB-3320-25B3FACDD9F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808434" y="951462"/>
                <a:ext cx="12816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F94CF80-8F56-A524-C66F-A02BE0922CBD}"/>
                  </a:ext>
                </a:extLst>
              </p14:cNvPr>
              <p14:cNvContentPartPr/>
              <p14:nvPr/>
            </p14:nvContentPartPr>
            <p14:xfrm>
              <a:off x="11120914" y="1050462"/>
              <a:ext cx="34200" cy="1310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F94CF80-8F56-A524-C66F-A02BE0922CB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1102914" y="1032462"/>
                <a:ext cx="698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78E8A43-AC10-6C6B-F297-00011EFFDFF5}"/>
                  </a:ext>
                </a:extLst>
              </p14:cNvPr>
              <p14:cNvContentPartPr/>
              <p14:nvPr/>
            </p14:nvContentPartPr>
            <p14:xfrm>
              <a:off x="11055394" y="1111662"/>
              <a:ext cx="159120" cy="75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78E8A43-AC10-6C6B-F297-00011EFFDFF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037394" y="1093662"/>
                <a:ext cx="1947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FC51E2E-0E79-8647-C81A-B8224BE55520}"/>
                  </a:ext>
                </a:extLst>
              </p14:cNvPr>
              <p14:cNvContentPartPr/>
              <p14:nvPr/>
            </p14:nvContentPartPr>
            <p14:xfrm>
              <a:off x="11292274" y="983862"/>
              <a:ext cx="122760" cy="1746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FC51E2E-0E79-8647-C81A-B8224BE5552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1274634" y="965862"/>
                <a:ext cx="1584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19A53B7-C6CB-C927-0725-231AD4791A27}"/>
                  </a:ext>
                </a:extLst>
              </p14:cNvPr>
              <p14:cNvContentPartPr/>
              <p14:nvPr/>
            </p14:nvContentPartPr>
            <p14:xfrm>
              <a:off x="11405674" y="1149462"/>
              <a:ext cx="20520" cy="781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19A53B7-C6CB-C927-0725-231AD4791A2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387674" y="1131822"/>
                <a:ext cx="561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6605A7B6-2482-CD6B-20D2-7B6DBD665B96}"/>
                  </a:ext>
                </a:extLst>
              </p14:cNvPr>
              <p14:cNvContentPartPr/>
              <p14:nvPr/>
            </p14:nvContentPartPr>
            <p14:xfrm>
              <a:off x="11514034" y="986022"/>
              <a:ext cx="65520" cy="1555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6605A7B6-2482-CD6B-20D2-7B6DBD665B9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1496034" y="968382"/>
                <a:ext cx="1011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57E45CD-65A2-2537-188A-3ED23660BF9A}"/>
                  </a:ext>
                </a:extLst>
              </p14:cNvPr>
              <p14:cNvContentPartPr/>
              <p14:nvPr/>
            </p14:nvContentPartPr>
            <p14:xfrm>
              <a:off x="11553634" y="973422"/>
              <a:ext cx="81360" cy="201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57E45CD-65A2-2537-188A-3ED23660BF9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1535994" y="955782"/>
                <a:ext cx="1170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7560813-D6D6-9A77-023C-EBD16C3F54F1}"/>
                  </a:ext>
                </a:extLst>
              </p14:cNvPr>
              <p14:cNvContentPartPr/>
              <p14:nvPr/>
            </p14:nvContentPartPr>
            <p14:xfrm>
              <a:off x="11721754" y="915462"/>
              <a:ext cx="82080" cy="2149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7560813-D6D6-9A77-023C-EBD16C3F54F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704114" y="897822"/>
                <a:ext cx="1177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BCDBA97-4F78-645C-3AD5-2D6E30C888C5}"/>
                  </a:ext>
                </a:extLst>
              </p14:cNvPr>
              <p14:cNvContentPartPr/>
              <p14:nvPr/>
            </p14:nvContentPartPr>
            <p14:xfrm>
              <a:off x="11791594" y="971262"/>
              <a:ext cx="98280" cy="1674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BCDBA97-4F78-645C-3AD5-2D6E30C888C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773954" y="953622"/>
                <a:ext cx="1339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C421F35-3A6D-1B54-AB2B-95DA8682F677}"/>
                  </a:ext>
                </a:extLst>
              </p14:cNvPr>
              <p14:cNvContentPartPr/>
              <p14:nvPr/>
            </p14:nvContentPartPr>
            <p14:xfrm>
              <a:off x="11926594" y="1112022"/>
              <a:ext cx="35280" cy="1040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C421F35-3A6D-1B54-AB2B-95DA8682F67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908954" y="1094022"/>
                <a:ext cx="709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A97A5F26-A089-CC75-5CA5-775D3D02E660}"/>
                  </a:ext>
                </a:extLst>
              </p14:cNvPr>
              <p14:cNvContentPartPr/>
              <p14:nvPr/>
            </p14:nvContentPartPr>
            <p14:xfrm>
              <a:off x="12003994" y="969102"/>
              <a:ext cx="39600" cy="1436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A97A5F26-A089-CC75-5CA5-775D3D02E66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1985994" y="951102"/>
                <a:ext cx="7524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6FF9EE3-C643-47F1-66C5-4304C1197BEA}"/>
                  </a:ext>
                </a:extLst>
              </p14:cNvPr>
              <p14:cNvContentPartPr/>
              <p14:nvPr/>
            </p14:nvContentPartPr>
            <p14:xfrm>
              <a:off x="12038194" y="938142"/>
              <a:ext cx="71640" cy="2466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6FF9EE3-C643-47F1-66C5-4304C1197BE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2020554" y="920502"/>
                <a:ext cx="1072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9DAB4FC-7268-BC51-A833-2CB26BDCF0D1}"/>
                  </a:ext>
                </a:extLst>
              </p14:cNvPr>
              <p14:cNvContentPartPr/>
              <p14:nvPr/>
            </p14:nvContentPartPr>
            <p14:xfrm>
              <a:off x="9910594" y="1583262"/>
              <a:ext cx="74520" cy="180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9DAB4FC-7268-BC51-A833-2CB26BDCF0D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892954" y="1565622"/>
                <a:ext cx="1101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DABE7A8-91C5-9DE8-7E3F-9C6FB07AE555}"/>
                  </a:ext>
                </a:extLst>
              </p14:cNvPr>
              <p14:cNvContentPartPr/>
              <p14:nvPr/>
            </p14:nvContentPartPr>
            <p14:xfrm>
              <a:off x="9881794" y="1648062"/>
              <a:ext cx="87480" cy="64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DABE7A8-91C5-9DE8-7E3F-9C6FB07AE55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864154" y="1630422"/>
                <a:ext cx="1231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8738A39-9A76-0A15-E83B-773C04504748}"/>
                  </a:ext>
                </a:extLst>
              </p14:cNvPr>
              <p14:cNvContentPartPr/>
              <p14:nvPr/>
            </p14:nvContentPartPr>
            <p14:xfrm>
              <a:off x="10171234" y="1477062"/>
              <a:ext cx="74160" cy="2422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8738A39-9A76-0A15-E83B-773C0450474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0153594" y="1459422"/>
                <a:ext cx="1098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F23EE1CD-578A-E446-43D0-C6F9835BF9DA}"/>
                  </a:ext>
                </a:extLst>
              </p14:cNvPr>
              <p14:cNvContentPartPr/>
              <p14:nvPr/>
            </p14:nvContentPartPr>
            <p14:xfrm>
              <a:off x="10312354" y="1502982"/>
              <a:ext cx="52560" cy="1742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F23EE1CD-578A-E446-43D0-C6F9835BF9D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294714" y="1484982"/>
                <a:ext cx="882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C82409C-2FC4-E011-AEA1-195B6F7867E1}"/>
                  </a:ext>
                </a:extLst>
              </p14:cNvPr>
              <p14:cNvContentPartPr/>
              <p14:nvPr/>
            </p14:nvContentPartPr>
            <p14:xfrm>
              <a:off x="10407394" y="1641942"/>
              <a:ext cx="20520" cy="842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C82409C-2FC4-E011-AEA1-195B6F7867E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389394" y="1623942"/>
                <a:ext cx="561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DCF57A1-D8E4-101D-BE4B-1FBA526BF377}"/>
                  </a:ext>
                </a:extLst>
              </p14:cNvPr>
              <p14:cNvContentPartPr/>
              <p14:nvPr/>
            </p14:nvContentPartPr>
            <p14:xfrm>
              <a:off x="10558594" y="1533222"/>
              <a:ext cx="123480" cy="1159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DCF57A1-D8E4-101D-BE4B-1FBA526BF37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540594" y="1515582"/>
                <a:ext cx="1591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61D1FCC-634B-697C-DB73-4AED5B5F7CAE}"/>
                  </a:ext>
                </a:extLst>
              </p14:cNvPr>
              <p14:cNvContentPartPr/>
              <p14:nvPr/>
            </p14:nvContentPartPr>
            <p14:xfrm>
              <a:off x="10730674" y="1477062"/>
              <a:ext cx="52200" cy="2203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61D1FCC-634B-697C-DB73-4AED5B5F7CA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712674" y="1459422"/>
                <a:ext cx="878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41FB850-D331-514A-0ACF-94141EA0D747}"/>
                  </a:ext>
                </a:extLst>
              </p14:cNvPr>
              <p14:cNvContentPartPr/>
              <p14:nvPr/>
            </p14:nvContentPartPr>
            <p14:xfrm>
              <a:off x="10902034" y="1531062"/>
              <a:ext cx="16920" cy="1404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41FB850-D331-514A-0ACF-94141EA0D74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884394" y="1513062"/>
                <a:ext cx="525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C5C3092-A3B0-DC14-9B96-43556AD004C2}"/>
                  </a:ext>
                </a:extLst>
              </p14:cNvPr>
              <p14:cNvContentPartPr/>
              <p14:nvPr/>
            </p14:nvContentPartPr>
            <p14:xfrm>
              <a:off x="10883314" y="1583262"/>
              <a:ext cx="102600" cy="158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C5C3092-A3B0-DC14-9B96-43556AD004C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865314" y="1565622"/>
                <a:ext cx="1382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B94DEBA-7ABE-6126-D9E5-108859A72741}"/>
                  </a:ext>
                </a:extLst>
              </p14:cNvPr>
              <p14:cNvContentPartPr/>
              <p14:nvPr/>
            </p14:nvContentPartPr>
            <p14:xfrm>
              <a:off x="11062234" y="1463742"/>
              <a:ext cx="74880" cy="2023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B94DEBA-7ABE-6126-D9E5-108859A7274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044234" y="1446102"/>
                <a:ext cx="1105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FA5AA5C-5970-2D7C-E79F-8AD5EAAE504E}"/>
                  </a:ext>
                </a:extLst>
              </p14:cNvPr>
              <p14:cNvContentPartPr/>
              <p14:nvPr/>
            </p14:nvContentPartPr>
            <p14:xfrm>
              <a:off x="11180674" y="1459062"/>
              <a:ext cx="64800" cy="1702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FA5AA5C-5970-2D7C-E79F-8AD5EAAE504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163034" y="1441422"/>
                <a:ext cx="1004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E872355-AC07-CDAE-2F2F-631818F61228}"/>
                  </a:ext>
                </a:extLst>
              </p14:cNvPr>
              <p14:cNvContentPartPr/>
              <p14:nvPr/>
            </p14:nvContentPartPr>
            <p14:xfrm>
              <a:off x="11258074" y="1619982"/>
              <a:ext cx="26640" cy="928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E872355-AC07-CDAE-2F2F-631818F6122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1240074" y="1601982"/>
                <a:ext cx="622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36921FC-CCDD-CE5D-9A39-1EF7C32AEC29}"/>
                  </a:ext>
                </a:extLst>
              </p14:cNvPr>
              <p14:cNvContentPartPr/>
              <p14:nvPr/>
            </p14:nvContentPartPr>
            <p14:xfrm>
              <a:off x="11349874" y="1501182"/>
              <a:ext cx="76680" cy="1281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36921FC-CCDD-CE5D-9A39-1EF7C32AEC2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1331874" y="1483182"/>
                <a:ext cx="1123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B75FC6C-9EF2-3DCB-87BA-7567037B1AB2}"/>
                  </a:ext>
                </a:extLst>
              </p14:cNvPr>
              <p14:cNvContentPartPr/>
              <p14:nvPr/>
            </p14:nvContentPartPr>
            <p14:xfrm>
              <a:off x="11385514" y="1438902"/>
              <a:ext cx="117360" cy="608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B75FC6C-9EF2-3DCB-87BA-7567037B1AB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367514" y="1420902"/>
                <a:ext cx="1530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FA38189-C2E9-180A-64A5-49100F4C04AD}"/>
                  </a:ext>
                </a:extLst>
              </p14:cNvPr>
              <p14:cNvContentPartPr/>
              <p14:nvPr/>
            </p14:nvContentPartPr>
            <p14:xfrm>
              <a:off x="11534194" y="1626102"/>
              <a:ext cx="40320" cy="1112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FA38189-C2E9-180A-64A5-49100F4C04AD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516194" y="1608102"/>
                <a:ext cx="759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154FC1D-E453-8249-8EAD-9DE9D5D14B11}"/>
                  </a:ext>
                </a:extLst>
              </p14:cNvPr>
              <p14:cNvContentPartPr/>
              <p14:nvPr/>
            </p14:nvContentPartPr>
            <p14:xfrm>
              <a:off x="11664514" y="1462662"/>
              <a:ext cx="116280" cy="1436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154FC1D-E453-8249-8EAD-9DE9D5D14B11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646874" y="1445022"/>
                <a:ext cx="1519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C8873CA-EF7E-C062-B28E-0798E754CEA8}"/>
                  </a:ext>
                </a:extLst>
              </p14:cNvPr>
              <p14:cNvContentPartPr/>
              <p14:nvPr/>
            </p14:nvContentPartPr>
            <p14:xfrm>
              <a:off x="11799874" y="1583622"/>
              <a:ext cx="4680" cy="46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C8873CA-EF7E-C062-B28E-0798E754CEA8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1782234" y="1565982"/>
                <a:ext cx="40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E6EE725-8654-E61F-0503-93B1EF745C65}"/>
                  </a:ext>
                </a:extLst>
              </p14:cNvPr>
              <p14:cNvContentPartPr/>
              <p14:nvPr/>
            </p14:nvContentPartPr>
            <p14:xfrm>
              <a:off x="11886994" y="1427742"/>
              <a:ext cx="59760" cy="1634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E6EE725-8654-E61F-0503-93B1EF745C6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1868994" y="1409742"/>
                <a:ext cx="95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0E0B46A-4DB4-11A5-AFC0-2EFA51BDDC51}"/>
                  </a:ext>
                </a:extLst>
              </p14:cNvPr>
              <p14:cNvContentPartPr/>
              <p14:nvPr/>
            </p14:nvContentPartPr>
            <p14:xfrm>
              <a:off x="11874754" y="1404342"/>
              <a:ext cx="122400" cy="255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0E0B46A-4DB4-11A5-AFC0-2EFA51BDDC5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856754" y="1386342"/>
                <a:ext cx="158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F6F7A0A-CD3F-7B46-05A5-981FD3399630}"/>
                  </a:ext>
                </a:extLst>
              </p14:cNvPr>
              <p14:cNvContentPartPr/>
              <p14:nvPr/>
            </p14:nvContentPartPr>
            <p14:xfrm>
              <a:off x="11978794" y="1337022"/>
              <a:ext cx="86040" cy="3672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F6F7A0A-CD3F-7B46-05A5-981FD339963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1961154" y="1319022"/>
                <a:ext cx="12168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5880C04-4484-75D0-14EC-5B105EE5025E}"/>
                  </a:ext>
                </a:extLst>
              </p14:cNvPr>
              <p14:cNvContentPartPr/>
              <p14:nvPr/>
            </p14:nvContentPartPr>
            <p14:xfrm>
              <a:off x="10870354" y="2087622"/>
              <a:ext cx="47160" cy="1033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5880C04-4484-75D0-14EC-5B105EE5025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852354" y="2069982"/>
                <a:ext cx="828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BF2BE43-39F8-21AF-188F-778B48D3287D}"/>
                  </a:ext>
                </a:extLst>
              </p14:cNvPr>
              <p14:cNvContentPartPr/>
              <p14:nvPr/>
            </p14:nvContentPartPr>
            <p14:xfrm>
              <a:off x="11055394" y="1916622"/>
              <a:ext cx="84240" cy="1220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BF2BE43-39F8-21AF-188F-778B48D3287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1037394" y="1898622"/>
                <a:ext cx="1198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4BDE64D-D1DA-A7B5-7501-F88E67FBB2FE}"/>
                  </a:ext>
                </a:extLst>
              </p14:cNvPr>
              <p14:cNvContentPartPr/>
              <p14:nvPr/>
            </p14:nvContentPartPr>
            <p14:xfrm>
              <a:off x="11188954" y="2034342"/>
              <a:ext cx="21960" cy="759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4BDE64D-D1DA-A7B5-7501-F88E67FBB2F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1170954" y="2016702"/>
                <a:ext cx="576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4BE01A5-AB3F-32F8-6840-3C572C5CC953}"/>
                  </a:ext>
                </a:extLst>
              </p14:cNvPr>
              <p14:cNvContentPartPr/>
              <p14:nvPr/>
            </p14:nvContentPartPr>
            <p14:xfrm>
              <a:off x="11284354" y="1877742"/>
              <a:ext cx="66240" cy="1562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4BE01A5-AB3F-32F8-6840-3C572C5CC95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1266354" y="1859742"/>
                <a:ext cx="1018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0FFEEF5A-790D-CB42-566B-EA8E6CFCDC41}"/>
                  </a:ext>
                </a:extLst>
              </p14:cNvPr>
              <p14:cNvContentPartPr/>
              <p14:nvPr/>
            </p14:nvContentPartPr>
            <p14:xfrm>
              <a:off x="11278954" y="1856862"/>
              <a:ext cx="122760" cy="126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0FFEEF5A-790D-CB42-566B-EA8E6CFCDC4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1260954" y="1839222"/>
                <a:ext cx="1584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D4AAD42A-A2C8-EF3E-8191-A97446FC4450}"/>
                  </a:ext>
                </a:extLst>
              </p14:cNvPr>
              <p14:cNvContentPartPr/>
              <p14:nvPr/>
            </p14:nvContentPartPr>
            <p14:xfrm>
              <a:off x="11443474" y="1794942"/>
              <a:ext cx="138960" cy="3531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D4AAD42A-A2C8-EF3E-8191-A97446FC4450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1425834" y="1777302"/>
                <a:ext cx="17460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AE43F3F-6C94-EBC6-B27C-FF4BED33AF73}"/>
                  </a:ext>
                </a:extLst>
              </p14:cNvPr>
              <p14:cNvContentPartPr/>
              <p14:nvPr/>
            </p14:nvContentPartPr>
            <p14:xfrm>
              <a:off x="9938314" y="2004462"/>
              <a:ext cx="93960" cy="673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AE43F3F-6C94-EBC6-B27C-FF4BED33AF7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920314" y="1986462"/>
                <a:ext cx="1296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5028C1B-30EB-C5F1-AB5E-D99427A67E7D}"/>
                  </a:ext>
                </a:extLst>
              </p14:cNvPr>
              <p14:cNvContentPartPr/>
              <p14:nvPr/>
            </p14:nvContentPartPr>
            <p14:xfrm>
              <a:off x="10290394" y="1923102"/>
              <a:ext cx="149760" cy="12528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5028C1B-30EB-C5F1-AB5E-D99427A67E7D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272754" y="1905102"/>
                <a:ext cx="1854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34AB5FA-2CB5-2C6B-AC3A-39EE4BA38DD2}"/>
                  </a:ext>
                </a:extLst>
              </p14:cNvPr>
              <p14:cNvContentPartPr/>
              <p14:nvPr/>
            </p14:nvContentPartPr>
            <p14:xfrm>
              <a:off x="10493074" y="2026062"/>
              <a:ext cx="30240" cy="1018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34AB5FA-2CB5-2C6B-AC3A-39EE4BA38DD2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0475434" y="2008062"/>
                <a:ext cx="658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24F364C6-8957-97AA-1CA8-3044209EC9AC}"/>
                  </a:ext>
                </a:extLst>
              </p14:cNvPr>
              <p14:cNvContentPartPr/>
              <p14:nvPr/>
            </p14:nvContentPartPr>
            <p14:xfrm>
              <a:off x="10592434" y="1923102"/>
              <a:ext cx="55440" cy="1278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24F364C6-8957-97AA-1CA8-3044209EC9AC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0574434" y="1905102"/>
                <a:ext cx="910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F499751-6130-D73F-53AF-2AA1D5363FDA}"/>
                  </a:ext>
                </a:extLst>
              </p14:cNvPr>
              <p14:cNvContentPartPr/>
              <p14:nvPr/>
            </p14:nvContentPartPr>
            <p14:xfrm>
              <a:off x="10610074" y="1909422"/>
              <a:ext cx="79920" cy="10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F499751-6130-D73F-53AF-2AA1D5363FD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592074" y="1891782"/>
                <a:ext cx="1155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B010F789-85C7-FCEE-6478-7DA134146986}"/>
                  </a:ext>
                </a:extLst>
              </p14:cNvPr>
              <p14:cNvContentPartPr/>
              <p14:nvPr/>
            </p14:nvContentPartPr>
            <p14:xfrm>
              <a:off x="10110394" y="1839942"/>
              <a:ext cx="90360" cy="3697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B010F789-85C7-FCEE-6478-7DA134146986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092394" y="1822302"/>
                <a:ext cx="12600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5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8D461FF-BF2A-08A3-DC61-FCE2C886C477}"/>
                  </a:ext>
                </a:extLst>
              </p14:cNvPr>
              <p14:cNvContentPartPr/>
              <p14:nvPr/>
            </p14:nvContentPartPr>
            <p14:xfrm>
              <a:off x="1034794" y="1370142"/>
              <a:ext cx="73440" cy="19112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8D461FF-BF2A-08A3-DC61-FCE2C886C47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30474" y="1365822"/>
                <a:ext cx="82080" cy="19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AAFCDF1-3F00-14D1-245E-E7E586DE73E1}"/>
              </a:ext>
            </a:extLst>
          </p:cNvPr>
          <p:cNvGrpSpPr/>
          <p:nvPr/>
        </p:nvGrpSpPr>
        <p:grpSpPr>
          <a:xfrm>
            <a:off x="480394" y="1121742"/>
            <a:ext cx="8140320" cy="4935240"/>
            <a:chOff x="480394" y="1121742"/>
            <a:chExt cx="8140320" cy="49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9ED197-2D50-8741-4F99-8E5A7832AA4B}"/>
                    </a:ext>
                  </a:extLst>
                </p14:cNvPr>
                <p14:cNvContentPartPr/>
                <p14:nvPr/>
              </p14:nvContentPartPr>
              <p14:xfrm>
                <a:off x="7609474" y="1121742"/>
                <a:ext cx="170640" cy="168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9ED197-2D50-8741-4F99-8E5A7832AA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591834" y="1103742"/>
                  <a:ext cx="206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324170-EC6E-6BE1-155F-A863A8CF7B85}"/>
                    </a:ext>
                  </a:extLst>
                </p14:cNvPr>
                <p14:cNvContentPartPr/>
                <p14:nvPr/>
              </p14:nvContentPartPr>
              <p14:xfrm>
                <a:off x="7836274" y="1189422"/>
                <a:ext cx="98280" cy="16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324170-EC6E-6BE1-155F-A863A8CF7B8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818634" y="1171422"/>
                  <a:ext cx="133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EC81FA-2863-F57E-B5BF-738F6B0B84CD}"/>
                    </a:ext>
                  </a:extLst>
                </p14:cNvPr>
                <p14:cNvContentPartPr/>
                <p14:nvPr/>
              </p14:nvContentPartPr>
              <p14:xfrm>
                <a:off x="7845634" y="1230462"/>
                <a:ext cx="88560" cy="7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EC81FA-2863-F57E-B5BF-738F6B0B84C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27634" y="1212462"/>
                  <a:ext cx="124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F01CEEB-8706-8911-6F90-0DECE0DE9C40}"/>
                    </a:ext>
                  </a:extLst>
                </p14:cNvPr>
                <p14:cNvContentPartPr/>
                <p14:nvPr/>
              </p14:nvContentPartPr>
              <p14:xfrm>
                <a:off x="8064514" y="1128582"/>
                <a:ext cx="123480" cy="132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F01CEEB-8706-8911-6F90-0DECE0DE9C4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46514" y="1110582"/>
                  <a:ext cx="1591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90C1E37-6774-2561-0B66-D9887BB6352A}"/>
                    </a:ext>
                  </a:extLst>
                </p14:cNvPr>
                <p14:cNvContentPartPr/>
                <p14:nvPr/>
              </p14:nvContentPartPr>
              <p14:xfrm>
                <a:off x="8206354" y="1261422"/>
                <a:ext cx="13320" cy="100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90C1E37-6774-2561-0B66-D9887BB6352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88354" y="1243782"/>
                  <a:ext cx="48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1B7BCFD-12C0-E899-C28E-73DE2BF8C4E4}"/>
                    </a:ext>
                  </a:extLst>
                </p14:cNvPr>
                <p14:cNvContentPartPr/>
                <p14:nvPr/>
              </p14:nvContentPartPr>
              <p14:xfrm>
                <a:off x="8317234" y="1132542"/>
                <a:ext cx="20520" cy="156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1B7BCFD-12C0-E899-C28E-73DE2BF8C4E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99234" y="1114542"/>
                  <a:ext cx="56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ACA70F6-B2BA-6BC8-0BDE-45E791739113}"/>
                    </a:ext>
                  </a:extLst>
                </p14:cNvPr>
                <p14:cNvContentPartPr/>
                <p14:nvPr/>
              </p14:nvContentPartPr>
              <p14:xfrm>
                <a:off x="8289154" y="1188702"/>
                <a:ext cx="116640" cy="159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ACA70F6-B2BA-6BC8-0BDE-45E79173911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271514" y="1170702"/>
                  <a:ext cx="152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877C670-7E7B-2018-F3E6-398F1C6E2C23}"/>
                    </a:ext>
                  </a:extLst>
                </p14:cNvPr>
                <p14:cNvContentPartPr/>
                <p14:nvPr/>
              </p14:nvContentPartPr>
              <p14:xfrm>
                <a:off x="8319394" y="1135062"/>
                <a:ext cx="144720" cy="68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877C670-7E7B-2018-F3E6-398F1C6E2C2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301394" y="1117422"/>
                  <a:ext cx="180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04DCF5-2F6B-A14B-DD6C-1CFD916F551F}"/>
                    </a:ext>
                  </a:extLst>
                </p14:cNvPr>
                <p14:cNvContentPartPr/>
                <p14:nvPr/>
              </p14:nvContentPartPr>
              <p14:xfrm>
                <a:off x="8531434" y="1204542"/>
                <a:ext cx="13320" cy="25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04DCF5-2F6B-A14B-DD6C-1CFD916F551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513794" y="1186902"/>
                  <a:ext cx="48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603350B-D232-46BD-14A7-05754D16FD6A}"/>
                    </a:ext>
                  </a:extLst>
                </p14:cNvPr>
                <p14:cNvContentPartPr/>
                <p14:nvPr/>
              </p14:nvContentPartPr>
              <p14:xfrm>
                <a:off x="8537554" y="1315422"/>
                <a:ext cx="11520" cy="5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603350B-D232-46BD-14A7-05754D16FD6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519914" y="1297782"/>
                  <a:ext cx="47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6BE0D44-6B87-DCCD-B2E0-422D32F69929}"/>
                    </a:ext>
                  </a:extLst>
                </p14:cNvPr>
                <p14:cNvContentPartPr/>
                <p14:nvPr/>
              </p14:nvContentPartPr>
              <p14:xfrm>
                <a:off x="1078714" y="1743102"/>
                <a:ext cx="37800" cy="69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6BE0D44-6B87-DCCD-B2E0-422D32F6992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1074" y="1725102"/>
                  <a:ext cx="73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575B0C5-7F63-CE6E-E7E4-D650907249D2}"/>
                    </a:ext>
                  </a:extLst>
                </p14:cNvPr>
                <p14:cNvContentPartPr/>
                <p14:nvPr/>
              </p14:nvContentPartPr>
              <p14:xfrm>
                <a:off x="953794" y="1334142"/>
                <a:ext cx="99360" cy="4572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575B0C5-7F63-CE6E-E7E4-D650907249D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5794" y="1316502"/>
                  <a:ext cx="135000" cy="46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71F6626-FBD1-D9A7-78B2-2DAD4AB7A4D0}"/>
                    </a:ext>
                  </a:extLst>
                </p14:cNvPr>
                <p14:cNvContentPartPr/>
                <p14:nvPr/>
              </p14:nvContentPartPr>
              <p14:xfrm>
                <a:off x="923194" y="1315422"/>
                <a:ext cx="197280" cy="216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71F6626-FBD1-D9A7-78B2-2DAD4AB7A4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05194" y="1297422"/>
                  <a:ext cx="2329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4F8DDAE-0D5F-A0EE-8ABA-4B5E5AE3CB8A}"/>
                    </a:ext>
                  </a:extLst>
                </p14:cNvPr>
                <p14:cNvContentPartPr/>
                <p14:nvPr/>
              </p14:nvContentPartPr>
              <p14:xfrm>
                <a:off x="480394" y="5408982"/>
                <a:ext cx="7916760" cy="299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4F8DDAE-0D5F-A0EE-8ABA-4B5E5AE3CB8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62394" y="5390982"/>
                  <a:ext cx="7952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BA09CDE-AEBB-F667-C388-900559D4D2F0}"/>
                    </a:ext>
                  </a:extLst>
                </p14:cNvPr>
                <p14:cNvContentPartPr/>
                <p14:nvPr/>
              </p14:nvContentPartPr>
              <p14:xfrm>
                <a:off x="594154" y="5820462"/>
                <a:ext cx="124200" cy="2365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BA09CDE-AEBB-F667-C388-900559D4D2F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76154" y="5802822"/>
                  <a:ext cx="159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6B0E9FD-B987-F084-A42B-B7EB08DC9802}"/>
                    </a:ext>
                  </a:extLst>
                </p14:cNvPr>
                <p14:cNvContentPartPr/>
                <p14:nvPr/>
              </p14:nvContentPartPr>
              <p14:xfrm>
                <a:off x="8365834" y="5672862"/>
                <a:ext cx="136440" cy="150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6B0E9FD-B987-F084-A42B-B7EB08DC980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47834" y="5655222"/>
                  <a:ext cx="172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DEDBC0F-069D-AE62-B892-26403F033DCD}"/>
                    </a:ext>
                  </a:extLst>
                </p14:cNvPr>
                <p14:cNvContentPartPr/>
                <p14:nvPr/>
              </p14:nvContentPartPr>
              <p14:xfrm>
                <a:off x="8435314" y="5726142"/>
                <a:ext cx="66960" cy="27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DEDBC0F-069D-AE62-B892-26403F033DC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17314" y="5708502"/>
                  <a:ext cx="102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3F8CAE4-431A-DF4F-1510-1625924F1D63}"/>
                    </a:ext>
                  </a:extLst>
                </p14:cNvPr>
                <p14:cNvContentPartPr/>
                <p14:nvPr/>
              </p14:nvContentPartPr>
              <p14:xfrm>
                <a:off x="8582554" y="5848542"/>
                <a:ext cx="38160" cy="104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3F8CAE4-431A-DF4F-1510-1625924F1D6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64554" y="5830902"/>
                  <a:ext cx="73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947A553-A413-6875-461E-1FA1CEB8BF46}"/>
                    </a:ext>
                  </a:extLst>
                </p14:cNvPr>
                <p14:cNvContentPartPr/>
                <p14:nvPr/>
              </p14:nvContentPartPr>
              <p14:xfrm>
                <a:off x="515314" y="1168902"/>
                <a:ext cx="144360" cy="1918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947A553-A413-6875-461E-1FA1CEB8BF4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7674" y="1150902"/>
                  <a:ext cx="180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D5CF4A5-E760-0EA5-8FB1-FE1073A00620}"/>
                    </a:ext>
                  </a:extLst>
                </p14:cNvPr>
                <p14:cNvContentPartPr/>
                <p14:nvPr/>
              </p14:nvContentPartPr>
              <p14:xfrm>
                <a:off x="549514" y="1221102"/>
                <a:ext cx="102240" cy="77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D5CF4A5-E760-0EA5-8FB1-FE1073A0062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1514" y="1203462"/>
                  <a:ext cx="137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3177EF0-685D-6888-8091-319F74F89622}"/>
                    </a:ext>
                  </a:extLst>
                </p14:cNvPr>
                <p14:cNvContentPartPr/>
                <p14:nvPr/>
              </p14:nvContentPartPr>
              <p14:xfrm>
                <a:off x="744634" y="1275462"/>
                <a:ext cx="83880" cy="127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3177EF0-685D-6888-8091-319F74F8962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26994" y="1257462"/>
                  <a:ext cx="11952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58CDE81-1DFD-A56C-E856-D6BB5ECF9A95}"/>
                  </a:ext>
                </a:extLst>
              </p14:cNvPr>
              <p14:cNvContentPartPr/>
              <p14:nvPr/>
            </p14:nvContentPartPr>
            <p14:xfrm>
              <a:off x="2026954" y="5587182"/>
              <a:ext cx="23040" cy="1656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58CDE81-1DFD-A56C-E856-D6BB5ECF9A95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008954" y="5569542"/>
                <a:ext cx="58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3B04FC3-1D64-C492-4485-86A9BFAF73D9}"/>
                  </a:ext>
                </a:extLst>
              </p14:cNvPr>
              <p14:cNvContentPartPr/>
              <p14:nvPr/>
            </p14:nvContentPartPr>
            <p14:xfrm>
              <a:off x="3255274" y="5538942"/>
              <a:ext cx="19440" cy="18036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3B04FC3-1D64-C492-4485-86A9BFAF73D9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3237634" y="5521302"/>
                <a:ext cx="55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E95092C-522A-BD2F-807F-32DED8B4982F}"/>
                  </a:ext>
                </a:extLst>
              </p14:cNvPr>
              <p14:cNvContentPartPr/>
              <p14:nvPr/>
            </p14:nvContentPartPr>
            <p14:xfrm>
              <a:off x="4366954" y="5500422"/>
              <a:ext cx="9360" cy="1688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E95092C-522A-BD2F-807F-32DED8B4982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4349314" y="5482422"/>
                <a:ext cx="4500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780CA824-4337-B10C-28D8-B96C12A04519}"/>
                  </a:ext>
                </a:extLst>
              </p14:cNvPr>
              <p14:cNvContentPartPr/>
              <p14:nvPr/>
            </p14:nvContentPartPr>
            <p14:xfrm>
              <a:off x="2003914" y="5884182"/>
              <a:ext cx="38520" cy="2059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780CA824-4337-B10C-28D8-B96C12A04519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985914" y="5866182"/>
                <a:ext cx="741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BD016FE-7B5B-BBE2-6886-86E4334186D1}"/>
                  </a:ext>
                </a:extLst>
              </p14:cNvPr>
              <p14:cNvContentPartPr/>
              <p14:nvPr/>
            </p14:nvContentPartPr>
            <p14:xfrm>
              <a:off x="3251674" y="5864022"/>
              <a:ext cx="169200" cy="1832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BD016FE-7B5B-BBE2-6886-86E4334186D1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234034" y="5846022"/>
                <a:ext cx="2048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C67A2BF-DB40-4179-4F63-BA9A0EB1FD51}"/>
                  </a:ext>
                </a:extLst>
              </p14:cNvPr>
              <p14:cNvContentPartPr/>
              <p14:nvPr/>
            </p14:nvContentPartPr>
            <p14:xfrm>
              <a:off x="4402954" y="5840982"/>
              <a:ext cx="155880" cy="2192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C67A2BF-DB40-4179-4F63-BA9A0EB1FD5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385314" y="5823342"/>
                <a:ext cx="1915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3A3D064B-CD9F-79EF-5A06-53A79B6A0D61}"/>
                  </a:ext>
                </a:extLst>
              </p14:cNvPr>
              <p14:cNvContentPartPr/>
              <p14:nvPr/>
            </p14:nvContentPartPr>
            <p14:xfrm>
              <a:off x="891514" y="4684302"/>
              <a:ext cx="78840" cy="32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3A3D064B-CD9F-79EF-5A06-53A79B6A0D6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73514" y="4666662"/>
                <a:ext cx="1144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58D99C37-01D1-68F7-8FC9-CEA240393EFF}"/>
                  </a:ext>
                </a:extLst>
              </p14:cNvPr>
              <p14:cNvContentPartPr/>
              <p14:nvPr/>
            </p14:nvContentPartPr>
            <p14:xfrm>
              <a:off x="868474" y="3505302"/>
              <a:ext cx="130320" cy="219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58D99C37-01D1-68F7-8FC9-CEA240393EFF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850834" y="3487662"/>
                <a:ext cx="1659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0BFFFC8-E16E-1E49-1582-0920431E8833}"/>
                  </a:ext>
                </a:extLst>
              </p14:cNvPr>
              <p14:cNvContentPartPr/>
              <p14:nvPr/>
            </p14:nvContentPartPr>
            <p14:xfrm>
              <a:off x="236314" y="3286062"/>
              <a:ext cx="155160" cy="1879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0BFFFC8-E16E-1E49-1582-0920431E8833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18314" y="3268062"/>
                <a:ext cx="1908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F32E7D9-91E2-D64B-704B-BB537AA58AE0}"/>
                  </a:ext>
                </a:extLst>
              </p14:cNvPr>
              <p14:cNvContentPartPr/>
              <p14:nvPr/>
            </p14:nvContentPartPr>
            <p14:xfrm>
              <a:off x="1121194" y="3518622"/>
              <a:ext cx="158760" cy="3708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F32E7D9-91E2-D64B-704B-BB537AA58AE0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03554" y="3500622"/>
                <a:ext cx="1944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23282ED-6F53-693A-C78E-97F97EBBFE09}"/>
                  </a:ext>
                </a:extLst>
              </p14:cNvPr>
              <p14:cNvContentPartPr/>
              <p14:nvPr/>
            </p14:nvContentPartPr>
            <p14:xfrm>
              <a:off x="1457434" y="3495942"/>
              <a:ext cx="130680" cy="79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23282ED-6F53-693A-C78E-97F97EBBFE09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439434" y="3477942"/>
                <a:ext cx="1663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01456E91-5263-9055-8511-82FD7C895054}"/>
                  </a:ext>
                </a:extLst>
              </p14:cNvPr>
              <p14:cNvContentPartPr/>
              <p14:nvPr/>
            </p14:nvContentPartPr>
            <p14:xfrm>
              <a:off x="1975114" y="4430862"/>
              <a:ext cx="17280" cy="2563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01456E91-5263-9055-8511-82FD7C895054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957474" y="4413222"/>
                <a:ext cx="529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DAE3D5A9-0F79-3A4C-EE06-0A878994C6CE}"/>
                  </a:ext>
                </a:extLst>
              </p14:cNvPr>
              <p14:cNvContentPartPr/>
              <p14:nvPr/>
            </p14:nvContentPartPr>
            <p14:xfrm>
              <a:off x="2025154" y="4944582"/>
              <a:ext cx="35280" cy="18540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DAE3D5A9-0F79-3A4C-EE06-0A878994C6CE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007154" y="4926942"/>
                <a:ext cx="709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2D278541-C5BC-1FF7-DC26-C4D937D4A002}"/>
                  </a:ext>
                </a:extLst>
              </p14:cNvPr>
              <p14:cNvContentPartPr/>
              <p14:nvPr/>
            </p14:nvContentPartPr>
            <p14:xfrm>
              <a:off x="2051794" y="5360742"/>
              <a:ext cx="21960" cy="15696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2D278541-C5BC-1FF7-DC26-C4D937D4A002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2033794" y="5342742"/>
                <a:ext cx="576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DDC44EB-A2EE-4220-C062-7A44AC06EBAF}"/>
              </a:ext>
            </a:extLst>
          </p:cNvPr>
          <p:cNvGrpSpPr/>
          <p:nvPr/>
        </p:nvGrpSpPr>
        <p:grpSpPr>
          <a:xfrm>
            <a:off x="1804114" y="3468942"/>
            <a:ext cx="210240" cy="313200"/>
            <a:chOff x="1804114" y="3468942"/>
            <a:chExt cx="21024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5A0DB49-FA36-F272-1A08-09D637748ED4}"/>
                    </a:ext>
                  </a:extLst>
                </p14:cNvPr>
                <p14:cNvContentPartPr/>
                <p14:nvPr/>
              </p14:nvContentPartPr>
              <p14:xfrm>
                <a:off x="1804114" y="3468942"/>
                <a:ext cx="83160" cy="48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5A0DB49-FA36-F272-1A08-09D637748ED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786114" y="3450942"/>
                  <a:ext cx="118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6D1E4CC-D20E-E298-80E7-A4B564BA20F8}"/>
                    </a:ext>
                  </a:extLst>
                </p14:cNvPr>
                <p14:cNvContentPartPr/>
                <p14:nvPr/>
              </p14:nvContentPartPr>
              <p14:xfrm>
                <a:off x="1982314" y="3498822"/>
                <a:ext cx="9000" cy="12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6D1E4CC-D20E-E298-80E7-A4B564BA20F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964314" y="3480822"/>
                  <a:ext cx="44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4970AB1-FF18-51AE-965A-DB03640F18E0}"/>
                    </a:ext>
                  </a:extLst>
                </p14:cNvPr>
                <p14:cNvContentPartPr/>
                <p14:nvPr/>
              </p14:nvContentPartPr>
              <p14:xfrm>
                <a:off x="1992754" y="3593862"/>
                <a:ext cx="16920" cy="188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4970AB1-FF18-51AE-965A-DB03640F18E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974754" y="3575862"/>
                  <a:ext cx="52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4C6D8CC-2957-5DDF-BD1C-F35CCCDBABAE}"/>
                    </a:ext>
                  </a:extLst>
                </p14:cNvPr>
                <p14:cNvContentPartPr/>
                <p14:nvPr/>
              </p14:nvContentPartPr>
              <p14:xfrm>
                <a:off x="1966114" y="3475062"/>
                <a:ext cx="48240" cy="106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4C6D8CC-2957-5DDF-BD1C-F35CCCDBABA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48474" y="3457062"/>
                  <a:ext cx="838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03F50B77-A683-9F4B-CEB5-E49132369DD8}"/>
              </a:ext>
            </a:extLst>
          </p:cNvPr>
          <p:cNvGrpSpPr/>
          <p:nvPr/>
        </p:nvGrpSpPr>
        <p:grpSpPr>
          <a:xfrm>
            <a:off x="2005354" y="3072222"/>
            <a:ext cx="190800" cy="258840"/>
            <a:chOff x="2005354" y="3072222"/>
            <a:chExt cx="19080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653847B-606C-9AB2-0698-574FEC9B9158}"/>
                    </a:ext>
                  </a:extLst>
                </p14:cNvPr>
                <p14:cNvContentPartPr/>
                <p14:nvPr/>
              </p14:nvContentPartPr>
              <p14:xfrm>
                <a:off x="2005354" y="3072222"/>
                <a:ext cx="190800" cy="2588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653847B-606C-9AB2-0698-574FEC9B915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987354" y="3054222"/>
                  <a:ext cx="226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DA62072-F223-BBEE-62AF-26976404A749}"/>
                    </a:ext>
                  </a:extLst>
                </p14:cNvPr>
                <p14:cNvContentPartPr/>
                <p14:nvPr/>
              </p14:nvContentPartPr>
              <p14:xfrm>
                <a:off x="2019754" y="3210462"/>
                <a:ext cx="127440" cy="75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DA62072-F223-BBEE-62AF-26976404A74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001754" y="3192462"/>
                  <a:ext cx="16308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3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C7A9ED8-C18A-2231-8E17-FBC585129097}"/>
                  </a:ext>
                </a:extLst>
              </p14:cNvPr>
              <p14:cNvContentPartPr/>
              <p14:nvPr/>
            </p14:nvContentPartPr>
            <p14:xfrm>
              <a:off x="938314" y="5672862"/>
              <a:ext cx="42480" cy="586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C7A9ED8-C18A-2231-8E17-FBC585129097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933994" y="5668542"/>
                <a:ext cx="511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3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767AF7E7-5AEF-53CE-3934-88C6E0B22691}"/>
                  </a:ext>
                </a:extLst>
              </p14:cNvPr>
              <p14:cNvContentPartPr/>
              <p14:nvPr/>
            </p14:nvContentPartPr>
            <p14:xfrm>
              <a:off x="3215314" y="1370142"/>
              <a:ext cx="8280" cy="2052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767AF7E7-5AEF-53CE-3934-88C6E0B22691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3210994" y="1365822"/>
                <a:ext cx="169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4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4F17ABF3-6006-E743-3224-EFE3995B8D32}"/>
                  </a:ext>
                </a:extLst>
              </p14:cNvPr>
              <p14:cNvContentPartPr/>
              <p14:nvPr/>
            </p14:nvContentPartPr>
            <p14:xfrm>
              <a:off x="3235834" y="3393342"/>
              <a:ext cx="32760" cy="6408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4F17ABF3-6006-E743-3224-EFE3995B8D32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227194" y="3384702"/>
                <a:ext cx="5040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41662932-FB2F-9DEC-B2B2-58DE89048FFB}"/>
              </a:ext>
            </a:extLst>
          </p:cNvPr>
          <p:cNvGrpSpPr/>
          <p:nvPr/>
        </p:nvGrpSpPr>
        <p:grpSpPr>
          <a:xfrm>
            <a:off x="954874" y="3470382"/>
            <a:ext cx="1049040" cy="2265480"/>
            <a:chOff x="954874" y="3470382"/>
            <a:chExt cx="1049040" cy="22654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712327D-A6F2-2339-B904-C429459C25CF}"/>
                    </a:ext>
                  </a:extLst>
                </p14:cNvPr>
                <p14:cNvContentPartPr/>
                <p14:nvPr/>
              </p14:nvContentPartPr>
              <p14:xfrm>
                <a:off x="970354" y="3512502"/>
                <a:ext cx="998280" cy="2202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712327D-A6F2-2339-B904-C429459C25C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66034" y="3508182"/>
                  <a:ext cx="1006920" cy="22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C729A1B-3F0B-9CCC-DE48-E826C2ED2EC1}"/>
                    </a:ext>
                  </a:extLst>
                </p14:cNvPr>
                <p14:cNvContentPartPr/>
                <p14:nvPr/>
              </p14:nvContentPartPr>
              <p14:xfrm>
                <a:off x="1875754" y="3506742"/>
                <a:ext cx="113040" cy="2469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C729A1B-3F0B-9CCC-DE48-E826C2ED2EC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871434" y="3502422"/>
                  <a:ext cx="121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B507F8F-D8A6-3349-6737-E29991F95F6A}"/>
                    </a:ext>
                  </a:extLst>
                </p14:cNvPr>
                <p14:cNvContentPartPr/>
                <p14:nvPr/>
              </p14:nvContentPartPr>
              <p14:xfrm>
                <a:off x="1817794" y="3508542"/>
                <a:ext cx="164160" cy="245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B507F8F-D8A6-3349-6737-E29991F95F6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813474" y="3504222"/>
                  <a:ext cx="172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BD27969-05CB-1D7E-9B35-B977117A2269}"/>
                    </a:ext>
                  </a:extLst>
                </p14:cNvPr>
                <p14:cNvContentPartPr/>
                <p14:nvPr/>
              </p14:nvContentPartPr>
              <p14:xfrm>
                <a:off x="954874" y="3470382"/>
                <a:ext cx="1049040" cy="22654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BD27969-05CB-1D7E-9B35-B977117A226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5874" y="3461742"/>
                  <a:ext cx="1066680" cy="228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5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F6C4C4D8-3102-597D-44DC-F0AEED407B1D}"/>
                  </a:ext>
                </a:extLst>
              </p14:cNvPr>
              <p14:cNvContentPartPr/>
              <p14:nvPr/>
            </p14:nvContentPartPr>
            <p14:xfrm>
              <a:off x="7995034" y="-33498"/>
              <a:ext cx="1332000" cy="5803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F6C4C4D8-3102-597D-44DC-F0AEED407B1D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7986034" y="-42138"/>
                <a:ext cx="134964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5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97565D63-1233-B04C-5EDB-145779DC7556}"/>
                  </a:ext>
                </a:extLst>
              </p14:cNvPr>
              <p14:cNvContentPartPr/>
              <p14:nvPr/>
            </p14:nvContentPartPr>
            <p14:xfrm>
              <a:off x="9628714" y="-72018"/>
              <a:ext cx="1580040" cy="68148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97565D63-1233-B04C-5EDB-145779DC7556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9619714" y="-81018"/>
                <a:ext cx="159768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ECC253F-2D31-B339-5C54-27B7B16760B8}"/>
                  </a:ext>
                </a:extLst>
              </p14:cNvPr>
              <p14:cNvContentPartPr/>
              <p14:nvPr/>
            </p14:nvContentPartPr>
            <p14:xfrm>
              <a:off x="1099234" y="4689342"/>
              <a:ext cx="111960" cy="122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ECC253F-2D31-B339-5C54-27B7B16760B8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081234" y="4671342"/>
                <a:ext cx="1476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85FEE3D1-1F66-1F29-6546-FF5633CBB943}"/>
                  </a:ext>
                </a:extLst>
              </p14:cNvPr>
              <p14:cNvContentPartPr/>
              <p14:nvPr/>
            </p14:nvContentPartPr>
            <p14:xfrm>
              <a:off x="1442674" y="4667382"/>
              <a:ext cx="69120" cy="900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85FEE3D1-1F66-1F29-6546-FF5633CBB943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424674" y="4649382"/>
                <a:ext cx="1047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D2C8AF2-BD71-C43D-BFB1-920D36C5C5BA}"/>
                  </a:ext>
                </a:extLst>
              </p14:cNvPr>
              <p14:cNvContentPartPr/>
              <p14:nvPr/>
            </p14:nvContentPartPr>
            <p14:xfrm>
              <a:off x="1794034" y="4670262"/>
              <a:ext cx="20520" cy="21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D2C8AF2-BD71-C43D-BFB1-920D36C5C5BA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776394" y="4652622"/>
                <a:ext cx="561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A9426D94-2268-1F26-64CB-7DC29CC9FED2}"/>
                  </a:ext>
                </a:extLst>
              </p14:cNvPr>
              <p14:cNvContentPartPr/>
              <p14:nvPr/>
            </p14:nvContentPartPr>
            <p14:xfrm>
              <a:off x="2177074" y="4643262"/>
              <a:ext cx="245880" cy="2124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A9426D94-2268-1F26-64CB-7DC29CC9FED2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2159074" y="4625622"/>
                <a:ext cx="2815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E2787B2F-9220-D1D3-6385-6418593AC3C2}"/>
                  </a:ext>
                </a:extLst>
              </p14:cNvPr>
              <p14:cNvContentPartPr/>
              <p14:nvPr/>
            </p14:nvContentPartPr>
            <p14:xfrm>
              <a:off x="2829754" y="4628862"/>
              <a:ext cx="331560" cy="1080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E2787B2F-9220-D1D3-6385-6418593AC3C2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2812114" y="4610862"/>
                <a:ext cx="367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B73149D7-9A21-5BD1-4931-7B1EC9237A82}"/>
                  </a:ext>
                </a:extLst>
              </p14:cNvPr>
              <p14:cNvContentPartPr/>
              <p14:nvPr/>
            </p14:nvContentPartPr>
            <p14:xfrm>
              <a:off x="3611674" y="4621302"/>
              <a:ext cx="104400" cy="1008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B73149D7-9A21-5BD1-4931-7B1EC9237A82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3594034" y="4603662"/>
                <a:ext cx="140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2D38821-9E96-289E-A778-8490AF941A39}"/>
                  </a:ext>
                </a:extLst>
              </p14:cNvPr>
              <p14:cNvContentPartPr/>
              <p14:nvPr/>
            </p14:nvContentPartPr>
            <p14:xfrm>
              <a:off x="4419514" y="5397822"/>
              <a:ext cx="24480" cy="7884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2D38821-9E96-289E-A778-8490AF941A39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4401874" y="5380182"/>
                <a:ext cx="6012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1E407F6F-9139-3FEE-1B5A-3CCE6770AE84}"/>
                  </a:ext>
                </a:extLst>
              </p14:cNvPr>
              <p14:cNvContentPartPr/>
              <p14:nvPr/>
            </p14:nvContentPartPr>
            <p14:xfrm>
              <a:off x="4353634" y="4814262"/>
              <a:ext cx="19800" cy="2293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1E407F6F-9139-3FEE-1B5A-3CCE6770AE84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4335634" y="4796622"/>
                <a:ext cx="5544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469E2773-FFA5-A16A-AE44-79FF6010ED67}"/>
              </a:ext>
            </a:extLst>
          </p:cNvPr>
          <p:cNvGrpSpPr/>
          <p:nvPr/>
        </p:nvGrpSpPr>
        <p:grpSpPr>
          <a:xfrm>
            <a:off x="3930994" y="4514742"/>
            <a:ext cx="478440" cy="125280"/>
            <a:chOff x="3930994" y="4514742"/>
            <a:chExt cx="47844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F7B918C-857C-0139-E783-C17998BAD607}"/>
                    </a:ext>
                  </a:extLst>
                </p14:cNvPr>
                <p14:cNvContentPartPr/>
                <p14:nvPr/>
              </p14:nvContentPartPr>
              <p14:xfrm>
                <a:off x="3930994" y="4594302"/>
                <a:ext cx="83520" cy="20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F7B918C-857C-0139-E783-C17998BAD60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912994" y="4576662"/>
                  <a:ext cx="119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25526E1-081F-A6F1-9088-35C24994E267}"/>
                    </a:ext>
                  </a:extLst>
                </p14:cNvPr>
                <p14:cNvContentPartPr/>
                <p14:nvPr/>
              </p14:nvContentPartPr>
              <p14:xfrm>
                <a:off x="4326274" y="4537422"/>
                <a:ext cx="35640" cy="102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25526E1-081F-A6F1-9088-35C24994E26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308634" y="4519422"/>
                  <a:ext cx="71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7A0C5AD-5D37-B31C-815C-4B03ADA20431}"/>
                    </a:ext>
                  </a:extLst>
                </p14:cNvPr>
                <p14:cNvContentPartPr/>
                <p14:nvPr/>
              </p14:nvContentPartPr>
              <p14:xfrm>
                <a:off x="4142674" y="4576662"/>
                <a:ext cx="69840" cy="19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7A0C5AD-5D37-B31C-815C-4B03ADA2043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125034" y="4558662"/>
                  <a:ext cx="105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FCC321A-D9D6-6676-55D9-B028E41E31FA}"/>
                    </a:ext>
                  </a:extLst>
                </p14:cNvPr>
                <p14:cNvContentPartPr/>
                <p14:nvPr/>
              </p14:nvContentPartPr>
              <p14:xfrm>
                <a:off x="4344274" y="4551102"/>
                <a:ext cx="45000" cy="108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FCC321A-D9D6-6676-55D9-B028E41E31F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326634" y="4533102"/>
                  <a:ext cx="80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D9415D1-E932-800F-E457-B6D3E5B092F5}"/>
                    </a:ext>
                  </a:extLst>
                </p14:cNvPr>
                <p14:cNvContentPartPr/>
                <p14:nvPr/>
              </p14:nvContentPartPr>
              <p14:xfrm>
                <a:off x="4335634" y="4514742"/>
                <a:ext cx="73800" cy="950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D9415D1-E932-800F-E457-B6D3E5B092F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317634" y="4496742"/>
                  <a:ext cx="10944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A9EFF503-B338-BFA5-0956-B1DEEF9F5A3F}"/>
              </a:ext>
            </a:extLst>
          </p:cNvPr>
          <p:cNvGrpSpPr/>
          <p:nvPr/>
        </p:nvGrpSpPr>
        <p:grpSpPr>
          <a:xfrm>
            <a:off x="1001314" y="4114422"/>
            <a:ext cx="3865320" cy="1578960"/>
            <a:chOff x="1001314" y="4114422"/>
            <a:chExt cx="3865320" cy="1578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4E699E0-68DA-DFF4-89E4-F906918037DE}"/>
                    </a:ext>
                  </a:extLst>
                </p14:cNvPr>
                <p14:cNvContentPartPr/>
                <p14:nvPr/>
              </p14:nvContentPartPr>
              <p14:xfrm>
                <a:off x="4517434" y="4114422"/>
                <a:ext cx="349200" cy="313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4E699E0-68DA-DFF4-89E4-F906918037D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508794" y="4105422"/>
                  <a:ext cx="3668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2866E7F-6300-2C0D-F1F2-37607D8FD53B}"/>
                    </a:ext>
                  </a:extLst>
                </p14:cNvPr>
                <p14:cNvContentPartPr/>
                <p14:nvPr/>
              </p14:nvContentPartPr>
              <p14:xfrm>
                <a:off x="1001314" y="4553622"/>
                <a:ext cx="3386520" cy="1139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2866E7F-6300-2C0D-F1F2-37607D8FD53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92674" y="4544622"/>
                  <a:ext cx="3404160" cy="11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89F240F-5667-AC11-A087-D2C227A6E2E0}"/>
                    </a:ext>
                  </a:extLst>
                </p14:cNvPr>
                <p14:cNvContentPartPr/>
                <p14:nvPr/>
              </p14:nvContentPartPr>
              <p14:xfrm>
                <a:off x="4046914" y="4543542"/>
                <a:ext cx="328320" cy="250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89F240F-5667-AC11-A087-D2C227A6E2E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038274" y="4534902"/>
                  <a:ext cx="34596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8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E238AA7-52FA-B9FF-119F-2BAFB6AB8976}"/>
                  </a:ext>
                </a:extLst>
              </p14:cNvPr>
              <p14:cNvContentPartPr/>
              <p14:nvPr/>
            </p14:nvContentPartPr>
            <p14:xfrm>
              <a:off x="-113246" y="5623542"/>
              <a:ext cx="1281960" cy="60984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E238AA7-52FA-B9FF-119F-2BAFB6AB8976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-176246" y="5518422"/>
                <a:ext cx="1407960" cy="81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CFC60B2B-D6CF-F2BA-A402-FF3DB6A98A0B}"/>
              </a:ext>
            </a:extLst>
          </p:cNvPr>
          <p:cNvGrpSpPr/>
          <p:nvPr/>
        </p:nvGrpSpPr>
        <p:grpSpPr>
          <a:xfrm>
            <a:off x="913474" y="5663862"/>
            <a:ext cx="100440" cy="121680"/>
            <a:chOff x="913474" y="5663862"/>
            <a:chExt cx="100440" cy="1216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7F7E3AD-5355-62A6-6A16-D8CC16D66B52}"/>
                    </a:ext>
                  </a:extLst>
                </p14:cNvPr>
                <p14:cNvContentPartPr/>
                <p14:nvPr/>
              </p14:nvContentPartPr>
              <p14:xfrm>
                <a:off x="940114" y="5683302"/>
                <a:ext cx="59400" cy="60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7F7E3AD-5355-62A6-6A16-D8CC16D66B5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8754" y="5588262"/>
                  <a:ext cx="22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8A8AAFD-EAFB-1023-F5C0-8B8957152C8A}"/>
                    </a:ext>
                  </a:extLst>
                </p14:cNvPr>
                <p14:cNvContentPartPr/>
                <p14:nvPr/>
              </p14:nvContentPartPr>
              <p14:xfrm>
                <a:off x="913474" y="5663862"/>
                <a:ext cx="100440" cy="1216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8A8AAFD-EAFB-1023-F5C0-8B8957152C8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30674" y="5569542"/>
                  <a:ext cx="26604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C37F3B2-A800-DB7E-4AE7-4190E7102929}"/>
              </a:ext>
            </a:extLst>
          </p:cNvPr>
          <p:cNvGrpSpPr/>
          <p:nvPr/>
        </p:nvGrpSpPr>
        <p:grpSpPr>
          <a:xfrm>
            <a:off x="239194" y="1459062"/>
            <a:ext cx="8762760" cy="3102480"/>
            <a:chOff x="239194" y="1459062"/>
            <a:chExt cx="8762760" cy="31024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A70CFCF-3234-4300-0E64-BB8855D19CB3}"/>
                    </a:ext>
                  </a:extLst>
                </p14:cNvPr>
                <p14:cNvContentPartPr/>
                <p14:nvPr/>
              </p14:nvContentPartPr>
              <p14:xfrm>
                <a:off x="4434994" y="4488102"/>
                <a:ext cx="175320" cy="637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A70CFCF-3234-4300-0E64-BB8855D19CB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426354" y="4479462"/>
                  <a:ext cx="192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5EC9AA7-7EB3-F111-21E3-0AFAC9815277}"/>
                    </a:ext>
                  </a:extLst>
                </p14:cNvPr>
                <p14:cNvContentPartPr/>
                <p14:nvPr/>
              </p14:nvContentPartPr>
              <p14:xfrm>
                <a:off x="4799314" y="4328622"/>
                <a:ext cx="158040" cy="752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5EC9AA7-7EB3-F111-21E3-0AFAC981527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790674" y="4319622"/>
                  <a:ext cx="175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DF6E5C5-2B74-BD09-FB67-F68EBE9CAF21}"/>
                    </a:ext>
                  </a:extLst>
                </p14:cNvPr>
                <p14:cNvContentPartPr/>
                <p14:nvPr/>
              </p14:nvContentPartPr>
              <p14:xfrm>
                <a:off x="5208274" y="4151502"/>
                <a:ext cx="166320" cy="82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DF6E5C5-2B74-BD09-FB67-F68EBE9CAF2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143474" y="4047462"/>
                  <a:ext cx="2962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DD701ED-23B0-E291-7DE9-5FAB4BAE34CA}"/>
                    </a:ext>
                  </a:extLst>
                </p14:cNvPr>
                <p14:cNvContentPartPr/>
                <p14:nvPr/>
              </p14:nvContentPartPr>
              <p14:xfrm>
                <a:off x="5558194" y="3918942"/>
                <a:ext cx="448560" cy="194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DD701ED-23B0-E291-7DE9-5FAB4BAE34C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549194" y="3909942"/>
                  <a:ext cx="466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86E2598-7F1F-5D8C-A1D3-E5F2889FDBD5}"/>
                    </a:ext>
                  </a:extLst>
                </p14:cNvPr>
                <p14:cNvContentPartPr/>
                <p14:nvPr/>
              </p14:nvContentPartPr>
              <p14:xfrm>
                <a:off x="4442554" y="2874582"/>
                <a:ext cx="4559400" cy="16869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86E2598-7F1F-5D8C-A1D3-E5F2889FDBD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372714" y="2766222"/>
                  <a:ext cx="4699080" cy="19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EDFD6FE-E565-8A05-DDDF-A9FFF617A8F1}"/>
                    </a:ext>
                  </a:extLst>
                </p14:cNvPr>
                <p14:cNvContentPartPr/>
                <p14:nvPr/>
              </p14:nvContentPartPr>
              <p14:xfrm>
                <a:off x="2012194" y="3468942"/>
                <a:ext cx="18720" cy="201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EDFD6FE-E565-8A05-DDDF-A9FFF617A8F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937674" y="3369222"/>
                  <a:ext cx="1674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4FAC8C3-D74B-C424-B740-A16FF27BF239}"/>
                    </a:ext>
                  </a:extLst>
                </p14:cNvPr>
                <p14:cNvContentPartPr/>
                <p14:nvPr/>
              </p14:nvContentPartPr>
              <p14:xfrm>
                <a:off x="1996354" y="3450582"/>
                <a:ext cx="57240" cy="67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4FAC8C3-D74B-C424-B740-A16FF27BF23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923994" y="3349782"/>
                  <a:ext cx="201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99FA9B-07A2-9126-4AF7-D1C352782CBC}"/>
                    </a:ext>
                  </a:extLst>
                </p14:cNvPr>
                <p14:cNvContentPartPr/>
                <p14:nvPr/>
              </p14:nvContentPartPr>
              <p14:xfrm>
                <a:off x="1999234" y="3493422"/>
                <a:ext cx="28080" cy="378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99FA9B-07A2-9126-4AF7-D1C352782CB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928314" y="3391902"/>
                  <a:ext cx="1702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8AE369F-3C69-026F-4A74-AAED3CB974F7}"/>
                    </a:ext>
                  </a:extLst>
                </p14:cNvPr>
                <p14:cNvContentPartPr/>
                <p14:nvPr/>
              </p14:nvContentPartPr>
              <p14:xfrm>
                <a:off x="1975834" y="3458502"/>
                <a:ext cx="63720" cy="640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8AE369F-3C69-026F-4A74-AAED3CB974F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890154" y="3366342"/>
                  <a:ext cx="234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F247F19-5274-AC68-3B68-C42582389083}"/>
                    </a:ext>
                  </a:extLst>
                </p14:cNvPr>
                <p14:cNvContentPartPr/>
                <p14:nvPr/>
              </p14:nvContentPartPr>
              <p14:xfrm>
                <a:off x="2107954" y="3485862"/>
                <a:ext cx="7920" cy="14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F247F19-5274-AC68-3B68-C4258238908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033074" y="3386502"/>
                  <a:ext cx="158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1EC62F6-88B6-74A7-8924-A64E0780C0B0}"/>
                    </a:ext>
                  </a:extLst>
                </p14:cNvPr>
                <p14:cNvContentPartPr/>
                <p14:nvPr/>
              </p14:nvContentPartPr>
              <p14:xfrm>
                <a:off x="2112634" y="3464622"/>
                <a:ext cx="360" cy="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1EC62F6-88B6-74A7-8924-A64E0780C0B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036674" y="3365622"/>
                  <a:ext cx="152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35A3F8B-EA33-1756-1B58-5C49D9897F43}"/>
                    </a:ext>
                  </a:extLst>
                </p14:cNvPr>
                <p14:cNvContentPartPr/>
                <p14:nvPr/>
              </p14:nvContentPartPr>
              <p14:xfrm>
                <a:off x="2062234" y="3478662"/>
                <a:ext cx="9720" cy="2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35A3F8B-EA33-1756-1B58-5C49D9897F4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985194" y="3380022"/>
                  <a:ext cx="163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F176757-EEFE-CDFD-C81C-98EA24F7CCB4}"/>
                    </a:ext>
                  </a:extLst>
                </p14:cNvPr>
                <p14:cNvContentPartPr/>
                <p14:nvPr/>
              </p14:nvContentPartPr>
              <p14:xfrm>
                <a:off x="1992754" y="1485342"/>
                <a:ext cx="5637240" cy="20383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F176757-EEFE-CDFD-C81C-98EA24F7CCB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915714" y="1379502"/>
                  <a:ext cx="5791320" cy="22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C8FBB76-FE3C-1CD3-6BC9-24B345207F4C}"/>
                    </a:ext>
                  </a:extLst>
                </p14:cNvPr>
                <p14:cNvContentPartPr/>
                <p14:nvPr/>
              </p14:nvContentPartPr>
              <p14:xfrm>
                <a:off x="239194" y="3459582"/>
                <a:ext cx="1899360" cy="969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C8FBB76-FE3C-1CD3-6BC9-24B345207F4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73674" y="3354822"/>
                  <a:ext cx="2030040" cy="11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CF81387-4491-965A-9771-E1E426983AD4}"/>
                    </a:ext>
                  </a:extLst>
                </p14:cNvPr>
                <p14:cNvContentPartPr/>
                <p14:nvPr/>
              </p14:nvContentPartPr>
              <p14:xfrm>
                <a:off x="1538794" y="3733902"/>
                <a:ext cx="9000" cy="18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CF81387-4491-965A-9771-E1E426983AD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456354" y="3639222"/>
                  <a:ext cx="173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8C7119B-10ED-E1AD-AE82-B67D01B7FEE8}"/>
                    </a:ext>
                  </a:extLst>
                </p14:cNvPr>
                <p14:cNvContentPartPr/>
                <p14:nvPr/>
              </p14:nvContentPartPr>
              <p14:xfrm>
                <a:off x="6182794" y="1459062"/>
                <a:ext cx="1103400" cy="5187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8C7119B-10ED-E1AD-AE82-B67D01B7FEE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123034" y="1353222"/>
                  <a:ext cx="122364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37AFB64-6D2B-21F9-92A6-3C23978263C5}"/>
                    </a:ext>
                  </a:extLst>
                </p14:cNvPr>
                <p14:cNvContentPartPr/>
                <p14:nvPr/>
              </p14:nvContentPartPr>
              <p14:xfrm>
                <a:off x="2068714" y="3502422"/>
                <a:ext cx="360" cy="7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37AFB64-6D2B-21F9-92A6-3C23978263C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990594" y="3404862"/>
                  <a:ext cx="156240" cy="19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3D01C228-8BFF-0ED8-FC9E-977FDDB5AC74}"/>
                  </a:ext>
                </a:extLst>
              </p14:cNvPr>
              <p14:cNvContentPartPr/>
              <p14:nvPr/>
            </p14:nvContentPartPr>
            <p14:xfrm>
              <a:off x="3892474" y="2777382"/>
              <a:ext cx="3960" cy="144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3D01C228-8BFF-0ED8-FC9E-977FDDB5AC74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3817594" y="2677662"/>
                <a:ext cx="1533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5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9593F82A-3AED-4504-5301-B0E8D2315CF7}"/>
                  </a:ext>
                </a:extLst>
              </p14:cNvPr>
              <p14:cNvContentPartPr/>
              <p14:nvPr/>
            </p14:nvContentPartPr>
            <p14:xfrm>
              <a:off x="2029834" y="2378502"/>
              <a:ext cx="2945160" cy="111024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9593F82A-3AED-4504-5301-B0E8D2315CF7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2012194" y="2270862"/>
                <a:ext cx="2980800" cy="13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7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BFD828A8-86A9-657D-AADE-F9E7B28E3DBE}"/>
                  </a:ext>
                </a:extLst>
              </p14:cNvPr>
              <p14:cNvContentPartPr/>
              <p14:nvPr/>
            </p14:nvContentPartPr>
            <p14:xfrm>
              <a:off x="4810114" y="2266902"/>
              <a:ext cx="231480" cy="2415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BFD828A8-86A9-657D-AADE-F9E7B28E3DBE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4801114" y="2257902"/>
                <a:ext cx="2491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E1FFF92-63E8-FC28-4956-06B48DFD3177}"/>
                  </a:ext>
                </a:extLst>
              </p14:cNvPr>
              <p14:cNvContentPartPr/>
              <p14:nvPr/>
            </p14:nvContentPartPr>
            <p14:xfrm>
              <a:off x="1828594" y="3303342"/>
              <a:ext cx="3960" cy="216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E1FFF92-63E8-FC28-4956-06B48DFD3177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810594" y="3285702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0A387289-A9AF-FA65-2077-7221ED28917C}"/>
                  </a:ext>
                </a:extLst>
              </p14:cNvPr>
              <p14:cNvContentPartPr/>
              <p14:nvPr/>
            </p14:nvContentPartPr>
            <p14:xfrm>
              <a:off x="4994794" y="2286702"/>
              <a:ext cx="131760" cy="1047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0A387289-A9AF-FA65-2077-7221ED28917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4977154" y="2269062"/>
                <a:ext cx="16740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DDCCCC65-CA11-9DAA-4F43-FBB3744D6219}"/>
                  </a:ext>
                </a:extLst>
              </p14:cNvPr>
              <p14:cNvContentPartPr/>
              <p14:nvPr/>
            </p14:nvContentPartPr>
            <p14:xfrm>
              <a:off x="994474" y="2357982"/>
              <a:ext cx="4069080" cy="33868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DDCCCC65-CA11-9DAA-4F43-FBB3744D6219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976834" y="2339982"/>
                <a:ext cx="4104720" cy="342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265182C-7D15-C4ED-A346-3AE01848FFE5}"/>
              </a:ext>
            </a:extLst>
          </p:cNvPr>
          <p:cNvGrpSpPr/>
          <p:nvPr/>
        </p:nvGrpSpPr>
        <p:grpSpPr>
          <a:xfrm>
            <a:off x="5121874" y="1565982"/>
            <a:ext cx="613080" cy="525600"/>
            <a:chOff x="5121874" y="1565982"/>
            <a:chExt cx="613080" cy="5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7AF672E-4E69-EEA5-E859-1EDDC4A9B185}"/>
                    </a:ext>
                  </a:extLst>
                </p14:cNvPr>
                <p14:cNvContentPartPr/>
                <p14:nvPr/>
              </p14:nvContentPartPr>
              <p14:xfrm>
                <a:off x="5121874" y="1882782"/>
                <a:ext cx="222480" cy="208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7AF672E-4E69-EEA5-E859-1EDDC4A9B18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103874" y="1864782"/>
                  <a:ext cx="258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313B261-3268-C186-2ED4-6B5A7379DDFB}"/>
                    </a:ext>
                  </a:extLst>
                </p14:cNvPr>
                <p14:cNvContentPartPr/>
                <p14:nvPr/>
              </p14:nvContentPartPr>
              <p14:xfrm>
                <a:off x="5178394" y="1961622"/>
                <a:ext cx="133200" cy="61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313B261-3268-C186-2ED4-6B5A7379DDF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160754" y="1943622"/>
                  <a:ext cx="168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7D5A63B-5415-8414-D7E4-A65136BB07BE}"/>
                    </a:ext>
                  </a:extLst>
                </p14:cNvPr>
                <p14:cNvContentPartPr/>
                <p14:nvPr/>
              </p14:nvContentPartPr>
              <p14:xfrm>
                <a:off x="5434354" y="1812582"/>
                <a:ext cx="15480" cy="1659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7D5A63B-5415-8414-D7E4-A65136BB07B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416714" y="1794942"/>
                  <a:ext cx="51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F855C9B-6263-5F1F-6FDF-81C10C7B6CC8}"/>
                    </a:ext>
                  </a:extLst>
                </p14:cNvPr>
                <p14:cNvContentPartPr/>
                <p14:nvPr/>
              </p14:nvContentPartPr>
              <p14:xfrm>
                <a:off x="5374594" y="1890702"/>
                <a:ext cx="108000" cy="381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F855C9B-6263-5F1F-6FDF-81C10C7B6CC8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356594" y="1872702"/>
                  <a:ext cx="143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7B3472B-9A0F-2E1A-EA30-4B4B9FDB0CE4}"/>
                    </a:ext>
                  </a:extLst>
                </p14:cNvPr>
                <p14:cNvContentPartPr/>
                <p14:nvPr/>
              </p14:nvContentPartPr>
              <p14:xfrm>
                <a:off x="5556034" y="1565982"/>
                <a:ext cx="178920" cy="341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7B3472B-9A0F-2E1A-EA30-4B4B9FDB0CE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538394" y="1548342"/>
                  <a:ext cx="214560" cy="37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E0E9A48B-B931-BC78-6D32-9CA6C5F459E2}"/>
                  </a:ext>
                </a:extLst>
              </p14:cNvPr>
              <p14:cNvContentPartPr/>
              <p14:nvPr/>
            </p14:nvContentPartPr>
            <p14:xfrm>
              <a:off x="9072874" y="960102"/>
              <a:ext cx="157680" cy="360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E0E9A48B-B931-BC78-6D32-9CA6C5F459E2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9055234" y="942462"/>
                <a:ext cx="193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AC42A0E-7D97-E6EA-7E65-20602ED5E073}"/>
                  </a:ext>
                </a:extLst>
              </p14:cNvPr>
              <p14:cNvContentPartPr/>
              <p14:nvPr/>
            </p14:nvContentPartPr>
            <p14:xfrm>
              <a:off x="10384714" y="811782"/>
              <a:ext cx="819000" cy="788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AC42A0E-7D97-E6EA-7E65-20602ED5E073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10366714" y="794142"/>
                <a:ext cx="8546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549FA4E2-EE09-C8A9-D5BA-1004951893E0}"/>
                  </a:ext>
                </a:extLst>
              </p14:cNvPr>
              <p14:cNvContentPartPr/>
              <p14:nvPr/>
            </p14:nvContentPartPr>
            <p14:xfrm>
              <a:off x="5083354" y="5495382"/>
              <a:ext cx="33480" cy="1292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549FA4E2-EE09-C8A9-D5BA-1004951893E0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5065714" y="5477382"/>
                <a:ext cx="691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B671E97-F973-A43B-6BE7-53562AD82BD9}"/>
                  </a:ext>
                </a:extLst>
              </p14:cNvPr>
              <p14:cNvContentPartPr/>
              <p14:nvPr/>
            </p14:nvContentPartPr>
            <p14:xfrm>
              <a:off x="5150674" y="5740902"/>
              <a:ext cx="140040" cy="18756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B671E97-F973-A43B-6BE7-53562AD82BD9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5133034" y="5723262"/>
                <a:ext cx="1756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2CD86F17-641C-BA7B-4A75-E6758D0F94EC}"/>
                  </a:ext>
                </a:extLst>
              </p14:cNvPr>
              <p14:cNvContentPartPr/>
              <p14:nvPr/>
            </p14:nvContentPartPr>
            <p14:xfrm>
              <a:off x="1019314" y="2589822"/>
              <a:ext cx="96480" cy="756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2CD86F17-641C-BA7B-4A75-E6758D0F94EC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1001674" y="2572182"/>
                <a:ext cx="1321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8EB44EE8-7FE4-8B7D-6F10-E28AB6017C44}"/>
                  </a:ext>
                </a:extLst>
              </p14:cNvPr>
              <p14:cNvContentPartPr/>
              <p14:nvPr/>
            </p14:nvContentPartPr>
            <p14:xfrm>
              <a:off x="2550394" y="2462022"/>
              <a:ext cx="607320" cy="486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8EB44EE8-7FE4-8B7D-6F10-E28AB6017C44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2532754" y="2444022"/>
                <a:ext cx="6429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250E920C-5F47-F9ED-8919-3380A867748C}"/>
                  </a:ext>
                </a:extLst>
              </p14:cNvPr>
              <p14:cNvContentPartPr/>
              <p14:nvPr/>
            </p14:nvContentPartPr>
            <p14:xfrm>
              <a:off x="3843874" y="2391462"/>
              <a:ext cx="561240" cy="3204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250E920C-5F47-F9ED-8919-3380A867748C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3826234" y="2373822"/>
                <a:ext cx="5968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B2F56FAD-EDE6-7D7E-D222-4677D8649D19}"/>
                  </a:ext>
                </a:extLst>
              </p14:cNvPr>
              <p14:cNvContentPartPr/>
              <p14:nvPr/>
            </p14:nvContentPartPr>
            <p14:xfrm>
              <a:off x="4777354" y="2325222"/>
              <a:ext cx="54720" cy="309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B2F56FAD-EDE6-7D7E-D222-4677D8649D19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4759354" y="2307582"/>
                <a:ext cx="903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48144F1E-564C-A13D-1F8C-C75C13423103}"/>
                  </a:ext>
                </a:extLst>
              </p14:cNvPr>
              <p14:cNvContentPartPr/>
              <p14:nvPr/>
            </p14:nvContentPartPr>
            <p14:xfrm>
              <a:off x="510994" y="2534022"/>
              <a:ext cx="133560" cy="18864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48144F1E-564C-A13D-1F8C-C75C13423103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493354" y="2516022"/>
                <a:ext cx="1692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4690B77-4A05-C6D6-9818-F00470F1F588}"/>
                  </a:ext>
                </a:extLst>
              </p14:cNvPr>
              <p14:cNvContentPartPr/>
              <p14:nvPr/>
            </p14:nvContentPartPr>
            <p14:xfrm>
              <a:off x="10353754" y="576342"/>
              <a:ext cx="745200" cy="20484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4690B77-4A05-C6D6-9818-F00470F1F588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0299754" y="468702"/>
                <a:ext cx="85284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08B75CE3-0723-672F-564E-D8D26DB20D39}"/>
                  </a:ext>
                </a:extLst>
              </p14:cNvPr>
              <p14:cNvContentPartPr/>
              <p14:nvPr/>
            </p14:nvContentPartPr>
            <p14:xfrm>
              <a:off x="11385874" y="570582"/>
              <a:ext cx="745560" cy="18324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08B75CE3-0723-672F-564E-D8D26DB20D39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1332234" y="462582"/>
                <a:ext cx="85320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F7C5598B-E206-C701-3C92-7D0E04DF393B}"/>
                  </a:ext>
                </a:extLst>
              </p14:cNvPr>
              <p14:cNvContentPartPr/>
              <p14:nvPr/>
            </p14:nvContentPartPr>
            <p14:xfrm>
              <a:off x="5052394" y="1669662"/>
              <a:ext cx="638640" cy="3510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F7C5598B-E206-C701-3C92-7D0E04DF393B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4998754" y="1562022"/>
                <a:ext cx="746280" cy="56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3A290F42-CDEC-C417-DBE4-EE8BE8E4FD28}"/>
              </a:ext>
            </a:extLst>
          </p:cNvPr>
          <p:cNvGrpSpPr/>
          <p:nvPr/>
        </p:nvGrpSpPr>
        <p:grpSpPr>
          <a:xfrm>
            <a:off x="7891714" y="1446102"/>
            <a:ext cx="1164600" cy="765000"/>
            <a:chOff x="7891714" y="1446102"/>
            <a:chExt cx="1164600" cy="7650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B52138D-7F7B-1013-CFBB-377BC34DD6CF}"/>
                    </a:ext>
                  </a:extLst>
                </p14:cNvPr>
                <p14:cNvContentPartPr/>
                <p14:nvPr/>
              </p14:nvContentPartPr>
              <p14:xfrm>
                <a:off x="7968754" y="1565262"/>
                <a:ext cx="230760" cy="189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B52138D-7F7B-1013-CFBB-377BC34DD6C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959754" y="1556262"/>
                  <a:ext cx="248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7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EE209FA-77C8-8558-C947-8C118354E3EF}"/>
                    </a:ext>
                  </a:extLst>
                </p14:cNvPr>
                <p14:cNvContentPartPr/>
                <p14:nvPr/>
              </p14:nvContentPartPr>
              <p14:xfrm>
                <a:off x="8244154" y="1446102"/>
                <a:ext cx="246600" cy="3034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EE209FA-77C8-8558-C947-8C118354E3EF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235154" y="1437102"/>
                  <a:ext cx="2642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7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B1F9BE8-7B5F-06F5-D026-63DB0B465875}"/>
                    </a:ext>
                  </a:extLst>
                </p14:cNvPr>
                <p14:cNvContentPartPr/>
                <p14:nvPr/>
              </p14:nvContentPartPr>
              <p14:xfrm>
                <a:off x="7891714" y="1924902"/>
                <a:ext cx="102960" cy="1771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B1F9BE8-7B5F-06F5-D026-63DB0B46587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883074" y="1916262"/>
                  <a:ext cx="120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7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74203E1-7A9D-3851-40A8-5627BF2A0C74}"/>
                    </a:ext>
                  </a:extLst>
                </p14:cNvPr>
                <p14:cNvContentPartPr/>
                <p14:nvPr/>
              </p14:nvContentPartPr>
              <p14:xfrm>
                <a:off x="8038954" y="2056662"/>
                <a:ext cx="8640" cy="1544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74203E1-7A9D-3851-40A8-5627BF2A0C7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029954" y="2047662"/>
                  <a:ext cx="26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7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50FA4D7-F8A4-8EE2-9B3B-D992F5289C3B}"/>
                    </a:ext>
                  </a:extLst>
                </p14:cNvPr>
                <p14:cNvContentPartPr/>
                <p14:nvPr/>
              </p14:nvContentPartPr>
              <p14:xfrm>
                <a:off x="8135434" y="1972422"/>
                <a:ext cx="81720" cy="1342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50FA4D7-F8A4-8EE2-9B3B-D992F5289C3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126434" y="1963422"/>
                  <a:ext cx="99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7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BB444AE-8CF7-0740-2B30-7352004F430A}"/>
                    </a:ext>
                  </a:extLst>
                </p14:cNvPr>
                <p14:cNvContentPartPr/>
                <p14:nvPr/>
              </p14:nvContentPartPr>
              <p14:xfrm>
                <a:off x="8140834" y="1950462"/>
                <a:ext cx="84240" cy="158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BB444AE-8CF7-0740-2B30-7352004F430A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131834" y="1941462"/>
                  <a:ext cx="101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263193D-752A-C929-8EC4-415D2F018D78}"/>
                    </a:ext>
                  </a:extLst>
                </p14:cNvPr>
                <p14:cNvContentPartPr/>
                <p14:nvPr/>
              </p14:nvContentPartPr>
              <p14:xfrm>
                <a:off x="8319394" y="2023902"/>
                <a:ext cx="7560" cy="18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263193D-752A-C929-8EC4-415D2F018D7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8310754" y="2015262"/>
                  <a:ext cx="25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9741597-76DB-2EAE-1BE1-7B2A27A790E5}"/>
                    </a:ext>
                  </a:extLst>
                </p14:cNvPr>
                <p14:cNvContentPartPr/>
                <p14:nvPr/>
              </p14:nvContentPartPr>
              <p14:xfrm>
                <a:off x="8367274" y="1873422"/>
                <a:ext cx="42120" cy="2512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9741597-76DB-2EAE-1BE1-7B2A27A790E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8358274" y="1864782"/>
                  <a:ext cx="59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1F9D694-62FF-5ACE-15C2-427FE910374B}"/>
                    </a:ext>
                  </a:extLst>
                </p14:cNvPr>
                <p14:cNvContentPartPr/>
                <p14:nvPr/>
              </p14:nvContentPartPr>
              <p14:xfrm>
                <a:off x="8519914" y="1881342"/>
                <a:ext cx="137880" cy="2001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1F9D694-62FF-5ACE-15C2-427FE910374B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8511274" y="1872702"/>
                  <a:ext cx="155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738431C-2A2A-F4F1-B781-61795B310617}"/>
                    </a:ext>
                  </a:extLst>
                </p14:cNvPr>
                <p14:cNvContentPartPr/>
                <p14:nvPr/>
              </p14:nvContentPartPr>
              <p14:xfrm>
                <a:off x="8694874" y="2043342"/>
                <a:ext cx="24480" cy="1267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738431C-2A2A-F4F1-B781-61795B310617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8686234" y="2034702"/>
                  <a:ext cx="42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191426B-7E4B-C180-1970-E424F5FBAAB5}"/>
                    </a:ext>
                  </a:extLst>
                </p14:cNvPr>
                <p14:cNvContentPartPr/>
                <p14:nvPr/>
              </p14:nvContentPartPr>
              <p14:xfrm>
                <a:off x="8808994" y="1901862"/>
                <a:ext cx="63360" cy="183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191426B-7E4B-C180-1970-E424F5FBAAB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8799994" y="1893222"/>
                  <a:ext cx="81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9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EA2D296-8F50-681C-8441-B02E3C075F4C}"/>
                    </a:ext>
                  </a:extLst>
                </p14:cNvPr>
                <p14:cNvContentPartPr/>
                <p14:nvPr/>
              </p14:nvContentPartPr>
              <p14:xfrm>
                <a:off x="8978554" y="1860102"/>
                <a:ext cx="77760" cy="3002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EA2D296-8F50-681C-8441-B02E3C075F4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8969554" y="1851102"/>
                  <a:ext cx="9540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DC021BFF-DE5C-1230-B0EF-563E02ADE370}"/>
              </a:ext>
            </a:extLst>
          </p:cNvPr>
          <p:cNvGrpSpPr/>
          <p:nvPr/>
        </p:nvGrpSpPr>
        <p:grpSpPr>
          <a:xfrm>
            <a:off x="7974154" y="1460502"/>
            <a:ext cx="483480" cy="325440"/>
            <a:chOff x="7974154" y="1460502"/>
            <a:chExt cx="48348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9FE4279-A4E7-E684-1221-9E8BDECB3845}"/>
                    </a:ext>
                  </a:extLst>
                </p14:cNvPr>
                <p14:cNvContentPartPr/>
                <p14:nvPr/>
              </p14:nvContentPartPr>
              <p14:xfrm>
                <a:off x="7974154" y="1542582"/>
                <a:ext cx="262440" cy="1962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9FE4279-A4E7-E684-1221-9E8BDECB3845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968034" y="1536462"/>
                  <a:ext cx="274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6BB2877-3FD1-5C15-3356-BB59A9432F65}"/>
                    </a:ext>
                  </a:extLst>
                </p14:cNvPr>
                <p14:cNvContentPartPr/>
                <p14:nvPr/>
              </p14:nvContentPartPr>
              <p14:xfrm>
                <a:off x="8192314" y="1460502"/>
                <a:ext cx="265320" cy="3254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6BB2877-3FD1-5C15-3356-BB59A9432F65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186194" y="1454382"/>
                  <a:ext cx="277560" cy="33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F8FDB7E2-BAEE-3680-3D98-F5EFD6919ABF}"/>
                  </a:ext>
                </a:extLst>
              </p14:cNvPr>
              <p14:cNvContentPartPr/>
              <p14:nvPr/>
            </p14:nvContentPartPr>
            <p14:xfrm>
              <a:off x="11281474" y="1188702"/>
              <a:ext cx="682560" cy="10188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F8FDB7E2-BAEE-3680-3D98-F5EFD6919ABF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11275354" y="1182582"/>
                <a:ext cx="69480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AAF667C2-9E63-F9BA-9C5D-96EB3338C58E}"/>
              </a:ext>
            </a:extLst>
          </p:cNvPr>
          <p:cNvGrpSpPr/>
          <p:nvPr/>
        </p:nvGrpSpPr>
        <p:grpSpPr>
          <a:xfrm>
            <a:off x="8854714" y="2131902"/>
            <a:ext cx="531720" cy="405360"/>
            <a:chOff x="8854714" y="2131902"/>
            <a:chExt cx="53172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FD40105-000A-B3D8-0011-01DAE07A6830}"/>
                    </a:ext>
                  </a:extLst>
                </p14:cNvPr>
                <p14:cNvContentPartPr/>
                <p14:nvPr/>
              </p14:nvContentPartPr>
              <p14:xfrm>
                <a:off x="8854714" y="2230542"/>
                <a:ext cx="123480" cy="1879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FD40105-000A-B3D8-0011-01DAE07A6830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848594" y="2224422"/>
                  <a:ext cx="135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D2AF44E-C5E4-5CF2-E1A1-A9C203EA44FA}"/>
                    </a:ext>
                  </a:extLst>
                </p14:cNvPr>
                <p14:cNvContentPartPr/>
                <p14:nvPr/>
              </p14:nvContentPartPr>
              <p14:xfrm>
                <a:off x="8994034" y="2367702"/>
                <a:ext cx="25560" cy="302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D2AF44E-C5E4-5CF2-E1A1-A9C203EA44FA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987914" y="2361582"/>
                  <a:ext cx="37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481E7F8-66DF-0B59-2019-4DCA93AA0A4D}"/>
                    </a:ext>
                  </a:extLst>
                </p14:cNvPr>
                <p14:cNvContentPartPr/>
                <p14:nvPr/>
              </p14:nvContentPartPr>
              <p14:xfrm>
                <a:off x="9098794" y="2247102"/>
                <a:ext cx="63000" cy="1771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481E7F8-66DF-0B59-2019-4DCA93AA0A4D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092674" y="2240982"/>
                  <a:ext cx="75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FD0ECBA-F88F-5ED1-B27A-3DA9F78A4AF6}"/>
                    </a:ext>
                  </a:extLst>
                </p14:cNvPr>
                <p14:cNvContentPartPr/>
                <p14:nvPr/>
              </p14:nvContentPartPr>
              <p14:xfrm>
                <a:off x="9089434" y="2198142"/>
                <a:ext cx="110160" cy="396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FD0ECBA-F88F-5ED1-B27A-3DA9F78A4AF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083314" y="2192022"/>
                  <a:ext cx="122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7347789-B819-2E52-093C-69EAEACE6878}"/>
                    </a:ext>
                  </a:extLst>
                </p14:cNvPr>
                <p14:cNvContentPartPr/>
                <p14:nvPr/>
              </p14:nvContentPartPr>
              <p14:xfrm>
                <a:off x="9279154" y="2131902"/>
                <a:ext cx="107280" cy="4053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7347789-B819-2E52-093C-69EAEACE6878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273034" y="2125782"/>
                  <a:ext cx="119520" cy="41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3FC22F44-27E8-3FD3-8999-B90483D14365}"/>
              </a:ext>
            </a:extLst>
          </p:cNvPr>
          <p:cNvGrpSpPr/>
          <p:nvPr/>
        </p:nvGrpSpPr>
        <p:grpSpPr>
          <a:xfrm>
            <a:off x="8137594" y="2203542"/>
            <a:ext cx="527040" cy="378360"/>
            <a:chOff x="8137594" y="2203542"/>
            <a:chExt cx="52704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2A6EC86-F3DB-1DB8-30A6-081DC93AB730}"/>
                    </a:ext>
                  </a:extLst>
                </p14:cNvPr>
                <p14:cNvContentPartPr/>
                <p14:nvPr/>
              </p14:nvContentPartPr>
              <p14:xfrm>
                <a:off x="8244154" y="2359062"/>
                <a:ext cx="13680" cy="72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2A6EC86-F3DB-1DB8-30A6-081DC93AB73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238034" y="2352942"/>
                  <a:ext cx="25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EFED768-04B2-4E0F-197A-6B39D76A79F5}"/>
                    </a:ext>
                  </a:extLst>
                </p14:cNvPr>
                <p14:cNvContentPartPr/>
                <p14:nvPr/>
              </p14:nvContentPartPr>
              <p14:xfrm>
                <a:off x="8240554" y="2234502"/>
                <a:ext cx="86040" cy="2160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EFED768-04B2-4E0F-197A-6B39D76A79F5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234434" y="2228382"/>
                  <a:ext cx="98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6014813-5711-37ED-B6F1-096F28C07D10}"/>
                    </a:ext>
                  </a:extLst>
                </p14:cNvPr>
                <p14:cNvContentPartPr/>
                <p14:nvPr/>
              </p14:nvContentPartPr>
              <p14:xfrm>
                <a:off x="8375914" y="2355462"/>
                <a:ext cx="48240" cy="1342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6014813-5711-37ED-B6F1-096F28C07D10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369794" y="2349342"/>
                  <a:ext cx="60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6653228-ADF7-4B02-5476-1F67AF67DC70}"/>
                    </a:ext>
                  </a:extLst>
                </p14:cNvPr>
                <p14:cNvContentPartPr/>
                <p14:nvPr/>
              </p14:nvContentPartPr>
              <p14:xfrm>
                <a:off x="8439274" y="2276622"/>
                <a:ext cx="86040" cy="1706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6653228-ADF7-4B02-5476-1F67AF67DC7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433154" y="2270502"/>
                  <a:ext cx="98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83A9C26-5E33-F323-473B-C159C1DD301A}"/>
                    </a:ext>
                  </a:extLst>
                </p14:cNvPr>
                <p14:cNvContentPartPr/>
                <p14:nvPr/>
              </p14:nvContentPartPr>
              <p14:xfrm>
                <a:off x="8482834" y="2220102"/>
                <a:ext cx="156600" cy="241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83A9C26-5E33-F323-473B-C159C1DD301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476714" y="2213982"/>
                  <a:ext cx="168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5211F02-3040-8FC1-3C09-7D57B7CBD13D}"/>
                    </a:ext>
                  </a:extLst>
                </p14:cNvPr>
                <p14:cNvContentPartPr/>
                <p14:nvPr/>
              </p14:nvContentPartPr>
              <p14:xfrm>
                <a:off x="8643394" y="2421342"/>
                <a:ext cx="21240" cy="1605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5211F02-3040-8FC1-3C09-7D57B7CBD13D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637274" y="2415222"/>
                  <a:ext cx="33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BBF79F8-4A85-C399-0BEE-4DF973B50954}"/>
                    </a:ext>
                  </a:extLst>
                </p14:cNvPr>
                <p14:cNvContentPartPr/>
                <p14:nvPr/>
              </p14:nvContentPartPr>
              <p14:xfrm>
                <a:off x="8137594" y="2203542"/>
                <a:ext cx="100440" cy="3762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BBF79F8-4A85-C399-0BEE-4DF973B50954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131474" y="2197422"/>
                  <a:ext cx="11268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F460F93-2ACF-9D0F-18D4-3411A7F3E797}"/>
              </a:ext>
            </a:extLst>
          </p:cNvPr>
          <p:cNvGrpSpPr/>
          <p:nvPr/>
        </p:nvGrpSpPr>
        <p:grpSpPr>
          <a:xfrm>
            <a:off x="306514" y="5051502"/>
            <a:ext cx="371160" cy="277560"/>
            <a:chOff x="306514" y="5051502"/>
            <a:chExt cx="37116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349AE11-BFBD-1247-B436-59F129BEF5A1}"/>
                    </a:ext>
                  </a:extLst>
                </p14:cNvPr>
                <p14:cNvContentPartPr/>
                <p14:nvPr/>
              </p14:nvContentPartPr>
              <p14:xfrm>
                <a:off x="306514" y="5103342"/>
                <a:ext cx="137520" cy="138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349AE11-BFBD-1247-B436-59F129BEF5A1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300394" y="5097222"/>
                  <a:ext cx="1497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B22F932-7335-2498-1864-B70690DCFBCF}"/>
                    </a:ext>
                  </a:extLst>
                </p14:cNvPr>
                <p14:cNvContentPartPr/>
                <p14:nvPr/>
              </p14:nvContentPartPr>
              <p14:xfrm>
                <a:off x="469954" y="5233662"/>
                <a:ext cx="23760" cy="954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B22F932-7335-2498-1864-B70690DCFBCF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63834" y="5227542"/>
                  <a:ext cx="36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4457A0A-624A-86E9-D242-F8ABABE58D6B}"/>
                    </a:ext>
                  </a:extLst>
                </p14:cNvPr>
                <p14:cNvContentPartPr/>
                <p14:nvPr/>
              </p14:nvContentPartPr>
              <p14:xfrm>
                <a:off x="555994" y="5140062"/>
                <a:ext cx="42120" cy="1465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4457A0A-624A-86E9-D242-F8ABABE58D6B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549874" y="5133942"/>
                  <a:ext cx="54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7F11DAF-F163-CDE5-D93C-5F0AA2FC48B7}"/>
                    </a:ext>
                  </a:extLst>
                </p14:cNvPr>
                <p14:cNvContentPartPr/>
                <p14:nvPr/>
              </p14:nvContentPartPr>
              <p14:xfrm>
                <a:off x="543754" y="5051502"/>
                <a:ext cx="133920" cy="720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7F11DAF-F163-CDE5-D93C-5F0AA2FC48B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537634" y="5045382"/>
                  <a:ext cx="14616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1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527EFB1A-9A43-4FAE-0753-41AB4842835A}"/>
                  </a:ext>
                </a:extLst>
              </p14:cNvPr>
              <p14:cNvContentPartPr/>
              <p14:nvPr/>
            </p14:nvContentPartPr>
            <p14:xfrm>
              <a:off x="5406994" y="3024702"/>
              <a:ext cx="9000" cy="468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527EFB1A-9A43-4FAE-0753-41AB4842835A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5388994" y="3007062"/>
                <a:ext cx="4464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6" name="Group 355">
            <a:extLst>
              <a:ext uri="{FF2B5EF4-FFF2-40B4-BE49-F238E27FC236}">
                <a16:creationId xmlns:a16="http://schemas.microsoft.com/office/drawing/2014/main" id="{E52E83F1-F684-E505-D968-D8AC4D688F32}"/>
              </a:ext>
            </a:extLst>
          </p:cNvPr>
          <p:cNvGrpSpPr/>
          <p:nvPr/>
        </p:nvGrpSpPr>
        <p:grpSpPr>
          <a:xfrm>
            <a:off x="975754" y="2347182"/>
            <a:ext cx="3019680" cy="3701880"/>
            <a:chOff x="975754" y="2347182"/>
            <a:chExt cx="3019680" cy="370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BE5CB74-426A-3480-48B0-C8960BAF301B}"/>
                    </a:ext>
                  </a:extLst>
                </p14:cNvPr>
                <p14:cNvContentPartPr/>
                <p14:nvPr/>
              </p14:nvContentPartPr>
              <p14:xfrm>
                <a:off x="2702674" y="4989582"/>
                <a:ext cx="77040" cy="1393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BE5CB74-426A-3480-48B0-C8960BAF301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2696554" y="4983462"/>
                  <a:ext cx="89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B39A9EF-820F-07FD-220B-4D584C4F4108}"/>
                    </a:ext>
                  </a:extLst>
                </p14:cNvPr>
                <p14:cNvContentPartPr/>
                <p14:nvPr/>
              </p14:nvContentPartPr>
              <p14:xfrm>
                <a:off x="1055674" y="5076702"/>
                <a:ext cx="1596600" cy="6134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B39A9EF-820F-07FD-220B-4D584C4F4108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49554" y="5070582"/>
                  <a:ext cx="160884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9DAC5B6-AD0D-DB4F-1C94-12168E8C449B}"/>
                    </a:ext>
                  </a:extLst>
                </p14:cNvPr>
                <p14:cNvContentPartPr/>
                <p14:nvPr/>
              </p14:nvContentPartPr>
              <p14:xfrm>
                <a:off x="2519074" y="5038542"/>
                <a:ext cx="205560" cy="2091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9DAC5B6-AD0D-DB4F-1C94-12168E8C449B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2512954" y="5032422"/>
                  <a:ext cx="217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E1F7892-6B36-E3B9-D82C-AB9410B7E80E}"/>
                    </a:ext>
                  </a:extLst>
                </p14:cNvPr>
                <p14:cNvContentPartPr/>
                <p14:nvPr/>
              </p14:nvContentPartPr>
              <p14:xfrm>
                <a:off x="2852794" y="5066262"/>
                <a:ext cx="237960" cy="1638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E1F7892-6B36-E3B9-D82C-AB9410B7E80E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2846674" y="5060142"/>
                  <a:ext cx="250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D144976-0BD7-3612-5B9E-65FB56E2C288}"/>
                    </a:ext>
                  </a:extLst>
                </p14:cNvPr>
                <p14:cNvContentPartPr/>
                <p14:nvPr/>
              </p14:nvContentPartPr>
              <p14:xfrm>
                <a:off x="3104434" y="4918662"/>
                <a:ext cx="177840" cy="3117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D144976-0BD7-3612-5B9E-65FB56E2C288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3098314" y="4912542"/>
                  <a:ext cx="1900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5DD9A08-A303-EB6C-B9E1-EA125BFF633E}"/>
                    </a:ext>
                  </a:extLst>
                </p14:cNvPr>
                <p14:cNvContentPartPr/>
                <p14:nvPr/>
              </p14:nvContentPartPr>
              <p14:xfrm>
                <a:off x="2722114" y="5109462"/>
                <a:ext cx="35280" cy="622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5DD9A08-A303-EB6C-B9E1-EA125BFF633E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2715994" y="5103342"/>
                  <a:ext cx="47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E106107-1302-1109-B4E3-914EEB397132}"/>
                    </a:ext>
                  </a:extLst>
                </p14:cNvPr>
                <p14:cNvContentPartPr/>
                <p14:nvPr/>
              </p14:nvContentPartPr>
              <p14:xfrm>
                <a:off x="2704114" y="5331942"/>
                <a:ext cx="18360" cy="2044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E106107-1302-1109-B4E3-914EEB39713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697994" y="5325822"/>
                  <a:ext cx="30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DE6EAC3-171E-DF0F-645C-5CA19461501F}"/>
                    </a:ext>
                  </a:extLst>
                </p14:cNvPr>
                <p14:cNvContentPartPr/>
                <p14:nvPr/>
              </p14:nvContentPartPr>
              <p14:xfrm>
                <a:off x="2716714" y="5601942"/>
                <a:ext cx="3600" cy="928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DE6EAC3-171E-DF0F-645C-5CA19461501F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710594" y="5595822"/>
                  <a:ext cx="15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FA8D48D6-4E6C-F378-5A42-EC6865DC9980}"/>
                    </a:ext>
                  </a:extLst>
                </p14:cNvPr>
                <p14:cNvContentPartPr/>
                <p14:nvPr/>
              </p14:nvContentPartPr>
              <p14:xfrm>
                <a:off x="2553274" y="5785902"/>
                <a:ext cx="64800" cy="2023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FA8D48D6-4E6C-F378-5A42-EC6865DC9980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547154" y="5779782"/>
                  <a:ext cx="77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DF84A168-B5E9-5323-7C63-B64C4EDA5BA2}"/>
                    </a:ext>
                  </a:extLst>
                </p14:cNvPr>
                <p14:cNvContentPartPr/>
                <p14:nvPr/>
              </p14:nvContentPartPr>
              <p14:xfrm>
                <a:off x="2688274" y="5893902"/>
                <a:ext cx="2160" cy="1551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DF84A168-B5E9-5323-7C63-B64C4EDA5BA2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2682154" y="5887782"/>
                  <a:ext cx="14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398E6972-DCE3-BB7D-4F4C-A38A41D7E70C}"/>
                    </a:ext>
                  </a:extLst>
                </p14:cNvPr>
                <p14:cNvContentPartPr/>
                <p14:nvPr/>
              </p14:nvContentPartPr>
              <p14:xfrm>
                <a:off x="2737954" y="5830542"/>
                <a:ext cx="109080" cy="1800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398E6972-DCE3-BB7D-4F4C-A38A41D7E70C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2731834" y="5824422"/>
                  <a:ext cx="121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ADA063E-E417-7D75-7EDA-7AE5EA8E3BF9}"/>
                    </a:ext>
                  </a:extLst>
                </p14:cNvPr>
                <p14:cNvContentPartPr/>
                <p14:nvPr/>
              </p14:nvContentPartPr>
              <p14:xfrm>
                <a:off x="2728594" y="5701662"/>
                <a:ext cx="190080" cy="1314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ADA063E-E417-7D75-7EDA-7AE5EA8E3BF9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722474" y="5695542"/>
                  <a:ext cx="202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9325952-7952-9EAE-F36C-D36DFCD5FEAA}"/>
                    </a:ext>
                  </a:extLst>
                </p14:cNvPr>
                <p14:cNvContentPartPr/>
                <p14:nvPr/>
              </p14:nvContentPartPr>
              <p14:xfrm>
                <a:off x="2492434" y="5084982"/>
                <a:ext cx="85320" cy="136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9325952-7952-9EAE-F36C-D36DFCD5FEAA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2486314" y="5078862"/>
                  <a:ext cx="97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55B3E33-D339-0EAD-E675-A99DCCE23361}"/>
                    </a:ext>
                  </a:extLst>
                </p14:cNvPr>
                <p14:cNvContentPartPr/>
                <p14:nvPr/>
              </p14:nvContentPartPr>
              <p14:xfrm>
                <a:off x="995554" y="5089302"/>
                <a:ext cx="1114200" cy="871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55B3E33-D339-0EAD-E675-A99DCCE23361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89434" y="5083182"/>
                  <a:ext cx="1126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BF5376C-56C7-48C2-1783-4F0F73FAC635}"/>
                    </a:ext>
                  </a:extLst>
                </p14:cNvPr>
                <p14:cNvContentPartPr/>
                <p14:nvPr/>
              </p14:nvContentPartPr>
              <p14:xfrm>
                <a:off x="2731114" y="5043942"/>
                <a:ext cx="23760" cy="25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BF5376C-56C7-48C2-1783-4F0F73FAC635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2724994" y="5037822"/>
                  <a:ext cx="3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7EE0EA1-C9EA-A2F1-7E0B-380D72A2C94A}"/>
                    </a:ext>
                  </a:extLst>
                </p14:cNvPr>
                <p14:cNvContentPartPr/>
                <p14:nvPr/>
              </p14:nvContentPartPr>
              <p14:xfrm>
                <a:off x="2760634" y="4930542"/>
                <a:ext cx="43200" cy="9288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7EE0EA1-C9EA-A2F1-7E0B-380D72A2C94A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754514" y="4924422"/>
                  <a:ext cx="55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3872B4B-9C4F-051E-81FE-1D631F756585}"/>
                    </a:ext>
                  </a:extLst>
                </p14:cNvPr>
                <p14:cNvContentPartPr/>
                <p14:nvPr/>
              </p14:nvContentPartPr>
              <p14:xfrm>
                <a:off x="2872954" y="4563702"/>
                <a:ext cx="57600" cy="1620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3872B4B-9C4F-051E-81FE-1D631F756585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2866834" y="4557582"/>
                  <a:ext cx="698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A8DDB48-9A08-7E13-0280-7C0AC29055AD}"/>
                    </a:ext>
                  </a:extLst>
                </p14:cNvPr>
                <p14:cNvContentPartPr/>
                <p14:nvPr/>
              </p14:nvContentPartPr>
              <p14:xfrm>
                <a:off x="3012274" y="3912822"/>
                <a:ext cx="141120" cy="4075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A8DDB48-9A08-7E13-0280-7C0AC29055AD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3006154" y="3906702"/>
                  <a:ext cx="15336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80FBB12-BF69-76C0-D34C-6D5FDF069E1A}"/>
                    </a:ext>
                  </a:extLst>
                </p14:cNvPr>
                <p14:cNvContentPartPr/>
                <p14:nvPr/>
              </p14:nvContentPartPr>
              <p14:xfrm>
                <a:off x="3311794" y="2891502"/>
                <a:ext cx="205200" cy="6904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80FBB12-BF69-76C0-D34C-6D5FDF069E1A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305674" y="2885382"/>
                  <a:ext cx="21744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06D7255-5841-B768-9064-223865EBB872}"/>
                    </a:ext>
                  </a:extLst>
                </p14:cNvPr>
                <p14:cNvContentPartPr/>
                <p14:nvPr/>
              </p14:nvContentPartPr>
              <p14:xfrm>
                <a:off x="3185434" y="2595582"/>
                <a:ext cx="212040" cy="2253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06D7255-5841-B768-9064-223865EBB87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179314" y="2589462"/>
                  <a:ext cx="2242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799A0AB-BA04-3863-6CAD-40BA399CE134}"/>
                    </a:ext>
                  </a:extLst>
                </p14:cNvPr>
                <p14:cNvContentPartPr/>
                <p14:nvPr/>
              </p14:nvContentPartPr>
              <p14:xfrm>
                <a:off x="3190474" y="2692062"/>
                <a:ext cx="154080" cy="442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799A0AB-BA04-3863-6CAD-40BA399CE134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184354" y="2685942"/>
                  <a:ext cx="166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06D1F94-AA06-FE58-84CA-6F7F624E7E89}"/>
                    </a:ext>
                  </a:extLst>
                </p14:cNvPr>
                <p14:cNvContentPartPr/>
                <p14:nvPr/>
              </p14:nvContentPartPr>
              <p14:xfrm>
                <a:off x="3503314" y="2590542"/>
                <a:ext cx="21600" cy="1785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06D1F94-AA06-FE58-84CA-6F7F624E7E89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497194" y="2584422"/>
                  <a:ext cx="33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20AB325-8BDC-3DA5-F0D8-FBAC869F8A4E}"/>
                    </a:ext>
                  </a:extLst>
                </p14:cNvPr>
                <p14:cNvContentPartPr/>
                <p14:nvPr/>
              </p14:nvContentPartPr>
              <p14:xfrm>
                <a:off x="3436714" y="2668302"/>
                <a:ext cx="145440" cy="316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20AB325-8BDC-3DA5-F0D8-FBAC869F8A4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430594" y="2662182"/>
                  <a:ext cx="157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20B5C17-0799-A761-D89F-8D3799E0418B}"/>
                    </a:ext>
                  </a:extLst>
                </p14:cNvPr>
                <p14:cNvContentPartPr/>
                <p14:nvPr/>
              </p14:nvContentPartPr>
              <p14:xfrm>
                <a:off x="3671434" y="2534382"/>
                <a:ext cx="146520" cy="1987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20B5C17-0799-A761-D89F-8D3799E0418B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665314" y="2528262"/>
                  <a:ext cx="158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23620A2-BB74-56FE-A81E-4FF884A7C014}"/>
                    </a:ext>
                  </a:extLst>
                </p14:cNvPr>
                <p14:cNvContentPartPr/>
                <p14:nvPr/>
              </p14:nvContentPartPr>
              <p14:xfrm>
                <a:off x="3907954" y="2347182"/>
                <a:ext cx="87480" cy="3240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23620A2-BB74-56FE-A81E-4FF884A7C014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3901834" y="2341062"/>
                  <a:ext cx="99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E156E39-349F-1066-8809-C85D134D0B8E}"/>
                    </a:ext>
                  </a:extLst>
                </p14:cNvPr>
                <p14:cNvContentPartPr/>
                <p14:nvPr/>
              </p14:nvContentPartPr>
              <p14:xfrm>
                <a:off x="3421954" y="2911662"/>
                <a:ext cx="103320" cy="1195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E156E39-349F-1066-8809-C85D134D0B8E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403954" y="2893662"/>
                  <a:ext cx="138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A340BEA-69ED-B304-0ADD-1368AFDF6F9E}"/>
                    </a:ext>
                  </a:extLst>
                </p14:cNvPr>
                <p14:cNvContentPartPr/>
                <p14:nvPr/>
              </p14:nvContentPartPr>
              <p14:xfrm>
                <a:off x="975754" y="2960982"/>
                <a:ext cx="2451960" cy="28094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A340BEA-69ED-B304-0ADD-1368AFDF6F9E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58114" y="2943342"/>
                  <a:ext cx="2487600" cy="28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58F27DF-95FC-BE2F-0C30-7D00927FBDA3}"/>
                    </a:ext>
                  </a:extLst>
                </p14:cNvPr>
                <p14:cNvContentPartPr/>
                <p14:nvPr/>
              </p14:nvContentPartPr>
              <p14:xfrm>
                <a:off x="3240514" y="2924622"/>
                <a:ext cx="218520" cy="2322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58F27DF-95FC-BE2F-0C30-7D00927FBDA3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222874" y="2906982"/>
                  <a:ext cx="2541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E351C2A9-7320-49AC-2CC2-99930286D1AF}"/>
                    </a:ext>
                  </a:extLst>
                </p14:cNvPr>
                <p14:cNvContentPartPr/>
                <p14:nvPr/>
              </p14:nvContentPartPr>
              <p14:xfrm>
                <a:off x="3859714" y="2729142"/>
                <a:ext cx="5760" cy="21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E351C2A9-7320-49AC-2CC2-99930286D1AF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842074" y="2711142"/>
                  <a:ext cx="414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1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CFC602D5-8E9A-AD04-2FD6-CFDF5C09E992}"/>
                  </a:ext>
                </a:extLst>
              </p14:cNvPr>
              <p14:cNvContentPartPr/>
              <p14:nvPr/>
            </p14:nvContentPartPr>
            <p14:xfrm>
              <a:off x="1907074" y="5330142"/>
              <a:ext cx="61560" cy="10440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CFC602D5-8E9A-AD04-2FD6-CFDF5C09E992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1889434" y="5312502"/>
                <a:ext cx="972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3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4C252305-0AB6-FC8E-7AAC-29D03079BEE0}"/>
                  </a:ext>
                </a:extLst>
              </p14:cNvPr>
              <p14:cNvContentPartPr/>
              <p14:nvPr/>
            </p14:nvContentPartPr>
            <p14:xfrm>
              <a:off x="2598994" y="3193182"/>
              <a:ext cx="66960" cy="10116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4C252305-0AB6-FC8E-7AAC-29D03079BEE0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2581354" y="3175542"/>
                <a:ext cx="1026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5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7F660E41-872D-C0A9-C27F-D0ED05DB7155}"/>
                  </a:ext>
                </a:extLst>
              </p14:cNvPr>
              <p14:cNvContentPartPr/>
              <p14:nvPr/>
            </p14:nvContentPartPr>
            <p14:xfrm>
              <a:off x="4426354" y="1167822"/>
              <a:ext cx="17640" cy="828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7F660E41-872D-C0A9-C27F-D0ED05DB7155}"/>
                  </a:ext>
                </a:extLst>
              </p:cNvPr>
              <p:cNvPicPr/>
              <p:nvPr/>
            </p:nvPicPr>
            <p:blipFill>
              <a:blip r:embed="rId596"/>
              <a:stretch>
                <a:fillRect/>
              </a:stretch>
            </p:blipFill>
            <p:spPr>
              <a:xfrm>
                <a:off x="4408714" y="1150182"/>
                <a:ext cx="532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7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6EE297B9-094C-0FDC-1221-FA9033760EAA}"/>
                  </a:ext>
                </a:extLst>
              </p14:cNvPr>
              <p14:cNvContentPartPr/>
              <p14:nvPr/>
            </p14:nvContentPartPr>
            <p14:xfrm>
              <a:off x="1921474" y="5286942"/>
              <a:ext cx="75240" cy="15768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6EE297B9-094C-0FDC-1221-FA9033760EAA}"/>
                  </a:ext>
                </a:extLst>
              </p:cNvPr>
              <p:cNvPicPr/>
              <p:nvPr/>
            </p:nvPicPr>
            <p:blipFill>
              <a:blip r:embed="rId598"/>
              <a:stretch>
                <a:fillRect/>
              </a:stretch>
            </p:blipFill>
            <p:spPr>
              <a:xfrm>
                <a:off x="1903834" y="5269302"/>
                <a:ext cx="1108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9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C28F4263-3BEE-9B94-2543-41536D5AD8A7}"/>
                  </a:ext>
                </a:extLst>
              </p14:cNvPr>
              <p14:cNvContentPartPr/>
              <p14:nvPr/>
            </p14:nvContentPartPr>
            <p14:xfrm>
              <a:off x="10749034" y="233982"/>
              <a:ext cx="360" cy="36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C28F4263-3BEE-9B94-2543-41536D5AD8A7}"/>
                  </a:ext>
                </a:extLst>
              </p:cNvPr>
              <p:cNvPicPr/>
              <p:nvPr/>
            </p:nvPicPr>
            <p:blipFill>
              <a:blip r:embed="rId600"/>
              <a:stretch>
                <a:fillRect/>
              </a:stretch>
            </p:blipFill>
            <p:spPr>
              <a:xfrm>
                <a:off x="10731394" y="2159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1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4D2CC70F-BB29-A9B9-534D-DA1E6581AB25}"/>
                  </a:ext>
                </a:extLst>
              </p14:cNvPr>
              <p14:cNvContentPartPr/>
              <p14:nvPr/>
            </p14:nvContentPartPr>
            <p14:xfrm>
              <a:off x="1941994" y="3490902"/>
              <a:ext cx="84600" cy="8604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4D2CC70F-BB29-A9B9-534D-DA1E6581AB25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1924354" y="3472902"/>
                <a:ext cx="1202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3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2D2441E1-D86A-9453-65B9-17AAE7A92D52}"/>
                  </a:ext>
                </a:extLst>
              </p14:cNvPr>
              <p14:cNvContentPartPr/>
              <p14:nvPr/>
            </p14:nvContentPartPr>
            <p14:xfrm>
              <a:off x="4311874" y="4545342"/>
              <a:ext cx="77040" cy="8388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2D2441E1-D86A-9453-65B9-17AAE7A92D52}"/>
                  </a:ext>
                </a:extLst>
              </p:cNvPr>
              <p:cNvPicPr/>
              <p:nvPr/>
            </p:nvPicPr>
            <p:blipFill>
              <a:blip r:embed="rId604"/>
              <a:stretch>
                <a:fillRect/>
              </a:stretch>
            </p:blipFill>
            <p:spPr>
              <a:xfrm>
                <a:off x="4293874" y="4527702"/>
                <a:ext cx="112680" cy="1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0" name="Group 399">
            <a:extLst>
              <a:ext uri="{FF2B5EF4-FFF2-40B4-BE49-F238E27FC236}">
                <a16:creationId xmlns:a16="http://schemas.microsoft.com/office/drawing/2014/main" id="{13822C93-D9EC-2AD6-7A3A-22770C1D7D85}"/>
              </a:ext>
            </a:extLst>
          </p:cNvPr>
          <p:cNvGrpSpPr/>
          <p:nvPr/>
        </p:nvGrpSpPr>
        <p:grpSpPr>
          <a:xfrm>
            <a:off x="197434" y="514422"/>
            <a:ext cx="8802720" cy="3917520"/>
            <a:chOff x="197434" y="514422"/>
            <a:chExt cx="8802720" cy="39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89421871-F449-EF07-26E9-B5F5343F89DA}"/>
                    </a:ext>
                  </a:extLst>
                </p14:cNvPr>
                <p14:cNvContentPartPr/>
                <p14:nvPr/>
              </p14:nvContentPartPr>
              <p14:xfrm>
                <a:off x="197434" y="4236822"/>
                <a:ext cx="405000" cy="1951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89421871-F449-EF07-26E9-B5F5343F89DA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79794" y="4218822"/>
                  <a:ext cx="440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5FE2292-EF8D-010F-91D2-388C3A1C5CA0}"/>
                    </a:ext>
                  </a:extLst>
                </p14:cNvPr>
                <p14:cNvContentPartPr/>
                <p14:nvPr/>
              </p14:nvContentPartPr>
              <p14:xfrm>
                <a:off x="5225554" y="2913462"/>
                <a:ext cx="30240" cy="115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5FE2292-EF8D-010F-91D2-388C3A1C5CA0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207914" y="2895462"/>
                  <a:ext cx="65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F2A834E-B404-9258-8122-DDD16821E397}"/>
                    </a:ext>
                  </a:extLst>
                </p14:cNvPr>
                <p14:cNvContentPartPr/>
                <p14:nvPr/>
              </p14:nvContentPartPr>
              <p14:xfrm>
                <a:off x="3403954" y="2899422"/>
                <a:ext cx="106200" cy="1220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F2A834E-B404-9258-8122-DDD16821E397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3385954" y="2881422"/>
                  <a:ext cx="141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A87B7F7E-FDE3-DEFF-05C4-B9D7CB583D4A}"/>
                    </a:ext>
                  </a:extLst>
                </p14:cNvPr>
                <p14:cNvContentPartPr/>
                <p14:nvPr/>
              </p14:nvContentPartPr>
              <p14:xfrm>
                <a:off x="2613394" y="3175182"/>
                <a:ext cx="59760" cy="1098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A87B7F7E-FDE3-DEFF-05C4-B9D7CB583D4A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2595394" y="3157182"/>
                  <a:ext cx="95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A24D4F3-0849-7238-34D0-B322DD6C7AE2}"/>
                    </a:ext>
                  </a:extLst>
                </p14:cNvPr>
                <p14:cNvContentPartPr/>
                <p14:nvPr/>
              </p14:nvContentPartPr>
              <p14:xfrm>
                <a:off x="2174554" y="2981862"/>
                <a:ext cx="370800" cy="2595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A24D4F3-0849-7238-34D0-B322DD6C7AE2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2156914" y="2964222"/>
                  <a:ext cx="406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A6F11B3-F433-17FF-BFFB-7E8BB60998D6}"/>
                    </a:ext>
                  </a:extLst>
                </p14:cNvPr>
                <p14:cNvContentPartPr/>
                <p14:nvPr/>
              </p14:nvContentPartPr>
              <p14:xfrm>
                <a:off x="2519434" y="2943342"/>
                <a:ext cx="78480" cy="1803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A6F11B3-F433-17FF-BFFB-7E8BB60998D6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2501434" y="2925702"/>
                  <a:ext cx="114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3DA760CE-1F29-CB66-2D50-9423D159C3BB}"/>
                    </a:ext>
                  </a:extLst>
                </p14:cNvPr>
                <p14:cNvContentPartPr/>
                <p14:nvPr/>
              </p14:nvContentPartPr>
              <p14:xfrm>
                <a:off x="2100394" y="2555982"/>
                <a:ext cx="1128600" cy="6901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3DA760CE-1F29-CB66-2D50-9423D159C3BB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2082754" y="2538342"/>
                  <a:ext cx="116424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7FB7668-4BF0-8CB0-BCD4-EB7B603A1C5B}"/>
                    </a:ext>
                  </a:extLst>
                </p14:cNvPr>
                <p14:cNvContentPartPr/>
                <p14:nvPr/>
              </p14:nvContentPartPr>
              <p14:xfrm>
                <a:off x="3159154" y="2487582"/>
                <a:ext cx="140400" cy="1789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7FB7668-4BF0-8CB0-BCD4-EB7B603A1C5B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3141514" y="2469942"/>
                  <a:ext cx="176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573922BB-DC3D-FDB3-F333-FFE848D2A42B}"/>
                    </a:ext>
                  </a:extLst>
                </p14:cNvPr>
                <p14:cNvContentPartPr/>
                <p14:nvPr/>
              </p14:nvContentPartPr>
              <p14:xfrm>
                <a:off x="2073754" y="1902582"/>
                <a:ext cx="2693160" cy="1253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573922BB-DC3D-FDB3-F333-FFE848D2A42B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2056114" y="1884942"/>
                  <a:ext cx="2728800" cy="12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07E210AD-4594-A9AF-2120-B06149BA64C7}"/>
                    </a:ext>
                  </a:extLst>
                </p14:cNvPr>
                <p14:cNvContentPartPr/>
                <p14:nvPr/>
              </p14:nvContentPartPr>
              <p14:xfrm>
                <a:off x="4690954" y="1934982"/>
                <a:ext cx="153000" cy="2145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07E210AD-4594-A9AF-2120-B06149BA64C7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4672954" y="1916982"/>
                  <a:ext cx="188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72D801ED-88D1-DA38-4B9A-99EEAED50DDD}"/>
                    </a:ext>
                  </a:extLst>
                </p14:cNvPr>
                <p14:cNvContentPartPr/>
                <p14:nvPr/>
              </p14:nvContentPartPr>
              <p14:xfrm>
                <a:off x="2061874" y="1265742"/>
                <a:ext cx="4624560" cy="18306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72D801ED-88D1-DA38-4B9A-99EEAED50DDD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043874" y="1247742"/>
                  <a:ext cx="4660200" cy="18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82F60DE4-7E7A-A6E6-A810-F9648B2F3162}"/>
                    </a:ext>
                  </a:extLst>
                </p14:cNvPr>
                <p14:cNvContentPartPr/>
                <p14:nvPr/>
              </p14:nvContentPartPr>
              <p14:xfrm>
                <a:off x="6581674" y="1190502"/>
                <a:ext cx="306360" cy="293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82F60DE4-7E7A-A6E6-A810-F9648B2F3162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6564034" y="1172862"/>
                  <a:ext cx="342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5A7F437-05BE-5FD9-F19B-2A449A52419D}"/>
                    </a:ext>
                  </a:extLst>
                </p14:cNvPr>
                <p14:cNvContentPartPr/>
                <p14:nvPr/>
              </p14:nvContentPartPr>
              <p14:xfrm>
                <a:off x="2058634" y="539262"/>
                <a:ext cx="6836760" cy="24721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5A7F437-05BE-5FD9-F19B-2A449A52419D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040634" y="521262"/>
                  <a:ext cx="6872400" cy="25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80AD38C-F598-237F-0C91-4DFECDDCD4AE}"/>
                    </a:ext>
                  </a:extLst>
                </p14:cNvPr>
                <p14:cNvContentPartPr/>
                <p14:nvPr/>
              </p14:nvContentPartPr>
              <p14:xfrm>
                <a:off x="8768314" y="514422"/>
                <a:ext cx="231840" cy="1242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80AD38C-F598-237F-0C91-4DFECDDCD4AE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750674" y="496422"/>
                  <a:ext cx="267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0C79569-37D6-E45E-C503-2850A902D666}"/>
                    </a:ext>
                  </a:extLst>
                </p14:cNvPr>
                <p14:cNvContentPartPr/>
                <p14:nvPr/>
              </p14:nvContentPartPr>
              <p14:xfrm>
                <a:off x="1400194" y="3175542"/>
                <a:ext cx="577080" cy="3862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0C79569-37D6-E45E-C503-2850A902D666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382194" y="3157542"/>
                  <a:ext cx="6127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8A61AFA9-C765-69C0-23DB-E22A1DDAC31D}"/>
                    </a:ext>
                  </a:extLst>
                </p14:cNvPr>
                <p14:cNvContentPartPr/>
                <p14:nvPr/>
              </p14:nvContentPartPr>
              <p14:xfrm>
                <a:off x="1353754" y="3384342"/>
                <a:ext cx="107280" cy="2055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8A61AFA9-C765-69C0-23DB-E22A1DDAC31D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336114" y="3366702"/>
                  <a:ext cx="142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E801781-6BD7-A896-9845-1AE0E2A56DB1}"/>
                    </a:ext>
                  </a:extLst>
                </p14:cNvPr>
                <p14:cNvContentPartPr/>
                <p14:nvPr/>
              </p14:nvContentPartPr>
              <p14:xfrm>
                <a:off x="546634" y="2929662"/>
                <a:ext cx="1501200" cy="109764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E801781-6BD7-A896-9845-1AE0E2A56DB1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28994" y="2912022"/>
                  <a:ext cx="1536840" cy="11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FEC21B9-F9B6-45EB-87C5-5B47BA445766}"/>
                    </a:ext>
                  </a:extLst>
                </p14:cNvPr>
                <p14:cNvContentPartPr/>
                <p14:nvPr/>
              </p14:nvContentPartPr>
              <p14:xfrm>
                <a:off x="441514" y="3801222"/>
                <a:ext cx="165960" cy="2901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FEC21B9-F9B6-45EB-87C5-5B47BA445766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423514" y="3783582"/>
                  <a:ext cx="2016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F3C4EABB-A959-F5CC-3F14-191EFF271231}"/>
                    </a:ext>
                  </a:extLst>
                </p14:cNvPr>
                <p14:cNvContentPartPr/>
                <p14:nvPr/>
              </p14:nvContentPartPr>
              <p14:xfrm>
                <a:off x="754714" y="3973302"/>
                <a:ext cx="391680" cy="1584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F3C4EABB-A959-F5CC-3F14-191EFF271231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737074" y="3955662"/>
                  <a:ext cx="427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F72CE738-3EAB-88B6-46FC-3F7C9731B74F}"/>
                    </a:ext>
                  </a:extLst>
                </p14:cNvPr>
                <p14:cNvContentPartPr/>
                <p14:nvPr/>
              </p14:nvContentPartPr>
              <p14:xfrm>
                <a:off x="1352314" y="3714462"/>
                <a:ext cx="423720" cy="1497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F72CE738-3EAB-88B6-46FC-3F7C9731B74F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334314" y="3696462"/>
                  <a:ext cx="459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7FCF9914-99EF-0A5D-6382-A476F3D69728}"/>
                    </a:ext>
                  </a:extLst>
                </p14:cNvPr>
                <p14:cNvContentPartPr/>
                <p14:nvPr/>
              </p14:nvContentPartPr>
              <p14:xfrm>
                <a:off x="1733554" y="3576582"/>
                <a:ext cx="237960" cy="1101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7FCF9914-99EF-0A5D-6382-A476F3D69728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715554" y="3558582"/>
                  <a:ext cx="273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27BD6D6-ED77-4F23-20E6-C4CAFB802453}"/>
                    </a:ext>
                  </a:extLst>
                </p14:cNvPr>
                <p14:cNvContentPartPr/>
                <p14:nvPr/>
              </p14:nvContentPartPr>
              <p14:xfrm>
                <a:off x="2330074" y="3268422"/>
                <a:ext cx="310320" cy="11376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27BD6D6-ED77-4F23-20E6-C4CAFB802453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312074" y="3250782"/>
                  <a:ext cx="345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273F1F1-175A-AB9F-F4A8-636184D3B660}"/>
                    </a:ext>
                  </a:extLst>
                </p14:cNvPr>
                <p14:cNvContentPartPr/>
                <p14:nvPr/>
              </p14:nvContentPartPr>
              <p14:xfrm>
                <a:off x="2976274" y="3061422"/>
                <a:ext cx="154800" cy="414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273F1F1-175A-AB9F-F4A8-636184D3B660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2958274" y="3043782"/>
                  <a:ext cx="190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999E7ABC-CADF-C0D2-2AA6-3016640234DB}"/>
                    </a:ext>
                  </a:extLst>
                </p14:cNvPr>
                <p14:cNvContentPartPr/>
                <p14:nvPr/>
              </p14:nvContentPartPr>
              <p14:xfrm>
                <a:off x="3645514" y="2801862"/>
                <a:ext cx="213480" cy="615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999E7ABC-CADF-C0D2-2AA6-3016640234DB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627874" y="2783862"/>
                  <a:ext cx="249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6EA8430-4029-552B-3EA6-71AA2D7DD29C}"/>
                    </a:ext>
                  </a:extLst>
                </p14:cNvPr>
                <p14:cNvContentPartPr/>
                <p14:nvPr/>
              </p14:nvContentPartPr>
              <p14:xfrm>
                <a:off x="4254994" y="2616822"/>
                <a:ext cx="104040" cy="327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6EA8430-4029-552B-3EA6-71AA2D7DD29C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4236994" y="2599182"/>
                  <a:ext cx="139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5A81CAC-313D-4F34-76A9-B9BB81BB1CC5}"/>
                    </a:ext>
                  </a:extLst>
                </p14:cNvPr>
                <p14:cNvContentPartPr/>
                <p14:nvPr/>
              </p14:nvContentPartPr>
              <p14:xfrm>
                <a:off x="4810834" y="2354742"/>
                <a:ext cx="270360" cy="676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5A81CAC-313D-4F34-76A9-B9BB81BB1CC5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793194" y="2337102"/>
                  <a:ext cx="306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75300F2-6227-C11F-55B3-0BDFB6EC662B}"/>
                    </a:ext>
                  </a:extLst>
                </p14:cNvPr>
                <p14:cNvContentPartPr/>
                <p14:nvPr/>
              </p14:nvContentPartPr>
              <p14:xfrm>
                <a:off x="5597434" y="2160702"/>
                <a:ext cx="60480" cy="158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75300F2-6227-C11F-55B3-0BDFB6EC662B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5579434" y="2142702"/>
                  <a:ext cx="96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8600751-5254-AB3B-6797-5EBE6B0C834E}"/>
                    </a:ext>
                  </a:extLst>
                </p14:cNvPr>
                <p14:cNvContentPartPr/>
                <p14:nvPr/>
              </p14:nvContentPartPr>
              <p14:xfrm>
                <a:off x="5869234" y="1985022"/>
                <a:ext cx="272160" cy="597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8600751-5254-AB3B-6797-5EBE6B0C834E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5851594" y="1967022"/>
                  <a:ext cx="307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7DE2CE0-58F7-3D34-7959-32EC8A16D960}"/>
                    </a:ext>
                  </a:extLst>
                </p14:cNvPr>
                <p14:cNvContentPartPr/>
                <p14:nvPr/>
              </p14:nvContentPartPr>
              <p14:xfrm>
                <a:off x="6515434" y="1779822"/>
                <a:ext cx="232560" cy="7452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7DE2CE0-58F7-3D34-7959-32EC8A16D96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6497434" y="1761822"/>
                  <a:ext cx="268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17345A5C-1157-46CB-E4CE-759B8CFC756F}"/>
                    </a:ext>
                  </a:extLst>
                </p14:cNvPr>
                <p14:cNvContentPartPr/>
                <p14:nvPr/>
              </p14:nvContentPartPr>
              <p14:xfrm>
                <a:off x="2640034" y="1337382"/>
                <a:ext cx="561960" cy="3553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17345A5C-1157-46CB-E4CE-759B8CFC756F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2622394" y="1319742"/>
                  <a:ext cx="5976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E1B7C6D3-9158-E0E4-3AA7-5EE129EC461F}"/>
                    </a:ext>
                  </a:extLst>
                </p14:cNvPr>
                <p14:cNvContentPartPr/>
                <p14:nvPr/>
              </p14:nvContentPartPr>
              <p14:xfrm>
                <a:off x="3140794" y="1743822"/>
                <a:ext cx="89280" cy="835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E1B7C6D3-9158-E0E4-3AA7-5EE129EC461F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3123154" y="1725822"/>
                  <a:ext cx="124920" cy="11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0559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CF146-3901-A0EE-DC9B-B474443A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 descr="A white screen with blue text&#10;&#10;AI-generated content may be incorrect.">
            <a:extLst>
              <a:ext uri="{FF2B5EF4-FFF2-40B4-BE49-F238E27FC236}">
                <a16:creationId xmlns:a16="http://schemas.microsoft.com/office/drawing/2014/main" id="{4850466E-BF92-0639-0058-6FA104C7A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48" y="1492176"/>
            <a:ext cx="11666253" cy="33354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15B1EA-4DD5-7B17-7F00-F850AC439D72}"/>
                  </a:ext>
                </a:extLst>
              </p14:cNvPr>
              <p14:cNvContentPartPr/>
              <p14:nvPr/>
            </p14:nvContentPartPr>
            <p14:xfrm>
              <a:off x="805834" y="1922742"/>
              <a:ext cx="1128960" cy="9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15B1EA-4DD5-7B17-7F00-F850AC439D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194" y="1815102"/>
                <a:ext cx="12366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C868F5-E4C7-6E8E-B3AD-3AA0DB6D8A22}"/>
                  </a:ext>
                </a:extLst>
              </p14:cNvPr>
              <p14:cNvContentPartPr/>
              <p14:nvPr/>
            </p14:nvContentPartPr>
            <p14:xfrm>
              <a:off x="2192194" y="1934982"/>
              <a:ext cx="554760" cy="59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C868F5-E4C7-6E8E-B3AD-3AA0DB6D8A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8194" y="1827342"/>
                <a:ext cx="6624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E5E805-B5EC-A266-DCA8-D76C4EF4F290}"/>
                  </a:ext>
                </a:extLst>
              </p14:cNvPr>
              <p14:cNvContentPartPr/>
              <p14:nvPr/>
            </p14:nvContentPartPr>
            <p14:xfrm>
              <a:off x="4953034" y="1924182"/>
              <a:ext cx="633240" cy="76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E5E805-B5EC-A266-DCA8-D76C4EF4F2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9394" y="1816182"/>
                <a:ext cx="7408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72B0FD6-32CD-E257-E5F9-5B11E8EF4283}"/>
                  </a:ext>
                </a:extLst>
              </p14:cNvPr>
              <p14:cNvContentPartPr/>
              <p14:nvPr/>
            </p14:nvContentPartPr>
            <p14:xfrm>
              <a:off x="2213434" y="2475342"/>
              <a:ext cx="2147400" cy="11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72B0FD6-32CD-E257-E5F9-5B11E8EF428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59434" y="2367702"/>
                <a:ext cx="22550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07E668-891C-15A3-8B12-FE1806278205}"/>
                  </a:ext>
                </a:extLst>
              </p14:cNvPr>
              <p14:cNvContentPartPr/>
              <p14:nvPr/>
            </p14:nvContentPartPr>
            <p14:xfrm>
              <a:off x="2203714" y="2474262"/>
              <a:ext cx="2394360" cy="243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07E668-891C-15A3-8B12-FE18062782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50074" y="2366262"/>
                <a:ext cx="250200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1FA7857-9240-284F-84EE-10C9D5B5F1E2}"/>
                  </a:ext>
                </a:extLst>
              </p14:cNvPr>
              <p14:cNvContentPartPr/>
              <p14:nvPr/>
            </p14:nvContentPartPr>
            <p14:xfrm>
              <a:off x="4702114" y="2453742"/>
              <a:ext cx="322560" cy="291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1FA7857-9240-284F-84EE-10C9D5B5F1E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48114" y="2345742"/>
                <a:ext cx="43020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5619C3-7021-9803-9D31-3B308EF3179D}"/>
                  </a:ext>
                </a:extLst>
              </p14:cNvPr>
              <p14:cNvContentPartPr/>
              <p14:nvPr/>
            </p14:nvContentPartPr>
            <p14:xfrm>
              <a:off x="7287274" y="2474982"/>
              <a:ext cx="315720" cy="251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5619C3-7021-9803-9D31-3B308EF3179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33634" y="2366982"/>
                <a:ext cx="42336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827460A-472C-0C8C-1353-13A780BCBC4B}"/>
                  </a:ext>
                </a:extLst>
              </p14:cNvPr>
              <p14:cNvContentPartPr/>
              <p14:nvPr/>
            </p14:nvContentPartPr>
            <p14:xfrm>
              <a:off x="7699834" y="2442942"/>
              <a:ext cx="468000" cy="291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827460A-472C-0C8C-1353-13A780BCBC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46194" y="2335302"/>
                <a:ext cx="57564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DDF5110-4D2D-A448-0F21-673D8B6DE664}"/>
                  </a:ext>
                </a:extLst>
              </p14:cNvPr>
              <p14:cNvContentPartPr/>
              <p14:nvPr/>
            </p14:nvContentPartPr>
            <p14:xfrm>
              <a:off x="8370154" y="2449782"/>
              <a:ext cx="279720" cy="218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DDF5110-4D2D-A448-0F21-673D8B6DE66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16154" y="2342142"/>
                <a:ext cx="38736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1A5351F-E7AC-BC2B-E871-BC07EAE5144D}"/>
                  </a:ext>
                </a:extLst>
              </p14:cNvPr>
              <p14:cNvContentPartPr/>
              <p14:nvPr/>
            </p14:nvContentPartPr>
            <p14:xfrm>
              <a:off x="8738074" y="2476422"/>
              <a:ext cx="896760" cy="253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1A5351F-E7AC-BC2B-E871-BC07EAE5144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84074" y="2368782"/>
                <a:ext cx="100440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C8C089-DBFF-57CF-228A-B16D5F3A6FD2}"/>
                  </a:ext>
                </a:extLst>
              </p14:cNvPr>
              <p14:cNvContentPartPr/>
              <p14:nvPr/>
            </p14:nvContentPartPr>
            <p14:xfrm>
              <a:off x="9148834" y="2746062"/>
              <a:ext cx="1440" cy="13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C8C089-DBFF-57CF-228A-B16D5F3A6FD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094834" y="2638422"/>
                <a:ext cx="1090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E7E9D8A-2E76-4B25-3324-996D45DAE481}"/>
                  </a:ext>
                </a:extLst>
              </p14:cNvPr>
              <p14:cNvContentPartPr/>
              <p14:nvPr/>
            </p14:nvContentPartPr>
            <p14:xfrm>
              <a:off x="1436194" y="2752182"/>
              <a:ext cx="753840" cy="252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E7E9D8A-2E76-4B25-3324-996D45DAE48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382194" y="2644542"/>
                <a:ext cx="86148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3ACDC0B-4DCE-59EC-A60C-DCB70E645823}"/>
                  </a:ext>
                </a:extLst>
              </p14:cNvPr>
              <p14:cNvContentPartPr/>
              <p14:nvPr/>
            </p14:nvContentPartPr>
            <p14:xfrm>
              <a:off x="2274634" y="2807262"/>
              <a:ext cx="287640" cy="1645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3ACDC0B-4DCE-59EC-A60C-DCB70E64582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20994" y="2699622"/>
                <a:ext cx="39528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716E8A2-86E3-37D6-29FF-69B6AECB5C81}"/>
                  </a:ext>
                </a:extLst>
              </p14:cNvPr>
              <p14:cNvContentPartPr/>
              <p14:nvPr/>
            </p14:nvContentPartPr>
            <p14:xfrm>
              <a:off x="2691514" y="2802942"/>
              <a:ext cx="522000" cy="126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716E8A2-86E3-37D6-29FF-69B6AECB5C8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637514" y="2695302"/>
                <a:ext cx="62964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D288CE6-850C-DD22-DC60-9D59BEC9E9A6}"/>
                  </a:ext>
                </a:extLst>
              </p14:cNvPr>
              <p14:cNvContentPartPr/>
              <p14:nvPr/>
            </p14:nvContentPartPr>
            <p14:xfrm>
              <a:off x="3213514" y="2814822"/>
              <a:ext cx="434160" cy="150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D288CE6-850C-DD22-DC60-9D59BEC9E9A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59874" y="2706822"/>
                <a:ext cx="5418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2D4BC54-08E8-571E-0E5C-57E2268F5EEB}"/>
                  </a:ext>
                </a:extLst>
              </p14:cNvPr>
              <p14:cNvContentPartPr/>
              <p14:nvPr/>
            </p14:nvContentPartPr>
            <p14:xfrm>
              <a:off x="3721834" y="2827422"/>
              <a:ext cx="425160" cy="135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2D4BC54-08E8-571E-0E5C-57E2268F5EE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667834" y="2719782"/>
                <a:ext cx="53280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06DC69C-0B28-1A9E-7D23-DFD9F805E445}"/>
                  </a:ext>
                </a:extLst>
              </p14:cNvPr>
              <p14:cNvContentPartPr/>
              <p14:nvPr/>
            </p14:nvContentPartPr>
            <p14:xfrm>
              <a:off x="2574154" y="3417462"/>
              <a:ext cx="852480" cy="2030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06DC69C-0B28-1A9E-7D23-DFD9F805E44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520154" y="3309462"/>
                <a:ext cx="9601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0F95861-6DF5-F28A-4A3A-FB02EF8BB33D}"/>
                  </a:ext>
                </a:extLst>
              </p14:cNvPr>
              <p14:cNvContentPartPr/>
              <p14:nvPr/>
            </p14:nvContentPartPr>
            <p14:xfrm>
              <a:off x="2005354" y="2800422"/>
              <a:ext cx="132120" cy="178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0F95861-6DF5-F28A-4A3A-FB02EF8BB33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951714" y="2692782"/>
                <a:ext cx="2397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4D00F9A-C094-F004-CA3B-2A635B8CD599}"/>
                  </a:ext>
                </a:extLst>
              </p14:cNvPr>
              <p14:cNvContentPartPr/>
              <p14:nvPr/>
            </p14:nvContentPartPr>
            <p14:xfrm>
              <a:off x="3207754" y="3398382"/>
              <a:ext cx="180720" cy="189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4D00F9A-C094-F004-CA3B-2A635B8CD59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153754" y="3290382"/>
                <a:ext cx="2883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B9F6030-4124-98FE-3FC3-9CA8A2535462}"/>
                  </a:ext>
                </a:extLst>
              </p14:cNvPr>
              <p14:cNvContentPartPr/>
              <p14:nvPr/>
            </p14:nvContentPartPr>
            <p14:xfrm>
              <a:off x="4908754" y="3408102"/>
              <a:ext cx="285120" cy="210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B9F6030-4124-98FE-3FC3-9CA8A253546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55114" y="3300462"/>
                <a:ext cx="39276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0E81E0C-2E0F-8E70-7942-B641D4C35A20}"/>
                  </a:ext>
                </a:extLst>
              </p14:cNvPr>
              <p14:cNvContentPartPr/>
              <p14:nvPr/>
            </p14:nvContentPartPr>
            <p14:xfrm>
              <a:off x="1959274" y="3403062"/>
              <a:ext cx="204120" cy="199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0E81E0C-2E0F-8E70-7942-B641D4C35A2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05274" y="3295422"/>
                <a:ext cx="311760" cy="41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E736FBE-2F2D-36DE-E06D-F5673E3C5B06}"/>
              </a:ext>
            </a:extLst>
          </p:cNvPr>
          <p:cNvGrpSpPr/>
          <p:nvPr/>
        </p:nvGrpSpPr>
        <p:grpSpPr>
          <a:xfrm>
            <a:off x="2200834" y="3261222"/>
            <a:ext cx="507600" cy="199440"/>
            <a:chOff x="2200834" y="3261222"/>
            <a:chExt cx="50760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5F08371-B928-F654-596C-40B1E51EDB58}"/>
                    </a:ext>
                  </a:extLst>
                </p14:cNvPr>
                <p14:cNvContentPartPr/>
                <p14:nvPr/>
              </p14:nvContentPartPr>
              <p14:xfrm>
                <a:off x="2200834" y="3261222"/>
                <a:ext cx="70200" cy="199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5F08371-B928-F654-596C-40B1E51EDB5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94714" y="3255102"/>
                  <a:ext cx="82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192B61-CCA3-D31B-1880-8B5A730BE1A4}"/>
                    </a:ext>
                  </a:extLst>
                </p14:cNvPr>
                <p14:cNvContentPartPr/>
                <p14:nvPr/>
              </p14:nvContentPartPr>
              <p14:xfrm>
                <a:off x="2313154" y="3285342"/>
                <a:ext cx="108720" cy="170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192B61-CCA3-D31B-1880-8B5A730BE1A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07034" y="3279222"/>
                  <a:ext cx="120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EB1F8A7-FD81-9E2F-B065-462953B8F19F}"/>
                    </a:ext>
                  </a:extLst>
                </p14:cNvPr>
                <p14:cNvContentPartPr/>
                <p14:nvPr/>
              </p14:nvContentPartPr>
              <p14:xfrm>
                <a:off x="2474434" y="3338622"/>
                <a:ext cx="18720" cy="11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EB1F8A7-FD81-9E2F-B065-462953B8F1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68314" y="3332502"/>
                  <a:ext cx="30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F1F9DF-98B1-D0A6-8B4F-02AC5E9630C2}"/>
                    </a:ext>
                  </a:extLst>
                </p14:cNvPr>
                <p14:cNvContentPartPr/>
                <p14:nvPr/>
              </p14:nvContentPartPr>
              <p14:xfrm>
                <a:off x="2442034" y="3378222"/>
                <a:ext cx="115560" cy="42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F1F9DF-98B1-D0A6-8B4F-02AC5E9630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35914" y="3372102"/>
                  <a:ext cx="127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DFD23E4-C018-8897-521F-4DA0DEF3D9C4}"/>
                    </a:ext>
                  </a:extLst>
                </p14:cNvPr>
                <p14:cNvContentPartPr/>
                <p14:nvPr/>
              </p14:nvContentPartPr>
              <p14:xfrm>
                <a:off x="2608714" y="3307302"/>
                <a:ext cx="13320" cy="135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DFD23E4-C018-8897-521F-4DA0DEF3D9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02594" y="3301182"/>
                  <a:ext cx="25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2E75DC-FABA-39B2-52DC-7A1130B72E79}"/>
                    </a:ext>
                  </a:extLst>
                </p14:cNvPr>
                <p14:cNvContentPartPr/>
                <p14:nvPr/>
              </p14:nvContentPartPr>
              <p14:xfrm>
                <a:off x="2685754" y="3306942"/>
                <a:ext cx="22680" cy="138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2E75DC-FABA-39B2-52DC-7A1130B72E7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679634" y="3300822"/>
                  <a:ext cx="349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F09639B-63D9-9590-916B-E988F77ABF89}"/>
              </a:ext>
            </a:extLst>
          </p:cNvPr>
          <p:cNvGrpSpPr/>
          <p:nvPr/>
        </p:nvGrpSpPr>
        <p:grpSpPr>
          <a:xfrm>
            <a:off x="5183794" y="3158982"/>
            <a:ext cx="388800" cy="260280"/>
            <a:chOff x="5183794" y="3158982"/>
            <a:chExt cx="38880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19FCCD-63E9-C40E-BCC7-B69533BA55B9}"/>
                    </a:ext>
                  </a:extLst>
                </p14:cNvPr>
                <p14:cNvContentPartPr/>
                <p14:nvPr/>
              </p14:nvContentPartPr>
              <p14:xfrm>
                <a:off x="5183794" y="3206502"/>
                <a:ext cx="86760" cy="212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19FCCD-63E9-C40E-BCC7-B69533BA55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77674" y="3200382"/>
                  <a:ext cx="99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58DEF1-7C54-0209-D31E-CF3587067F76}"/>
                    </a:ext>
                  </a:extLst>
                </p14:cNvPr>
                <p14:cNvContentPartPr/>
                <p14:nvPr/>
              </p14:nvContentPartPr>
              <p14:xfrm>
                <a:off x="5309074" y="3182742"/>
                <a:ext cx="161280" cy="180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58DEF1-7C54-0209-D31E-CF3587067F7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02954" y="3176622"/>
                  <a:ext cx="1735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4AE1824-3DFC-7921-1E05-AE498CCB2950}"/>
                    </a:ext>
                  </a:extLst>
                </p14:cNvPr>
                <p14:cNvContentPartPr/>
                <p14:nvPr/>
              </p14:nvContentPartPr>
              <p14:xfrm>
                <a:off x="5507434" y="3158982"/>
                <a:ext cx="65160" cy="211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4AE1824-3DFC-7921-1E05-AE498CCB295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01314" y="3152862"/>
                  <a:ext cx="7740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6EFD33E-351A-3FAC-402A-1EFFD0483F23}"/>
                  </a:ext>
                </a:extLst>
              </p14:cNvPr>
              <p14:cNvContentPartPr/>
              <p14:nvPr/>
            </p14:nvContentPartPr>
            <p14:xfrm>
              <a:off x="2430514" y="4037022"/>
              <a:ext cx="241560" cy="240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6EFD33E-351A-3FAC-402A-1EFFD0483F2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376874" y="3929382"/>
                <a:ext cx="349200" cy="4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379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F60D878-7EF5-498B-BE58-3345C0AB1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Used to compute α</a:t>
            </a: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Using the techniques discussed in Chapter 3,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Often this is computed approximately to reduce cost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2FE67-A483-4AC2-AC90-804856FA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E3C79D-B425-4918-88F0-3608D635DF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870" r="39261" b="84232"/>
          <a:stretch/>
        </p:blipFill>
        <p:spPr>
          <a:xfrm>
            <a:off x="2409245" y="1087353"/>
            <a:ext cx="7578799" cy="40901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2DD93-2BD2-4CF2-B43E-D3D82C06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59F2DF-B58C-6D16-4B3A-742671DED6D9}"/>
                  </a:ext>
                </a:extLst>
              </p14:cNvPr>
              <p14:cNvContentPartPr/>
              <p14:nvPr/>
            </p14:nvContentPartPr>
            <p14:xfrm>
              <a:off x="3685474" y="1920942"/>
              <a:ext cx="289080" cy="246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59F2DF-B58C-6D16-4B3A-742671DED6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1474" y="1812942"/>
                <a:ext cx="39672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A9F82A-B837-3988-BD42-B90A8FDA72C4}"/>
                  </a:ext>
                </a:extLst>
              </p14:cNvPr>
              <p14:cNvContentPartPr/>
              <p14:nvPr/>
            </p14:nvContentPartPr>
            <p14:xfrm>
              <a:off x="6894514" y="3471822"/>
              <a:ext cx="237960" cy="252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A9F82A-B837-3988-BD42-B90A8FDA72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40874" y="3363822"/>
                <a:ext cx="34560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E1E6158-E6E4-9D62-6705-45EC87F2F784}"/>
                  </a:ext>
                </a:extLst>
              </p14:cNvPr>
              <p14:cNvContentPartPr/>
              <p14:nvPr/>
            </p14:nvContentPartPr>
            <p14:xfrm>
              <a:off x="4809754" y="3786822"/>
              <a:ext cx="308520" cy="17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E1E6158-E6E4-9D62-6705-45EC87F2F7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55754" y="3678822"/>
                <a:ext cx="41616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29DB42-0901-948F-30E9-D05664394366}"/>
                  </a:ext>
                </a:extLst>
              </p14:cNvPr>
              <p14:cNvContentPartPr/>
              <p14:nvPr/>
            </p14:nvContentPartPr>
            <p14:xfrm>
              <a:off x="6246874" y="3767742"/>
              <a:ext cx="230040" cy="10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29DB42-0901-948F-30E9-D0566439436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29234" y="3749742"/>
                <a:ext cx="265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7348B66-AF97-B311-3E2C-598A76D14C02}"/>
                  </a:ext>
                </a:extLst>
              </p14:cNvPr>
              <p14:cNvContentPartPr/>
              <p14:nvPr/>
            </p14:nvContentPartPr>
            <p14:xfrm>
              <a:off x="7219594" y="3741822"/>
              <a:ext cx="276120" cy="118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7348B66-AF97-B311-3E2C-598A76D14C0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01954" y="3723822"/>
                <a:ext cx="3117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D18E409-BE54-3B38-E1FA-719AE44B531E}"/>
                  </a:ext>
                </a:extLst>
              </p14:cNvPr>
              <p14:cNvContentPartPr/>
              <p14:nvPr/>
            </p14:nvContentPartPr>
            <p14:xfrm>
              <a:off x="5899834" y="3816702"/>
              <a:ext cx="108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D18E409-BE54-3B38-E1FA-719AE44B531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82194" y="3798702"/>
                <a:ext cx="36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358B560-F2D3-1C4E-38ED-69FBF4139A7F}"/>
                  </a:ext>
                </a:extLst>
              </p14:cNvPr>
              <p14:cNvContentPartPr/>
              <p14:nvPr/>
            </p14:nvContentPartPr>
            <p14:xfrm>
              <a:off x="6260554" y="3246462"/>
              <a:ext cx="1083600" cy="205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358B560-F2D3-1C4E-38ED-69FBF4139A7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42914" y="3228462"/>
                <a:ext cx="111924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E7042-3C65-7888-0FBC-6CFD32432DEE}"/>
              </a:ext>
            </a:extLst>
          </p:cNvPr>
          <p:cNvGrpSpPr/>
          <p:nvPr/>
        </p:nvGrpSpPr>
        <p:grpSpPr>
          <a:xfrm>
            <a:off x="6871834" y="2726622"/>
            <a:ext cx="907560" cy="363960"/>
            <a:chOff x="6871834" y="2726622"/>
            <a:chExt cx="90756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598175-BE3E-D6F2-A91C-515F04A2CD8F}"/>
                    </a:ext>
                  </a:extLst>
                </p14:cNvPr>
                <p14:cNvContentPartPr/>
                <p14:nvPr/>
              </p14:nvContentPartPr>
              <p14:xfrm>
                <a:off x="6894514" y="2886822"/>
                <a:ext cx="171720" cy="203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598175-BE3E-D6F2-A91C-515F04A2CD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76514" y="2869182"/>
                  <a:ext cx="207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E81229-7579-6C76-8607-0D8B8BF5F865}"/>
                    </a:ext>
                  </a:extLst>
                </p14:cNvPr>
                <p14:cNvContentPartPr/>
                <p14:nvPr/>
              </p14:nvContentPartPr>
              <p14:xfrm>
                <a:off x="6871834" y="2964582"/>
                <a:ext cx="194400" cy="45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E81229-7579-6C76-8607-0D8B8BF5F8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3834" y="2946942"/>
                  <a:ext cx="23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A32449-7D1A-C807-538C-EA48AC05F20F}"/>
                    </a:ext>
                  </a:extLst>
                </p14:cNvPr>
                <p14:cNvContentPartPr/>
                <p14:nvPr/>
              </p14:nvContentPartPr>
              <p14:xfrm>
                <a:off x="7168114" y="2768382"/>
                <a:ext cx="50760" cy="165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A32449-7D1A-C807-538C-EA48AC05F2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50114" y="2750382"/>
                  <a:ext cx="86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9104C9-A4DD-D464-E6C1-F0952D0EE920}"/>
                    </a:ext>
                  </a:extLst>
                </p14:cNvPr>
                <p14:cNvContentPartPr/>
                <p14:nvPr/>
              </p14:nvContentPartPr>
              <p14:xfrm>
                <a:off x="7268914" y="2780982"/>
                <a:ext cx="145440" cy="138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9104C9-A4DD-D464-E6C1-F0952D0EE9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50914" y="2763342"/>
                  <a:ext cx="181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CD2B43-FD8B-FCBC-F169-73F1C4E6B7F0}"/>
                    </a:ext>
                  </a:extLst>
                </p14:cNvPr>
                <p14:cNvContentPartPr/>
                <p14:nvPr/>
              </p14:nvContentPartPr>
              <p14:xfrm>
                <a:off x="7467634" y="2796102"/>
                <a:ext cx="40320" cy="131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CD2B43-FD8B-FCBC-F169-73F1C4E6B7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49994" y="2778102"/>
                  <a:ext cx="75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49096B-FB46-C285-71E1-2B1A54F635F2}"/>
                    </a:ext>
                  </a:extLst>
                </p14:cNvPr>
                <p14:cNvContentPartPr/>
                <p14:nvPr/>
              </p14:nvContentPartPr>
              <p14:xfrm>
                <a:off x="7438834" y="2766222"/>
                <a:ext cx="234000" cy="154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49096B-FB46-C285-71E1-2B1A54F635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20834" y="2748582"/>
                  <a:ext cx="269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5D1BCB-5F9D-3821-866D-D58159749735}"/>
                    </a:ext>
                  </a:extLst>
                </p14:cNvPr>
                <p14:cNvContentPartPr/>
                <p14:nvPr/>
              </p14:nvContentPartPr>
              <p14:xfrm>
                <a:off x="7708474" y="2726622"/>
                <a:ext cx="70920" cy="233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B5D1BCB-5F9D-3821-866D-D581597497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90474" y="2708982"/>
                  <a:ext cx="10656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1A66B40-B19E-2075-F0FD-06980E0232C7}"/>
                  </a:ext>
                </a:extLst>
              </p14:cNvPr>
              <p14:cNvContentPartPr/>
              <p14:nvPr/>
            </p14:nvContentPartPr>
            <p14:xfrm>
              <a:off x="6400954" y="3961062"/>
              <a:ext cx="5400" cy="23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1A66B40-B19E-2075-F0FD-06980E0232C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82954" y="3943422"/>
                <a:ext cx="410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59BD6EF-6FB9-A1D4-5389-106658A27F65}"/>
                  </a:ext>
                </a:extLst>
              </p14:cNvPr>
              <p14:cNvContentPartPr/>
              <p14:nvPr/>
            </p14:nvContentPartPr>
            <p14:xfrm>
              <a:off x="7429114" y="3863502"/>
              <a:ext cx="34920" cy="16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59BD6EF-6FB9-A1D4-5389-106658A27F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11114" y="3845502"/>
                <a:ext cx="7056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64B5A4D-E832-64B9-C950-C4C14DAE1252}"/>
              </a:ext>
            </a:extLst>
          </p:cNvPr>
          <p:cNvGrpSpPr/>
          <p:nvPr/>
        </p:nvGrpSpPr>
        <p:grpSpPr>
          <a:xfrm>
            <a:off x="6867874" y="3813102"/>
            <a:ext cx="158400" cy="299520"/>
            <a:chOff x="6867874" y="3813102"/>
            <a:chExt cx="15840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196AF9-79D7-2478-6467-3BDD1D08D639}"/>
                    </a:ext>
                  </a:extLst>
                </p14:cNvPr>
                <p14:cNvContentPartPr/>
                <p14:nvPr/>
              </p14:nvContentPartPr>
              <p14:xfrm>
                <a:off x="6925834" y="3813102"/>
                <a:ext cx="63720" cy="299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196AF9-79D7-2478-6467-3BDD1D08D63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07834" y="3795102"/>
                  <a:ext cx="993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3B89AB-A0EF-657F-B78B-575594BD7FFA}"/>
                    </a:ext>
                  </a:extLst>
                </p14:cNvPr>
                <p14:cNvContentPartPr/>
                <p14:nvPr/>
              </p14:nvContentPartPr>
              <p14:xfrm>
                <a:off x="6867874" y="3838302"/>
                <a:ext cx="158400" cy="146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3B89AB-A0EF-657F-B78B-575594BD7F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50234" y="3820302"/>
                  <a:ext cx="194040" cy="18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7804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4E479-F7EB-5A8C-A9F7-2D221551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 descr="A white rectangular object with blue text&#10;&#10;AI-generated content may be incorrect.">
            <a:extLst>
              <a:ext uri="{FF2B5EF4-FFF2-40B4-BE49-F238E27FC236}">
                <a16:creationId xmlns:a16="http://schemas.microsoft.com/office/drawing/2014/main" id="{0BC787D6-2EE4-DEC0-EC79-F01DF525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07"/>
          <a:stretch>
            <a:fillRect/>
          </a:stretch>
        </p:blipFill>
        <p:spPr>
          <a:xfrm>
            <a:off x="1552355" y="1988288"/>
            <a:ext cx="7491438" cy="31614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20A5CB-8C5B-0810-5A22-24460281F0B5}"/>
                  </a:ext>
                </a:extLst>
              </p14:cNvPr>
              <p14:cNvContentPartPr/>
              <p14:nvPr/>
            </p14:nvContentPartPr>
            <p14:xfrm>
              <a:off x="5725954" y="2501982"/>
              <a:ext cx="260640" cy="30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20A5CB-8C5B-0810-5A22-24460281F0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2314" y="2394342"/>
                <a:ext cx="36828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595F69-370C-AC8C-850E-BC487BA3DC99}"/>
                  </a:ext>
                </a:extLst>
              </p14:cNvPr>
              <p14:cNvContentPartPr/>
              <p14:nvPr/>
            </p14:nvContentPartPr>
            <p14:xfrm>
              <a:off x="6249754" y="2573262"/>
              <a:ext cx="248760" cy="21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595F69-370C-AC8C-850E-BC487BA3DC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95754" y="2465622"/>
                <a:ext cx="35640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5EDD7D-3D0C-A691-7CB4-2C197CE1E195}"/>
                  </a:ext>
                </a:extLst>
              </p14:cNvPr>
              <p14:cNvContentPartPr/>
              <p14:nvPr/>
            </p14:nvContentPartPr>
            <p14:xfrm>
              <a:off x="6657274" y="2580822"/>
              <a:ext cx="358560" cy="213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5EDD7D-3D0C-A691-7CB4-2C197CE1E1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03274" y="2473182"/>
                <a:ext cx="46620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DE7BA0E-ACF6-0295-84E2-FF5B17DFD095}"/>
                  </a:ext>
                </a:extLst>
              </p14:cNvPr>
              <p14:cNvContentPartPr/>
              <p14:nvPr/>
            </p14:nvContentPartPr>
            <p14:xfrm>
              <a:off x="2806354" y="2851902"/>
              <a:ext cx="1509480" cy="345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DE7BA0E-ACF6-0295-84E2-FF5B17DFD0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2714" y="2744262"/>
                <a:ext cx="161712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0753B2-D6F8-A339-22D2-A5FF286A03AA}"/>
                  </a:ext>
                </a:extLst>
              </p14:cNvPr>
              <p14:cNvContentPartPr/>
              <p14:nvPr/>
            </p14:nvContentPartPr>
            <p14:xfrm>
              <a:off x="4826314" y="2858382"/>
              <a:ext cx="343080" cy="265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0753B2-D6F8-A339-22D2-A5FF286A03A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72674" y="2750382"/>
                <a:ext cx="45072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7792FA-9FC2-E463-EC13-A696C5DBFF9A}"/>
                  </a:ext>
                </a:extLst>
              </p14:cNvPr>
              <p14:cNvContentPartPr/>
              <p14:nvPr/>
            </p14:nvContentPartPr>
            <p14:xfrm>
              <a:off x="5777074" y="2852622"/>
              <a:ext cx="1743840" cy="340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7792FA-9FC2-E463-EC13-A696C5DBFF9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23434" y="2744622"/>
                <a:ext cx="185148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A0C8DE7-74B9-6EAB-E21E-613944CF00B0}"/>
                  </a:ext>
                </a:extLst>
              </p14:cNvPr>
              <p14:cNvContentPartPr/>
              <p14:nvPr/>
            </p14:nvContentPartPr>
            <p14:xfrm>
              <a:off x="6947794" y="3058902"/>
              <a:ext cx="6480" cy="8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A0C8DE7-74B9-6EAB-E21E-613944CF00B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93794" y="2951262"/>
                <a:ext cx="1141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29FD2EA-9D2E-E2A5-2540-8B3BFDF262FD}"/>
                  </a:ext>
                </a:extLst>
              </p14:cNvPr>
              <p14:cNvContentPartPr/>
              <p14:nvPr/>
            </p14:nvContentPartPr>
            <p14:xfrm>
              <a:off x="2768194" y="3301902"/>
              <a:ext cx="818640" cy="240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29FD2EA-9D2E-E2A5-2540-8B3BFDF262F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14554" y="3194262"/>
                <a:ext cx="92628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8F6BA0-3446-9BA5-EA6C-DB84B7F784C3}"/>
                  </a:ext>
                </a:extLst>
              </p14:cNvPr>
              <p14:cNvContentPartPr/>
              <p14:nvPr/>
            </p14:nvContentPartPr>
            <p14:xfrm>
              <a:off x="6790834" y="3289662"/>
              <a:ext cx="1553040" cy="201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8F6BA0-3446-9BA5-EA6C-DB84B7F784C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36834" y="3182022"/>
                <a:ext cx="16606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9BF6FB5-3EDE-A003-63ED-5BCBFA6CFD86}"/>
                  </a:ext>
                </a:extLst>
              </p14:cNvPr>
              <p14:cNvContentPartPr/>
              <p14:nvPr/>
            </p14:nvContentPartPr>
            <p14:xfrm>
              <a:off x="4027114" y="3978342"/>
              <a:ext cx="1318680" cy="219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9BF6FB5-3EDE-A003-63ED-5BCBFA6CFD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73474" y="3870342"/>
                <a:ext cx="142632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BD5B243-8A95-8624-E95D-1220E13DB195}"/>
                  </a:ext>
                </a:extLst>
              </p14:cNvPr>
              <p14:cNvContentPartPr/>
              <p14:nvPr/>
            </p14:nvContentPartPr>
            <p14:xfrm>
              <a:off x="3311074" y="3468222"/>
              <a:ext cx="1700640" cy="612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BD5B243-8A95-8624-E95D-1220E13DB19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93074" y="3450222"/>
                <a:ext cx="1736280" cy="6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5193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DFDF13-1953-5B43-AA26-902C898B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8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07BF888-5392-E5D5-6295-CCAD79EE8862}"/>
              </a:ext>
            </a:extLst>
          </p:cNvPr>
          <p:cNvGrpSpPr/>
          <p:nvPr/>
        </p:nvGrpSpPr>
        <p:grpSpPr>
          <a:xfrm>
            <a:off x="714754" y="173142"/>
            <a:ext cx="225360" cy="539280"/>
            <a:chOff x="714754" y="173142"/>
            <a:chExt cx="225360" cy="53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CCB2B73-A4AA-0BDE-200C-875CD6269655}"/>
                    </a:ext>
                  </a:extLst>
                </p14:cNvPr>
                <p14:cNvContentPartPr/>
                <p14:nvPr/>
              </p14:nvContentPartPr>
              <p14:xfrm>
                <a:off x="714754" y="204462"/>
                <a:ext cx="123840" cy="423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CCB2B73-A4AA-0BDE-200C-875CD62696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8634" y="198342"/>
                  <a:ext cx="13608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59B557-4D7A-9AB9-20E1-1802368589E5}"/>
                    </a:ext>
                  </a:extLst>
                </p14:cNvPr>
                <p14:cNvContentPartPr/>
                <p14:nvPr/>
              </p14:nvContentPartPr>
              <p14:xfrm>
                <a:off x="727714" y="440622"/>
                <a:ext cx="155520" cy="70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59B557-4D7A-9AB9-20E1-1802368589E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1594" y="434502"/>
                  <a:ext cx="167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D327B6-FD4C-CF3B-290F-D0264B2CA306}"/>
                    </a:ext>
                  </a:extLst>
                </p14:cNvPr>
                <p14:cNvContentPartPr/>
                <p14:nvPr/>
              </p14:nvContentPartPr>
              <p14:xfrm>
                <a:off x="735994" y="173142"/>
                <a:ext cx="100440" cy="539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D327B6-FD4C-CF3B-290F-D0264B2CA30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6994" y="164502"/>
                  <a:ext cx="11808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69407B-9AAD-9605-E07B-7285C03A4C20}"/>
                    </a:ext>
                  </a:extLst>
                </p14:cNvPr>
                <p14:cNvContentPartPr/>
                <p14:nvPr/>
              </p14:nvContentPartPr>
              <p14:xfrm>
                <a:off x="721954" y="448182"/>
                <a:ext cx="218160" cy="87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69407B-9AAD-9605-E07B-7285C03A4C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2954" y="439542"/>
                  <a:ext cx="23580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C5861D-9267-5488-8D6F-35CA56AD8592}"/>
              </a:ext>
            </a:extLst>
          </p:cNvPr>
          <p:cNvGrpSpPr/>
          <p:nvPr/>
        </p:nvGrpSpPr>
        <p:grpSpPr>
          <a:xfrm>
            <a:off x="1171234" y="201222"/>
            <a:ext cx="1259280" cy="397440"/>
            <a:chOff x="1171234" y="201222"/>
            <a:chExt cx="125928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0B9BB3-B229-7D51-E6BE-F4643ADCF060}"/>
                    </a:ext>
                  </a:extLst>
                </p14:cNvPr>
                <p14:cNvContentPartPr/>
                <p14:nvPr/>
              </p14:nvContentPartPr>
              <p14:xfrm>
                <a:off x="1594594" y="366102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60B9BB3-B229-7D51-E6BE-F4643ADCF0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85594" y="3574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64112F-60D5-ED36-56C8-22F1709D69A3}"/>
                    </a:ext>
                  </a:extLst>
                </p14:cNvPr>
                <p14:cNvContentPartPr/>
                <p14:nvPr/>
              </p14:nvContentPartPr>
              <p14:xfrm>
                <a:off x="1171234" y="241182"/>
                <a:ext cx="92880" cy="315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64112F-60D5-ED36-56C8-22F1709D69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2594" y="232182"/>
                  <a:ext cx="1105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56F378-EBD4-BEE4-1CE9-5DCD24D38882}"/>
                    </a:ext>
                  </a:extLst>
                </p14:cNvPr>
                <p14:cNvContentPartPr/>
                <p14:nvPr/>
              </p14:nvContentPartPr>
              <p14:xfrm>
                <a:off x="1291114" y="326142"/>
                <a:ext cx="195120" cy="185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56F378-EBD4-BEE4-1CE9-5DCD24D388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82474" y="317502"/>
                  <a:ext cx="212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54C3B2-91C0-3B67-2151-8C641661D53D}"/>
                    </a:ext>
                  </a:extLst>
                </p14:cNvPr>
                <p14:cNvContentPartPr/>
                <p14:nvPr/>
              </p14:nvContentPartPr>
              <p14:xfrm>
                <a:off x="1384354" y="421182"/>
                <a:ext cx="125280" cy="2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54C3B2-91C0-3B67-2151-8C641661D5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75714" y="412542"/>
                  <a:ext cx="142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8E2E09-475A-FDFC-3594-832526D4511E}"/>
                    </a:ext>
                  </a:extLst>
                </p14:cNvPr>
                <p14:cNvContentPartPr/>
                <p14:nvPr/>
              </p14:nvContentPartPr>
              <p14:xfrm>
                <a:off x="1589554" y="462582"/>
                <a:ext cx="45000" cy="13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8E2E09-475A-FDFC-3594-832526D4511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80914" y="453942"/>
                  <a:ext cx="62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1FBF72-6052-B559-42C2-2EC34C26EA8E}"/>
                    </a:ext>
                  </a:extLst>
                </p14:cNvPr>
                <p14:cNvContentPartPr/>
                <p14:nvPr/>
              </p14:nvContentPartPr>
              <p14:xfrm>
                <a:off x="1732834" y="494262"/>
                <a:ext cx="54720" cy="101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1FBF72-6052-B559-42C2-2EC34C26EA8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24194" y="485622"/>
                  <a:ext cx="72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EDD533-DF24-09BF-D6CC-ACCCE11583DC}"/>
                    </a:ext>
                  </a:extLst>
                </p14:cNvPr>
                <p14:cNvContentPartPr/>
                <p14:nvPr/>
              </p14:nvContentPartPr>
              <p14:xfrm>
                <a:off x="1854874" y="316062"/>
                <a:ext cx="180000" cy="185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EDD533-DF24-09BF-D6CC-ACCCE11583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45874" y="307422"/>
                  <a:ext cx="197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71B9D8-B7FA-BC48-D25D-5902BD02C49D}"/>
                    </a:ext>
                  </a:extLst>
                </p14:cNvPr>
                <p14:cNvContentPartPr/>
                <p14:nvPr/>
              </p14:nvContentPartPr>
              <p14:xfrm>
                <a:off x="1905994" y="441702"/>
                <a:ext cx="140400" cy="26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71B9D8-B7FA-BC48-D25D-5902BD02C49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96994" y="432702"/>
                  <a:ext cx="158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42345C-58AE-2C6A-A451-0AA6BFAEB2E5}"/>
                    </a:ext>
                  </a:extLst>
                </p14:cNvPr>
                <p14:cNvContentPartPr/>
                <p14:nvPr/>
              </p14:nvContentPartPr>
              <p14:xfrm>
                <a:off x="2105794" y="486702"/>
                <a:ext cx="180000" cy="11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42345C-58AE-2C6A-A451-0AA6BFAEB2E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97154" y="477702"/>
                  <a:ext cx="197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AA10A9-16EF-D828-F9D3-105C4E886B52}"/>
                    </a:ext>
                  </a:extLst>
                </p14:cNvPr>
                <p14:cNvContentPartPr/>
                <p14:nvPr/>
              </p14:nvContentPartPr>
              <p14:xfrm>
                <a:off x="2331154" y="201222"/>
                <a:ext cx="99360" cy="396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AA10A9-16EF-D828-F9D3-105C4E886B5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22514" y="192582"/>
                  <a:ext cx="117000" cy="41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E49F62A-8148-20C5-E6BD-6A21F9E5A34B}"/>
              </a:ext>
            </a:extLst>
          </p:cNvPr>
          <p:cNvGrpSpPr/>
          <p:nvPr/>
        </p:nvGrpSpPr>
        <p:grpSpPr>
          <a:xfrm>
            <a:off x="2866114" y="335862"/>
            <a:ext cx="92160" cy="79560"/>
            <a:chOff x="2866114" y="335862"/>
            <a:chExt cx="9216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FFE511E-F7CB-A085-2570-151921457B17}"/>
                    </a:ext>
                  </a:extLst>
                </p14:cNvPr>
                <p14:cNvContentPartPr/>
                <p14:nvPr/>
              </p14:nvContentPartPr>
              <p14:xfrm>
                <a:off x="2867914" y="335862"/>
                <a:ext cx="90360" cy="2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FFE511E-F7CB-A085-2570-151921457B1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58914" y="326862"/>
                  <a:ext cx="108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1A8B0A-A410-DA02-558C-24D224D6CD57}"/>
                    </a:ext>
                  </a:extLst>
                </p14:cNvPr>
                <p14:cNvContentPartPr/>
                <p14:nvPr/>
              </p14:nvContentPartPr>
              <p14:xfrm>
                <a:off x="2866114" y="404262"/>
                <a:ext cx="90360" cy="1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1A8B0A-A410-DA02-558C-24D224D6CD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57474" y="395262"/>
                  <a:ext cx="1080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4A3699F-5FE0-507B-1A4C-98E7A15D711D}"/>
              </a:ext>
            </a:extLst>
          </p:cNvPr>
          <p:cNvGrpSpPr/>
          <p:nvPr/>
        </p:nvGrpSpPr>
        <p:grpSpPr>
          <a:xfrm>
            <a:off x="3209194" y="102222"/>
            <a:ext cx="600480" cy="445320"/>
            <a:chOff x="3209194" y="102222"/>
            <a:chExt cx="60048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12B2800-713E-B654-8656-F4D78E847787}"/>
                    </a:ext>
                  </a:extLst>
                </p14:cNvPr>
                <p14:cNvContentPartPr/>
                <p14:nvPr/>
              </p14:nvContentPartPr>
              <p14:xfrm>
                <a:off x="3209194" y="243342"/>
                <a:ext cx="178920" cy="206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12B2800-713E-B654-8656-F4D78E84778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00554" y="234342"/>
                  <a:ext cx="196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46B859-4973-93E7-4B51-F04265777D3E}"/>
                    </a:ext>
                  </a:extLst>
                </p14:cNvPr>
                <p14:cNvContentPartPr/>
                <p14:nvPr/>
              </p14:nvContentPartPr>
              <p14:xfrm>
                <a:off x="3222154" y="373302"/>
                <a:ext cx="164160" cy="2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46B859-4973-93E7-4B51-F04265777D3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13154" y="364302"/>
                  <a:ext cx="181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5708C85-6E16-25BD-C44D-8776CDB47C43}"/>
                    </a:ext>
                  </a:extLst>
                </p14:cNvPr>
                <p14:cNvContentPartPr/>
                <p14:nvPr/>
              </p14:nvContentPartPr>
              <p14:xfrm>
                <a:off x="3459754" y="418302"/>
                <a:ext cx="24480" cy="129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5708C85-6E16-25BD-C44D-8776CDB47C4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50754" y="409662"/>
                  <a:ext cx="42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67AFF3-8126-A071-DB65-3BCE0E5763C5}"/>
                    </a:ext>
                  </a:extLst>
                </p14:cNvPr>
                <p14:cNvContentPartPr/>
                <p14:nvPr/>
              </p14:nvContentPartPr>
              <p14:xfrm>
                <a:off x="3470914" y="102222"/>
                <a:ext cx="106200" cy="128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67AFF3-8126-A071-DB65-3BCE0E5763C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62274" y="93582"/>
                  <a:ext cx="123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55F55B-2535-FC30-0934-CCD7E409959E}"/>
                    </a:ext>
                  </a:extLst>
                </p14:cNvPr>
                <p14:cNvContentPartPr/>
                <p14:nvPr/>
              </p14:nvContentPartPr>
              <p14:xfrm>
                <a:off x="3755674" y="218142"/>
                <a:ext cx="24840" cy="210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55F55B-2535-FC30-0934-CCD7E409959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47034" y="209142"/>
                  <a:ext cx="42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1F3EC13-AEBF-F885-C8AA-C5CF5A552999}"/>
                    </a:ext>
                  </a:extLst>
                </p14:cNvPr>
                <p14:cNvContentPartPr/>
                <p14:nvPr/>
              </p14:nvContentPartPr>
              <p14:xfrm>
                <a:off x="3702034" y="309222"/>
                <a:ext cx="107640" cy="34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1F3EC13-AEBF-F885-C8AA-C5CF5A55299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693034" y="300582"/>
                  <a:ext cx="1252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5CC0723-7982-D2BC-65D8-355497E9A0F8}"/>
              </a:ext>
            </a:extLst>
          </p:cNvPr>
          <p:cNvGrpSpPr/>
          <p:nvPr/>
        </p:nvGrpSpPr>
        <p:grpSpPr>
          <a:xfrm>
            <a:off x="3994354" y="78102"/>
            <a:ext cx="433800" cy="455040"/>
            <a:chOff x="3994354" y="78102"/>
            <a:chExt cx="43380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603DAD-6220-72D6-F464-C5C2542816D7}"/>
                    </a:ext>
                  </a:extLst>
                </p14:cNvPr>
                <p14:cNvContentPartPr/>
                <p14:nvPr/>
              </p14:nvContentPartPr>
              <p14:xfrm>
                <a:off x="3994354" y="233982"/>
                <a:ext cx="240840" cy="168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603DAD-6220-72D6-F464-C5C2542816D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85714" y="225342"/>
                  <a:ext cx="258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7B6816-8FBD-2409-A78B-ECB02C70DDD4}"/>
                    </a:ext>
                  </a:extLst>
                </p14:cNvPr>
                <p14:cNvContentPartPr/>
                <p14:nvPr/>
              </p14:nvContentPartPr>
              <p14:xfrm>
                <a:off x="4057354" y="334782"/>
                <a:ext cx="147240" cy="2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7B6816-8FBD-2409-A78B-ECB02C70DDD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048354" y="326142"/>
                  <a:ext cx="164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9BF47DA-4FEC-B242-2FDA-CF5313A11982}"/>
                    </a:ext>
                  </a:extLst>
                </p14:cNvPr>
                <p14:cNvContentPartPr/>
                <p14:nvPr/>
              </p14:nvContentPartPr>
              <p14:xfrm>
                <a:off x="4263994" y="439542"/>
                <a:ext cx="100800" cy="93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9BF47DA-4FEC-B242-2FDA-CF5313A1198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55354" y="430902"/>
                  <a:ext cx="118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FB0343-D12A-F4B2-432A-631961F8A462}"/>
                    </a:ext>
                  </a:extLst>
                </p14:cNvPr>
                <p14:cNvContentPartPr/>
                <p14:nvPr/>
              </p14:nvContentPartPr>
              <p14:xfrm>
                <a:off x="4281274" y="78102"/>
                <a:ext cx="146880" cy="10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FB0343-D12A-F4B2-432A-631961F8A4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72274" y="69102"/>
                  <a:ext cx="16452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03F2BA5-31A2-2FD8-392C-3840C79A5632}"/>
                  </a:ext>
                </a:extLst>
              </p14:cNvPr>
              <p14:cNvContentPartPr/>
              <p14:nvPr/>
            </p14:nvContentPartPr>
            <p14:xfrm>
              <a:off x="5160034" y="372942"/>
              <a:ext cx="111600" cy="1350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03F2BA5-31A2-2FD8-392C-3840C79A563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151394" y="363942"/>
                <a:ext cx="12924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2E28EE2-B44B-C446-080B-D2C9FD53CB57}"/>
              </a:ext>
            </a:extLst>
          </p:cNvPr>
          <p:cNvGrpSpPr/>
          <p:nvPr/>
        </p:nvGrpSpPr>
        <p:grpSpPr>
          <a:xfrm>
            <a:off x="5706514" y="74502"/>
            <a:ext cx="770760" cy="342720"/>
            <a:chOff x="5706514" y="74502"/>
            <a:chExt cx="77076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5D0581-DD81-3D22-FE71-8F9BB9861EB0}"/>
                    </a:ext>
                  </a:extLst>
                </p14:cNvPr>
                <p14:cNvContentPartPr/>
                <p14:nvPr/>
              </p14:nvContentPartPr>
              <p14:xfrm>
                <a:off x="5706514" y="214542"/>
                <a:ext cx="224640" cy="202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5D0581-DD81-3D22-FE71-8F9BB9861EB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697514" y="205542"/>
                  <a:ext cx="242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E0FD57-FAA0-8AF0-4983-5B3160BCFBB4}"/>
                    </a:ext>
                  </a:extLst>
                </p14:cNvPr>
                <p14:cNvContentPartPr/>
                <p14:nvPr/>
              </p14:nvContentPartPr>
              <p14:xfrm>
                <a:off x="5760514" y="319302"/>
                <a:ext cx="169920" cy="39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E0FD57-FAA0-8AF0-4983-5B3160BCFB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51874" y="310302"/>
                  <a:ext cx="187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1D419DD-8D3A-0F05-0F0B-372D7861BBF6}"/>
                    </a:ext>
                  </a:extLst>
                </p14:cNvPr>
                <p14:cNvContentPartPr/>
                <p14:nvPr/>
              </p14:nvContentPartPr>
              <p14:xfrm>
                <a:off x="6011434" y="75582"/>
                <a:ext cx="39600" cy="154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1D419DD-8D3A-0F05-0F0B-372D7861BBF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02434" y="66942"/>
                  <a:ext cx="57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B18A560-155A-89A6-CBE3-16B2420A2EAF}"/>
                    </a:ext>
                  </a:extLst>
                </p14:cNvPr>
                <p14:cNvContentPartPr/>
                <p14:nvPr/>
              </p14:nvContentPartPr>
              <p14:xfrm>
                <a:off x="6101794" y="109062"/>
                <a:ext cx="15480" cy="104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B18A560-155A-89A6-CBE3-16B2420A2EA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93154" y="100062"/>
                  <a:ext cx="33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3A8E8C-ED01-35B9-4F1A-60D30FEBFCA2}"/>
                    </a:ext>
                  </a:extLst>
                </p14:cNvPr>
                <p14:cNvContentPartPr/>
                <p14:nvPr/>
              </p14:nvContentPartPr>
              <p14:xfrm>
                <a:off x="6167674" y="74502"/>
                <a:ext cx="60840" cy="149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3A8E8C-ED01-35B9-4F1A-60D30FEBFCA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158674" y="65862"/>
                  <a:ext cx="78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41E486-6F59-DD89-8A45-11A7761758E6}"/>
                    </a:ext>
                  </a:extLst>
                </p14:cNvPr>
                <p14:cNvContentPartPr/>
                <p14:nvPr/>
              </p14:nvContentPartPr>
              <p14:xfrm>
                <a:off x="6367834" y="329382"/>
                <a:ext cx="109440" cy="52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41E486-6F59-DD89-8A45-11A7761758E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59194" y="320742"/>
                  <a:ext cx="1270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A4EB343-E001-6084-7C5D-60AE4DF97FEF}"/>
              </a:ext>
            </a:extLst>
          </p:cNvPr>
          <p:cNvGrpSpPr/>
          <p:nvPr/>
        </p:nvGrpSpPr>
        <p:grpSpPr>
          <a:xfrm>
            <a:off x="6760954" y="146142"/>
            <a:ext cx="678240" cy="322560"/>
            <a:chOff x="6760954" y="146142"/>
            <a:chExt cx="67824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CF46AB-7C25-470E-9271-1F7DFECF7BEA}"/>
                    </a:ext>
                  </a:extLst>
                </p14:cNvPr>
                <p14:cNvContentPartPr/>
                <p14:nvPr/>
              </p14:nvContentPartPr>
              <p14:xfrm>
                <a:off x="6760954" y="146142"/>
                <a:ext cx="72000" cy="312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CF46AB-7C25-470E-9271-1F7DFECF7BE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52314" y="137502"/>
                  <a:ext cx="896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1B73041-B8D6-D1F9-D52B-0A18684AF064}"/>
                    </a:ext>
                  </a:extLst>
                </p14:cNvPr>
                <p14:cNvContentPartPr/>
                <p14:nvPr/>
              </p14:nvContentPartPr>
              <p14:xfrm>
                <a:off x="6826834" y="240822"/>
                <a:ext cx="99720" cy="160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1B73041-B8D6-D1F9-D52B-0A18684AF06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18194" y="232182"/>
                  <a:ext cx="117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A1DCE5-9079-F88A-7A55-0661E5445721}"/>
                    </a:ext>
                  </a:extLst>
                </p14:cNvPr>
                <p14:cNvContentPartPr/>
                <p14:nvPr/>
              </p14:nvContentPartPr>
              <p14:xfrm>
                <a:off x="6985594" y="368982"/>
                <a:ext cx="46440" cy="9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A1DCE5-9079-F88A-7A55-0661E544572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76954" y="360342"/>
                  <a:ext cx="64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47DD142-F1CF-A8C8-030A-BA486CB73030}"/>
                    </a:ext>
                  </a:extLst>
                </p14:cNvPr>
                <p14:cNvContentPartPr/>
                <p14:nvPr/>
              </p14:nvContentPartPr>
              <p14:xfrm>
                <a:off x="7111954" y="257742"/>
                <a:ext cx="193320" cy="154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47DD142-F1CF-A8C8-030A-BA486CB7303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02954" y="248742"/>
                  <a:ext cx="210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71317AB-D11C-0249-6BA3-9B6F7F602BB4}"/>
                    </a:ext>
                  </a:extLst>
                </p14:cNvPr>
                <p14:cNvContentPartPr/>
                <p14:nvPr/>
              </p14:nvContentPartPr>
              <p14:xfrm>
                <a:off x="7337674" y="150822"/>
                <a:ext cx="101520" cy="316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71317AB-D11C-0249-6BA3-9B6F7F602BB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29034" y="142182"/>
                  <a:ext cx="11916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7114814-358E-75D7-4DFA-BB299C43C1AC}"/>
              </a:ext>
            </a:extLst>
          </p:cNvPr>
          <p:cNvGrpSpPr/>
          <p:nvPr/>
        </p:nvGrpSpPr>
        <p:grpSpPr>
          <a:xfrm>
            <a:off x="5616874" y="569862"/>
            <a:ext cx="595440" cy="374400"/>
            <a:chOff x="5616874" y="569862"/>
            <a:chExt cx="59544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EE687D-A747-4354-F0EE-61B8A3EEA2E2}"/>
                    </a:ext>
                  </a:extLst>
                </p14:cNvPr>
                <p14:cNvContentPartPr/>
                <p14:nvPr/>
              </p14:nvContentPartPr>
              <p14:xfrm>
                <a:off x="5616874" y="684342"/>
                <a:ext cx="205560" cy="259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EE687D-A747-4354-F0EE-61B8A3EEA2E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607874" y="675702"/>
                  <a:ext cx="223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B281E93-FE08-A741-7578-6C8DA9D11C8F}"/>
                    </a:ext>
                  </a:extLst>
                </p14:cNvPr>
                <p14:cNvContentPartPr/>
                <p14:nvPr/>
              </p14:nvContentPartPr>
              <p14:xfrm>
                <a:off x="5924314" y="603342"/>
                <a:ext cx="43200" cy="145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B281E93-FE08-A741-7578-6C8DA9D11C8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915674" y="594342"/>
                  <a:ext cx="60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E6133E-A40C-9B0B-B3FC-1A559450688D}"/>
                    </a:ext>
                  </a:extLst>
                </p14:cNvPr>
                <p14:cNvContentPartPr/>
                <p14:nvPr/>
              </p14:nvContentPartPr>
              <p14:xfrm>
                <a:off x="6027274" y="611982"/>
                <a:ext cx="36000" cy="11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E6133E-A40C-9B0B-B3FC-1A55945068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018274" y="602982"/>
                  <a:ext cx="53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C99BF2-CAFE-D983-128F-EF115AB9A48F}"/>
                    </a:ext>
                  </a:extLst>
                </p14:cNvPr>
                <p14:cNvContentPartPr/>
                <p14:nvPr/>
              </p14:nvContentPartPr>
              <p14:xfrm>
                <a:off x="6136354" y="569862"/>
                <a:ext cx="75960" cy="194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C99BF2-CAFE-D983-128F-EF115AB9A48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127354" y="560862"/>
                  <a:ext cx="9360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057A571-52C8-68D0-88AE-8EB210F4680B}"/>
              </a:ext>
            </a:extLst>
          </p:cNvPr>
          <p:cNvGrpSpPr/>
          <p:nvPr/>
        </p:nvGrpSpPr>
        <p:grpSpPr>
          <a:xfrm>
            <a:off x="6399154" y="826902"/>
            <a:ext cx="68760" cy="46800"/>
            <a:chOff x="6399154" y="826902"/>
            <a:chExt cx="68760" cy="4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D3706D-A40C-2017-4576-5DCDD66BE06E}"/>
                    </a:ext>
                  </a:extLst>
                </p14:cNvPr>
                <p14:cNvContentPartPr/>
                <p14:nvPr/>
              </p14:nvContentPartPr>
              <p14:xfrm>
                <a:off x="6399154" y="826902"/>
                <a:ext cx="56160" cy="12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D3706D-A40C-2017-4576-5DCDD66BE06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90154" y="817902"/>
                  <a:ext cx="73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5A6760-DAE6-D6AC-B311-FF694CB432AC}"/>
                    </a:ext>
                  </a:extLst>
                </p14:cNvPr>
                <p14:cNvContentPartPr/>
                <p14:nvPr/>
              </p14:nvContentPartPr>
              <p14:xfrm>
                <a:off x="6413194" y="867942"/>
                <a:ext cx="54720" cy="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5A6760-DAE6-D6AC-B311-FF694CB432A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404194" y="858942"/>
                  <a:ext cx="7236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EABAC41-B403-A1EF-67DC-A469CBEC7B4D}"/>
              </a:ext>
            </a:extLst>
          </p:cNvPr>
          <p:cNvGrpSpPr/>
          <p:nvPr/>
        </p:nvGrpSpPr>
        <p:grpSpPr>
          <a:xfrm>
            <a:off x="6766714" y="636102"/>
            <a:ext cx="752400" cy="314640"/>
            <a:chOff x="6766714" y="636102"/>
            <a:chExt cx="75240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828911-2405-D1A0-90E6-EFB06C7FC8DB}"/>
                    </a:ext>
                  </a:extLst>
                </p14:cNvPr>
                <p14:cNvContentPartPr/>
                <p14:nvPr/>
              </p14:nvContentPartPr>
              <p14:xfrm>
                <a:off x="6766714" y="667782"/>
                <a:ext cx="75960" cy="236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828911-2405-D1A0-90E6-EFB06C7FC8D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757714" y="658782"/>
                  <a:ext cx="93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66880A9-7646-81B9-5FE3-2A7BE19E8620}"/>
                    </a:ext>
                  </a:extLst>
                </p14:cNvPr>
                <p14:cNvContentPartPr/>
                <p14:nvPr/>
              </p14:nvContentPartPr>
              <p14:xfrm>
                <a:off x="6899914" y="710262"/>
                <a:ext cx="134640" cy="147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66880A9-7646-81B9-5FE3-2A7BE19E862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891274" y="701262"/>
                  <a:ext cx="152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F46F4A-F516-2BED-DC05-CB8D57ADB90B}"/>
                    </a:ext>
                  </a:extLst>
                </p14:cNvPr>
                <p14:cNvContentPartPr/>
                <p14:nvPr/>
              </p14:nvContentPartPr>
              <p14:xfrm>
                <a:off x="7086754" y="832302"/>
                <a:ext cx="39960" cy="105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F46F4A-F516-2BED-DC05-CB8D57ADB90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77754" y="823662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1137A1-89FA-96EC-CE76-8725D50EF78F}"/>
                    </a:ext>
                  </a:extLst>
                </p14:cNvPr>
                <p14:cNvContentPartPr/>
                <p14:nvPr/>
              </p14:nvContentPartPr>
              <p14:xfrm>
                <a:off x="7420474" y="636102"/>
                <a:ext cx="98640" cy="314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1137A1-89FA-96EC-CE76-8725D50EF78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11834" y="627102"/>
                  <a:ext cx="11628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ADA3F72-7FCE-04B5-8F7E-E26979CABF61}"/>
              </a:ext>
            </a:extLst>
          </p:cNvPr>
          <p:cNvGrpSpPr/>
          <p:nvPr/>
        </p:nvGrpSpPr>
        <p:grpSpPr>
          <a:xfrm>
            <a:off x="7207354" y="656982"/>
            <a:ext cx="204480" cy="205920"/>
            <a:chOff x="7207354" y="656982"/>
            <a:chExt cx="20448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BD68A9-322B-7FBA-0064-0718B18FCC0B}"/>
                    </a:ext>
                  </a:extLst>
                </p14:cNvPr>
                <p14:cNvContentPartPr/>
                <p14:nvPr/>
              </p14:nvContentPartPr>
              <p14:xfrm>
                <a:off x="7262074" y="736182"/>
                <a:ext cx="29160" cy="7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BD68A9-322B-7FBA-0064-0718B18FCC0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44074" y="718182"/>
                  <a:ext cx="64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F8C6D52-BCAB-30AA-DF38-98C9B00ED07A}"/>
                    </a:ext>
                  </a:extLst>
                </p14:cNvPr>
                <p14:cNvContentPartPr/>
                <p14:nvPr/>
              </p14:nvContentPartPr>
              <p14:xfrm>
                <a:off x="7264594" y="671382"/>
                <a:ext cx="45720" cy="191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F8C6D52-BCAB-30AA-DF38-98C9B00ED07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46954" y="653742"/>
                  <a:ext cx="81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D4FFA79-B758-3B08-BFF3-83B6EAA8C003}"/>
                    </a:ext>
                  </a:extLst>
                </p14:cNvPr>
                <p14:cNvContentPartPr/>
                <p14:nvPr/>
              </p14:nvContentPartPr>
              <p14:xfrm>
                <a:off x="7207354" y="656982"/>
                <a:ext cx="204480" cy="185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D4FFA79-B758-3B08-BFF3-83B6EAA8C00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189354" y="638982"/>
                  <a:ext cx="24012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7C5A072-D1DA-B66C-2519-8CE2DDE3B37E}"/>
              </a:ext>
            </a:extLst>
          </p:cNvPr>
          <p:cNvGrpSpPr/>
          <p:nvPr/>
        </p:nvGrpSpPr>
        <p:grpSpPr>
          <a:xfrm>
            <a:off x="8501554" y="128502"/>
            <a:ext cx="301680" cy="344520"/>
            <a:chOff x="8501554" y="128502"/>
            <a:chExt cx="30168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E6DFDF9-7D4C-8769-0FA9-36DD9ECA3A73}"/>
                    </a:ext>
                  </a:extLst>
                </p14:cNvPr>
                <p14:cNvContentPartPr/>
                <p14:nvPr/>
              </p14:nvContentPartPr>
              <p14:xfrm>
                <a:off x="8501554" y="144702"/>
                <a:ext cx="147960" cy="328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E6DFDF9-7D4C-8769-0FA9-36DD9ECA3A7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92554" y="135702"/>
                  <a:ext cx="1656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CE31C97-E770-FEDB-3DAD-3153F8EDC334}"/>
                    </a:ext>
                  </a:extLst>
                </p14:cNvPr>
                <p14:cNvContentPartPr/>
                <p14:nvPr/>
              </p14:nvContentPartPr>
              <p14:xfrm>
                <a:off x="8527834" y="325062"/>
                <a:ext cx="135720" cy="56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CE31C97-E770-FEDB-3DAD-3153F8EDC33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518834" y="316422"/>
                  <a:ext cx="153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57EFF27-E2CA-CABE-E828-BF16FDB14E0B}"/>
                    </a:ext>
                  </a:extLst>
                </p14:cNvPr>
                <p14:cNvContentPartPr/>
                <p14:nvPr/>
              </p14:nvContentPartPr>
              <p14:xfrm>
                <a:off x="8744554" y="128502"/>
                <a:ext cx="58680" cy="237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57EFF27-E2CA-CABE-E828-BF16FDB14E0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735914" y="119502"/>
                  <a:ext cx="7632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29DB68F-3075-B9BB-D694-EE52138CFB9B}"/>
              </a:ext>
            </a:extLst>
          </p:cNvPr>
          <p:cNvGrpSpPr/>
          <p:nvPr/>
        </p:nvGrpSpPr>
        <p:grpSpPr>
          <a:xfrm>
            <a:off x="8945434" y="152622"/>
            <a:ext cx="638640" cy="284400"/>
            <a:chOff x="8945434" y="152622"/>
            <a:chExt cx="63864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8F22EEB-79C0-07B5-B72A-5BD79A4C3AAA}"/>
                    </a:ext>
                  </a:extLst>
                </p14:cNvPr>
                <p14:cNvContentPartPr/>
                <p14:nvPr/>
              </p14:nvContentPartPr>
              <p14:xfrm>
                <a:off x="8945434" y="183582"/>
                <a:ext cx="42120" cy="168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8F22EEB-79C0-07B5-B72A-5BD79A4C3AA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936794" y="174942"/>
                  <a:ext cx="59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8B1E0B-77C9-A14D-A857-F5D5A9BB1031}"/>
                    </a:ext>
                  </a:extLst>
                </p14:cNvPr>
                <p14:cNvContentPartPr/>
                <p14:nvPr/>
              </p14:nvContentPartPr>
              <p14:xfrm>
                <a:off x="9029314" y="311742"/>
                <a:ext cx="35280" cy="125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8B1E0B-77C9-A14D-A857-F5D5A9BB103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020674" y="302742"/>
                  <a:ext cx="52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E9AB4A-C57A-52AD-C2EB-3A8789C6A989}"/>
                    </a:ext>
                  </a:extLst>
                </p14:cNvPr>
                <p14:cNvContentPartPr/>
                <p14:nvPr/>
              </p14:nvContentPartPr>
              <p14:xfrm>
                <a:off x="9141274" y="181782"/>
                <a:ext cx="91080" cy="136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E9AB4A-C57A-52AD-C2EB-3A8789C6A98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132634" y="173142"/>
                  <a:ext cx="108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B69E2C-7762-826F-8913-C99B8C800C1B}"/>
                    </a:ext>
                  </a:extLst>
                </p14:cNvPr>
                <p14:cNvContentPartPr/>
                <p14:nvPr/>
              </p14:nvContentPartPr>
              <p14:xfrm>
                <a:off x="9127234" y="152622"/>
                <a:ext cx="152280" cy="160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B69E2C-7762-826F-8913-C99B8C800C1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118234" y="143622"/>
                  <a:ext cx="169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1D419C-66FD-FF72-A139-B7D201BAD3C6}"/>
                    </a:ext>
                  </a:extLst>
                </p14:cNvPr>
                <p14:cNvContentPartPr/>
                <p14:nvPr/>
              </p14:nvContentPartPr>
              <p14:xfrm>
                <a:off x="9322714" y="153702"/>
                <a:ext cx="97560" cy="245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1D419C-66FD-FF72-A139-B7D201BAD3C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314074" y="144702"/>
                  <a:ext cx="115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52D5BE0-0219-5229-B067-91114AD778ED}"/>
                    </a:ext>
                  </a:extLst>
                </p14:cNvPr>
                <p14:cNvContentPartPr/>
                <p14:nvPr/>
              </p14:nvContentPartPr>
              <p14:xfrm>
                <a:off x="9500914" y="273222"/>
                <a:ext cx="83160" cy="69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52D5BE0-0219-5229-B067-91114AD778E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492274" y="264222"/>
                  <a:ext cx="10080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031A827-B162-4811-9488-99D96C17B476}"/>
              </a:ext>
            </a:extLst>
          </p:cNvPr>
          <p:cNvGrpSpPr/>
          <p:nvPr/>
        </p:nvGrpSpPr>
        <p:grpSpPr>
          <a:xfrm>
            <a:off x="9781354" y="47862"/>
            <a:ext cx="201960" cy="277200"/>
            <a:chOff x="9781354" y="47862"/>
            <a:chExt cx="20196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FF7E02-D190-E708-8629-AE3260B8436A}"/>
                    </a:ext>
                  </a:extLst>
                </p14:cNvPr>
                <p14:cNvContentPartPr/>
                <p14:nvPr/>
              </p14:nvContentPartPr>
              <p14:xfrm>
                <a:off x="9781354" y="146142"/>
                <a:ext cx="103320" cy="170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FF7E02-D190-E708-8629-AE3260B8436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772714" y="137142"/>
                  <a:ext cx="120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41BA75B-5280-E237-B2DD-32A83D5E161A}"/>
                    </a:ext>
                  </a:extLst>
                </p14:cNvPr>
                <p14:cNvContentPartPr/>
                <p14:nvPr/>
              </p14:nvContentPartPr>
              <p14:xfrm>
                <a:off x="9955594" y="178182"/>
                <a:ext cx="27000" cy="146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41BA75B-5280-E237-B2DD-32A83D5E161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946594" y="169182"/>
                  <a:ext cx="44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1CFD31F-75FE-4838-6198-E90539646818}"/>
                    </a:ext>
                  </a:extLst>
                </p14:cNvPr>
                <p14:cNvContentPartPr/>
                <p14:nvPr/>
              </p14:nvContentPartPr>
              <p14:xfrm>
                <a:off x="9829954" y="47862"/>
                <a:ext cx="93240" cy="75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1CFD31F-75FE-4838-6198-E9053964681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20954" y="38862"/>
                  <a:ext cx="110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D7F8D5C-A8E2-7489-65DD-802041B9BA26}"/>
                    </a:ext>
                  </a:extLst>
                </p14:cNvPr>
                <p14:cNvContentPartPr/>
                <p14:nvPr/>
              </p14:nvContentPartPr>
              <p14:xfrm>
                <a:off x="9860914" y="230382"/>
                <a:ext cx="122400" cy="5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D7F8D5C-A8E2-7489-65DD-802041B9BA2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52274" y="221382"/>
                  <a:ext cx="1400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CFE993-83D1-11FB-93E8-7739E6C264A2}"/>
              </a:ext>
            </a:extLst>
          </p:cNvPr>
          <p:cNvGrpSpPr/>
          <p:nvPr/>
        </p:nvGrpSpPr>
        <p:grpSpPr>
          <a:xfrm>
            <a:off x="10144594" y="82062"/>
            <a:ext cx="327960" cy="248760"/>
            <a:chOff x="10144594" y="82062"/>
            <a:chExt cx="32796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A1C3BFD-A255-2B8E-4169-7A77639356D9}"/>
                    </a:ext>
                  </a:extLst>
                </p14:cNvPr>
                <p14:cNvContentPartPr/>
                <p14:nvPr/>
              </p14:nvContentPartPr>
              <p14:xfrm>
                <a:off x="10144594" y="181782"/>
                <a:ext cx="115560" cy="149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A1C3BFD-A255-2B8E-4169-7A77639356D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135594" y="172782"/>
                  <a:ext cx="133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11E2B33-9FBE-9DBD-471D-8877900A1DD8}"/>
                    </a:ext>
                  </a:extLst>
                </p14:cNvPr>
                <p14:cNvContentPartPr/>
                <p14:nvPr/>
              </p14:nvContentPartPr>
              <p14:xfrm>
                <a:off x="10301194" y="82062"/>
                <a:ext cx="99000" cy="96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11E2B33-9FBE-9DBD-471D-8877900A1DD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92554" y="73062"/>
                  <a:ext cx="116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82CBCA2-207C-6C05-75F1-526842CD4AD3}"/>
                    </a:ext>
                  </a:extLst>
                </p14:cNvPr>
                <p14:cNvContentPartPr/>
                <p14:nvPr/>
              </p14:nvContentPartPr>
              <p14:xfrm>
                <a:off x="10410994" y="258462"/>
                <a:ext cx="61560" cy="44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82CBCA2-207C-6C05-75F1-526842CD4AD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402354" y="249822"/>
                  <a:ext cx="7920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3DA044D-6DF7-C1B6-E9EA-08D665A9DC4E}"/>
              </a:ext>
            </a:extLst>
          </p:cNvPr>
          <p:cNvGrpSpPr/>
          <p:nvPr/>
        </p:nvGrpSpPr>
        <p:grpSpPr>
          <a:xfrm>
            <a:off x="10612594" y="132822"/>
            <a:ext cx="140400" cy="209520"/>
            <a:chOff x="10612594" y="132822"/>
            <a:chExt cx="14040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A60ED2-A08D-530F-4D2E-177BD4218B9A}"/>
                    </a:ext>
                  </a:extLst>
                </p14:cNvPr>
                <p14:cNvContentPartPr/>
                <p14:nvPr/>
              </p14:nvContentPartPr>
              <p14:xfrm>
                <a:off x="10612594" y="162342"/>
                <a:ext cx="120960" cy="180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A60ED2-A08D-530F-4D2E-177BD4218B9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03594" y="153702"/>
                  <a:ext cx="138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7CE9BF2-CDC0-A9B5-5030-BDD98240C2F5}"/>
                    </a:ext>
                  </a:extLst>
                </p14:cNvPr>
                <p14:cNvContentPartPr/>
                <p14:nvPr/>
              </p14:nvContentPartPr>
              <p14:xfrm>
                <a:off x="10619794" y="132822"/>
                <a:ext cx="133200" cy="39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7CE9BF2-CDC0-A9B5-5030-BDD98240C2F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611154" y="123822"/>
                  <a:ext cx="15084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990677D-105C-47BD-9BCA-6A73F1216CE5}"/>
              </a:ext>
            </a:extLst>
          </p:cNvPr>
          <p:cNvGrpSpPr/>
          <p:nvPr/>
        </p:nvGrpSpPr>
        <p:grpSpPr>
          <a:xfrm>
            <a:off x="1481914" y="1165302"/>
            <a:ext cx="600120" cy="294480"/>
            <a:chOff x="1481914" y="1165302"/>
            <a:chExt cx="60012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6E62795-77C1-69F4-92D7-A7D9C662577B}"/>
                    </a:ext>
                  </a:extLst>
                </p14:cNvPr>
                <p14:cNvContentPartPr/>
                <p14:nvPr/>
              </p14:nvContentPartPr>
              <p14:xfrm>
                <a:off x="1481914" y="1231902"/>
                <a:ext cx="186480" cy="223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6E62795-77C1-69F4-92D7-A7D9C662577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73274" y="1222902"/>
                  <a:ext cx="204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6081284-E3DA-3A87-E616-7B6181DE579D}"/>
                    </a:ext>
                  </a:extLst>
                </p14:cNvPr>
                <p14:cNvContentPartPr/>
                <p14:nvPr/>
              </p14:nvContentPartPr>
              <p14:xfrm>
                <a:off x="1739674" y="1311462"/>
                <a:ext cx="142560" cy="90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6081284-E3DA-3A87-E616-7B6181DE579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730674" y="1302822"/>
                  <a:ext cx="160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F9EFD53-0FF6-7D6D-3F5F-96F44486E1C7}"/>
                    </a:ext>
                  </a:extLst>
                </p14:cNvPr>
                <p14:cNvContentPartPr/>
                <p14:nvPr/>
              </p14:nvContentPartPr>
              <p14:xfrm>
                <a:off x="1912474" y="1165302"/>
                <a:ext cx="146520" cy="168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F9EFD53-0FF6-7D6D-3F5F-96F44486E1C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03474" y="1156302"/>
                  <a:ext cx="164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8977750-3CA7-D53B-4A67-7A5F7CBFA6F5}"/>
                    </a:ext>
                  </a:extLst>
                </p14:cNvPr>
                <p14:cNvContentPartPr/>
                <p14:nvPr/>
              </p14:nvContentPartPr>
              <p14:xfrm>
                <a:off x="2064754" y="1433142"/>
                <a:ext cx="17280" cy="26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8977750-3CA7-D53B-4A67-7A5F7CBFA6F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56114" y="1424142"/>
                  <a:ext cx="349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411E1A3-39AE-D3AC-C0BD-1377B8C4B1DB}"/>
              </a:ext>
            </a:extLst>
          </p:cNvPr>
          <p:cNvGrpSpPr/>
          <p:nvPr/>
        </p:nvGrpSpPr>
        <p:grpSpPr>
          <a:xfrm>
            <a:off x="3029554" y="993942"/>
            <a:ext cx="784080" cy="490320"/>
            <a:chOff x="3029554" y="993942"/>
            <a:chExt cx="78408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E4C9851-21AC-1C5C-C82B-21CCF82CA4B2}"/>
                    </a:ext>
                  </a:extLst>
                </p14:cNvPr>
                <p14:cNvContentPartPr/>
                <p14:nvPr/>
              </p14:nvContentPartPr>
              <p14:xfrm>
                <a:off x="3029554" y="1133262"/>
                <a:ext cx="160920" cy="351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E4C9851-21AC-1C5C-C82B-21CCF82CA4B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020914" y="1124262"/>
                  <a:ext cx="178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5910E94-6BBB-1733-B235-D1D18E4D3726}"/>
                    </a:ext>
                  </a:extLst>
                </p14:cNvPr>
                <p14:cNvContentPartPr/>
                <p14:nvPr/>
              </p14:nvContentPartPr>
              <p14:xfrm>
                <a:off x="3055834" y="1351062"/>
                <a:ext cx="137160" cy="44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5910E94-6BBB-1733-B235-D1D18E4D372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47194" y="1342062"/>
                  <a:ext cx="154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0278D17-5DAB-0CAD-A7A5-00EE5CF13115}"/>
                    </a:ext>
                  </a:extLst>
                </p14:cNvPr>
                <p14:cNvContentPartPr/>
                <p14:nvPr/>
              </p14:nvContentPartPr>
              <p14:xfrm>
                <a:off x="3300994" y="1095822"/>
                <a:ext cx="45720" cy="285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0278D17-5DAB-0CAD-A7A5-00EE5CF1311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291994" y="1086822"/>
                  <a:ext cx="633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2C35206-1B8C-6195-9962-A4539ED3D3CE}"/>
                    </a:ext>
                  </a:extLst>
                </p14:cNvPr>
                <p14:cNvContentPartPr/>
                <p14:nvPr/>
              </p14:nvContentPartPr>
              <p14:xfrm>
                <a:off x="3459754" y="1209582"/>
                <a:ext cx="144000" cy="165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2C35206-1B8C-6195-9962-A4539ED3D3C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451114" y="1200582"/>
                  <a:ext cx="161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FA5F22E-DBC7-0C36-B44A-3BF01A9720B1}"/>
                    </a:ext>
                  </a:extLst>
                </p14:cNvPr>
                <p14:cNvContentPartPr/>
                <p14:nvPr/>
              </p14:nvContentPartPr>
              <p14:xfrm>
                <a:off x="3499714" y="1280502"/>
                <a:ext cx="124560" cy="25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FA5F22E-DBC7-0C36-B44A-3BF01A9720B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491074" y="1271862"/>
                  <a:ext cx="142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4959497-76F6-EABC-EF68-54CB1E32CBE3}"/>
                    </a:ext>
                  </a:extLst>
                </p14:cNvPr>
                <p14:cNvContentPartPr/>
                <p14:nvPr/>
              </p14:nvContentPartPr>
              <p14:xfrm>
                <a:off x="3757474" y="1201662"/>
                <a:ext cx="12240" cy="156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4959497-76F6-EABC-EF68-54CB1E32CBE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748474" y="1192662"/>
                  <a:ext cx="29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B0B2B70-61CB-790D-205E-43A24FF304CF}"/>
                    </a:ext>
                  </a:extLst>
                </p14:cNvPr>
                <p14:cNvContentPartPr/>
                <p14:nvPr/>
              </p14:nvContentPartPr>
              <p14:xfrm>
                <a:off x="3712834" y="1287342"/>
                <a:ext cx="91440" cy="1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B0B2B70-61CB-790D-205E-43A24FF304C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704194" y="1278342"/>
                  <a:ext cx="109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1957FF-C02A-26B2-3762-82F746A2B822}"/>
                    </a:ext>
                  </a:extLst>
                </p14:cNvPr>
                <p14:cNvContentPartPr/>
                <p14:nvPr/>
              </p14:nvContentPartPr>
              <p14:xfrm>
                <a:off x="3629674" y="993942"/>
                <a:ext cx="62280" cy="182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1957FF-C02A-26B2-3762-82F746A2B82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621034" y="985302"/>
                  <a:ext cx="79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85E1699-9EE7-9748-FFE9-C66414BB8A62}"/>
                    </a:ext>
                  </a:extLst>
                </p14:cNvPr>
                <p14:cNvContentPartPr/>
                <p14:nvPr/>
              </p14:nvContentPartPr>
              <p14:xfrm>
                <a:off x="3695194" y="1035342"/>
                <a:ext cx="25560" cy="116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85E1699-9EE7-9748-FFE9-C66414BB8A6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686194" y="1026342"/>
                  <a:ext cx="43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B76D86C-32B2-7A5F-50F8-9A6731724827}"/>
                    </a:ext>
                  </a:extLst>
                </p14:cNvPr>
                <p14:cNvContentPartPr/>
                <p14:nvPr/>
              </p14:nvContentPartPr>
              <p14:xfrm>
                <a:off x="3757114" y="1015182"/>
                <a:ext cx="56520" cy="187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B76D86C-32B2-7A5F-50F8-9A673172482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748114" y="1006182"/>
                  <a:ext cx="741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E1688BA-B70D-0AAD-5BAC-21DD3930CD37}"/>
              </a:ext>
            </a:extLst>
          </p:cNvPr>
          <p:cNvGrpSpPr/>
          <p:nvPr/>
        </p:nvGrpSpPr>
        <p:grpSpPr>
          <a:xfrm>
            <a:off x="4060234" y="983862"/>
            <a:ext cx="877680" cy="361800"/>
            <a:chOff x="4060234" y="983862"/>
            <a:chExt cx="87768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8F4863-BA33-B841-6989-645DDC8EE26B}"/>
                    </a:ext>
                  </a:extLst>
                </p14:cNvPr>
                <p14:cNvContentPartPr/>
                <p14:nvPr/>
              </p14:nvContentPartPr>
              <p14:xfrm>
                <a:off x="4060234" y="1162062"/>
                <a:ext cx="149760" cy="155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8F4863-BA33-B841-6989-645DDC8EE26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051234" y="1153422"/>
                  <a:ext cx="167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EDC67B6-04A6-4BE5-5AC4-D2844AFF15E2}"/>
                    </a:ext>
                  </a:extLst>
                </p14:cNvPr>
                <p14:cNvContentPartPr/>
                <p14:nvPr/>
              </p14:nvContentPartPr>
              <p14:xfrm>
                <a:off x="4345354" y="1070622"/>
                <a:ext cx="140760" cy="241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EDC67B6-04A6-4BE5-5AC4-D2844AFF15E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336354" y="1061982"/>
                  <a:ext cx="158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E7DE3E8-5D4E-A91F-B923-D813A94ACA21}"/>
                    </a:ext>
                  </a:extLst>
                </p14:cNvPr>
                <p14:cNvContentPartPr/>
                <p14:nvPr/>
              </p14:nvContentPartPr>
              <p14:xfrm>
                <a:off x="4558474" y="1010502"/>
                <a:ext cx="56160" cy="125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7DE3E8-5D4E-A91F-B923-D813A94ACA2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49834" y="1001862"/>
                  <a:ext cx="73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758A0EE-47D4-8688-740F-DD23722FC4F8}"/>
                    </a:ext>
                  </a:extLst>
                </p14:cNvPr>
                <p14:cNvContentPartPr/>
                <p14:nvPr/>
              </p14:nvContentPartPr>
              <p14:xfrm>
                <a:off x="4641994" y="1015182"/>
                <a:ext cx="48240" cy="105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758A0EE-47D4-8688-740F-DD23722FC4F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32994" y="1006182"/>
                  <a:ext cx="65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FECB9D-A495-04FB-E9B0-E7D635723635}"/>
                    </a:ext>
                  </a:extLst>
                </p14:cNvPr>
                <p14:cNvContentPartPr/>
                <p14:nvPr/>
              </p14:nvContentPartPr>
              <p14:xfrm>
                <a:off x="4740634" y="1014462"/>
                <a:ext cx="43920" cy="119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FECB9D-A495-04FB-E9B0-E7D63572363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731634" y="1005462"/>
                  <a:ext cx="615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CB43EE6-724A-8EB6-31A5-BF59DC457240}"/>
                    </a:ext>
                  </a:extLst>
                </p14:cNvPr>
                <p14:cNvContentPartPr/>
                <p14:nvPr/>
              </p14:nvContentPartPr>
              <p14:xfrm>
                <a:off x="4833514" y="983862"/>
                <a:ext cx="104400" cy="361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CB43EE6-724A-8EB6-31A5-BF59DC45724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824874" y="975222"/>
                  <a:ext cx="122040" cy="37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1248548-7332-BF1E-F9DF-BDC9DCF7B544}"/>
                  </a:ext>
                </a:extLst>
              </p14:cNvPr>
              <p14:cNvContentPartPr/>
              <p14:nvPr/>
            </p14:nvContentPartPr>
            <p14:xfrm>
              <a:off x="5222674" y="1147662"/>
              <a:ext cx="134640" cy="1933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1248548-7332-BF1E-F9DF-BDC9DCF7B544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5213674" y="1138662"/>
                <a:ext cx="15228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8CDEF68-23E5-CA8B-67B5-1A9135676F13}"/>
              </a:ext>
            </a:extLst>
          </p:cNvPr>
          <p:cNvGrpSpPr/>
          <p:nvPr/>
        </p:nvGrpSpPr>
        <p:grpSpPr>
          <a:xfrm>
            <a:off x="5668354" y="1067022"/>
            <a:ext cx="157320" cy="346320"/>
            <a:chOff x="5668354" y="1067022"/>
            <a:chExt cx="15732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EB8FEAB-4EDE-19A2-26E5-F57BB3312C73}"/>
                    </a:ext>
                  </a:extLst>
                </p14:cNvPr>
                <p14:cNvContentPartPr/>
                <p14:nvPr/>
              </p14:nvContentPartPr>
              <p14:xfrm>
                <a:off x="5710474" y="1067022"/>
                <a:ext cx="96840" cy="346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EB8FEAB-4EDE-19A2-26E5-F57BB3312C7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701834" y="1058382"/>
                  <a:ext cx="1144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1253428-22CE-5060-9E2D-C2D3051E4A69}"/>
                    </a:ext>
                  </a:extLst>
                </p14:cNvPr>
                <p14:cNvContentPartPr/>
                <p14:nvPr/>
              </p14:nvContentPartPr>
              <p14:xfrm>
                <a:off x="5668354" y="1292022"/>
                <a:ext cx="157320" cy="29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1253428-22CE-5060-9E2D-C2D3051E4A6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659714" y="1283382"/>
                  <a:ext cx="17496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E8675D7-23B9-9400-F08E-706516A5E6FD}"/>
              </a:ext>
            </a:extLst>
          </p:cNvPr>
          <p:cNvGrpSpPr/>
          <p:nvPr/>
        </p:nvGrpSpPr>
        <p:grpSpPr>
          <a:xfrm>
            <a:off x="5967874" y="1049742"/>
            <a:ext cx="463680" cy="318960"/>
            <a:chOff x="5967874" y="1049742"/>
            <a:chExt cx="46368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13A2463-0DF7-874C-7618-1E73410BBD08}"/>
                    </a:ext>
                  </a:extLst>
                </p14:cNvPr>
                <p14:cNvContentPartPr/>
                <p14:nvPr/>
              </p14:nvContentPartPr>
              <p14:xfrm>
                <a:off x="5967874" y="1054062"/>
                <a:ext cx="35640" cy="240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13A2463-0DF7-874C-7618-1E73410BBD0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958874" y="1045062"/>
                  <a:ext cx="53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12837D5-EAE7-A043-A5E4-9E21952AC9CE}"/>
                    </a:ext>
                  </a:extLst>
                </p14:cNvPr>
                <p14:cNvContentPartPr/>
                <p14:nvPr/>
              </p14:nvContentPartPr>
              <p14:xfrm>
                <a:off x="6096394" y="1135422"/>
                <a:ext cx="151560" cy="118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12837D5-EAE7-A043-A5E4-9E21952AC9C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087754" y="1126422"/>
                  <a:ext cx="169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0055EB3-B6B8-8613-2849-81D3DA4AD5D4}"/>
                    </a:ext>
                  </a:extLst>
                </p14:cNvPr>
                <p14:cNvContentPartPr/>
                <p14:nvPr/>
              </p14:nvContentPartPr>
              <p14:xfrm>
                <a:off x="6153994" y="1189422"/>
                <a:ext cx="132120" cy="24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0055EB3-B6B8-8613-2849-81D3DA4AD5D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145354" y="1180422"/>
                  <a:ext cx="149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F10B5FF-5FA8-7C5F-CD91-CDB5B4B29949}"/>
                    </a:ext>
                  </a:extLst>
                </p14:cNvPr>
                <p14:cNvContentPartPr/>
                <p14:nvPr/>
              </p14:nvContentPartPr>
              <p14:xfrm>
                <a:off x="6378274" y="1049742"/>
                <a:ext cx="53280" cy="318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F10B5FF-5FA8-7C5F-CD91-CDB5B4B2994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369274" y="1040742"/>
                  <a:ext cx="7092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55183DC-64BD-9166-0B10-4E77C040F516}"/>
              </a:ext>
            </a:extLst>
          </p:cNvPr>
          <p:cNvGrpSpPr/>
          <p:nvPr/>
        </p:nvGrpSpPr>
        <p:grpSpPr>
          <a:xfrm>
            <a:off x="1785754" y="1771542"/>
            <a:ext cx="521640" cy="337680"/>
            <a:chOff x="1785754" y="1771542"/>
            <a:chExt cx="52164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AA84A93-EF69-A01F-6C21-5DD13F01B1E5}"/>
                    </a:ext>
                  </a:extLst>
                </p14:cNvPr>
                <p14:cNvContentPartPr/>
                <p14:nvPr/>
              </p14:nvContentPartPr>
              <p14:xfrm>
                <a:off x="1785754" y="1906542"/>
                <a:ext cx="148680" cy="202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AA84A93-EF69-A01F-6C21-5DD13F01B1E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777114" y="1897542"/>
                  <a:ext cx="16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BB7619D-D144-C18C-A586-053A09A64A05}"/>
                    </a:ext>
                  </a:extLst>
                </p14:cNvPr>
                <p14:cNvContentPartPr/>
                <p14:nvPr/>
              </p14:nvContentPartPr>
              <p14:xfrm>
                <a:off x="1824994" y="1994742"/>
                <a:ext cx="141480" cy="48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BB7619D-D144-C18C-A586-053A09A64A0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816354" y="1985742"/>
                  <a:ext cx="159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CEBF872-3B9F-F9C3-9F4B-6C913CA0E928}"/>
                    </a:ext>
                  </a:extLst>
                </p14:cNvPr>
                <p14:cNvContentPartPr/>
                <p14:nvPr/>
              </p14:nvContentPartPr>
              <p14:xfrm>
                <a:off x="2053594" y="1776582"/>
                <a:ext cx="39960" cy="162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CEBF872-3B9F-F9C3-9F4B-6C913CA0E92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044594" y="1767942"/>
                  <a:ext cx="57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03748B-2C71-B092-0193-0B4C70DAAB5E}"/>
                    </a:ext>
                  </a:extLst>
                </p14:cNvPr>
                <p14:cNvContentPartPr/>
                <p14:nvPr/>
              </p14:nvContentPartPr>
              <p14:xfrm>
                <a:off x="2144314" y="1789902"/>
                <a:ext cx="44640" cy="124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03748B-2C71-B092-0193-0B4C70DAAB5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135674" y="1781262"/>
                  <a:ext cx="62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4CAA045-FBB4-A6B3-9BE3-6F3EC350BBFD}"/>
                    </a:ext>
                  </a:extLst>
                </p14:cNvPr>
                <p14:cNvContentPartPr/>
                <p14:nvPr/>
              </p14:nvContentPartPr>
              <p14:xfrm>
                <a:off x="2235034" y="1771542"/>
                <a:ext cx="72360" cy="187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4CAA045-FBB4-A6B3-9BE3-6F3EC350BBF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226394" y="1762542"/>
                  <a:ext cx="9000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AF4EDE7-75DC-0E40-4F81-E4A002A5761D}"/>
              </a:ext>
            </a:extLst>
          </p:cNvPr>
          <p:cNvGrpSpPr/>
          <p:nvPr/>
        </p:nvGrpSpPr>
        <p:grpSpPr>
          <a:xfrm>
            <a:off x="2490634" y="1893582"/>
            <a:ext cx="466200" cy="178560"/>
            <a:chOff x="2490634" y="1893582"/>
            <a:chExt cx="46620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5DA8E37-6F84-698C-845A-B18BE8D551B7}"/>
                    </a:ext>
                  </a:extLst>
                </p14:cNvPr>
                <p14:cNvContentPartPr/>
                <p14:nvPr/>
              </p14:nvContentPartPr>
              <p14:xfrm>
                <a:off x="2565154" y="1923462"/>
                <a:ext cx="12960" cy="148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5DA8E37-6F84-698C-845A-B18BE8D551B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556154" y="1914462"/>
                  <a:ext cx="30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45A8265-251C-213D-97B2-FCEC8A6045E8}"/>
                    </a:ext>
                  </a:extLst>
                </p14:cNvPr>
                <p14:cNvContentPartPr/>
                <p14:nvPr/>
              </p14:nvContentPartPr>
              <p14:xfrm>
                <a:off x="2490634" y="1972062"/>
                <a:ext cx="169560" cy="36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45A8265-251C-213D-97B2-FCEC8A6045E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481994" y="1963062"/>
                  <a:ext cx="187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AD2AAE1-AC42-F50A-7377-8BF4E0589F3F}"/>
                    </a:ext>
                  </a:extLst>
                </p14:cNvPr>
                <p14:cNvContentPartPr/>
                <p14:nvPr/>
              </p14:nvContentPartPr>
              <p14:xfrm>
                <a:off x="2799154" y="1893582"/>
                <a:ext cx="157680" cy="171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AD2AAE1-AC42-F50A-7377-8BF4E0589F3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790514" y="1884942"/>
                  <a:ext cx="17532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6DCC82D-5287-1E08-87F1-95B05A150A9C}"/>
                  </a:ext>
                </a:extLst>
              </p14:cNvPr>
              <p14:cNvContentPartPr/>
              <p14:nvPr/>
            </p14:nvContentPartPr>
            <p14:xfrm>
              <a:off x="1855234" y="2220102"/>
              <a:ext cx="174600" cy="61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6DCC82D-5287-1E08-87F1-95B05A150A9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846234" y="2211462"/>
                <a:ext cx="19224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F60E6FC-4A63-4335-CB1A-E792EC770D00}"/>
              </a:ext>
            </a:extLst>
          </p:cNvPr>
          <p:cNvGrpSpPr/>
          <p:nvPr/>
        </p:nvGrpSpPr>
        <p:grpSpPr>
          <a:xfrm>
            <a:off x="3145834" y="1663542"/>
            <a:ext cx="580680" cy="538560"/>
            <a:chOff x="3145834" y="1663542"/>
            <a:chExt cx="58068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045D791-61DE-DB42-B9CE-BB20DF05D648}"/>
                    </a:ext>
                  </a:extLst>
                </p14:cNvPr>
                <p14:cNvContentPartPr/>
                <p14:nvPr/>
              </p14:nvContentPartPr>
              <p14:xfrm>
                <a:off x="3165994" y="1776222"/>
                <a:ext cx="129960" cy="245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045D791-61DE-DB42-B9CE-BB20DF05D64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156994" y="1767222"/>
                  <a:ext cx="147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940BFC0-446E-F09E-D9DD-BF042DBF180C}"/>
                    </a:ext>
                  </a:extLst>
                </p14:cNvPr>
                <p14:cNvContentPartPr/>
                <p14:nvPr/>
              </p14:nvContentPartPr>
              <p14:xfrm>
                <a:off x="3376594" y="1698822"/>
                <a:ext cx="42840" cy="152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940BFC0-446E-F09E-D9DD-BF042DBF180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367954" y="1690182"/>
                  <a:ext cx="60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6C9362A-38A7-9BB0-4157-B683268D4FB2}"/>
                    </a:ext>
                  </a:extLst>
                </p14:cNvPr>
                <p14:cNvContentPartPr/>
                <p14:nvPr/>
              </p14:nvContentPartPr>
              <p14:xfrm>
                <a:off x="3460114" y="1733382"/>
                <a:ext cx="39600" cy="99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6C9362A-38A7-9BB0-4157-B683268D4FB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451114" y="1724382"/>
                  <a:ext cx="57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B5C74D-4AC4-66DF-8B84-3F08A77EE727}"/>
                    </a:ext>
                  </a:extLst>
                </p14:cNvPr>
                <p14:cNvContentPartPr/>
                <p14:nvPr/>
              </p14:nvContentPartPr>
              <p14:xfrm>
                <a:off x="3567754" y="1686222"/>
                <a:ext cx="23040" cy="153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B5C74D-4AC4-66DF-8B84-3F08A77EE72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559114" y="1677582"/>
                  <a:ext cx="40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7849E09-D2DE-D206-BFCE-F5D88C23F189}"/>
                    </a:ext>
                  </a:extLst>
                </p14:cNvPr>
                <p14:cNvContentPartPr/>
                <p14:nvPr/>
              </p14:nvContentPartPr>
              <p14:xfrm>
                <a:off x="3638314" y="1663542"/>
                <a:ext cx="88200" cy="538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7849E09-D2DE-D206-BFCE-F5D88C23F18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629314" y="1654542"/>
                  <a:ext cx="1058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55FE036-64E2-C82C-31A2-9D3E001A2C7E}"/>
                    </a:ext>
                  </a:extLst>
                </p14:cNvPr>
                <p14:cNvContentPartPr/>
                <p14:nvPr/>
              </p14:nvContentPartPr>
              <p14:xfrm>
                <a:off x="3145834" y="2144142"/>
                <a:ext cx="126000" cy="30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55FE036-64E2-C82C-31A2-9D3E001A2C7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136834" y="2135142"/>
                  <a:ext cx="1436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9B81B2E-2886-873F-8650-992C34EFDCDB}"/>
              </a:ext>
            </a:extLst>
          </p:cNvPr>
          <p:cNvGrpSpPr/>
          <p:nvPr/>
        </p:nvGrpSpPr>
        <p:grpSpPr>
          <a:xfrm>
            <a:off x="4110274" y="1922022"/>
            <a:ext cx="81360" cy="75960"/>
            <a:chOff x="4110274" y="1922022"/>
            <a:chExt cx="8136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18E01C9-0671-DA44-1FA8-D8B0F027F147}"/>
                    </a:ext>
                  </a:extLst>
                </p14:cNvPr>
                <p14:cNvContentPartPr/>
                <p14:nvPr/>
              </p14:nvContentPartPr>
              <p14:xfrm>
                <a:off x="4110274" y="1922022"/>
                <a:ext cx="81000" cy="5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18E01C9-0671-DA44-1FA8-D8B0F027F14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101634" y="1913382"/>
                  <a:ext cx="98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BC024A5-1DC5-A937-57BD-849B6E173595}"/>
                    </a:ext>
                  </a:extLst>
                </p14:cNvPr>
                <p14:cNvContentPartPr/>
                <p14:nvPr/>
              </p14:nvContentPartPr>
              <p14:xfrm>
                <a:off x="4122154" y="1975662"/>
                <a:ext cx="69480" cy="22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BC024A5-1DC5-A937-57BD-849B6E17359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113154" y="1967022"/>
                  <a:ext cx="8712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2E08C770-AB1A-F8AF-9D35-89E8C6F97275}"/>
              </a:ext>
            </a:extLst>
          </p:cNvPr>
          <p:cNvGrpSpPr/>
          <p:nvPr/>
        </p:nvGrpSpPr>
        <p:grpSpPr>
          <a:xfrm>
            <a:off x="4474594" y="1628262"/>
            <a:ext cx="235800" cy="488520"/>
            <a:chOff x="4474594" y="1628262"/>
            <a:chExt cx="23580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7E72811-FC48-321C-0A63-32949587CD5F}"/>
                    </a:ext>
                  </a:extLst>
                </p14:cNvPr>
                <p14:cNvContentPartPr/>
                <p14:nvPr/>
              </p14:nvContentPartPr>
              <p14:xfrm>
                <a:off x="4474594" y="1628262"/>
                <a:ext cx="180360" cy="488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7E72811-FC48-321C-0A63-32949587CD5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465954" y="1619622"/>
                  <a:ext cx="1980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F549629-B98D-DA4A-8957-8EB3D8729846}"/>
                    </a:ext>
                  </a:extLst>
                </p14:cNvPr>
                <p14:cNvContentPartPr/>
                <p14:nvPr/>
              </p14:nvContentPartPr>
              <p14:xfrm>
                <a:off x="4532914" y="1932462"/>
                <a:ext cx="177480" cy="626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F549629-B98D-DA4A-8957-8EB3D872984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524274" y="1923462"/>
                  <a:ext cx="19512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454A56E-5CBF-B89D-42B3-F00E96F9DBCF}"/>
                  </a:ext>
                </a:extLst>
              </p14:cNvPr>
              <p14:cNvContentPartPr/>
              <p14:nvPr/>
            </p14:nvContentPartPr>
            <p14:xfrm>
              <a:off x="4882834" y="1523862"/>
              <a:ext cx="51120" cy="6591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454A56E-5CBF-B89D-42B3-F00E96F9DBCF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4873834" y="1514862"/>
                <a:ext cx="68760" cy="67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F9E9258-5F13-54BE-844F-48233861B887}"/>
              </a:ext>
            </a:extLst>
          </p:cNvPr>
          <p:cNvGrpSpPr/>
          <p:nvPr/>
        </p:nvGrpSpPr>
        <p:grpSpPr>
          <a:xfrm>
            <a:off x="5183794" y="1682622"/>
            <a:ext cx="651960" cy="327960"/>
            <a:chOff x="5183794" y="1682622"/>
            <a:chExt cx="65196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D9B1ECD-75F6-D07C-46F6-A97ED3FB8D11}"/>
                    </a:ext>
                  </a:extLst>
                </p14:cNvPr>
                <p14:cNvContentPartPr/>
                <p14:nvPr/>
              </p14:nvContentPartPr>
              <p14:xfrm>
                <a:off x="5183794" y="1710342"/>
                <a:ext cx="54360" cy="239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D9B1ECD-75F6-D07C-46F6-A97ED3FB8D1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175154" y="1701342"/>
                  <a:ext cx="720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CF8B697-3DDA-FF70-2F72-8CF3468C8D75}"/>
                    </a:ext>
                  </a:extLst>
                </p14:cNvPr>
                <p14:cNvContentPartPr/>
                <p14:nvPr/>
              </p14:nvContentPartPr>
              <p14:xfrm>
                <a:off x="5282434" y="1769382"/>
                <a:ext cx="63000" cy="161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CF8B697-3DDA-FF70-2F72-8CF3468C8D7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273794" y="1760382"/>
                  <a:ext cx="80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AF14F1-7AB8-7F52-C67D-FF3834C38A25}"/>
                    </a:ext>
                  </a:extLst>
                </p14:cNvPr>
                <p14:cNvContentPartPr/>
                <p14:nvPr/>
              </p14:nvContentPartPr>
              <p14:xfrm>
                <a:off x="5394754" y="1878462"/>
                <a:ext cx="36360" cy="132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AF14F1-7AB8-7F52-C67D-FF3834C38A2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385754" y="1869822"/>
                  <a:ext cx="54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8FFE00F-0068-6934-4F38-F3EB82E97133}"/>
                    </a:ext>
                  </a:extLst>
                </p14:cNvPr>
                <p14:cNvContentPartPr/>
                <p14:nvPr/>
              </p14:nvContentPartPr>
              <p14:xfrm>
                <a:off x="5531914" y="1794222"/>
                <a:ext cx="174240" cy="135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8FFE00F-0068-6934-4F38-F3EB82E9713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522914" y="1785582"/>
                  <a:ext cx="191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B4A1A4-573E-84A2-847F-81A7210F99D2}"/>
                    </a:ext>
                  </a:extLst>
                </p14:cNvPr>
                <p14:cNvContentPartPr/>
                <p14:nvPr/>
              </p14:nvContentPartPr>
              <p14:xfrm>
                <a:off x="5736754" y="1682622"/>
                <a:ext cx="99000" cy="299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B4A1A4-573E-84A2-847F-81A7210F99D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727754" y="1673622"/>
                  <a:ext cx="11664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50037AF-0900-2E4E-F381-F4C28BE68C17}"/>
              </a:ext>
            </a:extLst>
          </p:cNvPr>
          <p:cNvGrpSpPr/>
          <p:nvPr/>
        </p:nvGrpSpPr>
        <p:grpSpPr>
          <a:xfrm>
            <a:off x="6105754" y="1726902"/>
            <a:ext cx="116280" cy="163440"/>
            <a:chOff x="6105754" y="1726902"/>
            <a:chExt cx="116280" cy="16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8F590EB-1662-11E2-C68D-36B63F7B5E7C}"/>
                    </a:ext>
                  </a:extLst>
                </p14:cNvPr>
                <p14:cNvContentPartPr/>
                <p14:nvPr/>
              </p14:nvContentPartPr>
              <p14:xfrm>
                <a:off x="6113674" y="1726902"/>
                <a:ext cx="41400" cy="163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8F590EB-1662-11E2-C68D-36B63F7B5E7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104674" y="1717902"/>
                  <a:ext cx="59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1E84FF1-116D-1C1A-C493-A9534B5F00CF}"/>
                    </a:ext>
                  </a:extLst>
                </p14:cNvPr>
                <p14:cNvContentPartPr/>
                <p14:nvPr/>
              </p14:nvContentPartPr>
              <p14:xfrm>
                <a:off x="6105754" y="1788822"/>
                <a:ext cx="116280" cy="23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1E84FF1-116D-1C1A-C493-A9534B5F00C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096754" y="1780182"/>
                  <a:ext cx="1339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FE4D063-2FE9-BB70-4A8C-C3408F46ECD6}"/>
                  </a:ext>
                </a:extLst>
              </p14:cNvPr>
              <p14:cNvContentPartPr/>
              <p14:nvPr/>
            </p14:nvContentPartPr>
            <p14:xfrm>
              <a:off x="6495634" y="1688742"/>
              <a:ext cx="194040" cy="1551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FE4D063-2FE9-BB70-4A8C-C3408F46ECD6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6486634" y="1679742"/>
                <a:ext cx="21168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2956431-BCCA-9F8A-179E-A504511E06F6}"/>
                  </a:ext>
                </a:extLst>
              </p14:cNvPr>
              <p14:cNvContentPartPr/>
              <p14:nvPr/>
            </p14:nvContentPartPr>
            <p14:xfrm>
              <a:off x="6839794" y="1587582"/>
              <a:ext cx="56520" cy="2944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2956431-BCCA-9F8A-179E-A504511E06F6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6830794" y="1578942"/>
                <a:ext cx="74160" cy="31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0700014-F4F5-0B36-477F-1E46828837F8}"/>
              </a:ext>
            </a:extLst>
          </p:cNvPr>
          <p:cNvGrpSpPr/>
          <p:nvPr/>
        </p:nvGrpSpPr>
        <p:grpSpPr>
          <a:xfrm>
            <a:off x="7048954" y="1401822"/>
            <a:ext cx="702720" cy="610200"/>
            <a:chOff x="7048954" y="1401822"/>
            <a:chExt cx="702720" cy="61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687D030-16A5-4DFD-012A-1BB263465A00}"/>
                    </a:ext>
                  </a:extLst>
                </p14:cNvPr>
                <p14:cNvContentPartPr/>
                <p14:nvPr/>
              </p14:nvContentPartPr>
              <p14:xfrm>
                <a:off x="7048954" y="1601982"/>
                <a:ext cx="119160" cy="200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687D030-16A5-4DFD-012A-1BB263465A0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040314" y="1593342"/>
                  <a:ext cx="136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DF83BF5-1932-B331-3AD3-1EB04B009DCA}"/>
                    </a:ext>
                  </a:extLst>
                </p14:cNvPr>
                <p14:cNvContentPartPr/>
                <p14:nvPr/>
              </p14:nvContentPartPr>
              <p14:xfrm>
                <a:off x="7240474" y="1763262"/>
                <a:ext cx="52200" cy="103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DF83BF5-1932-B331-3AD3-1EB04B009DC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231474" y="1754262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AB3F9B6-57DF-9857-6FEF-92EBD94BD856}"/>
                    </a:ext>
                  </a:extLst>
                </p14:cNvPr>
                <p14:cNvContentPartPr/>
                <p14:nvPr/>
              </p14:nvContentPartPr>
              <p14:xfrm>
                <a:off x="7354234" y="1650582"/>
                <a:ext cx="113400" cy="136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AB3F9B6-57DF-9857-6FEF-92EBD94BD85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345594" y="1641582"/>
                  <a:ext cx="131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45663AC-9425-0044-8C07-F7055822FF95}"/>
                    </a:ext>
                  </a:extLst>
                </p14:cNvPr>
                <p14:cNvContentPartPr/>
                <p14:nvPr/>
              </p14:nvContentPartPr>
              <p14:xfrm>
                <a:off x="7518034" y="1585782"/>
                <a:ext cx="113400" cy="249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45663AC-9425-0044-8C07-F7055822FF9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509034" y="1576782"/>
                  <a:ext cx="131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4EA50CE-968E-8FA8-950C-588767139EF6}"/>
                    </a:ext>
                  </a:extLst>
                </p14:cNvPr>
                <p14:cNvContentPartPr/>
                <p14:nvPr/>
              </p14:nvContentPartPr>
              <p14:xfrm>
                <a:off x="7601914" y="1401822"/>
                <a:ext cx="149760" cy="610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4EA50CE-968E-8FA8-950C-588767139EF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592914" y="1392822"/>
                  <a:ext cx="167400" cy="62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E2FD84F-1ED5-05C0-944B-63D2EA066189}"/>
              </a:ext>
            </a:extLst>
          </p:cNvPr>
          <p:cNvGrpSpPr/>
          <p:nvPr/>
        </p:nvGrpSpPr>
        <p:grpSpPr>
          <a:xfrm>
            <a:off x="1274554" y="1631502"/>
            <a:ext cx="322560" cy="622440"/>
            <a:chOff x="1274554" y="1631502"/>
            <a:chExt cx="322560" cy="62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2331527-F940-B9C9-3FC3-7CBAF1A50734}"/>
                    </a:ext>
                  </a:extLst>
                </p14:cNvPr>
                <p14:cNvContentPartPr/>
                <p14:nvPr/>
              </p14:nvContentPartPr>
              <p14:xfrm>
                <a:off x="1294354" y="1794942"/>
                <a:ext cx="142200" cy="459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2331527-F940-B9C9-3FC3-7CBAF1A5073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285354" y="1786302"/>
                  <a:ext cx="1598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D85E8B4-0FA2-9B89-FEE6-5F6286B4061A}"/>
                    </a:ext>
                  </a:extLst>
                </p14:cNvPr>
                <p14:cNvContentPartPr/>
                <p14:nvPr/>
              </p14:nvContentPartPr>
              <p14:xfrm>
                <a:off x="1297594" y="2098782"/>
                <a:ext cx="138600" cy="52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D85E8B4-0FA2-9B89-FEE6-5F6286B4061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288594" y="2089782"/>
                  <a:ext cx="156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B660DBB-FD81-A28A-9F70-CA114568F020}"/>
                    </a:ext>
                  </a:extLst>
                </p14:cNvPr>
                <p14:cNvContentPartPr/>
                <p14:nvPr/>
              </p14:nvContentPartPr>
              <p14:xfrm>
                <a:off x="1555354" y="1811502"/>
                <a:ext cx="41760" cy="322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B660DBB-FD81-A28A-9F70-CA114568F02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546714" y="1802502"/>
                  <a:ext cx="594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BE6FB8B-A5DD-93A2-659B-9A77A273D43E}"/>
                    </a:ext>
                  </a:extLst>
                </p14:cNvPr>
                <p14:cNvContentPartPr/>
                <p14:nvPr/>
              </p14:nvContentPartPr>
              <p14:xfrm>
                <a:off x="1274554" y="1631502"/>
                <a:ext cx="181440" cy="1490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BE6FB8B-A5DD-93A2-659B-9A77A273D43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265554" y="1622862"/>
                  <a:ext cx="199080" cy="1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EB43413-F46E-7EE0-80C1-15EC6AE8586F}"/>
                  </a:ext>
                </a:extLst>
              </p14:cNvPr>
              <p14:cNvContentPartPr/>
              <p14:nvPr/>
            </p14:nvContentPartPr>
            <p14:xfrm>
              <a:off x="4490794" y="1502262"/>
              <a:ext cx="187920" cy="892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EB43413-F46E-7EE0-80C1-15EC6AE8586F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4482154" y="1493262"/>
                <a:ext cx="20556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8CEE3D8-D4E3-750F-83B3-A8A1C5278609}"/>
              </a:ext>
            </a:extLst>
          </p:cNvPr>
          <p:cNvGrpSpPr/>
          <p:nvPr/>
        </p:nvGrpSpPr>
        <p:grpSpPr>
          <a:xfrm>
            <a:off x="7959394" y="1718982"/>
            <a:ext cx="101160" cy="96480"/>
            <a:chOff x="7959394" y="1718982"/>
            <a:chExt cx="10116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F0F177D-CE89-340C-22B3-322B5DBADFCC}"/>
                    </a:ext>
                  </a:extLst>
                </p14:cNvPr>
                <p14:cNvContentPartPr/>
                <p14:nvPr/>
              </p14:nvContentPartPr>
              <p14:xfrm>
                <a:off x="7959394" y="1718982"/>
                <a:ext cx="101160" cy="34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F0F177D-CE89-340C-22B3-322B5DBADFC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950754" y="1710342"/>
                  <a:ext cx="118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018ECA4-FFFF-CF3D-0400-065509266F28}"/>
                    </a:ext>
                  </a:extLst>
                </p14:cNvPr>
                <p14:cNvContentPartPr/>
                <p14:nvPr/>
              </p14:nvContentPartPr>
              <p14:xfrm>
                <a:off x="7964434" y="1788102"/>
                <a:ext cx="83520" cy="27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018ECA4-FFFF-CF3D-0400-065509266F2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955434" y="1779462"/>
                  <a:ext cx="10116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CB2035D-FF62-8066-EE22-B2109AC58669}"/>
              </a:ext>
            </a:extLst>
          </p:cNvPr>
          <p:cNvGrpSpPr/>
          <p:nvPr/>
        </p:nvGrpSpPr>
        <p:grpSpPr>
          <a:xfrm>
            <a:off x="8317234" y="1347102"/>
            <a:ext cx="434880" cy="613800"/>
            <a:chOff x="8317234" y="1347102"/>
            <a:chExt cx="434880" cy="61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24202D3-9585-B4F3-44D0-56397CDBC9B5}"/>
                    </a:ext>
                  </a:extLst>
                </p14:cNvPr>
                <p14:cNvContentPartPr/>
                <p14:nvPr/>
              </p14:nvContentPartPr>
              <p14:xfrm>
                <a:off x="8394994" y="1506582"/>
                <a:ext cx="140760" cy="454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24202D3-9585-B4F3-44D0-56397CDBC9B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386354" y="1497942"/>
                  <a:ext cx="15840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9368AFC-2418-9101-2B83-631480CD9C3B}"/>
                    </a:ext>
                  </a:extLst>
                </p14:cNvPr>
                <p14:cNvContentPartPr/>
                <p14:nvPr/>
              </p14:nvContentPartPr>
              <p14:xfrm>
                <a:off x="8317234" y="1796382"/>
                <a:ext cx="117000" cy="75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9368AFC-2418-9101-2B83-631480CD9C3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08594" y="1787382"/>
                  <a:ext cx="134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190710C-5926-FEC5-7662-901C2CDFA845}"/>
                    </a:ext>
                  </a:extLst>
                </p14:cNvPr>
                <p14:cNvContentPartPr/>
                <p14:nvPr/>
              </p14:nvContentPartPr>
              <p14:xfrm>
                <a:off x="8382394" y="1347102"/>
                <a:ext cx="213840" cy="109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190710C-5926-FEC5-7662-901C2CDFA84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373394" y="1338102"/>
                  <a:ext cx="231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D2B4350-80F4-FBF8-C62C-F02B010A14E8}"/>
                    </a:ext>
                  </a:extLst>
                </p14:cNvPr>
                <p14:cNvContentPartPr/>
                <p14:nvPr/>
              </p14:nvContentPartPr>
              <p14:xfrm>
                <a:off x="8690914" y="1389222"/>
                <a:ext cx="61200" cy="440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D2B4350-80F4-FBF8-C62C-F02B010A14E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682274" y="1380582"/>
                  <a:ext cx="78840" cy="45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6DCCB34-F4A2-4BFB-8DC2-64280127BEF8}"/>
              </a:ext>
            </a:extLst>
          </p:cNvPr>
          <p:cNvGrpSpPr/>
          <p:nvPr/>
        </p:nvGrpSpPr>
        <p:grpSpPr>
          <a:xfrm>
            <a:off x="9028234" y="1519182"/>
            <a:ext cx="1010520" cy="300960"/>
            <a:chOff x="9028234" y="1519182"/>
            <a:chExt cx="101052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6F315B4-4B1E-AF59-7853-4EF9AA856361}"/>
                    </a:ext>
                  </a:extLst>
                </p14:cNvPr>
                <p14:cNvContentPartPr/>
                <p14:nvPr/>
              </p14:nvContentPartPr>
              <p14:xfrm>
                <a:off x="9028234" y="1519182"/>
                <a:ext cx="84960" cy="2278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6F315B4-4B1E-AF59-7853-4EF9AA85636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19234" y="1510182"/>
                  <a:ext cx="102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D87C59C-12B5-1652-F942-E3F58285784B}"/>
                    </a:ext>
                  </a:extLst>
                </p14:cNvPr>
                <p14:cNvContentPartPr/>
                <p14:nvPr/>
              </p14:nvContentPartPr>
              <p14:xfrm>
                <a:off x="9307954" y="1544742"/>
                <a:ext cx="7560" cy="166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D87C59C-12B5-1652-F942-E3F58285784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99314" y="1535742"/>
                  <a:ext cx="252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58638B9-F753-53F2-695C-9F0DCC6F1E98}"/>
                    </a:ext>
                  </a:extLst>
                </p14:cNvPr>
                <p14:cNvContentPartPr/>
                <p14:nvPr/>
              </p14:nvContentPartPr>
              <p14:xfrm>
                <a:off x="9246034" y="1633302"/>
                <a:ext cx="84240" cy="18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58638B9-F753-53F2-695C-9F0DCC6F1E9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237394" y="1624662"/>
                  <a:ext cx="101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73AF412-476A-6E9F-0E73-E5480B331F6E}"/>
                    </a:ext>
                  </a:extLst>
                </p14:cNvPr>
                <p14:cNvContentPartPr/>
                <p14:nvPr/>
              </p14:nvContentPartPr>
              <p14:xfrm>
                <a:off x="9473914" y="1520622"/>
                <a:ext cx="123840" cy="180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73AF412-476A-6E9F-0E73-E5480B331F6E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465274" y="1511622"/>
                  <a:ext cx="141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C919B66-4959-4CEF-4178-2E8789B62861}"/>
                    </a:ext>
                  </a:extLst>
                </p14:cNvPr>
                <p14:cNvContentPartPr/>
                <p14:nvPr/>
              </p14:nvContentPartPr>
              <p14:xfrm>
                <a:off x="9680554" y="1550862"/>
                <a:ext cx="151920" cy="156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C919B66-4959-4CEF-4178-2E8789B6286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671914" y="1541862"/>
                  <a:ext cx="169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B6730D6-9033-F66F-0C59-93D3072A9CE7}"/>
                    </a:ext>
                  </a:extLst>
                </p14:cNvPr>
                <p14:cNvContentPartPr/>
                <p14:nvPr/>
              </p14:nvContentPartPr>
              <p14:xfrm>
                <a:off x="9955234" y="1689102"/>
                <a:ext cx="83520" cy="131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B6730D6-9033-F66F-0C59-93D3072A9CE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946594" y="1680102"/>
                  <a:ext cx="1011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089D600-0125-5FAB-1F4C-CB195F8403AA}"/>
              </a:ext>
            </a:extLst>
          </p:cNvPr>
          <p:cNvGrpSpPr/>
          <p:nvPr/>
        </p:nvGrpSpPr>
        <p:grpSpPr>
          <a:xfrm>
            <a:off x="10223794" y="1529982"/>
            <a:ext cx="324360" cy="192600"/>
            <a:chOff x="10223794" y="1529982"/>
            <a:chExt cx="32436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A11C9FF-7A55-3214-0C58-B9CAD38C9A39}"/>
                    </a:ext>
                  </a:extLst>
                </p14:cNvPr>
                <p14:cNvContentPartPr/>
                <p14:nvPr/>
              </p14:nvContentPartPr>
              <p14:xfrm>
                <a:off x="10223794" y="1529982"/>
                <a:ext cx="143640" cy="192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A11C9FF-7A55-3214-0C58-B9CAD38C9A3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214794" y="1521342"/>
                  <a:ext cx="161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F353B82-70E2-97B4-DF64-84A2C01D80F7}"/>
                    </a:ext>
                  </a:extLst>
                </p14:cNvPr>
                <p14:cNvContentPartPr/>
                <p14:nvPr/>
              </p14:nvContentPartPr>
              <p14:xfrm>
                <a:off x="10500994" y="1562382"/>
                <a:ext cx="7560" cy="1368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F353B82-70E2-97B4-DF64-84A2C01D80F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492354" y="1553742"/>
                  <a:ext cx="25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2EA6F28-18EE-A29F-1B12-6C066ED59AE9}"/>
                    </a:ext>
                  </a:extLst>
                </p14:cNvPr>
                <p14:cNvContentPartPr/>
                <p14:nvPr/>
              </p14:nvContentPartPr>
              <p14:xfrm>
                <a:off x="10468594" y="1621062"/>
                <a:ext cx="79560" cy="23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2EA6F28-18EE-A29F-1B12-6C066ED59AE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459594" y="1612062"/>
                  <a:ext cx="972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76708EE-7AD9-D868-8D54-A5AF1118AD62}"/>
              </a:ext>
            </a:extLst>
          </p:cNvPr>
          <p:cNvGrpSpPr/>
          <p:nvPr/>
        </p:nvGrpSpPr>
        <p:grpSpPr>
          <a:xfrm>
            <a:off x="10712674" y="1359702"/>
            <a:ext cx="811800" cy="475560"/>
            <a:chOff x="10712674" y="1359702"/>
            <a:chExt cx="81180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BE41B40-8C0B-4025-3733-85A19EAA2365}"/>
                    </a:ext>
                  </a:extLst>
                </p14:cNvPr>
                <p14:cNvContentPartPr/>
                <p14:nvPr/>
              </p14:nvContentPartPr>
              <p14:xfrm>
                <a:off x="10712674" y="1496142"/>
                <a:ext cx="126720" cy="176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BE41B40-8C0B-4025-3733-85A19EAA236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704034" y="1487502"/>
                  <a:ext cx="144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DABA1EB-D2E8-8D76-DE97-D098E6426409}"/>
                    </a:ext>
                  </a:extLst>
                </p14:cNvPr>
                <p14:cNvContentPartPr/>
                <p14:nvPr/>
              </p14:nvContentPartPr>
              <p14:xfrm>
                <a:off x="10896634" y="1558782"/>
                <a:ext cx="160200" cy="122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DABA1EB-D2E8-8D76-DE97-D098E642640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887994" y="1550142"/>
                  <a:ext cx="177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5E32BF5-18BD-684F-9A0B-64D248C8C5C2}"/>
                    </a:ext>
                  </a:extLst>
                </p14:cNvPr>
                <p14:cNvContentPartPr/>
                <p14:nvPr/>
              </p14:nvContentPartPr>
              <p14:xfrm>
                <a:off x="11155834" y="1359702"/>
                <a:ext cx="127440" cy="475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5E32BF5-18BD-684F-9A0B-64D248C8C5C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146834" y="1351062"/>
                  <a:ext cx="1450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BD92D61-26CA-2ADF-2AE6-ED65ACDE5F74}"/>
                    </a:ext>
                  </a:extLst>
                </p14:cNvPr>
                <p14:cNvContentPartPr/>
                <p14:nvPr/>
              </p14:nvContentPartPr>
              <p14:xfrm>
                <a:off x="11377234" y="1618182"/>
                <a:ext cx="147240" cy="781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BD92D61-26CA-2ADF-2AE6-ED65ACDE5F7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368594" y="1609182"/>
                  <a:ext cx="1648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DEE6DF4D-DBB9-D285-609A-09E9B5D996A1}"/>
              </a:ext>
            </a:extLst>
          </p:cNvPr>
          <p:cNvGrpSpPr/>
          <p:nvPr/>
        </p:nvGrpSpPr>
        <p:grpSpPr>
          <a:xfrm>
            <a:off x="1859194" y="2797902"/>
            <a:ext cx="115560" cy="115920"/>
            <a:chOff x="1859194" y="2797902"/>
            <a:chExt cx="11556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6EB982C-9627-C07E-0AD9-879ECA980906}"/>
                    </a:ext>
                  </a:extLst>
                </p14:cNvPr>
                <p14:cNvContentPartPr/>
                <p14:nvPr/>
              </p14:nvContentPartPr>
              <p14:xfrm>
                <a:off x="1863874" y="2797902"/>
                <a:ext cx="110880" cy="34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6EB982C-9627-C07E-0AD9-879ECA98090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854874" y="2789262"/>
                  <a:ext cx="128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DA431A8-20E1-B1B9-30C8-432CFCF2D5FF}"/>
                    </a:ext>
                  </a:extLst>
                </p14:cNvPr>
                <p14:cNvContentPartPr/>
                <p14:nvPr/>
              </p14:nvContentPartPr>
              <p14:xfrm>
                <a:off x="1859194" y="2886462"/>
                <a:ext cx="102240" cy="27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DA431A8-20E1-B1B9-30C8-432CFCF2D5F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850194" y="2877462"/>
                  <a:ext cx="1198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D749A9A-C109-8448-BB6C-F6960336161B}"/>
              </a:ext>
            </a:extLst>
          </p:cNvPr>
          <p:cNvGrpSpPr/>
          <p:nvPr/>
        </p:nvGrpSpPr>
        <p:grpSpPr>
          <a:xfrm>
            <a:off x="2345914" y="2582622"/>
            <a:ext cx="228600" cy="344520"/>
            <a:chOff x="2345914" y="2582622"/>
            <a:chExt cx="22860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4D80BD4-C354-F5AC-CA94-2BA53733EB8C}"/>
                    </a:ext>
                  </a:extLst>
                </p14:cNvPr>
                <p14:cNvContentPartPr/>
                <p14:nvPr/>
              </p14:nvContentPartPr>
              <p14:xfrm>
                <a:off x="2345914" y="2582622"/>
                <a:ext cx="67680" cy="344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4D80BD4-C354-F5AC-CA94-2BA53733EB8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337274" y="2573982"/>
                  <a:ext cx="853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8C79E31-E007-F7A6-27F7-0F7FC7C6AB1E}"/>
                    </a:ext>
                  </a:extLst>
                </p14:cNvPr>
                <p14:cNvContentPartPr/>
                <p14:nvPr/>
              </p14:nvContentPartPr>
              <p14:xfrm>
                <a:off x="2515474" y="2678742"/>
                <a:ext cx="59040" cy="1674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8C79E31-E007-F7A6-27F7-0F7FC7C6AB1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506834" y="2669742"/>
                  <a:ext cx="766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BBFDC407-DE79-2625-B491-012069F45EDC}"/>
              </a:ext>
            </a:extLst>
          </p:cNvPr>
          <p:cNvGrpSpPr/>
          <p:nvPr/>
        </p:nvGrpSpPr>
        <p:grpSpPr>
          <a:xfrm>
            <a:off x="2760634" y="2681262"/>
            <a:ext cx="134640" cy="138600"/>
            <a:chOff x="2760634" y="2681262"/>
            <a:chExt cx="13464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9B6583C-BEC3-B973-51AD-7F1C37ECA61B}"/>
                    </a:ext>
                  </a:extLst>
                </p14:cNvPr>
                <p14:cNvContentPartPr/>
                <p14:nvPr/>
              </p14:nvContentPartPr>
              <p14:xfrm>
                <a:off x="2808874" y="2681262"/>
                <a:ext cx="13680" cy="1386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9B6583C-BEC3-B973-51AD-7F1C37ECA61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799874" y="2672622"/>
                  <a:ext cx="31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C830976-73D0-87BE-BA57-7540EABF2BF3}"/>
                    </a:ext>
                  </a:extLst>
                </p14:cNvPr>
                <p14:cNvContentPartPr/>
                <p14:nvPr/>
              </p14:nvContentPartPr>
              <p14:xfrm>
                <a:off x="2760634" y="2739222"/>
                <a:ext cx="134640" cy="24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C830976-73D0-87BE-BA57-7540EABF2BF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751634" y="2730582"/>
                  <a:ext cx="1522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B0D54A7A-78D4-0D42-E5B5-BB3EC4CC5DF5}"/>
              </a:ext>
            </a:extLst>
          </p:cNvPr>
          <p:cNvGrpSpPr/>
          <p:nvPr/>
        </p:nvGrpSpPr>
        <p:grpSpPr>
          <a:xfrm>
            <a:off x="3041434" y="2466702"/>
            <a:ext cx="752040" cy="365760"/>
            <a:chOff x="3041434" y="2466702"/>
            <a:chExt cx="75204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BA0ED01-C348-C44D-3D0B-F5BE267F07E3}"/>
                    </a:ext>
                  </a:extLst>
                </p14:cNvPr>
                <p14:cNvContentPartPr/>
                <p14:nvPr/>
              </p14:nvContentPartPr>
              <p14:xfrm>
                <a:off x="3041434" y="2610342"/>
                <a:ext cx="174240" cy="2041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BA0ED01-C348-C44D-3D0B-F5BE267F07E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032434" y="2601342"/>
                  <a:ext cx="191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35351D1-05B9-394E-0233-6B2630EA3F6A}"/>
                    </a:ext>
                  </a:extLst>
                </p14:cNvPr>
                <p14:cNvContentPartPr/>
                <p14:nvPr/>
              </p14:nvContentPartPr>
              <p14:xfrm>
                <a:off x="3290914" y="2661822"/>
                <a:ext cx="174240" cy="129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35351D1-05B9-394E-0233-6B2630EA3F6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281914" y="2652822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DA8BD2A-DDEC-88CD-6419-3F2604316920}"/>
                    </a:ext>
                  </a:extLst>
                </p14:cNvPr>
                <p14:cNvContentPartPr/>
                <p14:nvPr/>
              </p14:nvContentPartPr>
              <p14:xfrm>
                <a:off x="3498994" y="2538702"/>
                <a:ext cx="113400" cy="293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DA8BD2A-DDEC-88CD-6419-3F260431692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490354" y="2530062"/>
                  <a:ext cx="1310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4B92E4C-8CCC-CB50-AAF0-0C5644766B7D}"/>
                    </a:ext>
                  </a:extLst>
                </p14:cNvPr>
                <p14:cNvContentPartPr/>
                <p14:nvPr/>
              </p14:nvContentPartPr>
              <p14:xfrm>
                <a:off x="3660274" y="2466702"/>
                <a:ext cx="133200" cy="141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4B92E4C-8CCC-CB50-AAF0-0C5644766B7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651274" y="2457702"/>
                  <a:ext cx="15084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FB85B38-6FBF-BC4C-BC88-4FF29A104B57}"/>
              </a:ext>
            </a:extLst>
          </p:cNvPr>
          <p:cNvGrpSpPr/>
          <p:nvPr/>
        </p:nvGrpSpPr>
        <p:grpSpPr>
          <a:xfrm>
            <a:off x="4026034" y="2587302"/>
            <a:ext cx="154800" cy="180720"/>
            <a:chOff x="4026034" y="2587302"/>
            <a:chExt cx="15480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BDADDC-7BFE-78FE-AD2D-9DE07C9F1AC8}"/>
                    </a:ext>
                  </a:extLst>
                </p14:cNvPr>
                <p14:cNvContentPartPr/>
                <p14:nvPr/>
              </p14:nvContentPartPr>
              <p14:xfrm>
                <a:off x="4096954" y="2587302"/>
                <a:ext cx="18720" cy="180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BDADDC-7BFE-78FE-AD2D-9DE07C9F1AC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087954" y="2578302"/>
                  <a:ext cx="363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0C39863-B607-416E-8919-364C05DF3EF3}"/>
                    </a:ext>
                  </a:extLst>
                </p14:cNvPr>
                <p14:cNvContentPartPr/>
                <p14:nvPr/>
              </p14:nvContentPartPr>
              <p14:xfrm>
                <a:off x="4026034" y="2688462"/>
                <a:ext cx="154800" cy="39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0C39863-B607-416E-8919-364C05DF3EF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017034" y="2679462"/>
                  <a:ext cx="17244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1E02A197-5B66-0BAE-7236-060F6076723B}"/>
              </a:ext>
            </a:extLst>
          </p:cNvPr>
          <p:cNvGrpSpPr/>
          <p:nvPr/>
        </p:nvGrpSpPr>
        <p:grpSpPr>
          <a:xfrm>
            <a:off x="4543714" y="2460222"/>
            <a:ext cx="527040" cy="262800"/>
            <a:chOff x="4543714" y="2460222"/>
            <a:chExt cx="52704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BD92A6C-7B85-C397-0EDF-BF72B29C4077}"/>
                    </a:ext>
                  </a:extLst>
                </p14:cNvPr>
                <p14:cNvContentPartPr/>
                <p14:nvPr/>
              </p14:nvContentPartPr>
              <p14:xfrm>
                <a:off x="4543714" y="2460222"/>
                <a:ext cx="52920" cy="262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BD92A6C-7B85-C397-0EDF-BF72B29C4077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535074" y="2451582"/>
                  <a:ext cx="70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CF1C350-3466-61A3-5449-CE0F42EBC10B}"/>
                    </a:ext>
                  </a:extLst>
                </p14:cNvPr>
                <p14:cNvContentPartPr/>
                <p14:nvPr/>
              </p14:nvContentPartPr>
              <p14:xfrm>
                <a:off x="4644514" y="2552742"/>
                <a:ext cx="236160" cy="135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CF1C350-3466-61A3-5449-CE0F42EBC10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635514" y="2544102"/>
                  <a:ext cx="253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4FC7647-261E-0D14-4670-0324D6DC1104}"/>
                    </a:ext>
                  </a:extLst>
                </p14:cNvPr>
                <p14:cNvContentPartPr/>
                <p14:nvPr/>
              </p14:nvContentPartPr>
              <p14:xfrm>
                <a:off x="4945114" y="2534742"/>
                <a:ext cx="20520" cy="1508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4FC7647-261E-0D14-4670-0324D6DC110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936114" y="2525742"/>
                  <a:ext cx="38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4274DF8-FF16-F09D-5637-C3B418DED408}"/>
                    </a:ext>
                  </a:extLst>
                </p14:cNvPr>
                <p14:cNvContentPartPr/>
                <p14:nvPr/>
              </p14:nvContentPartPr>
              <p14:xfrm>
                <a:off x="4886794" y="2589822"/>
                <a:ext cx="183960" cy="38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4274DF8-FF16-F09D-5637-C3B418DED40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878154" y="2581182"/>
                  <a:ext cx="20160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1AE79C9A-CC07-BB4E-579E-ED983B694D46}"/>
              </a:ext>
            </a:extLst>
          </p:cNvPr>
          <p:cNvGrpSpPr/>
          <p:nvPr/>
        </p:nvGrpSpPr>
        <p:grpSpPr>
          <a:xfrm>
            <a:off x="5243194" y="2301102"/>
            <a:ext cx="697320" cy="381600"/>
            <a:chOff x="5243194" y="2301102"/>
            <a:chExt cx="69732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E6237BB-21D8-F6CC-A0FB-0EE46D3CC6D0}"/>
                    </a:ext>
                  </a:extLst>
                </p14:cNvPr>
                <p14:cNvContentPartPr/>
                <p14:nvPr/>
              </p14:nvContentPartPr>
              <p14:xfrm>
                <a:off x="5243194" y="2478942"/>
                <a:ext cx="136440" cy="160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E6237BB-21D8-F6CC-A0FB-0EE46D3CC6D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234554" y="2470302"/>
                  <a:ext cx="1540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F0865C2-FE8C-212F-50E6-62642D056409}"/>
                    </a:ext>
                  </a:extLst>
                </p14:cNvPr>
                <p14:cNvContentPartPr/>
                <p14:nvPr/>
              </p14:nvContentPartPr>
              <p14:xfrm>
                <a:off x="5469994" y="2471382"/>
                <a:ext cx="171720" cy="135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F0865C2-FE8C-212F-50E6-62642D05640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461354" y="2462382"/>
                  <a:ext cx="189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671F0A0-C298-EA76-91FE-91C53C640483}"/>
                    </a:ext>
                  </a:extLst>
                </p14:cNvPr>
                <p14:cNvContentPartPr/>
                <p14:nvPr/>
              </p14:nvContentPartPr>
              <p14:xfrm>
                <a:off x="5698954" y="2377062"/>
                <a:ext cx="101520" cy="305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671F0A0-C298-EA76-91FE-91C53C64048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690314" y="2368422"/>
                  <a:ext cx="119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7D2EB8A-B4BC-E111-97D7-08E8E8F4A50E}"/>
                    </a:ext>
                  </a:extLst>
                </p14:cNvPr>
                <p14:cNvContentPartPr/>
                <p14:nvPr/>
              </p14:nvContentPartPr>
              <p14:xfrm>
                <a:off x="5800114" y="2301102"/>
                <a:ext cx="140400" cy="133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7D2EB8A-B4BC-E111-97D7-08E8E8F4A50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791114" y="2292102"/>
                  <a:ext cx="15804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459639BD-129C-5D85-6779-D94450E5E0E7}"/>
                  </a:ext>
                </a:extLst>
              </p14:cNvPr>
              <p14:cNvContentPartPr/>
              <p14:nvPr/>
            </p14:nvContentPartPr>
            <p14:xfrm>
              <a:off x="6146794" y="2548062"/>
              <a:ext cx="104400" cy="680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459639BD-129C-5D85-6779-D94450E5E0E7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6138154" y="2539062"/>
                <a:ext cx="12204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10A4E03-25F3-6DAA-F99E-7C8559462BBB}"/>
              </a:ext>
            </a:extLst>
          </p:cNvPr>
          <p:cNvGrpSpPr/>
          <p:nvPr/>
        </p:nvGrpSpPr>
        <p:grpSpPr>
          <a:xfrm>
            <a:off x="6520114" y="2346822"/>
            <a:ext cx="425880" cy="231120"/>
            <a:chOff x="6520114" y="2346822"/>
            <a:chExt cx="42588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2FCBCA7-EB0B-5708-E8A2-ADFEA6D39C12}"/>
                    </a:ext>
                  </a:extLst>
                </p14:cNvPr>
                <p14:cNvContentPartPr/>
                <p14:nvPr/>
              </p14:nvContentPartPr>
              <p14:xfrm>
                <a:off x="6520114" y="2346822"/>
                <a:ext cx="174600" cy="2311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2FCBCA7-EB0B-5708-E8A2-ADFEA6D39C1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511474" y="2338182"/>
                  <a:ext cx="192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086DDA0-3F46-55D4-6D63-7C7024435E85}"/>
                    </a:ext>
                  </a:extLst>
                </p14:cNvPr>
                <p14:cNvContentPartPr/>
                <p14:nvPr/>
              </p14:nvContentPartPr>
              <p14:xfrm>
                <a:off x="6832594" y="2405142"/>
                <a:ext cx="29160" cy="1587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086DDA0-3F46-55D4-6D63-7C7024435E8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23954" y="2396502"/>
                  <a:ext cx="46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AF4BC66-0D60-9C49-A720-7853A75D10A7}"/>
                    </a:ext>
                  </a:extLst>
                </p14:cNvPr>
                <p14:cNvContentPartPr/>
                <p14:nvPr/>
              </p14:nvContentPartPr>
              <p14:xfrm>
                <a:off x="6782554" y="2462022"/>
                <a:ext cx="163440" cy="370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AF4BC66-0D60-9C49-A720-7853A75D10A7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773554" y="2453382"/>
                  <a:ext cx="1810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6BA9FE6-C38C-D73D-03D6-2CD46DE5A238}"/>
              </a:ext>
            </a:extLst>
          </p:cNvPr>
          <p:cNvGrpSpPr/>
          <p:nvPr/>
        </p:nvGrpSpPr>
        <p:grpSpPr>
          <a:xfrm>
            <a:off x="7138594" y="2303622"/>
            <a:ext cx="601200" cy="219240"/>
            <a:chOff x="7138594" y="2303622"/>
            <a:chExt cx="60120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AEF37FC-5CCF-786B-6543-41830D24754A}"/>
                    </a:ext>
                  </a:extLst>
                </p14:cNvPr>
                <p14:cNvContentPartPr/>
                <p14:nvPr/>
              </p14:nvContentPartPr>
              <p14:xfrm>
                <a:off x="7138594" y="2303622"/>
                <a:ext cx="112320" cy="219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AEF37FC-5CCF-786B-6543-41830D24754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29954" y="2294982"/>
                  <a:ext cx="129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08FEB91-3C66-5458-9452-8398C6F65C37}"/>
                    </a:ext>
                  </a:extLst>
                </p14:cNvPr>
                <p14:cNvContentPartPr/>
                <p14:nvPr/>
              </p14:nvContentPartPr>
              <p14:xfrm>
                <a:off x="7329754" y="2357262"/>
                <a:ext cx="160200" cy="1324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08FEB91-3C66-5458-9452-8398C6F65C37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321114" y="2348622"/>
                  <a:ext cx="177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3E45DDB-F8E2-CD83-1309-561261C26392}"/>
                    </a:ext>
                  </a:extLst>
                </p14:cNvPr>
                <p14:cNvContentPartPr/>
                <p14:nvPr/>
              </p14:nvContentPartPr>
              <p14:xfrm>
                <a:off x="7617034" y="2345022"/>
                <a:ext cx="32760" cy="1342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3E45DDB-F8E2-CD83-1309-561261C2639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608394" y="2336022"/>
                  <a:ext cx="504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D255A78-4D55-B7EF-951B-6D4CBD543D7C}"/>
                    </a:ext>
                  </a:extLst>
                </p14:cNvPr>
                <p14:cNvContentPartPr/>
                <p14:nvPr/>
              </p14:nvContentPartPr>
              <p14:xfrm>
                <a:off x="7583914" y="2411622"/>
                <a:ext cx="155880" cy="10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D255A78-4D55-B7EF-951B-6D4CBD543D7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575274" y="2402982"/>
                  <a:ext cx="1735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B07A48A3-E44E-057D-CE51-6D655E983F35}"/>
              </a:ext>
            </a:extLst>
          </p:cNvPr>
          <p:cNvGrpSpPr/>
          <p:nvPr/>
        </p:nvGrpSpPr>
        <p:grpSpPr>
          <a:xfrm>
            <a:off x="7898194" y="2141982"/>
            <a:ext cx="557640" cy="348120"/>
            <a:chOff x="7898194" y="2141982"/>
            <a:chExt cx="55764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59FBDED-EDB8-716B-A76A-672146145069}"/>
                    </a:ext>
                  </a:extLst>
                </p14:cNvPr>
                <p14:cNvContentPartPr/>
                <p14:nvPr/>
              </p14:nvContentPartPr>
              <p14:xfrm>
                <a:off x="7898194" y="2268702"/>
                <a:ext cx="108360" cy="221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59FBDED-EDB8-716B-A76A-67214614506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889554" y="2260062"/>
                  <a:ext cx="126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9581432-28AB-26BC-AA9C-1E70401E07F6}"/>
                    </a:ext>
                  </a:extLst>
                </p14:cNvPr>
                <p14:cNvContentPartPr/>
                <p14:nvPr/>
              </p14:nvContentPartPr>
              <p14:xfrm>
                <a:off x="8117074" y="2296062"/>
                <a:ext cx="132480" cy="152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9581432-28AB-26BC-AA9C-1E70401E07F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108074" y="2287062"/>
                  <a:ext cx="150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FF0B50-2847-6C70-94EF-FC839C3591EE}"/>
                    </a:ext>
                  </a:extLst>
                </p14:cNvPr>
                <p14:cNvContentPartPr/>
                <p14:nvPr/>
              </p14:nvContentPartPr>
              <p14:xfrm>
                <a:off x="8331274" y="2141982"/>
                <a:ext cx="124560" cy="1144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FF0B50-2847-6C70-94EF-FC839C3591E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322274" y="2133342"/>
                  <a:ext cx="1422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7BF61DE3-6918-868A-6FA6-28CF6F1B4F8B}"/>
              </a:ext>
            </a:extLst>
          </p:cNvPr>
          <p:cNvGrpSpPr/>
          <p:nvPr/>
        </p:nvGrpSpPr>
        <p:grpSpPr>
          <a:xfrm>
            <a:off x="8679754" y="2242422"/>
            <a:ext cx="163440" cy="176040"/>
            <a:chOff x="8679754" y="2242422"/>
            <a:chExt cx="163440" cy="17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5AB6B33-086E-6588-D649-7F70FB671D2B}"/>
                    </a:ext>
                  </a:extLst>
                </p14:cNvPr>
                <p14:cNvContentPartPr/>
                <p14:nvPr/>
              </p14:nvContentPartPr>
              <p14:xfrm>
                <a:off x="8753194" y="2242422"/>
                <a:ext cx="19080" cy="176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5AB6B33-086E-6588-D649-7F70FB671D2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744194" y="2233422"/>
                  <a:ext cx="36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17BB6D1-1E24-E8F9-6D36-9C8956D57FE3}"/>
                    </a:ext>
                  </a:extLst>
                </p14:cNvPr>
                <p14:cNvContentPartPr/>
                <p14:nvPr/>
              </p14:nvContentPartPr>
              <p14:xfrm>
                <a:off x="8679754" y="2326662"/>
                <a:ext cx="163440" cy="248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17BB6D1-1E24-E8F9-6D36-9C8956D57FE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670754" y="2317662"/>
                  <a:ext cx="1810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04C19D21-B65C-2CEE-8047-AE559DF55545}"/>
              </a:ext>
            </a:extLst>
          </p:cNvPr>
          <p:cNvGrpSpPr/>
          <p:nvPr/>
        </p:nvGrpSpPr>
        <p:grpSpPr>
          <a:xfrm>
            <a:off x="9125794" y="1956582"/>
            <a:ext cx="2036880" cy="487440"/>
            <a:chOff x="9125794" y="1956582"/>
            <a:chExt cx="2036880" cy="48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3199983-4F1E-C547-29F9-362771A549BA}"/>
                    </a:ext>
                  </a:extLst>
                </p14:cNvPr>
                <p14:cNvContentPartPr/>
                <p14:nvPr/>
              </p14:nvContentPartPr>
              <p14:xfrm>
                <a:off x="9125794" y="2181222"/>
                <a:ext cx="110880" cy="1422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3199983-4F1E-C547-29F9-362771A549B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117154" y="2172222"/>
                  <a:ext cx="128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1A8F0B-20AD-2761-6E97-04273A1AFC46}"/>
                    </a:ext>
                  </a:extLst>
                </p14:cNvPr>
                <p14:cNvContentPartPr/>
                <p14:nvPr/>
              </p14:nvContentPartPr>
              <p14:xfrm>
                <a:off x="9127594" y="2133702"/>
                <a:ext cx="172800" cy="3103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51A8F0B-20AD-2761-6E97-04273A1AFC4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118594" y="2125062"/>
                  <a:ext cx="1904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65E8E52-8A13-0812-C2FB-0E6A7F215348}"/>
                    </a:ext>
                  </a:extLst>
                </p14:cNvPr>
                <p14:cNvContentPartPr/>
                <p14:nvPr/>
              </p14:nvContentPartPr>
              <p14:xfrm>
                <a:off x="9426394" y="2217582"/>
                <a:ext cx="48960" cy="165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65E8E52-8A13-0812-C2FB-0E6A7F21534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417394" y="2208942"/>
                  <a:ext cx="66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F64D72D-44EE-76E4-AEBF-D9717AF351A7}"/>
                    </a:ext>
                  </a:extLst>
                </p14:cNvPr>
                <p14:cNvContentPartPr/>
                <p14:nvPr/>
              </p14:nvContentPartPr>
              <p14:xfrm>
                <a:off x="9402994" y="2281302"/>
                <a:ext cx="157680" cy="226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F64D72D-44EE-76E4-AEBF-D9717AF351A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393994" y="2272302"/>
                  <a:ext cx="175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65A0E2C-313A-C2FC-77FA-94EA9C4F38B3}"/>
                    </a:ext>
                  </a:extLst>
                </p14:cNvPr>
                <p14:cNvContentPartPr/>
                <p14:nvPr/>
              </p14:nvContentPartPr>
              <p14:xfrm>
                <a:off x="9679114" y="2123982"/>
                <a:ext cx="154800" cy="2152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65A0E2C-313A-C2FC-77FA-94EA9C4F38B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670474" y="2115342"/>
                  <a:ext cx="172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BA515A7-137D-E3C5-56EC-E1464618F09E}"/>
                    </a:ext>
                  </a:extLst>
                </p14:cNvPr>
                <p14:cNvContentPartPr/>
                <p14:nvPr/>
              </p14:nvContentPartPr>
              <p14:xfrm>
                <a:off x="9931474" y="2152782"/>
                <a:ext cx="179280" cy="1393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BA515A7-137D-E3C5-56EC-E1464618F09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922834" y="2143782"/>
                  <a:ext cx="196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BAF6894-72C8-35C7-68E7-4D12D700B0A8}"/>
                    </a:ext>
                  </a:extLst>
                </p14:cNvPr>
                <p14:cNvContentPartPr/>
                <p14:nvPr/>
              </p14:nvContentPartPr>
              <p14:xfrm>
                <a:off x="10237834" y="2147022"/>
                <a:ext cx="30240" cy="1368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BAF6894-72C8-35C7-68E7-4D12D700B0A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228834" y="2138382"/>
                  <a:ext cx="47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63A4325-1542-D0A7-75D0-AD979C9E8E11}"/>
                    </a:ext>
                  </a:extLst>
                </p14:cNvPr>
                <p14:cNvContentPartPr/>
                <p14:nvPr/>
              </p14:nvContentPartPr>
              <p14:xfrm>
                <a:off x="10198954" y="2214342"/>
                <a:ext cx="171000" cy="180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63A4325-1542-D0A7-75D0-AD979C9E8E1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190314" y="2205702"/>
                  <a:ext cx="188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E9BEFEE-E31C-81AE-A6F8-59340CFA80F7}"/>
                    </a:ext>
                  </a:extLst>
                </p14:cNvPr>
                <p14:cNvContentPartPr/>
                <p14:nvPr/>
              </p14:nvContentPartPr>
              <p14:xfrm>
                <a:off x="10431874" y="2051622"/>
                <a:ext cx="121680" cy="214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E9BEFEE-E31C-81AE-A6F8-59340CFA80F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422874" y="2042622"/>
                  <a:ext cx="139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0D156EC-D307-42F2-A009-B8352753DD8D}"/>
                    </a:ext>
                  </a:extLst>
                </p14:cNvPr>
                <p14:cNvContentPartPr/>
                <p14:nvPr/>
              </p14:nvContentPartPr>
              <p14:xfrm>
                <a:off x="10619074" y="2104182"/>
                <a:ext cx="168840" cy="128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0D156EC-D307-42F2-A009-B8352753DD8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610434" y="2095182"/>
                  <a:ext cx="186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4E6172D-95A7-205D-CD64-ECC131B3C110}"/>
                    </a:ext>
                  </a:extLst>
                </p14:cNvPr>
                <p14:cNvContentPartPr/>
                <p14:nvPr/>
              </p14:nvContentPartPr>
              <p14:xfrm>
                <a:off x="10844074" y="1956582"/>
                <a:ext cx="141840" cy="1368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4E6172D-95A7-205D-CD64-ECC131B3C11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835074" y="1947942"/>
                  <a:ext cx="159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2FCC871-F5D1-3A22-3CCE-A250EE575842}"/>
                    </a:ext>
                  </a:extLst>
                </p14:cNvPr>
                <p14:cNvContentPartPr/>
                <p14:nvPr/>
              </p14:nvContentPartPr>
              <p14:xfrm>
                <a:off x="11060794" y="2164662"/>
                <a:ext cx="101880" cy="15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2FCC871-F5D1-3A22-3CCE-A250EE57584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051794" y="2155662"/>
                  <a:ext cx="119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EDCD2F6-8287-360D-82C2-2359177E07CC}"/>
                    </a:ext>
                  </a:extLst>
                </p14:cNvPr>
                <p14:cNvContentPartPr/>
                <p14:nvPr/>
              </p14:nvContentPartPr>
              <p14:xfrm>
                <a:off x="11070514" y="2216502"/>
                <a:ext cx="89280" cy="16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EDCD2F6-8287-360D-82C2-2359177E07C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061874" y="2207502"/>
                  <a:ext cx="1069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18765547-7445-0ED1-9483-F393ACA5A68B}"/>
              </a:ext>
            </a:extLst>
          </p:cNvPr>
          <p:cNvGrpSpPr/>
          <p:nvPr/>
        </p:nvGrpSpPr>
        <p:grpSpPr>
          <a:xfrm>
            <a:off x="1888354" y="3338262"/>
            <a:ext cx="163080" cy="80280"/>
            <a:chOff x="1888354" y="3338262"/>
            <a:chExt cx="16308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2AACFD3-6DA5-CD12-A936-DCACD2520209}"/>
                    </a:ext>
                  </a:extLst>
                </p14:cNvPr>
                <p14:cNvContentPartPr/>
                <p14:nvPr/>
              </p14:nvContentPartPr>
              <p14:xfrm>
                <a:off x="1888354" y="3338262"/>
                <a:ext cx="127080" cy="450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2AACFD3-6DA5-CD12-A936-DCACD252020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879714" y="3329622"/>
                  <a:ext cx="144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BB7F3F2-1A6A-502D-5B6C-63FAF1CC0A97}"/>
                    </a:ext>
                  </a:extLst>
                </p14:cNvPr>
                <p14:cNvContentPartPr/>
                <p14:nvPr/>
              </p14:nvContentPartPr>
              <p14:xfrm>
                <a:off x="1957114" y="3392982"/>
                <a:ext cx="94320" cy="255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BB7F3F2-1A6A-502D-5B6C-63FAF1CC0A9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948114" y="3383982"/>
                  <a:ext cx="1119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F3EFA636-2D51-74B3-E4F7-594A4C12F9C7}"/>
              </a:ext>
            </a:extLst>
          </p:cNvPr>
          <p:cNvGrpSpPr/>
          <p:nvPr/>
        </p:nvGrpSpPr>
        <p:grpSpPr>
          <a:xfrm>
            <a:off x="2325754" y="3218022"/>
            <a:ext cx="137880" cy="244080"/>
            <a:chOff x="2325754" y="3218022"/>
            <a:chExt cx="13788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D2C6CC3-49CF-BD7E-0A89-7AD200BE18C2}"/>
                    </a:ext>
                  </a:extLst>
                </p14:cNvPr>
                <p14:cNvContentPartPr/>
                <p14:nvPr/>
              </p14:nvContentPartPr>
              <p14:xfrm>
                <a:off x="2352754" y="3218022"/>
                <a:ext cx="110880" cy="2440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D2C6CC3-49CF-BD7E-0A89-7AD200BE18C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343754" y="3209022"/>
                  <a:ext cx="128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AE45F1B-8221-90BB-F2B8-EA55DFBE6E0F}"/>
                    </a:ext>
                  </a:extLst>
                </p14:cNvPr>
                <p14:cNvContentPartPr/>
                <p14:nvPr/>
              </p14:nvContentPartPr>
              <p14:xfrm>
                <a:off x="2325754" y="3254742"/>
                <a:ext cx="130680" cy="662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AE45F1B-8221-90BB-F2B8-EA55DFBE6E0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317114" y="3245742"/>
                  <a:ext cx="14832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7EE1A4FC-3D0C-4050-B35A-85F8DC901156}"/>
              </a:ext>
            </a:extLst>
          </p:cNvPr>
          <p:cNvGrpSpPr/>
          <p:nvPr/>
        </p:nvGrpSpPr>
        <p:grpSpPr>
          <a:xfrm>
            <a:off x="2632474" y="3227382"/>
            <a:ext cx="158400" cy="194040"/>
            <a:chOff x="2632474" y="3227382"/>
            <a:chExt cx="15840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AC53B83-A6BB-1978-6A21-D69C83F74290}"/>
                    </a:ext>
                  </a:extLst>
                </p14:cNvPr>
                <p14:cNvContentPartPr/>
                <p14:nvPr/>
              </p14:nvContentPartPr>
              <p14:xfrm>
                <a:off x="2655154" y="3227382"/>
                <a:ext cx="68400" cy="1940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AC53B83-A6BB-1978-6A21-D69C83F7429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646514" y="3218742"/>
                  <a:ext cx="86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C57175E-B180-2B96-3C60-E6EAA94FA653}"/>
                    </a:ext>
                  </a:extLst>
                </p14:cNvPr>
                <p14:cNvContentPartPr/>
                <p14:nvPr/>
              </p14:nvContentPartPr>
              <p14:xfrm>
                <a:off x="2632474" y="3309462"/>
                <a:ext cx="158400" cy="61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C57175E-B180-2B96-3C60-E6EAA94FA65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623834" y="3300822"/>
                  <a:ext cx="1760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F68A3DC7-1242-4DD5-3F10-3D1DE3982B56}"/>
              </a:ext>
            </a:extLst>
          </p:cNvPr>
          <p:cNvGrpSpPr/>
          <p:nvPr/>
        </p:nvGrpSpPr>
        <p:grpSpPr>
          <a:xfrm>
            <a:off x="2988154" y="3169422"/>
            <a:ext cx="484920" cy="243360"/>
            <a:chOff x="2988154" y="3169422"/>
            <a:chExt cx="48492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FE61F8E-6F31-821F-CFD7-BA909387D067}"/>
                    </a:ext>
                  </a:extLst>
                </p14:cNvPr>
                <p14:cNvContentPartPr/>
                <p14:nvPr/>
              </p14:nvContentPartPr>
              <p14:xfrm>
                <a:off x="2988154" y="3197862"/>
                <a:ext cx="42120" cy="2149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FE61F8E-6F31-821F-CFD7-BA909387D06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979514" y="3188862"/>
                  <a:ext cx="59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CE4FC9F-D2B4-F6AA-110D-A7B50EA970EF}"/>
                    </a:ext>
                  </a:extLst>
                </p14:cNvPr>
                <p14:cNvContentPartPr/>
                <p14:nvPr/>
              </p14:nvContentPartPr>
              <p14:xfrm>
                <a:off x="3116674" y="3169422"/>
                <a:ext cx="95760" cy="2109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CE4FC9F-D2B4-F6AA-110D-A7B50EA970EF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107674" y="3160782"/>
                  <a:ext cx="113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200F6E-73E6-2D0B-A3C5-662CE66BE0C6}"/>
                    </a:ext>
                  </a:extLst>
                </p14:cNvPr>
                <p14:cNvContentPartPr/>
                <p14:nvPr/>
              </p14:nvContentPartPr>
              <p14:xfrm>
                <a:off x="3330514" y="3179862"/>
                <a:ext cx="142560" cy="149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200F6E-73E6-2D0B-A3C5-662CE66BE0C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321874" y="3171222"/>
                  <a:ext cx="1602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B5F46C0-0D8E-34C1-E839-8D25A6C111C6}"/>
              </a:ext>
            </a:extLst>
          </p:cNvPr>
          <p:cNvGrpSpPr/>
          <p:nvPr/>
        </p:nvGrpSpPr>
        <p:grpSpPr>
          <a:xfrm>
            <a:off x="3619954" y="3158262"/>
            <a:ext cx="169560" cy="131040"/>
            <a:chOff x="3619954" y="3158262"/>
            <a:chExt cx="16956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BD6FE35-B4D9-3EB6-9C87-42135F761DF2}"/>
                    </a:ext>
                  </a:extLst>
                </p14:cNvPr>
                <p14:cNvContentPartPr/>
                <p14:nvPr/>
              </p14:nvContentPartPr>
              <p14:xfrm>
                <a:off x="3669274" y="3158262"/>
                <a:ext cx="38520" cy="1310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BD6FE35-B4D9-3EB6-9C87-42135F761DF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660634" y="3149262"/>
                  <a:ext cx="56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467FE68-3534-F7F2-0C3B-38D2C186A9B5}"/>
                    </a:ext>
                  </a:extLst>
                </p14:cNvPr>
                <p14:cNvContentPartPr/>
                <p14:nvPr/>
              </p14:nvContentPartPr>
              <p14:xfrm>
                <a:off x="3619954" y="3218742"/>
                <a:ext cx="169560" cy="23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467FE68-3534-F7F2-0C3B-38D2C186A9B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611314" y="3210102"/>
                  <a:ext cx="1872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50D74DB-3CFD-EA33-2646-8811EC6DA4A3}"/>
              </a:ext>
            </a:extLst>
          </p:cNvPr>
          <p:cNvGrpSpPr/>
          <p:nvPr/>
        </p:nvGrpSpPr>
        <p:grpSpPr>
          <a:xfrm>
            <a:off x="4079674" y="2964222"/>
            <a:ext cx="639720" cy="329400"/>
            <a:chOff x="4079674" y="2964222"/>
            <a:chExt cx="63972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A6B2B8F-A19D-4794-14C9-CB6510BF6E4E}"/>
                    </a:ext>
                  </a:extLst>
                </p14:cNvPr>
                <p14:cNvContentPartPr/>
                <p14:nvPr/>
              </p14:nvContentPartPr>
              <p14:xfrm>
                <a:off x="4079674" y="3100302"/>
                <a:ext cx="46080" cy="1825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A6B2B8F-A19D-4794-14C9-CB6510BF6E4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071034" y="3091302"/>
                  <a:ext cx="63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E684E72-40E8-0B82-8CB2-F7FB420F83D5}"/>
                    </a:ext>
                  </a:extLst>
                </p14:cNvPr>
                <p14:cNvContentPartPr/>
                <p14:nvPr/>
              </p14:nvContentPartPr>
              <p14:xfrm>
                <a:off x="4177234" y="3102462"/>
                <a:ext cx="127440" cy="1911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E684E72-40E8-0B82-8CB2-F7FB420F83D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168234" y="3093462"/>
                  <a:ext cx="145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7F251BF-9A0E-0086-FA61-C98DFD196240}"/>
                    </a:ext>
                  </a:extLst>
                </p14:cNvPr>
                <p14:cNvContentPartPr/>
                <p14:nvPr/>
              </p14:nvContentPartPr>
              <p14:xfrm>
                <a:off x="4390714" y="3103182"/>
                <a:ext cx="135720" cy="171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7F251BF-9A0E-0086-FA61-C98DFD19624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382074" y="3094542"/>
                  <a:ext cx="153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885C571-7BDE-D791-A820-3150C4258C3F}"/>
                    </a:ext>
                  </a:extLst>
                </p14:cNvPr>
                <p14:cNvContentPartPr/>
                <p14:nvPr/>
              </p14:nvContentPartPr>
              <p14:xfrm>
                <a:off x="4569634" y="2964222"/>
                <a:ext cx="149760" cy="1274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885C571-7BDE-D791-A820-3150C4258C3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560994" y="2955582"/>
                  <a:ext cx="1674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4A10CDE2-1BDF-80FE-1D0C-0E0E13B479CA}"/>
              </a:ext>
            </a:extLst>
          </p:cNvPr>
          <p:cNvGrpSpPr/>
          <p:nvPr/>
        </p:nvGrpSpPr>
        <p:grpSpPr>
          <a:xfrm>
            <a:off x="5095234" y="3049902"/>
            <a:ext cx="293760" cy="199440"/>
            <a:chOff x="5095234" y="3049902"/>
            <a:chExt cx="29376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2307E70-39DA-85E2-C2D4-9C26D7FF00E0}"/>
                    </a:ext>
                  </a:extLst>
                </p14:cNvPr>
                <p14:cNvContentPartPr/>
                <p14:nvPr/>
              </p14:nvContentPartPr>
              <p14:xfrm>
                <a:off x="5095234" y="3160782"/>
                <a:ext cx="177480" cy="511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2307E70-39DA-85E2-C2D4-9C26D7FF00E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086234" y="3151782"/>
                  <a:ext cx="195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7A2C0C2-6853-9E23-3E56-D4A3BA10BFAF}"/>
                    </a:ext>
                  </a:extLst>
                </p14:cNvPr>
                <p14:cNvContentPartPr/>
                <p14:nvPr/>
              </p14:nvContentPartPr>
              <p14:xfrm>
                <a:off x="5257954" y="3049902"/>
                <a:ext cx="131040" cy="199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7A2C0C2-6853-9E23-3E56-D4A3BA10BFA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249314" y="3040902"/>
                  <a:ext cx="14868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910E625D-0D61-6890-DC74-2338B4FE9E2C}"/>
              </a:ext>
            </a:extLst>
          </p:cNvPr>
          <p:cNvGrpSpPr/>
          <p:nvPr/>
        </p:nvGrpSpPr>
        <p:grpSpPr>
          <a:xfrm>
            <a:off x="5679874" y="2953062"/>
            <a:ext cx="1499040" cy="276480"/>
            <a:chOff x="5679874" y="2953062"/>
            <a:chExt cx="149904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3C59E79-0DE7-6710-9BFA-BB95C1F16C29}"/>
                    </a:ext>
                  </a:extLst>
                </p14:cNvPr>
                <p14:cNvContentPartPr/>
                <p14:nvPr/>
              </p14:nvContentPartPr>
              <p14:xfrm>
                <a:off x="5679874" y="3071502"/>
                <a:ext cx="378720" cy="1580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3C59E79-0DE7-6710-9BFA-BB95C1F16C2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671234" y="3062862"/>
                  <a:ext cx="396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0BC9528-3AC5-95D9-7A28-A1AC7EB86A09}"/>
                    </a:ext>
                  </a:extLst>
                </p14:cNvPr>
                <p14:cNvContentPartPr/>
                <p14:nvPr/>
              </p14:nvContentPartPr>
              <p14:xfrm>
                <a:off x="6053554" y="2997342"/>
                <a:ext cx="15840" cy="219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0BC9528-3AC5-95D9-7A28-A1AC7EB86A0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044914" y="2988342"/>
                  <a:ext cx="33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F67C152-88E9-2374-7AD7-F6223E0F10B2}"/>
                    </a:ext>
                  </a:extLst>
                </p14:cNvPr>
                <p14:cNvContentPartPr/>
                <p14:nvPr/>
              </p14:nvContentPartPr>
              <p14:xfrm>
                <a:off x="6108994" y="3040902"/>
                <a:ext cx="295200" cy="125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F67C152-88E9-2374-7AD7-F6223E0F10B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100354" y="3031902"/>
                  <a:ext cx="31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AD0EF3C-1CE7-4B9D-55EB-B4708D95F826}"/>
                    </a:ext>
                  </a:extLst>
                </p14:cNvPr>
                <p14:cNvContentPartPr/>
                <p14:nvPr/>
              </p14:nvContentPartPr>
              <p14:xfrm>
                <a:off x="6409234" y="2953062"/>
                <a:ext cx="21960" cy="439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AD0EF3C-1CE7-4B9D-55EB-B4708D95F82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400594" y="2944422"/>
                  <a:ext cx="39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C541150-8130-04F5-3166-F76D76341104}"/>
                    </a:ext>
                  </a:extLst>
                </p14:cNvPr>
                <p14:cNvContentPartPr/>
                <p14:nvPr/>
              </p14:nvContentPartPr>
              <p14:xfrm>
                <a:off x="6459994" y="3024342"/>
                <a:ext cx="261000" cy="115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C541150-8130-04F5-3166-F76D7634110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451354" y="3015702"/>
                  <a:ext cx="278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C8BA7AA-A9A4-8E6D-B0A6-19E4E725343A}"/>
                    </a:ext>
                  </a:extLst>
                </p14:cNvPr>
                <p14:cNvContentPartPr/>
                <p14:nvPr/>
              </p14:nvContentPartPr>
              <p14:xfrm>
                <a:off x="6794074" y="2996622"/>
                <a:ext cx="384840" cy="117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C8BA7AA-A9A4-8E6D-B0A6-19E4E725343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785074" y="2987982"/>
                  <a:ext cx="4024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0EBF8E10-7DBA-39AD-1AA0-A18ECA4AB1C2}"/>
              </a:ext>
            </a:extLst>
          </p:cNvPr>
          <p:cNvGrpSpPr/>
          <p:nvPr/>
        </p:nvGrpSpPr>
        <p:grpSpPr>
          <a:xfrm>
            <a:off x="7934194" y="2750382"/>
            <a:ext cx="608760" cy="543240"/>
            <a:chOff x="7934194" y="2750382"/>
            <a:chExt cx="60876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433BF6B-6B8E-00C1-5AB7-D4ADDAEB77D9}"/>
                    </a:ext>
                  </a:extLst>
                </p14:cNvPr>
                <p14:cNvContentPartPr/>
                <p14:nvPr/>
              </p14:nvContentPartPr>
              <p14:xfrm>
                <a:off x="7934194" y="3027222"/>
                <a:ext cx="97200" cy="75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433BF6B-6B8E-00C1-5AB7-D4ADDAEB77D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925554" y="3018582"/>
                  <a:ext cx="114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B2AD2E7-47DF-43BD-5C8A-AF7DE5BCBFB7}"/>
                    </a:ext>
                  </a:extLst>
                </p14:cNvPr>
                <p14:cNvContentPartPr/>
                <p14:nvPr/>
              </p14:nvContentPartPr>
              <p14:xfrm>
                <a:off x="8187274" y="2750382"/>
                <a:ext cx="110880" cy="2250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B2AD2E7-47DF-43BD-5C8A-AF7DE5BCBFB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178634" y="2741742"/>
                  <a:ext cx="128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81791E2-0583-B888-7388-9CAFA64427D2}"/>
                    </a:ext>
                  </a:extLst>
                </p14:cNvPr>
                <p14:cNvContentPartPr/>
                <p14:nvPr/>
              </p14:nvContentPartPr>
              <p14:xfrm>
                <a:off x="8112754" y="2967462"/>
                <a:ext cx="322560" cy="39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81791E2-0583-B888-7388-9CAFA64427D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103754" y="2958462"/>
                  <a:ext cx="340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D08BC88-3C6B-7396-E84D-9DA8E1926BB8}"/>
                    </a:ext>
                  </a:extLst>
                </p14:cNvPr>
                <p14:cNvContentPartPr/>
                <p14:nvPr/>
              </p14:nvContentPartPr>
              <p14:xfrm>
                <a:off x="8129314" y="3122622"/>
                <a:ext cx="135000" cy="1710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D08BC88-3C6B-7396-E84D-9DA8E1926BB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120314" y="3113982"/>
                  <a:ext cx="152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469C9DF-FB8E-63B4-B248-F74C5EB64CD3}"/>
                    </a:ext>
                  </a:extLst>
                </p14:cNvPr>
                <p14:cNvContentPartPr/>
                <p14:nvPr/>
              </p14:nvContentPartPr>
              <p14:xfrm>
                <a:off x="8335594" y="3185622"/>
                <a:ext cx="207360" cy="1072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469C9DF-FB8E-63B4-B248-F74C5EB64CD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326594" y="3176982"/>
                  <a:ext cx="22500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25BF04CE-2045-270C-D2CC-1D761946C64B}"/>
              </a:ext>
            </a:extLst>
          </p:cNvPr>
          <p:cNvGrpSpPr/>
          <p:nvPr/>
        </p:nvGrpSpPr>
        <p:grpSpPr>
          <a:xfrm>
            <a:off x="8883154" y="2910582"/>
            <a:ext cx="90000" cy="63000"/>
            <a:chOff x="8883154" y="2910582"/>
            <a:chExt cx="90000" cy="6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33FA7DF-7B1A-0E06-6DD3-C5DB92518619}"/>
                    </a:ext>
                  </a:extLst>
                </p14:cNvPr>
                <p14:cNvContentPartPr/>
                <p14:nvPr/>
              </p14:nvContentPartPr>
              <p14:xfrm>
                <a:off x="8883154" y="2910582"/>
                <a:ext cx="86040" cy="104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33FA7DF-7B1A-0E06-6DD3-C5DB92518619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874154" y="2901582"/>
                  <a:ext cx="103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F39E3E7-ABAE-91D6-AF74-939E66DFDA0B}"/>
                    </a:ext>
                  </a:extLst>
                </p14:cNvPr>
                <p14:cNvContentPartPr/>
                <p14:nvPr/>
              </p14:nvContentPartPr>
              <p14:xfrm>
                <a:off x="8897194" y="2946222"/>
                <a:ext cx="75960" cy="273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F39E3E7-ABAE-91D6-AF74-939E66DFDA0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888554" y="2937582"/>
                  <a:ext cx="936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99CBA245-0AC0-1077-125E-4F49A7188260}"/>
              </a:ext>
            </a:extLst>
          </p:cNvPr>
          <p:cNvGrpSpPr/>
          <p:nvPr/>
        </p:nvGrpSpPr>
        <p:grpSpPr>
          <a:xfrm>
            <a:off x="9312994" y="2579742"/>
            <a:ext cx="828360" cy="593640"/>
            <a:chOff x="9312994" y="2579742"/>
            <a:chExt cx="828360" cy="59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9ADFDA8-8048-6EA3-B813-4519FA7F271D}"/>
                    </a:ext>
                  </a:extLst>
                </p14:cNvPr>
                <p14:cNvContentPartPr/>
                <p14:nvPr/>
              </p14:nvContentPartPr>
              <p14:xfrm>
                <a:off x="9312994" y="2734542"/>
                <a:ext cx="121680" cy="291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9ADFDA8-8048-6EA3-B813-4519FA7F271D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303994" y="2725542"/>
                  <a:ext cx="139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B12F3D5-F66F-07C9-B50F-0B08EAE4A133}"/>
                    </a:ext>
                  </a:extLst>
                </p14:cNvPr>
                <p14:cNvContentPartPr/>
                <p14:nvPr/>
              </p14:nvContentPartPr>
              <p14:xfrm>
                <a:off x="9543754" y="2591262"/>
                <a:ext cx="28440" cy="1749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B12F3D5-F66F-07C9-B50F-0B08EAE4A13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535114" y="2582622"/>
                  <a:ext cx="46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93F7B6B-FE05-4BCB-B2BE-6BA8D669B5B0}"/>
                    </a:ext>
                  </a:extLst>
                </p14:cNvPr>
                <p14:cNvContentPartPr/>
                <p14:nvPr/>
              </p14:nvContentPartPr>
              <p14:xfrm>
                <a:off x="9671914" y="2579742"/>
                <a:ext cx="120960" cy="199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93F7B6B-FE05-4BCB-B2BE-6BA8D669B5B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662914" y="2570742"/>
                  <a:ext cx="138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6E3ABDB-BE90-A9D3-98C4-668B66D3AFAB}"/>
                    </a:ext>
                  </a:extLst>
                </p14:cNvPr>
                <p14:cNvContentPartPr/>
                <p14:nvPr/>
              </p14:nvContentPartPr>
              <p14:xfrm>
                <a:off x="9476074" y="2810502"/>
                <a:ext cx="412200" cy="658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6E3ABDB-BE90-A9D3-98C4-668B66D3AFA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467434" y="2801502"/>
                  <a:ext cx="429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DA2B45A-C243-5A86-E6DA-4E9A954BD589}"/>
                    </a:ext>
                  </a:extLst>
                </p14:cNvPr>
                <p14:cNvContentPartPr/>
                <p14:nvPr/>
              </p14:nvContentPartPr>
              <p14:xfrm>
                <a:off x="9479674" y="2977542"/>
                <a:ext cx="129240" cy="1818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DA2B45A-C243-5A86-E6DA-4E9A954BD58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470674" y="2968542"/>
                  <a:ext cx="146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5475C92-E971-06FC-20D0-69E4C9B57327}"/>
                    </a:ext>
                  </a:extLst>
                </p14:cNvPr>
                <p14:cNvContentPartPr/>
                <p14:nvPr/>
              </p14:nvContentPartPr>
              <p14:xfrm>
                <a:off x="9701794" y="2994102"/>
                <a:ext cx="119160" cy="1792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5475C92-E971-06FC-20D0-69E4C9B57327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693154" y="2985102"/>
                  <a:ext cx="136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7576BA7-DB8D-59D1-6856-68B031707C33}"/>
                    </a:ext>
                  </a:extLst>
                </p14:cNvPr>
                <p14:cNvContentPartPr/>
                <p14:nvPr/>
              </p14:nvContentPartPr>
              <p14:xfrm>
                <a:off x="10039114" y="2851542"/>
                <a:ext cx="102240" cy="651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7576BA7-DB8D-59D1-6856-68B031707C3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030474" y="2842902"/>
                  <a:ext cx="11988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7C443649-CA00-03E2-A771-B0DCACBD0F2B}"/>
              </a:ext>
            </a:extLst>
          </p:cNvPr>
          <p:cNvGrpSpPr/>
          <p:nvPr/>
        </p:nvGrpSpPr>
        <p:grpSpPr>
          <a:xfrm>
            <a:off x="4947274" y="3827502"/>
            <a:ext cx="533160" cy="145080"/>
            <a:chOff x="4947274" y="3827502"/>
            <a:chExt cx="53316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961A8F1-CD4D-55E9-D096-56A5309BDFC1}"/>
                    </a:ext>
                  </a:extLst>
                </p14:cNvPr>
                <p14:cNvContentPartPr/>
                <p14:nvPr/>
              </p14:nvContentPartPr>
              <p14:xfrm>
                <a:off x="4947274" y="3861702"/>
                <a:ext cx="314640" cy="1108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961A8F1-CD4D-55E9-D096-56A5309BDFC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938634" y="3852702"/>
                  <a:ext cx="332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675F77F-3EBC-5A39-BD2F-C4138FC6868D}"/>
                    </a:ext>
                  </a:extLst>
                </p14:cNvPr>
                <p14:cNvContentPartPr/>
                <p14:nvPr/>
              </p14:nvContentPartPr>
              <p14:xfrm>
                <a:off x="5242834" y="3827502"/>
                <a:ext cx="15120" cy="298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675F77F-3EBC-5A39-BD2F-C4138FC6868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233834" y="3818862"/>
                  <a:ext cx="32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901D066-3FB6-5023-EE55-65218006120E}"/>
                    </a:ext>
                  </a:extLst>
                </p14:cNvPr>
                <p14:cNvContentPartPr/>
                <p14:nvPr/>
              </p14:nvContentPartPr>
              <p14:xfrm>
                <a:off x="5304754" y="3866382"/>
                <a:ext cx="175680" cy="1036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901D066-3FB6-5023-EE55-65218006120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295754" y="3857742"/>
                  <a:ext cx="1933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957574E-0DC3-77FA-AC85-671A4AEA78A7}"/>
              </a:ext>
            </a:extLst>
          </p:cNvPr>
          <p:cNvGrpSpPr/>
          <p:nvPr/>
        </p:nvGrpSpPr>
        <p:grpSpPr>
          <a:xfrm>
            <a:off x="5739634" y="3628782"/>
            <a:ext cx="889920" cy="258840"/>
            <a:chOff x="5739634" y="3628782"/>
            <a:chExt cx="88992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4CF3B15-11C5-0DA1-802B-5193DAB8F9ED}"/>
                    </a:ext>
                  </a:extLst>
                </p14:cNvPr>
                <p14:cNvContentPartPr/>
                <p14:nvPr/>
              </p14:nvContentPartPr>
              <p14:xfrm>
                <a:off x="5739634" y="3628782"/>
                <a:ext cx="422640" cy="2588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4CF3B15-11C5-0DA1-802B-5193DAB8F9E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730994" y="3619782"/>
                  <a:ext cx="4402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3B94252-DF30-E25F-1C6C-A6C590C2E4D1}"/>
                    </a:ext>
                  </a:extLst>
                </p14:cNvPr>
                <p14:cNvContentPartPr/>
                <p14:nvPr/>
              </p14:nvContentPartPr>
              <p14:xfrm>
                <a:off x="6192154" y="3703302"/>
                <a:ext cx="302040" cy="1263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3B94252-DF30-E25F-1C6C-A6C590C2E4D1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183154" y="3694662"/>
                  <a:ext cx="319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0025C03-036A-5F6E-5205-279A11A11F07}"/>
                    </a:ext>
                  </a:extLst>
                </p14:cNvPr>
                <p14:cNvContentPartPr/>
                <p14:nvPr/>
              </p14:nvContentPartPr>
              <p14:xfrm>
                <a:off x="6619474" y="3741462"/>
                <a:ext cx="10080" cy="205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0025C03-036A-5F6E-5205-279A11A11F07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610474" y="3732462"/>
                  <a:ext cx="27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6B1470F-C6B4-AD16-3EA8-0A59406C7106}"/>
                    </a:ext>
                  </a:extLst>
                </p14:cNvPr>
                <p14:cNvContentPartPr/>
                <p14:nvPr/>
              </p14:nvContentPartPr>
              <p14:xfrm>
                <a:off x="6592474" y="3819582"/>
                <a:ext cx="15480" cy="187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6B1470F-C6B4-AD16-3EA8-0A59406C7106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583834" y="3810942"/>
                  <a:ext cx="3312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3718D8A8-CA8F-CDE5-C437-C3322A68A064}"/>
              </a:ext>
            </a:extLst>
          </p:cNvPr>
          <p:cNvGrpSpPr/>
          <p:nvPr/>
        </p:nvGrpSpPr>
        <p:grpSpPr>
          <a:xfrm>
            <a:off x="6933034" y="3491982"/>
            <a:ext cx="568440" cy="564840"/>
            <a:chOff x="6933034" y="3491982"/>
            <a:chExt cx="568440" cy="56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DA6AB3A-957F-4187-2BC3-E64DF9427C2B}"/>
                    </a:ext>
                  </a:extLst>
                </p14:cNvPr>
                <p14:cNvContentPartPr/>
                <p14:nvPr/>
              </p14:nvContentPartPr>
              <p14:xfrm>
                <a:off x="6933034" y="3646782"/>
                <a:ext cx="112320" cy="129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DA6AB3A-957F-4187-2BC3-E64DF9427C2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924034" y="3637782"/>
                  <a:ext cx="129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AB6DFB83-F303-A54A-8F95-B3E013339212}"/>
                    </a:ext>
                  </a:extLst>
                </p14:cNvPr>
                <p14:cNvContentPartPr/>
                <p14:nvPr/>
              </p14:nvContentPartPr>
              <p14:xfrm>
                <a:off x="7187194" y="3491982"/>
                <a:ext cx="137160" cy="1699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AB6DFB83-F303-A54A-8F95-B3E01333921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178554" y="3483342"/>
                  <a:ext cx="154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E6A2285-78BA-4620-45B1-F3788BA28309}"/>
                    </a:ext>
                  </a:extLst>
                </p14:cNvPr>
                <p14:cNvContentPartPr/>
                <p14:nvPr/>
              </p14:nvContentPartPr>
              <p14:xfrm>
                <a:off x="7001074" y="3710862"/>
                <a:ext cx="442080" cy="687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E6A2285-78BA-4620-45B1-F3788BA2830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992074" y="3702222"/>
                  <a:ext cx="459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E08329C-F4B8-4D31-825F-0A71AA48EC72}"/>
                    </a:ext>
                  </a:extLst>
                </p14:cNvPr>
                <p14:cNvContentPartPr/>
                <p14:nvPr/>
              </p14:nvContentPartPr>
              <p14:xfrm>
                <a:off x="7084954" y="3823902"/>
                <a:ext cx="145440" cy="2329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E08329C-F4B8-4D31-825F-0A71AA48EC7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7076314" y="3815262"/>
                  <a:ext cx="163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92916AE-4838-CC90-94AC-3BC5F38B29A5}"/>
                    </a:ext>
                  </a:extLst>
                </p14:cNvPr>
                <p14:cNvContentPartPr/>
                <p14:nvPr/>
              </p14:nvContentPartPr>
              <p14:xfrm>
                <a:off x="7340554" y="3898062"/>
                <a:ext cx="160920" cy="1425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92916AE-4838-CC90-94AC-3BC5F38B29A5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331914" y="3889422"/>
                  <a:ext cx="17856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769DFB7E-13B6-EC5B-4EA4-B7980CC26DB7}"/>
                  </a:ext>
                </a:extLst>
              </p14:cNvPr>
              <p14:cNvContentPartPr/>
              <p14:nvPr/>
            </p14:nvContentPartPr>
            <p14:xfrm>
              <a:off x="7672114" y="3793662"/>
              <a:ext cx="127800" cy="6336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769DFB7E-13B6-EC5B-4EA4-B7980CC26DB7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7663474" y="3784662"/>
                <a:ext cx="14544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4" name="Group 343">
            <a:extLst>
              <a:ext uri="{FF2B5EF4-FFF2-40B4-BE49-F238E27FC236}">
                <a16:creationId xmlns:a16="http://schemas.microsoft.com/office/drawing/2014/main" id="{A9D218E3-D7EA-3454-AEA2-59F260A6C395}"/>
              </a:ext>
            </a:extLst>
          </p:cNvPr>
          <p:cNvGrpSpPr/>
          <p:nvPr/>
        </p:nvGrpSpPr>
        <p:grpSpPr>
          <a:xfrm>
            <a:off x="8003314" y="3465342"/>
            <a:ext cx="350640" cy="540720"/>
            <a:chOff x="8003314" y="3465342"/>
            <a:chExt cx="35064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BD23A65-4161-66FB-CA9F-50057EC1B873}"/>
                    </a:ext>
                  </a:extLst>
                </p14:cNvPr>
                <p14:cNvContentPartPr/>
                <p14:nvPr/>
              </p14:nvContentPartPr>
              <p14:xfrm>
                <a:off x="8093314" y="3491262"/>
                <a:ext cx="30240" cy="1807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BD23A65-4161-66FB-CA9F-50057EC1B87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084314" y="3482622"/>
                  <a:ext cx="47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3B43C52-3FEA-842F-0531-6B3D1890C28B}"/>
                    </a:ext>
                  </a:extLst>
                </p14:cNvPr>
                <p14:cNvContentPartPr/>
                <p14:nvPr/>
              </p14:nvContentPartPr>
              <p14:xfrm>
                <a:off x="8204554" y="3465342"/>
                <a:ext cx="131760" cy="1998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3B43C52-3FEA-842F-0531-6B3D1890C28B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195554" y="3456342"/>
                  <a:ext cx="149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8D5A473-E34A-63D6-2ADE-4C340C21916E}"/>
                    </a:ext>
                  </a:extLst>
                </p14:cNvPr>
                <p14:cNvContentPartPr/>
                <p14:nvPr/>
              </p14:nvContentPartPr>
              <p14:xfrm>
                <a:off x="8003314" y="3692862"/>
                <a:ext cx="350640" cy="612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8D5A473-E34A-63D6-2ADE-4C340C21916E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994674" y="3683862"/>
                  <a:ext cx="368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B750B4B-E24C-B188-6040-23D31D578726}"/>
                    </a:ext>
                  </a:extLst>
                </p14:cNvPr>
                <p14:cNvContentPartPr/>
                <p14:nvPr/>
              </p14:nvContentPartPr>
              <p14:xfrm>
                <a:off x="8084674" y="3814542"/>
                <a:ext cx="36720" cy="1724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B750B4B-E24C-B188-6040-23D31D57872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075674" y="3805902"/>
                  <a:ext cx="54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9982ADB-F26B-825F-8B39-F103ED879684}"/>
                    </a:ext>
                  </a:extLst>
                </p14:cNvPr>
                <p14:cNvContentPartPr/>
                <p14:nvPr/>
              </p14:nvContentPartPr>
              <p14:xfrm>
                <a:off x="8176114" y="3843342"/>
                <a:ext cx="147600" cy="1627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9982ADB-F26B-825F-8B39-F103ED87968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167474" y="3834342"/>
                  <a:ext cx="16524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1EDE87A9-1F59-31C6-827D-6F951F15391E}"/>
              </a:ext>
            </a:extLst>
          </p:cNvPr>
          <p:cNvGrpSpPr/>
          <p:nvPr/>
        </p:nvGrpSpPr>
        <p:grpSpPr>
          <a:xfrm>
            <a:off x="10356634" y="2548782"/>
            <a:ext cx="1625040" cy="802440"/>
            <a:chOff x="10356634" y="2548782"/>
            <a:chExt cx="1625040" cy="80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45359B0-7BB3-B0E2-4508-BB97481296A3}"/>
                    </a:ext>
                  </a:extLst>
                </p14:cNvPr>
                <p14:cNvContentPartPr/>
                <p14:nvPr/>
              </p14:nvContentPartPr>
              <p14:xfrm>
                <a:off x="10408834" y="2722662"/>
                <a:ext cx="75240" cy="273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45359B0-7BB3-B0E2-4508-BB97481296A3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0400194" y="2714022"/>
                  <a:ext cx="92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C55370C-E4B3-B350-7763-4930B11DA43B}"/>
                    </a:ext>
                  </a:extLst>
                </p14:cNvPr>
                <p14:cNvContentPartPr/>
                <p14:nvPr/>
              </p14:nvContentPartPr>
              <p14:xfrm>
                <a:off x="10571554" y="2548782"/>
                <a:ext cx="154080" cy="1573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C55370C-E4B3-B350-7763-4930B11DA43B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0562554" y="2539782"/>
                  <a:ext cx="171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C106896-C773-EC85-F246-78F483CC4964}"/>
                    </a:ext>
                  </a:extLst>
                </p14:cNvPr>
                <p14:cNvContentPartPr/>
                <p14:nvPr/>
              </p14:nvContentPartPr>
              <p14:xfrm>
                <a:off x="10644994" y="2646342"/>
                <a:ext cx="138600" cy="212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C106896-C773-EC85-F246-78F483CC4964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0636354" y="2637702"/>
                  <a:ext cx="156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EF2D0EA-8064-6F2C-673F-C00D96B5ABC6}"/>
                    </a:ext>
                  </a:extLst>
                </p14:cNvPr>
                <p14:cNvContentPartPr/>
                <p14:nvPr/>
              </p14:nvContentPartPr>
              <p14:xfrm>
                <a:off x="10574074" y="2762982"/>
                <a:ext cx="304560" cy="219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EF2D0EA-8064-6F2C-673F-C00D96B5ABC6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0565074" y="2753982"/>
                  <a:ext cx="322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6EBDE6E-61E8-F440-5A9F-0A57677480CF}"/>
                    </a:ext>
                  </a:extLst>
                </p14:cNvPr>
                <p14:cNvContentPartPr/>
                <p14:nvPr/>
              </p14:nvContentPartPr>
              <p14:xfrm>
                <a:off x="10598554" y="2892582"/>
                <a:ext cx="53280" cy="1544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6EBDE6E-61E8-F440-5A9F-0A57677480C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0589554" y="2883942"/>
                  <a:ext cx="70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EDC052D-BD0A-A390-F8F6-C797466C0CAF}"/>
                    </a:ext>
                  </a:extLst>
                </p14:cNvPr>
                <p14:cNvContentPartPr/>
                <p14:nvPr/>
              </p14:nvContentPartPr>
              <p14:xfrm>
                <a:off x="10684234" y="2915622"/>
                <a:ext cx="148320" cy="1609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EDC052D-BD0A-A390-F8F6-C797466C0CA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0675234" y="2906982"/>
                  <a:ext cx="165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B894782-D648-8F22-D576-6B1F8EEF27D8}"/>
                    </a:ext>
                  </a:extLst>
                </p14:cNvPr>
                <p14:cNvContentPartPr/>
                <p14:nvPr/>
              </p14:nvContentPartPr>
              <p14:xfrm>
                <a:off x="11056114" y="2761902"/>
                <a:ext cx="107280" cy="158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B894782-D648-8F22-D576-6B1F8EEF27D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1047114" y="2752902"/>
                  <a:ext cx="124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FCAD1E8-AD24-F3F9-0210-0AA6F714E251}"/>
                    </a:ext>
                  </a:extLst>
                </p14:cNvPr>
                <p14:cNvContentPartPr/>
                <p14:nvPr/>
              </p14:nvContentPartPr>
              <p14:xfrm>
                <a:off x="11041714" y="2815902"/>
                <a:ext cx="93240" cy="151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FCAD1E8-AD24-F3F9-0210-0AA6F714E25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1033074" y="2807262"/>
                  <a:ext cx="110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F09F1CB-1848-9F4C-1DEE-66B7B2356DF9}"/>
                    </a:ext>
                  </a:extLst>
                </p14:cNvPr>
                <p14:cNvContentPartPr/>
                <p14:nvPr/>
              </p14:nvContentPartPr>
              <p14:xfrm>
                <a:off x="11260954" y="2642742"/>
                <a:ext cx="221040" cy="1605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F09F1CB-1848-9F4C-1DEE-66B7B2356DF9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1251954" y="2633742"/>
                  <a:ext cx="238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5443492-3498-7360-85D3-E018BD291C23}"/>
                    </a:ext>
                  </a:extLst>
                </p14:cNvPr>
                <p14:cNvContentPartPr/>
                <p14:nvPr/>
              </p14:nvContentPartPr>
              <p14:xfrm>
                <a:off x="11392714" y="2843982"/>
                <a:ext cx="241560" cy="903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5443492-3498-7360-85D3-E018BD291C23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1383714" y="2835342"/>
                  <a:ext cx="259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064B531-DC9E-6F59-2BC3-BE211F41E506}"/>
                    </a:ext>
                  </a:extLst>
                </p14:cNvPr>
                <p14:cNvContentPartPr/>
                <p14:nvPr/>
              </p14:nvContentPartPr>
              <p14:xfrm>
                <a:off x="11670994" y="2830662"/>
                <a:ext cx="22680" cy="889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064B531-DC9E-6F59-2BC3-BE211F41E506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661994" y="2822022"/>
                  <a:ext cx="40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4DC9E60-0B7C-8978-C227-E35626095DC9}"/>
                    </a:ext>
                  </a:extLst>
                </p14:cNvPr>
                <p14:cNvContentPartPr/>
                <p14:nvPr/>
              </p14:nvContentPartPr>
              <p14:xfrm>
                <a:off x="11711674" y="2778462"/>
                <a:ext cx="6480" cy="421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4DC9E60-0B7C-8978-C227-E35626095DC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1703034" y="2769822"/>
                  <a:ext cx="24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8BBE9CD-28F7-262D-6117-33A22D8CB9EE}"/>
                    </a:ext>
                  </a:extLst>
                </p14:cNvPr>
                <p14:cNvContentPartPr/>
                <p14:nvPr/>
              </p14:nvContentPartPr>
              <p14:xfrm>
                <a:off x="11738314" y="2844342"/>
                <a:ext cx="195840" cy="874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8BBE9CD-28F7-262D-6117-33A22D8CB9EE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1729674" y="2835342"/>
                  <a:ext cx="213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7ACAD90-C1E6-430A-3630-10B9DAA6AC6B}"/>
                    </a:ext>
                  </a:extLst>
                </p14:cNvPr>
                <p14:cNvContentPartPr/>
                <p14:nvPr/>
              </p14:nvContentPartPr>
              <p14:xfrm>
                <a:off x="10356634" y="2981502"/>
                <a:ext cx="1500120" cy="3697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7ACAD90-C1E6-430A-3630-10B9DAA6AC6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347634" y="2972502"/>
                  <a:ext cx="15177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C59EC90-255B-F738-64E1-E0F6A20C3FE3}"/>
                    </a:ext>
                  </a:extLst>
                </p14:cNvPr>
                <p14:cNvContentPartPr/>
                <p14:nvPr/>
              </p14:nvContentPartPr>
              <p14:xfrm>
                <a:off x="11868634" y="3033342"/>
                <a:ext cx="113040" cy="1666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C59EC90-255B-F738-64E1-E0F6A20C3FE3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1859634" y="3024702"/>
                  <a:ext cx="1306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FEBA021E-1F87-17F6-B5CC-4476CB49F565}"/>
              </a:ext>
            </a:extLst>
          </p:cNvPr>
          <p:cNvGrpSpPr/>
          <p:nvPr/>
        </p:nvGrpSpPr>
        <p:grpSpPr>
          <a:xfrm>
            <a:off x="1054954" y="4348782"/>
            <a:ext cx="726120" cy="417240"/>
            <a:chOff x="1054954" y="4348782"/>
            <a:chExt cx="72612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9D4DD66-C730-0115-27DE-482036FE7263}"/>
                    </a:ext>
                  </a:extLst>
                </p14:cNvPr>
                <p14:cNvContentPartPr/>
                <p14:nvPr/>
              </p14:nvContentPartPr>
              <p14:xfrm>
                <a:off x="1054954" y="4550382"/>
                <a:ext cx="174240" cy="2156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9D4DD66-C730-0115-27DE-482036FE726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046314" y="4541742"/>
                  <a:ext cx="191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1EE4C60-FBEA-8B76-290E-6F5367D4E628}"/>
                    </a:ext>
                  </a:extLst>
                </p14:cNvPr>
                <p14:cNvContentPartPr/>
                <p14:nvPr/>
              </p14:nvContentPartPr>
              <p14:xfrm>
                <a:off x="1099234" y="4641462"/>
                <a:ext cx="90360" cy="342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1EE4C60-FBEA-8B76-290E-6F5367D4E62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090234" y="4632822"/>
                  <a:ext cx="108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FF7A4FA-07B7-C68D-8625-7302C647FC5D}"/>
                    </a:ext>
                  </a:extLst>
                </p14:cNvPr>
                <p14:cNvContentPartPr/>
                <p14:nvPr/>
              </p14:nvContentPartPr>
              <p14:xfrm>
                <a:off x="1336834" y="4358862"/>
                <a:ext cx="45000" cy="1764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FF7A4FA-07B7-C68D-8625-7302C647FC5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328194" y="4349862"/>
                  <a:ext cx="626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DACE71D-8711-3770-37A5-A509770FD228}"/>
                    </a:ext>
                  </a:extLst>
                </p14:cNvPr>
                <p14:cNvContentPartPr/>
                <p14:nvPr/>
              </p14:nvContentPartPr>
              <p14:xfrm>
                <a:off x="1431154" y="4391982"/>
                <a:ext cx="113400" cy="1198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DACE71D-8711-3770-37A5-A509770FD228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422514" y="4382982"/>
                  <a:ext cx="13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DA424E0-5829-5243-1DDD-4C5DC338E6C6}"/>
                    </a:ext>
                  </a:extLst>
                </p14:cNvPr>
                <p14:cNvContentPartPr/>
                <p14:nvPr/>
              </p14:nvContentPartPr>
              <p14:xfrm>
                <a:off x="1569034" y="4348782"/>
                <a:ext cx="55800" cy="2037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DA424E0-5829-5243-1DDD-4C5DC338E6C6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560034" y="4339782"/>
                  <a:ext cx="73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0D811291-FBED-75A3-A3C3-BB93B27A4C51}"/>
                    </a:ext>
                  </a:extLst>
                </p14:cNvPr>
                <p14:cNvContentPartPr/>
                <p14:nvPr/>
              </p14:nvContentPartPr>
              <p14:xfrm>
                <a:off x="1705474" y="4623102"/>
                <a:ext cx="75600" cy="255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0D811291-FBED-75A3-A3C3-BB93B27A4C5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696474" y="4614462"/>
                  <a:ext cx="93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E604E16-12AB-B085-DA4E-C9583EC00AF6}"/>
                    </a:ext>
                  </a:extLst>
                </p14:cNvPr>
                <p14:cNvContentPartPr/>
                <p14:nvPr/>
              </p14:nvContentPartPr>
              <p14:xfrm>
                <a:off x="1702234" y="4688262"/>
                <a:ext cx="66960" cy="64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E604E16-12AB-B085-DA4E-C9583EC00AF6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693594" y="4679262"/>
                  <a:ext cx="846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BACDFD6-3A71-FEDD-76DF-5DE57D959F81}"/>
              </a:ext>
            </a:extLst>
          </p:cNvPr>
          <p:cNvGrpSpPr/>
          <p:nvPr/>
        </p:nvGrpSpPr>
        <p:grpSpPr>
          <a:xfrm>
            <a:off x="2118754" y="4285422"/>
            <a:ext cx="875160" cy="397080"/>
            <a:chOff x="2118754" y="4285422"/>
            <a:chExt cx="87516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52AB267-145C-28DF-8F30-7C1A40084B6E}"/>
                    </a:ext>
                  </a:extLst>
                </p14:cNvPr>
                <p14:cNvContentPartPr/>
                <p14:nvPr/>
              </p14:nvContentPartPr>
              <p14:xfrm>
                <a:off x="2118754" y="4483422"/>
                <a:ext cx="196200" cy="1990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52AB267-145C-28DF-8F30-7C1A40084B6E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2109754" y="4474422"/>
                  <a:ext cx="2138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BF7E233D-C374-B07C-7165-133D748CCFE5}"/>
                    </a:ext>
                  </a:extLst>
                </p14:cNvPr>
                <p14:cNvContentPartPr/>
                <p14:nvPr/>
              </p14:nvContentPartPr>
              <p14:xfrm>
                <a:off x="2155114" y="4571622"/>
                <a:ext cx="129240" cy="468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BF7E233D-C374-B07C-7165-133D748CCFE5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2146474" y="4562982"/>
                  <a:ext cx="146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FDA4791-529B-24E9-E1EE-39599A693618}"/>
                    </a:ext>
                  </a:extLst>
                </p14:cNvPr>
                <p14:cNvContentPartPr/>
                <p14:nvPr/>
              </p14:nvContentPartPr>
              <p14:xfrm>
                <a:off x="2426554" y="4300182"/>
                <a:ext cx="41040" cy="1879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FDA4791-529B-24E9-E1EE-39599A693618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2417914" y="4291542"/>
                  <a:ext cx="58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BAF224E-9BAA-B989-9B4F-658648D77BA4}"/>
                    </a:ext>
                  </a:extLst>
                </p14:cNvPr>
                <p14:cNvContentPartPr/>
                <p14:nvPr/>
              </p14:nvContentPartPr>
              <p14:xfrm>
                <a:off x="2527714" y="4351302"/>
                <a:ext cx="44640" cy="1094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BAF224E-9BAA-B989-9B4F-658648D77BA4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518714" y="4342302"/>
                  <a:ext cx="62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6C35E04-6667-3CD3-2338-C46A4DE6D252}"/>
                    </a:ext>
                  </a:extLst>
                </p14:cNvPr>
                <p14:cNvContentPartPr/>
                <p14:nvPr/>
              </p14:nvContentPartPr>
              <p14:xfrm>
                <a:off x="2655874" y="4285422"/>
                <a:ext cx="61560" cy="1897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6C35E04-6667-3CD3-2338-C46A4DE6D252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2646874" y="4276782"/>
                  <a:ext cx="79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94138960-2D2B-3349-C8A3-FD78939ED4E3}"/>
                    </a:ext>
                  </a:extLst>
                </p14:cNvPr>
                <p14:cNvContentPartPr/>
                <p14:nvPr/>
              </p14:nvContentPartPr>
              <p14:xfrm>
                <a:off x="2896354" y="4435902"/>
                <a:ext cx="15120" cy="1738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94138960-2D2B-3349-C8A3-FD78939ED4E3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887714" y="4426902"/>
                  <a:ext cx="32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FD47B3E-6D99-F170-8457-0F2396E28EEF}"/>
                    </a:ext>
                  </a:extLst>
                </p14:cNvPr>
                <p14:cNvContentPartPr/>
                <p14:nvPr/>
              </p14:nvContentPartPr>
              <p14:xfrm>
                <a:off x="2828674" y="4518342"/>
                <a:ext cx="165240" cy="370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FD47B3E-6D99-F170-8457-0F2396E28EEF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2819674" y="4509702"/>
                  <a:ext cx="18288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1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E5FE3D04-F146-7143-764E-C0FEE27BD995}"/>
                  </a:ext>
                </a:extLst>
              </p14:cNvPr>
              <p14:cNvContentPartPr/>
              <p14:nvPr/>
            </p14:nvContentPartPr>
            <p14:xfrm>
              <a:off x="3218554" y="4358142"/>
              <a:ext cx="171360" cy="1803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E5FE3D04-F146-7143-764E-C0FEE27BD995}"/>
                  </a:ext>
                </a:extLst>
              </p:cNvPr>
              <p:cNvPicPr/>
              <p:nvPr/>
            </p:nvPicPr>
            <p:blipFill>
              <a:blip r:embed="rId572"/>
              <a:stretch>
                <a:fillRect/>
              </a:stretch>
            </p:blipFill>
            <p:spPr>
              <a:xfrm>
                <a:off x="3209554" y="4349142"/>
                <a:ext cx="18900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9" name="Group 368">
            <a:extLst>
              <a:ext uri="{FF2B5EF4-FFF2-40B4-BE49-F238E27FC236}">
                <a16:creationId xmlns:a16="http://schemas.microsoft.com/office/drawing/2014/main" id="{BAF3CBB1-E39D-A313-F1BA-93EFBF439E08}"/>
              </a:ext>
            </a:extLst>
          </p:cNvPr>
          <p:cNvGrpSpPr/>
          <p:nvPr/>
        </p:nvGrpSpPr>
        <p:grpSpPr>
          <a:xfrm>
            <a:off x="3584314" y="4124862"/>
            <a:ext cx="575280" cy="372960"/>
            <a:chOff x="3584314" y="4124862"/>
            <a:chExt cx="57528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85B67AF-D697-CA62-8A7C-2159C8FEBB37}"/>
                    </a:ext>
                  </a:extLst>
                </p14:cNvPr>
                <p14:cNvContentPartPr/>
                <p14:nvPr/>
              </p14:nvContentPartPr>
              <p14:xfrm>
                <a:off x="3584314" y="4236462"/>
                <a:ext cx="157680" cy="2613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85B67AF-D697-CA62-8A7C-2159C8FEBB37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575314" y="4227462"/>
                  <a:ext cx="1753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A16A2FF-0435-94F1-C1B9-13C0761D438A}"/>
                    </a:ext>
                  </a:extLst>
                </p14:cNvPr>
                <p14:cNvContentPartPr/>
                <p14:nvPr/>
              </p14:nvContentPartPr>
              <p14:xfrm>
                <a:off x="3881314" y="4145022"/>
                <a:ext cx="32760" cy="1533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A16A2FF-0435-94F1-C1B9-13C0761D438A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872314" y="4136022"/>
                  <a:ext cx="50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464458F-2EBB-B125-D7BF-DBCD38D6AC0E}"/>
                    </a:ext>
                  </a:extLst>
                </p14:cNvPr>
                <p14:cNvContentPartPr/>
                <p14:nvPr/>
              </p14:nvContentPartPr>
              <p14:xfrm>
                <a:off x="3969514" y="4161942"/>
                <a:ext cx="41400" cy="1015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464458F-2EBB-B125-D7BF-DBCD38D6AC0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960514" y="4153302"/>
                  <a:ext cx="59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41C9AF8F-3FBE-D604-CBCD-44164B96C0D2}"/>
                    </a:ext>
                  </a:extLst>
                </p14:cNvPr>
                <p14:cNvContentPartPr/>
                <p14:nvPr/>
              </p14:nvContentPartPr>
              <p14:xfrm>
                <a:off x="4074994" y="4124862"/>
                <a:ext cx="84600" cy="18432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41C9AF8F-3FBE-D604-CBCD-44164B96C0D2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4065994" y="4116222"/>
                  <a:ext cx="1022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DBF667AD-9E6D-1F88-63FD-F485EBC385E1}"/>
              </a:ext>
            </a:extLst>
          </p:cNvPr>
          <p:cNvGrpSpPr/>
          <p:nvPr/>
        </p:nvGrpSpPr>
        <p:grpSpPr>
          <a:xfrm>
            <a:off x="4281274" y="4458942"/>
            <a:ext cx="73080" cy="85320"/>
            <a:chOff x="4281274" y="4458942"/>
            <a:chExt cx="73080" cy="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56502C1D-EE2B-1220-BF60-25F957B45C23}"/>
                    </a:ext>
                  </a:extLst>
                </p14:cNvPr>
                <p14:cNvContentPartPr/>
                <p14:nvPr/>
              </p14:nvContentPartPr>
              <p14:xfrm>
                <a:off x="4281274" y="4458942"/>
                <a:ext cx="73080" cy="140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56502C1D-EE2B-1220-BF60-25F957B45C23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272274" y="4450302"/>
                  <a:ext cx="90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163C8EA-E961-AE0B-C243-BA7859EFBE61}"/>
                    </a:ext>
                  </a:extLst>
                </p14:cNvPr>
                <p14:cNvContentPartPr/>
                <p14:nvPr/>
              </p14:nvContentPartPr>
              <p14:xfrm>
                <a:off x="4284874" y="4528422"/>
                <a:ext cx="61560" cy="158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163C8EA-E961-AE0B-C243-BA7859EFBE61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4276234" y="4519422"/>
                  <a:ext cx="792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FE5652D4-9D40-0FA8-2473-90C826F3BBCA}"/>
              </a:ext>
            </a:extLst>
          </p:cNvPr>
          <p:cNvGrpSpPr/>
          <p:nvPr/>
        </p:nvGrpSpPr>
        <p:grpSpPr>
          <a:xfrm>
            <a:off x="4673314" y="4264902"/>
            <a:ext cx="658080" cy="338400"/>
            <a:chOff x="4673314" y="4264902"/>
            <a:chExt cx="65808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341B7AE9-4DE9-77B4-28E8-56A8AC4001C8}"/>
                    </a:ext>
                  </a:extLst>
                </p14:cNvPr>
                <p14:cNvContentPartPr/>
                <p14:nvPr/>
              </p14:nvContentPartPr>
              <p14:xfrm>
                <a:off x="4673314" y="4275342"/>
                <a:ext cx="83520" cy="2772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341B7AE9-4DE9-77B4-28E8-56A8AC4001C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4664674" y="4266702"/>
                  <a:ext cx="101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5573F80-C90B-8D38-29EE-569BE63C9667}"/>
                    </a:ext>
                  </a:extLst>
                </p14:cNvPr>
                <p14:cNvContentPartPr/>
                <p14:nvPr/>
              </p14:nvContentPartPr>
              <p14:xfrm>
                <a:off x="4813354" y="4369662"/>
                <a:ext cx="44640" cy="1479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5573F80-C90B-8D38-29EE-569BE63C9667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4804714" y="4361022"/>
                  <a:ext cx="62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A76B18B-9926-D5F9-2358-153CCC88EC7B}"/>
                    </a:ext>
                  </a:extLst>
                </p14:cNvPr>
                <p14:cNvContentPartPr/>
                <p14:nvPr/>
              </p14:nvContentPartPr>
              <p14:xfrm>
                <a:off x="4935034" y="4458582"/>
                <a:ext cx="24480" cy="1447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A76B18B-9926-D5F9-2358-153CCC88EC7B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926034" y="4449582"/>
                  <a:ext cx="42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3A77FE0-BDA3-8021-04AD-E475F397B151}"/>
                    </a:ext>
                  </a:extLst>
                </p14:cNvPr>
                <p14:cNvContentPartPr/>
                <p14:nvPr/>
              </p14:nvContentPartPr>
              <p14:xfrm>
                <a:off x="5015674" y="4373622"/>
                <a:ext cx="171720" cy="1440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3A77FE0-BDA3-8021-04AD-E475F397B151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006674" y="4364982"/>
                  <a:ext cx="189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7A5A16D7-C8F0-14FA-AAA2-EB579D1EC06F}"/>
                    </a:ext>
                  </a:extLst>
                </p14:cNvPr>
                <p14:cNvContentPartPr/>
                <p14:nvPr/>
              </p14:nvContentPartPr>
              <p14:xfrm>
                <a:off x="5246434" y="4264902"/>
                <a:ext cx="84960" cy="3117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7A5A16D7-C8F0-14FA-AAA2-EB579D1EC06F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5237434" y="4255902"/>
                  <a:ext cx="10260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BCE2E1EA-1691-1950-6550-BE5E69F53D84}"/>
              </a:ext>
            </a:extLst>
          </p:cNvPr>
          <p:cNvGrpSpPr/>
          <p:nvPr/>
        </p:nvGrpSpPr>
        <p:grpSpPr>
          <a:xfrm>
            <a:off x="5527954" y="4347702"/>
            <a:ext cx="160920" cy="194760"/>
            <a:chOff x="5527954" y="4347702"/>
            <a:chExt cx="16092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B26C69C-0006-9FB3-30F7-1F6F773B1932}"/>
                    </a:ext>
                  </a:extLst>
                </p14:cNvPr>
                <p14:cNvContentPartPr/>
                <p14:nvPr/>
              </p14:nvContentPartPr>
              <p14:xfrm>
                <a:off x="5602474" y="4347702"/>
                <a:ext cx="28080" cy="1947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B26C69C-0006-9FB3-30F7-1F6F773B193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5593834" y="4339062"/>
                  <a:ext cx="45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9271B19-F241-A368-D88F-1EFC07A525B7}"/>
                    </a:ext>
                  </a:extLst>
                </p14:cNvPr>
                <p14:cNvContentPartPr/>
                <p14:nvPr/>
              </p14:nvContentPartPr>
              <p14:xfrm>
                <a:off x="5527954" y="4421862"/>
                <a:ext cx="160920" cy="396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9271B19-F241-A368-D88F-1EFC07A525B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519314" y="4412862"/>
                  <a:ext cx="17856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53D41653-2023-2C0C-F64B-AA3279F5FC1C}"/>
              </a:ext>
            </a:extLst>
          </p:cNvPr>
          <p:cNvGrpSpPr/>
          <p:nvPr/>
        </p:nvGrpSpPr>
        <p:grpSpPr>
          <a:xfrm>
            <a:off x="5934034" y="4092822"/>
            <a:ext cx="740160" cy="676800"/>
            <a:chOff x="5934034" y="4092822"/>
            <a:chExt cx="740160" cy="67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E054EC3-AD75-200F-59FA-ECD3A7A75F6F}"/>
                    </a:ext>
                  </a:extLst>
                </p14:cNvPr>
                <p14:cNvContentPartPr/>
                <p14:nvPr/>
              </p14:nvContentPartPr>
              <p14:xfrm>
                <a:off x="5934034" y="4186062"/>
                <a:ext cx="75960" cy="5313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E054EC3-AD75-200F-59FA-ECD3A7A75F6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925394" y="4177422"/>
                  <a:ext cx="936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9B3593B-DA26-3F07-2D76-6B1768BDD702}"/>
                    </a:ext>
                  </a:extLst>
                </p14:cNvPr>
                <p14:cNvContentPartPr/>
                <p14:nvPr/>
              </p14:nvContentPartPr>
              <p14:xfrm>
                <a:off x="5987314" y="4394142"/>
                <a:ext cx="163800" cy="414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9B3593B-DA26-3F07-2D76-6B1768BDD702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978674" y="4385142"/>
                  <a:ext cx="181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990C438E-DA12-8740-DCE6-9CFFC80794FB}"/>
                    </a:ext>
                  </a:extLst>
                </p14:cNvPr>
                <p14:cNvContentPartPr/>
                <p14:nvPr/>
              </p14:nvContentPartPr>
              <p14:xfrm>
                <a:off x="6259834" y="4157982"/>
                <a:ext cx="133560" cy="1846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990C438E-DA12-8740-DCE6-9CFFC80794FB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6251194" y="4148982"/>
                  <a:ext cx="151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94F7B8EF-B278-F061-AF9C-BF58E38FCBCB}"/>
                    </a:ext>
                  </a:extLst>
                </p14:cNvPr>
                <p14:cNvContentPartPr/>
                <p14:nvPr/>
              </p14:nvContentPartPr>
              <p14:xfrm>
                <a:off x="6304114" y="4250502"/>
                <a:ext cx="162000" cy="273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94F7B8EF-B278-F061-AF9C-BF58E38FCBCB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6295114" y="4241502"/>
                  <a:ext cx="179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4D809F8-F92E-8C64-6505-58F1CF4488A5}"/>
                    </a:ext>
                  </a:extLst>
                </p14:cNvPr>
                <p14:cNvContentPartPr/>
                <p14:nvPr/>
              </p14:nvContentPartPr>
              <p14:xfrm>
                <a:off x="6245794" y="4345902"/>
                <a:ext cx="255240" cy="410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4D809F8-F92E-8C64-6505-58F1CF4488A5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6237154" y="4336902"/>
                  <a:ext cx="272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8E064D50-3E50-15FB-47C5-4F1597167416}"/>
                    </a:ext>
                  </a:extLst>
                </p14:cNvPr>
                <p14:cNvContentPartPr/>
                <p14:nvPr/>
              </p14:nvContentPartPr>
              <p14:xfrm>
                <a:off x="6284314" y="4513302"/>
                <a:ext cx="117360" cy="1404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8E064D50-3E50-15FB-47C5-4F1597167416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6275674" y="4504662"/>
                  <a:ext cx="135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A1B1AC33-EDE0-9F5F-4E03-FEC71CB61AE2}"/>
                    </a:ext>
                  </a:extLst>
                </p14:cNvPr>
                <p14:cNvContentPartPr/>
                <p14:nvPr/>
              </p14:nvContentPartPr>
              <p14:xfrm>
                <a:off x="6197554" y="4497462"/>
                <a:ext cx="32040" cy="2023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A1B1AC33-EDE0-9F5F-4E03-FEC71CB61AE2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188914" y="4488822"/>
                  <a:ext cx="496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1E33FE3D-7E0D-B715-A493-6E1DA0E454DF}"/>
                    </a:ext>
                  </a:extLst>
                </p14:cNvPr>
                <p14:cNvContentPartPr/>
                <p14:nvPr/>
              </p14:nvContentPartPr>
              <p14:xfrm>
                <a:off x="6544234" y="4092822"/>
                <a:ext cx="129960" cy="6768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1E33FE3D-7E0D-B715-A493-6E1DA0E454DF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535234" y="4084182"/>
                  <a:ext cx="147600" cy="69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5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6474E5DD-1457-1D9F-EF71-FA45BD276B43}"/>
                  </a:ext>
                </a:extLst>
              </p14:cNvPr>
              <p14:cNvContentPartPr/>
              <p14:nvPr/>
            </p14:nvContentPartPr>
            <p14:xfrm>
              <a:off x="6884794" y="4407102"/>
              <a:ext cx="30600" cy="1692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6474E5DD-1457-1D9F-EF71-FA45BD276B43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6876154" y="4398462"/>
                <a:ext cx="4824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8" name="Group 397">
            <a:extLst>
              <a:ext uri="{FF2B5EF4-FFF2-40B4-BE49-F238E27FC236}">
                <a16:creationId xmlns:a16="http://schemas.microsoft.com/office/drawing/2014/main" id="{57DD99C0-8F09-4F06-DEB6-316FB62449AA}"/>
              </a:ext>
            </a:extLst>
          </p:cNvPr>
          <p:cNvGrpSpPr/>
          <p:nvPr/>
        </p:nvGrpSpPr>
        <p:grpSpPr>
          <a:xfrm>
            <a:off x="7086754" y="4242582"/>
            <a:ext cx="657000" cy="328320"/>
            <a:chOff x="7086754" y="4242582"/>
            <a:chExt cx="65700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1449A96-5A34-16BC-AB73-5B0002AEB810}"/>
                    </a:ext>
                  </a:extLst>
                </p14:cNvPr>
                <p14:cNvContentPartPr/>
                <p14:nvPr/>
              </p14:nvContentPartPr>
              <p14:xfrm>
                <a:off x="7086754" y="4273182"/>
                <a:ext cx="69120" cy="2322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1449A96-5A34-16BC-AB73-5B0002AEB81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7078114" y="4264542"/>
                  <a:ext cx="86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65CB8ADD-756B-B378-10D0-A16656170026}"/>
                    </a:ext>
                  </a:extLst>
                </p14:cNvPr>
                <p14:cNvContentPartPr/>
                <p14:nvPr/>
              </p14:nvContentPartPr>
              <p14:xfrm>
                <a:off x="7207354" y="4320702"/>
                <a:ext cx="99000" cy="1713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65CB8ADD-756B-B378-10D0-A16656170026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7198714" y="4311702"/>
                  <a:ext cx="116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EE55ACA-F15A-BCD5-C027-8F512ED6C696}"/>
                    </a:ext>
                  </a:extLst>
                </p14:cNvPr>
                <p14:cNvContentPartPr/>
                <p14:nvPr/>
              </p14:nvContentPartPr>
              <p14:xfrm>
                <a:off x="7383034" y="4466142"/>
                <a:ext cx="17640" cy="1047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EE55ACA-F15A-BCD5-C027-8F512ED6C696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7374394" y="4457502"/>
                  <a:ext cx="35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1626D1E8-E892-C6F6-28B9-7DA067FAE6BD}"/>
                    </a:ext>
                  </a:extLst>
                </p14:cNvPr>
                <p14:cNvContentPartPr/>
                <p14:nvPr/>
              </p14:nvContentPartPr>
              <p14:xfrm>
                <a:off x="7476994" y="4309902"/>
                <a:ext cx="118080" cy="1472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1626D1E8-E892-C6F6-28B9-7DA067FAE6B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467994" y="4300902"/>
                  <a:ext cx="135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75A78BE-21DA-60F9-AA4B-7E31C409A2F1}"/>
                    </a:ext>
                  </a:extLst>
                </p14:cNvPr>
                <p14:cNvContentPartPr/>
                <p14:nvPr/>
              </p14:nvContentPartPr>
              <p14:xfrm>
                <a:off x="7673554" y="4242582"/>
                <a:ext cx="70200" cy="3247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75A78BE-21DA-60F9-AA4B-7E31C409A2F1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664554" y="4233582"/>
                  <a:ext cx="8784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837F442B-0BB1-8454-A897-D81E9F989E48}"/>
              </a:ext>
            </a:extLst>
          </p:cNvPr>
          <p:cNvGrpSpPr/>
          <p:nvPr/>
        </p:nvGrpSpPr>
        <p:grpSpPr>
          <a:xfrm>
            <a:off x="8043634" y="4325022"/>
            <a:ext cx="139680" cy="51840"/>
            <a:chOff x="8043634" y="4325022"/>
            <a:chExt cx="139680" cy="5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EDB5862C-660B-CD1F-618D-477FE6E9D4DC}"/>
                    </a:ext>
                  </a:extLst>
                </p14:cNvPr>
                <p14:cNvContentPartPr/>
                <p14:nvPr/>
              </p14:nvContentPartPr>
              <p14:xfrm>
                <a:off x="8043634" y="4325022"/>
                <a:ext cx="132120" cy="180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EDB5862C-660B-CD1F-618D-477FE6E9D4DC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8034994" y="4316022"/>
                  <a:ext cx="149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C104360-345B-1B1C-9DAF-1D97E1781735}"/>
                    </a:ext>
                  </a:extLst>
                </p14:cNvPr>
                <p14:cNvContentPartPr/>
                <p14:nvPr/>
              </p14:nvContentPartPr>
              <p14:xfrm>
                <a:off x="8081794" y="4372182"/>
                <a:ext cx="101520" cy="46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C104360-345B-1B1C-9DAF-1D97E1781735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8072794" y="4363182"/>
                  <a:ext cx="11916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F2F71175-FC18-B52F-9F41-81CBF052C1C4}"/>
              </a:ext>
            </a:extLst>
          </p:cNvPr>
          <p:cNvGrpSpPr/>
          <p:nvPr/>
        </p:nvGrpSpPr>
        <p:grpSpPr>
          <a:xfrm>
            <a:off x="8465554" y="4011462"/>
            <a:ext cx="943560" cy="648000"/>
            <a:chOff x="8465554" y="4011462"/>
            <a:chExt cx="943560" cy="64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3A86E4EC-5ED4-518B-1E8F-3943A7ED9B3F}"/>
                    </a:ext>
                  </a:extLst>
                </p14:cNvPr>
                <p14:cNvContentPartPr/>
                <p14:nvPr/>
              </p14:nvContentPartPr>
              <p14:xfrm>
                <a:off x="8465554" y="4011462"/>
                <a:ext cx="117720" cy="6328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3A86E4EC-5ED4-518B-1E8F-3943A7ED9B3F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456554" y="4002462"/>
                  <a:ext cx="1353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B9208F7-AD27-D365-48CB-5A3C6F905AA8}"/>
                    </a:ext>
                  </a:extLst>
                </p14:cNvPr>
                <p14:cNvContentPartPr/>
                <p14:nvPr/>
              </p14:nvContentPartPr>
              <p14:xfrm>
                <a:off x="8672194" y="4312422"/>
                <a:ext cx="110520" cy="158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B9208F7-AD27-D365-48CB-5A3C6F905AA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8663554" y="4303782"/>
                  <a:ext cx="128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AC32A04-2FB4-030E-BC1C-A28A4FAD744D}"/>
                    </a:ext>
                  </a:extLst>
                </p14:cNvPr>
                <p14:cNvContentPartPr/>
                <p14:nvPr/>
              </p14:nvContentPartPr>
              <p14:xfrm>
                <a:off x="9030754" y="4036662"/>
                <a:ext cx="141120" cy="2052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AC32A04-2FB4-030E-BC1C-A28A4FAD744D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9021754" y="4028022"/>
                  <a:ext cx="158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E0B364A1-0A89-2C53-82F7-99A2764ED9C0}"/>
                    </a:ext>
                  </a:extLst>
                </p14:cNvPr>
                <p14:cNvContentPartPr/>
                <p14:nvPr/>
              </p14:nvContentPartPr>
              <p14:xfrm>
                <a:off x="8940754" y="4285062"/>
                <a:ext cx="253440" cy="378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E0B364A1-0A89-2C53-82F7-99A2764ED9C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8932114" y="4276422"/>
                  <a:ext cx="271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45EEA25B-9F36-E221-6794-3D9F3DA6EA2D}"/>
                    </a:ext>
                  </a:extLst>
                </p14:cNvPr>
                <p14:cNvContentPartPr/>
                <p14:nvPr/>
              </p14:nvContentPartPr>
              <p14:xfrm>
                <a:off x="8945074" y="4465782"/>
                <a:ext cx="38880" cy="1936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45EEA25B-9F36-E221-6794-3D9F3DA6EA2D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936074" y="4457142"/>
                  <a:ext cx="565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FFBFBD5-F19C-A2CE-875F-D6173DD34D65}"/>
                    </a:ext>
                  </a:extLst>
                </p14:cNvPr>
                <p14:cNvContentPartPr/>
                <p14:nvPr/>
              </p14:nvContentPartPr>
              <p14:xfrm>
                <a:off x="9033634" y="4465422"/>
                <a:ext cx="110160" cy="14868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FFBFBD5-F19C-A2CE-875F-D6173DD34D65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024994" y="4456782"/>
                  <a:ext cx="1278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4B3794E2-D27A-6D20-E524-D88B898AC6E9}"/>
                    </a:ext>
                  </a:extLst>
                </p14:cNvPr>
                <p14:cNvContentPartPr/>
                <p14:nvPr/>
              </p14:nvContentPartPr>
              <p14:xfrm>
                <a:off x="9328474" y="4371822"/>
                <a:ext cx="80640" cy="17460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4B3794E2-D27A-6D20-E524-D88B898AC6E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319474" y="4362822"/>
                  <a:ext cx="9828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706ECA48-1A71-842B-38E9-E783DF5D45FA}"/>
              </a:ext>
            </a:extLst>
          </p:cNvPr>
          <p:cNvGrpSpPr/>
          <p:nvPr/>
        </p:nvGrpSpPr>
        <p:grpSpPr>
          <a:xfrm>
            <a:off x="9707194" y="3972942"/>
            <a:ext cx="545040" cy="699840"/>
            <a:chOff x="9707194" y="3972942"/>
            <a:chExt cx="545040" cy="69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5BA9F95D-6F9F-ECA4-66A7-8246046F6620}"/>
                    </a:ext>
                  </a:extLst>
                </p14:cNvPr>
                <p14:cNvContentPartPr/>
                <p14:nvPr/>
              </p14:nvContentPartPr>
              <p14:xfrm>
                <a:off x="9739234" y="4020822"/>
                <a:ext cx="52200" cy="2037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5BA9F95D-6F9F-ECA4-66A7-8246046F6620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730594" y="4011822"/>
                  <a:ext cx="69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8C6055CA-A808-FA5A-D1A4-68ED78F68C67}"/>
                    </a:ext>
                  </a:extLst>
                </p14:cNvPr>
                <p14:cNvContentPartPr/>
                <p14:nvPr/>
              </p14:nvContentPartPr>
              <p14:xfrm>
                <a:off x="9885394" y="4026942"/>
                <a:ext cx="99720" cy="1641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8C6055CA-A808-FA5A-D1A4-68ED78F68C67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9876754" y="4018302"/>
                  <a:ext cx="117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7E740CB3-FB2E-1F07-EDC2-3D455967BDBC}"/>
                    </a:ext>
                  </a:extLst>
                </p14:cNvPr>
                <p14:cNvContentPartPr/>
                <p14:nvPr/>
              </p14:nvContentPartPr>
              <p14:xfrm>
                <a:off x="9707194" y="4260942"/>
                <a:ext cx="291960" cy="252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7E740CB3-FB2E-1F07-EDC2-3D455967BDBC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698194" y="4251942"/>
                  <a:ext cx="309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6839679-F688-C79F-C006-4ADBF2368556}"/>
                    </a:ext>
                  </a:extLst>
                </p14:cNvPr>
                <p14:cNvContentPartPr/>
                <p14:nvPr/>
              </p14:nvContentPartPr>
              <p14:xfrm>
                <a:off x="9719794" y="4402062"/>
                <a:ext cx="25560" cy="19080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6839679-F688-C79F-C006-4ADBF2368556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711154" y="4393422"/>
                  <a:ext cx="43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65E8228-74C2-017D-E91C-40D4CEC625EE}"/>
                    </a:ext>
                  </a:extLst>
                </p14:cNvPr>
                <p14:cNvContentPartPr/>
                <p14:nvPr/>
              </p14:nvContentPartPr>
              <p14:xfrm>
                <a:off x="9788914" y="4452102"/>
                <a:ext cx="135360" cy="17028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65E8228-74C2-017D-E91C-40D4CEC625E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779914" y="4443102"/>
                  <a:ext cx="153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9969E3EB-6974-6233-1CBD-B2FCE64693A6}"/>
                    </a:ext>
                  </a:extLst>
                </p14:cNvPr>
                <p14:cNvContentPartPr/>
                <p14:nvPr/>
              </p14:nvContentPartPr>
              <p14:xfrm>
                <a:off x="10080874" y="3972942"/>
                <a:ext cx="171360" cy="6998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9969E3EB-6974-6233-1CBD-B2FCE64693A6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0072234" y="3963942"/>
                  <a:ext cx="189000" cy="71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F980DDB-D415-64F7-9319-9921A6C1FD7B}"/>
              </a:ext>
            </a:extLst>
          </p:cNvPr>
          <p:cNvGrpSpPr/>
          <p:nvPr/>
        </p:nvGrpSpPr>
        <p:grpSpPr>
          <a:xfrm>
            <a:off x="8565274" y="4881942"/>
            <a:ext cx="715680" cy="321120"/>
            <a:chOff x="8565274" y="4881942"/>
            <a:chExt cx="71568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6F703DB-E14D-4CD8-4BA5-DF606E68C953}"/>
                    </a:ext>
                  </a:extLst>
                </p14:cNvPr>
                <p14:cNvContentPartPr/>
                <p14:nvPr/>
              </p14:nvContentPartPr>
              <p14:xfrm>
                <a:off x="8565274" y="4937382"/>
                <a:ext cx="146520" cy="896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6F703DB-E14D-4CD8-4BA5-DF606E68C953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556634" y="4928742"/>
                  <a:ext cx="164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7A4085F-6AF6-7551-5A54-123289E0320A}"/>
                    </a:ext>
                  </a:extLst>
                </p14:cNvPr>
                <p14:cNvContentPartPr/>
                <p14:nvPr/>
              </p14:nvContentPartPr>
              <p14:xfrm>
                <a:off x="8607394" y="5048262"/>
                <a:ext cx="104400" cy="273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7A4085F-6AF6-7551-5A54-123289E0320A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598754" y="5039262"/>
                  <a:ext cx="122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2CB82336-7215-AD7E-04D0-F26E8D2738E0}"/>
                    </a:ext>
                  </a:extLst>
                </p14:cNvPr>
                <p14:cNvContentPartPr/>
                <p14:nvPr/>
              </p14:nvContentPartPr>
              <p14:xfrm>
                <a:off x="8806834" y="4901742"/>
                <a:ext cx="126360" cy="1789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2CB82336-7215-AD7E-04D0-F26E8D2738E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8797834" y="4892742"/>
                  <a:ext cx="144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BAB0C32-9BCC-AF99-DFF7-9E045913FB23}"/>
                    </a:ext>
                  </a:extLst>
                </p14:cNvPr>
                <p14:cNvContentPartPr/>
                <p14:nvPr/>
              </p14:nvContentPartPr>
              <p14:xfrm>
                <a:off x="8983954" y="5034222"/>
                <a:ext cx="12600" cy="1688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BAB0C32-9BCC-AF99-DFF7-9E045913FB2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8974954" y="5025222"/>
                  <a:ext cx="302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1AFBB481-6AFC-6A90-485B-B00753B692EC}"/>
                    </a:ext>
                  </a:extLst>
                </p14:cNvPr>
                <p14:cNvContentPartPr/>
                <p14:nvPr/>
              </p14:nvContentPartPr>
              <p14:xfrm>
                <a:off x="9055594" y="4881942"/>
                <a:ext cx="96840" cy="2394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1AFBB481-6AFC-6A90-485B-B00753B692EC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9046954" y="4872942"/>
                  <a:ext cx="114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CC8F559E-3BAC-74D5-D1E0-7757FD1717AD}"/>
                    </a:ext>
                  </a:extLst>
                </p14:cNvPr>
                <p14:cNvContentPartPr/>
                <p14:nvPr/>
              </p14:nvContentPartPr>
              <p14:xfrm>
                <a:off x="9204634" y="4925862"/>
                <a:ext cx="76320" cy="16272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CC8F559E-3BAC-74D5-D1E0-7757FD1717AD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9195634" y="4916862"/>
                  <a:ext cx="9396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710C3AA3-6E2F-8209-5314-92970C76C879}"/>
              </a:ext>
            </a:extLst>
          </p:cNvPr>
          <p:cNvGrpSpPr/>
          <p:nvPr/>
        </p:nvGrpSpPr>
        <p:grpSpPr>
          <a:xfrm>
            <a:off x="9991594" y="4742262"/>
            <a:ext cx="758880" cy="396720"/>
            <a:chOff x="9991594" y="4742262"/>
            <a:chExt cx="75888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751C6B1A-7798-4007-E511-B39E37843162}"/>
                    </a:ext>
                  </a:extLst>
                </p14:cNvPr>
                <p14:cNvContentPartPr/>
                <p14:nvPr/>
              </p14:nvContentPartPr>
              <p14:xfrm>
                <a:off x="9991594" y="4742262"/>
                <a:ext cx="155160" cy="16416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751C6B1A-7798-4007-E511-B39E37843162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9982594" y="4733622"/>
                  <a:ext cx="172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FC07D032-86D7-CD57-34D2-08E4A764EE56}"/>
                    </a:ext>
                  </a:extLst>
                </p14:cNvPr>
                <p14:cNvContentPartPr/>
                <p14:nvPr/>
              </p14:nvContentPartPr>
              <p14:xfrm>
                <a:off x="10218034" y="4898862"/>
                <a:ext cx="97920" cy="1461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FC07D032-86D7-CD57-34D2-08E4A764EE56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209034" y="4889862"/>
                  <a:ext cx="115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563830B2-662C-8A70-FE03-AD0E49BFFA93}"/>
                    </a:ext>
                  </a:extLst>
                </p14:cNvPr>
                <p14:cNvContentPartPr/>
                <p14:nvPr/>
              </p14:nvContentPartPr>
              <p14:xfrm>
                <a:off x="10391194" y="5001102"/>
                <a:ext cx="8640" cy="13788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563830B2-662C-8A70-FE03-AD0E49BFFA93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0382554" y="4992462"/>
                  <a:ext cx="26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10A4FF4-24D1-727A-75F3-CE1665867537}"/>
                    </a:ext>
                  </a:extLst>
                </p14:cNvPr>
                <p14:cNvContentPartPr/>
                <p14:nvPr/>
              </p14:nvContentPartPr>
              <p14:xfrm>
                <a:off x="10466794" y="4877262"/>
                <a:ext cx="77400" cy="18252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10A4FF4-24D1-727A-75F3-CE1665867537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0457794" y="4868622"/>
                  <a:ext cx="95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9C00F417-4364-EFC3-EEFD-FCFEB1F6009D}"/>
                    </a:ext>
                  </a:extLst>
                </p14:cNvPr>
                <p14:cNvContentPartPr/>
                <p14:nvPr/>
              </p14:nvContentPartPr>
              <p14:xfrm>
                <a:off x="10616194" y="4872222"/>
                <a:ext cx="134280" cy="13788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9C00F417-4364-EFC3-EEFD-FCFEB1F6009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0607194" y="4863222"/>
                  <a:ext cx="15192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1C37E94E-146A-7E54-7A58-9DF6B5E14DD3}"/>
              </a:ext>
            </a:extLst>
          </p:cNvPr>
          <p:cNvGrpSpPr/>
          <p:nvPr/>
        </p:nvGrpSpPr>
        <p:grpSpPr>
          <a:xfrm>
            <a:off x="1124074" y="5114502"/>
            <a:ext cx="1142280" cy="579960"/>
            <a:chOff x="1124074" y="5114502"/>
            <a:chExt cx="1142280" cy="57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A01FAF0C-F86C-99C2-50B5-1FBB7062C1B3}"/>
                    </a:ext>
                  </a:extLst>
                </p14:cNvPr>
                <p14:cNvContentPartPr/>
                <p14:nvPr/>
              </p14:nvContentPartPr>
              <p14:xfrm>
                <a:off x="1124074" y="5259942"/>
                <a:ext cx="169200" cy="43452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A01FAF0C-F86C-99C2-50B5-1FBB7062C1B3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115434" y="5251302"/>
                  <a:ext cx="1868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301176F3-5A94-98C8-099A-ACEB1BF4C494}"/>
                    </a:ext>
                  </a:extLst>
                </p14:cNvPr>
                <p14:cNvContentPartPr/>
                <p14:nvPr/>
              </p14:nvContentPartPr>
              <p14:xfrm>
                <a:off x="1165114" y="5533902"/>
                <a:ext cx="157320" cy="5976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301176F3-5A94-98C8-099A-ACEB1BF4C494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156474" y="5525262"/>
                  <a:ext cx="174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38B46C82-3F1E-FB7F-8D7E-2C38967BFC3F}"/>
                    </a:ext>
                  </a:extLst>
                </p14:cNvPr>
                <p14:cNvContentPartPr/>
                <p14:nvPr/>
              </p14:nvContentPartPr>
              <p14:xfrm>
                <a:off x="1385434" y="5202702"/>
                <a:ext cx="52200" cy="4204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38B46C82-3F1E-FB7F-8D7E-2C38967BFC3F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1376434" y="5193702"/>
                  <a:ext cx="698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9B5410D3-BB47-1FC0-E05F-F166A415311B}"/>
                    </a:ext>
                  </a:extLst>
                </p14:cNvPr>
                <p14:cNvContentPartPr/>
                <p14:nvPr/>
              </p14:nvContentPartPr>
              <p14:xfrm>
                <a:off x="1565794" y="5330142"/>
                <a:ext cx="164880" cy="25128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9B5410D3-BB47-1FC0-E05F-F166A415311B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557154" y="5321142"/>
                  <a:ext cx="182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90CDCAEB-9F77-B350-AA4B-DA431B557C67}"/>
                    </a:ext>
                  </a:extLst>
                </p14:cNvPr>
                <p14:cNvContentPartPr/>
                <p14:nvPr/>
              </p14:nvContentPartPr>
              <p14:xfrm>
                <a:off x="1589194" y="5429862"/>
                <a:ext cx="127440" cy="6696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90CDCAEB-9F77-B350-AA4B-DA431B557C67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580554" y="5420862"/>
                  <a:ext cx="145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2FB2B6D-766F-3BB0-59DF-53D62519C750}"/>
                    </a:ext>
                  </a:extLst>
                </p14:cNvPr>
                <p14:cNvContentPartPr/>
                <p14:nvPr/>
              </p14:nvContentPartPr>
              <p14:xfrm>
                <a:off x="1776034" y="5161302"/>
                <a:ext cx="63360" cy="2242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2FB2B6D-766F-3BB0-59DF-53D62519C750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767394" y="5152302"/>
                  <a:ext cx="810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0AD24C6-0DA6-4453-0326-4D21248D599C}"/>
                    </a:ext>
                  </a:extLst>
                </p14:cNvPr>
                <p14:cNvContentPartPr/>
                <p14:nvPr/>
              </p14:nvContentPartPr>
              <p14:xfrm>
                <a:off x="1896994" y="5215302"/>
                <a:ext cx="123480" cy="1162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0AD24C6-0DA6-4453-0326-4D21248D599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887994" y="5206662"/>
                  <a:ext cx="141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5F5E1FCC-89D0-FDF9-0615-A235292D6768}"/>
                    </a:ext>
                  </a:extLst>
                </p14:cNvPr>
                <p14:cNvContentPartPr/>
                <p14:nvPr/>
              </p14:nvContentPartPr>
              <p14:xfrm>
                <a:off x="2046034" y="5132862"/>
                <a:ext cx="51480" cy="23364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5F5E1FCC-89D0-FDF9-0615-A235292D6768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2037034" y="5124222"/>
                  <a:ext cx="69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4435E43E-1785-ACFE-3731-38459E0C8D81}"/>
                    </a:ext>
                  </a:extLst>
                </p14:cNvPr>
                <p14:cNvContentPartPr/>
                <p14:nvPr/>
              </p14:nvContentPartPr>
              <p14:xfrm>
                <a:off x="2192914" y="5114502"/>
                <a:ext cx="73440" cy="5007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4435E43E-1785-ACFE-3731-38459E0C8D81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183914" y="5105502"/>
                  <a:ext cx="91080" cy="51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7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99AB8624-7CE7-2F98-ADB8-51DE1995D632}"/>
                  </a:ext>
                </a:extLst>
              </p14:cNvPr>
              <p14:cNvContentPartPr/>
              <p14:nvPr/>
            </p14:nvContentPartPr>
            <p14:xfrm>
              <a:off x="2519074" y="5395662"/>
              <a:ext cx="131760" cy="8352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99AB8624-7CE7-2F98-ADB8-51DE1995D632}"/>
                  </a:ext>
                </a:extLst>
              </p:cNvPr>
              <p:cNvPicPr/>
              <p:nvPr/>
            </p:nvPicPr>
            <p:blipFill>
              <a:blip r:embed="rId698"/>
              <a:stretch>
                <a:fillRect/>
              </a:stretch>
            </p:blipFill>
            <p:spPr>
              <a:xfrm>
                <a:off x="2510434" y="5386662"/>
                <a:ext cx="14940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8" name="Group 467">
            <a:extLst>
              <a:ext uri="{FF2B5EF4-FFF2-40B4-BE49-F238E27FC236}">
                <a16:creationId xmlns:a16="http://schemas.microsoft.com/office/drawing/2014/main" id="{5B9834DF-43DC-42CA-9545-D5818A4EE13A}"/>
              </a:ext>
            </a:extLst>
          </p:cNvPr>
          <p:cNvGrpSpPr/>
          <p:nvPr/>
        </p:nvGrpSpPr>
        <p:grpSpPr>
          <a:xfrm>
            <a:off x="2877994" y="5115942"/>
            <a:ext cx="552240" cy="520200"/>
            <a:chOff x="2877994" y="5115942"/>
            <a:chExt cx="5522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FE726FD9-6A50-303B-5167-606668D701C1}"/>
                    </a:ext>
                  </a:extLst>
                </p14:cNvPr>
                <p14:cNvContentPartPr/>
                <p14:nvPr/>
              </p14:nvContentPartPr>
              <p14:xfrm>
                <a:off x="2883754" y="5151942"/>
                <a:ext cx="164880" cy="4842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FE726FD9-6A50-303B-5167-606668D701C1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874754" y="5143302"/>
                  <a:ext cx="18252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65E4C429-340B-EEC2-9C7B-F2F4FAE23E8F}"/>
                    </a:ext>
                  </a:extLst>
                </p14:cNvPr>
                <p14:cNvContentPartPr/>
                <p14:nvPr/>
              </p14:nvContentPartPr>
              <p14:xfrm>
                <a:off x="2877994" y="5461902"/>
                <a:ext cx="142200" cy="799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65E4C429-340B-EEC2-9C7B-F2F4FAE23E8F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868994" y="5452902"/>
                  <a:ext cx="159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EB5E7E8D-D5BF-2578-FB9F-A1170DD915E5}"/>
                    </a:ext>
                  </a:extLst>
                </p14:cNvPr>
                <p14:cNvContentPartPr/>
                <p14:nvPr/>
              </p14:nvContentPartPr>
              <p14:xfrm>
                <a:off x="3143314" y="5115942"/>
                <a:ext cx="66240" cy="5104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EB5E7E8D-D5BF-2578-FB9F-A1170DD915E5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3134674" y="5106942"/>
                  <a:ext cx="8388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6828CDB2-1AD9-1B13-5528-676BAEEC3022}"/>
                    </a:ext>
                  </a:extLst>
                </p14:cNvPr>
                <p14:cNvContentPartPr/>
                <p14:nvPr/>
              </p14:nvContentPartPr>
              <p14:xfrm>
                <a:off x="3308194" y="5357502"/>
                <a:ext cx="122040" cy="230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6828CDB2-1AD9-1B13-5528-676BAEEC3022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3299554" y="5348502"/>
                  <a:ext cx="1396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B0565A2E-07B6-BC31-EBF9-87147DB04348}"/>
              </a:ext>
            </a:extLst>
          </p:cNvPr>
          <p:cNvGrpSpPr/>
          <p:nvPr/>
        </p:nvGrpSpPr>
        <p:grpSpPr>
          <a:xfrm>
            <a:off x="3606274" y="5047902"/>
            <a:ext cx="243000" cy="308160"/>
            <a:chOff x="3606274" y="5047902"/>
            <a:chExt cx="2430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EF9E9E7-C0D8-8F80-5542-9AEC37F92CEA}"/>
                    </a:ext>
                  </a:extLst>
                </p14:cNvPr>
                <p14:cNvContentPartPr/>
                <p14:nvPr/>
              </p14:nvContentPartPr>
              <p14:xfrm>
                <a:off x="3645514" y="5047902"/>
                <a:ext cx="147960" cy="22428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EF9E9E7-C0D8-8F80-5542-9AEC37F92CEA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3636514" y="5039262"/>
                  <a:ext cx="165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3C024F43-5A0B-1BDB-C201-41FB75EC239C}"/>
                    </a:ext>
                  </a:extLst>
                </p14:cNvPr>
                <p14:cNvContentPartPr/>
                <p14:nvPr/>
              </p14:nvContentPartPr>
              <p14:xfrm>
                <a:off x="3606274" y="5317182"/>
                <a:ext cx="243000" cy="388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3C024F43-5A0B-1BDB-C201-41FB75EC239C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3597634" y="5308182"/>
                  <a:ext cx="26064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043A8DA4-D3F2-E8FD-79B3-7183110A437A}"/>
              </a:ext>
            </a:extLst>
          </p:cNvPr>
          <p:cNvGrpSpPr/>
          <p:nvPr/>
        </p:nvGrpSpPr>
        <p:grpSpPr>
          <a:xfrm>
            <a:off x="3587914" y="5491062"/>
            <a:ext cx="214200" cy="207360"/>
            <a:chOff x="3587914" y="5491062"/>
            <a:chExt cx="21420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C5E66412-7559-040D-3362-4792DC7A95B9}"/>
                    </a:ext>
                  </a:extLst>
                </p14:cNvPr>
                <p14:cNvContentPartPr/>
                <p14:nvPr/>
              </p14:nvContentPartPr>
              <p14:xfrm>
                <a:off x="3587914" y="5491062"/>
                <a:ext cx="54000" cy="18396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C5E66412-7559-040D-3362-4792DC7A95B9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3579274" y="5482062"/>
                  <a:ext cx="71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3B681FD-E6FF-F907-2E61-27FF4D500858}"/>
                    </a:ext>
                  </a:extLst>
                </p14:cNvPr>
                <p14:cNvContentPartPr/>
                <p14:nvPr/>
              </p14:nvContentPartPr>
              <p14:xfrm>
                <a:off x="3663154" y="5532822"/>
                <a:ext cx="138960" cy="16560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3B681FD-E6FF-F907-2E61-27FF4D500858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3654514" y="5523822"/>
                  <a:ext cx="15660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5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D14B42EB-0CE7-B22D-F69B-9C0061672882}"/>
                  </a:ext>
                </a:extLst>
              </p14:cNvPr>
              <p14:cNvContentPartPr/>
              <p14:nvPr/>
            </p14:nvContentPartPr>
            <p14:xfrm>
              <a:off x="4065634" y="5388462"/>
              <a:ext cx="50040" cy="18936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D14B42EB-0CE7-B22D-F69B-9C0061672882}"/>
                  </a:ext>
                </a:extLst>
              </p:cNvPr>
              <p:cNvPicPr/>
              <p:nvPr/>
            </p:nvPicPr>
            <p:blipFill>
              <a:blip r:embed="rId716"/>
              <a:stretch>
                <a:fillRect/>
              </a:stretch>
            </p:blipFill>
            <p:spPr>
              <a:xfrm>
                <a:off x="4056994" y="5379462"/>
                <a:ext cx="6768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5" name="Group 464">
            <a:extLst>
              <a:ext uri="{FF2B5EF4-FFF2-40B4-BE49-F238E27FC236}">
                <a16:creationId xmlns:a16="http://schemas.microsoft.com/office/drawing/2014/main" id="{6E71CCD1-38B3-FBDB-A4BE-FAC57B92CFEE}"/>
              </a:ext>
            </a:extLst>
          </p:cNvPr>
          <p:cNvGrpSpPr/>
          <p:nvPr/>
        </p:nvGrpSpPr>
        <p:grpSpPr>
          <a:xfrm>
            <a:off x="4488994" y="4955382"/>
            <a:ext cx="695160" cy="821160"/>
            <a:chOff x="4488994" y="4955382"/>
            <a:chExt cx="695160" cy="82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E4124DAE-EC0A-193C-9258-38E3CCF8FD86}"/>
                    </a:ext>
                  </a:extLst>
                </p14:cNvPr>
                <p14:cNvContentPartPr/>
                <p14:nvPr/>
              </p14:nvContentPartPr>
              <p14:xfrm>
                <a:off x="4509154" y="5066982"/>
                <a:ext cx="44640" cy="20052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E4124DAE-EC0A-193C-9258-38E3CCF8FD86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4500514" y="5057982"/>
                  <a:ext cx="62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3BF50552-33A4-97BB-3065-D84DA7A1918B}"/>
                    </a:ext>
                  </a:extLst>
                </p14:cNvPr>
                <p14:cNvContentPartPr/>
                <p14:nvPr/>
              </p14:nvContentPartPr>
              <p14:xfrm>
                <a:off x="4588714" y="5104782"/>
                <a:ext cx="131760" cy="14904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3BF50552-33A4-97BB-3065-D84DA7A1918B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4579714" y="5096142"/>
                  <a:ext cx="149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711DC4BB-2ED8-DBAD-71C0-291E7C26C896}"/>
                    </a:ext>
                  </a:extLst>
                </p14:cNvPr>
                <p14:cNvContentPartPr/>
                <p14:nvPr/>
              </p14:nvContentPartPr>
              <p14:xfrm>
                <a:off x="4488994" y="5314302"/>
                <a:ext cx="239760" cy="4140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711DC4BB-2ED8-DBAD-71C0-291E7C26C896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480354" y="5305302"/>
                  <a:ext cx="257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398BFFC-9EA6-0EBE-549A-84743B91A5BE}"/>
                    </a:ext>
                  </a:extLst>
                </p14:cNvPr>
                <p14:cNvContentPartPr/>
                <p14:nvPr/>
              </p14:nvContentPartPr>
              <p14:xfrm>
                <a:off x="4512394" y="5510142"/>
                <a:ext cx="28080" cy="16632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398BFFC-9EA6-0EBE-549A-84743B91A5BE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503394" y="5501142"/>
                  <a:ext cx="45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B6BE7BF6-C02C-F29D-5224-CB52F8669991}"/>
                    </a:ext>
                  </a:extLst>
                </p14:cNvPr>
                <p14:cNvContentPartPr/>
                <p14:nvPr/>
              </p14:nvContentPartPr>
              <p14:xfrm>
                <a:off x="4601674" y="5551542"/>
                <a:ext cx="110520" cy="15804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B6BE7BF6-C02C-F29D-5224-CB52F8669991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592674" y="5542542"/>
                  <a:ext cx="128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0765BF82-54D3-81FA-8926-75735340939C}"/>
                    </a:ext>
                  </a:extLst>
                </p14:cNvPr>
                <p14:cNvContentPartPr/>
                <p14:nvPr/>
              </p14:nvContentPartPr>
              <p14:xfrm>
                <a:off x="4834594" y="4955382"/>
                <a:ext cx="153360" cy="8211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0765BF82-54D3-81FA-8926-75735340939C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825954" y="4946382"/>
                  <a:ext cx="17100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FFE1BDA5-13DA-44C0-F81A-FBE2CCC8A1E8}"/>
                    </a:ext>
                  </a:extLst>
                </p14:cNvPr>
                <p14:cNvContentPartPr/>
                <p14:nvPr/>
              </p14:nvContentPartPr>
              <p14:xfrm>
                <a:off x="5111074" y="5341662"/>
                <a:ext cx="73080" cy="6948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FFE1BDA5-13DA-44C0-F81A-FBE2CCC8A1E8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5102434" y="5332662"/>
                  <a:ext cx="9072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60AE4A5F-38CE-262B-0CD8-92A4EB899913}"/>
              </a:ext>
            </a:extLst>
          </p:cNvPr>
          <p:cNvGrpSpPr/>
          <p:nvPr/>
        </p:nvGrpSpPr>
        <p:grpSpPr>
          <a:xfrm>
            <a:off x="5436154" y="5169582"/>
            <a:ext cx="608040" cy="334440"/>
            <a:chOff x="5436154" y="5169582"/>
            <a:chExt cx="6080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A389C9EC-8ACA-27A5-5003-CE2C7EA2147B}"/>
                    </a:ext>
                  </a:extLst>
                </p14:cNvPr>
                <p14:cNvContentPartPr/>
                <p14:nvPr/>
              </p14:nvContentPartPr>
              <p14:xfrm>
                <a:off x="5436154" y="5241942"/>
                <a:ext cx="135720" cy="16884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A389C9EC-8ACA-27A5-5003-CE2C7EA2147B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5427514" y="5232942"/>
                  <a:ext cx="153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D42310DA-64B9-6FE1-90FE-46D22E8042E3}"/>
                    </a:ext>
                  </a:extLst>
                </p14:cNvPr>
                <p14:cNvContentPartPr/>
                <p14:nvPr/>
              </p14:nvContentPartPr>
              <p14:xfrm>
                <a:off x="5584114" y="5405382"/>
                <a:ext cx="24480" cy="9864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D42310DA-64B9-6FE1-90FE-46D22E8042E3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575474" y="5396382"/>
                  <a:ext cx="42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B6583FC0-7D7E-A32C-1955-699575EA8A35}"/>
                    </a:ext>
                  </a:extLst>
                </p14:cNvPr>
                <p14:cNvContentPartPr/>
                <p14:nvPr/>
              </p14:nvContentPartPr>
              <p14:xfrm>
                <a:off x="5706514" y="5202702"/>
                <a:ext cx="98280" cy="21600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B6583FC0-7D7E-A32C-1955-699575EA8A35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697514" y="5194062"/>
                  <a:ext cx="11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AB4EFAB-E941-B56C-3103-17B7252D2A5B}"/>
                    </a:ext>
                  </a:extLst>
                </p14:cNvPr>
                <p14:cNvContentPartPr/>
                <p14:nvPr/>
              </p14:nvContentPartPr>
              <p14:xfrm>
                <a:off x="5892634" y="5169582"/>
                <a:ext cx="120240" cy="2318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AB4EFAB-E941-B56C-3103-17B7252D2A5B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883634" y="5160942"/>
                  <a:ext cx="1378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9BB44EF3-C149-839F-07EE-F5FDD9492F8E}"/>
                    </a:ext>
                  </a:extLst>
                </p14:cNvPr>
                <p14:cNvContentPartPr/>
                <p14:nvPr/>
              </p14:nvContentPartPr>
              <p14:xfrm>
                <a:off x="5891914" y="5290182"/>
                <a:ext cx="152280" cy="5688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9BB44EF3-C149-839F-07EE-F5FDD9492F8E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882914" y="5281182"/>
                  <a:ext cx="16992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1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40A57DBD-0D91-8054-3F41-485D2B3CD498}"/>
                  </a:ext>
                </a:extLst>
              </p14:cNvPr>
              <p14:cNvContentPartPr/>
              <p14:nvPr/>
            </p14:nvContentPartPr>
            <p14:xfrm>
              <a:off x="10514314" y="136062"/>
              <a:ext cx="395280" cy="235800"/>
            </p14:xfrm>
          </p:contentPart>
        </mc:Choice>
        <mc:Fallback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40A57DBD-0D91-8054-3F41-485D2B3CD498}"/>
                  </a:ext>
                </a:extLst>
              </p:cNvPr>
              <p:cNvPicPr/>
              <p:nvPr/>
            </p:nvPicPr>
            <p:blipFill>
              <a:blip r:embed="rId742"/>
              <a:stretch>
                <a:fillRect/>
              </a:stretch>
            </p:blipFill>
            <p:spPr>
              <a:xfrm>
                <a:off x="10460674" y="28422"/>
                <a:ext cx="50292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3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E23F0672-6108-87C7-3E5C-BD1E5408C570}"/>
                  </a:ext>
                </a:extLst>
              </p14:cNvPr>
              <p14:cNvContentPartPr/>
              <p14:nvPr/>
            </p14:nvContentPartPr>
            <p14:xfrm>
              <a:off x="5367394" y="5136102"/>
              <a:ext cx="710280" cy="27504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E23F0672-6108-87C7-3E5C-BD1E5408C570}"/>
                  </a:ext>
                </a:extLst>
              </p:cNvPr>
              <p:cNvPicPr/>
              <p:nvPr/>
            </p:nvPicPr>
            <p:blipFill>
              <a:blip r:embed="rId744"/>
              <a:stretch>
                <a:fillRect/>
              </a:stretch>
            </p:blipFill>
            <p:spPr>
              <a:xfrm>
                <a:off x="5313754" y="5028462"/>
                <a:ext cx="817920" cy="49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3" name="Group 472">
            <a:extLst>
              <a:ext uri="{FF2B5EF4-FFF2-40B4-BE49-F238E27FC236}">
                <a16:creationId xmlns:a16="http://schemas.microsoft.com/office/drawing/2014/main" id="{C3ACE30B-8191-B009-B6F5-512CB1BEC6CA}"/>
              </a:ext>
            </a:extLst>
          </p:cNvPr>
          <p:cNvGrpSpPr/>
          <p:nvPr/>
        </p:nvGrpSpPr>
        <p:grpSpPr>
          <a:xfrm>
            <a:off x="513154" y="2163942"/>
            <a:ext cx="550440" cy="205560"/>
            <a:chOff x="513154" y="2163942"/>
            <a:chExt cx="55044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DF16AEF-982D-0105-F6C4-35E62966448E}"/>
                    </a:ext>
                  </a:extLst>
                </p14:cNvPr>
                <p14:cNvContentPartPr/>
                <p14:nvPr/>
              </p14:nvContentPartPr>
              <p14:xfrm>
                <a:off x="513154" y="2183382"/>
                <a:ext cx="521640" cy="18612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DF16AEF-982D-0105-F6C4-35E62966448E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495154" y="2165382"/>
                  <a:ext cx="557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68F15885-7315-196B-22F8-A7EC487CEEEE}"/>
                    </a:ext>
                  </a:extLst>
                </p14:cNvPr>
                <p14:cNvContentPartPr/>
                <p14:nvPr/>
              </p14:nvContentPartPr>
              <p14:xfrm>
                <a:off x="927154" y="2163942"/>
                <a:ext cx="136440" cy="19476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68F15885-7315-196B-22F8-A7EC487CEEEE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909154" y="2146302"/>
                  <a:ext cx="17208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D6F5FE9A-3D75-EF23-4FE0-4125B353E3C0}"/>
              </a:ext>
            </a:extLst>
          </p:cNvPr>
          <p:cNvGrpSpPr/>
          <p:nvPr/>
        </p:nvGrpSpPr>
        <p:grpSpPr>
          <a:xfrm>
            <a:off x="1234234" y="5747382"/>
            <a:ext cx="702360" cy="509040"/>
            <a:chOff x="1234234" y="5747382"/>
            <a:chExt cx="702360" cy="5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8309C15-FC49-8066-A198-96ADC476EF7C}"/>
                    </a:ext>
                  </a:extLst>
                </p14:cNvPr>
                <p14:cNvContentPartPr/>
                <p14:nvPr/>
              </p14:nvContentPartPr>
              <p14:xfrm>
                <a:off x="1234234" y="5786622"/>
                <a:ext cx="153360" cy="29628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8309C15-FC49-8066-A198-96ADC476EF7C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1216594" y="5768622"/>
                  <a:ext cx="189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975D4454-22B4-BA85-09E3-0BCA7C5946D5}"/>
                    </a:ext>
                  </a:extLst>
                </p14:cNvPr>
                <p14:cNvContentPartPr/>
                <p14:nvPr/>
              </p14:nvContentPartPr>
              <p14:xfrm>
                <a:off x="1458514" y="5770062"/>
                <a:ext cx="80640" cy="17568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975D4454-22B4-BA85-09E3-0BCA7C5946D5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440514" y="5752422"/>
                  <a:ext cx="116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6CB4DC7-1EFB-3EB9-13AF-0F5D349C47D1}"/>
                    </a:ext>
                  </a:extLst>
                </p14:cNvPr>
                <p14:cNvContentPartPr/>
                <p14:nvPr/>
              </p14:nvContentPartPr>
              <p14:xfrm>
                <a:off x="1574434" y="5790222"/>
                <a:ext cx="160200" cy="9972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6CB4DC7-1EFB-3EB9-13AF-0F5D349C47D1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1556434" y="5772582"/>
                  <a:ext cx="195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A2189CAB-FA24-B712-2994-C7C7875C5B5D}"/>
                    </a:ext>
                  </a:extLst>
                </p14:cNvPr>
                <p14:cNvContentPartPr/>
                <p14:nvPr/>
              </p14:nvContentPartPr>
              <p14:xfrm>
                <a:off x="1767034" y="5747382"/>
                <a:ext cx="63720" cy="19440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A2189CAB-FA24-B712-2994-C7C7875C5B5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1749394" y="5729382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AA97521D-8B93-FFC9-264F-0FB175795DBA}"/>
                    </a:ext>
                  </a:extLst>
                </p14:cNvPr>
                <p14:cNvContentPartPr/>
                <p14:nvPr/>
              </p14:nvContentPartPr>
              <p14:xfrm>
                <a:off x="1785754" y="6036822"/>
                <a:ext cx="150840" cy="21960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AA97521D-8B93-FFC9-264F-0FB175795DBA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1767754" y="6018822"/>
                  <a:ext cx="18648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9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FE007F90-9281-CDAD-F741-F36B748BB736}"/>
                  </a:ext>
                </a:extLst>
              </p14:cNvPr>
              <p14:cNvContentPartPr/>
              <p14:nvPr/>
            </p14:nvContentPartPr>
            <p14:xfrm>
              <a:off x="3605554" y="6317262"/>
              <a:ext cx="81360" cy="5760"/>
            </p14:xfrm>
          </p:contentPart>
        </mc:Choice>
        <mc:Fallback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FE007F90-9281-CDAD-F741-F36B748BB736}"/>
                  </a:ext>
                </a:extLst>
              </p:cNvPr>
              <p:cNvPicPr/>
              <p:nvPr/>
            </p:nvPicPr>
            <p:blipFill>
              <a:blip r:embed="rId760"/>
              <a:stretch>
                <a:fillRect/>
              </a:stretch>
            </p:blipFill>
            <p:spPr>
              <a:xfrm>
                <a:off x="3587914" y="6299262"/>
                <a:ext cx="117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1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445B640C-E93A-D4BA-DA5B-6189AC8AC708}"/>
                  </a:ext>
                </a:extLst>
              </p14:cNvPr>
              <p14:cNvContentPartPr/>
              <p14:nvPr/>
            </p14:nvContentPartPr>
            <p14:xfrm>
              <a:off x="3891754" y="6275502"/>
              <a:ext cx="32040" cy="1584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445B640C-E93A-D4BA-DA5B-6189AC8AC708}"/>
                  </a:ext>
                </a:extLst>
              </p:cNvPr>
              <p:cNvPicPr/>
              <p:nvPr/>
            </p:nvPicPr>
            <p:blipFill>
              <a:blip r:embed="rId762"/>
              <a:stretch>
                <a:fillRect/>
              </a:stretch>
            </p:blipFill>
            <p:spPr>
              <a:xfrm>
                <a:off x="3873754" y="6257862"/>
                <a:ext cx="6768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7" name="Group 496">
            <a:extLst>
              <a:ext uri="{FF2B5EF4-FFF2-40B4-BE49-F238E27FC236}">
                <a16:creationId xmlns:a16="http://schemas.microsoft.com/office/drawing/2014/main" id="{D72A09ED-DEDF-B177-19F0-E7C9B9F2A1F7}"/>
              </a:ext>
            </a:extLst>
          </p:cNvPr>
          <p:cNvGrpSpPr/>
          <p:nvPr/>
        </p:nvGrpSpPr>
        <p:grpSpPr>
          <a:xfrm>
            <a:off x="2196874" y="5642622"/>
            <a:ext cx="1186920" cy="990000"/>
            <a:chOff x="2196874" y="5642622"/>
            <a:chExt cx="1186920" cy="99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0B2BB55B-FB77-70E0-BC1F-0107D844A038}"/>
                    </a:ext>
                  </a:extLst>
                </p14:cNvPr>
                <p14:cNvContentPartPr/>
                <p14:nvPr/>
              </p14:nvContentPartPr>
              <p14:xfrm>
                <a:off x="2358514" y="5835942"/>
                <a:ext cx="235800" cy="17928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0B2BB55B-FB77-70E0-BC1F-0107D844A038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2340514" y="5818302"/>
                  <a:ext cx="271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CD986395-FB84-F4DE-73C3-01FDCDE527C1}"/>
                    </a:ext>
                  </a:extLst>
                </p14:cNvPr>
                <p14:cNvContentPartPr/>
                <p14:nvPr/>
              </p14:nvContentPartPr>
              <p14:xfrm>
                <a:off x="2408554" y="5906502"/>
                <a:ext cx="156960" cy="3204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CD986395-FB84-F4DE-73C3-01FDCDE527C1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2390554" y="5888502"/>
                  <a:ext cx="1926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469A0548-963B-AC8E-71B1-AC4A1C2A0065}"/>
                    </a:ext>
                  </a:extLst>
                </p14:cNvPr>
                <p14:cNvContentPartPr/>
                <p14:nvPr/>
              </p14:nvContentPartPr>
              <p14:xfrm>
                <a:off x="2660914" y="5648742"/>
                <a:ext cx="82800" cy="18072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469A0548-963B-AC8E-71B1-AC4A1C2A0065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2642914" y="5631102"/>
                  <a:ext cx="118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F539E31B-C662-9CA3-ED15-229F14D78B2E}"/>
                    </a:ext>
                  </a:extLst>
                </p14:cNvPr>
                <p14:cNvContentPartPr/>
                <p14:nvPr/>
              </p14:nvContentPartPr>
              <p14:xfrm>
                <a:off x="2778994" y="5670702"/>
                <a:ext cx="90360" cy="12744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F539E31B-C662-9CA3-ED15-229F14D78B2E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2760994" y="5653062"/>
                  <a:ext cx="126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EE35BA37-F8D6-99C5-6DC2-C7F948162436}"/>
                    </a:ext>
                  </a:extLst>
                </p14:cNvPr>
                <p14:cNvContentPartPr/>
                <p14:nvPr/>
              </p14:nvContentPartPr>
              <p14:xfrm>
                <a:off x="2920474" y="5642622"/>
                <a:ext cx="59040" cy="16488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EE35BA37-F8D6-99C5-6DC2-C7F948162436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2902474" y="5624982"/>
                  <a:ext cx="94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173420EB-EA07-6B30-593B-5D22F0DFC6C4}"/>
                    </a:ext>
                  </a:extLst>
                </p14:cNvPr>
                <p14:cNvContentPartPr/>
                <p14:nvPr/>
              </p14:nvContentPartPr>
              <p14:xfrm>
                <a:off x="2432674" y="6244542"/>
                <a:ext cx="205560" cy="19404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173420EB-EA07-6B30-593B-5D22F0DFC6C4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2415034" y="6226542"/>
                  <a:ext cx="241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741072D5-3AC0-2D3D-CDEB-B5F2EDE4A942}"/>
                    </a:ext>
                  </a:extLst>
                </p14:cNvPr>
                <p14:cNvContentPartPr/>
                <p14:nvPr/>
              </p14:nvContentPartPr>
              <p14:xfrm>
                <a:off x="2707354" y="6089742"/>
                <a:ext cx="44640" cy="16704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741072D5-3AC0-2D3D-CDEB-B5F2EDE4A942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2689354" y="6072102"/>
                  <a:ext cx="80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D0894DAA-3C3B-891D-F9CA-BD864A55B5E2}"/>
                    </a:ext>
                  </a:extLst>
                </p14:cNvPr>
                <p14:cNvContentPartPr/>
                <p14:nvPr/>
              </p14:nvContentPartPr>
              <p14:xfrm>
                <a:off x="2771794" y="6108822"/>
                <a:ext cx="120240" cy="12276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D0894DAA-3C3B-891D-F9CA-BD864A55B5E2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2753794" y="6090822"/>
                  <a:ext cx="1558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46F30D4B-D342-435F-75E8-A219C67D6FFB}"/>
                    </a:ext>
                  </a:extLst>
                </p14:cNvPr>
                <p14:cNvContentPartPr/>
                <p14:nvPr/>
              </p14:nvContentPartPr>
              <p14:xfrm>
                <a:off x="2952154" y="6054822"/>
                <a:ext cx="47520" cy="15804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46F30D4B-D342-435F-75E8-A219C67D6FFB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2934514" y="6037182"/>
                  <a:ext cx="83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73B804C3-5705-7598-B9E4-0D1E8BCBCFFB}"/>
                    </a:ext>
                  </a:extLst>
                </p14:cNvPr>
                <p14:cNvContentPartPr/>
                <p14:nvPr/>
              </p14:nvContentPartPr>
              <p14:xfrm>
                <a:off x="2980954" y="6411582"/>
                <a:ext cx="28080" cy="1368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73B804C3-5705-7598-B9E4-0D1E8BCBCFFB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2963314" y="6393582"/>
                  <a:ext cx="63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7DAA0A3D-EF1A-BC20-A1BB-878B91EBCC39}"/>
                    </a:ext>
                  </a:extLst>
                </p14:cNvPr>
                <p14:cNvContentPartPr/>
                <p14:nvPr/>
              </p14:nvContentPartPr>
              <p14:xfrm>
                <a:off x="3212074" y="6339222"/>
                <a:ext cx="171720" cy="5616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7DAA0A3D-EF1A-BC20-A1BB-878B91EBCC39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3194074" y="6321582"/>
                  <a:ext cx="207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9FFEFC2B-7345-0C15-A136-186CB5B0BE87}"/>
                    </a:ext>
                  </a:extLst>
                </p14:cNvPr>
                <p14:cNvContentPartPr/>
                <p14:nvPr/>
              </p14:nvContentPartPr>
              <p14:xfrm>
                <a:off x="2196874" y="6008742"/>
                <a:ext cx="1005120" cy="62388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9FFEFC2B-7345-0C15-A136-186CB5B0BE87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2179234" y="5990742"/>
                  <a:ext cx="1040760" cy="65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542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302EA-6D2C-7341-52C8-10918289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31EA97-3EE3-B07F-84CF-842A4AB2692C}"/>
              </a:ext>
            </a:extLst>
          </p:cNvPr>
          <p:cNvGrpSpPr/>
          <p:nvPr/>
        </p:nvGrpSpPr>
        <p:grpSpPr>
          <a:xfrm>
            <a:off x="531154" y="4829382"/>
            <a:ext cx="10344960" cy="438480"/>
            <a:chOff x="531154" y="4829382"/>
            <a:chExt cx="1034496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FD5EDA-2B3C-C048-8D6C-26EB11973104}"/>
                    </a:ext>
                  </a:extLst>
                </p14:cNvPr>
                <p14:cNvContentPartPr/>
                <p14:nvPr/>
              </p14:nvContentPartPr>
              <p14:xfrm>
                <a:off x="531154" y="4881222"/>
                <a:ext cx="10344960" cy="386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FD5EDA-2B3C-C048-8D6C-26EB119731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2154" y="4872222"/>
                  <a:ext cx="103626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8E5DB8-17CC-839F-6A10-84B89C8A7637}"/>
                    </a:ext>
                  </a:extLst>
                </p14:cNvPr>
                <p14:cNvContentPartPr/>
                <p14:nvPr/>
              </p14:nvContentPartPr>
              <p14:xfrm>
                <a:off x="10495594" y="4829382"/>
                <a:ext cx="357120" cy="180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8E5DB8-17CC-839F-6A10-84B89C8A76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86594" y="4820742"/>
                  <a:ext cx="3747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9DF998-09D5-3B03-B2BF-1211EF6340FC}"/>
              </a:ext>
            </a:extLst>
          </p:cNvPr>
          <p:cNvGrpSpPr/>
          <p:nvPr/>
        </p:nvGrpSpPr>
        <p:grpSpPr>
          <a:xfrm>
            <a:off x="2224954" y="572022"/>
            <a:ext cx="392400" cy="5703840"/>
            <a:chOff x="2224954" y="572022"/>
            <a:chExt cx="392400" cy="57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1721411-2EFD-CDA9-C18E-EBC813F1273F}"/>
                    </a:ext>
                  </a:extLst>
                </p14:cNvPr>
                <p14:cNvContentPartPr/>
                <p14:nvPr/>
              </p14:nvContentPartPr>
              <p14:xfrm>
                <a:off x="2301634" y="572022"/>
                <a:ext cx="315720" cy="5703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1721411-2EFD-CDA9-C18E-EBC813F127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92994" y="563022"/>
                  <a:ext cx="333360" cy="57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C1921BD-28DE-3B97-687A-3A65C6E1C340}"/>
                    </a:ext>
                  </a:extLst>
                </p14:cNvPr>
                <p14:cNvContentPartPr/>
                <p14:nvPr/>
              </p14:nvContentPartPr>
              <p14:xfrm>
                <a:off x="2224954" y="574542"/>
                <a:ext cx="201600" cy="224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1921BD-28DE-3B97-687A-3A65C6E1C3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15954" y="565542"/>
                  <a:ext cx="21924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EF32995-BCCE-744C-6AB7-D6E728C36A28}"/>
                  </a:ext>
                </a:extLst>
              </p14:cNvPr>
              <p14:cNvContentPartPr/>
              <p14:nvPr/>
            </p14:nvContentPartPr>
            <p14:xfrm>
              <a:off x="3782674" y="5009382"/>
              <a:ext cx="9360" cy="255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EF32995-BCCE-744C-6AB7-D6E728C36A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74034" y="5000742"/>
                <a:ext cx="270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65616BF-E1E2-BC4D-6A1C-1785BF9F38C0}"/>
                  </a:ext>
                </a:extLst>
              </p14:cNvPr>
              <p14:cNvContentPartPr/>
              <p14:nvPr/>
            </p14:nvContentPartPr>
            <p14:xfrm>
              <a:off x="2465074" y="4042782"/>
              <a:ext cx="178920" cy="97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65616BF-E1E2-BC4D-6A1C-1785BF9F38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56074" y="4033782"/>
                <a:ext cx="1965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17D5B43-EFBE-0948-EA8A-0131CD2F851F}"/>
                  </a:ext>
                </a:extLst>
              </p14:cNvPr>
              <p14:cNvContentPartPr/>
              <p14:nvPr/>
            </p14:nvContentPartPr>
            <p14:xfrm>
              <a:off x="3674314" y="3533022"/>
              <a:ext cx="86040" cy="1348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17D5B43-EFBE-0948-EA8A-0131CD2F85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65674" y="3524382"/>
                <a:ext cx="103680" cy="13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475433D-7474-50DF-42C8-8069BF5841B1}"/>
                  </a:ext>
                </a:extLst>
              </p14:cNvPr>
              <p14:cNvContentPartPr/>
              <p14:nvPr/>
            </p14:nvContentPartPr>
            <p14:xfrm>
              <a:off x="5097034" y="4947462"/>
              <a:ext cx="13320" cy="172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475433D-7474-50DF-42C8-8069BF5841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88034" y="4938822"/>
                <a:ext cx="30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503E9D-4A32-5812-1F72-70283A86B16E}"/>
                  </a:ext>
                </a:extLst>
              </p14:cNvPr>
              <p14:cNvContentPartPr/>
              <p14:nvPr/>
            </p14:nvContentPartPr>
            <p14:xfrm>
              <a:off x="2694394" y="2908422"/>
              <a:ext cx="96480" cy="7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503E9D-4A32-5812-1F72-70283A86B16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85754" y="2899422"/>
                <a:ext cx="1141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CC3797D-52D3-2BE9-A8FA-6C2C718B5197}"/>
                  </a:ext>
                </a:extLst>
              </p14:cNvPr>
              <p14:cNvContentPartPr/>
              <p14:nvPr/>
            </p14:nvContentPartPr>
            <p14:xfrm>
              <a:off x="4700674" y="2702502"/>
              <a:ext cx="312840" cy="42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CC3797D-52D3-2BE9-A8FA-6C2C718B519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92034" y="2693862"/>
                <a:ext cx="3304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8E5B271-BAB0-5371-0392-5E566278E44B}"/>
                  </a:ext>
                </a:extLst>
              </p14:cNvPr>
              <p14:cNvContentPartPr/>
              <p14:nvPr/>
            </p14:nvContentPartPr>
            <p14:xfrm>
              <a:off x="5323474" y="2626542"/>
              <a:ext cx="190800" cy="334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8E5B271-BAB0-5371-0392-5E566278E44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14834" y="2617902"/>
                <a:ext cx="2084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D2D3F70-1BA4-5379-574C-F005D9D0D5C0}"/>
                  </a:ext>
                </a:extLst>
              </p14:cNvPr>
              <p14:cNvContentPartPr/>
              <p14:nvPr/>
            </p14:nvContentPartPr>
            <p14:xfrm>
              <a:off x="5885074" y="2588022"/>
              <a:ext cx="51840" cy="10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D2D3F70-1BA4-5379-574C-F005D9D0D5C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76434" y="2579382"/>
                <a:ext cx="6948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FF114B2-018A-FCAD-DFA2-2FA5CBC80ED5}"/>
              </a:ext>
            </a:extLst>
          </p:cNvPr>
          <p:cNvGrpSpPr/>
          <p:nvPr/>
        </p:nvGrpSpPr>
        <p:grpSpPr>
          <a:xfrm>
            <a:off x="6401314" y="4856742"/>
            <a:ext cx="110880" cy="223200"/>
            <a:chOff x="6401314" y="4856742"/>
            <a:chExt cx="11088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4D43307-C787-21C2-182A-B31200719007}"/>
                    </a:ext>
                  </a:extLst>
                </p14:cNvPr>
                <p14:cNvContentPartPr/>
                <p14:nvPr/>
              </p14:nvContentPartPr>
              <p14:xfrm>
                <a:off x="6458554" y="4883382"/>
                <a:ext cx="28440" cy="196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4D43307-C787-21C2-182A-B312007190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49914" y="4874742"/>
                  <a:ext cx="460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D30FF3-8B11-35A5-ADA2-08F5C40A84AE}"/>
                    </a:ext>
                  </a:extLst>
                </p14:cNvPr>
                <p14:cNvContentPartPr/>
                <p14:nvPr/>
              </p14:nvContentPartPr>
              <p14:xfrm>
                <a:off x="6401314" y="4973022"/>
                <a:ext cx="59040" cy="4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D30FF3-8B11-35A5-ADA2-08F5C40A84A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92674" y="4964022"/>
                  <a:ext cx="76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F1EE20C-F04C-95A6-8F5B-B5E79313A18F}"/>
                    </a:ext>
                  </a:extLst>
                </p14:cNvPr>
                <p14:cNvContentPartPr/>
                <p14:nvPr/>
              </p14:nvContentPartPr>
              <p14:xfrm>
                <a:off x="6499594" y="4856742"/>
                <a:ext cx="12600" cy="43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F1EE20C-F04C-95A6-8F5B-B5E79313A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90594" y="4847742"/>
                  <a:ext cx="3024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9770D6C-53DB-6A0B-77CE-AD4831B1EA07}"/>
                  </a:ext>
                </a:extLst>
              </p14:cNvPr>
              <p14:cNvContentPartPr/>
              <p14:nvPr/>
            </p14:nvContentPartPr>
            <p14:xfrm>
              <a:off x="6329674" y="3753702"/>
              <a:ext cx="34200" cy="2311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9770D6C-53DB-6A0B-77CE-AD4831B1EA0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21034" y="3744702"/>
                <a:ext cx="518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9810DE3-9641-B55A-284D-F57457305229}"/>
                  </a:ext>
                </a:extLst>
              </p14:cNvPr>
              <p14:cNvContentPartPr/>
              <p14:nvPr/>
            </p14:nvContentPartPr>
            <p14:xfrm>
              <a:off x="6272074" y="2889342"/>
              <a:ext cx="48240" cy="336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9810DE3-9641-B55A-284D-F574573052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63434" y="2880702"/>
                <a:ext cx="6588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9AD7BFA-5399-4BE8-3566-77372C70BB0C}"/>
                  </a:ext>
                </a:extLst>
              </p14:cNvPr>
              <p14:cNvContentPartPr/>
              <p14:nvPr/>
            </p14:nvContentPartPr>
            <p14:xfrm>
              <a:off x="6183874" y="2546622"/>
              <a:ext cx="73080" cy="2019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9AD7BFA-5399-4BE8-3566-77372C70BB0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74874" y="2537622"/>
                <a:ext cx="9072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105046B0-D988-A099-EF71-B12E3AD1CA17}"/>
              </a:ext>
            </a:extLst>
          </p:cNvPr>
          <p:cNvGrpSpPr/>
          <p:nvPr/>
        </p:nvGrpSpPr>
        <p:grpSpPr>
          <a:xfrm>
            <a:off x="6407074" y="1869822"/>
            <a:ext cx="642960" cy="812880"/>
            <a:chOff x="6407074" y="1869822"/>
            <a:chExt cx="642960" cy="81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E7F3E6-7D03-28D2-CD2E-F73EA576F404}"/>
                    </a:ext>
                  </a:extLst>
                </p14:cNvPr>
                <p14:cNvContentPartPr/>
                <p14:nvPr/>
              </p14:nvContentPartPr>
              <p14:xfrm>
                <a:off x="6407074" y="2063862"/>
                <a:ext cx="148320" cy="263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E7F3E6-7D03-28D2-CD2E-F73EA576F4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98074" y="2054862"/>
                  <a:ext cx="165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78B452-4CC9-4C27-FB0D-7D233E29D733}"/>
                    </a:ext>
                  </a:extLst>
                </p14:cNvPr>
                <p14:cNvContentPartPr/>
                <p14:nvPr/>
              </p14:nvContentPartPr>
              <p14:xfrm>
                <a:off x="6623434" y="1936062"/>
                <a:ext cx="45360" cy="171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78B452-4CC9-4C27-FB0D-7D233E29D7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4434" y="1927062"/>
                  <a:ext cx="63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2A28EC-CD18-00CD-8D1B-91CBD41D08B6}"/>
                    </a:ext>
                  </a:extLst>
                </p14:cNvPr>
                <p14:cNvContentPartPr/>
                <p14:nvPr/>
              </p14:nvContentPartPr>
              <p14:xfrm>
                <a:off x="6721714" y="1911582"/>
                <a:ext cx="43920" cy="119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2A28EC-CD18-00CD-8D1B-91CBD41D08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12714" y="1902942"/>
                  <a:ext cx="61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3565D15-5D3C-2625-2177-7EDF7BCD4DCB}"/>
                    </a:ext>
                  </a:extLst>
                </p14:cNvPr>
                <p14:cNvContentPartPr/>
                <p14:nvPr/>
              </p14:nvContentPartPr>
              <p14:xfrm>
                <a:off x="6809194" y="1869822"/>
                <a:ext cx="62280" cy="156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3565D15-5D3C-2625-2177-7EDF7BCD4D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00554" y="1860822"/>
                  <a:ext cx="79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CAA707-E2B2-AA82-557E-F82D19B4D3BB}"/>
                    </a:ext>
                  </a:extLst>
                </p14:cNvPr>
                <p14:cNvContentPartPr/>
                <p14:nvPr/>
              </p14:nvContentPartPr>
              <p14:xfrm>
                <a:off x="6559354" y="2433942"/>
                <a:ext cx="118440" cy="161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CAA707-E2B2-AA82-557E-F82D19B4D3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50714" y="2424942"/>
                  <a:ext cx="136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00DBBE2-77A3-5920-508F-A7F0EF68EA9A}"/>
                    </a:ext>
                  </a:extLst>
                </p14:cNvPr>
                <p14:cNvContentPartPr/>
                <p14:nvPr/>
              </p14:nvContentPartPr>
              <p14:xfrm>
                <a:off x="6479434" y="2399742"/>
                <a:ext cx="116640" cy="266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00DBBE2-77A3-5920-508F-A7F0EF68EA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70434" y="2390742"/>
                  <a:ext cx="134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928F33-E749-064E-F8F8-B4443C3AC324}"/>
                    </a:ext>
                  </a:extLst>
                </p14:cNvPr>
                <p14:cNvContentPartPr/>
                <p14:nvPr/>
              </p14:nvContentPartPr>
              <p14:xfrm>
                <a:off x="6742594" y="2539782"/>
                <a:ext cx="42480" cy="142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6928F33-E749-064E-F8F8-B4443C3AC3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33954" y="2530782"/>
                  <a:ext cx="60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EE42D5F-8969-2D18-431C-3E41546474D2}"/>
                    </a:ext>
                  </a:extLst>
                </p14:cNvPr>
                <p14:cNvContentPartPr/>
                <p14:nvPr/>
              </p14:nvContentPartPr>
              <p14:xfrm>
                <a:off x="6808114" y="2433942"/>
                <a:ext cx="160200" cy="120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EE42D5F-8969-2D18-431C-3E41546474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99474" y="2424942"/>
                  <a:ext cx="177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5D9085-5C0D-3498-6DD9-63B25A23A8B1}"/>
                    </a:ext>
                  </a:extLst>
                </p14:cNvPr>
                <p14:cNvContentPartPr/>
                <p14:nvPr/>
              </p14:nvContentPartPr>
              <p14:xfrm>
                <a:off x="6971554" y="2308662"/>
                <a:ext cx="78480" cy="310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5D9085-5C0D-3498-6DD9-63B25A23A8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62914" y="2300022"/>
                  <a:ext cx="9612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698E6DA-21C8-5747-480E-E58E6C34DC3A}"/>
              </a:ext>
            </a:extLst>
          </p:cNvPr>
          <p:cNvGrpSpPr/>
          <p:nvPr/>
        </p:nvGrpSpPr>
        <p:grpSpPr>
          <a:xfrm>
            <a:off x="2568034" y="2609622"/>
            <a:ext cx="3625920" cy="2551680"/>
            <a:chOff x="2568034" y="2609622"/>
            <a:chExt cx="3625920" cy="255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A41267-5087-2B69-C614-66B343B1F485}"/>
                    </a:ext>
                  </a:extLst>
                </p14:cNvPr>
                <p14:cNvContentPartPr/>
                <p14:nvPr/>
              </p14:nvContentPartPr>
              <p14:xfrm>
                <a:off x="2568034" y="2804382"/>
                <a:ext cx="1119960" cy="2356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A41267-5087-2B69-C614-66B343B1F48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50394" y="2786742"/>
                  <a:ext cx="1155600" cy="23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2364C50-A721-FF16-3621-C080E46AEE2A}"/>
                    </a:ext>
                  </a:extLst>
                </p14:cNvPr>
                <p14:cNvContentPartPr/>
                <p14:nvPr/>
              </p14:nvContentPartPr>
              <p14:xfrm>
                <a:off x="3530674" y="2812302"/>
                <a:ext cx="169920" cy="231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2364C50-A721-FF16-3621-C080E46AEE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12674" y="2794662"/>
                  <a:ext cx="2055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D6E5B9-A7D7-F238-B56E-1C25E6A7E15B}"/>
                    </a:ext>
                  </a:extLst>
                </p14:cNvPr>
                <p14:cNvContentPartPr/>
                <p14:nvPr/>
              </p14:nvContentPartPr>
              <p14:xfrm>
                <a:off x="2630674" y="2609622"/>
                <a:ext cx="3563280" cy="2511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D6E5B9-A7D7-F238-B56E-1C25E6A7E1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13034" y="2591982"/>
                  <a:ext cx="3598920" cy="25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E6468F4-BE0A-802F-43AD-10994EFFF29E}"/>
                    </a:ext>
                  </a:extLst>
                </p14:cNvPr>
                <p14:cNvContentPartPr/>
                <p14:nvPr/>
              </p14:nvContentPartPr>
              <p14:xfrm>
                <a:off x="6015754" y="2613942"/>
                <a:ext cx="176040" cy="186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E6468F4-BE0A-802F-43AD-10994EFFF2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97754" y="2596302"/>
                  <a:ext cx="211680" cy="2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99D31AA-8E59-4655-E62E-74EC5214805C}"/>
                  </a:ext>
                </a:extLst>
              </p14:cNvPr>
              <p14:cNvContentPartPr/>
              <p14:nvPr/>
            </p14:nvContentPartPr>
            <p14:xfrm>
              <a:off x="4366954" y="1945062"/>
              <a:ext cx="31320" cy="1468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99D31AA-8E59-4655-E62E-74EC5214805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358314" y="1936062"/>
                <a:ext cx="4896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F47F0604-CE11-7D82-A899-B518DA0243FA}"/>
              </a:ext>
            </a:extLst>
          </p:cNvPr>
          <p:cNvGrpSpPr/>
          <p:nvPr/>
        </p:nvGrpSpPr>
        <p:grpSpPr>
          <a:xfrm>
            <a:off x="386074" y="564102"/>
            <a:ext cx="6358320" cy="5115240"/>
            <a:chOff x="386074" y="564102"/>
            <a:chExt cx="6358320" cy="511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0BF617-139C-7C27-C8C8-EB479B11B666}"/>
                    </a:ext>
                  </a:extLst>
                </p14:cNvPr>
                <p14:cNvContentPartPr/>
                <p14:nvPr/>
              </p14:nvContentPartPr>
              <p14:xfrm>
                <a:off x="3670714" y="2776302"/>
                <a:ext cx="98280" cy="90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0BF617-139C-7C27-C8C8-EB479B11B6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62074" y="2767302"/>
                  <a:ext cx="115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5F7F944-DFBF-2FB0-21C8-BE9628AE0EC9}"/>
                    </a:ext>
                  </a:extLst>
                </p14:cNvPr>
                <p14:cNvContentPartPr/>
                <p14:nvPr/>
              </p14:nvContentPartPr>
              <p14:xfrm>
                <a:off x="3926314" y="2468502"/>
                <a:ext cx="168840" cy="160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5F7F944-DFBF-2FB0-21C8-BE9628AE0E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17674" y="2459862"/>
                  <a:ext cx="186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17B9A15-E35D-4254-05F1-711A81E86C97}"/>
                    </a:ext>
                  </a:extLst>
                </p14:cNvPr>
                <p14:cNvContentPartPr/>
                <p14:nvPr/>
              </p14:nvContentPartPr>
              <p14:xfrm>
                <a:off x="4251754" y="2231622"/>
                <a:ext cx="145080" cy="138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17B9A15-E35D-4254-05F1-711A81E86C9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42754" y="2222982"/>
                  <a:ext cx="162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B2C8FD1-293E-435A-9B20-B0B37F2A6C53}"/>
                    </a:ext>
                  </a:extLst>
                </p14:cNvPr>
                <p14:cNvContentPartPr/>
                <p14:nvPr/>
              </p14:nvContentPartPr>
              <p14:xfrm>
                <a:off x="3512674" y="2754342"/>
                <a:ext cx="260280" cy="24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B2C8FD1-293E-435A-9B20-B0B37F2A6C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03674" y="2745342"/>
                  <a:ext cx="277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134D594-342B-E0A7-1FBD-D2FC9CC96600}"/>
                    </a:ext>
                  </a:extLst>
                </p14:cNvPr>
                <p14:cNvContentPartPr/>
                <p14:nvPr/>
              </p14:nvContentPartPr>
              <p14:xfrm>
                <a:off x="3250594" y="3031542"/>
                <a:ext cx="225000" cy="241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134D594-342B-E0A7-1FBD-D2FC9CC9660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41594" y="3022542"/>
                  <a:ext cx="242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946F89F-A783-3DFD-C906-0B44C3BEE311}"/>
                    </a:ext>
                  </a:extLst>
                </p14:cNvPr>
                <p14:cNvContentPartPr/>
                <p14:nvPr/>
              </p14:nvContentPartPr>
              <p14:xfrm>
                <a:off x="2941714" y="3367782"/>
                <a:ext cx="204120" cy="179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946F89F-A783-3DFD-C906-0B44C3BEE3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33074" y="3358782"/>
                  <a:ext cx="221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25EA996-F6AC-2EE7-7E26-A78B8FE75862}"/>
                    </a:ext>
                  </a:extLst>
                </p14:cNvPr>
                <p14:cNvContentPartPr/>
                <p14:nvPr/>
              </p14:nvContentPartPr>
              <p14:xfrm>
                <a:off x="2683954" y="3661182"/>
                <a:ext cx="130320" cy="136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25EA996-F6AC-2EE7-7E26-A78B8FE758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75314" y="3652182"/>
                  <a:ext cx="1479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DD36417-4AB8-F4DB-4D5A-91CE77860D1D}"/>
                    </a:ext>
                  </a:extLst>
                </p14:cNvPr>
                <p14:cNvContentPartPr/>
                <p14:nvPr/>
              </p14:nvContentPartPr>
              <p14:xfrm>
                <a:off x="2462194" y="3900582"/>
                <a:ext cx="130320" cy="100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DD36417-4AB8-F4DB-4D5A-91CE77860D1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53554" y="3891582"/>
                  <a:ext cx="147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15ACEF-30D6-A9C0-8BCD-C0D7C0765EC7}"/>
                    </a:ext>
                  </a:extLst>
                </p14:cNvPr>
                <p14:cNvContentPartPr/>
                <p14:nvPr/>
              </p14:nvContentPartPr>
              <p14:xfrm>
                <a:off x="2239354" y="4132062"/>
                <a:ext cx="136440" cy="162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15ACEF-30D6-A9C0-8BCD-C0D7C0765E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30714" y="4123062"/>
                  <a:ext cx="154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19DA906-C38C-946B-F0F6-A949D34EBF1E}"/>
                    </a:ext>
                  </a:extLst>
                </p14:cNvPr>
                <p14:cNvContentPartPr/>
                <p14:nvPr/>
              </p14:nvContentPartPr>
              <p14:xfrm>
                <a:off x="1399114" y="4886622"/>
                <a:ext cx="293040" cy="312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19DA906-C38C-946B-F0F6-A949D34EBF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90474" y="4877622"/>
                  <a:ext cx="3106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E6A564-F720-6F96-EB31-D73DF5AC8314}"/>
                    </a:ext>
                  </a:extLst>
                </p14:cNvPr>
                <p14:cNvContentPartPr/>
                <p14:nvPr/>
              </p14:nvContentPartPr>
              <p14:xfrm>
                <a:off x="386074" y="2872782"/>
                <a:ext cx="3282840" cy="280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E6A564-F720-6F96-EB31-D73DF5AC83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7434" y="2864142"/>
                  <a:ext cx="3300480" cy="28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B2D9852-2996-98B5-C68F-690DB8180A33}"/>
                    </a:ext>
                  </a:extLst>
                </p14:cNvPr>
                <p14:cNvContentPartPr/>
                <p14:nvPr/>
              </p14:nvContentPartPr>
              <p14:xfrm>
                <a:off x="3643714" y="564102"/>
                <a:ext cx="3100680" cy="2269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B2D9852-2996-98B5-C68F-690DB8180A3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35074" y="555462"/>
                  <a:ext cx="3118320" cy="228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084E80B-D717-E7E2-7597-484FF7FB30A0}"/>
              </a:ext>
            </a:extLst>
          </p:cNvPr>
          <p:cNvGrpSpPr/>
          <p:nvPr/>
        </p:nvGrpSpPr>
        <p:grpSpPr>
          <a:xfrm>
            <a:off x="4104154" y="4093902"/>
            <a:ext cx="623520" cy="376920"/>
            <a:chOff x="4104154" y="4093902"/>
            <a:chExt cx="62352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F0F955-37F7-D88F-377F-54C8507F2857}"/>
                    </a:ext>
                  </a:extLst>
                </p14:cNvPr>
                <p14:cNvContentPartPr/>
                <p14:nvPr/>
              </p14:nvContentPartPr>
              <p14:xfrm>
                <a:off x="4104154" y="4251942"/>
                <a:ext cx="232560" cy="218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F0F955-37F7-D88F-377F-54C8507F285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95154" y="4243302"/>
                  <a:ext cx="2502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33F94EA-758F-7BBE-E4D9-FFB03ED4FA52}"/>
                    </a:ext>
                  </a:extLst>
                </p14:cNvPr>
                <p14:cNvContentPartPr/>
                <p14:nvPr/>
              </p14:nvContentPartPr>
              <p14:xfrm>
                <a:off x="4401514" y="4270662"/>
                <a:ext cx="99360" cy="43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33F94EA-758F-7BBE-E4D9-FFB03ED4FA5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92514" y="4261662"/>
                  <a:ext cx="117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82AF298-E6CE-7A6E-4156-9FA4BB00042A}"/>
                    </a:ext>
                  </a:extLst>
                </p14:cNvPr>
                <p14:cNvContentPartPr/>
                <p14:nvPr/>
              </p14:nvContentPartPr>
              <p14:xfrm>
                <a:off x="4417354" y="4318902"/>
                <a:ext cx="99360" cy="51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82AF298-E6CE-7A6E-4156-9FA4BB00042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08714" y="4309902"/>
                  <a:ext cx="117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43D06DA-CE15-30E7-E10A-B94D262704B5}"/>
                    </a:ext>
                  </a:extLst>
                </p14:cNvPr>
                <p14:cNvContentPartPr/>
                <p14:nvPr/>
              </p14:nvContentPartPr>
              <p14:xfrm>
                <a:off x="4573954" y="4093902"/>
                <a:ext cx="134280" cy="168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43D06DA-CE15-30E7-E10A-B94D262704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65314" y="4085262"/>
                  <a:ext cx="151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DC90B46-C00C-DB6C-2F29-21753E269ACB}"/>
                    </a:ext>
                  </a:extLst>
                </p14:cNvPr>
                <p14:cNvContentPartPr/>
                <p14:nvPr/>
              </p14:nvContentPartPr>
              <p14:xfrm>
                <a:off x="4686274" y="4394142"/>
                <a:ext cx="41400" cy="40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DC90B46-C00C-DB6C-2F29-21753E269AC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77274" y="4385502"/>
                  <a:ext cx="5904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2208743-9E70-0FA2-C49E-D28A4E885718}"/>
                  </a:ext>
                </a:extLst>
              </p14:cNvPr>
              <p14:cNvContentPartPr/>
              <p14:nvPr/>
            </p14:nvContentPartPr>
            <p14:xfrm>
              <a:off x="4342834" y="1902222"/>
              <a:ext cx="66600" cy="3078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2208743-9E70-0FA2-C49E-D28A4E88571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333834" y="1893582"/>
                <a:ext cx="84240" cy="3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63567803-41A3-A32A-7C4A-1EC9EB6CFF18}"/>
              </a:ext>
            </a:extLst>
          </p:cNvPr>
          <p:cNvGrpSpPr/>
          <p:nvPr/>
        </p:nvGrpSpPr>
        <p:grpSpPr>
          <a:xfrm>
            <a:off x="2348074" y="2051262"/>
            <a:ext cx="1990440" cy="888840"/>
            <a:chOff x="2348074" y="2051262"/>
            <a:chExt cx="1990440" cy="88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8421CEE-A017-877D-23E0-201CF4750D7E}"/>
                    </a:ext>
                  </a:extLst>
                </p14:cNvPr>
                <p14:cNvContentPartPr/>
                <p14:nvPr/>
              </p14:nvContentPartPr>
              <p14:xfrm>
                <a:off x="2348074" y="2901582"/>
                <a:ext cx="161280" cy="1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8421CEE-A017-877D-23E0-201CF4750D7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39074" y="2892942"/>
                  <a:ext cx="178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9AB720-4BF7-0E95-0BE7-D305FFDADAF6}"/>
                    </a:ext>
                  </a:extLst>
                </p14:cNvPr>
                <p14:cNvContentPartPr/>
                <p14:nvPr/>
              </p14:nvContentPartPr>
              <p14:xfrm>
                <a:off x="3010474" y="2881422"/>
                <a:ext cx="43200" cy="11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9AB720-4BF7-0E95-0BE7-D305FFDADAF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01474" y="2872782"/>
                  <a:ext cx="60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E337706-A2A6-126F-9CD7-58DB4238835E}"/>
                    </a:ext>
                  </a:extLst>
                </p14:cNvPr>
                <p14:cNvContentPartPr/>
                <p14:nvPr/>
              </p14:nvContentPartPr>
              <p14:xfrm>
                <a:off x="3226474" y="2835702"/>
                <a:ext cx="116640" cy="11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E337706-A2A6-126F-9CD7-58DB4238835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17834" y="2826702"/>
                  <a:ext cx="134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14D1DFE-0A31-D5CC-6502-4D93C79984BA}"/>
                    </a:ext>
                  </a:extLst>
                </p14:cNvPr>
                <p14:cNvContentPartPr/>
                <p14:nvPr/>
              </p14:nvContentPartPr>
              <p14:xfrm>
                <a:off x="3462274" y="2821302"/>
                <a:ext cx="22320" cy="2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14D1DFE-0A31-D5CC-6502-4D93C79984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53634" y="2812662"/>
                  <a:ext cx="399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E72617E-0FDE-A4DE-8E3F-B711B9C826C2}"/>
                    </a:ext>
                  </a:extLst>
                </p14:cNvPr>
                <p14:cNvContentPartPr/>
                <p14:nvPr/>
              </p14:nvContentPartPr>
              <p14:xfrm>
                <a:off x="3640474" y="2859462"/>
                <a:ext cx="13680" cy="80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E72617E-0FDE-A4DE-8E3F-B711B9C826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31834" y="2850462"/>
                  <a:ext cx="31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A295AFC-F6B4-DBA2-82DC-E15939DF3647}"/>
                    </a:ext>
                  </a:extLst>
                </p14:cNvPr>
                <p14:cNvContentPartPr/>
                <p14:nvPr/>
              </p14:nvContentPartPr>
              <p14:xfrm>
                <a:off x="3607714" y="2807982"/>
                <a:ext cx="79560" cy="80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A295AFC-F6B4-DBA2-82DC-E15939DF364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9074" y="2799342"/>
                  <a:ext cx="97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DCB3D68-5DCE-A38D-17C2-32A044E84354}"/>
                    </a:ext>
                  </a:extLst>
                </p14:cNvPr>
                <p14:cNvContentPartPr/>
                <p14:nvPr/>
              </p14:nvContentPartPr>
              <p14:xfrm>
                <a:off x="3792754" y="2605662"/>
                <a:ext cx="71640" cy="194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DCB3D68-5DCE-A38D-17C2-32A044E8435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84114" y="2597022"/>
                  <a:ext cx="89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C9BBB25-5D45-AD3A-9289-2CCD5781BBB8}"/>
                    </a:ext>
                  </a:extLst>
                </p14:cNvPr>
                <p14:cNvContentPartPr/>
                <p14:nvPr/>
              </p14:nvContentPartPr>
              <p14:xfrm>
                <a:off x="3923794" y="2606742"/>
                <a:ext cx="42480" cy="153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C9BBB25-5D45-AD3A-9289-2CCD5781BBB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14794" y="2598102"/>
                  <a:ext cx="60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C98101-64AB-BBFF-7FC0-E72ABC7395C9}"/>
                    </a:ext>
                  </a:extLst>
                </p14:cNvPr>
                <p14:cNvContentPartPr/>
                <p14:nvPr/>
              </p14:nvContentPartPr>
              <p14:xfrm>
                <a:off x="4002634" y="2715822"/>
                <a:ext cx="33120" cy="93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C98101-64AB-BBFF-7FC0-E72ABC7395C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93634" y="2706822"/>
                  <a:ext cx="50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9675F2-EA0B-B8AD-6DE4-905DF6C629EF}"/>
                    </a:ext>
                  </a:extLst>
                </p14:cNvPr>
                <p14:cNvContentPartPr/>
                <p14:nvPr/>
              </p14:nvContentPartPr>
              <p14:xfrm>
                <a:off x="4089034" y="2597742"/>
                <a:ext cx="149040" cy="120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9675F2-EA0B-B8AD-6DE4-905DF6C629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80034" y="2588742"/>
                  <a:ext cx="166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314142-E46E-50A3-953E-B673CE236CD8}"/>
                    </a:ext>
                  </a:extLst>
                </p14:cNvPr>
                <p14:cNvContentPartPr/>
                <p14:nvPr/>
              </p14:nvContentPartPr>
              <p14:xfrm>
                <a:off x="4241314" y="2520702"/>
                <a:ext cx="97200" cy="232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314142-E46E-50A3-953E-B673CE236C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32674" y="2511702"/>
                  <a:ext cx="114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CC1745-F616-A8A1-69C1-8E319B0335B4}"/>
                    </a:ext>
                  </a:extLst>
                </p14:cNvPr>
                <p14:cNvContentPartPr/>
                <p14:nvPr/>
              </p14:nvContentPartPr>
              <p14:xfrm>
                <a:off x="3914074" y="2258262"/>
                <a:ext cx="195840" cy="208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CC1745-F616-A8A1-69C1-8E319B0335B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05434" y="2249262"/>
                  <a:ext cx="213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E868573-C710-456A-B062-8D953C6EA53E}"/>
                    </a:ext>
                  </a:extLst>
                </p14:cNvPr>
                <p14:cNvContentPartPr/>
                <p14:nvPr/>
              </p14:nvContentPartPr>
              <p14:xfrm>
                <a:off x="3938194" y="2329542"/>
                <a:ext cx="135000" cy="81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E868573-C710-456A-B062-8D953C6EA53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29554" y="2320902"/>
                  <a:ext cx="152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348D86-B2CA-AC31-2705-B53744B9B574}"/>
                    </a:ext>
                  </a:extLst>
                </p14:cNvPr>
                <p14:cNvContentPartPr/>
                <p14:nvPr/>
              </p14:nvContentPartPr>
              <p14:xfrm>
                <a:off x="4140514" y="2068902"/>
                <a:ext cx="36360" cy="162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348D86-B2CA-AC31-2705-B53744B9B5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31874" y="2059902"/>
                  <a:ext cx="54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F02252-121C-9416-5575-A1132C321509}"/>
                    </a:ext>
                  </a:extLst>
                </p14:cNvPr>
                <p14:cNvContentPartPr/>
                <p14:nvPr/>
              </p14:nvContentPartPr>
              <p14:xfrm>
                <a:off x="4242394" y="2051262"/>
                <a:ext cx="27360" cy="116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F02252-121C-9416-5575-A1132C32150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33754" y="2042622"/>
                  <a:ext cx="4500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504D281-C972-E18F-BF6D-ED8827184636}"/>
                  </a:ext>
                </a:extLst>
              </p14:cNvPr>
              <p14:cNvContentPartPr/>
              <p14:nvPr/>
            </p14:nvContentPartPr>
            <p14:xfrm>
              <a:off x="1508194" y="5825502"/>
              <a:ext cx="427320" cy="4852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504D281-C972-E18F-BF6D-ED882718463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499194" y="5816502"/>
                <a:ext cx="444960" cy="50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7054332-D899-0D00-4A16-5A993394E8E3}"/>
              </a:ext>
            </a:extLst>
          </p:cNvPr>
          <p:cNvGrpSpPr/>
          <p:nvPr/>
        </p:nvGrpSpPr>
        <p:grpSpPr>
          <a:xfrm>
            <a:off x="1538074" y="5087142"/>
            <a:ext cx="1121760" cy="925920"/>
            <a:chOff x="1538074" y="5087142"/>
            <a:chExt cx="1121760" cy="92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F89318F-A32A-4F1E-4B58-6E1518BD79B0}"/>
                    </a:ext>
                  </a:extLst>
                </p14:cNvPr>
                <p14:cNvContentPartPr/>
                <p14:nvPr/>
              </p14:nvContentPartPr>
              <p14:xfrm>
                <a:off x="2579914" y="5145462"/>
                <a:ext cx="43200" cy="39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F89318F-A32A-4F1E-4B58-6E1518BD79B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70914" y="5136822"/>
                  <a:ext cx="60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01F96B-6469-31A6-14E5-099B9678765F}"/>
                    </a:ext>
                  </a:extLst>
                </p14:cNvPr>
                <p14:cNvContentPartPr/>
                <p14:nvPr/>
              </p14:nvContentPartPr>
              <p14:xfrm>
                <a:off x="2587114" y="5126022"/>
                <a:ext cx="61560" cy="42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01F96B-6469-31A6-14E5-099B9678765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78474" y="5117382"/>
                  <a:ext cx="79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4B04016-CC38-C35A-98F4-F7828E8095E7}"/>
                    </a:ext>
                  </a:extLst>
                </p14:cNvPr>
                <p14:cNvContentPartPr/>
                <p14:nvPr/>
              </p14:nvContentPartPr>
              <p14:xfrm>
                <a:off x="1748314" y="5105862"/>
                <a:ext cx="893880" cy="907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B04016-CC38-C35A-98F4-F7828E8095E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39314" y="5096862"/>
                  <a:ext cx="91152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8A48FDB-7029-AE59-1957-3D6F373525C7}"/>
                    </a:ext>
                  </a:extLst>
                </p14:cNvPr>
                <p14:cNvContentPartPr/>
                <p14:nvPr/>
              </p14:nvContentPartPr>
              <p14:xfrm>
                <a:off x="1764874" y="5563782"/>
                <a:ext cx="430200" cy="382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8A48FDB-7029-AE59-1957-3D6F373525C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56234" y="5555142"/>
                  <a:ext cx="4478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E7F7FBD-E1D7-DB3F-92D6-874389EEA1FA}"/>
                    </a:ext>
                  </a:extLst>
                </p14:cNvPr>
                <p14:cNvContentPartPr/>
                <p14:nvPr/>
              </p14:nvContentPartPr>
              <p14:xfrm>
                <a:off x="1780714" y="5753502"/>
                <a:ext cx="126360" cy="218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E7F7FBD-E1D7-DB3F-92D6-874389EEA1F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772074" y="5744502"/>
                  <a:ext cx="144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5617226-9D2A-6447-64B1-0A98AD896F0B}"/>
                    </a:ext>
                  </a:extLst>
                </p14:cNvPr>
                <p14:cNvContentPartPr/>
                <p14:nvPr/>
              </p14:nvContentPartPr>
              <p14:xfrm>
                <a:off x="2595394" y="5132862"/>
                <a:ext cx="31680" cy="51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5617226-9D2A-6447-64B1-0A98AD896F0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86394" y="5123862"/>
                  <a:ext cx="49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59F776-261C-2627-4697-F2AA96C324C2}"/>
                    </a:ext>
                  </a:extLst>
                </p14:cNvPr>
                <p14:cNvContentPartPr/>
                <p14:nvPr/>
              </p14:nvContentPartPr>
              <p14:xfrm>
                <a:off x="1775674" y="5087142"/>
                <a:ext cx="884160" cy="844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59F776-261C-2627-4697-F2AA96C324C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67034" y="5078502"/>
                  <a:ext cx="901800" cy="8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08975A8-E96E-F146-406B-FB3D4ADF122E}"/>
                    </a:ext>
                  </a:extLst>
                </p14:cNvPr>
                <p14:cNvContentPartPr/>
                <p14:nvPr/>
              </p14:nvContentPartPr>
              <p14:xfrm>
                <a:off x="1736434" y="5958342"/>
                <a:ext cx="5400" cy="15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08975A8-E96E-F146-406B-FB3D4ADF122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27794" y="5949342"/>
                  <a:ext cx="23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83038C6-2AA9-57BB-C8A3-CA6FE70A7FD7}"/>
                    </a:ext>
                  </a:extLst>
                </p14:cNvPr>
                <p14:cNvContentPartPr/>
                <p14:nvPr/>
              </p14:nvContentPartPr>
              <p14:xfrm>
                <a:off x="1538074" y="5144382"/>
                <a:ext cx="18720" cy="167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83038C6-2AA9-57BB-C8A3-CA6FE70A7FD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529434" y="5135742"/>
                  <a:ext cx="3636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289BD80-EF11-7CCB-202F-12EADC1EFE4F}"/>
              </a:ext>
            </a:extLst>
          </p:cNvPr>
          <p:cNvGrpSpPr/>
          <p:nvPr/>
        </p:nvGrpSpPr>
        <p:grpSpPr>
          <a:xfrm>
            <a:off x="1594954" y="4326102"/>
            <a:ext cx="862200" cy="191880"/>
            <a:chOff x="1594954" y="4326102"/>
            <a:chExt cx="86220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885A6E7-A14B-7BA9-DF7B-2DB73D19D46D}"/>
                    </a:ext>
                  </a:extLst>
                </p14:cNvPr>
                <p14:cNvContentPartPr/>
                <p14:nvPr/>
              </p14:nvContentPartPr>
              <p14:xfrm>
                <a:off x="1594954" y="4384062"/>
                <a:ext cx="153720" cy="133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885A6E7-A14B-7BA9-DF7B-2DB73D19D46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86314" y="4375062"/>
                  <a:ext cx="171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BBDEA6A-E094-5713-9EDD-60DCC704CD3E}"/>
                    </a:ext>
                  </a:extLst>
                </p14:cNvPr>
                <p14:cNvContentPartPr/>
                <p14:nvPr/>
              </p14:nvContentPartPr>
              <p14:xfrm>
                <a:off x="1705474" y="4408182"/>
                <a:ext cx="119160" cy="10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BBDEA6A-E094-5713-9EDD-60DCC704CD3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96474" y="4399542"/>
                  <a:ext cx="136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FE469C0-45FD-C09F-1C1A-2A1240362ECF}"/>
                    </a:ext>
                  </a:extLst>
                </p14:cNvPr>
                <p14:cNvContentPartPr/>
                <p14:nvPr/>
              </p14:nvContentPartPr>
              <p14:xfrm>
                <a:off x="2079514" y="4326102"/>
                <a:ext cx="377640" cy="39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FE469C0-45FD-C09F-1C1A-2A1240362EC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70874" y="4317102"/>
                  <a:ext cx="395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E2232BD-A0EB-8787-E4B0-D9B8331A4250}"/>
                    </a:ext>
                  </a:extLst>
                </p14:cNvPr>
                <p14:cNvContentPartPr/>
                <p14:nvPr/>
              </p14:nvContentPartPr>
              <p14:xfrm>
                <a:off x="1628794" y="4407822"/>
                <a:ext cx="55080" cy="89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E2232BD-A0EB-8787-E4B0-D9B8331A425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20154" y="4399182"/>
                  <a:ext cx="7272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3389290-3D9A-4F22-7A49-97912C1DB65C}"/>
                  </a:ext>
                </a:extLst>
              </p14:cNvPr>
              <p14:cNvContentPartPr/>
              <p14:nvPr/>
            </p14:nvContentPartPr>
            <p14:xfrm>
              <a:off x="1520434" y="2199222"/>
              <a:ext cx="5760" cy="158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3389290-3D9A-4F22-7A49-97912C1DB65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02434" y="2181222"/>
                <a:ext cx="414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E863D14-6170-A424-4BE8-BE8A55BD8866}"/>
              </a:ext>
            </a:extLst>
          </p:cNvPr>
          <p:cNvGrpSpPr/>
          <p:nvPr/>
        </p:nvGrpSpPr>
        <p:grpSpPr>
          <a:xfrm>
            <a:off x="1277434" y="3568302"/>
            <a:ext cx="1318320" cy="1639440"/>
            <a:chOff x="1277434" y="3568302"/>
            <a:chExt cx="1318320" cy="163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36EC61D-8A54-C667-6E10-19EBA4B27AF1}"/>
                    </a:ext>
                  </a:extLst>
                </p14:cNvPr>
                <p14:cNvContentPartPr/>
                <p14:nvPr/>
              </p14:nvContentPartPr>
              <p14:xfrm>
                <a:off x="1633834" y="4410702"/>
                <a:ext cx="961920" cy="797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36EC61D-8A54-C667-6E10-19EBA4B27A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15834" y="4392702"/>
                  <a:ext cx="99756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662704E-6436-14E2-94BC-30100AAEDA5A}"/>
                    </a:ext>
                  </a:extLst>
                </p14:cNvPr>
                <p14:cNvContentPartPr/>
                <p14:nvPr/>
              </p14:nvContentPartPr>
              <p14:xfrm>
                <a:off x="1637074" y="4429782"/>
                <a:ext cx="205560" cy="255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662704E-6436-14E2-94BC-30100AAEDA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19434" y="4411782"/>
                  <a:ext cx="241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3B81F03-D68C-133C-E120-3AE6704C8078}"/>
                    </a:ext>
                  </a:extLst>
                </p14:cNvPr>
                <p14:cNvContentPartPr/>
                <p14:nvPr/>
              </p14:nvContentPartPr>
              <p14:xfrm>
                <a:off x="1277434" y="4036662"/>
                <a:ext cx="226080" cy="271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3B81F03-D68C-133C-E120-3AE6704C807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59794" y="4019022"/>
                  <a:ext cx="2617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087802E-3888-D6F0-D41F-00529DB8950E}"/>
                    </a:ext>
                  </a:extLst>
                </p14:cNvPr>
                <p14:cNvContentPartPr/>
                <p14:nvPr/>
              </p14:nvContentPartPr>
              <p14:xfrm>
                <a:off x="1341514" y="4075182"/>
                <a:ext cx="78840" cy="119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087802E-3888-D6F0-D41F-00529DB8950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23874" y="4057182"/>
                  <a:ext cx="114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A936CB-D59A-4CDA-DE46-BFB472784302}"/>
                    </a:ext>
                  </a:extLst>
                </p14:cNvPr>
                <p14:cNvContentPartPr/>
                <p14:nvPr/>
              </p14:nvContentPartPr>
              <p14:xfrm>
                <a:off x="1344034" y="3727422"/>
                <a:ext cx="122760" cy="212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A936CB-D59A-4CDA-DE46-BFB4727843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26394" y="3709422"/>
                  <a:ext cx="158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D7B296D-5FAA-84DF-3014-FE6D01C50DF2}"/>
                    </a:ext>
                  </a:extLst>
                </p14:cNvPr>
                <p14:cNvContentPartPr/>
                <p14:nvPr/>
              </p14:nvContentPartPr>
              <p14:xfrm>
                <a:off x="1432954" y="3733182"/>
                <a:ext cx="160560" cy="159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D7B296D-5FAA-84DF-3014-FE6D01C50DF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15314" y="3715182"/>
                  <a:ext cx="196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61A6DE3-1C71-68CB-85F3-153CAEA1B8D2}"/>
                    </a:ext>
                  </a:extLst>
                </p14:cNvPr>
                <p14:cNvContentPartPr/>
                <p14:nvPr/>
              </p14:nvContentPartPr>
              <p14:xfrm>
                <a:off x="1533394" y="3568302"/>
                <a:ext cx="171720" cy="283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61A6DE3-1C71-68CB-85F3-153CAEA1B8D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15394" y="3550662"/>
                  <a:ext cx="20736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4C6436D-9F81-A3C4-D55A-AD4C5090F45B}"/>
              </a:ext>
            </a:extLst>
          </p:cNvPr>
          <p:cNvGrpSpPr/>
          <p:nvPr/>
        </p:nvGrpSpPr>
        <p:grpSpPr>
          <a:xfrm>
            <a:off x="2418274" y="5206302"/>
            <a:ext cx="160200" cy="140760"/>
            <a:chOff x="2418274" y="5206302"/>
            <a:chExt cx="16020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6CF9399-C6FE-170D-E686-D7B14CC9D838}"/>
                    </a:ext>
                  </a:extLst>
                </p14:cNvPr>
                <p14:cNvContentPartPr/>
                <p14:nvPr/>
              </p14:nvContentPartPr>
              <p14:xfrm>
                <a:off x="2573074" y="5206302"/>
                <a:ext cx="5400" cy="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6CF9399-C6FE-170D-E686-D7B14CC9D8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55434" y="5188302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73EE251-AFE1-8557-AB11-950AA0CAC6BA}"/>
                    </a:ext>
                  </a:extLst>
                </p14:cNvPr>
                <p14:cNvContentPartPr/>
                <p14:nvPr/>
              </p14:nvContentPartPr>
              <p14:xfrm>
                <a:off x="2551834" y="5218542"/>
                <a:ext cx="9360" cy="15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73EE251-AFE1-8557-AB11-950AA0CAC6B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34194" y="5200542"/>
                  <a:ext cx="45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723F77D-CE26-DDA3-7BCB-140234602D31}"/>
                    </a:ext>
                  </a:extLst>
                </p14:cNvPr>
                <p14:cNvContentPartPr/>
                <p14:nvPr/>
              </p14:nvContentPartPr>
              <p14:xfrm>
                <a:off x="2486674" y="5242302"/>
                <a:ext cx="51120" cy="47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723F77D-CE26-DDA3-7BCB-140234602D3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69034" y="5224662"/>
                  <a:ext cx="86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299CFA1-7AF7-4D74-70B6-A3C5C056ABDD}"/>
                    </a:ext>
                  </a:extLst>
                </p14:cNvPr>
                <p14:cNvContentPartPr/>
                <p14:nvPr/>
              </p14:nvContentPartPr>
              <p14:xfrm>
                <a:off x="2418274" y="5306742"/>
                <a:ext cx="43200" cy="40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299CFA1-7AF7-4D74-70B6-A3C5C056ABD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00274" y="5288742"/>
                  <a:ext cx="78840" cy="7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797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F60D878-7EF5-498B-BE58-3345C0AB1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Fixed α called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learning rate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Decaying step factor</a:t>
            </a: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Decaying step factor is often required in convergence proofs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2FE67-A483-4AC2-AC90-804856FA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Line Search: Alternatives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8ACCAAE-C7E8-4CC9-9930-243F0EA09D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522" r="34043" b="80671"/>
          <a:stretch/>
        </p:blipFill>
        <p:spPr>
          <a:xfrm>
            <a:off x="2663686" y="1624654"/>
            <a:ext cx="7208289" cy="36086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B9D1F6-A75E-4779-9AF1-087C4D51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B7FA1A-410B-3425-E2C5-D462C20DD78B}"/>
                  </a:ext>
                </a:extLst>
              </p14:cNvPr>
              <p14:cNvContentPartPr/>
              <p14:nvPr/>
            </p14:nvContentPartPr>
            <p14:xfrm>
              <a:off x="5400101" y="3502845"/>
              <a:ext cx="797400" cy="227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B7FA1A-410B-3425-E2C5-D462C20DD7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2101" y="3484845"/>
                <a:ext cx="8330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6C4056-EC8A-F1FA-1B28-D83D8B3AA9B1}"/>
                  </a:ext>
                </a:extLst>
              </p14:cNvPr>
              <p14:cNvContentPartPr/>
              <p14:nvPr/>
            </p14:nvContentPartPr>
            <p14:xfrm>
              <a:off x="7357061" y="3722445"/>
              <a:ext cx="129960" cy="12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6C4056-EC8A-F1FA-1B28-D83D8B3AA9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39421" y="3704805"/>
                <a:ext cx="165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087E3D-D082-FB19-8C79-99CB74595397}"/>
                  </a:ext>
                </a:extLst>
              </p14:cNvPr>
              <p14:cNvContentPartPr/>
              <p14:nvPr/>
            </p14:nvContentPartPr>
            <p14:xfrm>
              <a:off x="5675141" y="3100005"/>
              <a:ext cx="326160" cy="253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087E3D-D082-FB19-8C79-99CB745953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57141" y="3082365"/>
                <a:ext cx="36180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BFEA06D-3289-E770-A3C0-7437E9355294}"/>
              </a:ext>
            </a:extLst>
          </p:cNvPr>
          <p:cNvGrpSpPr/>
          <p:nvPr/>
        </p:nvGrpSpPr>
        <p:grpSpPr>
          <a:xfrm>
            <a:off x="8818661" y="683325"/>
            <a:ext cx="1465200" cy="490320"/>
            <a:chOff x="8818661" y="683325"/>
            <a:chExt cx="146520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AC5E291-926D-C8CA-C754-701BF8E3630A}"/>
                    </a:ext>
                  </a:extLst>
                </p14:cNvPr>
                <p14:cNvContentPartPr/>
                <p14:nvPr/>
              </p14:nvContentPartPr>
              <p14:xfrm>
                <a:off x="8818661" y="683325"/>
                <a:ext cx="357480" cy="490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AC5E291-926D-C8CA-C754-701BF8E363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00661" y="665685"/>
                  <a:ext cx="3931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E26520-1E02-B47F-51C1-E8FEAFEB8713}"/>
                    </a:ext>
                  </a:extLst>
                </p14:cNvPr>
                <p14:cNvContentPartPr/>
                <p14:nvPr/>
              </p14:nvContentPartPr>
              <p14:xfrm>
                <a:off x="9173261" y="963045"/>
                <a:ext cx="213120" cy="37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E26520-1E02-B47F-51C1-E8FEAFEB87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55621" y="945405"/>
                  <a:ext cx="248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959F7A-FA62-484C-2BB8-BB9C66D95476}"/>
                    </a:ext>
                  </a:extLst>
                </p14:cNvPr>
                <p14:cNvContentPartPr/>
                <p14:nvPr/>
              </p14:nvContentPartPr>
              <p14:xfrm>
                <a:off x="9197381" y="1014525"/>
                <a:ext cx="159120" cy="37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959F7A-FA62-484C-2BB8-BB9C66D954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79381" y="996525"/>
                  <a:ext cx="194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60B08C-0B21-C6F2-95A2-3084CAC56183}"/>
                    </a:ext>
                  </a:extLst>
                </p14:cNvPr>
                <p14:cNvContentPartPr/>
                <p14:nvPr/>
              </p14:nvContentPartPr>
              <p14:xfrm>
                <a:off x="9554501" y="788085"/>
                <a:ext cx="199080" cy="188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60B08C-0B21-C6F2-95A2-3084CAC5618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36501" y="770085"/>
                  <a:ext cx="234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652F12-BA77-6E7D-3728-0DD25638DD5F}"/>
                    </a:ext>
                  </a:extLst>
                </p14:cNvPr>
                <p14:cNvContentPartPr/>
                <p14:nvPr/>
              </p14:nvContentPartPr>
              <p14:xfrm>
                <a:off x="9567101" y="906525"/>
                <a:ext cx="1080" cy="1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652F12-BA77-6E7D-3728-0DD25638DD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49101" y="888885"/>
                  <a:ext cx="36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3411ACC-EB33-F87B-BD0B-E891A2D49EFA}"/>
                    </a:ext>
                  </a:extLst>
                </p14:cNvPr>
                <p14:cNvContentPartPr/>
                <p14:nvPr/>
              </p14:nvContentPartPr>
              <p14:xfrm>
                <a:off x="9740261" y="951165"/>
                <a:ext cx="51480" cy="14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3411ACC-EB33-F87B-BD0B-E891A2D49E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22621" y="933525"/>
                  <a:ext cx="87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93CBD3C-8A37-7C90-2EE4-17A93F6C8A3B}"/>
                    </a:ext>
                  </a:extLst>
                </p14:cNvPr>
                <p14:cNvContentPartPr/>
                <p14:nvPr/>
              </p14:nvContentPartPr>
              <p14:xfrm>
                <a:off x="9928181" y="781965"/>
                <a:ext cx="127440" cy="235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93CBD3C-8A37-7C90-2EE4-17A93F6C8A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10541" y="763965"/>
                  <a:ext cx="163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6D3FE0-DB02-6C56-5F7D-792705179311}"/>
                    </a:ext>
                  </a:extLst>
                </p14:cNvPr>
                <p14:cNvContentPartPr/>
                <p14:nvPr/>
              </p14:nvContentPartPr>
              <p14:xfrm>
                <a:off x="10162181" y="739485"/>
                <a:ext cx="121680" cy="244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6D3FE0-DB02-6C56-5F7D-7927051793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44541" y="721845"/>
                  <a:ext cx="157320" cy="28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5596F2D-5181-8FC5-6990-3DB617556C93}"/>
                  </a:ext>
                </a:extLst>
              </p14:cNvPr>
              <p14:cNvContentPartPr/>
              <p14:nvPr/>
            </p14:nvContentPartPr>
            <p14:xfrm>
              <a:off x="8079581" y="1527885"/>
              <a:ext cx="1368000" cy="2350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5596F2D-5181-8FC5-6990-3DB617556C9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70581" y="1519245"/>
                <a:ext cx="1385640" cy="236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D0A321EC-9B1E-D789-F118-B0162851BD26}"/>
              </a:ext>
            </a:extLst>
          </p:cNvPr>
          <p:cNvGrpSpPr/>
          <p:nvPr/>
        </p:nvGrpSpPr>
        <p:grpSpPr>
          <a:xfrm>
            <a:off x="7767821" y="1540125"/>
            <a:ext cx="3186360" cy="2926800"/>
            <a:chOff x="7767821" y="1540125"/>
            <a:chExt cx="3186360" cy="29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0F1573-E9F3-5AC6-7F34-ED1E7D20CC94}"/>
                    </a:ext>
                  </a:extLst>
                </p14:cNvPr>
                <p14:cNvContentPartPr/>
                <p14:nvPr/>
              </p14:nvContentPartPr>
              <p14:xfrm>
                <a:off x="8039981" y="1540125"/>
                <a:ext cx="2443320" cy="2562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0F1573-E9F3-5AC6-7F34-ED1E7D20CC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21981" y="1522125"/>
                  <a:ext cx="2478960" cy="25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5C60B4E-4A6F-FE1E-B0C7-20C7F058EB7A}"/>
                    </a:ext>
                  </a:extLst>
                </p14:cNvPr>
                <p14:cNvContentPartPr/>
                <p14:nvPr/>
              </p14:nvContentPartPr>
              <p14:xfrm>
                <a:off x="10282781" y="2464605"/>
                <a:ext cx="133200" cy="10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5C60B4E-4A6F-FE1E-B0C7-20C7F058EB7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65141" y="2446605"/>
                  <a:ext cx="168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A7EEE3-17B1-331C-0702-5AB7C8882FD5}"/>
                    </a:ext>
                  </a:extLst>
                </p14:cNvPr>
                <p14:cNvContentPartPr/>
                <p14:nvPr/>
              </p14:nvContentPartPr>
              <p14:xfrm>
                <a:off x="10556381" y="2446605"/>
                <a:ext cx="148320" cy="208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A7EEE3-17B1-331C-0702-5AB7C8882F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38381" y="2428965"/>
                  <a:ext cx="183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CBD0A39-4732-BE15-70F3-A1BD24A0DAA8}"/>
                    </a:ext>
                  </a:extLst>
                </p14:cNvPr>
                <p14:cNvContentPartPr/>
                <p14:nvPr/>
              </p14:nvContentPartPr>
              <p14:xfrm>
                <a:off x="10585901" y="2552445"/>
                <a:ext cx="92160" cy="1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CBD0A39-4732-BE15-70F3-A1BD24A0DA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67901" y="2534805"/>
                  <a:ext cx="127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0671D9-EDAD-0903-C8BF-4D24DAF648AD}"/>
                    </a:ext>
                  </a:extLst>
                </p14:cNvPr>
                <p14:cNvContentPartPr/>
                <p14:nvPr/>
              </p14:nvContentPartPr>
              <p14:xfrm>
                <a:off x="10756541" y="2360925"/>
                <a:ext cx="84960" cy="136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0671D9-EDAD-0903-C8BF-4D24DAF648A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38901" y="2343285"/>
                  <a:ext cx="120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0B6B53-D00B-03C7-E893-65FC5CB88001}"/>
                    </a:ext>
                  </a:extLst>
                </p14:cNvPr>
                <p14:cNvContentPartPr/>
                <p14:nvPr/>
              </p14:nvContentPartPr>
              <p14:xfrm>
                <a:off x="10835021" y="2405565"/>
                <a:ext cx="34920" cy="103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0B6B53-D00B-03C7-E893-65FC5CB880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17021" y="2387925"/>
                  <a:ext cx="70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713336-EE1D-5DE1-BD45-12535BCC6E76}"/>
                    </a:ext>
                  </a:extLst>
                </p14:cNvPr>
                <p14:cNvContentPartPr/>
                <p14:nvPr/>
              </p14:nvContentPartPr>
              <p14:xfrm>
                <a:off x="10920341" y="2358765"/>
                <a:ext cx="33840" cy="158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713336-EE1D-5DE1-BD45-12535BCC6E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02341" y="2341125"/>
                  <a:ext cx="69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62ABA9-D562-05F6-008C-8A1B191E8343}"/>
                    </a:ext>
                  </a:extLst>
                </p14:cNvPr>
                <p14:cNvContentPartPr/>
                <p14:nvPr/>
              </p14:nvContentPartPr>
              <p14:xfrm>
                <a:off x="8245901" y="2545605"/>
                <a:ext cx="2082600" cy="569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62ABA9-D562-05F6-008C-8A1B191E83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28261" y="2527965"/>
                  <a:ext cx="211824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C95A2B-19C3-6D88-E203-43044798ED7B}"/>
                    </a:ext>
                  </a:extLst>
                </p14:cNvPr>
                <p14:cNvContentPartPr/>
                <p14:nvPr/>
              </p14:nvContentPartPr>
              <p14:xfrm>
                <a:off x="7767821" y="2767365"/>
                <a:ext cx="154080" cy="204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C95A2B-19C3-6D88-E203-43044798ED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49821" y="2749365"/>
                  <a:ext cx="1897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A594DF7-0CEF-1C65-B1C1-4F97EB40299D}"/>
                    </a:ext>
                  </a:extLst>
                </p14:cNvPr>
                <p14:cNvContentPartPr/>
                <p14:nvPr/>
              </p14:nvContentPartPr>
              <p14:xfrm>
                <a:off x="7816421" y="2859525"/>
                <a:ext cx="146160" cy="81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A594DF7-0CEF-1C65-B1C1-4F97EB4029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98421" y="2841525"/>
                  <a:ext cx="181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C27E0B5-08E3-C0A4-FEC1-F06F79580956}"/>
                    </a:ext>
                  </a:extLst>
                </p14:cNvPr>
                <p14:cNvContentPartPr/>
                <p14:nvPr/>
              </p14:nvContentPartPr>
              <p14:xfrm>
                <a:off x="7937741" y="2548845"/>
                <a:ext cx="62640" cy="18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C27E0B5-08E3-C0A4-FEC1-F06F7958095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19741" y="2530845"/>
                  <a:ext cx="98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F89265-D38E-149B-5513-33670579A373}"/>
                    </a:ext>
                  </a:extLst>
                </p14:cNvPr>
                <p14:cNvContentPartPr/>
                <p14:nvPr/>
              </p14:nvContentPartPr>
              <p14:xfrm>
                <a:off x="8003261" y="2612925"/>
                <a:ext cx="34200" cy="173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F89265-D38E-149B-5513-33670579A3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85621" y="2595285"/>
                  <a:ext cx="698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F3A0B27-6C13-5977-6471-ACBA9D393008}"/>
                    </a:ext>
                  </a:extLst>
                </p14:cNvPr>
                <p14:cNvContentPartPr/>
                <p14:nvPr/>
              </p14:nvContentPartPr>
              <p14:xfrm>
                <a:off x="7983821" y="2631285"/>
                <a:ext cx="96840" cy="123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F3A0B27-6C13-5977-6471-ACBA9D3930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66181" y="2613645"/>
                  <a:ext cx="132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0EEF8C-66FB-C069-A0CB-5EF3147EB332}"/>
                    </a:ext>
                  </a:extLst>
                </p14:cNvPr>
                <p14:cNvContentPartPr/>
                <p14:nvPr/>
              </p14:nvContentPartPr>
              <p14:xfrm>
                <a:off x="8100821" y="2562165"/>
                <a:ext cx="30960" cy="247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0EEF8C-66FB-C069-A0CB-5EF3147EB3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83181" y="2544525"/>
                  <a:ext cx="666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84BC4B1-E30C-1251-9F7A-17E2BA52B70A}"/>
                    </a:ext>
                  </a:extLst>
                </p14:cNvPr>
                <p14:cNvContentPartPr/>
                <p14:nvPr/>
              </p14:nvContentPartPr>
              <p14:xfrm>
                <a:off x="8287661" y="2936565"/>
                <a:ext cx="1971720" cy="702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84BC4B1-E30C-1251-9F7A-17E2BA52B70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70021" y="2918565"/>
                  <a:ext cx="200736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5E058A-2AFC-5678-5022-E5D9F440DF7E}"/>
                    </a:ext>
                  </a:extLst>
                </p14:cNvPr>
                <p14:cNvContentPartPr/>
                <p14:nvPr/>
              </p14:nvContentPartPr>
              <p14:xfrm>
                <a:off x="8419421" y="2678085"/>
                <a:ext cx="1926720" cy="94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5E058A-2AFC-5678-5022-E5D9F440DF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01421" y="2660085"/>
                  <a:ext cx="196236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8A8FE5-A9E7-EE38-F1D4-D31F760B126F}"/>
                    </a:ext>
                  </a:extLst>
                </p14:cNvPr>
                <p14:cNvContentPartPr/>
                <p14:nvPr/>
              </p14:nvContentPartPr>
              <p14:xfrm>
                <a:off x="10332101" y="2685645"/>
                <a:ext cx="14760" cy="12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8A8FE5-A9E7-EE38-F1D4-D31F760B12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14101" y="2668005"/>
                  <a:ext cx="50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A27213E-0781-0202-069B-634CB7EA3B4B}"/>
                    </a:ext>
                  </a:extLst>
                </p14:cNvPr>
                <p14:cNvContentPartPr/>
                <p14:nvPr/>
              </p14:nvContentPartPr>
              <p14:xfrm>
                <a:off x="8441381" y="3476925"/>
                <a:ext cx="1671840" cy="637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A27213E-0781-0202-069B-634CB7EA3B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23741" y="3459285"/>
                  <a:ext cx="170748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A89CF2-312C-5E8B-B43F-2C3928117701}"/>
                    </a:ext>
                  </a:extLst>
                </p14:cNvPr>
                <p14:cNvContentPartPr/>
                <p14:nvPr/>
              </p14:nvContentPartPr>
              <p14:xfrm>
                <a:off x="9348941" y="4112325"/>
                <a:ext cx="8640" cy="11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A89CF2-312C-5E8B-B43F-2C39281177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31301" y="4094685"/>
                  <a:ext cx="44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6E9297-9D35-19BD-7FA5-B93BE2346F7D}"/>
                    </a:ext>
                  </a:extLst>
                </p14:cNvPr>
                <p14:cNvContentPartPr/>
                <p14:nvPr/>
              </p14:nvContentPartPr>
              <p14:xfrm>
                <a:off x="9328061" y="4096845"/>
                <a:ext cx="28080" cy="236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6E9297-9D35-19BD-7FA5-B93BE2346F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10061" y="4078845"/>
                  <a:ext cx="637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150E84B-B458-71DC-0FC3-F299B9336386}"/>
                    </a:ext>
                  </a:extLst>
                </p14:cNvPr>
                <p14:cNvContentPartPr/>
                <p14:nvPr/>
              </p14:nvContentPartPr>
              <p14:xfrm>
                <a:off x="9246341" y="4109445"/>
                <a:ext cx="170280" cy="101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150E84B-B458-71DC-0FC3-F299B933638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28701" y="4091445"/>
                  <a:ext cx="205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5C446A-2144-7A33-D831-81E6EE8BD333}"/>
                    </a:ext>
                  </a:extLst>
                </p14:cNvPr>
                <p14:cNvContentPartPr/>
                <p14:nvPr/>
              </p14:nvContentPartPr>
              <p14:xfrm>
                <a:off x="9472061" y="4064085"/>
                <a:ext cx="3240" cy="5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5C446A-2144-7A33-D831-81E6EE8BD33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54061" y="4046085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AE59B7-67D9-76B4-6E59-A650B2BFF840}"/>
                    </a:ext>
                  </a:extLst>
                </p14:cNvPr>
                <p14:cNvContentPartPr/>
                <p14:nvPr/>
              </p14:nvContentPartPr>
              <p14:xfrm>
                <a:off x="9725141" y="4045365"/>
                <a:ext cx="891360" cy="339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AE59B7-67D9-76B4-6E59-A650B2BFF8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07141" y="4027725"/>
                  <a:ext cx="9270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2F02F56-4860-2F8D-9146-94C843C22F50}"/>
                    </a:ext>
                  </a:extLst>
                </p14:cNvPr>
                <p14:cNvContentPartPr/>
                <p14:nvPr/>
              </p14:nvContentPartPr>
              <p14:xfrm>
                <a:off x="10172981" y="4391685"/>
                <a:ext cx="68040" cy="75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2F02F56-4860-2F8D-9146-94C843C22F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55341" y="4374045"/>
                  <a:ext cx="103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724137-86D6-1F63-2764-990C7ABD310A}"/>
                    </a:ext>
                  </a:extLst>
                </p14:cNvPr>
                <p14:cNvContentPartPr/>
                <p14:nvPr/>
              </p14:nvContentPartPr>
              <p14:xfrm>
                <a:off x="10316981" y="2580525"/>
                <a:ext cx="52200" cy="20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724137-86D6-1F63-2764-990C7ABD310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99341" y="2562885"/>
                  <a:ext cx="87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B5A0C6B-570C-9632-E5BB-63AD84DB8F91}"/>
                    </a:ext>
                  </a:extLst>
                </p14:cNvPr>
                <p14:cNvContentPartPr/>
                <p14:nvPr/>
              </p14:nvContentPartPr>
              <p14:xfrm>
                <a:off x="10333901" y="2520765"/>
                <a:ext cx="37440" cy="43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B5A0C6B-570C-9632-E5BB-63AD84DB8F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15901" y="2503125"/>
                  <a:ext cx="730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6F296-B7C1-0D69-B666-5BCEF512F0F4}"/>
                    </a:ext>
                  </a:extLst>
                </p14:cNvPr>
                <p14:cNvContentPartPr/>
                <p14:nvPr/>
              </p14:nvContentPartPr>
              <p14:xfrm>
                <a:off x="10257941" y="2554965"/>
                <a:ext cx="90360" cy="68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6F296-B7C1-0D69-B666-5BCEF512F0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39941" y="2536965"/>
                  <a:ext cx="126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3AD1E07-5032-E58E-AE71-75939C661899}"/>
                    </a:ext>
                  </a:extLst>
                </p14:cNvPr>
                <p14:cNvContentPartPr/>
                <p14:nvPr/>
              </p14:nvContentPartPr>
              <p14:xfrm>
                <a:off x="10246061" y="2624805"/>
                <a:ext cx="74520" cy="55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3AD1E07-5032-E58E-AE71-75939C66189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28061" y="2607165"/>
                  <a:ext cx="110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A72F0A-B24D-5DF8-883F-487A5B93D700}"/>
                    </a:ext>
                  </a:extLst>
                </p14:cNvPr>
                <p14:cNvContentPartPr/>
                <p14:nvPr/>
              </p14:nvContentPartPr>
              <p14:xfrm>
                <a:off x="10241381" y="2807325"/>
                <a:ext cx="60840" cy="41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A72F0A-B24D-5DF8-883F-487A5B93D70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23741" y="2789685"/>
                  <a:ext cx="964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56F4A2F-5E42-3390-7061-3D8AEF9840D9}"/>
                    </a:ext>
                  </a:extLst>
                </p14:cNvPr>
                <p14:cNvContentPartPr/>
                <p14:nvPr/>
              </p14:nvContentPartPr>
              <p14:xfrm>
                <a:off x="10137341" y="2658285"/>
                <a:ext cx="185760" cy="258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56F4A2F-5E42-3390-7061-3D8AEF9840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19701" y="2640285"/>
                  <a:ext cx="2214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F88CA74-DD6C-C7D3-915B-53EDC9C8B3BE}"/>
                    </a:ext>
                  </a:extLst>
                </p14:cNvPr>
                <p14:cNvContentPartPr/>
                <p14:nvPr/>
              </p14:nvContentPartPr>
              <p14:xfrm>
                <a:off x="10043741" y="2828565"/>
                <a:ext cx="189720" cy="193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F88CA74-DD6C-C7D3-915B-53EDC9C8B3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25741" y="2810565"/>
                  <a:ext cx="225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73CAE24-4E02-2BFF-CDB7-7C878AF124EC}"/>
                    </a:ext>
                  </a:extLst>
                </p14:cNvPr>
                <p14:cNvContentPartPr/>
                <p14:nvPr/>
              </p14:nvContentPartPr>
              <p14:xfrm>
                <a:off x="10006661" y="2704725"/>
                <a:ext cx="470520" cy="930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3CAE24-4E02-2BFF-CDB7-7C878AF124E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88661" y="2687085"/>
                  <a:ext cx="506160" cy="9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0633FBA-20B6-8130-7522-4FF7F8BBFEF1}"/>
                  </a:ext>
                </a:extLst>
              </p14:cNvPr>
              <p14:cNvContentPartPr/>
              <p14:nvPr/>
            </p14:nvContentPartPr>
            <p14:xfrm>
              <a:off x="1163621" y="2734965"/>
              <a:ext cx="2876040" cy="1436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0633FBA-20B6-8130-7522-4FF7F8BBFEF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45621" y="2717325"/>
                <a:ext cx="291168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9388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E4773F1C-CC3D-4633-9334-3A08B9A9EB5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4"/>
                <a:ext cx="10515600" cy="533540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If function calls are expensive, rather than finding the minimum along a search direction, find a point of 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sufficient decrease</a:t>
                </a:r>
              </a:p>
              <a:p>
                <a:endParaRPr lang="en-US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  <a:p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β∊[</a:t>
                </a:r>
                <a:r>
                  <a:rPr lang="en-US" dirty="0">
                    <a:latin typeface="TeX Gyre Pagella" panose="02000603020200000003" pitchFamily="50" charset="0"/>
                    <a:ea typeface="TeX Gyre Pagella" panose="02000603020200000003" pitchFamily="50" charset="0"/>
                    <a:cs typeface="TeX Gyre Pagella" panose="02000603020200000003" pitchFamily="50" charset="0"/>
                  </a:rPr>
                  <a:t>0,1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], 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usually 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β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=1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×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10</a:t>
                </a:r>
                <a:r>
                  <a:rPr lang="en-US" baseline="30000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-4</a:t>
                </a: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Backtracking line search 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starts with a </a:t>
                </a:r>
                <a:r>
                  <a:rPr lang="en-US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large step and then backs off</a:t>
                </a:r>
                <a:endParaRPr lang="en-US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E4773F1C-CC3D-4633-9334-3A08B9A9E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4"/>
                <a:ext cx="10515600" cy="5335403"/>
              </a:xfrm>
              <a:blipFill>
                <a:blip r:embed="rId2"/>
                <a:stretch>
                  <a:fillRect l="-1043" t="-1712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1D1BEAAF-0AB8-4754-8F61-3B782A49BD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721" t="7081" r="42360" b="88395"/>
          <a:stretch/>
        </p:blipFill>
        <p:spPr>
          <a:xfrm>
            <a:off x="3078126" y="2333881"/>
            <a:ext cx="5619308" cy="92503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D70BD7-15D0-4C4E-9E7A-F93BE6CB79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3721" y="3865628"/>
            <a:ext cx="8300879" cy="232717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B0A5D-F926-4337-8535-1D37F54C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38F6AC-A9E9-7997-112B-6C4F4B65CD9D}"/>
                  </a:ext>
                </a:extLst>
              </p14:cNvPr>
              <p14:cNvContentPartPr/>
              <p14:nvPr/>
            </p14:nvContentPartPr>
            <p14:xfrm>
              <a:off x="3982061" y="2752605"/>
              <a:ext cx="579600" cy="14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38F6AC-A9E9-7997-112B-6C4F4B65CD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28061" y="2644605"/>
                <a:ext cx="68724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530738-31F2-EAA9-87D3-BE4B787037F5}"/>
                  </a:ext>
                </a:extLst>
              </p14:cNvPr>
              <p14:cNvContentPartPr/>
              <p14:nvPr/>
            </p14:nvContentPartPr>
            <p14:xfrm>
              <a:off x="5669021" y="2751525"/>
              <a:ext cx="255600" cy="120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530738-31F2-EAA9-87D3-BE4B787037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5381" y="2643885"/>
                <a:ext cx="36324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A2DBEA1-7408-4191-ACBB-63261C5AF07E}"/>
                  </a:ext>
                </a:extLst>
              </p14:cNvPr>
              <p14:cNvContentPartPr/>
              <p14:nvPr/>
            </p14:nvContentPartPr>
            <p14:xfrm>
              <a:off x="6936221" y="2846205"/>
              <a:ext cx="559800" cy="251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A2DBEA1-7408-4191-ACBB-63261C5AF07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82581" y="2738565"/>
                <a:ext cx="66744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AA918DF-C8EB-AEF6-E2E2-C57008D8D56A}"/>
                  </a:ext>
                </a:extLst>
              </p14:cNvPr>
              <p14:cNvContentPartPr/>
              <p14:nvPr/>
            </p14:nvContentPartPr>
            <p14:xfrm>
              <a:off x="7897061" y="2749365"/>
              <a:ext cx="388440" cy="26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AA918DF-C8EB-AEF6-E2E2-C57008D8D56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43061" y="2641725"/>
                <a:ext cx="49608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E5AF6A-4AB5-9A7A-137C-D3CEB8E19AF7}"/>
                  </a:ext>
                </a:extLst>
              </p14:cNvPr>
              <p14:cNvContentPartPr/>
              <p14:nvPr/>
            </p14:nvContentPartPr>
            <p14:xfrm>
              <a:off x="6700781" y="2844045"/>
              <a:ext cx="144720" cy="197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E5AF6A-4AB5-9A7A-137C-D3CEB8E19A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6781" y="2736405"/>
                <a:ext cx="25236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59EDC2A-1F60-3028-211C-0E82176C345D}"/>
                  </a:ext>
                </a:extLst>
              </p14:cNvPr>
              <p14:cNvContentPartPr/>
              <p14:nvPr/>
            </p14:nvContentPartPr>
            <p14:xfrm>
              <a:off x="6406301" y="2767005"/>
              <a:ext cx="225720" cy="365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59EDC2A-1F60-3028-211C-0E82176C34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52301" y="2659005"/>
                <a:ext cx="33336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6E7004-A733-C319-1717-9DB0DE584C9F}"/>
                  </a:ext>
                </a:extLst>
              </p14:cNvPr>
              <p14:cNvContentPartPr/>
              <p14:nvPr/>
            </p14:nvContentPartPr>
            <p14:xfrm>
              <a:off x="1505621" y="3244005"/>
              <a:ext cx="756360" cy="471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6E7004-A733-C319-1717-9DB0DE584C9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51621" y="3136365"/>
                <a:ext cx="864000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A12D60C-D6A7-F629-B8B6-CB67ABEE74A3}"/>
                  </a:ext>
                </a:extLst>
              </p14:cNvPr>
              <p14:cNvContentPartPr/>
              <p14:nvPr/>
            </p14:nvContentPartPr>
            <p14:xfrm>
              <a:off x="5163941" y="3082365"/>
              <a:ext cx="881640" cy="173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A12D60C-D6A7-F629-B8B6-CB67ABEE74A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154941" y="3073725"/>
                <a:ext cx="8992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BCC07DD-7B6F-F9DE-2328-CAC5A99D692E}"/>
                  </a:ext>
                </a:extLst>
              </p14:cNvPr>
              <p14:cNvContentPartPr/>
              <p14:nvPr/>
            </p14:nvContentPartPr>
            <p14:xfrm>
              <a:off x="6688901" y="3114405"/>
              <a:ext cx="20160" cy="162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BCC07DD-7B6F-F9DE-2328-CAC5A99D69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79901" y="3105765"/>
                <a:ext cx="378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01875EF-1B82-1B64-DCC8-3B252C5A788E}"/>
                  </a:ext>
                </a:extLst>
              </p14:cNvPr>
              <p14:cNvContentPartPr/>
              <p14:nvPr/>
            </p14:nvContentPartPr>
            <p14:xfrm>
              <a:off x="6384341" y="3150045"/>
              <a:ext cx="507960" cy="227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01875EF-1B82-1B64-DCC8-3B252C5A788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75341" y="3141045"/>
                <a:ext cx="525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539FC2-2884-E396-9E91-D0243381038C}"/>
                  </a:ext>
                </a:extLst>
              </p14:cNvPr>
              <p14:cNvContentPartPr/>
              <p14:nvPr/>
            </p14:nvContentPartPr>
            <p14:xfrm>
              <a:off x="3825461" y="4639005"/>
              <a:ext cx="2160" cy="2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539FC2-2884-E396-9E91-D0243381038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16821" y="4630365"/>
                <a:ext cx="198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1D9CFC2-523D-399C-A73B-E31B17164C99}"/>
                  </a:ext>
                </a:extLst>
              </p14:cNvPr>
              <p14:cNvContentPartPr/>
              <p14:nvPr/>
            </p14:nvContentPartPr>
            <p14:xfrm>
              <a:off x="4185461" y="4727925"/>
              <a:ext cx="1661760" cy="354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1D9CFC2-523D-399C-A73B-E31B17164C9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176821" y="4718925"/>
                <a:ext cx="167940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9A3D7D7-F767-4EA9-01F6-DD786ED29A36}"/>
                  </a:ext>
                </a:extLst>
              </p14:cNvPr>
              <p14:cNvContentPartPr/>
              <p14:nvPr/>
            </p14:nvContentPartPr>
            <p14:xfrm>
              <a:off x="3862901" y="4558365"/>
              <a:ext cx="36000" cy="7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9A3D7D7-F767-4EA9-01F6-DD786ED29A3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53901" y="4549365"/>
                <a:ext cx="5364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7A7375D-9B85-517C-14BD-52C68DEF3F2A}"/>
              </a:ext>
            </a:extLst>
          </p:cNvPr>
          <p:cNvGrpSpPr/>
          <p:nvPr/>
        </p:nvGrpSpPr>
        <p:grpSpPr>
          <a:xfrm>
            <a:off x="4885661" y="4136085"/>
            <a:ext cx="1112760" cy="406440"/>
            <a:chOff x="4885661" y="4136085"/>
            <a:chExt cx="111276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2E774C-6127-8B1A-7656-E91C373EE263}"/>
                    </a:ext>
                  </a:extLst>
                </p14:cNvPr>
                <p14:cNvContentPartPr/>
                <p14:nvPr/>
              </p14:nvContentPartPr>
              <p14:xfrm>
                <a:off x="4885661" y="4518405"/>
                <a:ext cx="65880" cy="2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2E774C-6127-8B1A-7656-E91C373EE2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77021" y="4509765"/>
                  <a:ext cx="83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F2281C7-AA92-6FC9-2C45-45D1C3697B3C}"/>
                    </a:ext>
                  </a:extLst>
                </p14:cNvPr>
                <p14:cNvContentPartPr/>
                <p14:nvPr/>
              </p14:nvContentPartPr>
              <p14:xfrm>
                <a:off x="5987981" y="4522365"/>
                <a:ext cx="10440" cy="6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F2281C7-AA92-6FC9-2C45-45D1C3697B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79341" y="4513725"/>
                  <a:ext cx="28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3F1927E-753E-2907-7549-73D0F233532E}"/>
                    </a:ext>
                  </a:extLst>
                </p14:cNvPr>
                <p14:cNvContentPartPr/>
                <p14:nvPr/>
              </p14:nvContentPartPr>
              <p14:xfrm>
                <a:off x="5518541" y="4162365"/>
                <a:ext cx="101160" cy="283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3F1927E-753E-2907-7549-73D0F23353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09901" y="4153725"/>
                  <a:ext cx="118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898A9F-AC06-511D-1CEA-7CCC67AD3781}"/>
                    </a:ext>
                  </a:extLst>
                </p14:cNvPr>
                <p14:cNvContentPartPr/>
                <p14:nvPr/>
              </p14:nvContentPartPr>
              <p14:xfrm>
                <a:off x="5348261" y="4136085"/>
                <a:ext cx="255960" cy="375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898A9F-AC06-511D-1CEA-7CCC67AD378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39261" y="4127085"/>
                  <a:ext cx="27360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B386AFC-5E2F-CCD3-8DA6-25CE6CEB112C}"/>
              </a:ext>
            </a:extLst>
          </p:cNvPr>
          <p:cNvGrpSpPr/>
          <p:nvPr/>
        </p:nvGrpSpPr>
        <p:grpSpPr>
          <a:xfrm>
            <a:off x="3314981" y="2484045"/>
            <a:ext cx="5228280" cy="1270080"/>
            <a:chOff x="3314981" y="2484045"/>
            <a:chExt cx="5228280" cy="12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EB7B07-FECA-925A-C466-906DEDB4AF07}"/>
                    </a:ext>
                  </a:extLst>
                </p14:cNvPr>
                <p14:cNvContentPartPr/>
                <p14:nvPr/>
              </p14:nvContentPartPr>
              <p14:xfrm>
                <a:off x="6942341" y="3208005"/>
                <a:ext cx="1279080" cy="187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EB7B07-FECA-925A-C466-906DEDB4AF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33341" y="3199365"/>
                  <a:ext cx="1296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0C1C66-390D-8366-4AC3-07E6FA791C44}"/>
                    </a:ext>
                  </a:extLst>
                </p14:cNvPr>
                <p14:cNvContentPartPr/>
                <p14:nvPr/>
              </p14:nvContentPartPr>
              <p14:xfrm>
                <a:off x="7628141" y="3543165"/>
                <a:ext cx="182880" cy="37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0C1C66-390D-8366-4AC3-07E6FA791C4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19501" y="3534165"/>
                  <a:ext cx="200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F6BDC3B-8F9B-B4DF-D559-80E61A077846}"/>
                    </a:ext>
                  </a:extLst>
                </p14:cNvPr>
                <p14:cNvContentPartPr/>
                <p14:nvPr/>
              </p14:nvContentPartPr>
              <p14:xfrm>
                <a:off x="6665141" y="3183525"/>
                <a:ext cx="193680" cy="92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F6BDC3B-8F9B-B4DF-D559-80E61A07784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56141" y="3174525"/>
                  <a:ext cx="211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666206-F401-17E0-36D5-781C0B7EA816}"/>
                    </a:ext>
                  </a:extLst>
                </p14:cNvPr>
                <p14:cNvContentPartPr/>
                <p14:nvPr/>
              </p14:nvContentPartPr>
              <p14:xfrm>
                <a:off x="6317381" y="3245085"/>
                <a:ext cx="237240" cy="132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666206-F401-17E0-36D5-781C0B7EA81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08381" y="3236085"/>
                  <a:ext cx="254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D9585B-9D84-B2FE-BBCC-38853E574088}"/>
                    </a:ext>
                  </a:extLst>
                </p14:cNvPr>
                <p14:cNvContentPartPr/>
                <p14:nvPr/>
              </p14:nvContentPartPr>
              <p14:xfrm>
                <a:off x="6846221" y="3124845"/>
                <a:ext cx="51480" cy="30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D9585B-9D84-B2FE-BBCC-38853E5740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37581" y="3116205"/>
                  <a:ext cx="69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F22034-5789-9D9F-74AF-944E8F8239F3}"/>
                    </a:ext>
                  </a:extLst>
                </p14:cNvPr>
                <p14:cNvContentPartPr/>
                <p14:nvPr/>
              </p14:nvContentPartPr>
              <p14:xfrm>
                <a:off x="4076381" y="3061125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F22034-5789-9D9F-74AF-944E8F8239F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67741" y="305248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F67348-187B-937C-7B35-6E09A92667B7}"/>
                    </a:ext>
                  </a:extLst>
                </p14:cNvPr>
                <p14:cNvContentPartPr/>
                <p14:nvPr/>
              </p14:nvContentPartPr>
              <p14:xfrm>
                <a:off x="4250621" y="2968605"/>
                <a:ext cx="24480" cy="3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F67348-187B-937C-7B35-6E09A92667B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41621" y="2959965"/>
                  <a:ext cx="42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9CC06D-9CBF-90AB-5DD9-7EAE08DE328F}"/>
                    </a:ext>
                  </a:extLst>
                </p14:cNvPr>
                <p14:cNvContentPartPr/>
                <p14:nvPr/>
              </p14:nvContentPartPr>
              <p14:xfrm>
                <a:off x="6815261" y="3097845"/>
                <a:ext cx="2160" cy="1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9CC06D-9CBF-90AB-5DD9-7EAE08DE328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06621" y="3088845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BDDE015-F7A4-ECE2-0424-8406C95D3129}"/>
                    </a:ext>
                  </a:extLst>
                </p14:cNvPr>
                <p14:cNvContentPartPr/>
                <p14:nvPr/>
              </p14:nvContentPartPr>
              <p14:xfrm>
                <a:off x="6463181" y="3109725"/>
                <a:ext cx="12240" cy="33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BDDE015-F7A4-ECE2-0424-8406C95D312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54181" y="3100725"/>
                  <a:ext cx="29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83669C8-0E72-020E-A808-94CEC182BB88}"/>
                    </a:ext>
                  </a:extLst>
                </p14:cNvPr>
                <p14:cNvContentPartPr/>
                <p14:nvPr/>
              </p14:nvContentPartPr>
              <p14:xfrm>
                <a:off x="3364661" y="2678085"/>
                <a:ext cx="161640" cy="531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83669C8-0E72-020E-A808-94CEC182BB8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56021" y="2669445"/>
                  <a:ext cx="1792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579005F-5025-68D6-9245-22ADBC4AC703}"/>
                    </a:ext>
                  </a:extLst>
                </p14:cNvPr>
                <p14:cNvContentPartPr/>
                <p14:nvPr/>
              </p14:nvContentPartPr>
              <p14:xfrm>
                <a:off x="3314981" y="2484045"/>
                <a:ext cx="5228280" cy="1270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579005F-5025-68D6-9245-22ADBC4AC70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06341" y="2475405"/>
                  <a:ext cx="5245920" cy="128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5519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FD7AA-0B05-0C28-AF29-D0AF04B2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97710"/>
            <a:ext cx="10905066" cy="286257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C6EFB-4867-F456-4225-0B94AB6D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0A8AA7-E1E5-9115-9052-81817E2CCAC6}"/>
                  </a:ext>
                </a:extLst>
              </p14:cNvPr>
              <p14:cNvContentPartPr/>
              <p14:nvPr/>
            </p14:nvContentPartPr>
            <p14:xfrm>
              <a:off x="5851181" y="2743965"/>
              <a:ext cx="125280" cy="6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0A8AA7-E1E5-9115-9052-81817E2CCA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2181" y="2735325"/>
                <a:ext cx="1429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BDB091-4A62-80CC-BF80-3BE7CA91F2F7}"/>
                  </a:ext>
                </a:extLst>
              </p14:cNvPr>
              <p14:cNvContentPartPr/>
              <p14:nvPr/>
            </p14:nvContentPartPr>
            <p14:xfrm>
              <a:off x="6215141" y="2711205"/>
              <a:ext cx="268560" cy="104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BDB091-4A62-80CC-BF80-3BE7CA91F2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06141" y="2702565"/>
                <a:ext cx="286200" cy="12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2874E8A-4016-291D-93AE-C4FBD5D27218}"/>
              </a:ext>
            </a:extLst>
          </p:cNvPr>
          <p:cNvGrpSpPr/>
          <p:nvPr/>
        </p:nvGrpSpPr>
        <p:grpSpPr>
          <a:xfrm>
            <a:off x="6724901" y="2718765"/>
            <a:ext cx="598680" cy="115920"/>
            <a:chOff x="6724901" y="2718765"/>
            <a:chExt cx="59868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3748BA1-C2C9-14B8-AF84-B86FE3DC1A1B}"/>
                    </a:ext>
                  </a:extLst>
                </p14:cNvPr>
                <p14:cNvContentPartPr/>
                <p14:nvPr/>
              </p14:nvContentPartPr>
              <p14:xfrm>
                <a:off x="6724901" y="2718765"/>
                <a:ext cx="223200" cy="99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3748BA1-C2C9-14B8-AF84-B86FE3DC1A1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16261" y="2710125"/>
                  <a:ext cx="240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5C5D17-B0A1-6488-1FA4-C8E644565E52}"/>
                    </a:ext>
                  </a:extLst>
                </p14:cNvPr>
                <p14:cNvContentPartPr/>
                <p14:nvPr/>
              </p14:nvContentPartPr>
              <p14:xfrm>
                <a:off x="7142861" y="2742885"/>
                <a:ext cx="180720" cy="9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5C5D17-B0A1-6488-1FA4-C8E644565E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33861" y="2733885"/>
                  <a:ext cx="19836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7393ECE-7180-3663-CEFC-9E56561679F0}"/>
                  </a:ext>
                </a:extLst>
              </p14:cNvPr>
              <p14:cNvContentPartPr/>
              <p14:nvPr/>
            </p14:nvContentPartPr>
            <p14:xfrm>
              <a:off x="7582421" y="2725965"/>
              <a:ext cx="200160" cy="87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7393ECE-7180-3663-CEFC-9E56561679F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73421" y="2717325"/>
                <a:ext cx="21780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F921AD8-384F-0BD3-D9D2-5A18E5147E27}"/>
              </a:ext>
            </a:extLst>
          </p:cNvPr>
          <p:cNvGrpSpPr/>
          <p:nvPr/>
        </p:nvGrpSpPr>
        <p:grpSpPr>
          <a:xfrm>
            <a:off x="8075621" y="2692845"/>
            <a:ext cx="510480" cy="124920"/>
            <a:chOff x="8075621" y="2692845"/>
            <a:chExt cx="51048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AEC408B-C75E-6936-3930-895F1D04E637}"/>
                    </a:ext>
                  </a:extLst>
                </p14:cNvPr>
                <p14:cNvContentPartPr/>
                <p14:nvPr/>
              </p14:nvContentPartPr>
              <p14:xfrm>
                <a:off x="8075621" y="2692845"/>
                <a:ext cx="493560" cy="90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AEC408B-C75E-6936-3930-895F1D04E6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66981" y="2683845"/>
                  <a:ext cx="511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696B4E2-B90E-666F-1412-E2EA56119881}"/>
                    </a:ext>
                  </a:extLst>
                </p14:cNvPr>
                <p14:cNvContentPartPr/>
                <p14:nvPr/>
              </p14:nvContentPartPr>
              <p14:xfrm>
                <a:off x="8162741" y="2723805"/>
                <a:ext cx="423360" cy="93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696B4E2-B90E-666F-1412-E2EA561198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53741" y="2714805"/>
                  <a:ext cx="44100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FF1B45A-ED92-B523-3A74-B531DA1E1A2A}"/>
                  </a:ext>
                </a:extLst>
              </p14:cNvPr>
              <p14:cNvContentPartPr/>
              <p14:nvPr/>
            </p14:nvContentPartPr>
            <p14:xfrm>
              <a:off x="2398421" y="3504645"/>
              <a:ext cx="940680" cy="1429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FF1B45A-ED92-B523-3A74-B531DA1E1A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389781" y="3496005"/>
                <a:ext cx="95832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407760C-E2DA-370A-2883-FC8C7F88D2F8}"/>
              </a:ext>
            </a:extLst>
          </p:cNvPr>
          <p:cNvGrpSpPr/>
          <p:nvPr/>
        </p:nvGrpSpPr>
        <p:grpSpPr>
          <a:xfrm>
            <a:off x="8992901" y="2684925"/>
            <a:ext cx="484920" cy="112320"/>
            <a:chOff x="8992901" y="2684925"/>
            <a:chExt cx="48492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A6916B-5F58-E7D2-7294-6EC377953BBF}"/>
                    </a:ext>
                  </a:extLst>
                </p14:cNvPr>
                <p14:cNvContentPartPr/>
                <p14:nvPr/>
              </p14:nvContentPartPr>
              <p14:xfrm>
                <a:off x="8992901" y="2684925"/>
                <a:ext cx="484920" cy="70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A6916B-5F58-E7D2-7294-6EC377953B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84261" y="2675925"/>
                  <a:ext cx="5025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3AAA19-7BF7-0B92-A6F8-37B746116556}"/>
                    </a:ext>
                  </a:extLst>
                </p14:cNvPr>
                <p14:cNvContentPartPr/>
                <p14:nvPr/>
              </p14:nvContentPartPr>
              <p14:xfrm>
                <a:off x="9087221" y="2749365"/>
                <a:ext cx="324720" cy="47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3AAA19-7BF7-0B92-A6F8-37B74611655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78221" y="2740725"/>
                  <a:ext cx="342360" cy="6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9462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BEBE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3D7232-C176-5F43-57D1-2A678FB4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13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D2ADA8-35C2-487C-5106-DAF681253A27}"/>
              </a:ext>
            </a:extLst>
          </p:cNvPr>
          <p:cNvGrpSpPr/>
          <p:nvPr/>
        </p:nvGrpSpPr>
        <p:grpSpPr>
          <a:xfrm>
            <a:off x="449741" y="122445"/>
            <a:ext cx="1514160" cy="408600"/>
            <a:chOff x="449741" y="122445"/>
            <a:chExt cx="151416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4F844F5-EB2E-37AA-4117-9D4659D7919E}"/>
                    </a:ext>
                  </a:extLst>
                </p14:cNvPr>
                <p14:cNvContentPartPr/>
                <p14:nvPr/>
              </p14:nvContentPartPr>
              <p14:xfrm>
                <a:off x="458021" y="122445"/>
                <a:ext cx="139320" cy="408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4F844F5-EB2E-37AA-4117-9D4659D7919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9021" y="113445"/>
                  <a:ext cx="15696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FE3E42-0E3A-F0B5-08FC-D6ACF9EF295A}"/>
                    </a:ext>
                  </a:extLst>
                </p14:cNvPr>
                <p14:cNvContentPartPr/>
                <p14:nvPr/>
              </p14:nvContentPartPr>
              <p14:xfrm>
                <a:off x="449741" y="340965"/>
                <a:ext cx="146880" cy="5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FE3E42-0E3A-F0B5-08FC-D6ACF9EF29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101" y="331965"/>
                  <a:ext cx="164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51C82C-94BC-7063-F9BF-8D8B5E492247}"/>
                    </a:ext>
                  </a:extLst>
                </p14:cNvPr>
                <p14:cNvContentPartPr/>
                <p14:nvPr/>
              </p14:nvContentPartPr>
              <p14:xfrm>
                <a:off x="653501" y="130005"/>
                <a:ext cx="78120" cy="262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51C82C-94BC-7063-F9BF-8D8B5E4922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4501" y="121365"/>
                  <a:ext cx="957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FEC98D-04B2-44D9-04D4-6F90FB16D953}"/>
                    </a:ext>
                  </a:extLst>
                </p14:cNvPr>
                <p14:cNvContentPartPr/>
                <p14:nvPr/>
              </p14:nvContentPartPr>
              <p14:xfrm>
                <a:off x="861581" y="203085"/>
                <a:ext cx="145080" cy="165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FEC98D-04B2-44D9-04D4-6F90FB16D9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2581" y="194085"/>
                  <a:ext cx="162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37D694-88F8-0250-21FC-153F018B35B6}"/>
                    </a:ext>
                  </a:extLst>
                </p14:cNvPr>
                <p14:cNvContentPartPr/>
                <p14:nvPr/>
              </p14:nvContentPartPr>
              <p14:xfrm>
                <a:off x="892901" y="297405"/>
                <a:ext cx="101160" cy="16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37D694-88F8-0250-21FC-153F018B35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4261" y="288765"/>
                  <a:ext cx="118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39EDD6-6E82-304F-66AB-D15721A8D015}"/>
                    </a:ext>
                  </a:extLst>
                </p14:cNvPr>
                <p14:cNvContentPartPr/>
                <p14:nvPr/>
              </p14:nvContentPartPr>
              <p14:xfrm>
                <a:off x="1059581" y="299925"/>
                <a:ext cx="38160" cy="90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39EDD6-6E82-304F-66AB-D15721A8D0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0941" y="290925"/>
                  <a:ext cx="55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700E25-41CC-1082-84CB-E701B9A4886C}"/>
                    </a:ext>
                  </a:extLst>
                </p14:cNvPr>
                <p14:cNvContentPartPr/>
                <p14:nvPr/>
              </p14:nvContentPartPr>
              <p14:xfrm>
                <a:off x="1167941" y="318285"/>
                <a:ext cx="48600" cy="99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700E25-41CC-1082-84CB-E701B9A488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8941" y="309645"/>
                  <a:ext cx="66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5C85B9-9B07-48A5-1812-38DE9C5559A8}"/>
                    </a:ext>
                  </a:extLst>
                </p14:cNvPr>
                <p14:cNvContentPartPr/>
                <p14:nvPr/>
              </p14:nvContentPartPr>
              <p14:xfrm>
                <a:off x="1250741" y="187965"/>
                <a:ext cx="183600" cy="173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5C85B9-9B07-48A5-1812-38DE9C5559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41741" y="178965"/>
                  <a:ext cx="201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510316-22A9-1CA4-5581-C537F0EB6DA4}"/>
                    </a:ext>
                  </a:extLst>
                </p14:cNvPr>
                <p14:cNvContentPartPr/>
                <p14:nvPr/>
              </p14:nvContentPartPr>
              <p14:xfrm>
                <a:off x="1300781" y="291645"/>
                <a:ext cx="130680" cy="33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510316-22A9-1CA4-5581-C537F0EB6D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2141" y="282645"/>
                  <a:ext cx="148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E46CD4-5E73-AF60-8559-ED4A72AC7AF5}"/>
                    </a:ext>
                  </a:extLst>
                </p14:cNvPr>
                <p14:cNvContentPartPr/>
                <p14:nvPr/>
              </p14:nvContentPartPr>
              <p14:xfrm>
                <a:off x="1462421" y="360405"/>
                <a:ext cx="149760" cy="114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E46CD4-5E73-AF60-8559-ED4A72AC7A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53421" y="351405"/>
                  <a:ext cx="167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FE38A7-5306-A787-57B5-540DF1AF4DFF}"/>
                    </a:ext>
                  </a:extLst>
                </p14:cNvPr>
                <p14:cNvContentPartPr/>
                <p14:nvPr/>
              </p14:nvContentPartPr>
              <p14:xfrm>
                <a:off x="1714781" y="134325"/>
                <a:ext cx="73080" cy="282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FE38A7-5306-A787-57B5-540DF1AF4D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06141" y="125685"/>
                  <a:ext cx="90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B8A34E-6128-D122-1259-D908425B5C84}"/>
                    </a:ext>
                  </a:extLst>
                </p14:cNvPr>
                <p14:cNvContentPartPr/>
                <p14:nvPr/>
              </p14:nvContentPartPr>
              <p14:xfrm>
                <a:off x="1881101" y="292725"/>
                <a:ext cx="82800" cy="56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B8A34E-6128-D122-1259-D908425B5C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72461" y="284085"/>
                  <a:ext cx="10044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289DA0-D291-BA9E-9969-B494817A4B6F}"/>
              </a:ext>
            </a:extLst>
          </p:cNvPr>
          <p:cNvGrpSpPr/>
          <p:nvPr/>
        </p:nvGrpSpPr>
        <p:grpSpPr>
          <a:xfrm>
            <a:off x="2279621" y="71685"/>
            <a:ext cx="556200" cy="369720"/>
            <a:chOff x="2279621" y="71685"/>
            <a:chExt cx="55620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6E99D2-BDFB-2F28-283A-D8357E89BD3C}"/>
                    </a:ext>
                  </a:extLst>
                </p14:cNvPr>
                <p14:cNvContentPartPr/>
                <p14:nvPr/>
              </p14:nvContentPartPr>
              <p14:xfrm>
                <a:off x="2279621" y="177885"/>
                <a:ext cx="172440" cy="179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C6E99D2-BDFB-2F28-283A-D8357E89BD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0981" y="168885"/>
                  <a:ext cx="190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1C0FEF-782E-13AF-E566-4D2B7D1E5033}"/>
                    </a:ext>
                  </a:extLst>
                </p14:cNvPr>
                <p14:cNvContentPartPr/>
                <p14:nvPr/>
              </p14:nvContentPartPr>
              <p14:xfrm>
                <a:off x="2319221" y="282285"/>
                <a:ext cx="141120" cy="60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1C0FEF-782E-13AF-E566-4D2B7D1E503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10581" y="273285"/>
                  <a:ext cx="158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B32828-AB21-19EA-9212-1E2D3BCE9F03}"/>
                    </a:ext>
                  </a:extLst>
                </p14:cNvPr>
                <p14:cNvContentPartPr/>
                <p14:nvPr/>
              </p14:nvContentPartPr>
              <p14:xfrm>
                <a:off x="2511821" y="329445"/>
                <a:ext cx="21240" cy="111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B32828-AB21-19EA-9212-1E2D3BCE9F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03181" y="320445"/>
                  <a:ext cx="38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738F99-D931-AA90-AF8D-08C088390B64}"/>
                    </a:ext>
                  </a:extLst>
                </p14:cNvPr>
                <p14:cNvContentPartPr/>
                <p14:nvPr/>
              </p14:nvContentPartPr>
              <p14:xfrm>
                <a:off x="2560421" y="71685"/>
                <a:ext cx="95040" cy="93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738F99-D931-AA90-AF8D-08C088390B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51781" y="62685"/>
                  <a:ext cx="112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9E13AE-DCDF-1737-6C24-C219F5724BB6}"/>
                    </a:ext>
                  </a:extLst>
                </p14:cNvPr>
                <p14:cNvContentPartPr/>
                <p14:nvPr/>
              </p14:nvContentPartPr>
              <p14:xfrm>
                <a:off x="2764901" y="159885"/>
                <a:ext cx="20520" cy="154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9E13AE-DCDF-1737-6C24-C219F5724B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56261" y="150885"/>
                  <a:ext cx="38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A071A2-17FD-23FC-723C-19EFE6AC5740}"/>
                    </a:ext>
                  </a:extLst>
                </p14:cNvPr>
                <p14:cNvContentPartPr/>
                <p14:nvPr/>
              </p14:nvContentPartPr>
              <p14:xfrm>
                <a:off x="2728541" y="235485"/>
                <a:ext cx="107280" cy="43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A071A2-17FD-23FC-723C-19EFE6AC57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19541" y="226485"/>
                  <a:ext cx="12492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6AA4B5-01B2-01F4-A897-A1BB4FA60A40}"/>
              </a:ext>
            </a:extLst>
          </p:cNvPr>
          <p:cNvGrpSpPr/>
          <p:nvPr/>
        </p:nvGrpSpPr>
        <p:grpSpPr>
          <a:xfrm>
            <a:off x="3047141" y="129645"/>
            <a:ext cx="793080" cy="288360"/>
            <a:chOff x="3047141" y="129645"/>
            <a:chExt cx="79308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D48306-66D2-2B91-28DA-F99330CC8967}"/>
                    </a:ext>
                  </a:extLst>
                </p14:cNvPr>
                <p14:cNvContentPartPr/>
                <p14:nvPr/>
              </p14:nvContentPartPr>
              <p14:xfrm>
                <a:off x="3047141" y="129645"/>
                <a:ext cx="137160" cy="180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D48306-66D2-2B91-28DA-F99330CC89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38141" y="121005"/>
                  <a:ext cx="154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FDF24BA-348F-9375-444A-3C61AAC84818}"/>
                    </a:ext>
                  </a:extLst>
                </p14:cNvPr>
                <p14:cNvContentPartPr/>
                <p14:nvPr/>
              </p14:nvContentPartPr>
              <p14:xfrm>
                <a:off x="3064421" y="246645"/>
                <a:ext cx="93960" cy="24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DF24BA-348F-9375-444A-3C61AAC848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55421" y="238005"/>
                  <a:ext cx="111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2D02D4-DE14-E2B4-CBB3-A0BA165112FE}"/>
                    </a:ext>
                  </a:extLst>
                </p14:cNvPr>
                <p14:cNvContentPartPr/>
                <p14:nvPr/>
              </p14:nvContentPartPr>
              <p14:xfrm>
                <a:off x="3209501" y="258165"/>
                <a:ext cx="49320" cy="120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2D02D4-DE14-E2B4-CBB3-A0BA165112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00861" y="249165"/>
                  <a:ext cx="669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704EE2-E4C4-D8D4-ACE1-8D4ADCD85DBD}"/>
                    </a:ext>
                  </a:extLst>
                </p14:cNvPr>
                <p14:cNvContentPartPr/>
                <p14:nvPr/>
              </p14:nvContentPartPr>
              <p14:xfrm>
                <a:off x="3346661" y="152685"/>
                <a:ext cx="163080" cy="149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704EE2-E4C4-D8D4-ACE1-8D4ADCD85D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37661" y="144045"/>
                  <a:ext cx="180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ECC6F7-D52F-BF88-CB88-F8464F21E9D3}"/>
                    </a:ext>
                  </a:extLst>
                </p14:cNvPr>
                <p14:cNvContentPartPr/>
                <p14:nvPr/>
              </p14:nvContentPartPr>
              <p14:xfrm>
                <a:off x="3401741" y="236565"/>
                <a:ext cx="97920" cy="26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ECC6F7-D52F-BF88-CB88-F8464F21E9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93101" y="227925"/>
                  <a:ext cx="115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2E6098C-25F9-A96F-248E-669D0969F461}"/>
                    </a:ext>
                  </a:extLst>
                </p14:cNvPr>
                <p14:cNvContentPartPr/>
                <p14:nvPr/>
              </p14:nvContentPartPr>
              <p14:xfrm>
                <a:off x="3543941" y="297045"/>
                <a:ext cx="130680" cy="120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2E6098C-25F9-A96F-248E-669D0969F4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34941" y="288405"/>
                  <a:ext cx="148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9CC378C-7A12-2225-DAB0-87A4D39FF8CC}"/>
                    </a:ext>
                  </a:extLst>
                </p14:cNvPr>
                <p14:cNvContentPartPr/>
                <p14:nvPr/>
              </p14:nvContentPartPr>
              <p14:xfrm>
                <a:off x="3825461" y="183645"/>
                <a:ext cx="7920" cy="132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9CC378C-7A12-2225-DAB0-87A4D39FF8C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16461" y="174645"/>
                  <a:ext cx="25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14201B-7879-E6A9-321A-CCF40E53441D}"/>
                    </a:ext>
                  </a:extLst>
                </p14:cNvPr>
                <p14:cNvContentPartPr/>
                <p14:nvPr/>
              </p14:nvContentPartPr>
              <p14:xfrm>
                <a:off x="3729341" y="237645"/>
                <a:ext cx="110880" cy="1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14201B-7879-E6A9-321A-CCF40E5344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20341" y="229005"/>
                  <a:ext cx="1285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52DFD2-E200-F15D-D662-138A1F53EFF0}"/>
              </a:ext>
            </a:extLst>
          </p:cNvPr>
          <p:cNvGrpSpPr/>
          <p:nvPr/>
        </p:nvGrpSpPr>
        <p:grpSpPr>
          <a:xfrm>
            <a:off x="4068461" y="46125"/>
            <a:ext cx="409320" cy="391320"/>
            <a:chOff x="4068461" y="46125"/>
            <a:chExt cx="40932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ED9A29-DA57-FFCF-AFA8-6D20B5B784A3}"/>
                    </a:ext>
                  </a:extLst>
                </p14:cNvPr>
                <p14:cNvContentPartPr/>
                <p14:nvPr/>
              </p14:nvContentPartPr>
              <p14:xfrm>
                <a:off x="4068461" y="133965"/>
                <a:ext cx="162360" cy="188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ED9A29-DA57-FFCF-AFA8-6D20B5B784A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59821" y="124965"/>
                  <a:ext cx="180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767F86-765E-2783-BA24-0AC9AF2BDB84}"/>
                    </a:ext>
                  </a:extLst>
                </p14:cNvPr>
                <p14:cNvContentPartPr/>
                <p14:nvPr/>
              </p14:nvContentPartPr>
              <p14:xfrm>
                <a:off x="4126061" y="241245"/>
                <a:ext cx="109080" cy="23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767F86-765E-2783-BA24-0AC9AF2BDB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7421" y="232245"/>
                  <a:ext cx="126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B965844-600E-AEFA-6DCB-540F91971DED}"/>
                    </a:ext>
                  </a:extLst>
                </p14:cNvPr>
                <p14:cNvContentPartPr/>
                <p14:nvPr/>
              </p14:nvContentPartPr>
              <p14:xfrm>
                <a:off x="4259621" y="317925"/>
                <a:ext cx="118080" cy="119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B965844-600E-AEFA-6DCB-540F91971D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50621" y="309285"/>
                  <a:ext cx="135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F453C7-0C13-A408-13C9-C789F0094834}"/>
                    </a:ext>
                  </a:extLst>
                </p14:cNvPr>
                <p14:cNvContentPartPr/>
                <p14:nvPr/>
              </p14:nvContentPartPr>
              <p14:xfrm>
                <a:off x="4380221" y="46125"/>
                <a:ext cx="97560" cy="102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F453C7-0C13-A408-13C9-C789F00948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71221" y="37485"/>
                  <a:ext cx="11520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EE1B8DF-2957-ECBF-C0DB-3450303FC614}"/>
              </a:ext>
            </a:extLst>
          </p:cNvPr>
          <p:cNvGrpSpPr/>
          <p:nvPr/>
        </p:nvGrpSpPr>
        <p:grpSpPr>
          <a:xfrm>
            <a:off x="5623301" y="92565"/>
            <a:ext cx="605520" cy="334800"/>
            <a:chOff x="5623301" y="92565"/>
            <a:chExt cx="60552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D94CAF-F23E-3B2C-B13D-AA6B16BE7F2C}"/>
                    </a:ext>
                  </a:extLst>
                </p14:cNvPr>
                <p14:cNvContentPartPr/>
                <p14:nvPr/>
              </p14:nvContentPartPr>
              <p14:xfrm>
                <a:off x="5623301" y="92565"/>
                <a:ext cx="137880" cy="334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D94CAF-F23E-3B2C-B13D-AA6B16BE7F2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14661" y="83565"/>
                  <a:ext cx="155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62BABB-A435-22B5-DAF1-9EC32A0CF53E}"/>
                    </a:ext>
                  </a:extLst>
                </p14:cNvPr>
                <p14:cNvContentPartPr/>
                <p14:nvPr/>
              </p14:nvContentPartPr>
              <p14:xfrm>
                <a:off x="5630141" y="300645"/>
                <a:ext cx="126720" cy="3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62BABB-A435-22B5-DAF1-9EC32A0CF5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21141" y="292005"/>
                  <a:ext cx="144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0C76B1F-86AB-AC41-F19C-B96C3F20BC4B}"/>
                    </a:ext>
                  </a:extLst>
                </p14:cNvPr>
                <p14:cNvContentPartPr/>
                <p14:nvPr/>
              </p14:nvContentPartPr>
              <p14:xfrm>
                <a:off x="5778821" y="228645"/>
                <a:ext cx="450000" cy="102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0C76B1F-86AB-AC41-F19C-B96C3F20BC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70181" y="220005"/>
                  <a:ext cx="46764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8F568B3-6B30-41F9-9CC0-99083F67A5A0}"/>
              </a:ext>
            </a:extLst>
          </p:cNvPr>
          <p:cNvGrpSpPr/>
          <p:nvPr/>
        </p:nvGrpSpPr>
        <p:grpSpPr>
          <a:xfrm>
            <a:off x="6647141" y="78525"/>
            <a:ext cx="1104840" cy="342000"/>
            <a:chOff x="6647141" y="78525"/>
            <a:chExt cx="110484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6467C0-7197-DCBE-5306-0CEDDF2EF6AE}"/>
                    </a:ext>
                  </a:extLst>
                </p14:cNvPr>
                <p14:cNvContentPartPr/>
                <p14:nvPr/>
              </p14:nvContentPartPr>
              <p14:xfrm>
                <a:off x="6647141" y="127485"/>
                <a:ext cx="144720" cy="139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6467C0-7197-DCBE-5306-0CEDDF2EF6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38141" y="118845"/>
                  <a:ext cx="162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54D1EE-CA1A-40C5-B121-12D652FC43E8}"/>
                    </a:ext>
                  </a:extLst>
                </p14:cNvPr>
                <p14:cNvContentPartPr/>
                <p14:nvPr/>
              </p14:nvContentPartPr>
              <p14:xfrm>
                <a:off x="6678101" y="195885"/>
                <a:ext cx="113760" cy="1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54D1EE-CA1A-40C5-B121-12D652FC43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69461" y="187245"/>
                  <a:ext cx="131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4965280-6BFA-79E2-17DB-5182C1FB9320}"/>
                    </a:ext>
                  </a:extLst>
                </p14:cNvPr>
                <p14:cNvContentPartPr/>
                <p14:nvPr/>
              </p14:nvContentPartPr>
              <p14:xfrm>
                <a:off x="6936941" y="204165"/>
                <a:ext cx="65520" cy="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4965280-6BFA-79E2-17DB-5182C1FB93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28301" y="195165"/>
                  <a:ext cx="83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4A53B0C-B561-715D-AB84-773D8E940D20}"/>
                    </a:ext>
                  </a:extLst>
                </p14:cNvPr>
                <p14:cNvContentPartPr/>
                <p14:nvPr/>
              </p14:nvContentPartPr>
              <p14:xfrm>
                <a:off x="6934061" y="240525"/>
                <a:ext cx="64080" cy="7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4A53B0C-B561-715D-AB84-773D8E940D2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25421" y="231525"/>
                  <a:ext cx="81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E62647-6A4E-1B45-83C9-9F40BD1B668C}"/>
                    </a:ext>
                  </a:extLst>
                </p14:cNvPr>
                <p14:cNvContentPartPr/>
                <p14:nvPr/>
              </p14:nvContentPartPr>
              <p14:xfrm>
                <a:off x="7130981" y="78525"/>
                <a:ext cx="98280" cy="253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E62647-6A4E-1B45-83C9-9F40BD1B668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22341" y="69525"/>
                  <a:ext cx="115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261E42-B25E-0AAC-3F21-1B981AA93B4B}"/>
                    </a:ext>
                  </a:extLst>
                </p14:cNvPr>
                <p14:cNvContentPartPr/>
                <p14:nvPr/>
              </p14:nvContentPartPr>
              <p14:xfrm>
                <a:off x="7284701" y="154845"/>
                <a:ext cx="36720" cy="135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261E42-B25E-0AAC-3F21-1B981AA93B4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76061" y="145845"/>
                  <a:ext cx="54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C619CDE-0189-1EF2-8169-274B5BBC822B}"/>
                    </a:ext>
                  </a:extLst>
                </p14:cNvPr>
                <p14:cNvContentPartPr/>
                <p14:nvPr/>
              </p14:nvContentPartPr>
              <p14:xfrm>
                <a:off x="7367501" y="265725"/>
                <a:ext cx="27360" cy="90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C619CDE-0189-1EF2-8169-274B5BBC82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58861" y="256725"/>
                  <a:ext cx="45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5EBCA7-F652-737E-95B5-9B6259502DDA}"/>
                    </a:ext>
                  </a:extLst>
                </p14:cNvPr>
                <p14:cNvContentPartPr/>
                <p14:nvPr/>
              </p14:nvContentPartPr>
              <p14:xfrm>
                <a:off x="7462181" y="177525"/>
                <a:ext cx="131040" cy="127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5EBCA7-F652-737E-95B5-9B6259502DD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53541" y="168525"/>
                  <a:ext cx="148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3D5FC0-13E6-B554-49E3-78B1622B12CE}"/>
                    </a:ext>
                  </a:extLst>
                </p14:cNvPr>
                <p14:cNvContentPartPr/>
                <p14:nvPr/>
              </p14:nvContentPartPr>
              <p14:xfrm>
                <a:off x="7598621" y="87885"/>
                <a:ext cx="153360" cy="332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3D5FC0-13E6-B554-49E3-78B1622B12C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89981" y="78885"/>
                  <a:ext cx="171000" cy="35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FAF8072-E7D2-0D3E-588F-3DCFA23A4EF5}"/>
                  </a:ext>
                </a:extLst>
              </p14:cNvPr>
              <p14:cNvContentPartPr/>
              <p14:nvPr/>
            </p14:nvContentPartPr>
            <p14:xfrm>
              <a:off x="8053301" y="331605"/>
              <a:ext cx="63000" cy="102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FAF8072-E7D2-0D3E-588F-3DCFA23A4EF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44301" y="322965"/>
                <a:ext cx="806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E7E84AB-9560-B8EF-AE16-FBBB26F851A3}"/>
                  </a:ext>
                </a:extLst>
              </p14:cNvPr>
              <p14:cNvContentPartPr/>
              <p14:nvPr/>
            </p14:nvContentPartPr>
            <p14:xfrm>
              <a:off x="8288021" y="97965"/>
              <a:ext cx="158760" cy="2149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E7E84AB-9560-B8EF-AE16-FBBB26F851A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279021" y="89325"/>
                <a:ext cx="17640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B044094-82C9-8B65-35DF-06C3E5B39B58}"/>
              </a:ext>
            </a:extLst>
          </p:cNvPr>
          <p:cNvGrpSpPr/>
          <p:nvPr/>
        </p:nvGrpSpPr>
        <p:grpSpPr>
          <a:xfrm>
            <a:off x="8622461" y="225765"/>
            <a:ext cx="84600" cy="38520"/>
            <a:chOff x="8622461" y="225765"/>
            <a:chExt cx="84600" cy="3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4B0F5FD-7367-17CF-090B-4EF51EE0129A}"/>
                    </a:ext>
                  </a:extLst>
                </p14:cNvPr>
                <p14:cNvContentPartPr/>
                <p14:nvPr/>
              </p14:nvContentPartPr>
              <p14:xfrm>
                <a:off x="8622461" y="225765"/>
                <a:ext cx="71280" cy="12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4B0F5FD-7367-17CF-090B-4EF51EE0129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13821" y="216765"/>
                  <a:ext cx="88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96D50B5-431E-A116-A934-8EF4EC5FACEC}"/>
                    </a:ext>
                  </a:extLst>
                </p14:cNvPr>
                <p14:cNvContentPartPr/>
                <p14:nvPr/>
              </p14:nvContentPartPr>
              <p14:xfrm>
                <a:off x="8640101" y="256725"/>
                <a:ext cx="66960" cy="7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96D50B5-431E-A116-A934-8EF4EC5FAC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31101" y="248085"/>
                  <a:ext cx="846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00461E7-08C7-7379-A283-9D1DBA327592}"/>
              </a:ext>
            </a:extLst>
          </p:cNvPr>
          <p:cNvGrpSpPr/>
          <p:nvPr/>
        </p:nvGrpSpPr>
        <p:grpSpPr>
          <a:xfrm>
            <a:off x="8952941" y="55845"/>
            <a:ext cx="818640" cy="293400"/>
            <a:chOff x="8952941" y="55845"/>
            <a:chExt cx="81864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178338F-3BA3-E45B-C72E-A3F2D31CD3F4}"/>
                    </a:ext>
                  </a:extLst>
                </p14:cNvPr>
                <p14:cNvContentPartPr/>
                <p14:nvPr/>
              </p14:nvContentPartPr>
              <p14:xfrm>
                <a:off x="8952941" y="55845"/>
                <a:ext cx="86400" cy="233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178338F-3BA3-E45B-C72E-A3F2D31CD3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44301" y="46845"/>
                  <a:ext cx="104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3AF50A-BE4F-D9F4-EAF5-E2A5705CCAFA}"/>
                    </a:ext>
                  </a:extLst>
                </p14:cNvPr>
                <p14:cNvContentPartPr/>
                <p14:nvPr/>
              </p14:nvContentPartPr>
              <p14:xfrm>
                <a:off x="9055901" y="221445"/>
                <a:ext cx="63000" cy="1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3AF50A-BE4F-D9F4-EAF5-E2A5705CCA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46901" y="212805"/>
                  <a:ext cx="80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56C7C76-F2AA-004D-00B9-F555E4C935C4}"/>
                    </a:ext>
                  </a:extLst>
                </p14:cNvPr>
                <p14:cNvContentPartPr/>
                <p14:nvPr/>
              </p14:nvContentPartPr>
              <p14:xfrm>
                <a:off x="9156701" y="164205"/>
                <a:ext cx="69120" cy="104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56C7C76-F2AA-004D-00B9-F555E4C935C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48061" y="155205"/>
                  <a:ext cx="86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D5D0BF7-9BDC-D6C4-31CB-942D681E9928}"/>
                    </a:ext>
                  </a:extLst>
                </p14:cNvPr>
                <p14:cNvContentPartPr/>
                <p14:nvPr/>
              </p14:nvContentPartPr>
              <p14:xfrm>
                <a:off x="9275501" y="258525"/>
                <a:ext cx="30240" cy="86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D5D0BF7-9BDC-D6C4-31CB-942D681E99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66501" y="249885"/>
                  <a:ext cx="47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782F186-C059-4C49-51BC-E2B19A1A7AE4}"/>
                    </a:ext>
                  </a:extLst>
                </p14:cNvPr>
                <p14:cNvContentPartPr/>
                <p14:nvPr/>
              </p14:nvContentPartPr>
              <p14:xfrm>
                <a:off x="9366581" y="252405"/>
                <a:ext cx="91800" cy="12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782F186-C059-4C49-51BC-E2B19A1A7AE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57581" y="243405"/>
                  <a:ext cx="109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3F3F55-CC96-A2F3-18E1-F45BF386217D}"/>
                    </a:ext>
                  </a:extLst>
                </p14:cNvPr>
                <p14:cNvContentPartPr/>
                <p14:nvPr/>
              </p14:nvContentPartPr>
              <p14:xfrm>
                <a:off x="9520301" y="157365"/>
                <a:ext cx="41760" cy="11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3F3F55-CC96-A2F3-18E1-F45BF386217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11661" y="148725"/>
                  <a:ext cx="59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9F0A47-36BF-AE83-67AA-31CCBDBB4572}"/>
                    </a:ext>
                  </a:extLst>
                </p14:cNvPr>
                <p14:cNvContentPartPr/>
                <p14:nvPr/>
              </p14:nvContentPartPr>
              <p14:xfrm>
                <a:off x="9629741" y="64845"/>
                <a:ext cx="141840" cy="284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9F0A47-36BF-AE83-67AA-31CCBDBB457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20741" y="56205"/>
                  <a:ext cx="15948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4FCE1C0-A723-449F-005B-5EF19CE9A6C8}"/>
              </a:ext>
            </a:extLst>
          </p:cNvPr>
          <p:cNvGrpSpPr/>
          <p:nvPr/>
        </p:nvGrpSpPr>
        <p:grpSpPr>
          <a:xfrm>
            <a:off x="1100981" y="684765"/>
            <a:ext cx="867240" cy="199080"/>
            <a:chOff x="1100981" y="684765"/>
            <a:chExt cx="86724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5561C73-73D8-32BB-FD8A-8353282E3A20}"/>
                    </a:ext>
                  </a:extLst>
                </p14:cNvPr>
                <p14:cNvContentPartPr/>
                <p14:nvPr/>
              </p14:nvContentPartPr>
              <p14:xfrm>
                <a:off x="1100981" y="778725"/>
                <a:ext cx="230760" cy="105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5561C73-73D8-32BB-FD8A-8353282E3A2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2341" y="770085"/>
                  <a:ext cx="248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696FB4-52AD-2F75-319A-25780538FDC0}"/>
                    </a:ext>
                  </a:extLst>
                </p14:cNvPr>
                <p14:cNvContentPartPr/>
                <p14:nvPr/>
              </p14:nvContentPartPr>
              <p14:xfrm>
                <a:off x="1368101" y="757845"/>
                <a:ext cx="131040" cy="84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696FB4-52AD-2F75-319A-25780538FDC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59101" y="749205"/>
                  <a:ext cx="148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8DEDF6C-20C9-7695-8A89-4AE76A6F2F8D}"/>
                    </a:ext>
                  </a:extLst>
                </p14:cNvPr>
                <p14:cNvContentPartPr/>
                <p14:nvPr/>
              </p14:nvContentPartPr>
              <p14:xfrm>
                <a:off x="1512461" y="748845"/>
                <a:ext cx="77760" cy="100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8DEDF6C-20C9-7695-8A89-4AE76A6F2F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03821" y="740205"/>
                  <a:ext cx="95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73AA41-F97E-BBFB-9135-291AE3F0F9B4}"/>
                    </a:ext>
                  </a:extLst>
                </p14:cNvPr>
                <p14:cNvContentPartPr/>
                <p14:nvPr/>
              </p14:nvContentPartPr>
              <p14:xfrm>
                <a:off x="1536581" y="752085"/>
                <a:ext cx="71640" cy="10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73AA41-F97E-BBFB-9135-291AE3F0F9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27941" y="743085"/>
                  <a:ext cx="89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60C7493-3D6B-12C5-1A9B-EAF9790DD30E}"/>
                    </a:ext>
                  </a:extLst>
                </p14:cNvPr>
                <p14:cNvContentPartPr/>
                <p14:nvPr/>
              </p14:nvContentPartPr>
              <p14:xfrm>
                <a:off x="1643501" y="740925"/>
                <a:ext cx="20160" cy="92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60C7493-3D6B-12C5-1A9B-EAF9790DD30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34861" y="732285"/>
                  <a:ext cx="37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CE246B3-F7AC-07CE-50FA-1543B552EC18}"/>
                    </a:ext>
                  </a:extLst>
                </p14:cNvPr>
                <p14:cNvContentPartPr/>
                <p14:nvPr/>
              </p14:nvContentPartPr>
              <p14:xfrm>
                <a:off x="1673381" y="684765"/>
                <a:ext cx="13320" cy="20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CE246B3-F7AC-07CE-50FA-1543B552EC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64741" y="675765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7F04484-C957-4FBB-0E60-3B151E3D6B6B}"/>
                    </a:ext>
                  </a:extLst>
                </p14:cNvPr>
                <p14:cNvContentPartPr/>
                <p14:nvPr/>
              </p14:nvContentPartPr>
              <p14:xfrm>
                <a:off x="1724141" y="750645"/>
                <a:ext cx="244080" cy="77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7F04484-C957-4FBB-0E60-3B151E3D6B6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15501" y="741645"/>
                  <a:ext cx="26172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260CCF3-8EAB-B493-2056-B80694CD8828}"/>
                  </a:ext>
                </a:extLst>
              </p14:cNvPr>
              <p14:cNvContentPartPr/>
              <p14:nvPr/>
            </p14:nvContentPartPr>
            <p14:xfrm>
              <a:off x="2283221" y="637245"/>
              <a:ext cx="175320" cy="1483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260CCF3-8EAB-B493-2056-B80694CD882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274581" y="628245"/>
                <a:ext cx="19296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114559C7-7F33-AE52-417C-53E9F94B835B}"/>
              </a:ext>
            </a:extLst>
          </p:cNvPr>
          <p:cNvGrpSpPr/>
          <p:nvPr/>
        </p:nvGrpSpPr>
        <p:grpSpPr>
          <a:xfrm>
            <a:off x="2751941" y="612405"/>
            <a:ext cx="483120" cy="145440"/>
            <a:chOff x="2751941" y="612405"/>
            <a:chExt cx="483120" cy="1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40582D1-9F24-FCF8-C2A0-E841064E9EE3}"/>
                    </a:ext>
                  </a:extLst>
                </p14:cNvPr>
                <p14:cNvContentPartPr/>
                <p14:nvPr/>
              </p14:nvContentPartPr>
              <p14:xfrm>
                <a:off x="2751941" y="706005"/>
                <a:ext cx="69480" cy="9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40582D1-9F24-FCF8-C2A0-E841064E9EE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43301" y="697365"/>
                  <a:ext cx="87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717871-53E9-4593-B65F-42EA82F1247B}"/>
                    </a:ext>
                  </a:extLst>
                </p14:cNvPr>
                <p14:cNvContentPartPr/>
                <p14:nvPr/>
              </p14:nvContentPartPr>
              <p14:xfrm>
                <a:off x="2751941" y="751725"/>
                <a:ext cx="78120" cy="6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717871-53E9-4593-B65F-42EA82F124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43301" y="742725"/>
                  <a:ext cx="95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656715D-C074-B4DE-190B-067C02597973}"/>
                    </a:ext>
                  </a:extLst>
                </p14:cNvPr>
                <p14:cNvContentPartPr/>
                <p14:nvPr/>
              </p14:nvContentPartPr>
              <p14:xfrm>
                <a:off x="2969021" y="612405"/>
                <a:ext cx="76680" cy="142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656715D-C074-B4DE-190B-067C025979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60021" y="603405"/>
                  <a:ext cx="94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CE691A9-2AFC-8D37-0777-18557B8B7FE0}"/>
                    </a:ext>
                  </a:extLst>
                </p14:cNvPr>
                <p14:cNvContentPartPr/>
                <p14:nvPr/>
              </p14:nvContentPartPr>
              <p14:xfrm>
                <a:off x="3133541" y="636885"/>
                <a:ext cx="101520" cy="95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CE691A9-2AFC-8D37-0777-18557B8B7FE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24901" y="627885"/>
                  <a:ext cx="119160" cy="11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A346E0D-2308-9E2E-AF7D-47CF03A63368}"/>
                  </a:ext>
                </a:extLst>
              </p14:cNvPr>
              <p14:cNvContentPartPr/>
              <p14:nvPr/>
            </p14:nvContentPartPr>
            <p14:xfrm>
              <a:off x="3617741" y="748485"/>
              <a:ext cx="46440" cy="99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A346E0D-2308-9E2E-AF7D-47CF03A6336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609101" y="739485"/>
                <a:ext cx="6408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40DD2DAC-DE5E-3787-0892-A2E739F6E055}"/>
              </a:ext>
            </a:extLst>
          </p:cNvPr>
          <p:cNvGrpSpPr/>
          <p:nvPr/>
        </p:nvGrpSpPr>
        <p:grpSpPr>
          <a:xfrm>
            <a:off x="4094381" y="626805"/>
            <a:ext cx="369720" cy="266040"/>
            <a:chOff x="4094381" y="626805"/>
            <a:chExt cx="36972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2F0895D-6592-FB3E-E0B0-D3ED57C515B5}"/>
                    </a:ext>
                  </a:extLst>
                </p14:cNvPr>
                <p14:cNvContentPartPr/>
                <p14:nvPr/>
              </p14:nvContentPartPr>
              <p14:xfrm>
                <a:off x="4094381" y="626805"/>
                <a:ext cx="151920" cy="266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2F0895D-6592-FB3E-E0B0-D3ED57C515B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85381" y="618165"/>
                  <a:ext cx="169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3710788-6435-7770-E29E-B85BB11EBC87}"/>
                    </a:ext>
                  </a:extLst>
                </p14:cNvPr>
                <p14:cNvContentPartPr/>
                <p14:nvPr/>
              </p14:nvContentPartPr>
              <p14:xfrm>
                <a:off x="4399301" y="716085"/>
                <a:ext cx="64080" cy="12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3710788-6435-7770-E29E-B85BB11EBC8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90661" y="707445"/>
                  <a:ext cx="81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1591BB-3E27-7C88-1DF1-84B9D78C70DB}"/>
                    </a:ext>
                  </a:extLst>
                </p14:cNvPr>
                <p14:cNvContentPartPr/>
                <p14:nvPr/>
              </p14:nvContentPartPr>
              <p14:xfrm>
                <a:off x="4387061" y="748485"/>
                <a:ext cx="77040" cy="9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1591BB-3E27-7C88-1DF1-84B9D78C70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78061" y="739485"/>
                  <a:ext cx="946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8572557-FDD2-C2D7-5241-8F51073827D8}"/>
              </a:ext>
            </a:extLst>
          </p:cNvPr>
          <p:cNvGrpSpPr/>
          <p:nvPr/>
        </p:nvGrpSpPr>
        <p:grpSpPr>
          <a:xfrm>
            <a:off x="4691981" y="630045"/>
            <a:ext cx="326520" cy="226440"/>
            <a:chOff x="4691981" y="630045"/>
            <a:chExt cx="32652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BE2F64A-F881-FD63-27D2-A621D20A2CB0}"/>
                    </a:ext>
                  </a:extLst>
                </p14:cNvPr>
                <p14:cNvContentPartPr/>
                <p14:nvPr/>
              </p14:nvContentPartPr>
              <p14:xfrm>
                <a:off x="4691981" y="651645"/>
                <a:ext cx="110520" cy="112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BE2F64A-F881-FD63-27D2-A621D20A2CB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82981" y="642645"/>
                  <a:ext cx="1281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6512E5F-73AC-C661-A8F7-242BEA9B897B}"/>
                    </a:ext>
                  </a:extLst>
                </p14:cNvPr>
                <p14:cNvContentPartPr/>
                <p14:nvPr/>
              </p14:nvContentPartPr>
              <p14:xfrm>
                <a:off x="4823381" y="763965"/>
                <a:ext cx="27000" cy="92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6512E5F-73AC-C661-A8F7-242BEA9B897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14741" y="754965"/>
                  <a:ext cx="44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8056BE-1D73-C5FC-768B-EEE1E881F7CB}"/>
                    </a:ext>
                  </a:extLst>
                </p14:cNvPr>
                <p14:cNvContentPartPr/>
                <p14:nvPr/>
              </p14:nvContentPartPr>
              <p14:xfrm>
                <a:off x="4912661" y="650925"/>
                <a:ext cx="91440" cy="119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8056BE-1D73-C5FC-768B-EEE1E881F7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04021" y="642285"/>
                  <a:ext cx="109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EB3307-92B5-A62E-25CC-6DA452D5BE22}"/>
                    </a:ext>
                  </a:extLst>
                </p14:cNvPr>
                <p14:cNvContentPartPr/>
                <p14:nvPr/>
              </p14:nvContentPartPr>
              <p14:xfrm>
                <a:off x="4909421" y="630045"/>
                <a:ext cx="109080" cy="28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EB3307-92B5-A62E-25CC-6DA452D5BE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900421" y="621045"/>
                  <a:ext cx="1267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361F543-EBF8-E05B-934B-534CCE589BF4}"/>
                  </a:ext>
                </a:extLst>
              </p14:cNvPr>
              <p14:cNvContentPartPr/>
              <p14:nvPr/>
            </p14:nvContentPartPr>
            <p14:xfrm>
              <a:off x="5563181" y="776565"/>
              <a:ext cx="71640" cy="903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361F543-EBF8-E05B-934B-534CCE589BF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554181" y="767925"/>
                <a:ext cx="8928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141144FD-CF1A-C7A0-946C-F4D629CA9407}"/>
              </a:ext>
            </a:extLst>
          </p:cNvPr>
          <p:cNvGrpSpPr/>
          <p:nvPr/>
        </p:nvGrpSpPr>
        <p:grpSpPr>
          <a:xfrm>
            <a:off x="6121541" y="646605"/>
            <a:ext cx="312840" cy="298440"/>
            <a:chOff x="6121541" y="646605"/>
            <a:chExt cx="31284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FEDEF02-EDE9-82C8-DF35-8522E0367DEA}"/>
                    </a:ext>
                  </a:extLst>
                </p14:cNvPr>
                <p14:cNvContentPartPr/>
                <p14:nvPr/>
              </p14:nvContentPartPr>
              <p14:xfrm>
                <a:off x="6135581" y="646605"/>
                <a:ext cx="14400" cy="29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FEDEF02-EDE9-82C8-DF35-8522E0367DE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26941" y="637605"/>
                  <a:ext cx="320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3B9841-0F13-58F0-EE19-A56C7191A64C}"/>
                    </a:ext>
                  </a:extLst>
                </p14:cNvPr>
                <p14:cNvContentPartPr/>
                <p14:nvPr/>
              </p14:nvContentPartPr>
              <p14:xfrm>
                <a:off x="6121541" y="648045"/>
                <a:ext cx="142560" cy="163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3B9841-0F13-58F0-EE19-A56C7191A6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12901" y="639045"/>
                  <a:ext cx="160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657959A-54FA-7774-3661-C9C618E8A001}"/>
                    </a:ext>
                  </a:extLst>
                </p14:cNvPr>
                <p14:cNvContentPartPr/>
                <p14:nvPr/>
              </p14:nvContentPartPr>
              <p14:xfrm>
                <a:off x="6332141" y="739485"/>
                <a:ext cx="102240" cy="47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657959A-54FA-7774-3661-C9C618E8A00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23501" y="730485"/>
                  <a:ext cx="1198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CD3640D-F179-6B3A-2D68-0EA8C26918C2}"/>
              </a:ext>
            </a:extLst>
          </p:cNvPr>
          <p:cNvGrpSpPr/>
          <p:nvPr/>
        </p:nvGrpSpPr>
        <p:grpSpPr>
          <a:xfrm>
            <a:off x="6606821" y="483525"/>
            <a:ext cx="505080" cy="314640"/>
            <a:chOff x="6606821" y="483525"/>
            <a:chExt cx="50508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49657D3-6490-C4B0-8607-D1EABC7646A7}"/>
                    </a:ext>
                  </a:extLst>
                </p14:cNvPr>
                <p14:cNvContentPartPr/>
                <p14:nvPr/>
              </p14:nvContentPartPr>
              <p14:xfrm>
                <a:off x="6606821" y="646605"/>
                <a:ext cx="19440" cy="151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49657D3-6490-C4B0-8607-D1EABC7646A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97821" y="637605"/>
                  <a:ext cx="37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929D21E-3FB5-4455-54A5-437804868D23}"/>
                    </a:ext>
                  </a:extLst>
                </p14:cNvPr>
                <p14:cNvContentPartPr/>
                <p14:nvPr/>
              </p14:nvContentPartPr>
              <p14:xfrm>
                <a:off x="6673781" y="663165"/>
                <a:ext cx="120240" cy="106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929D21E-3FB5-4455-54A5-437804868D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65141" y="654165"/>
                  <a:ext cx="137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9B849DE-987F-805F-DE68-7D0426BA8AFB}"/>
                    </a:ext>
                  </a:extLst>
                </p14:cNvPr>
                <p14:cNvContentPartPr/>
                <p14:nvPr/>
              </p14:nvContentPartPr>
              <p14:xfrm>
                <a:off x="6844421" y="579285"/>
                <a:ext cx="102240" cy="25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9B849DE-987F-805F-DE68-7D0426BA8AF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35781" y="570285"/>
                  <a:ext cx="119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A9150B1-82C7-58E5-8CB5-46B68BB48881}"/>
                    </a:ext>
                  </a:extLst>
                </p14:cNvPr>
                <p14:cNvContentPartPr/>
                <p14:nvPr/>
              </p14:nvContentPartPr>
              <p14:xfrm>
                <a:off x="7028381" y="483525"/>
                <a:ext cx="83520" cy="172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A9150B1-82C7-58E5-8CB5-46B68BB488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19381" y="474885"/>
                  <a:ext cx="1011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E0FC8E4-DCFF-D2CA-4016-D1DFDD4297F4}"/>
                  </a:ext>
                </a:extLst>
              </p14:cNvPr>
              <p14:cNvContentPartPr/>
              <p14:nvPr/>
            </p14:nvContentPartPr>
            <p14:xfrm>
              <a:off x="2228861" y="914445"/>
              <a:ext cx="256680" cy="460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E0FC8E4-DCFF-D2CA-4016-D1DFDD4297F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219861" y="905805"/>
                <a:ext cx="27432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7A2FFF4-EE18-D52C-A833-6979509A2643}"/>
              </a:ext>
            </a:extLst>
          </p:cNvPr>
          <p:cNvGrpSpPr/>
          <p:nvPr/>
        </p:nvGrpSpPr>
        <p:grpSpPr>
          <a:xfrm>
            <a:off x="557021" y="1128645"/>
            <a:ext cx="1125720" cy="341280"/>
            <a:chOff x="557021" y="1128645"/>
            <a:chExt cx="112572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E161082-F7D5-BEDA-1E56-D54FE09533B1}"/>
                    </a:ext>
                  </a:extLst>
                </p14:cNvPr>
                <p14:cNvContentPartPr/>
                <p14:nvPr/>
              </p14:nvContentPartPr>
              <p14:xfrm>
                <a:off x="557021" y="1198845"/>
                <a:ext cx="149760" cy="208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E161082-F7D5-BEDA-1E56-D54FE09533B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8021" y="1190205"/>
                  <a:ext cx="1674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51FBB98-5847-D7B2-E37F-237C61D561E1}"/>
                    </a:ext>
                  </a:extLst>
                </p14:cNvPr>
                <p14:cNvContentPartPr/>
                <p14:nvPr/>
              </p14:nvContentPartPr>
              <p14:xfrm>
                <a:off x="792101" y="1128645"/>
                <a:ext cx="108720" cy="341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51FBB98-5847-D7B2-E37F-237C61D561E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3461" y="1119645"/>
                  <a:ext cx="1263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772940D-9A8A-7E8F-CDE2-1DE8A258BB93}"/>
                    </a:ext>
                  </a:extLst>
                </p14:cNvPr>
                <p14:cNvContentPartPr/>
                <p14:nvPr/>
              </p14:nvContentPartPr>
              <p14:xfrm>
                <a:off x="803261" y="1351845"/>
                <a:ext cx="130680" cy="36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772940D-9A8A-7E8F-CDE2-1DE8A258BB9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4621" y="1343205"/>
                  <a:ext cx="148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042D8B1-5863-45D0-F63B-FF4EF25A824E}"/>
                    </a:ext>
                  </a:extLst>
                </p14:cNvPr>
                <p14:cNvContentPartPr/>
                <p14:nvPr/>
              </p14:nvContentPartPr>
              <p14:xfrm>
                <a:off x="1055261" y="1174725"/>
                <a:ext cx="25200" cy="186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042D8B1-5863-45D0-F63B-FF4EF25A824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46261" y="1166085"/>
                  <a:ext cx="42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AEAE977-F04D-3A33-E7AC-6B2677E8316E}"/>
                    </a:ext>
                  </a:extLst>
                </p14:cNvPr>
                <p14:cNvContentPartPr/>
                <p14:nvPr/>
              </p14:nvContentPartPr>
              <p14:xfrm>
                <a:off x="1213661" y="1220805"/>
                <a:ext cx="124560" cy="132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AEAE977-F04D-3A33-E7AC-6B2677E831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04661" y="1211805"/>
                  <a:ext cx="142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D3B69E3-DC7C-12CB-D137-7EFC273CAC86}"/>
                    </a:ext>
                  </a:extLst>
                </p14:cNvPr>
                <p14:cNvContentPartPr/>
                <p14:nvPr/>
              </p14:nvContentPartPr>
              <p14:xfrm>
                <a:off x="1234901" y="1284885"/>
                <a:ext cx="76320" cy="15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D3B69E3-DC7C-12CB-D137-7EFC273CAC8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26261" y="1275885"/>
                  <a:ext cx="93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F870471-F5D3-6A6E-C235-0768E1E848C9}"/>
                    </a:ext>
                  </a:extLst>
                </p14:cNvPr>
                <p14:cNvContentPartPr/>
                <p14:nvPr/>
              </p14:nvContentPartPr>
              <p14:xfrm>
                <a:off x="1390061" y="1171845"/>
                <a:ext cx="98280" cy="241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F870471-F5D3-6A6E-C235-0768E1E848C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81061" y="1163205"/>
                  <a:ext cx="115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A48F7FC-40B6-6072-CD23-BD090B620E0A}"/>
                    </a:ext>
                  </a:extLst>
                </p14:cNvPr>
                <p14:cNvContentPartPr/>
                <p14:nvPr/>
              </p14:nvContentPartPr>
              <p14:xfrm>
                <a:off x="1592741" y="1317645"/>
                <a:ext cx="90000" cy="49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A48F7FC-40B6-6072-CD23-BD090B620E0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84101" y="1309005"/>
                  <a:ext cx="10764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FA3FDF8-F7F1-37AA-6B8A-09A1572109B8}"/>
                  </a:ext>
                </a:extLst>
              </p14:cNvPr>
              <p14:cNvContentPartPr/>
              <p14:nvPr/>
            </p14:nvContentPartPr>
            <p14:xfrm>
              <a:off x="1905221" y="1085085"/>
              <a:ext cx="78480" cy="4312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FA3FDF8-F7F1-37AA-6B8A-09A1572109B8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896581" y="1076085"/>
                <a:ext cx="96120" cy="44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B75878E-F371-F4D1-796A-D931711E11A9}"/>
              </a:ext>
            </a:extLst>
          </p:cNvPr>
          <p:cNvGrpSpPr/>
          <p:nvPr/>
        </p:nvGrpSpPr>
        <p:grpSpPr>
          <a:xfrm>
            <a:off x="2129501" y="1215045"/>
            <a:ext cx="426240" cy="211680"/>
            <a:chOff x="2129501" y="1215045"/>
            <a:chExt cx="42624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6176183-4107-40EA-8A1C-0FDC5D404DAA}"/>
                    </a:ext>
                  </a:extLst>
                </p14:cNvPr>
                <p14:cNvContentPartPr/>
                <p14:nvPr/>
              </p14:nvContentPartPr>
              <p14:xfrm>
                <a:off x="2129501" y="1215045"/>
                <a:ext cx="112680" cy="164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6176183-4107-40EA-8A1C-0FDC5D404DA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20861" y="1206045"/>
                  <a:ext cx="130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A6EF42F-C1B0-3080-4450-A0CF3443892D}"/>
                    </a:ext>
                  </a:extLst>
                </p14:cNvPr>
                <p14:cNvContentPartPr/>
                <p14:nvPr/>
              </p14:nvContentPartPr>
              <p14:xfrm>
                <a:off x="2322821" y="1226205"/>
                <a:ext cx="141480" cy="142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A6EF42F-C1B0-3080-4450-A0CF3443892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13821" y="1217205"/>
                  <a:ext cx="159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8981787-DA67-4E8C-86D6-E8DE8CAB6EF8}"/>
                    </a:ext>
                  </a:extLst>
                </p14:cNvPr>
                <p14:cNvContentPartPr/>
                <p14:nvPr/>
              </p14:nvContentPartPr>
              <p14:xfrm>
                <a:off x="2323181" y="1318005"/>
                <a:ext cx="110880" cy="24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8981787-DA67-4E8C-86D6-E8DE8CAB6EF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14541" y="1309365"/>
                  <a:ext cx="128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8DAD496-9C17-967F-99C5-8B8DAEE5EB50}"/>
                    </a:ext>
                  </a:extLst>
                </p14:cNvPr>
                <p14:cNvContentPartPr/>
                <p14:nvPr/>
              </p14:nvContentPartPr>
              <p14:xfrm>
                <a:off x="2499581" y="1328805"/>
                <a:ext cx="56160" cy="97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8DAD496-9C17-967F-99C5-8B8DAEE5EB5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90581" y="1319805"/>
                  <a:ext cx="7380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59A2D5C-7977-7768-08C6-0675E069D627}"/>
              </a:ext>
            </a:extLst>
          </p:cNvPr>
          <p:cNvGrpSpPr/>
          <p:nvPr/>
        </p:nvGrpSpPr>
        <p:grpSpPr>
          <a:xfrm>
            <a:off x="2780021" y="1145205"/>
            <a:ext cx="759600" cy="281880"/>
            <a:chOff x="2780021" y="1145205"/>
            <a:chExt cx="75960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5968AAC-41FC-917C-112E-D1691EDD3145}"/>
                    </a:ext>
                  </a:extLst>
                </p14:cNvPr>
                <p14:cNvContentPartPr/>
                <p14:nvPr/>
              </p14:nvContentPartPr>
              <p14:xfrm>
                <a:off x="2856341" y="1214325"/>
                <a:ext cx="8640" cy="120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5968AAC-41FC-917C-112E-D1691EDD314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47341" y="1205325"/>
                  <a:ext cx="26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2E161C2-7FFA-AC97-DFA0-0A6874F74E65}"/>
                    </a:ext>
                  </a:extLst>
                </p14:cNvPr>
                <p14:cNvContentPartPr/>
                <p14:nvPr/>
              </p14:nvContentPartPr>
              <p14:xfrm>
                <a:off x="2780021" y="1280925"/>
                <a:ext cx="125280" cy="25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2E161C2-7FFA-AC97-DFA0-0A6874F74E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71021" y="1271925"/>
                  <a:ext cx="142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55369AC-38B6-8112-847C-5A0B986A8188}"/>
                    </a:ext>
                  </a:extLst>
                </p14:cNvPr>
                <p14:cNvContentPartPr/>
                <p14:nvPr/>
              </p14:nvContentPartPr>
              <p14:xfrm>
                <a:off x="3049661" y="1145205"/>
                <a:ext cx="134640" cy="172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55369AC-38B6-8112-847C-5A0B986A818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1021" y="1136205"/>
                  <a:ext cx="152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1277C2E-7757-7550-6D37-B9E206A53522}"/>
                    </a:ext>
                  </a:extLst>
                </p14:cNvPr>
                <p14:cNvContentPartPr/>
                <p14:nvPr/>
              </p14:nvContentPartPr>
              <p14:xfrm>
                <a:off x="3057221" y="1264725"/>
                <a:ext cx="105480" cy="24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1277C2E-7757-7550-6D37-B9E206A5352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48221" y="1255725"/>
                  <a:ext cx="123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CDED7F6-5E44-F5A8-97B1-B9EE0E3861E4}"/>
                    </a:ext>
                  </a:extLst>
                </p14:cNvPr>
                <p14:cNvContentPartPr/>
                <p14:nvPr/>
              </p14:nvContentPartPr>
              <p14:xfrm>
                <a:off x="3213461" y="1302885"/>
                <a:ext cx="145800" cy="97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CDED7F6-5E44-F5A8-97B1-B9EE0E3861E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04461" y="1293885"/>
                  <a:ext cx="163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AE8D708-2AD3-3B72-C128-56F3FBE89D17}"/>
                    </a:ext>
                  </a:extLst>
                </p14:cNvPr>
                <p14:cNvContentPartPr/>
                <p14:nvPr/>
              </p14:nvContentPartPr>
              <p14:xfrm>
                <a:off x="3463301" y="1316925"/>
                <a:ext cx="76320" cy="110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AE8D708-2AD3-3B72-C128-56F3FBE89D1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54301" y="1308285"/>
                  <a:ext cx="9396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D343522-7604-77AC-07DB-45E498C62A34}"/>
                  </a:ext>
                </a:extLst>
              </p14:cNvPr>
              <p14:cNvContentPartPr/>
              <p14:nvPr/>
            </p14:nvContentPartPr>
            <p14:xfrm>
              <a:off x="3478061" y="1183365"/>
              <a:ext cx="14400" cy="126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D343522-7604-77AC-07DB-45E498C62A3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469061" y="1174365"/>
                <a:ext cx="3204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95310BD-8DDC-293C-E1DC-4194576B4869}"/>
              </a:ext>
            </a:extLst>
          </p:cNvPr>
          <p:cNvGrpSpPr/>
          <p:nvPr/>
        </p:nvGrpSpPr>
        <p:grpSpPr>
          <a:xfrm>
            <a:off x="3751301" y="1165005"/>
            <a:ext cx="327960" cy="258120"/>
            <a:chOff x="3751301" y="1165005"/>
            <a:chExt cx="32796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F52F2DF-0C75-87B7-2666-772CB91DC0E4}"/>
                    </a:ext>
                  </a:extLst>
                </p14:cNvPr>
                <p14:cNvContentPartPr/>
                <p14:nvPr/>
              </p14:nvContentPartPr>
              <p14:xfrm>
                <a:off x="3751301" y="1165005"/>
                <a:ext cx="176760" cy="167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F52F2DF-0C75-87B7-2666-772CB91DC0E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42661" y="1156365"/>
                  <a:ext cx="194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231D27E-CFA7-6299-CF80-B22AD7D969AE}"/>
                    </a:ext>
                  </a:extLst>
                </p14:cNvPr>
                <p14:cNvContentPartPr/>
                <p14:nvPr/>
              </p14:nvContentPartPr>
              <p14:xfrm>
                <a:off x="3794141" y="1261845"/>
                <a:ext cx="107280" cy="31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231D27E-CFA7-6299-CF80-B22AD7D969A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85141" y="1252845"/>
                  <a:ext cx="124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D7EF17A-9AB9-8B22-4812-9D056AC5C502}"/>
                    </a:ext>
                  </a:extLst>
                </p14:cNvPr>
                <p14:cNvContentPartPr/>
                <p14:nvPr/>
              </p14:nvContentPartPr>
              <p14:xfrm>
                <a:off x="4004741" y="1293885"/>
                <a:ext cx="74520" cy="129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D7EF17A-9AB9-8B22-4812-9D056AC5C50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96101" y="1284885"/>
                  <a:ext cx="9216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21D3384-A9FF-3005-9993-C08AF04CD5D4}"/>
              </a:ext>
            </a:extLst>
          </p:cNvPr>
          <p:cNvGrpSpPr/>
          <p:nvPr/>
        </p:nvGrpSpPr>
        <p:grpSpPr>
          <a:xfrm>
            <a:off x="4372661" y="1180845"/>
            <a:ext cx="139320" cy="142560"/>
            <a:chOff x="4372661" y="1180845"/>
            <a:chExt cx="13932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AE46AAA-AC6A-4A07-6EB0-35EEC0A3540D}"/>
                    </a:ext>
                  </a:extLst>
                </p14:cNvPr>
                <p14:cNvContentPartPr/>
                <p14:nvPr/>
              </p14:nvContentPartPr>
              <p14:xfrm>
                <a:off x="4430261" y="1180845"/>
                <a:ext cx="10080" cy="142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AE46AAA-AC6A-4A07-6EB0-35EEC0A354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421261" y="1172205"/>
                  <a:ext cx="27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DB427D4-54A4-C561-B8F3-28F495D35510}"/>
                    </a:ext>
                  </a:extLst>
                </p14:cNvPr>
                <p14:cNvContentPartPr/>
                <p14:nvPr/>
              </p14:nvContentPartPr>
              <p14:xfrm>
                <a:off x="4372661" y="1255365"/>
                <a:ext cx="139320" cy="27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DB427D4-54A4-C561-B8F3-28F495D3551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64021" y="1246365"/>
                  <a:ext cx="15696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42B69D8-B690-80EC-8A92-54D157D295E3}"/>
              </a:ext>
            </a:extLst>
          </p:cNvPr>
          <p:cNvGrpSpPr/>
          <p:nvPr/>
        </p:nvGrpSpPr>
        <p:grpSpPr>
          <a:xfrm>
            <a:off x="4686221" y="970245"/>
            <a:ext cx="532080" cy="482040"/>
            <a:chOff x="4686221" y="970245"/>
            <a:chExt cx="53208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B924924-A0CB-92A2-E23C-7A9A403DCBDD}"/>
                    </a:ext>
                  </a:extLst>
                </p14:cNvPr>
                <p14:cNvContentPartPr/>
                <p14:nvPr/>
              </p14:nvContentPartPr>
              <p14:xfrm>
                <a:off x="4686221" y="1118205"/>
                <a:ext cx="88200" cy="152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B924924-A0CB-92A2-E23C-7A9A403DCBD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677221" y="1109205"/>
                  <a:ext cx="1058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1F34DBC-3F78-8F3B-0CB8-7855CDB97B42}"/>
                    </a:ext>
                  </a:extLst>
                </p14:cNvPr>
                <p14:cNvContentPartPr/>
                <p14:nvPr/>
              </p14:nvContentPartPr>
              <p14:xfrm>
                <a:off x="4815821" y="1140525"/>
                <a:ext cx="159120" cy="120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1F34DBC-3F78-8F3B-0CB8-7855CDB97B4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806821" y="1131525"/>
                  <a:ext cx="176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D6587EE-F810-DB69-C739-2222E6C27B10}"/>
                    </a:ext>
                  </a:extLst>
                </p14:cNvPr>
                <p14:cNvContentPartPr/>
                <p14:nvPr/>
              </p14:nvContentPartPr>
              <p14:xfrm>
                <a:off x="4846781" y="1215045"/>
                <a:ext cx="104040" cy="16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D6587EE-F810-DB69-C739-2222E6C27B1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838141" y="1206045"/>
                  <a:ext cx="121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01B7877-E378-658C-465D-23EBF24F1C7C}"/>
                    </a:ext>
                  </a:extLst>
                </p14:cNvPr>
                <p14:cNvContentPartPr/>
                <p14:nvPr/>
              </p14:nvContentPartPr>
              <p14:xfrm>
                <a:off x="4982141" y="1267605"/>
                <a:ext cx="81720" cy="117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01B7877-E378-658C-465D-23EBF24F1C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73501" y="1258965"/>
                  <a:ext cx="99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93F1F5F-FB01-9B29-09A9-7538E17DCD1A}"/>
                    </a:ext>
                  </a:extLst>
                </p14:cNvPr>
                <p14:cNvContentPartPr/>
                <p14:nvPr/>
              </p14:nvContentPartPr>
              <p14:xfrm>
                <a:off x="5097341" y="970245"/>
                <a:ext cx="120960" cy="482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93F1F5F-FB01-9B29-09A9-7538E17DCD1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88701" y="961245"/>
                  <a:ext cx="138600" cy="49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70C3610-70F9-13DD-684E-35BE02AC435E}"/>
              </a:ext>
            </a:extLst>
          </p:cNvPr>
          <p:cNvGrpSpPr/>
          <p:nvPr/>
        </p:nvGrpSpPr>
        <p:grpSpPr>
          <a:xfrm>
            <a:off x="8433101" y="748125"/>
            <a:ext cx="1770840" cy="311040"/>
            <a:chOff x="8433101" y="748125"/>
            <a:chExt cx="177084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3DE1426-9F7C-CF11-0195-95DCA57908F0}"/>
                    </a:ext>
                  </a:extLst>
                </p14:cNvPr>
                <p14:cNvContentPartPr/>
                <p14:nvPr/>
              </p14:nvContentPartPr>
              <p14:xfrm>
                <a:off x="8433101" y="842445"/>
                <a:ext cx="165600" cy="1425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3DE1426-9F7C-CF11-0195-95DCA57908F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24461" y="833445"/>
                  <a:ext cx="183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7068D9B-9C17-178B-B6ED-5D1C3A4BFA43}"/>
                    </a:ext>
                  </a:extLst>
                </p14:cNvPr>
                <p14:cNvContentPartPr/>
                <p14:nvPr/>
              </p14:nvContentPartPr>
              <p14:xfrm>
                <a:off x="8636861" y="803925"/>
                <a:ext cx="254160" cy="207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7068D9B-9C17-178B-B6ED-5D1C3A4BFA4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27861" y="795285"/>
                  <a:ext cx="271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FB44EB9-E4ED-71CF-E006-0080B7C0003B}"/>
                    </a:ext>
                  </a:extLst>
                </p14:cNvPr>
                <p14:cNvContentPartPr/>
                <p14:nvPr/>
              </p14:nvContentPartPr>
              <p14:xfrm>
                <a:off x="8841701" y="909405"/>
                <a:ext cx="176760" cy="90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FB44EB9-E4ED-71CF-E006-0080B7C0003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33061" y="900765"/>
                  <a:ext cx="194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5EFB527-88FA-3689-F889-13F503095F76}"/>
                    </a:ext>
                  </a:extLst>
                </p14:cNvPr>
                <p14:cNvContentPartPr/>
                <p14:nvPr/>
              </p14:nvContentPartPr>
              <p14:xfrm>
                <a:off x="9057341" y="906525"/>
                <a:ext cx="275760" cy="87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5EFB527-88FA-3689-F889-13F503095F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48341" y="897885"/>
                  <a:ext cx="2934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A39163D-C704-BB7D-75B4-947666D1CD69}"/>
                    </a:ext>
                  </a:extLst>
                </p14:cNvPr>
                <p14:cNvContentPartPr/>
                <p14:nvPr/>
              </p14:nvContentPartPr>
              <p14:xfrm>
                <a:off x="9495461" y="787005"/>
                <a:ext cx="144720" cy="183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A39163D-C704-BB7D-75B4-947666D1CD6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486821" y="778365"/>
                  <a:ext cx="162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7282DE-0BE1-C5BA-9B96-AF685D04A7E8}"/>
                    </a:ext>
                  </a:extLst>
                </p14:cNvPr>
                <p14:cNvContentPartPr/>
                <p14:nvPr/>
              </p14:nvContentPartPr>
              <p14:xfrm>
                <a:off x="9555221" y="766485"/>
                <a:ext cx="160920" cy="182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7282DE-0BE1-C5BA-9B96-AF685D04A7E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46581" y="757845"/>
                  <a:ext cx="178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AA3CF91-43F0-6DDF-B52F-BFC0140E3B63}"/>
                    </a:ext>
                  </a:extLst>
                </p14:cNvPr>
                <p14:cNvContentPartPr/>
                <p14:nvPr/>
              </p14:nvContentPartPr>
              <p14:xfrm>
                <a:off x="9754661" y="748125"/>
                <a:ext cx="449280" cy="311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AA3CF91-43F0-6DDF-B52F-BFC0140E3B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46021" y="739485"/>
                  <a:ext cx="46692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33E7DCB-0131-C588-9B1D-153D51E7DB65}"/>
              </a:ext>
            </a:extLst>
          </p:cNvPr>
          <p:cNvGrpSpPr/>
          <p:nvPr/>
        </p:nvGrpSpPr>
        <p:grpSpPr>
          <a:xfrm>
            <a:off x="6154661" y="1147005"/>
            <a:ext cx="1361160" cy="383760"/>
            <a:chOff x="6154661" y="1147005"/>
            <a:chExt cx="136116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721CBAD-8BFA-B7B9-F4E9-FE6CD67F3DCA}"/>
                    </a:ext>
                  </a:extLst>
                </p14:cNvPr>
                <p14:cNvContentPartPr/>
                <p14:nvPr/>
              </p14:nvContentPartPr>
              <p14:xfrm>
                <a:off x="6154661" y="1238445"/>
                <a:ext cx="160560" cy="165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721CBAD-8BFA-B7B9-F4E9-FE6CD67F3DC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146021" y="1229805"/>
                  <a:ext cx="178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0F609D1-D691-41BE-DAB3-E56C4CDEC075}"/>
                    </a:ext>
                  </a:extLst>
                </p14:cNvPr>
                <p14:cNvContentPartPr/>
                <p14:nvPr/>
              </p14:nvContentPartPr>
              <p14:xfrm>
                <a:off x="6403421" y="1180485"/>
                <a:ext cx="69120" cy="350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0F609D1-D691-41BE-DAB3-E56C4CDEC07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94421" y="1171845"/>
                  <a:ext cx="867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9A8B00B-15C1-34B9-DB9A-C8D231C1F30B}"/>
                    </a:ext>
                  </a:extLst>
                </p14:cNvPr>
                <p14:cNvContentPartPr/>
                <p14:nvPr/>
              </p14:nvContentPartPr>
              <p14:xfrm>
                <a:off x="6355541" y="1415565"/>
                <a:ext cx="115200" cy="49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9A8B00B-15C1-34B9-DB9A-C8D231C1F30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46901" y="1406565"/>
                  <a:ext cx="132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4A0CB67-F197-2793-C793-6C0F4A1E81D7}"/>
                    </a:ext>
                  </a:extLst>
                </p14:cNvPr>
                <p14:cNvContentPartPr/>
                <p14:nvPr/>
              </p14:nvContentPartPr>
              <p14:xfrm>
                <a:off x="6605741" y="1199925"/>
                <a:ext cx="31320" cy="218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4A0CB67-F197-2793-C793-6C0F4A1E81D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96741" y="1190925"/>
                  <a:ext cx="48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D5065B5-0887-23FA-6770-3A7EE815E264}"/>
                    </a:ext>
                  </a:extLst>
                </p14:cNvPr>
                <p14:cNvContentPartPr/>
                <p14:nvPr/>
              </p14:nvContentPartPr>
              <p14:xfrm>
                <a:off x="6702221" y="1262565"/>
                <a:ext cx="42480" cy="154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D5065B5-0887-23FA-6770-3A7EE815E26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93581" y="1253925"/>
                  <a:ext cx="60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E4B011A-42C7-39FC-14D7-6EDC1465FDD0}"/>
                    </a:ext>
                  </a:extLst>
                </p14:cNvPr>
                <p14:cNvContentPartPr/>
                <p14:nvPr/>
              </p14:nvContentPartPr>
              <p14:xfrm>
                <a:off x="6796181" y="1365165"/>
                <a:ext cx="19080" cy="111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E4B011A-42C7-39FC-14D7-6EDC1465FDD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87181" y="1356525"/>
                  <a:ext cx="3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B67E251-869C-8A8E-3065-EB251F4F794D}"/>
                    </a:ext>
                  </a:extLst>
                </p14:cNvPr>
                <p14:cNvContentPartPr/>
                <p14:nvPr/>
              </p14:nvContentPartPr>
              <p14:xfrm>
                <a:off x="6863141" y="1292445"/>
                <a:ext cx="124200" cy="109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B67E251-869C-8A8E-3065-EB251F4F794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54501" y="1283445"/>
                  <a:ext cx="141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6FACFDD-9D0B-D018-67AB-0E541E0F0B83}"/>
                    </a:ext>
                  </a:extLst>
                </p14:cNvPr>
                <p14:cNvContentPartPr/>
                <p14:nvPr/>
              </p14:nvContentPartPr>
              <p14:xfrm>
                <a:off x="6999941" y="1178685"/>
                <a:ext cx="100800" cy="285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6FACFDD-9D0B-D018-67AB-0E541E0F0B8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991301" y="1169685"/>
                  <a:ext cx="118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2D7226A-E7D7-A845-3762-65F84AB9F4F3}"/>
                    </a:ext>
                  </a:extLst>
                </p14:cNvPr>
                <p14:cNvContentPartPr/>
                <p14:nvPr/>
              </p14:nvContentPartPr>
              <p14:xfrm>
                <a:off x="7202621" y="1349685"/>
                <a:ext cx="73800" cy="51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2D7226A-E7D7-A845-3762-65F84AB9F4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193621" y="1341045"/>
                  <a:ext cx="91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81E3FBB-32E2-5083-9ED1-14BA6BB7C405}"/>
                    </a:ext>
                  </a:extLst>
                </p14:cNvPr>
                <p14:cNvContentPartPr/>
                <p14:nvPr/>
              </p14:nvContentPartPr>
              <p14:xfrm>
                <a:off x="7385501" y="1147005"/>
                <a:ext cx="130320" cy="348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81E3FBB-32E2-5083-9ED1-14BA6BB7C40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376501" y="1138365"/>
                  <a:ext cx="147960" cy="36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1B08213-0075-0474-6BFA-9FFF80287F7A}"/>
              </a:ext>
            </a:extLst>
          </p:cNvPr>
          <p:cNvGrpSpPr/>
          <p:nvPr/>
        </p:nvGrpSpPr>
        <p:grpSpPr>
          <a:xfrm>
            <a:off x="7535621" y="1110285"/>
            <a:ext cx="617760" cy="334800"/>
            <a:chOff x="7535621" y="1110285"/>
            <a:chExt cx="6177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7D39DE-D17A-CA7D-45B5-D1E9354A0019}"/>
                    </a:ext>
                  </a:extLst>
                </p14:cNvPr>
                <p14:cNvContentPartPr/>
                <p14:nvPr/>
              </p14:nvContentPartPr>
              <p14:xfrm>
                <a:off x="7535621" y="1203885"/>
                <a:ext cx="102240" cy="209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7D39DE-D17A-CA7D-45B5-D1E9354A00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26981" y="1195245"/>
                  <a:ext cx="119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1E7D5D9-E0CA-33EC-3706-4F3A73336E8D}"/>
                    </a:ext>
                  </a:extLst>
                </p14:cNvPr>
                <p14:cNvContentPartPr/>
                <p14:nvPr/>
              </p14:nvContentPartPr>
              <p14:xfrm>
                <a:off x="7730381" y="1340325"/>
                <a:ext cx="47520" cy="90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1E7D5D9-E0CA-33EC-3706-4F3A73336E8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21741" y="1331685"/>
                  <a:ext cx="65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36B5DF3-5768-C129-B7E6-C66F14E5D12F}"/>
                    </a:ext>
                  </a:extLst>
                </p14:cNvPr>
                <p14:cNvContentPartPr/>
                <p14:nvPr/>
              </p14:nvContentPartPr>
              <p14:xfrm>
                <a:off x="7885901" y="1221525"/>
                <a:ext cx="56160" cy="150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36B5DF3-5768-C129-B7E6-C66F14E5D12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77261" y="1212885"/>
                  <a:ext cx="73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AACAFAA-4B18-6E63-303B-9C61D74C4392}"/>
                    </a:ext>
                  </a:extLst>
                </p14:cNvPr>
                <p14:cNvContentPartPr/>
                <p14:nvPr/>
              </p14:nvContentPartPr>
              <p14:xfrm>
                <a:off x="7847021" y="1199925"/>
                <a:ext cx="154800" cy="46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AACAFAA-4B18-6E63-303B-9C61D74C439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838381" y="1190925"/>
                  <a:ext cx="172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AF1B02A-3D1B-E40D-62D2-F2F6F320C7E8}"/>
                    </a:ext>
                  </a:extLst>
                </p14:cNvPr>
                <p14:cNvContentPartPr/>
                <p14:nvPr/>
              </p14:nvContentPartPr>
              <p14:xfrm>
                <a:off x="7985621" y="1110285"/>
                <a:ext cx="167760" cy="334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AF1B02A-3D1B-E40D-62D2-F2F6F320C7E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976621" y="1101285"/>
                  <a:ext cx="18540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6EBFDB6-3165-685C-677E-587ED37D580B}"/>
              </a:ext>
            </a:extLst>
          </p:cNvPr>
          <p:cNvGrpSpPr/>
          <p:nvPr/>
        </p:nvGrpSpPr>
        <p:grpSpPr>
          <a:xfrm>
            <a:off x="726941" y="1699245"/>
            <a:ext cx="680760" cy="407160"/>
            <a:chOff x="726941" y="1699245"/>
            <a:chExt cx="68076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5965281-C46A-97A3-5A95-85446A3DD251}"/>
                    </a:ext>
                  </a:extLst>
                </p14:cNvPr>
                <p14:cNvContentPartPr/>
                <p14:nvPr/>
              </p14:nvContentPartPr>
              <p14:xfrm>
                <a:off x="726941" y="1752165"/>
                <a:ext cx="170640" cy="220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5965281-C46A-97A3-5A95-85446A3DD25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17941" y="1743165"/>
                  <a:ext cx="188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ABDCC53-8FE9-0D6D-33C9-77413C949130}"/>
                    </a:ext>
                  </a:extLst>
                </p14:cNvPr>
                <p14:cNvContentPartPr/>
                <p14:nvPr/>
              </p14:nvContentPartPr>
              <p14:xfrm>
                <a:off x="929621" y="1699245"/>
                <a:ext cx="131040" cy="339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ABDCC53-8FE9-0D6D-33C9-77413C94913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20621" y="1690245"/>
                  <a:ext cx="1486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CA2810E-6E80-73C7-080B-4DDAD892286E}"/>
                    </a:ext>
                  </a:extLst>
                </p14:cNvPr>
                <p14:cNvContentPartPr/>
                <p14:nvPr/>
              </p14:nvContentPartPr>
              <p14:xfrm>
                <a:off x="943301" y="1915605"/>
                <a:ext cx="161640" cy="63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CA2810E-6E80-73C7-080B-4DDAD892286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34661" y="1906605"/>
                  <a:ext cx="179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280AC3B-18BD-7F10-BE07-5F070F7E0F10}"/>
                    </a:ext>
                  </a:extLst>
                </p14:cNvPr>
                <p14:cNvContentPartPr/>
                <p14:nvPr/>
              </p14:nvContentPartPr>
              <p14:xfrm>
                <a:off x="1140941" y="1877085"/>
                <a:ext cx="122760" cy="229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280AC3B-18BD-7F10-BE07-5F070F7E0F1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1941" y="1868085"/>
                  <a:ext cx="1404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6C720F-7E84-4A5D-1BE4-8FEEDDB6A840}"/>
                    </a:ext>
                  </a:extLst>
                </p14:cNvPr>
                <p14:cNvContentPartPr/>
                <p14:nvPr/>
              </p14:nvContentPartPr>
              <p14:xfrm>
                <a:off x="1335341" y="1758285"/>
                <a:ext cx="72360" cy="211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6C720F-7E84-4A5D-1BE4-8FEEDDB6A84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26701" y="1749285"/>
                  <a:ext cx="900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2895F6A-1906-4277-1437-EA9AE37F543A}"/>
              </a:ext>
            </a:extLst>
          </p:cNvPr>
          <p:cNvGrpSpPr/>
          <p:nvPr/>
        </p:nvGrpSpPr>
        <p:grpSpPr>
          <a:xfrm>
            <a:off x="1527941" y="1761885"/>
            <a:ext cx="607680" cy="277200"/>
            <a:chOff x="1527941" y="1761885"/>
            <a:chExt cx="60768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BC18372-8A02-4DB7-32E3-371B6A519722}"/>
                    </a:ext>
                  </a:extLst>
                </p14:cNvPr>
                <p14:cNvContentPartPr/>
                <p14:nvPr/>
              </p14:nvContentPartPr>
              <p14:xfrm>
                <a:off x="1527941" y="1809765"/>
                <a:ext cx="36000" cy="1702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BC18372-8A02-4DB7-32E3-371B6A51972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518941" y="1800765"/>
                  <a:ext cx="53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91F2C29-D2BE-3AD7-E6B3-81F9A432A09E}"/>
                    </a:ext>
                  </a:extLst>
                </p14:cNvPr>
                <p14:cNvContentPartPr/>
                <p14:nvPr/>
              </p14:nvContentPartPr>
              <p14:xfrm>
                <a:off x="1617581" y="1949805"/>
                <a:ext cx="33120" cy="892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91F2C29-D2BE-3AD7-E6B3-81F9A432A09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608941" y="1941165"/>
                  <a:ext cx="50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150527A-E194-C623-5EF2-E6C79AA75597}"/>
                    </a:ext>
                  </a:extLst>
                </p14:cNvPr>
                <p14:cNvContentPartPr/>
                <p14:nvPr/>
              </p14:nvContentPartPr>
              <p14:xfrm>
                <a:off x="1692461" y="1846845"/>
                <a:ext cx="135360" cy="119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150527A-E194-C623-5EF2-E6C79AA7559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683821" y="1838205"/>
                  <a:ext cx="153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E1DA72C-2196-E6C9-16C5-2F98BA09CB4A}"/>
                    </a:ext>
                  </a:extLst>
                </p14:cNvPr>
                <p14:cNvContentPartPr/>
                <p14:nvPr/>
              </p14:nvContentPartPr>
              <p14:xfrm>
                <a:off x="1863821" y="1761885"/>
                <a:ext cx="80640" cy="241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E1DA72C-2196-E6C9-16C5-2F98BA09CB4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855181" y="1752885"/>
                  <a:ext cx="98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CE1A0DC-FDD6-DA86-2098-933A10C5B208}"/>
                    </a:ext>
                  </a:extLst>
                </p14:cNvPr>
                <p14:cNvContentPartPr/>
                <p14:nvPr/>
              </p14:nvContentPartPr>
              <p14:xfrm>
                <a:off x="2056781" y="1878165"/>
                <a:ext cx="78840" cy="68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CE1A0DC-FDD6-DA86-2098-933A10C5B20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047781" y="1869525"/>
                  <a:ext cx="964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70B68FF-2F51-5C31-16B3-162130BF9E0E}"/>
              </a:ext>
            </a:extLst>
          </p:cNvPr>
          <p:cNvGrpSpPr/>
          <p:nvPr/>
        </p:nvGrpSpPr>
        <p:grpSpPr>
          <a:xfrm>
            <a:off x="2335781" y="1693485"/>
            <a:ext cx="330480" cy="358560"/>
            <a:chOff x="2335781" y="1693485"/>
            <a:chExt cx="33048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CB41AE2-2577-0208-A2EA-13FEB6273C5E}"/>
                    </a:ext>
                  </a:extLst>
                </p14:cNvPr>
                <p14:cNvContentPartPr/>
                <p14:nvPr/>
              </p14:nvContentPartPr>
              <p14:xfrm>
                <a:off x="2335781" y="1693485"/>
                <a:ext cx="101880" cy="3585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CB41AE2-2577-0208-A2EA-13FEB6273C5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326781" y="1684845"/>
                  <a:ext cx="1195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B16DD39-740B-1CF9-FCF6-A42D48DFA5C3}"/>
                    </a:ext>
                  </a:extLst>
                </p14:cNvPr>
                <p14:cNvContentPartPr/>
                <p14:nvPr/>
              </p14:nvContentPartPr>
              <p14:xfrm>
                <a:off x="2569061" y="1826685"/>
                <a:ext cx="97200" cy="168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B16DD39-740B-1CF9-FCF6-A42D48DFA5C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560061" y="1817685"/>
                  <a:ext cx="1148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8EEE586-4CDF-C75E-9678-E4357D171231}"/>
              </a:ext>
            </a:extLst>
          </p:cNvPr>
          <p:cNvGrpSpPr/>
          <p:nvPr/>
        </p:nvGrpSpPr>
        <p:grpSpPr>
          <a:xfrm>
            <a:off x="2963261" y="1537965"/>
            <a:ext cx="946080" cy="681120"/>
            <a:chOff x="2963261" y="1537965"/>
            <a:chExt cx="946080" cy="68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9517671-56B8-1C65-A5A9-285E7498CF40}"/>
                    </a:ext>
                  </a:extLst>
                </p14:cNvPr>
                <p14:cNvContentPartPr/>
                <p14:nvPr/>
              </p14:nvContentPartPr>
              <p14:xfrm>
                <a:off x="2969381" y="1830645"/>
                <a:ext cx="47520" cy="140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9517671-56B8-1C65-A5A9-285E7498CF4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60741" y="1821645"/>
                  <a:ext cx="65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8BE9500-3659-BF71-3762-25574E874B7B}"/>
                    </a:ext>
                  </a:extLst>
                </p14:cNvPr>
                <p14:cNvContentPartPr/>
                <p14:nvPr/>
              </p14:nvContentPartPr>
              <p14:xfrm>
                <a:off x="2963261" y="1822365"/>
                <a:ext cx="69120" cy="8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8BE9500-3659-BF71-3762-25574E874B7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954621" y="1813725"/>
                  <a:ext cx="86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C25F7A2-77DC-4DAA-6CA8-9638A481CFA2}"/>
                    </a:ext>
                  </a:extLst>
                </p14:cNvPr>
                <p14:cNvContentPartPr/>
                <p14:nvPr/>
              </p14:nvContentPartPr>
              <p14:xfrm>
                <a:off x="3061541" y="1716165"/>
                <a:ext cx="167040" cy="351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C25F7A2-77DC-4DAA-6CA8-9638A481CFA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052901" y="1707525"/>
                  <a:ext cx="1846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37F809B-9A0E-122A-17F4-E72F860D694F}"/>
                    </a:ext>
                  </a:extLst>
                </p14:cNvPr>
                <p14:cNvContentPartPr/>
                <p14:nvPr/>
              </p14:nvContentPartPr>
              <p14:xfrm>
                <a:off x="3261701" y="1537965"/>
                <a:ext cx="146520" cy="677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37F809B-9A0E-122A-17F4-E72F860D694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52701" y="1528965"/>
                  <a:ext cx="16416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0733175-E677-6AB3-0F98-8BD4C055E357}"/>
                    </a:ext>
                  </a:extLst>
                </p14:cNvPr>
                <p14:cNvContentPartPr/>
                <p14:nvPr/>
              </p14:nvContentPartPr>
              <p14:xfrm>
                <a:off x="3448181" y="1736685"/>
                <a:ext cx="75600" cy="5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0733175-E677-6AB3-0F98-8BD4C055E35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439541" y="1728045"/>
                  <a:ext cx="93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D684DD5-6C6C-7E0C-A6C2-F0464849B4BB}"/>
                    </a:ext>
                  </a:extLst>
                </p14:cNvPr>
                <p14:cNvContentPartPr/>
                <p14:nvPr/>
              </p14:nvContentPartPr>
              <p14:xfrm>
                <a:off x="3569141" y="1611765"/>
                <a:ext cx="51120" cy="194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D684DD5-6C6C-7E0C-A6C2-F0464849B4B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60501" y="1603125"/>
                  <a:ext cx="68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663ED97-1147-1440-3DA4-E779F2720BB5}"/>
                    </a:ext>
                  </a:extLst>
                </p14:cNvPr>
                <p14:cNvContentPartPr/>
                <p14:nvPr/>
              </p14:nvContentPartPr>
              <p14:xfrm>
                <a:off x="3482741" y="2071845"/>
                <a:ext cx="90720" cy="11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663ED97-1147-1440-3DA4-E779F2720BB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474101" y="2063205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5DB0199-7A71-1911-1F9E-02090F740D08}"/>
                    </a:ext>
                  </a:extLst>
                </p14:cNvPr>
                <p14:cNvContentPartPr/>
                <p14:nvPr/>
              </p14:nvContentPartPr>
              <p14:xfrm>
                <a:off x="3608021" y="1983285"/>
                <a:ext cx="59760" cy="132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5DB0199-7A71-1911-1F9E-02090F740D0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99381" y="1974645"/>
                  <a:ext cx="77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38DF40F-AAD7-070D-D414-31FF6E4DAAC0}"/>
                    </a:ext>
                  </a:extLst>
                </p14:cNvPr>
                <p14:cNvContentPartPr/>
                <p14:nvPr/>
              </p14:nvContentPartPr>
              <p14:xfrm>
                <a:off x="3695141" y="1567125"/>
                <a:ext cx="214200" cy="651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38DF40F-AAD7-070D-D414-31FF6E4DAAC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686141" y="1558485"/>
                  <a:ext cx="231840" cy="66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127DA0B-8C10-40EC-566B-09111567ED6F}"/>
              </a:ext>
            </a:extLst>
          </p:cNvPr>
          <p:cNvGrpSpPr/>
          <p:nvPr/>
        </p:nvGrpSpPr>
        <p:grpSpPr>
          <a:xfrm>
            <a:off x="4120301" y="1727325"/>
            <a:ext cx="1265760" cy="264240"/>
            <a:chOff x="4120301" y="1727325"/>
            <a:chExt cx="126576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B58B5A6-F54F-813A-62C7-A58574BE2501}"/>
                    </a:ext>
                  </a:extLst>
                </p14:cNvPr>
                <p14:cNvContentPartPr/>
                <p14:nvPr/>
              </p14:nvContentPartPr>
              <p14:xfrm>
                <a:off x="4120301" y="1864125"/>
                <a:ext cx="69480" cy="14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B58B5A6-F54F-813A-62C7-A58574BE250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11661" y="1855485"/>
                  <a:ext cx="87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E62B80D-ABA1-A3E9-8475-F9ED5B6E5A9F}"/>
                    </a:ext>
                  </a:extLst>
                </p14:cNvPr>
                <p14:cNvContentPartPr/>
                <p14:nvPr/>
              </p14:nvContentPartPr>
              <p14:xfrm>
                <a:off x="4123181" y="1927845"/>
                <a:ext cx="59040" cy="10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E62B80D-ABA1-A3E9-8475-F9ED5B6E5A9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14181" y="1918845"/>
                  <a:ext cx="76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78514F1-F41F-C304-050B-510562B40279}"/>
                    </a:ext>
                  </a:extLst>
                </p14:cNvPr>
                <p14:cNvContentPartPr/>
                <p14:nvPr/>
              </p14:nvContentPartPr>
              <p14:xfrm>
                <a:off x="4337741" y="1872045"/>
                <a:ext cx="85680" cy="10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78514F1-F41F-C304-050B-510562B4027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328741" y="1863045"/>
                  <a:ext cx="103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AE9B47D-4187-6FDB-BE39-C172A628F160}"/>
                    </a:ext>
                  </a:extLst>
                </p14:cNvPr>
                <p14:cNvContentPartPr/>
                <p14:nvPr/>
              </p14:nvContentPartPr>
              <p14:xfrm>
                <a:off x="4486421" y="1727325"/>
                <a:ext cx="154440" cy="2426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AE9B47D-4187-6FDB-BE39-C172A628F16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477781" y="1718685"/>
                  <a:ext cx="1720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F3845E4-FFC6-71BA-BC23-091F4C74239A}"/>
                    </a:ext>
                  </a:extLst>
                </p14:cNvPr>
                <p14:cNvContentPartPr/>
                <p14:nvPr/>
              </p14:nvContentPartPr>
              <p14:xfrm>
                <a:off x="4680461" y="1885005"/>
                <a:ext cx="84600" cy="11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F3845E4-FFC6-71BA-BC23-091F4C74239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671461" y="1876005"/>
                  <a:ext cx="102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05F8363-9E3A-C047-6402-2C602454443B}"/>
                    </a:ext>
                  </a:extLst>
                </p14:cNvPr>
                <p14:cNvContentPartPr/>
                <p14:nvPr/>
              </p14:nvContentPartPr>
              <p14:xfrm>
                <a:off x="4825901" y="1792125"/>
                <a:ext cx="59400" cy="154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05F8363-9E3A-C047-6402-2C602454443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17261" y="1783485"/>
                  <a:ext cx="77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7D73CFA-B8A7-83E2-77E3-C37B768EE94B}"/>
                    </a:ext>
                  </a:extLst>
                </p14:cNvPr>
                <p14:cNvContentPartPr/>
                <p14:nvPr/>
              </p14:nvContentPartPr>
              <p14:xfrm>
                <a:off x="4825901" y="1773045"/>
                <a:ext cx="130680" cy="39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7D73CFA-B8A7-83E2-77E3-C37B768EE94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817261" y="1764045"/>
                  <a:ext cx="148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5328252-C2DE-E1D5-0795-B845C2D5C54C}"/>
                    </a:ext>
                  </a:extLst>
                </p14:cNvPr>
                <p14:cNvContentPartPr/>
                <p14:nvPr/>
              </p14:nvContentPartPr>
              <p14:xfrm>
                <a:off x="4953701" y="1863765"/>
                <a:ext cx="122760" cy="42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5328252-C2DE-E1D5-0795-B845C2D5C54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945061" y="1854765"/>
                  <a:ext cx="140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40E4161-7FE6-75A5-0629-77A3BDE51E2D}"/>
                    </a:ext>
                  </a:extLst>
                </p14:cNvPr>
                <p14:cNvContentPartPr/>
                <p14:nvPr/>
              </p14:nvContentPartPr>
              <p14:xfrm>
                <a:off x="5111741" y="1870245"/>
                <a:ext cx="127080" cy="16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40E4161-7FE6-75A5-0629-77A3BDE51E2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02741" y="1861605"/>
                  <a:ext cx="144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3A3D1A0-629C-3FAF-6D93-6272067B3421}"/>
                    </a:ext>
                  </a:extLst>
                </p14:cNvPr>
                <p14:cNvContentPartPr/>
                <p14:nvPr/>
              </p14:nvContentPartPr>
              <p14:xfrm>
                <a:off x="5262221" y="1759365"/>
                <a:ext cx="123840" cy="232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3A3D1A0-629C-3FAF-6D93-6272067B342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253221" y="1750365"/>
                  <a:ext cx="1414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569D466D-4C39-5F85-A764-645C279C662E}"/>
              </a:ext>
            </a:extLst>
          </p:cNvPr>
          <p:cNvGrpSpPr/>
          <p:nvPr/>
        </p:nvGrpSpPr>
        <p:grpSpPr>
          <a:xfrm>
            <a:off x="7292261" y="1698525"/>
            <a:ext cx="1326240" cy="478800"/>
            <a:chOff x="7292261" y="1698525"/>
            <a:chExt cx="132624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AEA323B-E815-9410-E3CE-2283AE0DA83E}"/>
                    </a:ext>
                  </a:extLst>
                </p14:cNvPr>
                <p14:cNvContentPartPr/>
                <p14:nvPr/>
              </p14:nvContentPartPr>
              <p14:xfrm>
                <a:off x="7292261" y="1830285"/>
                <a:ext cx="173880" cy="347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AEA323B-E815-9410-E3CE-2283AE0DA83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274261" y="1812645"/>
                  <a:ext cx="2095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B501691-CB29-CC2C-2C8E-2F2D85CF9A3F}"/>
                    </a:ext>
                  </a:extLst>
                </p14:cNvPr>
                <p14:cNvContentPartPr/>
                <p14:nvPr/>
              </p14:nvContentPartPr>
              <p14:xfrm>
                <a:off x="7341581" y="2030445"/>
                <a:ext cx="86040" cy="41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B501691-CB29-CC2C-2C8E-2F2D85CF9A3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323941" y="2012445"/>
                  <a:ext cx="121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0FA3902-BD5C-0ABD-EFD1-844BF5270AA8}"/>
                    </a:ext>
                  </a:extLst>
                </p14:cNvPr>
                <p14:cNvContentPartPr/>
                <p14:nvPr/>
              </p14:nvContentPartPr>
              <p14:xfrm>
                <a:off x="7525541" y="1822365"/>
                <a:ext cx="25560" cy="2160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0FA3902-BD5C-0ABD-EFD1-844BF5270AA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507541" y="1804725"/>
                  <a:ext cx="61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66759D0-25FF-7547-D24D-EC6024EBD964}"/>
                    </a:ext>
                  </a:extLst>
                </p14:cNvPr>
                <p14:cNvContentPartPr/>
                <p14:nvPr/>
              </p14:nvContentPartPr>
              <p14:xfrm>
                <a:off x="7605461" y="1875285"/>
                <a:ext cx="172800" cy="1346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66759D0-25FF-7547-D24D-EC6024EBD96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587461" y="1857645"/>
                  <a:ext cx="208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8A8C606-F0AF-171F-5D74-B382B3D1B890}"/>
                    </a:ext>
                  </a:extLst>
                </p14:cNvPr>
                <p14:cNvContentPartPr/>
                <p14:nvPr/>
              </p14:nvContentPartPr>
              <p14:xfrm>
                <a:off x="7647221" y="1930005"/>
                <a:ext cx="137880" cy="50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8A8C606-F0AF-171F-5D74-B382B3D1B89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629221" y="1912365"/>
                  <a:ext cx="173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B29A39C-5158-F201-E10D-2AA3A04E19EE}"/>
                    </a:ext>
                  </a:extLst>
                </p14:cNvPr>
                <p14:cNvContentPartPr/>
                <p14:nvPr/>
              </p14:nvContentPartPr>
              <p14:xfrm>
                <a:off x="7864661" y="1724085"/>
                <a:ext cx="39600" cy="145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B29A39C-5158-F201-E10D-2AA3A04E19E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847021" y="1706085"/>
                  <a:ext cx="75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8BC5239-4F7F-743C-86FF-F6F9E86AE8FC}"/>
                    </a:ext>
                  </a:extLst>
                </p14:cNvPr>
                <p14:cNvContentPartPr/>
                <p14:nvPr/>
              </p14:nvContentPartPr>
              <p14:xfrm>
                <a:off x="7973381" y="1728405"/>
                <a:ext cx="1296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8BC5239-4F7F-743C-86FF-F6F9E86AE8F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955381" y="1710765"/>
                  <a:ext cx="48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E15A619-4DA4-50A2-AD17-AD713A8B5EB4}"/>
                    </a:ext>
                  </a:extLst>
                </p14:cNvPr>
                <p14:cNvContentPartPr/>
                <p14:nvPr/>
              </p14:nvContentPartPr>
              <p14:xfrm>
                <a:off x="8000381" y="1740645"/>
                <a:ext cx="115560" cy="90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E15A619-4DA4-50A2-AD17-AD713A8B5EB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982381" y="1723005"/>
                  <a:ext cx="151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A3BB8E3-C5FA-462B-D8E9-7C8A33F9791A}"/>
                    </a:ext>
                  </a:extLst>
                </p14:cNvPr>
                <p14:cNvContentPartPr/>
                <p14:nvPr/>
              </p14:nvContentPartPr>
              <p14:xfrm>
                <a:off x="8168501" y="1712565"/>
                <a:ext cx="11520" cy="92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A3BB8E3-C5FA-462B-D8E9-7C8A33F9791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150501" y="1694565"/>
                  <a:ext cx="47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2D5CED3-4334-4FF5-BCB2-080CAAC15D16}"/>
                    </a:ext>
                  </a:extLst>
                </p14:cNvPr>
                <p14:cNvContentPartPr/>
                <p14:nvPr/>
              </p14:nvContentPartPr>
              <p14:xfrm>
                <a:off x="8147621" y="1762605"/>
                <a:ext cx="74160" cy="17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2D5CED3-4334-4FF5-BCB2-080CAAC15D1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129621" y="1744605"/>
                  <a:ext cx="109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6DDBCD2-77FF-CE2C-B5C4-ACDE7E805358}"/>
                    </a:ext>
                  </a:extLst>
                </p14:cNvPr>
                <p14:cNvContentPartPr/>
                <p14:nvPr/>
              </p14:nvContentPartPr>
              <p14:xfrm>
                <a:off x="8281181" y="1705725"/>
                <a:ext cx="18360" cy="110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6DDBCD2-77FF-CE2C-B5C4-ACDE7E80535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263181" y="1688085"/>
                  <a:ext cx="54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8A19855-A782-774E-F4C2-DC2597430FCF}"/>
                    </a:ext>
                  </a:extLst>
                </p14:cNvPr>
                <p14:cNvContentPartPr/>
                <p14:nvPr/>
              </p14:nvContentPartPr>
              <p14:xfrm>
                <a:off x="8365061" y="1698525"/>
                <a:ext cx="66240" cy="129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8A19855-A782-774E-F4C2-DC2597430FC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47421" y="1680885"/>
                  <a:ext cx="101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FD81D52-62C8-7BD1-1677-65EB518CA214}"/>
                    </a:ext>
                  </a:extLst>
                </p14:cNvPr>
                <p14:cNvContentPartPr/>
                <p14:nvPr/>
              </p14:nvContentPartPr>
              <p14:xfrm>
                <a:off x="8525261" y="1712925"/>
                <a:ext cx="93240" cy="416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FD81D52-62C8-7BD1-1677-65EB518CA21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07261" y="1694925"/>
                  <a:ext cx="12888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3A50A62-9800-D0DE-335F-70D6721B6840}"/>
              </a:ext>
            </a:extLst>
          </p:cNvPr>
          <p:cNvGrpSpPr/>
          <p:nvPr/>
        </p:nvGrpSpPr>
        <p:grpSpPr>
          <a:xfrm>
            <a:off x="8841341" y="1847205"/>
            <a:ext cx="149760" cy="206640"/>
            <a:chOff x="8841341" y="1847205"/>
            <a:chExt cx="14976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B9F804F-771A-E3B2-C23A-293120ED4969}"/>
                    </a:ext>
                  </a:extLst>
                </p14:cNvPr>
                <p14:cNvContentPartPr/>
                <p14:nvPr/>
              </p14:nvContentPartPr>
              <p14:xfrm>
                <a:off x="8866901" y="1847205"/>
                <a:ext cx="124200" cy="127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B9F804F-771A-E3B2-C23A-293120ED496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848901" y="1829205"/>
                  <a:ext cx="159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35D2F91-A19E-F92F-B229-35AB3652B0CE}"/>
                    </a:ext>
                  </a:extLst>
                </p14:cNvPr>
                <p14:cNvContentPartPr/>
                <p14:nvPr/>
              </p14:nvContentPartPr>
              <p14:xfrm>
                <a:off x="8841341" y="2047365"/>
                <a:ext cx="114120" cy="6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35D2F91-A19E-F92F-B229-35AB3652B0C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823341" y="2029365"/>
                  <a:ext cx="1497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D9357666-4564-3ED9-5B29-C8B717C1B63B}"/>
              </a:ext>
            </a:extLst>
          </p:cNvPr>
          <p:cNvGrpSpPr/>
          <p:nvPr/>
        </p:nvGrpSpPr>
        <p:grpSpPr>
          <a:xfrm>
            <a:off x="9255341" y="1652085"/>
            <a:ext cx="1051560" cy="502200"/>
            <a:chOff x="9255341" y="1652085"/>
            <a:chExt cx="105156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5430BE1-73D6-22AD-ADFA-90138EE7E8F1}"/>
                    </a:ext>
                  </a:extLst>
                </p14:cNvPr>
                <p14:cNvContentPartPr/>
                <p14:nvPr/>
              </p14:nvContentPartPr>
              <p14:xfrm>
                <a:off x="9281981" y="1788165"/>
                <a:ext cx="108000" cy="3661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5430BE1-73D6-22AD-ADFA-90138EE7E8F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263981" y="1770165"/>
                  <a:ext cx="1436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F1AFC53-2503-5BE8-6086-CADE099542B3}"/>
                    </a:ext>
                  </a:extLst>
                </p14:cNvPr>
                <p14:cNvContentPartPr/>
                <p14:nvPr/>
              </p14:nvContentPartPr>
              <p14:xfrm>
                <a:off x="9255341" y="2014605"/>
                <a:ext cx="140760" cy="44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F1AFC53-2503-5BE8-6086-CADE099542B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237701" y="1996965"/>
                  <a:ext cx="176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276C459-BC12-4E74-CE2A-3E1FC44760A9}"/>
                    </a:ext>
                  </a:extLst>
                </p14:cNvPr>
                <p14:cNvContentPartPr/>
                <p14:nvPr/>
              </p14:nvContentPartPr>
              <p14:xfrm>
                <a:off x="9514541" y="1750725"/>
                <a:ext cx="52560" cy="2613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276C459-BC12-4E74-CE2A-3E1FC44760A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496541" y="1733085"/>
                  <a:ext cx="882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BA1B180-3814-2CF9-88A0-5B303B8734F2}"/>
                    </a:ext>
                  </a:extLst>
                </p14:cNvPr>
                <p14:cNvContentPartPr/>
                <p14:nvPr/>
              </p14:nvContentPartPr>
              <p14:xfrm>
                <a:off x="9611741" y="1837845"/>
                <a:ext cx="159840" cy="137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BA1B180-3814-2CF9-88A0-5B303B8734F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593741" y="1819845"/>
                  <a:ext cx="195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E4657CB-A6E0-6EB2-9427-7FDAAA4B8418}"/>
                    </a:ext>
                  </a:extLst>
                </p14:cNvPr>
                <p14:cNvContentPartPr/>
                <p14:nvPr/>
              </p14:nvContentPartPr>
              <p14:xfrm>
                <a:off x="9662861" y="1901925"/>
                <a:ext cx="70200" cy="273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E4657CB-A6E0-6EB2-9427-7FDAAA4B841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45221" y="1883925"/>
                  <a:ext cx="105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01CF071-298D-64ED-24CB-5167092D2527}"/>
                    </a:ext>
                  </a:extLst>
                </p14:cNvPr>
                <p14:cNvContentPartPr/>
                <p14:nvPr/>
              </p14:nvContentPartPr>
              <p14:xfrm>
                <a:off x="9856901" y="1652085"/>
                <a:ext cx="64440" cy="1825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01CF071-298D-64ED-24CB-5167092D252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838901" y="1634445"/>
                  <a:ext cx="100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4FCA0B3-188E-EC01-23F6-A2F2456E932C}"/>
                    </a:ext>
                  </a:extLst>
                </p14:cNvPr>
                <p14:cNvContentPartPr/>
                <p14:nvPr/>
              </p14:nvContentPartPr>
              <p14:xfrm>
                <a:off x="9977501" y="1694565"/>
                <a:ext cx="110880" cy="1047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4FCA0B3-188E-EC01-23F6-A2F2456E932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959501" y="1676925"/>
                  <a:ext cx="146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3E60AC2-3E0A-A15B-CD31-82EA0EFF4B31}"/>
                    </a:ext>
                  </a:extLst>
                </p14:cNvPr>
                <p14:cNvContentPartPr/>
                <p14:nvPr/>
              </p14:nvContentPartPr>
              <p14:xfrm>
                <a:off x="10121501" y="1665045"/>
                <a:ext cx="16200" cy="175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3E60AC2-3E0A-A15B-CD31-82EA0EFF4B3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103861" y="1647405"/>
                  <a:ext cx="51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FB9280D-E99F-FE9B-2E08-AA941831DC14}"/>
                    </a:ext>
                  </a:extLst>
                </p14:cNvPr>
                <p14:cNvContentPartPr/>
                <p14:nvPr/>
              </p14:nvContentPartPr>
              <p14:xfrm>
                <a:off x="10225181" y="1704645"/>
                <a:ext cx="81720" cy="379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FB9280D-E99F-FE9B-2E08-AA941831DC1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207541" y="1686645"/>
                  <a:ext cx="11736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699C7B19-2967-F3B6-42D0-C00B8F4BD6FE}"/>
              </a:ext>
            </a:extLst>
          </p:cNvPr>
          <p:cNvGrpSpPr/>
          <p:nvPr/>
        </p:nvGrpSpPr>
        <p:grpSpPr>
          <a:xfrm>
            <a:off x="10504181" y="1573605"/>
            <a:ext cx="1645920" cy="614520"/>
            <a:chOff x="10504181" y="1573605"/>
            <a:chExt cx="1645920" cy="6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C0368CD-14F8-C1C2-1A90-03D1898C74B4}"/>
                    </a:ext>
                  </a:extLst>
                </p14:cNvPr>
                <p14:cNvContentPartPr/>
                <p14:nvPr/>
              </p14:nvContentPartPr>
              <p14:xfrm>
                <a:off x="10562141" y="1831365"/>
                <a:ext cx="11160" cy="162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C0368CD-14F8-C1C2-1A90-03D1898C74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544501" y="1813725"/>
                  <a:ext cx="46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53E41B6-2C4A-A97E-C44E-1134901A58BF}"/>
                    </a:ext>
                  </a:extLst>
                </p14:cNvPr>
                <p14:cNvContentPartPr/>
                <p14:nvPr/>
              </p14:nvContentPartPr>
              <p14:xfrm>
                <a:off x="10504181" y="1910205"/>
                <a:ext cx="120960" cy="21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53E41B6-2C4A-A97E-C44E-1134901A58B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486541" y="1892565"/>
                  <a:ext cx="156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7315E59-A2B1-DDA2-4996-BB8D8B66862A}"/>
                    </a:ext>
                  </a:extLst>
                </p14:cNvPr>
                <p14:cNvContentPartPr/>
                <p14:nvPr/>
              </p14:nvContentPartPr>
              <p14:xfrm>
                <a:off x="10776341" y="1848285"/>
                <a:ext cx="61920" cy="3398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7315E59-A2B1-DDA2-4996-BB8D8B66862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758701" y="1830285"/>
                  <a:ext cx="975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055E70D-BE06-F476-CDF7-8331348FA630}"/>
                    </a:ext>
                  </a:extLst>
                </p14:cNvPr>
                <p14:cNvContentPartPr/>
                <p14:nvPr/>
              </p14:nvContentPartPr>
              <p14:xfrm>
                <a:off x="10763381" y="1787805"/>
                <a:ext cx="149760" cy="192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055E70D-BE06-F476-CDF7-8331348FA63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745741" y="1770165"/>
                  <a:ext cx="185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62AF51D-96B8-412E-65E9-14984E5244AE}"/>
                    </a:ext>
                  </a:extLst>
                </p14:cNvPr>
                <p14:cNvContentPartPr/>
                <p14:nvPr/>
              </p14:nvContentPartPr>
              <p14:xfrm>
                <a:off x="10972541" y="1891845"/>
                <a:ext cx="13320" cy="8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62AF51D-96B8-412E-65E9-14984E5244A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954901" y="1873845"/>
                  <a:ext cx="48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7043853-F52B-CF95-228B-4ED55B0E299A}"/>
                    </a:ext>
                  </a:extLst>
                </p14:cNvPr>
                <p14:cNvContentPartPr/>
                <p14:nvPr/>
              </p14:nvContentPartPr>
              <p14:xfrm>
                <a:off x="11049221" y="1785285"/>
                <a:ext cx="171360" cy="138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7043853-F52B-CF95-228B-4ED55B0E299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031221" y="1767645"/>
                  <a:ext cx="207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F679A6A-DB08-A824-0866-EF5BE39B0B20}"/>
                    </a:ext>
                  </a:extLst>
                </p14:cNvPr>
                <p14:cNvContentPartPr/>
                <p14:nvPr/>
              </p14:nvContentPartPr>
              <p14:xfrm>
                <a:off x="11354861" y="1864845"/>
                <a:ext cx="1080" cy="21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F679A6A-DB08-A824-0866-EF5BE39B0B2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336861" y="1846845"/>
                  <a:ext cx="3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C62C221-5B55-CD65-2C0E-7B734D68C497}"/>
                    </a:ext>
                  </a:extLst>
                </p14:cNvPr>
                <p14:cNvContentPartPr/>
                <p14:nvPr/>
              </p14:nvContentPartPr>
              <p14:xfrm>
                <a:off x="11422541" y="1679085"/>
                <a:ext cx="168840" cy="281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C62C221-5B55-CD65-2C0E-7B734D68C49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404541" y="1661085"/>
                  <a:ext cx="2044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617AA5E-9A99-0520-9A1D-217A22DEF593}"/>
                    </a:ext>
                  </a:extLst>
                </p14:cNvPr>
                <p14:cNvContentPartPr/>
                <p14:nvPr/>
              </p14:nvContentPartPr>
              <p14:xfrm>
                <a:off x="11634941" y="1638045"/>
                <a:ext cx="90000" cy="396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617AA5E-9A99-0520-9A1D-217A22DEF59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616941" y="1620045"/>
                  <a:ext cx="1256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AE6FAD6-7DF8-B0FF-035D-069DC37A1609}"/>
                    </a:ext>
                  </a:extLst>
                </p14:cNvPr>
                <p14:cNvContentPartPr/>
                <p14:nvPr/>
              </p14:nvContentPartPr>
              <p14:xfrm>
                <a:off x="11559701" y="1929645"/>
                <a:ext cx="108720" cy="262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AE6FAD6-7DF8-B0FF-035D-069DC37A160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542061" y="1911645"/>
                  <a:ext cx="144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45E62F7-E634-7848-D700-10DE1F7B9B3B}"/>
                    </a:ext>
                  </a:extLst>
                </p14:cNvPr>
                <p14:cNvContentPartPr/>
                <p14:nvPr/>
              </p14:nvContentPartPr>
              <p14:xfrm>
                <a:off x="11731421" y="1942245"/>
                <a:ext cx="68760" cy="99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45E62F7-E634-7848-D700-10DE1F7B9B3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713421" y="1924245"/>
                  <a:ext cx="104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E996F43-B802-1A17-C3EB-57A99F25B9E5}"/>
                    </a:ext>
                  </a:extLst>
                </p14:cNvPr>
                <p14:cNvContentPartPr/>
                <p14:nvPr/>
              </p14:nvContentPartPr>
              <p14:xfrm>
                <a:off x="11787941" y="1931805"/>
                <a:ext cx="16920" cy="46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E996F43-B802-1A17-C3EB-57A99F25B9E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769941" y="1913805"/>
                  <a:ext cx="52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5637B3A-1BFF-01AE-AC01-1793E80184B1}"/>
                    </a:ext>
                  </a:extLst>
                </p14:cNvPr>
                <p14:cNvContentPartPr/>
                <p14:nvPr/>
              </p14:nvContentPartPr>
              <p14:xfrm>
                <a:off x="11776781" y="1868085"/>
                <a:ext cx="34920" cy="181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5637B3A-1BFF-01AE-AC01-1793E80184B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759141" y="1850085"/>
                  <a:ext cx="70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DF0BFC9-3076-08EE-3BA1-649F7C91EF08}"/>
                    </a:ext>
                  </a:extLst>
                </p14:cNvPr>
                <p14:cNvContentPartPr/>
                <p14:nvPr/>
              </p14:nvContentPartPr>
              <p14:xfrm>
                <a:off x="11841941" y="1712925"/>
                <a:ext cx="70200" cy="1944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DF0BFC9-3076-08EE-3BA1-649F7C91EF0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824301" y="1695285"/>
                  <a:ext cx="105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7D2382D-B2A0-0142-7B2B-7BBA402E30B3}"/>
                    </a:ext>
                  </a:extLst>
                </p14:cNvPr>
                <p14:cNvContentPartPr/>
                <p14:nvPr/>
              </p14:nvContentPartPr>
              <p14:xfrm>
                <a:off x="11971541" y="1772325"/>
                <a:ext cx="75960" cy="1256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7D2382D-B2A0-0142-7B2B-7BBA402E30B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953901" y="1754325"/>
                  <a:ext cx="111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D92D6AF-2589-8E9E-D86E-03DFC8CD6E86}"/>
                    </a:ext>
                  </a:extLst>
                </p14:cNvPr>
                <p14:cNvContentPartPr/>
                <p14:nvPr/>
              </p14:nvContentPartPr>
              <p14:xfrm>
                <a:off x="11988821" y="1835325"/>
                <a:ext cx="21240" cy="21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D92D6AF-2589-8E9E-D86E-03DFC8CD6E8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970821" y="1817685"/>
                  <a:ext cx="56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28D445E-2A61-3100-468F-BBF11F16311B}"/>
                    </a:ext>
                  </a:extLst>
                </p14:cNvPr>
                <p14:cNvContentPartPr/>
                <p14:nvPr/>
              </p14:nvContentPartPr>
              <p14:xfrm>
                <a:off x="11998541" y="1604205"/>
                <a:ext cx="66600" cy="119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28D445E-2A61-3100-468F-BBF11F16311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980541" y="1586205"/>
                  <a:ext cx="102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83FF024-C627-E259-24A0-E9C84F1C517E}"/>
                    </a:ext>
                  </a:extLst>
                </p14:cNvPr>
                <p14:cNvContentPartPr/>
                <p14:nvPr/>
              </p14:nvContentPartPr>
              <p14:xfrm>
                <a:off x="12087821" y="1593405"/>
                <a:ext cx="15120" cy="164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83FF024-C627-E259-24A0-E9C84F1C517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2070181" y="1575405"/>
                  <a:ext cx="50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3189DA8-A856-104F-EB7A-00B2911F8E5F}"/>
                    </a:ext>
                  </a:extLst>
                </p14:cNvPr>
                <p14:cNvContentPartPr/>
                <p14:nvPr/>
              </p14:nvContentPartPr>
              <p14:xfrm>
                <a:off x="11944181" y="1573605"/>
                <a:ext cx="66600" cy="184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3189DA8-A856-104F-EB7A-00B2911F8E5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926181" y="1555965"/>
                  <a:ext cx="102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14B3D1F-426A-0E24-C0D3-D9D009D6CCB4}"/>
                    </a:ext>
                  </a:extLst>
                </p14:cNvPr>
                <p14:cNvContentPartPr/>
                <p14:nvPr/>
              </p14:nvContentPartPr>
              <p14:xfrm>
                <a:off x="11974061" y="1753605"/>
                <a:ext cx="176040" cy="3823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14B3D1F-426A-0E24-C0D3-D9D009D6CCB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956421" y="1735965"/>
                  <a:ext cx="211680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916A533-6F6A-1662-EC01-7E61DA1A5135}"/>
              </a:ext>
            </a:extLst>
          </p:cNvPr>
          <p:cNvGrpSpPr/>
          <p:nvPr/>
        </p:nvGrpSpPr>
        <p:grpSpPr>
          <a:xfrm>
            <a:off x="799661" y="2507085"/>
            <a:ext cx="900360" cy="459720"/>
            <a:chOff x="799661" y="2507085"/>
            <a:chExt cx="900360" cy="45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68C0FB3-7382-A874-24C8-550F9608A6F7}"/>
                    </a:ext>
                  </a:extLst>
                </p14:cNvPr>
                <p14:cNvContentPartPr/>
                <p14:nvPr/>
              </p14:nvContentPartPr>
              <p14:xfrm>
                <a:off x="817301" y="2535165"/>
                <a:ext cx="95040" cy="4316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68C0FB3-7382-A874-24C8-550F9608A6F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08661" y="2526525"/>
                  <a:ext cx="1126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B001691-E325-45B8-F542-57AFE17222C4}"/>
                    </a:ext>
                  </a:extLst>
                </p14:cNvPr>
                <p14:cNvContentPartPr/>
                <p14:nvPr/>
              </p14:nvContentPartPr>
              <p14:xfrm>
                <a:off x="799661" y="2788965"/>
                <a:ext cx="111600" cy="60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B001691-E325-45B8-F542-57AFE17222C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90661" y="2779965"/>
                  <a:ext cx="129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DAEA7D0-0D9D-DDB6-7969-22C9773D7310}"/>
                    </a:ext>
                  </a:extLst>
                </p14:cNvPr>
                <p14:cNvContentPartPr/>
                <p14:nvPr/>
              </p14:nvContentPartPr>
              <p14:xfrm>
                <a:off x="1026101" y="2507085"/>
                <a:ext cx="70560" cy="3909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DAEA7D0-0D9D-DDB6-7969-22C9773D731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17101" y="2498445"/>
                  <a:ext cx="882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27FAF0C-7C45-77F6-DEC4-922C61F170D9}"/>
                    </a:ext>
                  </a:extLst>
                </p14:cNvPr>
                <p14:cNvContentPartPr/>
                <p14:nvPr/>
              </p14:nvContentPartPr>
              <p14:xfrm>
                <a:off x="1241741" y="2606805"/>
                <a:ext cx="61200" cy="2124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27FAF0C-7C45-77F6-DEC4-922C61F170D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233101" y="2597805"/>
                  <a:ext cx="78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EC0694C-A878-F19A-0D2E-B0BEDD8D23E0}"/>
                    </a:ext>
                  </a:extLst>
                </p14:cNvPr>
                <p14:cNvContentPartPr/>
                <p14:nvPr/>
              </p14:nvContentPartPr>
              <p14:xfrm>
                <a:off x="1342181" y="2662965"/>
                <a:ext cx="50400" cy="1378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EC0694C-A878-F19A-0D2E-B0BEDD8D23E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333541" y="2653965"/>
                  <a:ext cx="680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81BAAED-BAE0-1C78-6206-194455221C1A}"/>
                    </a:ext>
                  </a:extLst>
                </p14:cNvPr>
                <p14:cNvContentPartPr/>
                <p14:nvPr/>
              </p14:nvContentPartPr>
              <p14:xfrm>
                <a:off x="1414901" y="2765565"/>
                <a:ext cx="26640" cy="892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81BAAED-BAE0-1C78-6206-194455221C1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405901" y="2756565"/>
                  <a:ext cx="44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ACEF33C-8227-9A27-F4F2-A717E47818E6}"/>
                    </a:ext>
                  </a:extLst>
                </p14:cNvPr>
                <p14:cNvContentPartPr/>
                <p14:nvPr/>
              </p14:nvContentPartPr>
              <p14:xfrm>
                <a:off x="1504181" y="2683845"/>
                <a:ext cx="110520" cy="136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ACEF33C-8227-9A27-F4F2-A717E47818E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495541" y="2674845"/>
                  <a:ext cx="128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6636E68-6688-845E-F350-377697B9E81C}"/>
                    </a:ext>
                  </a:extLst>
                </p14:cNvPr>
                <p14:cNvContentPartPr/>
                <p14:nvPr/>
              </p14:nvContentPartPr>
              <p14:xfrm>
                <a:off x="1625861" y="2596365"/>
                <a:ext cx="74160" cy="292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6636E68-6688-845E-F350-377697B9E81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617221" y="2587365"/>
                  <a:ext cx="9180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52BD529E-3BCA-0EB3-907B-5D5E347FBC72}"/>
              </a:ext>
            </a:extLst>
          </p:cNvPr>
          <p:cNvGrpSpPr/>
          <p:nvPr/>
        </p:nvGrpSpPr>
        <p:grpSpPr>
          <a:xfrm>
            <a:off x="1855901" y="2652165"/>
            <a:ext cx="136080" cy="133920"/>
            <a:chOff x="1855901" y="2652165"/>
            <a:chExt cx="13608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F719308-C01B-2462-160E-3B3E050EEE8A}"/>
                    </a:ext>
                  </a:extLst>
                </p14:cNvPr>
                <p14:cNvContentPartPr/>
                <p14:nvPr/>
              </p14:nvContentPartPr>
              <p14:xfrm>
                <a:off x="1922501" y="2652165"/>
                <a:ext cx="12600" cy="1339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F719308-C01B-2462-160E-3B3E050EEE8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913861" y="2643165"/>
                  <a:ext cx="30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0093E7E-2F85-807B-2F75-92C5169207C1}"/>
                    </a:ext>
                  </a:extLst>
                </p14:cNvPr>
                <p14:cNvContentPartPr/>
                <p14:nvPr/>
              </p14:nvContentPartPr>
              <p14:xfrm>
                <a:off x="1855901" y="2695365"/>
                <a:ext cx="136080" cy="29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0093E7E-2F85-807B-2F75-92C5169207C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847261" y="2686725"/>
                  <a:ext cx="15372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2C545E29-3BA7-1AA2-E7FA-C582B481CB98}"/>
              </a:ext>
            </a:extLst>
          </p:cNvPr>
          <p:cNvGrpSpPr/>
          <p:nvPr/>
        </p:nvGrpSpPr>
        <p:grpSpPr>
          <a:xfrm>
            <a:off x="2207261" y="2645325"/>
            <a:ext cx="250560" cy="168480"/>
            <a:chOff x="2207261" y="2645325"/>
            <a:chExt cx="25056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9E98F64-7474-52D6-4947-5753AA54D638}"/>
                    </a:ext>
                  </a:extLst>
                </p14:cNvPr>
                <p14:cNvContentPartPr/>
                <p14:nvPr/>
              </p14:nvContentPartPr>
              <p14:xfrm>
                <a:off x="2207261" y="2645325"/>
                <a:ext cx="63360" cy="1666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9E98F64-7474-52D6-4947-5753AA54D63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198261" y="2636325"/>
                  <a:ext cx="81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653357B-74FD-71D3-FFF9-5D6B6A459F8C}"/>
                    </a:ext>
                  </a:extLst>
                </p14:cNvPr>
                <p14:cNvContentPartPr/>
                <p14:nvPr/>
              </p14:nvContentPartPr>
              <p14:xfrm>
                <a:off x="2333981" y="2703285"/>
                <a:ext cx="123840" cy="1105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653357B-74FD-71D3-FFF9-5D6B6A459F8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324981" y="2694645"/>
                  <a:ext cx="14148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C967D184-39A5-9221-9E2C-9ADD7DEDCAAB}"/>
              </a:ext>
            </a:extLst>
          </p:cNvPr>
          <p:cNvGrpSpPr/>
          <p:nvPr/>
        </p:nvGrpSpPr>
        <p:grpSpPr>
          <a:xfrm>
            <a:off x="2610461" y="2459205"/>
            <a:ext cx="1023840" cy="430200"/>
            <a:chOff x="2610461" y="2459205"/>
            <a:chExt cx="102384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26A2A39-AD0E-E750-10CF-3696EA74D3AE}"/>
                    </a:ext>
                  </a:extLst>
                </p14:cNvPr>
                <p14:cNvContentPartPr/>
                <p14:nvPr/>
              </p14:nvContentPartPr>
              <p14:xfrm>
                <a:off x="2610461" y="2728485"/>
                <a:ext cx="11160" cy="151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26A2A39-AD0E-E750-10CF-3696EA74D3A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601821" y="2719845"/>
                  <a:ext cx="28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4CDBD5E-44C9-8820-9AD6-B2B3EBF7183C}"/>
                    </a:ext>
                  </a:extLst>
                </p14:cNvPr>
                <p14:cNvContentPartPr/>
                <p14:nvPr/>
              </p14:nvContentPartPr>
              <p14:xfrm>
                <a:off x="2658701" y="2574765"/>
                <a:ext cx="63000" cy="2217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4CDBD5E-44C9-8820-9AD6-B2B3EBF7183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649701" y="2565765"/>
                  <a:ext cx="80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4FCEB56-6FF0-EA2A-EB78-D22C5210C599}"/>
                    </a:ext>
                  </a:extLst>
                </p14:cNvPr>
                <p14:cNvContentPartPr/>
                <p14:nvPr/>
              </p14:nvContentPartPr>
              <p14:xfrm>
                <a:off x="2752661" y="2707605"/>
                <a:ext cx="96120" cy="277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4FCEB56-6FF0-EA2A-EB78-D22C5210C59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743661" y="2698605"/>
                  <a:ext cx="113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2076B7B-7821-8F48-0302-D5FD3464D376}"/>
                    </a:ext>
                  </a:extLst>
                </p14:cNvPr>
                <p14:cNvContentPartPr/>
                <p14:nvPr/>
              </p14:nvContentPartPr>
              <p14:xfrm>
                <a:off x="2890181" y="2608965"/>
                <a:ext cx="59040" cy="1422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2076B7B-7821-8F48-0302-D5FD3464D37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881181" y="2599965"/>
                  <a:ext cx="76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09FDB58-C75F-4500-533A-3F02120B97B2}"/>
                    </a:ext>
                  </a:extLst>
                </p14:cNvPr>
                <p14:cNvContentPartPr/>
                <p14:nvPr/>
              </p14:nvContentPartPr>
              <p14:xfrm>
                <a:off x="3000701" y="2727045"/>
                <a:ext cx="51120" cy="982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09FDB58-C75F-4500-533A-3F02120B97B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991701" y="2718045"/>
                  <a:ext cx="68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B19CD5A-AF15-5CC0-F0F4-69E17BBC2249}"/>
                    </a:ext>
                  </a:extLst>
                </p14:cNvPr>
                <p14:cNvContentPartPr/>
                <p14:nvPr/>
              </p14:nvContentPartPr>
              <p14:xfrm>
                <a:off x="3137501" y="2675565"/>
                <a:ext cx="83160" cy="154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B19CD5A-AF15-5CC0-F0F4-69E17BBC224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128861" y="2666925"/>
                  <a:ext cx="100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7FD8017-BDEF-455D-327F-C49CF0EACC20}"/>
                    </a:ext>
                  </a:extLst>
                </p14:cNvPr>
                <p14:cNvContentPartPr/>
                <p14:nvPr/>
              </p14:nvContentPartPr>
              <p14:xfrm>
                <a:off x="3273221" y="2589885"/>
                <a:ext cx="61200" cy="147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7FD8017-BDEF-455D-327F-C49CF0EACC2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264581" y="2581245"/>
                  <a:ext cx="78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593CBFD-2F79-E2FD-663C-328087C07349}"/>
                    </a:ext>
                  </a:extLst>
                </p14:cNvPr>
                <p14:cNvContentPartPr/>
                <p14:nvPr/>
              </p14:nvContentPartPr>
              <p14:xfrm>
                <a:off x="3392741" y="2540205"/>
                <a:ext cx="80280" cy="2822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593CBFD-2F79-E2FD-663C-328087C07349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384101" y="2531205"/>
                  <a:ext cx="979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E6E9DA8-3775-BA36-627C-8CD978597357}"/>
                    </a:ext>
                  </a:extLst>
                </p14:cNvPr>
                <p14:cNvContentPartPr/>
                <p14:nvPr/>
              </p14:nvContentPartPr>
              <p14:xfrm>
                <a:off x="3518381" y="2459205"/>
                <a:ext cx="115920" cy="4302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E6E9DA8-3775-BA36-627C-8CD97859735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509741" y="2450565"/>
                  <a:ext cx="133560" cy="44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34C4C15C-CEFA-8D15-725B-D04574CE364B}"/>
                  </a:ext>
                </a:extLst>
              </p14:cNvPr>
              <p14:cNvContentPartPr/>
              <p14:nvPr/>
            </p14:nvContentPartPr>
            <p14:xfrm>
              <a:off x="4025261" y="2300445"/>
              <a:ext cx="80280" cy="10800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34C4C15C-CEFA-8D15-725B-D04574CE364B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4016261" y="2291805"/>
                <a:ext cx="9792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F57C0E15-B44C-3E6E-B7D4-30664F052F41}"/>
              </a:ext>
            </a:extLst>
          </p:cNvPr>
          <p:cNvGrpSpPr/>
          <p:nvPr/>
        </p:nvGrpSpPr>
        <p:grpSpPr>
          <a:xfrm>
            <a:off x="3839501" y="2500245"/>
            <a:ext cx="261000" cy="271080"/>
            <a:chOff x="3839501" y="2500245"/>
            <a:chExt cx="26100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6C3E0A4-D494-4EA1-07A8-DAD8657D2E6B}"/>
                    </a:ext>
                  </a:extLst>
                </p14:cNvPr>
                <p14:cNvContentPartPr/>
                <p14:nvPr/>
              </p14:nvContentPartPr>
              <p14:xfrm>
                <a:off x="3839501" y="2525445"/>
                <a:ext cx="122760" cy="172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6C3E0A4-D494-4EA1-07A8-DAD8657D2E6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830501" y="2516445"/>
                  <a:ext cx="140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4F8B1E4-1D9D-F0E3-16C4-B10C793A2C2F}"/>
                    </a:ext>
                  </a:extLst>
                </p14:cNvPr>
                <p14:cNvContentPartPr/>
                <p14:nvPr/>
              </p14:nvContentPartPr>
              <p14:xfrm>
                <a:off x="3892421" y="2742885"/>
                <a:ext cx="96120" cy="284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4F8B1E4-1D9D-F0E3-16C4-B10C793A2C2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883781" y="2733885"/>
                  <a:ext cx="113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D90DF5F-819E-EB44-DFF9-AF52A61B9D32}"/>
                    </a:ext>
                  </a:extLst>
                </p14:cNvPr>
                <p14:cNvContentPartPr/>
                <p14:nvPr/>
              </p14:nvContentPartPr>
              <p14:xfrm>
                <a:off x="4073501" y="2500245"/>
                <a:ext cx="27000" cy="75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D90DF5F-819E-EB44-DFF9-AF52A61B9D32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064861" y="2491605"/>
                  <a:ext cx="446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801C892-EBC6-F438-27CB-F24B83A60957}"/>
              </a:ext>
            </a:extLst>
          </p:cNvPr>
          <p:cNvGrpSpPr/>
          <p:nvPr/>
        </p:nvGrpSpPr>
        <p:grpSpPr>
          <a:xfrm>
            <a:off x="4291661" y="2450205"/>
            <a:ext cx="121680" cy="402480"/>
            <a:chOff x="4291661" y="2450205"/>
            <a:chExt cx="12168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98E5A3B-6FE7-D9AB-444A-F43275C3B5D9}"/>
                    </a:ext>
                  </a:extLst>
                </p14:cNvPr>
                <p14:cNvContentPartPr/>
                <p14:nvPr/>
              </p14:nvContentPartPr>
              <p14:xfrm>
                <a:off x="4304261" y="2450205"/>
                <a:ext cx="109080" cy="402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98E5A3B-6FE7-D9AB-444A-F43275C3B5D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295621" y="2441565"/>
                  <a:ext cx="1267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3C92DEB-5F48-B51A-1FD9-411B70BEC87B}"/>
                    </a:ext>
                  </a:extLst>
                </p14:cNvPr>
                <p14:cNvContentPartPr/>
                <p14:nvPr/>
              </p14:nvContentPartPr>
              <p14:xfrm>
                <a:off x="4291661" y="2713725"/>
                <a:ext cx="120240" cy="248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3C92DEB-5F48-B51A-1FD9-411B70BEC87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282661" y="2704725"/>
                  <a:ext cx="1378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DDEA2B29-4A97-3B37-D536-B744019B2C5B}"/>
              </a:ext>
            </a:extLst>
          </p:cNvPr>
          <p:cNvGrpSpPr/>
          <p:nvPr/>
        </p:nvGrpSpPr>
        <p:grpSpPr>
          <a:xfrm>
            <a:off x="4582901" y="2431485"/>
            <a:ext cx="574920" cy="382320"/>
            <a:chOff x="4582901" y="2431485"/>
            <a:chExt cx="57492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0A3E440-1ACA-BC2A-5123-1CB6FC39D24B}"/>
                    </a:ext>
                  </a:extLst>
                </p14:cNvPr>
                <p14:cNvContentPartPr/>
                <p14:nvPr/>
              </p14:nvContentPartPr>
              <p14:xfrm>
                <a:off x="4582901" y="2431485"/>
                <a:ext cx="56520" cy="3445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0A3E440-1ACA-BC2A-5123-1CB6FC39D24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573901" y="2422845"/>
                  <a:ext cx="741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5DB1208-7C4A-3D4B-DAF5-1D7B61FB8D58}"/>
                    </a:ext>
                  </a:extLst>
                </p14:cNvPr>
                <p14:cNvContentPartPr/>
                <p14:nvPr/>
              </p14:nvContentPartPr>
              <p14:xfrm>
                <a:off x="4705301" y="2565045"/>
                <a:ext cx="69840" cy="1389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5DB1208-7C4A-3D4B-DAF5-1D7B61FB8D5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4696661" y="2556045"/>
                  <a:ext cx="87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795C4F6-52A7-E12A-6463-F3C59DF6B911}"/>
                    </a:ext>
                  </a:extLst>
                </p14:cNvPr>
                <p14:cNvContentPartPr/>
                <p14:nvPr/>
              </p14:nvContentPartPr>
              <p14:xfrm>
                <a:off x="4814741" y="2667645"/>
                <a:ext cx="40320" cy="806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795C4F6-52A7-E12A-6463-F3C59DF6B91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805741" y="2658645"/>
                  <a:ext cx="57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10F3453-468C-DC38-776A-03510842F735}"/>
                    </a:ext>
                  </a:extLst>
                </p14:cNvPr>
                <p14:cNvContentPartPr/>
                <p14:nvPr/>
              </p14:nvContentPartPr>
              <p14:xfrm>
                <a:off x="4888541" y="2596365"/>
                <a:ext cx="158400" cy="1047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10F3453-468C-DC38-776A-03510842F73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879541" y="2587725"/>
                  <a:ext cx="176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920B0BF-4C7F-281F-8297-2783519D0DF1}"/>
                    </a:ext>
                  </a:extLst>
                </p14:cNvPr>
                <p14:cNvContentPartPr/>
                <p14:nvPr/>
              </p14:nvContentPartPr>
              <p14:xfrm>
                <a:off x="5057381" y="2486565"/>
                <a:ext cx="100440" cy="3272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920B0BF-4C7F-281F-8297-2783519D0DF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048741" y="2477565"/>
                  <a:ext cx="118080" cy="34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90F57357-A8B0-477C-F8DC-D71D107FDC87}"/>
              </a:ext>
            </a:extLst>
          </p:cNvPr>
          <p:cNvGrpSpPr/>
          <p:nvPr/>
        </p:nvGrpSpPr>
        <p:grpSpPr>
          <a:xfrm>
            <a:off x="5363741" y="2563605"/>
            <a:ext cx="139320" cy="144000"/>
            <a:chOff x="5363741" y="2563605"/>
            <a:chExt cx="13932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9F31A5F-A64D-10CB-5131-D9D5084F3D49}"/>
                    </a:ext>
                  </a:extLst>
                </p14:cNvPr>
                <p14:cNvContentPartPr/>
                <p14:nvPr/>
              </p14:nvContentPartPr>
              <p14:xfrm>
                <a:off x="5442941" y="2563605"/>
                <a:ext cx="18360" cy="1440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9F31A5F-A64D-10CB-5131-D9D5084F3D49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434301" y="2554965"/>
                  <a:ext cx="36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B91BED8-0130-9E0A-D1E2-1899420767EC}"/>
                    </a:ext>
                  </a:extLst>
                </p14:cNvPr>
                <p14:cNvContentPartPr/>
                <p14:nvPr/>
              </p14:nvContentPartPr>
              <p14:xfrm>
                <a:off x="5363741" y="2648565"/>
                <a:ext cx="139320" cy="10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B91BED8-0130-9E0A-D1E2-1899420767E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355101" y="2639925"/>
                  <a:ext cx="15696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F21105FC-9F02-7622-D765-F261AE8C164C}"/>
              </a:ext>
            </a:extLst>
          </p:cNvPr>
          <p:cNvGrpSpPr/>
          <p:nvPr/>
        </p:nvGrpSpPr>
        <p:grpSpPr>
          <a:xfrm>
            <a:off x="5745701" y="2310525"/>
            <a:ext cx="454680" cy="350280"/>
            <a:chOff x="5745701" y="2310525"/>
            <a:chExt cx="45468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B96AE5D-74DF-A48D-E75A-3B3644462DFB}"/>
                    </a:ext>
                  </a:extLst>
                </p14:cNvPr>
                <p14:cNvContentPartPr/>
                <p14:nvPr/>
              </p14:nvContentPartPr>
              <p14:xfrm>
                <a:off x="5745701" y="2485845"/>
                <a:ext cx="37080" cy="1749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B96AE5D-74DF-A48D-E75A-3B3644462DF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736701" y="2477205"/>
                  <a:ext cx="54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53B354F-AE92-E286-C2B5-930B9AB600A2}"/>
                    </a:ext>
                  </a:extLst>
                </p14:cNvPr>
                <p14:cNvContentPartPr/>
                <p14:nvPr/>
              </p14:nvContentPartPr>
              <p14:xfrm>
                <a:off x="5828501" y="2507445"/>
                <a:ext cx="130680" cy="1292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53B354F-AE92-E286-C2B5-930B9AB600A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819861" y="2498445"/>
                  <a:ext cx="148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FA1915A-D49E-AFAE-CC76-04719ADACFAC}"/>
                    </a:ext>
                  </a:extLst>
                </p14:cNvPr>
                <p14:cNvContentPartPr/>
                <p14:nvPr/>
              </p14:nvContentPartPr>
              <p14:xfrm>
                <a:off x="5944781" y="2404125"/>
                <a:ext cx="109440" cy="295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FA1915A-D49E-AFAE-CC76-04719ADACFA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935781" y="2395125"/>
                  <a:ext cx="127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EF7BB72-0CEA-9568-ADC2-5B0902B6744D}"/>
                    </a:ext>
                  </a:extLst>
                </p14:cNvPr>
                <p14:cNvContentPartPr/>
                <p14:nvPr/>
              </p14:nvContentPartPr>
              <p14:xfrm>
                <a:off x="6079421" y="2310525"/>
                <a:ext cx="90000" cy="1857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EF7BB72-0CEA-9568-ADC2-5B0902B6744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070421" y="2301885"/>
                  <a:ext cx="107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B9477CE-F06C-1B71-0542-EE2921110121}"/>
                    </a:ext>
                  </a:extLst>
                </p14:cNvPr>
                <p14:cNvContentPartPr/>
                <p14:nvPr/>
              </p14:nvContentPartPr>
              <p14:xfrm>
                <a:off x="6197141" y="2578365"/>
                <a:ext cx="3240" cy="234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B9477CE-F06C-1B71-0542-EE292111012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188141" y="2569365"/>
                  <a:ext cx="208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A94A6DDF-7FEE-90CA-DA51-E489571A8095}"/>
              </a:ext>
            </a:extLst>
          </p:cNvPr>
          <p:cNvGrpSpPr/>
          <p:nvPr/>
        </p:nvGrpSpPr>
        <p:grpSpPr>
          <a:xfrm>
            <a:off x="6439421" y="2482245"/>
            <a:ext cx="358200" cy="183240"/>
            <a:chOff x="6439421" y="2482245"/>
            <a:chExt cx="358200" cy="1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FB35FB2-0EFA-3160-E424-15D9DD5CFA6B}"/>
                    </a:ext>
                  </a:extLst>
                </p14:cNvPr>
                <p14:cNvContentPartPr/>
                <p14:nvPr/>
              </p14:nvContentPartPr>
              <p14:xfrm>
                <a:off x="6439421" y="2482245"/>
                <a:ext cx="24480" cy="1832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FB35FB2-0EFA-3160-E424-15D9DD5CFA6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430421" y="2473245"/>
                  <a:ext cx="42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58E017D-BBD6-AB06-A384-EAF2298AA65B}"/>
                    </a:ext>
                  </a:extLst>
                </p14:cNvPr>
                <p14:cNvContentPartPr/>
                <p14:nvPr/>
              </p14:nvContentPartPr>
              <p14:xfrm>
                <a:off x="6533381" y="2513205"/>
                <a:ext cx="124560" cy="1202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58E017D-BBD6-AB06-A384-EAF2298AA65B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524741" y="2504205"/>
                  <a:ext cx="142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7EC5124-5FC2-5289-F879-AEB293F30423}"/>
                    </a:ext>
                  </a:extLst>
                </p14:cNvPr>
                <p14:cNvContentPartPr/>
                <p14:nvPr/>
              </p14:nvContentPartPr>
              <p14:xfrm>
                <a:off x="6783581" y="2589165"/>
                <a:ext cx="14040" cy="151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7EC5124-5FC2-5289-F879-AEB293F3042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774941" y="2580525"/>
                  <a:ext cx="316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E135B8E5-8B92-0D85-978E-C8DDF1004E85}"/>
              </a:ext>
            </a:extLst>
          </p:cNvPr>
          <p:cNvGrpSpPr/>
          <p:nvPr/>
        </p:nvGrpSpPr>
        <p:grpSpPr>
          <a:xfrm>
            <a:off x="11429741" y="2089125"/>
            <a:ext cx="533520" cy="128160"/>
            <a:chOff x="11429741" y="2089125"/>
            <a:chExt cx="53352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99C6BE6-EBE8-05A6-81B6-C9D353B82F0D}"/>
                    </a:ext>
                  </a:extLst>
                </p14:cNvPr>
                <p14:cNvContentPartPr/>
                <p14:nvPr/>
              </p14:nvContentPartPr>
              <p14:xfrm>
                <a:off x="11429741" y="2089125"/>
                <a:ext cx="516240" cy="48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99C6BE6-EBE8-05A6-81B6-C9D353B82F0D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421101" y="2080485"/>
                  <a:ext cx="533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47D3087-3381-FE26-50A5-A369B9AD6A28}"/>
                    </a:ext>
                  </a:extLst>
                </p14:cNvPr>
                <p14:cNvContentPartPr/>
                <p14:nvPr/>
              </p14:nvContentPartPr>
              <p14:xfrm>
                <a:off x="11518301" y="2162925"/>
                <a:ext cx="444960" cy="543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47D3087-3381-FE26-50A5-A369B9AD6A2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509661" y="2153925"/>
                  <a:ext cx="4626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BABA7A9B-4D14-F00A-B97E-8E053326364E}"/>
              </a:ext>
            </a:extLst>
          </p:cNvPr>
          <p:cNvGrpSpPr/>
          <p:nvPr/>
        </p:nvGrpSpPr>
        <p:grpSpPr>
          <a:xfrm>
            <a:off x="7043861" y="2389725"/>
            <a:ext cx="545400" cy="371520"/>
            <a:chOff x="7043861" y="2389725"/>
            <a:chExt cx="54540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1C908DC-5223-B6B7-D5E0-072E84D153B8}"/>
                    </a:ext>
                  </a:extLst>
                </p14:cNvPr>
                <p14:cNvContentPartPr/>
                <p14:nvPr/>
              </p14:nvContentPartPr>
              <p14:xfrm>
                <a:off x="7043861" y="2411325"/>
                <a:ext cx="61920" cy="2599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1C908DC-5223-B6B7-D5E0-072E84D153B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035221" y="2402685"/>
                  <a:ext cx="795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4ED5278-AFAD-CAB7-067C-02574116712E}"/>
                    </a:ext>
                  </a:extLst>
                </p14:cNvPr>
                <p14:cNvContentPartPr/>
                <p14:nvPr/>
              </p14:nvContentPartPr>
              <p14:xfrm>
                <a:off x="7128821" y="2561805"/>
                <a:ext cx="104760" cy="216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4ED5278-AFAD-CAB7-067C-02574116712E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119821" y="2553165"/>
                  <a:ext cx="122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6C4C607E-8D88-30E9-C502-3175EFC44702}"/>
                    </a:ext>
                  </a:extLst>
                </p14:cNvPr>
                <p14:cNvContentPartPr/>
                <p14:nvPr/>
              </p14:nvContentPartPr>
              <p14:xfrm>
                <a:off x="7288661" y="2460645"/>
                <a:ext cx="104760" cy="2098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6C4C607E-8D88-30E9-C502-3175EFC4470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280021" y="2452005"/>
                  <a:ext cx="122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9F9AE99-B327-6B90-582E-94A57EA9AE72}"/>
                    </a:ext>
                  </a:extLst>
                </p14:cNvPr>
                <p14:cNvContentPartPr/>
                <p14:nvPr/>
              </p14:nvContentPartPr>
              <p14:xfrm>
                <a:off x="7476941" y="2389725"/>
                <a:ext cx="112320" cy="3715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9F9AE99-B327-6B90-582E-94A57EA9AE7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467941" y="2380725"/>
                  <a:ext cx="129960" cy="38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FA1A8AD9-8D14-1AE3-9C0C-ECF2B54A3639}"/>
              </a:ext>
            </a:extLst>
          </p:cNvPr>
          <p:cNvGrpSpPr/>
          <p:nvPr/>
        </p:nvGrpSpPr>
        <p:grpSpPr>
          <a:xfrm>
            <a:off x="983621" y="3095685"/>
            <a:ext cx="1229040" cy="419040"/>
            <a:chOff x="983621" y="3095685"/>
            <a:chExt cx="122904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85C96FA-D3CD-8F0A-5004-BA6F14B4C7FB}"/>
                    </a:ext>
                  </a:extLst>
                </p14:cNvPr>
                <p14:cNvContentPartPr/>
                <p14:nvPr/>
              </p14:nvContentPartPr>
              <p14:xfrm>
                <a:off x="983621" y="3125205"/>
                <a:ext cx="140040" cy="389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85C96FA-D3CD-8F0A-5004-BA6F14B4C7F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74621" y="3116205"/>
                  <a:ext cx="15768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5C2869E-326E-9C14-F8B3-5A3A234842D0}"/>
                    </a:ext>
                  </a:extLst>
                </p14:cNvPr>
                <p14:cNvContentPartPr/>
                <p14:nvPr/>
              </p14:nvContentPartPr>
              <p14:xfrm>
                <a:off x="1015661" y="3382965"/>
                <a:ext cx="109800" cy="363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5C2869E-326E-9C14-F8B3-5A3A234842D0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06661" y="3373965"/>
                  <a:ext cx="127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E1B4FBE-0B07-7340-9F72-6C1014D977CC}"/>
                    </a:ext>
                  </a:extLst>
                </p14:cNvPr>
                <p14:cNvContentPartPr/>
                <p14:nvPr/>
              </p14:nvContentPartPr>
              <p14:xfrm>
                <a:off x="1197821" y="3137805"/>
                <a:ext cx="66960" cy="2833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E1B4FBE-0B07-7340-9F72-6C1014D977C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88821" y="3129165"/>
                  <a:ext cx="84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1C432EB-DAC3-2841-D96D-080C3B1162A2}"/>
                    </a:ext>
                  </a:extLst>
                </p14:cNvPr>
                <p14:cNvContentPartPr/>
                <p14:nvPr/>
              </p14:nvContentPartPr>
              <p14:xfrm>
                <a:off x="1342181" y="3332565"/>
                <a:ext cx="101160" cy="72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1C432EB-DAC3-2841-D96D-080C3B1162A2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333181" y="3323565"/>
                  <a:ext cx="118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DF79F4E-6F1B-5168-409F-6E86C55769A2}"/>
                    </a:ext>
                  </a:extLst>
                </p14:cNvPr>
                <p14:cNvContentPartPr/>
                <p14:nvPr/>
              </p14:nvContentPartPr>
              <p14:xfrm>
                <a:off x="1504541" y="3205125"/>
                <a:ext cx="114120" cy="1868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DF79F4E-6F1B-5168-409F-6E86C55769A2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495541" y="3196125"/>
                  <a:ext cx="131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4A837CC-CF39-A28F-AD01-B7FD17A12943}"/>
                    </a:ext>
                  </a:extLst>
                </p14:cNvPr>
                <p14:cNvContentPartPr/>
                <p14:nvPr/>
              </p14:nvContentPartPr>
              <p14:xfrm>
                <a:off x="1703981" y="3346965"/>
                <a:ext cx="14040" cy="118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4A837CC-CF39-A28F-AD01-B7FD17A1294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694981" y="3337965"/>
                  <a:ext cx="31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B971C3A-6DA6-18BC-3269-DF82BF5D39D9}"/>
                    </a:ext>
                  </a:extLst>
                </p14:cNvPr>
                <p14:cNvContentPartPr/>
                <p14:nvPr/>
              </p14:nvContentPartPr>
              <p14:xfrm>
                <a:off x="1831061" y="3283965"/>
                <a:ext cx="90000" cy="158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B971C3A-6DA6-18BC-3269-DF82BF5D39D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822421" y="3274965"/>
                  <a:ext cx="107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F792CF98-A651-A980-D7ED-E95DC7B20F6C}"/>
                    </a:ext>
                  </a:extLst>
                </p14:cNvPr>
                <p14:cNvContentPartPr/>
                <p14:nvPr/>
              </p14:nvContentPartPr>
              <p14:xfrm>
                <a:off x="1977941" y="3177765"/>
                <a:ext cx="86040" cy="1796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F792CF98-A651-A980-D7ED-E95DC7B20F6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969301" y="3168765"/>
                  <a:ext cx="103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4D91D1A-5730-FD8C-DC3E-0597D3CD0CE7}"/>
                    </a:ext>
                  </a:extLst>
                </p14:cNvPr>
                <p14:cNvContentPartPr/>
                <p14:nvPr/>
              </p14:nvContentPartPr>
              <p14:xfrm>
                <a:off x="2118701" y="3095685"/>
                <a:ext cx="93960" cy="3355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4D91D1A-5730-FD8C-DC3E-0597D3CD0CE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109701" y="3087045"/>
                  <a:ext cx="111600" cy="35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4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F2B20941-843B-9CF5-F1F4-18FFFB3E33C4}"/>
                  </a:ext>
                </a:extLst>
              </p14:cNvPr>
              <p14:cNvContentPartPr/>
              <p14:nvPr/>
            </p14:nvContentPartPr>
            <p14:xfrm>
              <a:off x="2527661" y="2986245"/>
              <a:ext cx="55440" cy="9396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F2B20941-843B-9CF5-F1F4-18FFFB3E33C4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2519021" y="2977605"/>
                <a:ext cx="7308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5" name="Group 344">
            <a:extLst>
              <a:ext uri="{FF2B5EF4-FFF2-40B4-BE49-F238E27FC236}">
                <a16:creationId xmlns:a16="http://schemas.microsoft.com/office/drawing/2014/main" id="{335A230C-F3F5-B7DD-2980-791E237EDDE7}"/>
              </a:ext>
            </a:extLst>
          </p:cNvPr>
          <p:cNvGrpSpPr/>
          <p:nvPr/>
        </p:nvGrpSpPr>
        <p:grpSpPr>
          <a:xfrm>
            <a:off x="2412821" y="3177765"/>
            <a:ext cx="204840" cy="195840"/>
            <a:chOff x="2412821" y="3177765"/>
            <a:chExt cx="20484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6D89AA0-A134-F01D-3BFA-E0729D277A63}"/>
                    </a:ext>
                  </a:extLst>
                </p14:cNvPr>
                <p14:cNvContentPartPr/>
                <p14:nvPr/>
              </p14:nvContentPartPr>
              <p14:xfrm>
                <a:off x="2412821" y="3193605"/>
                <a:ext cx="78840" cy="1263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6D89AA0-A134-F01D-3BFA-E0729D277A6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403821" y="3184605"/>
                  <a:ext cx="96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CC75CDB-F861-7BB6-0C26-7D5510F72802}"/>
                    </a:ext>
                  </a:extLst>
                </p14:cNvPr>
                <p14:cNvContentPartPr/>
                <p14:nvPr/>
              </p14:nvContentPartPr>
              <p14:xfrm>
                <a:off x="2443421" y="3343365"/>
                <a:ext cx="75600" cy="302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CC75CDB-F861-7BB6-0C26-7D5510F7280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434781" y="3334725"/>
                  <a:ext cx="93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6A16290-CB38-0CC5-0325-258D8D0C7C96}"/>
                    </a:ext>
                  </a:extLst>
                </p14:cNvPr>
                <p14:cNvContentPartPr/>
                <p14:nvPr/>
              </p14:nvContentPartPr>
              <p14:xfrm>
                <a:off x="2609381" y="3177765"/>
                <a:ext cx="8280" cy="25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6A16290-CB38-0CC5-0325-258D8D0C7C9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600741" y="3169125"/>
                  <a:ext cx="259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10AD5798-6DF4-8ED7-D69D-4955CBF130D1}"/>
              </a:ext>
            </a:extLst>
          </p:cNvPr>
          <p:cNvGrpSpPr/>
          <p:nvPr/>
        </p:nvGrpSpPr>
        <p:grpSpPr>
          <a:xfrm>
            <a:off x="2835101" y="3085965"/>
            <a:ext cx="884160" cy="369000"/>
            <a:chOff x="2835101" y="3085965"/>
            <a:chExt cx="88416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05760C5-DF5D-6969-493F-2E1658570C4C}"/>
                    </a:ext>
                  </a:extLst>
                </p14:cNvPr>
                <p14:cNvContentPartPr/>
                <p14:nvPr/>
              </p14:nvContentPartPr>
              <p14:xfrm>
                <a:off x="2845541" y="3085965"/>
                <a:ext cx="94320" cy="3690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05760C5-DF5D-6969-493F-2E1658570C4C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836901" y="3076965"/>
                  <a:ext cx="1119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E0DDC57D-2C44-23F8-09BD-523CBA9882DA}"/>
                    </a:ext>
                  </a:extLst>
                </p14:cNvPr>
                <p14:cNvContentPartPr/>
                <p14:nvPr/>
              </p14:nvContentPartPr>
              <p14:xfrm>
                <a:off x="2835101" y="3335445"/>
                <a:ext cx="127440" cy="500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E0DDC57D-2C44-23F8-09BD-523CBA9882DA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826461" y="3326805"/>
                  <a:ext cx="145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CA324DA-0BC8-FA4D-8A26-A2287DB4BCBA}"/>
                    </a:ext>
                  </a:extLst>
                </p14:cNvPr>
                <p14:cNvContentPartPr/>
                <p14:nvPr/>
              </p14:nvContentPartPr>
              <p14:xfrm>
                <a:off x="3084941" y="3099645"/>
                <a:ext cx="47160" cy="2286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CA324DA-0BC8-FA4D-8A26-A2287DB4BCB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076301" y="3090645"/>
                  <a:ext cx="64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9A44FE6-6B03-E3EE-DFC1-B5877EC8E515}"/>
                    </a:ext>
                  </a:extLst>
                </p14:cNvPr>
                <p14:cNvContentPartPr/>
                <p14:nvPr/>
              </p14:nvContentPartPr>
              <p14:xfrm>
                <a:off x="3178541" y="3152205"/>
                <a:ext cx="69120" cy="1321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9A44FE6-6B03-E3EE-DFC1-B5877EC8E515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169901" y="3143205"/>
                  <a:ext cx="86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27200EB-5959-AEEE-F886-3DD8F0850D2D}"/>
                    </a:ext>
                  </a:extLst>
                </p14:cNvPr>
                <p14:cNvContentPartPr/>
                <p14:nvPr/>
              </p14:nvContentPartPr>
              <p14:xfrm>
                <a:off x="3308141" y="3262365"/>
                <a:ext cx="58320" cy="982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27200EB-5959-AEEE-F886-3DD8F0850D2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299501" y="3253365"/>
                  <a:ext cx="75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CABBD20-1EB0-187E-9F66-F98611DBF0C2}"/>
                    </a:ext>
                  </a:extLst>
                </p14:cNvPr>
                <p14:cNvContentPartPr/>
                <p14:nvPr/>
              </p14:nvContentPartPr>
              <p14:xfrm>
                <a:off x="3454301" y="3135285"/>
                <a:ext cx="128520" cy="1432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CABBD20-1EB0-187E-9F66-F98611DBF0C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445301" y="3126285"/>
                  <a:ext cx="146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67721DE-886C-2161-28E9-D5E97B7EC35A}"/>
                    </a:ext>
                  </a:extLst>
                </p14:cNvPr>
                <p14:cNvContentPartPr/>
                <p14:nvPr/>
              </p14:nvContentPartPr>
              <p14:xfrm>
                <a:off x="3614861" y="3098565"/>
                <a:ext cx="104400" cy="2750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67721DE-886C-2161-28E9-D5E97B7EC35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606221" y="3089925"/>
                  <a:ext cx="12204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F5178A4-ACA3-ACCB-DC22-8F962C495E41}"/>
              </a:ext>
            </a:extLst>
          </p:cNvPr>
          <p:cNvGrpSpPr/>
          <p:nvPr/>
        </p:nvGrpSpPr>
        <p:grpSpPr>
          <a:xfrm>
            <a:off x="3977381" y="3160485"/>
            <a:ext cx="120600" cy="137160"/>
            <a:chOff x="3977381" y="3160485"/>
            <a:chExt cx="120600" cy="1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FB80218-9891-7A7F-1949-11936279B219}"/>
                    </a:ext>
                  </a:extLst>
                </p14:cNvPr>
                <p14:cNvContentPartPr/>
                <p14:nvPr/>
              </p14:nvContentPartPr>
              <p14:xfrm>
                <a:off x="3977381" y="3226725"/>
                <a:ext cx="120600" cy="158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FB80218-9891-7A7F-1949-11936279B21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968741" y="3218085"/>
                  <a:ext cx="138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B2C748A-7E3B-E465-2EDB-67017A42FD1A}"/>
                    </a:ext>
                  </a:extLst>
                </p14:cNvPr>
                <p14:cNvContentPartPr/>
                <p14:nvPr/>
              </p14:nvContentPartPr>
              <p14:xfrm>
                <a:off x="4003661" y="3160485"/>
                <a:ext cx="31320" cy="1371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B2C748A-7E3B-E465-2EDB-67017A42FD1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994661" y="3151485"/>
                  <a:ext cx="4896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3338C664-5340-34B6-B2F4-C7972455FC5D}"/>
              </a:ext>
            </a:extLst>
          </p:cNvPr>
          <p:cNvGrpSpPr/>
          <p:nvPr/>
        </p:nvGrpSpPr>
        <p:grpSpPr>
          <a:xfrm>
            <a:off x="4305341" y="2963565"/>
            <a:ext cx="654120" cy="379440"/>
            <a:chOff x="4305341" y="2963565"/>
            <a:chExt cx="65412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522E95D-B517-57C8-712B-75E6A9C30468}"/>
                    </a:ext>
                  </a:extLst>
                </p14:cNvPr>
                <p14:cNvContentPartPr/>
                <p14:nvPr/>
              </p14:nvContentPartPr>
              <p14:xfrm>
                <a:off x="4305341" y="3097125"/>
                <a:ext cx="19440" cy="1594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522E95D-B517-57C8-712B-75E6A9C30468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296341" y="3088125"/>
                  <a:ext cx="37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88CFE41-A312-9C60-71EA-D7E09124EFA9}"/>
                    </a:ext>
                  </a:extLst>
                </p14:cNvPr>
                <p14:cNvContentPartPr/>
                <p14:nvPr/>
              </p14:nvContentPartPr>
              <p14:xfrm>
                <a:off x="4359341" y="3128445"/>
                <a:ext cx="121320" cy="1256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88CFE41-A312-9C60-71EA-D7E09124EFA9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350341" y="3119805"/>
                  <a:ext cx="138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708A0FE-5EF5-2D5D-D197-581816C5A7DF}"/>
                    </a:ext>
                  </a:extLst>
                </p14:cNvPr>
                <p14:cNvContentPartPr/>
                <p14:nvPr/>
              </p14:nvContentPartPr>
              <p14:xfrm>
                <a:off x="4495061" y="3058245"/>
                <a:ext cx="83880" cy="36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708A0FE-5EF5-2D5D-D197-581816C5A7DF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4486421" y="3049605"/>
                  <a:ext cx="101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E5672A85-13C3-D813-DFFD-D9CDA1F3F36F}"/>
                    </a:ext>
                  </a:extLst>
                </p14:cNvPr>
                <p14:cNvContentPartPr/>
                <p14:nvPr/>
              </p14:nvContentPartPr>
              <p14:xfrm>
                <a:off x="4619621" y="2963565"/>
                <a:ext cx="103320" cy="1749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E5672A85-13C3-D813-DFFD-D9CDA1F3F36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610621" y="2954565"/>
                  <a:ext cx="120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59754C6E-C09E-1728-BDF2-260583380152}"/>
                    </a:ext>
                  </a:extLst>
                </p14:cNvPr>
                <p14:cNvContentPartPr/>
                <p14:nvPr/>
              </p14:nvContentPartPr>
              <p14:xfrm>
                <a:off x="4722581" y="3209445"/>
                <a:ext cx="4680" cy="151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59754C6E-C09E-1728-BDF2-26058338015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4713581" y="3200445"/>
                  <a:ext cx="22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03956E8-E1DF-CCD5-B9D0-6365E72F58EC}"/>
                    </a:ext>
                  </a:extLst>
                </p14:cNvPr>
                <p14:cNvContentPartPr/>
                <p14:nvPr/>
              </p14:nvContentPartPr>
              <p14:xfrm>
                <a:off x="4848221" y="3085605"/>
                <a:ext cx="111240" cy="2574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03956E8-E1DF-CCD5-B9D0-6365E72F58E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4839221" y="3076605"/>
                  <a:ext cx="12888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CD113449-6F59-4BA0-1CE1-72932E08B33D}"/>
              </a:ext>
            </a:extLst>
          </p:cNvPr>
          <p:cNvGrpSpPr/>
          <p:nvPr/>
        </p:nvGrpSpPr>
        <p:grpSpPr>
          <a:xfrm>
            <a:off x="1146701" y="3669885"/>
            <a:ext cx="1471320" cy="199800"/>
            <a:chOff x="1146701" y="3669885"/>
            <a:chExt cx="1471320" cy="1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F11160B-EA4C-5CAF-646A-F94FFFA6C21D}"/>
                    </a:ext>
                  </a:extLst>
                </p14:cNvPr>
                <p14:cNvContentPartPr/>
                <p14:nvPr/>
              </p14:nvContentPartPr>
              <p14:xfrm>
                <a:off x="1146701" y="3672045"/>
                <a:ext cx="102960" cy="1976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F11160B-EA4C-5CAF-646A-F94FFFA6C21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37701" y="3663045"/>
                  <a:ext cx="120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C9E8F15-3CF8-2D4E-37AE-C32CD9350D79}"/>
                    </a:ext>
                  </a:extLst>
                </p14:cNvPr>
                <p14:cNvContentPartPr/>
                <p14:nvPr/>
              </p14:nvContentPartPr>
              <p14:xfrm>
                <a:off x="1330301" y="3690765"/>
                <a:ext cx="65160" cy="1778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C9E8F15-3CF8-2D4E-37AE-C32CD9350D7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321301" y="3682125"/>
                  <a:ext cx="82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151EDAD-E81C-3E2B-C8A9-B5C7E53315FE}"/>
                    </a:ext>
                  </a:extLst>
                </p14:cNvPr>
                <p14:cNvContentPartPr/>
                <p14:nvPr/>
              </p14:nvContentPartPr>
              <p14:xfrm>
                <a:off x="1499141" y="3728925"/>
                <a:ext cx="49320" cy="11520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151EDAD-E81C-3E2B-C8A9-B5C7E53315F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490501" y="3720285"/>
                  <a:ext cx="66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CC43C67-8CB3-B3BD-9721-2D4FBD69EC15}"/>
                    </a:ext>
                  </a:extLst>
                </p14:cNvPr>
                <p14:cNvContentPartPr/>
                <p14:nvPr/>
              </p14:nvContentPartPr>
              <p14:xfrm>
                <a:off x="1481501" y="3784725"/>
                <a:ext cx="102960" cy="237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CC43C67-8CB3-B3BD-9721-2D4FBD69EC15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472861" y="3776085"/>
                  <a:ext cx="120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1DE7B6F-67EB-05F8-1F0E-9AECDF031A67}"/>
                    </a:ext>
                  </a:extLst>
                </p14:cNvPr>
                <p14:cNvContentPartPr/>
                <p14:nvPr/>
              </p14:nvContentPartPr>
              <p14:xfrm>
                <a:off x="1708661" y="3669885"/>
                <a:ext cx="78480" cy="1846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1DE7B6F-67EB-05F8-1F0E-9AECDF031A67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699661" y="3660885"/>
                  <a:ext cx="96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2B88251-8A2C-DC27-DC14-D055EF01CAFC}"/>
                    </a:ext>
                  </a:extLst>
                </p14:cNvPr>
                <p14:cNvContentPartPr/>
                <p14:nvPr/>
              </p14:nvContentPartPr>
              <p14:xfrm>
                <a:off x="1877141" y="3682845"/>
                <a:ext cx="93600" cy="1753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2B88251-8A2C-DC27-DC14-D055EF01CAF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868501" y="3674205"/>
                  <a:ext cx="111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2DD760D-1D8F-D2AD-E770-190216D8DF6F}"/>
                    </a:ext>
                  </a:extLst>
                </p14:cNvPr>
                <p14:cNvContentPartPr/>
                <p14:nvPr/>
              </p14:nvContentPartPr>
              <p14:xfrm>
                <a:off x="2095661" y="3701205"/>
                <a:ext cx="49680" cy="1494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2DD760D-1D8F-D2AD-E770-190216D8DF6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086661" y="3692205"/>
                  <a:ext cx="67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2F8F9F1-70E6-F5E9-2B50-29B466CFB193}"/>
                    </a:ext>
                  </a:extLst>
                </p14:cNvPr>
                <p14:cNvContentPartPr/>
                <p14:nvPr/>
              </p14:nvContentPartPr>
              <p14:xfrm>
                <a:off x="2050301" y="3784005"/>
                <a:ext cx="151920" cy="288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2F8F9F1-70E6-F5E9-2B50-29B466CFB193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041661" y="3775005"/>
                  <a:ext cx="169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B49DB5A-1063-739C-4E7E-116E9FCA41D0}"/>
                    </a:ext>
                  </a:extLst>
                </p14:cNvPr>
                <p14:cNvContentPartPr/>
                <p14:nvPr/>
              </p14:nvContentPartPr>
              <p14:xfrm>
                <a:off x="2323901" y="3694365"/>
                <a:ext cx="105120" cy="1566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B49DB5A-1063-739C-4E7E-116E9FCA41D0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314901" y="3685725"/>
                  <a:ext cx="122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9DF23694-FD3D-FDAA-F505-9DD273B4D34F}"/>
                    </a:ext>
                  </a:extLst>
                </p14:cNvPr>
                <p14:cNvContentPartPr/>
                <p14:nvPr/>
              </p14:nvContentPartPr>
              <p14:xfrm>
                <a:off x="2341181" y="3781125"/>
                <a:ext cx="105120" cy="38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9DF23694-FD3D-FDAA-F505-9DD273B4D34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332541" y="3772485"/>
                  <a:ext cx="122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CC2ADCA-A439-6787-947A-A31ADE484803}"/>
                    </a:ext>
                  </a:extLst>
                </p14:cNvPr>
                <p14:cNvContentPartPr/>
                <p14:nvPr/>
              </p14:nvContentPartPr>
              <p14:xfrm>
                <a:off x="2492741" y="3677805"/>
                <a:ext cx="125280" cy="1425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CC2ADCA-A439-6787-947A-A31ADE484803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484101" y="3668805"/>
                  <a:ext cx="14292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E5A69456-5447-53E4-540B-4ADC7346D0ED}"/>
              </a:ext>
            </a:extLst>
          </p:cNvPr>
          <p:cNvGrpSpPr/>
          <p:nvPr/>
        </p:nvGrpSpPr>
        <p:grpSpPr>
          <a:xfrm>
            <a:off x="2781821" y="3663765"/>
            <a:ext cx="115200" cy="185040"/>
            <a:chOff x="2781821" y="3663765"/>
            <a:chExt cx="115200" cy="18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7E02A652-B122-F141-C1B4-60541BEE38F3}"/>
                    </a:ext>
                  </a:extLst>
                </p14:cNvPr>
                <p14:cNvContentPartPr/>
                <p14:nvPr/>
              </p14:nvContentPartPr>
              <p14:xfrm>
                <a:off x="2784701" y="3663765"/>
                <a:ext cx="83880" cy="1436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7E02A652-B122-F141-C1B4-60541BEE38F3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776061" y="3655125"/>
                  <a:ext cx="101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C37CFFB8-9E91-69EF-FD3E-6C6674D75B88}"/>
                    </a:ext>
                  </a:extLst>
                </p14:cNvPr>
                <p14:cNvContentPartPr/>
                <p14:nvPr/>
              </p14:nvContentPartPr>
              <p14:xfrm>
                <a:off x="2781821" y="3828285"/>
                <a:ext cx="115200" cy="205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C37CFFB8-9E91-69EF-FD3E-6C6674D75B88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773181" y="3819645"/>
                  <a:ext cx="1328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ADF7A7AE-5FCB-12DF-4384-04B9AA553ED5}"/>
              </a:ext>
            </a:extLst>
          </p:cNvPr>
          <p:cNvGrpSpPr/>
          <p:nvPr/>
        </p:nvGrpSpPr>
        <p:grpSpPr>
          <a:xfrm>
            <a:off x="3144341" y="3559005"/>
            <a:ext cx="884160" cy="195480"/>
            <a:chOff x="3144341" y="3559005"/>
            <a:chExt cx="88416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D4CA4053-A15C-4DAB-C480-98859A94F002}"/>
                    </a:ext>
                  </a:extLst>
                </p14:cNvPr>
                <p14:cNvContentPartPr/>
                <p14:nvPr/>
              </p14:nvContentPartPr>
              <p14:xfrm>
                <a:off x="3144341" y="3572325"/>
                <a:ext cx="73440" cy="1796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D4CA4053-A15C-4DAB-C480-98859A94F00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135341" y="3563685"/>
                  <a:ext cx="91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6F922B7-F266-78A3-55AB-30B43203F1CB}"/>
                    </a:ext>
                  </a:extLst>
                </p14:cNvPr>
                <p14:cNvContentPartPr/>
                <p14:nvPr/>
              </p14:nvContentPartPr>
              <p14:xfrm>
                <a:off x="3356381" y="3615885"/>
                <a:ext cx="35640" cy="1303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6F922B7-F266-78A3-55AB-30B43203F1CB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3347381" y="3606885"/>
                  <a:ext cx="532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FBF76A2-AB3A-EC8E-9093-B9EFB6EA3280}"/>
                    </a:ext>
                  </a:extLst>
                </p14:cNvPr>
                <p14:cNvContentPartPr/>
                <p14:nvPr/>
              </p14:nvContentPartPr>
              <p14:xfrm>
                <a:off x="3325061" y="3668085"/>
                <a:ext cx="119880" cy="352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FBF76A2-AB3A-EC8E-9093-B9EFB6EA328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316061" y="3659445"/>
                  <a:ext cx="137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25C32AA3-61DC-7453-2240-6C11FFFED358}"/>
                    </a:ext>
                  </a:extLst>
                </p14:cNvPr>
                <p14:cNvContentPartPr/>
                <p14:nvPr/>
              </p14:nvContentPartPr>
              <p14:xfrm>
                <a:off x="3510101" y="3579885"/>
                <a:ext cx="124920" cy="1483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25C32AA3-61DC-7453-2240-6C11FFFED35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501101" y="3571245"/>
                  <a:ext cx="142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43AA32C-8739-64BE-4962-8D2589066273}"/>
                    </a:ext>
                  </a:extLst>
                </p14:cNvPr>
                <p14:cNvContentPartPr/>
                <p14:nvPr/>
              </p14:nvContentPartPr>
              <p14:xfrm>
                <a:off x="3709541" y="3589605"/>
                <a:ext cx="42120" cy="1357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43AA32C-8739-64BE-4962-8D2589066273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700901" y="3580605"/>
                  <a:ext cx="59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10D1E05-ACDA-F893-61FC-C60EB5E11A9F}"/>
                    </a:ext>
                  </a:extLst>
                </p14:cNvPr>
                <p14:cNvContentPartPr/>
                <p14:nvPr/>
              </p14:nvContentPartPr>
              <p14:xfrm>
                <a:off x="3688661" y="3651885"/>
                <a:ext cx="123840" cy="205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10D1E05-ACDA-F893-61FC-C60EB5E11A9F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680021" y="3642885"/>
                  <a:ext cx="141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7256C86-F1CE-6C75-42FF-D2A5521CB7AC}"/>
                    </a:ext>
                  </a:extLst>
                </p14:cNvPr>
                <p14:cNvContentPartPr/>
                <p14:nvPr/>
              </p14:nvContentPartPr>
              <p14:xfrm>
                <a:off x="3936701" y="3559005"/>
                <a:ext cx="91800" cy="1954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7256C86-F1CE-6C75-42FF-D2A5521CB7A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928061" y="3550365"/>
                  <a:ext cx="10944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B0F02C0C-403F-8090-ED23-7FA634FCA573}"/>
              </a:ext>
            </a:extLst>
          </p:cNvPr>
          <p:cNvGrpSpPr/>
          <p:nvPr/>
        </p:nvGrpSpPr>
        <p:grpSpPr>
          <a:xfrm>
            <a:off x="4239821" y="3577365"/>
            <a:ext cx="97200" cy="150840"/>
            <a:chOff x="4239821" y="3577365"/>
            <a:chExt cx="9720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32C5BAF-8D5D-0B4D-FE85-424B652319B0}"/>
                    </a:ext>
                  </a:extLst>
                </p14:cNvPr>
                <p14:cNvContentPartPr/>
                <p14:nvPr/>
              </p14:nvContentPartPr>
              <p14:xfrm>
                <a:off x="4282661" y="3577365"/>
                <a:ext cx="33480" cy="1508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32C5BAF-8D5D-0B4D-FE85-424B652319B0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274021" y="3568365"/>
                  <a:ext cx="51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601032F-AA4E-E297-EDE3-F6874E0C7170}"/>
                    </a:ext>
                  </a:extLst>
                </p14:cNvPr>
                <p14:cNvContentPartPr/>
                <p14:nvPr/>
              </p14:nvContentPartPr>
              <p14:xfrm>
                <a:off x="4239821" y="3646845"/>
                <a:ext cx="97200" cy="165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601032F-AA4E-E297-EDE3-F6874E0C7170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231181" y="3637845"/>
                  <a:ext cx="114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E9D00408-4192-4D4D-6612-BFD58C5417F4}"/>
              </a:ext>
            </a:extLst>
          </p:cNvPr>
          <p:cNvGrpSpPr/>
          <p:nvPr/>
        </p:nvGrpSpPr>
        <p:grpSpPr>
          <a:xfrm>
            <a:off x="4560221" y="3409245"/>
            <a:ext cx="706320" cy="297720"/>
            <a:chOff x="4560221" y="3409245"/>
            <a:chExt cx="70632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3AEDC1E2-091B-87C8-16A1-F23AC9986458}"/>
                    </a:ext>
                  </a:extLst>
                </p14:cNvPr>
                <p14:cNvContentPartPr/>
                <p14:nvPr/>
              </p14:nvContentPartPr>
              <p14:xfrm>
                <a:off x="4560221" y="3537045"/>
                <a:ext cx="105120" cy="1699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3AEDC1E2-091B-87C8-16A1-F23AC998645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551221" y="3528045"/>
                  <a:ext cx="1227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86C20AC-D825-1AC1-26E8-29D858153766}"/>
                    </a:ext>
                  </a:extLst>
                </p14:cNvPr>
                <p14:cNvContentPartPr/>
                <p14:nvPr/>
              </p14:nvContentPartPr>
              <p14:xfrm>
                <a:off x="4722221" y="3622725"/>
                <a:ext cx="9000" cy="122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86C20AC-D825-1AC1-26E8-29D858153766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713221" y="3613725"/>
                  <a:ext cx="26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6F00938-1316-3480-3C54-EFD6D2E7AEC9}"/>
                    </a:ext>
                  </a:extLst>
                </p14:cNvPr>
                <p14:cNvContentPartPr/>
                <p14:nvPr/>
              </p14:nvContentPartPr>
              <p14:xfrm>
                <a:off x="4821581" y="3568365"/>
                <a:ext cx="41040" cy="1062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6F00938-1316-3480-3C54-EFD6D2E7AEC9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812581" y="3559725"/>
                  <a:ext cx="58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D4D2A6F-FA8C-6836-BAEA-AE50210958C3}"/>
                    </a:ext>
                  </a:extLst>
                </p14:cNvPr>
                <p14:cNvContentPartPr/>
                <p14:nvPr/>
              </p14:nvContentPartPr>
              <p14:xfrm>
                <a:off x="4907981" y="3560445"/>
                <a:ext cx="113400" cy="975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D4D2A6F-FA8C-6836-BAEA-AE50210958C3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899341" y="3551445"/>
                  <a:ext cx="131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BC59ECE-09DF-DD85-B5C3-794CBC47AC89}"/>
                    </a:ext>
                  </a:extLst>
                </p14:cNvPr>
                <p14:cNvContentPartPr/>
                <p14:nvPr/>
              </p14:nvContentPartPr>
              <p14:xfrm>
                <a:off x="5030021" y="3452805"/>
                <a:ext cx="84240" cy="324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BC59ECE-09DF-DD85-B5C3-794CBC47AC8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021021" y="3444165"/>
                  <a:ext cx="1018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49D339EA-03CA-A548-C555-2C64E728309D}"/>
                    </a:ext>
                  </a:extLst>
                </p14:cNvPr>
                <p14:cNvContentPartPr/>
                <p14:nvPr/>
              </p14:nvContentPartPr>
              <p14:xfrm>
                <a:off x="5130101" y="3409245"/>
                <a:ext cx="136440" cy="1778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49D339EA-03CA-A548-C555-2C64E728309D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5121461" y="3400245"/>
                  <a:ext cx="15408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1771B917-176B-9F1D-DA5B-6CE327F2B339}"/>
              </a:ext>
            </a:extLst>
          </p:cNvPr>
          <p:cNvGrpSpPr/>
          <p:nvPr/>
        </p:nvGrpSpPr>
        <p:grpSpPr>
          <a:xfrm>
            <a:off x="1900901" y="4021245"/>
            <a:ext cx="1409040" cy="347040"/>
            <a:chOff x="1900901" y="4021245"/>
            <a:chExt cx="140904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6F36EB3-C83A-328E-3906-9E9598C2BECA}"/>
                    </a:ext>
                  </a:extLst>
                </p14:cNvPr>
                <p14:cNvContentPartPr/>
                <p14:nvPr/>
              </p14:nvContentPartPr>
              <p14:xfrm>
                <a:off x="1900901" y="4052565"/>
                <a:ext cx="196200" cy="1764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6F36EB3-C83A-328E-3906-9E9598C2BEC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891901" y="4043565"/>
                  <a:ext cx="213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8350565-8DB4-AF0D-7B27-A3C049472997}"/>
                    </a:ext>
                  </a:extLst>
                </p14:cNvPr>
                <p14:cNvContentPartPr/>
                <p14:nvPr/>
              </p14:nvContentPartPr>
              <p14:xfrm>
                <a:off x="2138501" y="4050765"/>
                <a:ext cx="128880" cy="19692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8350565-8DB4-AF0D-7B27-A3C049472997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129501" y="4042125"/>
                  <a:ext cx="146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2ABBCC4-7C26-3D10-B0F5-C0F1F0FAF082}"/>
                    </a:ext>
                  </a:extLst>
                </p14:cNvPr>
                <p14:cNvContentPartPr/>
                <p14:nvPr/>
              </p14:nvContentPartPr>
              <p14:xfrm>
                <a:off x="2166221" y="4161285"/>
                <a:ext cx="154800" cy="3744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2ABBCC4-7C26-3D10-B0F5-C0F1F0FAF08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157581" y="4152285"/>
                  <a:ext cx="172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53FD77D-ECFE-32A8-9A81-5627C1892897}"/>
                    </a:ext>
                  </a:extLst>
                </p14:cNvPr>
                <p14:cNvContentPartPr/>
                <p14:nvPr/>
              </p14:nvContentPartPr>
              <p14:xfrm>
                <a:off x="2433701" y="4077405"/>
                <a:ext cx="114120" cy="1270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53FD77D-ECFE-32A8-9A81-5627C1892897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425061" y="4068405"/>
                  <a:ext cx="131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2F386CB-5FD5-4247-6407-BF4F4ED5539A}"/>
                    </a:ext>
                  </a:extLst>
                </p14:cNvPr>
                <p14:cNvContentPartPr/>
                <p14:nvPr/>
              </p14:nvContentPartPr>
              <p14:xfrm>
                <a:off x="2447381" y="4261005"/>
                <a:ext cx="113040" cy="122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2F386CB-5FD5-4247-6407-BF4F4ED5539A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438741" y="4252005"/>
                  <a:ext cx="13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9E5EFE39-E9B7-B267-0468-511FBF528840}"/>
                    </a:ext>
                  </a:extLst>
                </p14:cNvPr>
                <p14:cNvContentPartPr/>
                <p14:nvPr/>
              </p14:nvContentPartPr>
              <p14:xfrm>
                <a:off x="2656901" y="4021245"/>
                <a:ext cx="124560" cy="2628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9E5EFE39-E9B7-B267-0468-511FBF528840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648261" y="4012245"/>
                  <a:ext cx="142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319CCD8-25BC-EDC8-282F-AB5DE51EB8DF}"/>
                    </a:ext>
                  </a:extLst>
                </p14:cNvPr>
                <p14:cNvContentPartPr/>
                <p14:nvPr/>
              </p14:nvContentPartPr>
              <p14:xfrm>
                <a:off x="2832581" y="4232565"/>
                <a:ext cx="26640" cy="1357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319CCD8-25BC-EDC8-282F-AB5DE51EB8DF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823941" y="4223565"/>
                  <a:ext cx="44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039FDC6-7D5A-8BD7-2F05-F86F1D8E6B53}"/>
                    </a:ext>
                  </a:extLst>
                </p14:cNvPr>
                <p14:cNvContentPartPr/>
                <p14:nvPr/>
              </p14:nvContentPartPr>
              <p14:xfrm>
                <a:off x="2895581" y="4041405"/>
                <a:ext cx="94320" cy="2188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039FDC6-7D5A-8BD7-2F05-F86F1D8E6B5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886941" y="4032405"/>
                  <a:ext cx="111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EAFE3689-2D88-0DE8-2863-7D4A5B591BE9}"/>
                    </a:ext>
                  </a:extLst>
                </p14:cNvPr>
                <p14:cNvContentPartPr/>
                <p14:nvPr/>
              </p14:nvContentPartPr>
              <p14:xfrm>
                <a:off x="3063341" y="4063725"/>
                <a:ext cx="85680" cy="15912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EAFE3689-2D88-0DE8-2863-7D4A5B591BE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054701" y="4055085"/>
                  <a:ext cx="1033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F6D550F-3F4F-7CD0-51BE-B49025549FA2}"/>
                    </a:ext>
                  </a:extLst>
                </p14:cNvPr>
                <p14:cNvContentPartPr/>
                <p14:nvPr/>
              </p14:nvContentPartPr>
              <p14:xfrm>
                <a:off x="3206261" y="4025925"/>
                <a:ext cx="103680" cy="2340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F6D550F-3F4F-7CD0-51BE-B49025549FA2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197621" y="4017285"/>
                  <a:ext cx="12132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ACDAA38B-E139-CA55-D82E-0CB4D6AE0D57}"/>
              </a:ext>
            </a:extLst>
          </p:cNvPr>
          <p:cNvGrpSpPr/>
          <p:nvPr/>
        </p:nvGrpSpPr>
        <p:grpSpPr>
          <a:xfrm>
            <a:off x="3867221" y="3966525"/>
            <a:ext cx="291960" cy="162000"/>
            <a:chOff x="3867221" y="3966525"/>
            <a:chExt cx="29196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2D09F6D-AABC-BA06-7335-10CA009C238F}"/>
                    </a:ext>
                  </a:extLst>
                </p14:cNvPr>
                <p14:cNvContentPartPr/>
                <p14:nvPr/>
              </p14:nvContentPartPr>
              <p14:xfrm>
                <a:off x="3867221" y="3966525"/>
                <a:ext cx="139680" cy="1620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2D09F6D-AABC-BA06-7335-10CA009C238F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858221" y="3957525"/>
                  <a:ext cx="157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CDFD51A-2D44-130C-CE03-4B1F35C28BC5}"/>
                    </a:ext>
                  </a:extLst>
                </p14:cNvPr>
                <p14:cNvContentPartPr/>
                <p14:nvPr/>
              </p14:nvContentPartPr>
              <p14:xfrm>
                <a:off x="4044341" y="3997845"/>
                <a:ext cx="114840" cy="10260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CDFD51A-2D44-130C-CE03-4B1F35C28BC5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4035341" y="3989205"/>
                  <a:ext cx="13248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2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781ECAE8-FF91-0EF1-60E0-46C436A7019C}"/>
                  </a:ext>
                </a:extLst>
              </p14:cNvPr>
              <p14:cNvContentPartPr/>
              <p14:nvPr/>
            </p14:nvContentPartPr>
            <p14:xfrm>
              <a:off x="1113581" y="2323485"/>
              <a:ext cx="2458800" cy="77868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781ECAE8-FF91-0EF1-60E0-46C436A7019C}"/>
                  </a:ext>
                </a:extLst>
              </p:cNvPr>
              <p:cNvPicPr/>
              <p:nvPr/>
            </p:nvPicPr>
            <p:blipFill>
              <a:blip r:embed="rId653"/>
              <a:stretch>
                <a:fillRect/>
              </a:stretch>
            </p:blipFill>
            <p:spPr>
              <a:xfrm>
                <a:off x="1095941" y="2305845"/>
                <a:ext cx="2494440" cy="81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1" name="Group 410">
            <a:extLst>
              <a:ext uri="{FF2B5EF4-FFF2-40B4-BE49-F238E27FC236}">
                <a16:creationId xmlns:a16="http://schemas.microsoft.com/office/drawing/2014/main" id="{8D021152-C72C-3CE6-4D24-0123ADEA43FE}"/>
              </a:ext>
            </a:extLst>
          </p:cNvPr>
          <p:cNvGrpSpPr/>
          <p:nvPr/>
        </p:nvGrpSpPr>
        <p:grpSpPr>
          <a:xfrm>
            <a:off x="1076141" y="4614885"/>
            <a:ext cx="489960" cy="294840"/>
            <a:chOff x="1076141" y="4614885"/>
            <a:chExt cx="48996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AE991BA-F790-FA5E-9B94-378136DAE9EE}"/>
                    </a:ext>
                  </a:extLst>
                </p14:cNvPr>
                <p14:cNvContentPartPr/>
                <p14:nvPr/>
              </p14:nvContentPartPr>
              <p14:xfrm>
                <a:off x="1076141" y="4614885"/>
                <a:ext cx="168840" cy="2948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AE991BA-F790-FA5E-9B94-378136DAE9EE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67501" y="4605885"/>
                  <a:ext cx="1864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742F6DCC-C2E0-03F2-8CCD-7B834AC678DA}"/>
                    </a:ext>
                  </a:extLst>
                </p14:cNvPr>
                <p14:cNvContentPartPr/>
                <p14:nvPr/>
              </p14:nvContentPartPr>
              <p14:xfrm>
                <a:off x="1405541" y="4750245"/>
                <a:ext cx="160560" cy="734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742F6DCC-C2E0-03F2-8CCD-7B834AC678DA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396901" y="4741245"/>
                  <a:ext cx="178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D07366D-0FB7-1EC6-F29C-FBA00710B4EE}"/>
                    </a:ext>
                  </a:extLst>
                </p14:cNvPr>
                <p14:cNvContentPartPr/>
                <p14:nvPr/>
              </p14:nvContentPartPr>
              <p14:xfrm>
                <a:off x="1350461" y="4750245"/>
                <a:ext cx="105840" cy="1378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D07366D-0FB7-1EC6-F29C-FBA00710B4EE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341821" y="4741605"/>
                  <a:ext cx="12348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648CD47C-F33F-4A80-4DF5-F527033D8D4C}"/>
              </a:ext>
            </a:extLst>
          </p:cNvPr>
          <p:cNvGrpSpPr/>
          <p:nvPr/>
        </p:nvGrpSpPr>
        <p:grpSpPr>
          <a:xfrm>
            <a:off x="1721261" y="4633245"/>
            <a:ext cx="252720" cy="336960"/>
            <a:chOff x="1721261" y="4633245"/>
            <a:chExt cx="25272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F9A160E-FC2D-CB85-060C-E51C650C7193}"/>
                    </a:ext>
                  </a:extLst>
                </p14:cNvPr>
                <p14:cNvContentPartPr/>
                <p14:nvPr/>
              </p14:nvContentPartPr>
              <p14:xfrm>
                <a:off x="1721261" y="4633245"/>
                <a:ext cx="120240" cy="3369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F9A160E-FC2D-CB85-060C-E51C650C719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712621" y="4624605"/>
                  <a:ext cx="1378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B20EE58D-B04D-D933-9F7B-4E85EEB8CCE2}"/>
                    </a:ext>
                  </a:extLst>
                </p14:cNvPr>
                <p14:cNvContentPartPr/>
                <p14:nvPr/>
              </p14:nvContentPartPr>
              <p14:xfrm>
                <a:off x="1957061" y="4782285"/>
                <a:ext cx="16920" cy="1224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B20EE58D-B04D-D933-9F7B-4E85EEB8CCE2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948061" y="4773645"/>
                  <a:ext cx="3456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4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C3BB2918-1849-5345-3FB6-2566EA0F3B0B}"/>
                  </a:ext>
                </a:extLst>
              </p14:cNvPr>
              <p14:cNvContentPartPr/>
              <p14:nvPr/>
            </p14:nvContentPartPr>
            <p14:xfrm>
              <a:off x="2097461" y="4654485"/>
              <a:ext cx="194760" cy="19548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C3BB2918-1849-5345-3FB6-2566EA0F3B0B}"/>
                  </a:ext>
                </a:extLst>
              </p:cNvPr>
              <p:cNvPicPr/>
              <p:nvPr/>
            </p:nvPicPr>
            <p:blipFill>
              <a:blip r:embed="rId665"/>
              <a:stretch>
                <a:fillRect/>
              </a:stretch>
            </p:blipFill>
            <p:spPr>
              <a:xfrm>
                <a:off x="2088821" y="4645845"/>
                <a:ext cx="212400" cy="2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A8743374-61F8-16DB-B824-4F8C2D3C28D4}"/>
              </a:ext>
            </a:extLst>
          </p:cNvPr>
          <p:cNvGrpSpPr/>
          <p:nvPr/>
        </p:nvGrpSpPr>
        <p:grpSpPr>
          <a:xfrm>
            <a:off x="2558261" y="4723245"/>
            <a:ext cx="62280" cy="66240"/>
            <a:chOff x="2558261" y="4723245"/>
            <a:chExt cx="6228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7AE7CCAC-DC9F-360E-B7D7-2452CC7C04D1}"/>
                    </a:ext>
                  </a:extLst>
                </p14:cNvPr>
                <p14:cNvContentPartPr/>
                <p14:nvPr/>
              </p14:nvContentPartPr>
              <p14:xfrm>
                <a:off x="2558261" y="4723245"/>
                <a:ext cx="50040" cy="1332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7AE7CCAC-DC9F-360E-B7D7-2452CC7C04D1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2549261" y="4714605"/>
                  <a:ext cx="67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6D36115B-6491-C54D-96A4-BD6E1302FB01}"/>
                    </a:ext>
                  </a:extLst>
                </p14:cNvPr>
                <p14:cNvContentPartPr/>
                <p14:nvPr/>
              </p14:nvContentPartPr>
              <p14:xfrm>
                <a:off x="2560061" y="4771125"/>
                <a:ext cx="60480" cy="183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6D36115B-6491-C54D-96A4-BD6E1302FB01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2551421" y="4762125"/>
                  <a:ext cx="781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5B8BD550-1F99-A796-3737-C017D1C89A63}"/>
              </a:ext>
            </a:extLst>
          </p:cNvPr>
          <p:cNvGrpSpPr/>
          <p:nvPr/>
        </p:nvGrpSpPr>
        <p:grpSpPr>
          <a:xfrm>
            <a:off x="2777501" y="4546845"/>
            <a:ext cx="1052280" cy="279000"/>
            <a:chOff x="2777501" y="4546845"/>
            <a:chExt cx="105228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D67EFF1-26D2-B95E-7533-BDC192DCBDF3}"/>
                    </a:ext>
                  </a:extLst>
                </p14:cNvPr>
                <p14:cNvContentPartPr/>
                <p14:nvPr/>
              </p14:nvContentPartPr>
              <p14:xfrm>
                <a:off x="2777501" y="4624605"/>
                <a:ext cx="116280" cy="1404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D67EFF1-26D2-B95E-7533-BDC192DCBDF3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2768501" y="4615605"/>
                  <a:ext cx="133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F825AE3-4D6F-F779-0DC0-FF4A9C5531A6}"/>
                    </a:ext>
                  </a:extLst>
                </p14:cNvPr>
                <p14:cNvContentPartPr/>
                <p14:nvPr/>
              </p14:nvContentPartPr>
              <p14:xfrm>
                <a:off x="2953901" y="4719645"/>
                <a:ext cx="21960" cy="1062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F825AE3-4D6F-F779-0DC0-FF4A9C5531A6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2944901" y="4711005"/>
                  <a:ext cx="396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AD5E30CD-E8CA-6EAB-ED69-DFDAAFFEAD7F}"/>
                    </a:ext>
                  </a:extLst>
                </p14:cNvPr>
                <p14:cNvContentPartPr/>
                <p14:nvPr/>
              </p14:nvContentPartPr>
              <p14:xfrm>
                <a:off x="2994581" y="4617045"/>
                <a:ext cx="58680" cy="1548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AD5E30CD-E8CA-6EAB-ED69-DFDAAFFEAD7F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2985581" y="4608045"/>
                  <a:ext cx="76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8C9B6CF4-6EF4-0092-FEBF-5D623443D04F}"/>
                    </a:ext>
                  </a:extLst>
                </p14:cNvPr>
                <p14:cNvContentPartPr/>
                <p14:nvPr/>
              </p14:nvContentPartPr>
              <p14:xfrm>
                <a:off x="3003221" y="4601205"/>
                <a:ext cx="107640" cy="1116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8C9B6CF4-6EF4-0092-FEBF-5D623443D04F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2994221" y="4592205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E4EAEC7F-ACF1-65EE-2878-C5E147CA0139}"/>
                    </a:ext>
                  </a:extLst>
                </p14:cNvPr>
                <p14:cNvContentPartPr/>
                <p14:nvPr/>
              </p14:nvContentPartPr>
              <p14:xfrm>
                <a:off x="3184301" y="4710645"/>
                <a:ext cx="15480" cy="216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E4EAEC7F-ACF1-65EE-2878-C5E147CA0139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175661" y="4702005"/>
                  <a:ext cx="33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DECBF071-489D-7896-F570-ACFEBFF714AB}"/>
                    </a:ext>
                  </a:extLst>
                </p14:cNvPr>
                <p14:cNvContentPartPr/>
                <p14:nvPr/>
              </p14:nvContentPartPr>
              <p14:xfrm>
                <a:off x="3259901" y="4613085"/>
                <a:ext cx="46080" cy="10188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DECBF071-489D-7896-F570-ACFEBFF714AB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3250901" y="4604445"/>
                  <a:ext cx="63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1AE8BFB7-239F-C2F1-B856-501AAF5BA754}"/>
                    </a:ext>
                  </a:extLst>
                </p14:cNvPr>
                <p14:cNvContentPartPr/>
                <p14:nvPr/>
              </p14:nvContentPartPr>
              <p14:xfrm>
                <a:off x="3349901" y="4605165"/>
                <a:ext cx="102600" cy="1256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1AE8BFB7-239F-C2F1-B856-501AAF5BA75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3340901" y="4596165"/>
                  <a:ext cx="120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D732FC66-FAFE-33DC-50C1-D64777CEDB56}"/>
                    </a:ext>
                  </a:extLst>
                </p14:cNvPr>
                <p14:cNvContentPartPr/>
                <p14:nvPr/>
              </p14:nvContentPartPr>
              <p14:xfrm>
                <a:off x="3520901" y="4653405"/>
                <a:ext cx="88920" cy="554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D732FC66-FAFE-33DC-50C1-D64777CEDB56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3511901" y="4644405"/>
                  <a:ext cx="106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130837F2-ED83-0176-1D3C-14D6EF6E9FC2}"/>
                    </a:ext>
                  </a:extLst>
                </p14:cNvPr>
                <p14:cNvContentPartPr/>
                <p14:nvPr/>
              </p14:nvContentPartPr>
              <p14:xfrm>
                <a:off x="3720341" y="4573485"/>
                <a:ext cx="78840" cy="17316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130837F2-ED83-0176-1D3C-14D6EF6E9FC2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711341" y="4564845"/>
                  <a:ext cx="96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367F5F8D-83FF-2057-F55A-3DBAF33A2704}"/>
                    </a:ext>
                  </a:extLst>
                </p14:cNvPr>
                <p14:cNvContentPartPr/>
                <p14:nvPr/>
              </p14:nvContentPartPr>
              <p14:xfrm>
                <a:off x="3725741" y="4546845"/>
                <a:ext cx="104040" cy="277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367F5F8D-83FF-2057-F55A-3DBAF33A2704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3717101" y="4537845"/>
                  <a:ext cx="1216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606CC657-F920-4CEF-ED0E-93276CFF8DF6}"/>
              </a:ext>
            </a:extLst>
          </p:cNvPr>
          <p:cNvGrpSpPr/>
          <p:nvPr/>
        </p:nvGrpSpPr>
        <p:grpSpPr>
          <a:xfrm>
            <a:off x="4027061" y="4587525"/>
            <a:ext cx="243000" cy="139680"/>
            <a:chOff x="4027061" y="4587525"/>
            <a:chExt cx="24300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C8691DA8-3316-10F2-FC1B-54C6491AD377}"/>
                    </a:ext>
                  </a:extLst>
                </p14:cNvPr>
                <p14:cNvContentPartPr/>
                <p14:nvPr/>
              </p14:nvContentPartPr>
              <p14:xfrm>
                <a:off x="4027061" y="4662765"/>
                <a:ext cx="131400" cy="1008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C8691DA8-3316-10F2-FC1B-54C6491AD37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018061" y="4654125"/>
                  <a:ext cx="149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5641468-C5EC-0F0A-2BDC-76239CC5CECE}"/>
                    </a:ext>
                  </a:extLst>
                </p14:cNvPr>
                <p14:cNvContentPartPr/>
                <p14:nvPr/>
              </p14:nvContentPartPr>
              <p14:xfrm>
                <a:off x="4153061" y="4587525"/>
                <a:ext cx="117000" cy="1396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5641468-C5EC-0F0A-2BDC-76239CC5CECE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144421" y="4578885"/>
                  <a:ext cx="13464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8D8CC6E1-A51A-4B1D-D10D-11536C91F10A}"/>
              </a:ext>
            </a:extLst>
          </p:cNvPr>
          <p:cNvGrpSpPr/>
          <p:nvPr/>
        </p:nvGrpSpPr>
        <p:grpSpPr>
          <a:xfrm>
            <a:off x="4480301" y="4437045"/>
            <a:ext cx="730440" cy="375120"/>
            <a:chOff x="4480301" y="4437045"/>
            <a:chExt cx="73044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FA25FDE-4719-B217-2B95-BF501DFA9C47}"/>
                    </a:ext>
                  </a:extLst>
                </p14:cNvPr>
                <p14:cNvContentPartPr/>
                <p14:nvPr/>
              </p14:nvContentPartPr>
              <p14:xfrm>
                <a:off x="4480301" y="4437045"/>
                <a:ext cx="678600" cy="3751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FA25FDE-4719-B217-2B95-BF501DFA9C47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471301" y="4428405"/>
                  <a:ext cx="6962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EF707428-EA0C-7DD7-F7EA-E5B069D9A1D1}"/>
                    </a:ext>
                  </a:extLst>
                </p14:cNvPr>
                <p14:cNvContentPartPr/>
                <p14:nvPr/>
              </p14:nvContentPartPr>
              <p14:xfrm>
                <a:off x="5018861" y="4520925"/>
                <a:ext cx="191880" cy="608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EF707428-EA0C-7DD7-F7EA-E5B069D9A1D1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009861" y="4511925"/>
                  <a:ext cx="2095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F3E53B57-049D-26F4-2B00-E8A64CCE7E3B}"/>
              </a:ext>
            </a:extLst>
          </p:cNvPr>
          <p:cNvGrpSpPr/>
          <p:nvPr/>
        </p:nvGrpSpPr>
        <p:grpSpPr>
          <a:xfrm>
            <a:off x="1208621" y="5058045"/>
            <a:ext cx="280800" cy="406440"/>
            <a:chOff x="1208621" y="5058045"/>
            <a:chExt cx="28080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AD61D287-8650-9FC7-85B9-307D2205437B}"/>
                    </a:ext>
                  </a:extLst>
                </p14:cNvPr>
                <p14:cNvContentPartPr/>
                <p14:nvPr/>
              </p14:nvContentPartPr>
              <p14:xfrm>
                <a:off x="1208621" y="5095125"/>
                <a:ext cx="131400" cy="3693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AD61D287-8650-9FC7-85B9-307D2205437B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99981" y="5086125"/>
                  <a:ext cx="1490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D97D4842-C395-4DEC-6C03-ED3704CA4BC9}"/>
                    </a:ext>
                  </a:extLst>
                </p14:cNvPr>
                <p14:cNvContentPartPr/>
                <p14:nvPr/>
              </p14:nvContentPartPr>
              <p14:xfrm>
                <a:off x="1228781" y="5278005"/>
                <a:ext cx="151560" cy="975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D97D4842-C395-4DEC-6C03-ED3704CA4BC9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220141" y="5269365"/>
                  <a:ext cx="169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44688D69-24FE-A9B5-0956-1B919D29F4F5}"/>
                    </a:ext>
                  </a:extLst>
                </p14:cNvPr>
                <p14:cNvContentPartPr/>
                <p14:nvPr/>
              </p14:nvContentPartPr>
              <p14:xfrm>
                <a:off x="1457741" y="5058045"/>
                <a:ext cx="31680" cy="3067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44688D69-24FE-A9B5-0956-1B919D29F4F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449101" y="5049405"/>
                  <a:ext cx="4932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5E31E12A-5041-5F50-A761-114EFD30ED88}"/>
              </a:ext>
            </a:extLst>
          </p:cNvPr>
          <p:cNvGrpSpPr/>
          <p:nvPr/>
        </p:nvGrpSpPr>
        <p:grpSpPr>
          <a:xfrm>
            <a:off x="1680221" y="5094405"/>
            <a:ext cx="483120" cy="275040"/>
            <a:chOff x="1680221" y="5094405"/>
            <a:chExt cx="48312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E8401C66-0DDD-5FAA-5BA6-C8C92C6BA8BA}"/>
                    </a:ext>
                  </a:extLst>
                </p14:cNvPr>
                <p14:cNvContentPartPr/>
                <p14:nvPr/>
              </p14:nvContentPartPr>
              <p14:xfrm>
                <a:off x="1680221" y="5097645"/>
                <a:ext cx="40320" cy="2070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E8401C66-0DDD-5FAA-5BA6-C8C92C6BA8BA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671221" y="5089005"/>
                  <a:ext cx="57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7D8EE192-5190-FA23-3A25-4AFB2A057252}"/>
                    </a:ext>
                  </a:extLst>
                </p14:cNvPr>
                <p14:cNvContentPartPr/>
                <p14:nvPr/>
              </p14:nvContentPartPr>
              <p14:xfrm>
                <a:off x="1779221" y="5141565"/>
                <a:ext cx="52920" cy="1465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7D8EE192-5190-FA23-3A25-4AFB2A057252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770221" y="5132565"/>
                  <a:ext cx="70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7C4F11B8-E40D-5D17-0B04-AB3E2A07B9CC}"/>
                    </a:ext>
                  </a:extLst>
                </p14:cNvPr>
                <p14:cNvContentPartPr/>
                <p14:nvPr/>
              </p14:nvContentPartPr>
              <p14:xfrm>
                <a:off x="1860221" y="5252085"/>
                <a:ext cx="15480" cy="1173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7C4F11B8-E40D-5D17-0B04-AB3E2A07B9C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851221" y="5243085"/>
                  <a:ext cx="331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40F4313F-9B0E-2CEB-B495-E89A832B231B}"/>
                    </a:ext>
                  </a:extLst>
                </p14:cNvPr>
                <p14:cNvContentPartPr/>
                <p14:nvPr/>
              </p14:nvContentPartPr>
              <p14:xfrm>
                <a:off x="1946621" y="5160285"/>
                <a:ext cx="109800" cy="11664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40F4313F-9B0E-2CEB-B495-E89A832B231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937981" y="5151285"/>
                  <a:ext cx="127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A00A37A-7750-58DD-0BD1-71B34E083FD2}"/>
                    </a:ext>
                  </a:extLst>
                </p14:cNvPr>
                <p14:cNvContentPartPr/>
                <p14:nvPr/>
              </p14:nvContentPartPr>
              <p14:xfrm>
                <a:off x="2100701" y="5094405"/>
                <a:ext cx="62640" cy="2552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A00A37A-7750-58DD-0BD1-71B34E083FD2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2091701" y="5085405"/>
                  <a:ext cx="8028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C4B3990D-7EA5-ACD2-49FF-3A7940222D73}"/>
              </a:ext>
            </a:extLst>
          </p:cNvPr>
          <p:cNvGrpSpPr/>
          <p:nvPr/>
        </p:nvGrpSpPr>
        <p:grpSpPr>
          <a:xfrm>
            <a:off x="2321381" y="5131125"/>
            <a:ext cx="127800" cy="141480"/>
            <a:chOff x="2321381" y="5131125"/>
            <a:chExt cx="12780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2A81DF1E-A5EA-4A1C-46DB-6C95B67980D3}"/>
                    </a:ext>
                  </a:extLst>
                </p14:cNvPr>
                <p14:cNvContentPartPr/>
                <p14:nvPr/>
              </p14:nvContentPartPr>
              <p14:xfrm>
                <a:off x="2344061" y="5131125"/>
                <a:ext cx="18720" cy="14148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2A81DF1E-A5EA-4A1C-46DB-6C95B67980D3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2335061" y="5122485"/>
                  <a:ext cx="36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6BEF8F30-8B8D-439C-27BF-16335A2A46B0}"/>
                    </a:ext>
                  </a:extLst>
                </p14:cNvPr>
                <p14:cNvContentPartPr/>
                <p14:nvPr/>
              </p14:nvContentPartPr>
              <p14:xfrm>
                <a:off x="2321381" y="5184405"/>
                <a:ext cx="127800" cy="3600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6BEF8F30-8B8D-439C-27BF-16335A2A46B0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2312741" y="5175405"/>
                  <a:ext cx="1454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C810C99B-9C53-2655-354D-8B8DC9B2CCC4}"/>
              </a:ext>
            </a:extLst>
          </p:cNvPr>
          <p:cNvGrpSpPr/>
          <p:nvPr/>
        </p:nvGrpSpPr>
        <p:grpSpPr>
          <a:xfrm>
            <a:off x="2656181" y="4928805"/>
            <a:ext cx="1129320" cy="429120"/>
            <a:chOff x="2656181" y="4928805"/>
            <a:chExt cx="112932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62965BF-991C-026E-27DA-BB81EA1C0CFB}"/>
                    </a:ext>
                  </a:extLst>
                </p14:cNvPr>
                <p14:cNvContentPartPr/>
                <p14:nvPr/>
              </p14:nvContentPartPr>
              <p14:xfrm>
                <a:off x="2656181" y="5095125"/>
                <a:ext cx="86760" cy="1432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62965BF-991C-026E-27DA-BB81EA1C0CF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2647541" y="5086125"/>
                  <a:ext cx="104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7C09F9C3-C04B-2CC9-B338-565FB79C4EE7}"/>
                    </a:ext>
                  </a:extLst>
                </p14:cNvPr>
                <p14:cNvContentPartPr/>
                <p14:nvPr/>
              </p14:nvContentPartPr>
              <p14:xfrm>
                <a:off x="2681381" y="5083605"/>
                <a:ext cx="156600" cy="619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7C09F9C3-C04B-2CC9-B338-565FB79C4EE7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2672741" y="5074605"/>
                  <a:ext cx="174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E426E1E-80B1-0E66-D742-548200D41977}"/>
                    </a:ext>
                  </a:extLst>
                </p14:cNvPr>
                <p14:cNvContentPartPr/>
                <p14:nvPr/>
              </p14:nvContentPartPr>
              <p14:xfrm>
                <a:off x="2902061" y="5010525"/>
                <a:ext cx="44280" cy="28440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E426E1E-80B1-0E66-D742-548200D41977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2893421" y="5001885"/>
                  <a:ext cx="61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AA15272E-8161-81BB-CA6D-4A5424606BBE}"/>
                    </a:ext>
                  </a:extLst>
                </p14:cNvPr>
                <p14:cNvContentPartPr/>
                <p14:nvPr/>
              </p14:nvContentPartPr>
              <p14:xfrm>
                <a:off x="2999621" y="5199165"/>
                <a:ext cx="105480" cy="3492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AA15272E-8161-81BB-CA6D-4A5424606BBE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2990981" y="5190525"/>
                  <a:ext cx="123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7A5435C7-3C6D-2656-8382-0A32EAC3CDC7}"/>
                    </a:ext>
                  </a:extLst>
                </p14:cNvPr>
                <p14:cNvContentPartPr/>
                <p14:nvPr/>
              </p14:nvContentPartPr>
              <p14:xfrm>
                <a:off x="3132461" y="5100525"/>
                <a:ext cx="53280" cy="15372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7A5435C7-3C6D-2656-8382-0A32EAC3CDC7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3123821" y="5091885"/>
                  <a:ext cx="7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488F9E53-437A-7F5C-C9EE-2BE1DF6B45DE}"/>
                    </a:ext>
                  </a:extLst>
                </p14:cNvPr>
                <p14:cNvContentPartPr/>
                <p14:nvPr/>
              </p14:nvContentPartPr>
              <p14:xfrm>
                <a:off x="3256301" y="5248125"/>
                <a:ext cx="18000" cy="8568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488F9E53-437A-7F5C-C9EE-2BE1DF6B45DE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3247661" y="5239485"/>
                  <a:ext cx="35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FE19A11-96FE-6004-DF2D-B950C64B26E0}"/>
                    </a:ext>
                  </a:extLst>
                </p14:cNvPr>
                <p14:cNvContentPartPr/>
                <p14:nvPr/>
              </p14:nvContentPartPr>
              <p14:xfrm>
                <a:off x="3321101" y="5177205"/>
                <a:ext cx="124920" cy="352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FE19A11-96FE-6004-DF2D-B950C64B26E0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312461" y="5168565"/>
                  <a:ext cx="142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CAD854F2-84B1-FD60-97D0-94ACA389314A}"/>
                    </a:ext>
                  </a:extLst>
                </p14:cNvPr>
                <p14:cNvContentPartPr/>
                <p14:nvPr/>
              </p14:nvContentPartPr>
              <p14:xfrm>
                <a:off x="3460421" y="5073525"/>
                <a:ext cx="45720" cy="16380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CAD854F2-84B1-FD60-97D0-94ACA389314A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3451781" y="5064525"/>
                  <a:ext cx="63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64AC49A-4FFB-CC38-2F69-82FD1A3CD21E}"/>
                    </a:ext>
                  </a:extLst>
                </p14:cNvPr>
                <p14:cNvContentPartPr/>
                <p14:nvPr/>
              </p14:nvContentPartPr>
              <p14:xfrm>
                <a:off x="3569861" y="5050485"/>
                <a:ext cx="76320" cy="25344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64AC49A-4FFB-CC38-2F69-82FD1A3CD21E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3560861" y="5041845"/>
                  <a:ext cx="939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F38EA1E0-24C8-C919-A657-7C39813E9B3E}"/>
                    </a:ext>
                  </a:extLst>
                </p14:cNvPr>
                <p14:cNvContentPartPr/>
                <p14:nvPr/>
              </p14:nvContentPartPr>
              <p14:xfrm>
                <a:off x="3637901" y="4928805"/>
                <a:ext cx="147600" cy="42912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F38EA1E0-24C8-C919-A657-7C39813E9B3E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3628901" y="4919805"/>
                  <a:ext cx="165240" cy="44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65D91114-DA5F-B631-CD1A-4DD88CBD80FC}"/>
              </a:ext>
            </a:extLst>
          </p:cNvPr>
          <p:cNvGrpSpPr/>
          <p:nvPr/>
        </p:nvGrpSpPr>
        <p:grpSpPr>
          <a:xfrm>
            <a:off x="3955781" y="4847805"/>
            <a:ext cx="1298160" cy="487800"/>
            <a:chOff x="3955781" y="4847805"/>
            <a:chExt cx="129816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FD38D15D-9135-7304-B38D-E792FEB66556}"/>
                    </a:ext>
                  </a:extLst>
                </p14:cNvPr>
                <p14:cNvContentPartPr/>
                <p14:nvPr/>
              </p14:nvContentPartPr>
              <p14:xfrm>
                <a:off x="3955781" y="4974165"/>
                <a:ext cx="146520" cy="21312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FD38D15D-9135-7304-B38D-E792FEB66556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3946781" y="4965525"/>
                  <a:ext cx="1641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6FB83B31-9A32-4341-07FF-A7441A852969}"/>
                    </a:ext>
                  </a:extLst>
                </p14:cNvPr>
                <p14:cNvContentPartPr/>
                <p14:nvPr/>
              </p14:nvContentPartPr>
              <p14:xfrm>
                <a:off x="3986741" y="5205285"/>
                <a:ext cx="94680" cy="1872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6FB83B31-9A32-4341-07FF-A7441A852969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3977741" y="5196645"/>
                  <a:ext cx="112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D0027C0A-7B32-FAA4-85CD-337950DB910D}"/>
                    </a:ext>
                  </a:extLst>
                </p14:cNvPr>
                <p14:cNvContentPartPr/>
                <p14:nvPr/>
              </p14:nvContentPartPr>
              <p14:xfrm>
                <a:off x="4230821" y="4847805"/>
                <a:ext cx="29160" cy="10044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D0027C0A-7B32-FAA4-85CD-337950DB910D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4221821" y="4839165"/>
                  <a:ext cx="46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4094F095-A79C-F0EA-CEC0-8736AA0C9A38}"/>
                    </a:ext>
                  </a:extLst>
                </p14:cNvPr>
                <p14:cNvContentPartPr/>
                <p14:nvPr/>
              </p14:nvContentPartPr>
              <p14:xfrm>
                <a:off x="4241261" y="5038245"/>
                <a:ext cx="19440" cy="2556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4094F095-A79C-F0EA-CEC0-8736AA0C9A38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4232261" y="5029245"/>
                  <a:ext cx="37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5C6DD4A9-30E3-1BD8-3E09-FB1CDD81AFF9}"/>
                    </a:ext>
                  </a:extLst>
                </p14:cNvPr>
                <p14:cNvContentPartPr/>
                <p14:nvPr/>
              </p14:nvContentPartPr>
              <p14:xfrm>
                <a:off x="4377341" y="4982085"/>
                <a:ext cx="127800" cy="35352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5C6DD4A9-30E3-1BD8-3E09-FB1CDD81AFF9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4368701" y="4973085"/>
                  <a:ext cx="1454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7A91274A-738A-4582-FDCA-3FB1C4576E9B}"/>
                    </a:ext>
                  </a:extLst>
                </p14:cNvPr>
                <p14:cNvContentPartPr/>
                <p14:nvPr/>
              </p14:nvContentPartPr>
              <p14:xfrm>
                <a:off x="4401821" y="5211405"/>
                <a:ext cx="118800" cy="4464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7A91274A-738A-4582-FDCA-3FB1C4576E9B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4393181" y="5202405"/>
                  <a:ext cx="136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86DFC1EE-0441-19A7-DA57-73C8315DF1DA}"/>
                    </a:ext>
                  </a:extLst>
                </p14:cNvPr>
                <p14:cNvContentPartPr/>
                <p14:nvPr/>
              </p14:nvContentPartPr>
              <p14:xfrm>
                <a:off x="4621061" y="5038965"/>
                <a:ext cx="41400" cy="18468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86DFC1EE-0441-19A7-DA57-73C8315DF1DA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612061" y="5029965"/>
                  <a:ext cx="59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FC86B6E-E45A-7706-DEA2-63AE60EF0879}"/>
                    </a:ext>
                  </a:extLst>
                </p14:cNvPr>
                <p14:cNvContentPartPr/>
                <p14:nvPr/>
              </p14:nvContentPartPr>
              <p14:xfrm>
                <a:off x="4732301" y="5063805"/>
                <a:ext cx="27360" cy="15624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FC86B6E-E45A-7706-DEA2-63AE60EF0879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723661" y="5054805"/>
                  <a:ext cx="45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FB57FE58-832F-5246-78E4-32F7B542F7DC}"/>
                    </a:ext>
                  </a:extLst>
                </p14:cNvPr>
                <p14:cNvContentPartPr/>
                <p14:nvPr/>
              </p14:nvContentPartPr>
              <p14:xfrm>
                <a:off x="4808621" y="5213925"/>
                <a:ext cx="36000" cy="8712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FB57FE58-832F-5246-78E4-32F7B542F7DC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799621" y="5204925"/>
                  <a:ext cx="53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AC20D9D-05E3-B15D-6106-169E7341EC18}"/>
                    </a:ext>
                  </a:extLst>
                </p14:cNvPr>
                <p14:cNvContentPartPr/>
                <p14:nvPr/>
              </p14:nvContentPartPr>
              <p14:xfrm>
                <a:off x="4884581" y="5112765"/>
                <a:ext cx="124200" cy="12240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AC20D9D-05E3-B15D-6106-169E7341EC18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875581" y="5103765"/>
                  <a:ext cx="141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68BB50FE-5511-93DC-B102-6140BCBE40E7}"/>
                    </a:ext>
                  </a:extLst>
                </p14:cNvPr>
                <p14:cNvContentPartPr/>
                <p14:nvPr/>
              </p14:nvContentPartPr>
              <p14:xfrm>
                <a:off x="5031821" y="5036805"/>
                <a:ext cx="104760" cy="23220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68BB50FE-5511-93DC-B102-6140BCBE40E7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5022821" y="5028165"/>
                  <a:ext cx="122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FD469E7B-CFA2-DA7C-0CB1-8CB1C7FE4586}"/>
                    </a:ext>
                  </a:extLst>
                </p14:cNvPr>
                <p14:cNvContentPartPr/>
                <p14:nvPr/>
              </p14:nvContentPartPr>
              <p14:xfrm>
                <a:off x="5237381" y="5157045"/>
                <a:ext cx="16560" cy="2916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FD469E7B-CFA2-DA7C-0CB1-8CB1C7FE4586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5228381" y="5148405"/>
                  <a:ext cx="342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7A5AC30D-1594-FE5F-B71D-F6AB3E354C7D}"/>
              </a:ext>
            </a:extLst>
          </p:cNvPr>
          <p:cNvGrpSpPr/>
          <p:nvPr/>
        </p:nvGrpSpPr>
        <p:grpSpPr>
          <a:xfrm>
            <a:off x="5386061" y="5015565"/>
            <a:ext cx="137160" cy="149040"/>
            <a:chOff x="5386061" y="5015565"/>
            <a:chExt cx="13716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2D5FE5FA-210E-F069-5B37-05D8C0042BBF}"/>
                    </a:ext>
                  </a:extLst>
                </p14:cNvPr>
                <p14:cNvContentPartPr/>
                <p14:nvPr/>
              </p14:nvContentPartPr>
              <p14:xfrm>
                <a:off x="5425301" y="5015565"/>
                <a:ext cx="19800" cy="14904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2D5FE5FA-210E-F069-5B37-05D8C0042BBF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5416661" y="5006925"/>
                  <a:ext cx="37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A42E3BAF-F323-C97F-393D-0575D5CA80BA}"/>
                    </a:ext>
                  </a:extLst>
                </p14:cNvPr>
                <p14:cNvContentPartPr/>
                <p14:nvPr/>
              </p14:nvContentPartPr>
              <p14:xfrm>
                <a:off x="5386061" y="5081445"/>
                <a:ext cx="137160" cy="3744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A42E3BAF-F323-C97F-393D-0575D5CA80BA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5377061" y="5072445"/>
                  <a:ext cx="15480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4CBDAC6A-8F48-2C85-E7D9-0D402BFFCD3C}"/>
              </a:ext>
            </a:extLst>
          </p:cNvPr>
          <p:cNvGrpSpPr/>
          <p:nvPr/>
        </p:nvGrpSpPr>
        <p:grpSpPr>
          <a:xfrm>
            <a:off x="5703941" y="4838085"/>
            <a:ext cx="561600" cy="337320"/>
            <a:chOff x="5703941" y="4838085"/>
            <a:chExt cx="56160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7018C8B-7764-1D82-94FB-5F422D9F28C3}"/>
                    </a:ext>
                  </a:extLst>
                </p14:cNvPr>
                <p14:cNvContentPartPr/>
                <p14:nvPr/>
              </p14:nvContentPartPr>
              <p14:xfrm>
                <a:off x="5703941" y="4990365"/>
                <a:ext cx="89280" cy="18504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7018C8B-7764-1D82-94FB-5F422D9F28C3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5695301" y="4981725"/>
                  <a:ext cx="106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3789EE19-1396-AF54-91CB-7B16AA00B2C1}"/>
                    </a:ext>
                  </a:extLst>
                </p14:cNvPr>
                <p14:cNvContentPartPr/>
                <p14:nvPr/>
              </p14:nvContentPartPr>
              <p14:xfrm>
                <a:off x="5845781" y="5018445"/>
                <a:ext cx="110160" cy="13788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3789EE19-1396-AF54-91CB-7B16AA00B2C1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5837141" y="5009445"/>
                  <a:ext cx="127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48ED83E2-0F0C-F024-A867-CC4D36F0FA6B}"/>
                    </a:ext>
                  </a:extLst>
                </p14:cNvPr>
                <p14:cNvContentPartPr/>
                <p14:nvPr/>
              </p14:nvContentPartPr>
              <p14:xfrm>
                <a:off x="5998781" y="4945365"/>
                <a:ext cx="88920" cy="720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48ED83E2-0F0C-F024-A867-CC4D36F0FA6B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5989781" y="4936365"/>
                  <a:ext cx="106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8D1DD29A-7619-E82E-2165-F70BBE99990F}"/>
                    </a:ext>
                  </a:extLst>
                </p14:cNvPr>
                <p14:cNvContentPartPr/>
                <p14:nvPr/>
              </p14:nvContentPartPr>
              <p14:xfrm>
                <a:off x="6124781" y="4838085"/>
                <a:ext cx="60480" cy="18936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8D1DD29A-7619-E82E-2165-F70BBE99990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6116141" y="4829085"/>
                  <a:ext cx="781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94ABBC1E-730B-E1F5-86FD-1BBB4E47AA37}"/>
                    </a:ext>
                  </a:extLst>
                </p14:cNvPr>
                <p14:cNvContentPartPr/>
                <p14:nvPr/>
              </p14:nvContentPartPr>
              <p14:xfrm>
                <a:off x="6261221" y="5116365"/>
                <a:ext cx="4320" cy="1332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94ABBC1E-730B-E1F5-86FD-1BBB4E47AA37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6252581" y="5107725"/>
                  <a:ext cx="2196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6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C54D2242-3313-3870-1E08-7CFA5141B3AE}"/>
                  </a:ext>
                </a:extLst>
              </p14:cNvPr>
              <p14:cNvContentPartPr/>
              <p14:nvPr/>
            </p14:nvContentPartPr>
            <p14:xfrm>
              <a:off x="6748301" y="5081445"/>
              <a:ext cx="7200" cy="2556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C54D2242-3313-3870-1E08-7CFA5141B3AE}"/>
                  </a:ext>
                </a:extLst>
              </p:cNvPr>
              <p:cNvPicPr/>
              <p:nvPr/>
            </p:nvPicPr>
            <p:blipFill>
              <a:blip r:embed="rId777"/>
              <a:stretch>
                <a:fillRect/>
              </a:stretch>
            </p:blipFill>
            <p:spPr>
              <a:xfrm>
                <a:off x="6739301" y="5072805"/>
                <a:ext cx="2484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9" name="Group 488">
            <a:extLst>
              <a:ext uri="{FF2B5EF4-FFF2-40B4-BE49-F238E27FC236}">
                <a16:creationId xmlns:a16="http://schemas.microsoft.com/office/drawing/2014/main" id="{1FAE7D08-12FF-C700-5CAF-8C40C8306788}"/>
              </a:ext>
            </a:extLst>
          </p:cNvPr>
          <p:cNvGrpSpPr/>
          <p:nvPr/>
        </p:nvGrpSpPr>
        <p:grpSpPr>
          <a:xfrm>
            <a:off x="6397661" y="4928805"/>
            <a:ext cx="182160" cy="366120"/>
            <a:chOff x="6397661" y="4928805"/>
            <a:chExt cx="18216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749F5DDF-5C75-1916-D3F6-C51D49C316F7}"/>
                    </a:ext>
                  </a:extLst>
                </p14:cNvPr>
                <p14:cNvContentPartPr/>
                <p14:nvPr/>
              </p14:nvContentPartPr>
              <p14:xfrm>
                <a:off x="6417821" y="4987485"/>
                <a:ext cx="82440" cy="20628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749F5DDF-5C75-1916-D3F6-C51D49C316F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6409181" y="4978485"/>
                  <a:ext cx="100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D3F11C37-9F1C-D196-9736-26362C6C7FDE}"/>
                    </a:ext>
                  </a:extLst>
                </p14:cNvPr>
                <p14:cNvContentPartPr/>
                <p14:nvPr/>
              </p14:nvContentPartPr>
              <p14:xfrm>
                <a:off x="6441581" y="4928805"/>
                <a:ext cx="138240" cy="9324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D3F11C37-9F1C-D196-9736-26362C6C7FDE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6432941" y="4920165"/>
                  <a:ext cx="155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AE8BA4C6-EBE5-569C-CD0B-7C577BFAED74}"/>
                    </a:ext>
                  </a:extLst>
                </p14:cNvPr>
                <p14:cNvContentPartPr/>
                <p14:nvPr/>
              </p14:nvContentPartPr>
              <p14:xfrm>
                <a:off x="6397661" y="5237685"/>
                <a:ext cx="156960" cy="5724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AE8BA4C6-EBE5-569C-CD0B-7C577BFAED7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6389021" y="5229045"/>
                  <a:ext cx="1746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78AFA13A-673D-0B17-4F35-8252D6653002}"/>
              </a:ext>
            </a:extLst>
          </p:cNvPr>
          <p:cNvGrpSpPr/>
          <p:nvPr/>
        </p:nvGrpSpPr>
        <p:grpSpPr>
          <a:xfrm>
            <a:off x="6806981" y="4848885"/>
            <a:ext cx="503640" cy="370440"/>
            <a:chOff x="6806981" y="4848885"/>
            <a:chExt cx="50364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973CEDDB-6D38-60F7-60DF-CF0B1B905899}"/>
                    </a:ext>
                  </a:extLst>
                </p14:cNvPr>
                <p14:cNvContentPartPr/>
                <p14:nvPr/>
              </p14:nvContentPartPr>
              <p14:xfrm>
                <a:off x="6806981" y="4910805"/>
                <a:ext cx="72000" cy="2293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973CEDDB-6D38-60F7-60DF-CF0B1B905899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6797981" y="4901805"/>
                  <a:ext cx="89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4CC7DC5F-28CF-D33D-7EE2-554BF1A40B6D}"/>
                    </a:ext>
                  </a:extLst>
                </p14:cNvPr>
                <p14:cNvContentPartPr/>
                <p14:nvPr/>
              </p14:nvContentPartPr>
              <p14:xfrm>
                <a:off x="6919301" y="5042925"/>
                <a:ext cx="91800" cy="1080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4CC7DC5F-28CF-D33D-7EE2-554BF1A40B6D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6910661" y="5033925"/>
                  <a:ext cx="109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198AE2E6-89EB-D292-15D5-3E0270ACE1FC}"/>
                    </a:ext>
                  </a:extLst>
                </p14:cNvPr>
                <p14:cNvContentPartPr/>
                <p14:nvPr/>
              </p14:nvContentPartPr>
              <p14:xfrm>
                <a:off x="7090301" y="4942485"/>
                <a:ext cx="64800" cy="17064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198AE2E6-89EB-D292-15D5-3E0270ACE1FC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7081301" y="4933845"/>
                  <a:ext cx="82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2343BE61-6E86-98E2-7513-3708CE896EAC}"/>
                    </a:ext>
                  </a:extLst>
                </p14:cNvPr>
                <p14:cNvContentPartPr/>
                <p14:nvPr/>
              </p14:nvContentPartPr>
              <p14:xfrm>
                <a:off x="7233941" y="4848885"/>
                <a:ext cx="76680" cy="37044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2343BE61-6E86-98E2-7513-3708CE896EAC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7225301" y="4840245"/>
                  <a:ext cx="94320" cy="38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B23A49AD-DC26-9328-3631-43CA60E03B9B}"/>
              </a:ext>
            </a:extLst>
          </p:cNvPr>
          <p:cNvGrpSpPr/>
          <p:nvPr/>
        </p:nvGrpSpPr>
        <p:grpSpPr>
          <a:xfrm>
            <a:off x="2852021" y="5492565"/>
            <a:ext cx="305640" cy="150840"/>
            <a:chOff x="2852021" y="5492565"/>
            <a:chExt cx="30564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717CF3CD-9545-A24E-BD48-C1DDE3548C74}"/>
                    </a:ext>
                  </a:extLst>
                </p14:cNvPr>
                <p14:cNvContentPartPr/>
                <p14:nvPr/>
              </p14:nvContentPartPr>
              <p14:xfrm>
                <a:off x="2852021" y="5495805"/>
                <a:ext cx="122760" cy="12528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717CF3CD-9545-A24E-BD48-C1DDE3548C74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2843021" y="5487165"/>
                  <a:ext cx="140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52B4A7A4-8C57-0CF8-BD6B-F959581FFC76}"/>
                    </a:ext>
                  </a:extLst>
                </p14:cNvPr>
                <p14:cNvContentPartPr/>
                <p14:nvPr/>
              </p14:nvContentPartPr>
              <p14:xfrm>
                <a:off x="3007541" y="5492565"/>
                <a:ext cx="91440" cy="15084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52B4A7A4-8C57-0CF8-BD6B-F959581FFC76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2998901" y="5483925"/>
                  <a:ext cx="109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32A0E460-9D37-6DB1-F071-378F6C64E308}"/>
                    </a:ext>
                  </a:extLst>
                </p14:cNvPr>
                <p14:cNvContentPartPr/>
                <p14:nvPr/>
              </p14:nvContentPartPr>
              <p14:xfrm>
                <a:off x="3040301" y="5575365"/>
                <a:ext cx="117360" cy="3132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32A0E460-9D37-6DB1-F071-378F6C64E308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3031661" y="5566365"/>
                  <a:ext cx="1350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68C6279F-3636-0E49-4B23-467103373074}"/>
              </a:ext>
            </a:extLst>
          </p:cNvPr>
          <p:cNvGrpSpPr/>
          <p:nvPr/>
        </p:nvGrpSpPr>
        <p:grpSpPr>
          <a:xfrm>
            <a:off x="3475181" y="5499765"/>
            <a:ext cx="136080" cy="183960"/>
            <a:chOff x="3475181" y="5499765"/>
            <a:chExt cx="136080" cy="18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87F0C993-A135-ACEC-C25A-61636B36799F}"/>
                    </a:ext>
                  </a:extLst>
                </p14:cNvPr>
                <p14:cNvContentPartPr/>
                <p14:nvPr/>
              </p14:nvContentPartPr>
              <p14:xfrm>
                <a:off x="3487421" y="5499765"/>
                <a:ext cx="123840" cy="1278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87F0C993-A135-ACEC-C25A-61636B36799F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3478421" y="5490765"/>
                  <a:ext cx="141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82B991C0-C2AF-7518-A420-798ACD5843F9}"/>
                    </a:ext>
                  </a:extLst>
                </p14:cNvPr>
                <p14:cNvContentPartPr/>
                <p14:nvPr/>
              </p14:nvContentPartPr>
              <p14:xfrm>
                <a:off x="3475181" y="5653485"/>
                <a:ext cx="123480" cy="3024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82B991C0-C2AF-7518-A420-798ACD5843F9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3466181" y="5644845"/>
                  <a:ext cx="14112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E5EA5C31-8CBC-5076-E486-69F1EF94A120}"/>
              </a:ext>
            </a:extLst>
          </p:cNvPr>
          <p:cNvGrpSpPr/>
          <p:nvPr/>
        </p:nvGrpSpPr>
        <p:grpSpPr>
          <a:xfrm>
            <a:off x="3780101" y="5440365"/>
            <a:ext cx="772200" cy="274680"/>
            <a:chOff x="3780101" y="5440365"/>
            <a:chExt cx="77220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6D75ED8E-3B25-F64C-FF56-3AACF925EFD6}"/>
                    </a:ext>
                  </a:extLst>
                </p14:cNvPr>
                <p14:cNvContentPartPr/>
                <p14:nvPr/>
              </p14:nvContentPartPr>
              <p14:xfrm>
                <a:off x="3780101" y="5440365"/>
                <a:ext cx="118800" cy="20988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6D75ED8E-3B25-F64C-FF56-3AACF925EFD6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3771461" y="5431725"/>
                  <a:ext cx="136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5257B150-112B-D24F-465B-90C8DB9A908E}"/>
                    </a:ext>
                  </a:extLst>
                </p14:cNvPr>
                <p14:cNvContentPartPr/>
                <p14:nvPr/>
              </p14:nvContentPartPr>
              <p14:xfrm>
                <a:off x="3953621" y="5626845"/>
                <a:ext cx="18000" cy="8820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5257B150-112B-D24F-465B-90C8DB9A908E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3944621" y="5618205"/>
                  <a:ext cx="35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752BC9DD-09D3-87C5-DE19-0C3E5F4AB47E}"/>
                    </a:ext>
                  </a:extLst>
                </p14:cNvPr>
                <p14:cNvContentPartPr/>
                <p14:nvPr/>
              </p14:nvContentPartPr>
              <p14:xfrm>
                <a:off x="4102661" y="5463765"/>
                <a:ext cx="106200" cy="17172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752BC9DD-09D3-87C5-DE19-0C3E5F4AB47E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4094021" y="5454765"/>
                  <a:ext cx="123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8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475006A9-A19A-620C-DC34-B3443294AA54}"/>
                    </a:ext>
                  </a:extLst>
                </p14:cNvPr>
                <p14:cNvContentPartPr/>
                <p14:nvPr/>
              </p14:nvContentPartPr>
              <p14:xfrm>
                <a:off x="4280141" y="5473845"/>
                <a:ext cx="82440" cy="15192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475006A9-A19A-620C-DC34-B3443294AA54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4271141" y="5465205"/>
                  <a:ext cx="100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0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103D0CE5-A762-6D36-7D65-89BCC70E8581}"/>
                    </a:ext>
                  </a:extLst>
                </p14:cNvPr>
                <p14:cNvContentPartPr/>
                <p14:nvPr/>
              </p14:nvContentPartPr>
              <p14:xfrm>
                <a:off x="4429181" y="5447925"/>
                <a:ext cx="123120" cy="19872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103D0CE5-A762-6D36-7D65-89BCC70E8581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4420181" y="5439285"/>
                  <a:ext cx="1407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EF28534-55FA-A764-ACEE-612AE24EF0A0}"/>
              </a:ext>
            </a:extLst>
          </p:cNvPr>
          <p:cNvGrpSpPr/>
          <p:nvPr/>
        </p:nvGrpSpPr>
        <p:grpSpPr>
          <a:xfrm>
            <a:off x="5078261" y="5366925"/>
            <a:ext cx="318960" cy="158760"/>
            <a:chOff x="5078261" y="5366925"/>
            <a:chExt cx="31896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2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F6FB6D99-7C4F-4C4D-F3C4-F3732A498746}"/>
                    </a:ext>
                  </a:extLst>
                </p14:cNvPr>
                <p14:cNvContentPartPr/>
                <p14:nvPr/>
              </p14:nvContentPartPr>
              <p14:xfrm>
                <a:off x="5078261" y="5366925"/>
                <a:ext cx="136800" cy="15876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F6FB6D99-7C4F-4C4D-F3C4-F3732A498746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5069621" y="5357925"/>
                  <a:ext cx="154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4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28520507-7997-D517-8A0F-D15CFF725FF8}"/>
                    </a:ext>
                  </a:extLst>
                </p14:cNvPr>
                <p14:cNvContentPartPr/>
                <p14:nvPr/>
              </p14:nvContentPartPr>
              <p14:xfrm>
                <a:off x="5277341" y="5405805"/>
                <a:ext cx="119880" cy="7128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28520507-7997-D517-8A0F-D15CFF725FF8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5268701" y="5396805"/>
                  <a:ext cx="1375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0223720F-DD5B-3B97-45EC-EA2F0B958C6D}"/>
              </a:ext>
            </a:extLst>
          </p:cNvPr>
          <p:cNvGrpSpPr/>
          <p:nvPr/>
        </p:nvGrpSpPr>
        <p:grpSpPr>
          <a:xfrm>
            <a:off x="1255061" y="5891085"/>
            <a:ext cx="402840" cy="184320"/>
            <a:chOff x="1255061" y="5891085"/>
            <a:chExt cx="40284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6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6C3B861-4057-BE45-B013-7C8AB3ED342C}"/>
                    </a:ext>
                  </a:extLst>
                </p14:cNvPr>
                <p14:cNvContentPartPr/>
                <p14:nvPr/>
              </p14:nvContentPartPr>
              <p14:xfrm>
                <a:off x="1255061" y="5891085"/>
                <a:ext cx="173160" cy="18432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6C3B861-4057-BE45-B013-7C8AB3ED342C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1246061" y="5882085"/>
                  <a:ext cx="190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8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5C834031-DF19-134F-90D6-62D2C1E9AC94}"/>
                    </a:ext>
                  </a:extLst>
                </p14:cNvPr>
                <p14:cNvContentPartPr/>
                <p14:nvPr/>
              </p14:nvContentPartPr>
              <p14:xfrm>
                <a:off x="1514981" y="5976045"/>
                <a:ext cx="142920" cy="3996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5C834031-DF19-134F-90D6-62D2C1E9AC94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1506341" y="5967045"/>
                  <a:ext cx="160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0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291C959D-9EE8-A4D9-003F-BCD9B44D5CE1}"/>
                    </a:ext>
                  </a:extLst>
                </p14:cNvPr>
                <p14:cNvContentPartPr/>
                <p14:nvPr/>
              </p14:nvContentPartPr>
              <p14:xfrm>
                <a:off x="1509221" y="5922765"/>
                <a:ext cx="130320" cy="14868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291C959D-9EE8-A4D9-003F-BCD9B44D5CE1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1500221" y="5914125"/>
                  <a:ext cx="14796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2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2938564D-CA16-7FAD-CE40-026B35FB9730}"/>
                  </a:ext>
                </a:extLst>
              </p14:cNvPr>
              <p14:cNvContentPartPr/>
              <p14:nvPr/>
            </p14:nvContentPartPr>
            <p14:xfrm>
              <a:off x="2015381" y="6040845"/>
              <a:ext cx="32400" cy="56880"/>
            </p14:xfrm>
          </p:contentPart>
        </mc:Choice>
        <mc:Fallback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2938564D-CA16-7FAD-CE40-026B35FB9730}"/>
                  </a:ext>
                </a:extLst>
              </p:cNvPr>
              <p:cNvPicPr/>
              <p:nvPr/>
            </p:nvPicPr>
            <p:blipFill>
              <a:blip r:embed="rId823"/>
              <a:stretch>
                <a:fillRect/>
              </a:stretch>
            </p:blipFill>
            <p:spPr>
              <a:xfrm>
                <a:off x="2006741" y="6031845"/>
                <a:ext cx="5004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2" name="Group 521">
            <a:extLst>
              <a:ext uri="{FF2B5EF4-FFF2-40B4-BE49-F238E27FC236}">
                <a16:creationId xmlns:a16="http://schemas.microsoft.com/office/drawing/2014/main" id="{28637934-3943-371F-28D8-90066C39354F}"/>
              </a:ext>
            </a:extLst>
          </p:cNvPr>
          <p:cNvGrpSpPr/>
          <p:nvPr/>
        </p:nvGrpSpPr>
        <p:grpSpPr>
          <a:xfrm>
            <a:off x="1891541" y="5851485"/>
            <a:ext cx="434880" cy="275760"/>
            <a:chOff x="1891541" y="5851485"/>
            <a:chExt cx="43488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4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325224AF-1B75-394C-9F94-C5877553EF25}"/>
                    </a:ext>
                  </a:extLst>
                </p14:cNvPr>
                <p14:cNvContentPartPr/>
                <p14:nvPr/>
              </p14:nvContentPartPr>
              <p14:xfrm>
                <a:off x="1891541" y="5904405"/>
                <a:ext cx="116280" cy="13716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325224AF-1B75-394C-9F94-C5877553EF25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1882901" y="5895405"/>
                  <a:ext cx="133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6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F06A18E-00FD-6BB6-D36B-93A1B9566040}"/>
                    </a:ext>
                  </a:extLst>
                </p14:cNvPr>
                <p14:cNvContentPartPr/>
                <p14:nvPr/>
              </p14:nvContentPartPr>
              <p14:xfrm>
                <a:off x="2043821" y="6028605"/>
                <a:ext cx="32400" cy="9864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F06A18E-00FD-6BB6-D36B-93A1B9566040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2034821" y="6019605"/>
                  <a:ext cx="50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8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A7BCCA3E-B34E-9372-C253-59A891390A68}"/>
                    </a:ext>
                  </a:extLst>
                </p14:cNvPr>
                <p14:cNvContentPartPr/>
                <p14:nvPr/>
              </p14:nvContentPartPr>
              <p14:xfrm>
                <a:off x="2130581" y="5924925"/>
                <a:ext cx="115560" cy="12564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A7BCCA3E-B34E-9372-C253-59A891390A68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2121581" y="5915925"/>
                  <a:ext cx="133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0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69A7E03E-F832-830E-8F2F-55115241FF96}"/>
                    </a:ext>
                  </a:extLst>
                </p14:cNvPr>
                <p14:cNvContentPartPr/>
                <p14:nvPr/>
              </p14:nvContentPartPr>
              <p14:xfrm>
                <a:off x="2172701" y="5851485"/>
                <a:ext cx="153720" cy="6156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69A7E03E-F832-830E-8F2F-55115241FF96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2164061" y="5842845"/>
                  <a:ext cx="1713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A169B1C8-E847-BFF4-28D0-30E60026F199}"/>
              </a:ext>
            </a:extLst>
          </p:cNvPr>
          <p:cNvGrpSpPr/>
          <p:nvPr/>
        </p:nvGrpSpPr>
        <p:grpSpPr>
          <a:xfrm>
            <a:off x="2631701" y="5944365"/>
            <a:ext cx="420120" cy="155160"/>
            <a:chOff x="2631701" y="5944365"/>
            <a:chExt cx="42012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2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60E698FD-A38C-7CCE-26EF-835C0533C027}"/>
                    </a:ext>
                  </a:extLst>
                </p14:cNvPr>
                <p14:cNvContentPartPr/>
                <p14:nvPr/>
              </p14:nvContentPartPr>
              <p14:xfrm>
                <a:off x="2631701" y="5987925"/>
                <a:ext cx="235800" cy="5436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60E698FD-A38C-7CCE-26EF-835C0533C027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2623061" y="5978925"/>
                  <a:ext cx="253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4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BA15ACEF-A44D-5B5A-F436-3895D1975144}"/>
                    </a:ext>
                  </a:extLst>
                </p14:cNvPr>
                <p14:cNvContentPartPr/>
                <p14:nvPr/>
              </p14:nvContentPartPr>
              <p14:xfrm>
                <a:off x="2828621" y="5944365"/>
                <a:ext cx="223200" cy="15516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BA15ACEF-A44D-5B5A-F436-3895D1975144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2819621" y="5935725"/>
                  <a:ext cx="24084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CA246748-2BC3-CD3E-AB04-FD25158CE4F3}"/>
              </a:ext>
            </a:extLst>
          </p:cNvPr>
          <p:cNvGrpSpPr/>
          <p:nvPr/>
        </p:nvGrpSpPr>
        <p:grpSpPr>
          <a:xfrm>
            <a:off x="3723941" y="5968845"/>
            <a:ext cx="500040" cy="243360"/>
            <a:chOff x="3723941" y="5968845"/>
            <a:chExt cx="50004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6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1DA1283-21FD-E955-DEBA-BC5F2AB0D2E6}"/>
                    </a:ext>
                  </a:extLst>
                </p14:cNvPr>
                <p14:cNvContentPartPr/>
                <p14:nvPr/>
              </p14:nvContentPartPr>
              <p14:xfrm>
                <a:off x="3723941" y="5982885"/>
                <a:ext cx="85320" cy="13464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1DA1283-21FD-E955-DEBA-BC5F2AB0D2E6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3715301" y="5973885"/>
                  <a:ext cx="102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8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981541B-324A-AA8B-3F8C-B95270D17F58}"/>
                    </a:ext>
                  </a:extLst>
                </p14:cNvPr>
                <p14:cNvContentPartPr/>
                <p14:nvPr/>
              </p14:nvContentPartPr>
              <p14:xfrm>
                <a:off x="3893141" y="6111765"/>
                <a:ext cx="16560" cy="10044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981541B-324A-AA8B-3F8C-B95270D17F58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3884501" y="6103125"/>
                  <a:ext cx="342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0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B9D4A06E-2317-8894-66D7-8BD86C5DB02F}"/>
                    </a:ext>
                  </a:extLst>
                </p14:cNvPr>
                <p14:cNvContentPartPr/>
                <p14:nvPr/>
              </p14:nvContentPartPr>
              <p14:xfrm>
                <a:off x="3933461" y="6013125"/>
                <a:ext cx="116280" cy="12816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B9D4A06E-2317-8894-66D7-8BD86C5DB02F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3924461" y="6004485"/>
                  <a:ext cx="133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2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48ECC84C-C171-89E8-60C6-73676D0CE5EE}"/>
                    </a:ext>
                  </a:extLst>
                </p14:cNvPr>
                <p14:cNvContentPartPr/>
                <p14:nvPr/>
              </p14:nvContentPartPr>
              <p14:xfrm>
                <a:off x="4074221" y="6016365"/>
                <a:ext cx="78480" cy="11016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48ECC84C-C171-89E8-60C6-73676D0CE5EE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4065221" y="6007725"/>
                  <a:ext cx="96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4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AB70669-1FF1-DAA6-E0DB-0B89C7D4223C}"/>
                    </a:ext>
                  </a:extLst>
                </p14:cNvPr>
                <p14:cNvContentPartPr/>
                <p14:nvPr/>
              </p14:nvContentPartPr>
              <p14:xfrm>
                <a:off x="4080341" y="5968845"/>
                <a:ext cx="143640" cy="5760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AB70669-1FF1-DAA6-E0DB-0B89C7D4223C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4071701" y="5959845"/>
                  <a:ext cx="16128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0A6DEBC6-7F73-2994-D009-6212FFD20386}"/>
              </a:ext>
            </a:extLst>
          </p:cNvPr>
          <p:cNvGrpSpPr/>
          <p:nvPr/>
        </p:nvGrpSpPr>
        <p:grpSpPr>
          <a:xfrm>
            <a:off x="4374461" y="5963445"/>
            <a:ext cx="132120" cy="158040"/>
            <a:chOff x="4374461" y="5963445"/>
            <a:chExt cx="13212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6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74B58EEA-EA78-052C-985E-2C00525E85E3}"/>
                    </a:ext>
                  </a:extLst>
                </p14:cNvPr>
                <p14:cNvContentPartPr/>
                <p14:nvPr/>
              </p14:nvContentPartPr>
              <p14:xfrm>
                <a:off x="4385261" y="5963445"/>
                <a:ext cx="121320" cy="10512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74B58EEA-EA78-052C-985E-2C00525E85E3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4376621" y="5954445"/>
                  <a:ext cx="138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8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E7453194-3918-06AE-C18D-991F5EEC5591}"/>
                    </a:ext>
                  </a:extLst>
                </p14:cNvPr>
                <p14:cNvContentPartPr/>
                <p14:nvPr/>
              </p14:nvContentPartPr>
              <p14:xfrm>
                <a:off x="4374461" y="6094485"/>
                <a:ext cx="126360" cy="2700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E7453194-3918-06AE-C18D-991F5EEC5591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4365821" y="6085845"/>
                  <a:ext cx="1440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C7710868-B6A0-4CC0-8C99-EF6134AB24E0}"/>
              </a:ext>
            </a:extLst>
          </p:cNvPr>
          <p:cNvGrpSpPr/>
          <p:nvPr/>
        </p:nvGrpSpPr>
        <p:grpSpPr>
          <a:xfrm>
            <a:off x="4694141" y="5897925"/>
            <a:ext cx="326160" cy="266400"/>
            <a:chOff x="4694141" y="5897925"/>
            <a:chExt cx="32616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0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ECCEE90-F98E-4890-03FB-E46B81E50F59}"/>
                    </a:ext>
                  </a:extLst>
                </p14:cNvPr>
                <p14:cNvContentPartPr/>
                <p14:nvPr/>
              </p14:nvContentPartPr>
              <p14:xfrm>
                <a:off x="4694141" y="5919525"/>
                <a:ext cx="113040" cy="17172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ECCEE90-F98E-4890-03FB-E46B81E50F59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4685141" y="5910885"/>
                  <a:ext cx="130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2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3807A994-3C4F-E4F3-B4D4-E7AA872F21E4}"/>
                    </a:ext>
                  </a:extLst>
                </p14:cNvPr>
                <p14:cNvContentPartPr/>
                <p14:nvPr/>
              </p14:nvContentPartPr>
              <p14:xfrm>
                <a:off x="4852901" y="6083685"/>
                <a:ext cx="13320" cy="8064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3807A994-3C4F-E4F3-B4D4-E7AA872F21E4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4844261" y="6074685"/>
                  <a:ext cx="30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4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EB4EA7BE-2C7A-53E4-EC7D-7E7A30AA6FAB}"/>
                    </a:ext>
                  </a:extLst>
                </p14:cNvPr>
                <p14:cNvContentPartPr/>
                <p14:nvPr/>
              </p14:nvContentPartPr>
              <p14:xfrm>
                <a:off x="4924181" y="5897925"/>
                <a:ext cx="96120" cy="18504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EB4EA7BE-2C7A-53E4-EC7D-7E7A30AA6FAB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4915541" y="5888925"/>
                  <a:ext cx="11376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A957C46F-08ED-DA30-7068-A79812B77448}"/>
              </a:ext>
            </a:extLst>
          </p:cNvPr>
          <p:cNvGrpSpPr/>
          <p:nvPr/>
        </p:nvGrpSpPr>
        <p:grpSpPr>
          <a:xfrm>
            <a:off x="5031821" y="5912685"/>
            <a:ext cx="291960" cy="177840"/>
            <a:chOff x="5031821" y="5912685"/>
            <a:chExt cx="29196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6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C0B676B2-D48F-6EE0-6695-22BD8A7D262C}"/>
                    </a:ext>
                  </a:extLst>
                </p14:cNvPr>
                <p14:cNvContentPartPr/>
                <p14:nvPr/>
              </p14:nvContentPartPr>
              <p14:xfrm>
                <a:off x="5031821" y="5915565"/>
                <a:ext cx="141480" cy="14976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C0B676B2-D48F-6EE0-6695-22BD8A7D262C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5023181" y="5906565"/>
                  <a:ext cx="159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8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55E73D67-1327-8A78-1943-EE3FD4ED7CBC}"/>
                    </a:ext>
                  </a:extLst>
                </p14:cNvPr>
                <p14:cNvContentPartPr/>
                <p14:nvPr/>
              </p14:nvContentPartPr>
              <p14:xfrm>
                <a:off x="5180861" y="5912685"/>
                <a:ext cx="142920" cy="17784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55E73D67-1327-8A78-1943-EE3FD4ED7CBC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5171861" y="5903685"/>
                  <a:ext cx="16056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A9AA15FC-CA7E-5B18-6F33-D6A561317BC2}"/>
              </a:ext>
            </a:extLst>
          </p:cNvPr>
          <p:cNvGrpSpPr/>
          <p:nvPr/>
        </p:nvGrpSpPr>
        <p:grpSpPr>
          <a:xfrm>
            <a:off x="5620061" y="5881365"/>
            <a:ext cx="689400" cy="184320"/>
            <a:chOff x="5620061" y="5881365"/>
            <a:chExt cx="68940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0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79727A95-21F5-1385-4EF1-705F662A61F8}"/>
                    </a:ext>
                  </a:extLst>
                </p14:cNvPr>
                <p14:cNvContentPartPr/>
                <p14:nvPr/>
              </p14:nvContentPartPr>
              <p14:xfrm>
                <a:off x="5689541" y="5918085"/>
                <a:ext cx="45360" cy="14472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79727A95-21F5-1385-4EF1-705F662A61F8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5680541" y="5909085"/>
                  <a:ext cx="63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2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235A4BD9-1C28-9D3B-1492-3753A285C061}"/>
                    </a:ext>
                  </a:extLst>
                </p14:cNvPr>
                <p14:cNvContentPartPr/>
                <p14:nvPr/>
              </p14:nvContentPartPr>
              <p14:xfrm>
                <a:off x="5620061" y="5906925"/>
                <a:ext cx="373680" cy="14004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235A4BD9-1C28-9D3B-1492-3753A285C061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5611421" y="5898285"/>
                  <a:ext cx="391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4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AD3A31B2-8239-2840-8986-DF571CA9E617}"/>
                    </a:ext>
                  </a:extLst>
                </p14:cNvPr>
                <p14:cNvContentPartPr/>
                <p14:nvPr/>
              </p14:nvContentPartPr>
              <p14:xfrm>
                <a:off x="6003101" y="5932485"/>
                <a:ext cx="107280" cy="11232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AD3A31B2-8239-2840-8986-DF571CA9E617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5994461" y="5923485"/>
                  <a:ext cx="124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6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12A67A31-165D-717C-4CCB-AF5DA3B53A22}"/>
                    </a:ext>
                  </a:extLst>
                </p14:cNvPr>
                <p14:cNvContentPartPr/>
                <p14:nvPr/>
              </p14:nvContentPartPr>
              <p14:xfrm>
                <a:off x="6160061" y="5946165"/>
                <a:ext cx="149400" cy="11952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12A67A31-165D-717C-4CCB-AF5DA3B53A22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6151061" y="5937165"/>
                  <a:ext cx="167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8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87A37B3-4155-406C-A701-7849142A2EC1}"/>
                    </a:ext>
                  </a:extLst>
                </p14:cNvPr>
                <p14:cNvContentPartPr/>
                <p14:nvPr/>
              </p14:nvContentPartPr>
              <p14:xfrm>
                <a:off x="6173021" y="5973885"/>
                <a:ext cx="108360" cy="5256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87A37B3-4155-406C-A701-7849142A2EC1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6164021" y="5964885"/>
                  <a:ext cx="126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0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70B42D1A-28A6-27DC-AAD4-2EC19A020D10}"/>
                    </a:ext>
                  </a:extLst>
                </p14:cNvPr>
                <p14:cNvContentPartPr/>
                <p14:nvPr/>
              </p14:nvContentPartPr>
              <p14:xfrm>
                <a:off x="6179501" y="5881365"/>
                <a:ext cx="105120" cy="7200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70B42D1A-28A6-27DC-AAD4-2EC19A020D10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6170501" y="5872365"/>
                  <a:ext cx="12276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F15B24C4-9A71-54D8-2CA2-DAE982EFF646}"/>
              </a:ext>
            </a:extLst>
          </p:cNvPr>
          <p:cNvGrpSpPr/>
          <p:nvPr/>
        </p:nvGrpSpPr>
        <p:grpSpPr>
          <a:xfrm>
            <a:off x="7195781" y="5665005"/>
            <a:ext cx="1327680" cy="567720"/>
            <a:chOff x="7195781" y="5665005"/>
            <a:chExt cx="1327680" cy="56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2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6F31C97F-8F17-4E21-D896-94AF351D3464}"/>
                    </a:ext>
                  </a:extLst>
                </p14:cNvPr>
                <p14:cNvContentPartPr/>
                <p14:nvPr/>
              </p14:nvContentPartPr>
              <p14:xfrm>
                <a:off x="7502861" y="5833485"/>
                <a:ext cx="186120" cy="17496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6F31C97F-8F17-4E21-D896-94AF351D3464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7494221" y="5824485"/>
                  <a:ext cx="203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4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0CAB522E-3C89-F001-1EA1-41A5C4FA1839}"/>
                    </a:ext>
                  </a:extLst>
                </p14:cNvPr>
                <p14:cNvContentPartPr/>
                <p14:nvPr/>
              </p14:nvContentPartPr>
              <p14:xfrm>
                <a:off x="7779341" y="5899365"/>
                <a:ext cx="90720" cy="1620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0CAB522E-3C89-F001-1EA1-41A5C4FA1839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7770341" y="5890365"/>
                  <a:ext cx="108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6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8E368333-FD2A-A10D-504A-6E4BFD4676C5}"/>
                    </a:ext>
                  </a:extLst>
                </p14:cNvPr>
                <p14:cNvContentPartPr/>
                <p14:nvPr/>
              </p14:nvContentPartPr>
              <p14:xfrm>
                <a:off x="7776461" y="5940405"/>
                <a:ext cx="88560" cy="1260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8E368333-FD2A-A10D-504A-6E4BFD4676C5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7767821" y="5931765"/>
                  <a:ext cx="106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273B31D-D480-03D1-6854-5564B4548EAC}"/>
                    </a:ext>
                  </a:extLst>
                </p14:cNvPr>
                <p14:cNvContentPartPr/>
                <p14:nvPr/>
              </p14:nvContentPartPr>
              <p14:xfrm>
                <a:off x="7963301" y="5825925"/>
                <a:ext cx="101880" cy="14868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273B31D-D480-03D1-6854-5564B4548EAC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7954301" y="5817285"/>
                  <a:ext cx="119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444871F2-C115-B6B0-5C7E-57A6744A94DB}"/>
                    </a:ext>
                  </a:extLst>
                </p14:cNvPr>
                <p14:cNvContentPartPr/>
                <p14:nvPr/>
              </p14:nvContentPartPr>
              <p14:xfrm>
                <a:off x="8099381" y="5972085"/>
                <a:ext cx="32040" cy="9828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444871F2-C115-B6B0-5C7E-57A6744A94DB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8090381" y="5963445"/>
                  <a:ext cx="49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D8B900D8-B869-A896-5BA7-6FBC9F715497}"/>
                    </a:ext>
                  </a:extLst>
                </p14:cNvPr>
                <p14:cNvContentPartPr/>
                <p14:nvPr/>
              </p14:nvContentPartPr>
              <p14:xfrm>
                <a:off x="8190461" y="5846805"/>
                <a:ext cx="84600" cy="12780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D8B900D8-B869-A896-5BA7-6FBC9F715497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8181461" y="5838165"/>
                  <a:ext cx="102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83B552C1-91B5-0924-B7BB-629C46F65981}"/>
                    </a:ext>
                  </a:extLst>
                </p14:cNvPr>
                <p14:cNvContentPartPr/>
                <p14:nvPr/>
              </p14:nvContentPartPr>
              <p14:xfrm>
                <a:off x="8171741" y="5839605"/>
                <a:ext cx="127080" cy="2808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83B552C1-91B5-0924-B7BB-629C46F65981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8163101" y="5830605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DD2BA0E4-9BA4-7B55-2E0F-1C25FD9215FE}"/>
                    </a:ext>
                  </a:extLst>
                </p14:cNvPr>
                <p14:cNvContentPartPr/>
                <p14:nvPr/>
              </p14:nvContentPartPr>
              <p14:xfrm>
                <a:off x="7195781" y="5665005"/>
                <a:ext cx="1327680" cy="56772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DD2BA0E4-9BA4-7B55-2E0F-1C25FD9215FE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7186781" y="5656005"/>
                  <a:ext cx="1345320" cy="58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1477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E814AE7-BDC8-4160-B846-149C911AF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6773" y="1541090"/>
            <a:ext cx="5170998" cy="517099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0D9BD48-1A86-4689-9E67-332758B9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Backtracking line search </a:t>
            </a:r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on </a:t>
            </a:r>
            <a:r>
              <a:rPr lang="en-US" dirty="0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Rosenbrock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DC8D6-C46B-46D0-92EA-5B201ED3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6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0D9BD48-1A86-4689-9E67-332758B9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Building on backtracking line search are the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Wolfe 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First Wolfe Condition: Sufficient Decrease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Second Wolfe Condition: Curvature Condition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21CCFA-C365-4BCC-BDE9-0B234F5DD7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833" t="7670" r="42330" b="87957"/>
          <a:stretch/>
        </p:blipFill>
        <p:spPr>
          <a:xfrm>
            <a:off x="3384696" y="2828260"/>
            <a:ext cx="5422606" cy="894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7E3EFD8-C466-4A46-AA83-561ACEABE3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0444" t="7570" r="44809" b="87612"/>
          <a:stretch/>
        </p:blipFill>
        <p:spPr>
          <a:xfrm>
            <a:off x="3655827" y="4348716"/>
            <a:ext cx="4880344" cy="10690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A25F86-B0A2-4D72-A867-6716A029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3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0D9BD48-1A86-4689-9E67-332758B9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curvature condition ensures the second-order function approximations have positive curvature</a:t>
            </a:r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41EA02-BCC7-4689-8933-D4AB1FDD4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9498" y="3283985"/>
            <a:ext cx="8313004" cy="302791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CC6994-87F0-41AC-A1C5-D70BB318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18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0D9BD48-1A86-4689-9E67-332758B9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Regions satisfying the curvature condition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E5483A-32BD-4803-A555-730B0A7A6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568" y="2643206"/>
            <a:ext cx="10072232" cy="36686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EE549-AD97-404A-B39A-97BF0421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58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0D9BD48-1A86-4689-9E67-332758B9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Regions where the strong curvature condition is satisfied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70695C-E0FC-4EFE-A118-243EE272E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1222" y="3386970"/>
            <a:ext cx="9529555" cy="347103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41477B9-9922-48D9-97B6-6CC579284A6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7565" r="34826" b="76812"/>
          <a:stretch/>
        </p:blipFill>
        <p:spPr>
          <a:xfrm>
            <a:off x="1272209" y="681037"/>
            <a:ext cx="8810045" cy="48274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8024F8-CF50-4E96-9B84-F7BAF858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77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58523-5D10-44D8-96DB-E328E0093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Bracketing Phase: test successively larger step sizes to find interval guaranteed to contain step lengths satisfying Wolfe 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Zoom Phase: shrink the interval using bisection to find point satisfying Wolfe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311BF-4C19-4D81-B7F3-91C39496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7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58523-5D10-44D8-96DB-E328E0093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Bracketing Phase: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2EF7BC-6762-49FB-ADB3-DA5106A6A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528395"/>
            <a:ext cx="10640575" cy="29457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35F5-A225-4DBE-932B-B1B20E2D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66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58523-5D10-44D8-96DB-E328E0093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Zoom Phase: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32F9C32-AA13-4BA2-A856-796EF1F23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234" y="2723730"/>
            <a:ext cx="10289566" cy="25551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53401-A0A3-4CBE-86FA-0B5C6A7E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42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72C2-CBE5-487D-8349-2716B0F7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Trust Region Methods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FE2BF-0D1E-48C6-B77B-C5B8B2118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Descent methods can place too much trust in their first and second order information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Trust region methods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, or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restricted step methods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, limit the step size to ensure local approximation error is minimized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D4710-6D1D-4197-A03E-21B308C0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27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72C2-CBE5-487D-8349-2716B0F7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Trust Region Methods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CF8BE24-B9AA-41B1-9BEC-D98445031D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TeX Gyre Pagella" panose="02000603020200000003" pitchFamily="50" charset="0"/>
                        <a:cs typeface="TeX Gyre Pagella" panose="02000603020200000003" pitchFamily="50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TeX Gyre Pagella" panose="02000603020200000003" pitchFamily="50" charset="0"/>
                        <a:cs typeface="TeX Gyre Pagella" panose="02000603020200000003" pitchFamily="50" charset="0"/>
                      </a:rPr>
                      <m:t>)</m:t>
                    </m:r>
                  </m:oMath>
                </a14:m>
                <a:r>
                  <a:rPr lang="en-US" dirty="0">
                    <a:latin typeface="TeX Gyre Pagella" panose="02000603020200000003" pitchFamily="50" charset="0"/>
                    <a:ea typeface="TeX Gyre Pagella" panose="02000603020200000003" pitchFamily="50" charset="0"/>
                    <a:cs typeface="TeX Gyre Pagella" panose="02000603020200000003" pitchFamily="50" charset="0"/>
                  </a:rPr>
                  <a:t> is local function approximation at new design point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eX Gyre Pagella" panose="02000603020200000003" pitchFamily="50" charset="0"/>
                      </a:rPr>
                      <m:t>𝛿</m:t>
                    </m:r>
                  </m:oMath>
                </a14:m>
                <a:r>
                  <a:rPr lang="en-US" i="1" dirty="0">
                    <a:latin typeface="TeX Gyre Pagella" panose="02000603020200000003" pitchFamily="50" charset="0"/>
                    <a:ea typeface="TeX Gyre Pagella" panose="02000603020200000003" pitchFamily="50" charset="0"/>
                    <a:cs typeface="TeX Gyre Pagella" panose="02000603020200000003" pitchFamily="50" charset="0"/>
                  </a:rPr>
                  <a:t> </a:t>
                </a:r>
                <a:r>
                  <a:rPr lang="en-US" dirty="0">
                    <a:latin typeface="TeX Gyre Pagella" panose="02000603020200000003" pitchFamily="50" charset="0"/>
                    <a:ea typeface="TeX Gyre Pagella" panose="02000603020200000003" pitchFamily="50" charset="0"/>
                    <a:cs typeface="TeX Gyre Pagella" panose="02000603020200000003" pitchFamily="50" charset="0"/>
                  </a:rPr>
                  <a:t>is trust region radius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eX Gyre Pagella" panose="02000603020200000003" pitchFamily="50" charset="0"/>
                            <a:cs typeface="TeX Gyre Pagella" panose="02000603020200000003" pitchFamily="50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TeX Gyre Pagella" panose="02000603020200000003" pitchFamily="50" charset="0"/>
                    <a:ea typeface="TeX Gyre Pagella" panose="02000603020200000003" pitchFamily="50" charset="0"/>
                    <a:cs typeface="TeX Gyre Pagella" panose="02000603020200000003" pitchFamily="50" charset="0"/>
                  </a:rPr>
                  <a:t> is new design point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CF8BE24-B9AA-41B1-9BEC-D98445031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>
            <a:extLst>
              <a:ext uri="{FF2B5EF4-FFF2-40B4-BE49-F238E27FC236}">
                <a16:creationId xmlns:a16="http://schemas.microsoft.com/office/drawing/2014/main" id="{D662D581-C91C-4C83-9E93-D72F0DFA26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826" r="39000" b="82841"/>
          <a:stretch/>
        </p:blipFill>
        <p:spPr>
          <a:xfrm>
            <a:off x="286578" y="2834438"/>
            <a:ext cx="6361045" cy="359326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96D49C-4CF2-4069-AA7E-58211E2CFE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2549656"/>
            <a:ext cx="4381500" cy="36273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ADB849-10CA-4191-9639-41A99C1F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73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72C2-CBE5-487D-8349-2716B0F7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Trust Region Methods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7FE2BF-0D1E-48C6-B77B-C5B8B2118B5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 Gyre Pagella" panose="02000603020200000003" pitchFamily="50" charset="0"/>
                      </a:rPr>
                      <m:t>𝛿</m:t>
                    </m:r>
                  </m:oMath>
                </a14:m>
                <a:r>
                  <a:rPr lang="en-US" dirty="0">
                    <a:latin typeface="TeX Gyre Pagella" panose="02000603020200000003" pitchFamily="50" charset="0"/>
                    <a:ea typeface="TeX Gyre Pagella" panose="02000603020200000003" pitchFamily="50" charset="0"/>
                    <a:cs typeface="TeX Gyre Pagella" panose="02000603020200000003" pitchFamily="50" charset="0"/>
                  </a:rPr>
                  <a:t> can be expanded or contracted based on performance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7FE2BF-0D1E-48C6-B77B-C5B8B2118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8E82842A-86DC-434A-81AB-6B053608F2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7956" r="32087" b="79826"/>
          <a:stretch/>
        </p:blipFill>
        <p:spPr>
          <a:xfrm>
            <a:off x="838200" y="1889236"/>
            <a:ext cx="10515600" cy="47773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A7526-DFD5-4036-9691-9B0EA47A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55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1814-D222-4084-B5E7-B6E62DC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eXGyrePagella-Italic" panose="02000603020200000004" pitchFamily="50" charset="0"/>
              </a:rPr>
              <a:t>Trust Region Methods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7FF8-22A1-4B77-803A-4A40ADD6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Trust region optimization</a:t>
            </a:r>
          </a:p>
          <a:p>
            <a:pPr marL="0" indent="0">
              <a:buNone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of </a:t>
            </a:r>
            <a:r>
              <a:rPr lang="en-US" dirty="0" err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Rosenbrock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 Function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33FF867-F61B-4D7A-B1FE-89E0C9992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690688"/>
            <a:ext cx="5027875" cy="50278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C96B4-998F-4F78-97F1-D513565F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82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1814-D222-4084-B5E7-B6E62DC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Termination Conditions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7FF8-22A1-4B77-803A-4A40ADD6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Maximum Iterations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Absolute Improvement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AECE992-716F-4877-9CBB-8AD7BF64FF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609" t="6261" r="48652" b="83304"/>
          <a:stretch/>
        </p:blipFill>
        <p:spPr>
          <a:xfrm>
            <a:off x="3554234" y="1951833"/>
            <a:ext cx="4110824" cy="272040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DFD7C1-0D39-43BC-A11F-E558C49667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826" t="5324" r="41869" b="83652"/>
          <a:stretch/>
        </p:blipFill>
        <p:spPr>
          <a:xfrm>
            <a:off x="1808172" y="4195156"/>
            <a:ext cx="7582318" cy="27411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918B1-73FE-47F2-90AB-42EB18DA4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26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350A8A-AFEF-C3D9-276A-9B562899C5DB}"/>
              </a:ext>
            </a:extLst>
          </p:cNvPr>
          <p:cNvGrpSpPr/>
          <p:nvPr/>
        </p:nvGrpSpPr>
        <p:grpSpPr>
          <a:xfrm>
            <a:off x="6697901" y="2856285"/>
            <a:ext cx="483120" cy="230400"/>
            <a:chOff x="6697901" y="2856285"/>
            <a:chExt cx="48312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96981C-0A89-7DF4-2F49-6AA9A2B0235F}"/>
                    </a:ext>
                  </a:extLst>
                </p14:cNvPr>
                <p14:cNvContentPartPr/>
                <p14:nvPr/>
              </p14:nvContentPartPr>
              <p14:xfrm>
                <a:off x="6820301" y="2966445"/>
                <a:ext cx="360720" cy="25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96981C-0A89-7DF4-2F49-6AA9A2B023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11661" y="2957805"/>
                  <a:ext cx="378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D11BB5-C35C-6636-6347-2C0FFCB3FE6A}"/>
                    </a:ext>
                  </a:extLst>
                </p14:cNvPr>
                <p14:cNvContentPartPr/>
                <p14:nvPr/>
              </p14:nvContentPartPr>
              <p14:xfrm>
                <a:off x="6697901" y="2856285"/>
                <a:ext cx="217440" cy="230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D11BB5-C35C-6636-6347-2C0FFCB3FE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88901" y="2847645"/>
                  <a:ext cx="23508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09BE43-C399-95DB-BE11-D505837452E7}"/>
              </a:ext>
            </a:extLst>
          </p:cNvPr>
          <p:cNvGrpSpPr/>
          <p:nvPr/>
        </p:nvGrpSpPr>
        <p:grpSpPr>
          <a:xfrm>
            <a:off x="4722941" y="3247605"/>
            <a:ext cx="2181600" cy="296280"/>
            <a:chOff x="4722941" y="3247605"/>
            <a:chExt cx="218160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CE2CBA-319D-BE49-0F6C-624ECFDD488F}"/>
                    </a:ext>
                  </a:extLst>
                </p14:cNvPr>
                <p14:cNvContentPartPr/>
                <p14:nvPr/>
              </p14:nvContentPartPr>
              <p14:xfrm>
                <a:off x="4767941" y="3247605"/>
                <a:ext cx="2136600" cy="120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CE2CBA-319D-BE49-0F6C-624ECFDD48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59301" y="3238965"/>
                  <a:ext cx="2154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12061D-E0CC-158B-4B94-21FFA8A1646B}"/>
                    </a:ext>
                  </a:extLst>
                </p14:cNvPr>
                <p14:cNvContentPartPr/>
                <p14:nvPr/>
              </p14:nvContentPartPr>
              <p14:xfrm>
                <a:off x="4722941" y="3371085"/>
                <a:ext cx="2095920" cy="172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12061D-E0CC-158B-4B94-21FFA8A164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14301" y="3362445"/>
                  <a:ext cx="211356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393EBDA-2C69-9E9A-C63A-CDA9A48A21B5}"/>
                  </a:ext>
                </a:extLst>
              </p14:cNvPr>
              <p14:cNvContentPartPr/>
              <p14:nvPr/>
            </p14:nvContentPartPr>
            <p14:xfrm>
              <a:off x="4764113" y="5624386"/>
              <a:ext cx="12240" cy="3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393EBDA-2C69-9E9A-C63A-CDA9A48A21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55113" y="5615386"/>
                <a:ext cx="2988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2EE88444-DD59-573F-3C44-87884ADBC57F}"/>
              </a:ext>
            </a:extLst>
          </p:cNvPr>
          <p:cNvGrpSpPr/>
          <p:nvPr/>
        </p:nvGrpSpPr>
        <p:grpSpPr>
          <a:xfrm>
            <a:off x="8302913" y="3393106"/>
            <a:ext cx="2151360" cy="419760"/>
            <a:chOff x="8302913" y="3393106"/>
            <a:chExt cx="2151360" cy="4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7B1436-6231-0699-109B-D397EA20F5EE}"/>
                    </a:ext>
                  </a:extLst>
                </p14:cNvPr>
                <p14:cNvContentPartPr/>
                <p14:nvPr/>
              </p14:nvContentPartPr>
              <p14:xfrm>
                <a:off x="8332433" y="3490666"/>
                <a:ext cx="138240" cy="215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7B1436-6231-0699-109B-D397EA20F5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23433" y="3482026"/>
                  <a:ext cx="155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4AD68D-DCED-AE7A-00A1-2599703CA99F}"/>
                    </a:ext>
                  </a:extLst>
                </p14:cNvPr>
                <p14:cNvContentPartPr/>
                <p14:nvPr/>
              </p14:nvContentPartPr>
              <p14:xfrm>
                <a:off x="8468513" y="3491026"/>
                <a:ext cx="145800" cy="168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4AD68D-DCED-AE7A-00A1-2599703CA9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59873" y="3482386"/>
                  <a:ext cx="163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0C43B1-A17B-FBB7-E3E6-E1E606ED36D8}"/>
                    </a:ext>
                  </a:extLst>
                </p14:cNvPr>
                <p14:cNvContentPartPr/>
                <p14:nvPr/>
              </p14:nvContentPartPr>
              <p14:xfrm>
                <a:off x="8302913" y="3666346"/>
                <a:ext cx="2083320" cy="141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0C43B1-A17B-FBB7-E3E6-E1E606ED36D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93913" y="3657346"/>
                  <a:ext cx="2100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7FF4C6-EC52-07DC-5CB2-88575051D7D6}"/>
                    </a:ext>
                  </a:extLst>
                </p14:cNvPr>
                <p14:cNvContentPartPr/>
                <p14:nvPr/>
              </p14:nvContentPartPr>
              <p14:xfrm>
                <a:off x="10154033" y="3618106"/>
                <a:ext cx="300240" cy="194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7FF4C6-EC52-07DC-5CB2-88575051D7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45393" y="3609106"/>
                  <a:ext cx="317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3EB66CC-C756-37C6-FA53-BE3DF556FBAC}"/>
                    </a:ext>
                  </a:extLst>
                </p14:cNvPr>
                <p14:cNvContentPartPr/>
                <p14:nvPr/>
              </p14:nvContentPartPr>
              <p14:xfrm>
                <a:off x="8846873" y="3444946"/>
                <a:ext cx="106920" cy="149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3EB66CC-C756-37C6-FA53-BE3DF556FB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38233" y="3435946"/>
                  <a:ext cx="124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53FA98-B46F-486D-F9A7-DAD2DEC05229}"/>
                    </a:ext>
                  </a:extLst>
                </p14:cNvPr>
                <p14:cNvContentPartPr/>
                <p14:nvPr/>
              </p14:nvContentPartPr>
              <p14:xfrm>
                <a:off x="8980793" y="3449986"/>
                <a:ext cx="102240" cy="149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53FA98-B46F-486D-F9A7-DAD2DEC052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72153" y="3440986"/>
                  <a:ext cx="119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C71810-D3A3-A5E0-DC07-49A7D8F85DE3}"/>
                    </a:ext>
                  </a:extLst>
                </p14:cNvPr>
                <p14:cNvContentPartPr/>
                <p14:nvPr/>
              </p14:nvContentPartPr>
              <p14:xfrm>
                <a:off x="9204353" y="3546826"/>
                <a:ext cx="11520" cy="7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C71810-D3A3-A5E0-DC07-49A7D8F85DE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95713" y="3538186"/>
                  <a:ext cx="29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906BDE-4EA4-4D2D-6506-B3D591C186E9}"/>
                    </a:ext>
                  </a:extLst>
                </p14:cNvPr>
                <p14:cNvContentPartPr/>
                <p14:nvPr/>
              </p14:nvContentPartPr>
              <p14:xfrm>
                <a:off x="9352673" y="3529906"/>
                <a:ext cx="30960" cy="16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906BDE-4EA4-4D2D-6506-B3D591C186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43673" y="3520906"/>
                  <a:ext cx="48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3710C1-E51A-DF7E-9CD7-8B63E64FB383}"/>
                    </a:ext>
                  </a:extLst>
                </p14:cNvPr>
                <p14:cNvContentPartPr/>
                <p14:nvPr/>
              </p14:nvContentPartPr>
              <p14:xfrm>
                <a:off x="9542753" y="3532426"/>
                <a:ext cx="27720" cy="1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A3710C1-E51A-DF7E-9CD7-8B63E64FB38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33753" y="3523426"/>
                  <a:ext cx="45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8EB1C6-1CCD-F174-757A-AE533A868DFA}"/>
                    </a:ext>
                  </a:extLst>
                </p14:cNvPr>
                <p14:cNvContentPartPr/>
                <p14:nvPr/>
              </p14:nvContentPartPr>
              <p14:xfrm>
                <a:off x="8620073" y="3393106"/>
                <a:ext cx="365400" cy="83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8EB1C6-1CCD-F174-757A-AE533A868DF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11073" y="3384106"/>
                  <a:ext cx="383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2C001D-099B-209A-E789-500D845512C3}"/>
                    </a:ext>
                  </a:extLst>
                </p14:cNvPr>
                <p14:cNvContentPartPr/>
                <p14:nvPr/>
              </p14:nvContentPartPr>
              <p14:xfrm>
                <a:off x="8664713" y="3448546"/>
                <a:ext cx="48960" cy="27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2C001D-099B-209A-E789-500D845512C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56073" y="3439546"/>
                  <a:ext cx="6660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D54A8A9-CEE9-0682-D510-DF09F043B289}"/>
                  </a:ext>
                </a:extLst>
              </p14:cNvPr>
              <p14:cNvContentPartPr/>
              <p14:nvPr/>
            </p14:nvContentPartPr>
            <p14:xfrm>
              <a:off x="7821593" y="5286706"/>
              <a:ext cx="68760" cy="2617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D54A8A9-CEE9-0682-D510-DF09F043B28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12593" y="5277706"/>
                <a:ext cx="864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E06CFA7-1A47-6F26-00C8-58F2FE85816C}"/>
                  </a:ext>
                </a:extLst>
              </p14:cNvPr>
              <p14:cNvContentPartPr/>
              <p14:nvPr/>
            </p14:nvContentPartPr>
            <p14:xfrm>
              <a:off x="8823833" y="5113546"/>
              <a:ext cx="109440" cy="180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E06CFA7-1A47-6F26-00C8-58F2FE85816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14833" y="5104906"/>
                <a:ext cx="12708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E2616AC-1FE6-3947-5EFF-82539260DDF7}"/>
              </a:ext>
            </a:extLst>
          </p:cNvPr>
          <p:cNvGrpSpPr/>
          <p:nvPr/>
        </p:nvGrpSpPr>
        <p:grpSpPr>
          <a:xfrm>
            <a:off x="3989393" y="5562106"/>
            <a:ext cx="5006520" cy="551880"/>
            <a:chOff x="3989393" y="5562106"/>
            <a:chExt cx="5006520" cy="55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F707EB-89CE-26B1-48D6-DC24B4003B64}"/>
                    </a:ext>
                  </a:extLst>
                </p14:cNvPr>
                <p14:cNvContentPartPr/>
                <p14:nvPr/>
              </p14:nvContentPartPr>
              <p14:xfrm>
                <a:off x="4009913" y="5787826"/>
                <a:ext cx="954000" cy="54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F707EB-89CE-26B1-48D6-DC24B4003B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01273" y="5778826"/>
                  <a:ext cx="9716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09B995-7515-9745-8579-07C3A951E954}"/>
                    </a:ext>
                  </a:extLst>
                </p14:cNvPr>
                <p14:cNvContentPartPr/>
                <p14:nvPr/>
              </p14:nvContentPartPr>
              <p14:xfrm>
                <a:off x="5505353" y="5744626"/>
                <a:ext cx="1602360" cy="64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09B995-7515-9745-8579-07C3A951E9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96353" y="5735986"/>
                  <a:ext cx="1620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1D0279E-CD17-A81A-28C7-330FF731F193}"/>
                    </a:ext>
                  </a:extLst>
                </p14:cNvPr>
                <p14:cNvContentPartPr/>
                <p14:nvPr/>
              </p14:nvContentPartPr>
              <p14:xfrm>
                <a:off x="4514993" y="5728786"/>
                <a:ext cx="4320" cy="1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1D0279E-CD17-A81A-28C7-330FF731F19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06353" y="5720146"/>
                  <a:ext cx="21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B93351-0683-B89F-56F9-D51753C433EE}"/>
                    </a:ext>
                  </a:extLst>
                </p14:cNvPr>
                <p14:cNvContentPartPr/>
                <p14:nvPr/>
              </p14:nvContentPartPr>
              <p14:xfrm>
                <a:off x="6180353" y="5562106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B93351-0683-B89F-56F9-D51753C433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71353" y="55531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C9EE8B-BF61-6D55-8B1E-E6EE7DAE1D93}"/>
                    </a:ext>
                  </a:extLst>
                </p14:cNvPr>
                <p14:cNvContentPartPr/>
                <p14:nvPr/>
              </p14:nvContentPartPr>
              <p14:xfrm>
                <a:off x="7607753" y="5600266"/>
                <a:ext cx="524880" cy="12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C9EE8B-BF61-6D55-8B1E-E6EE7DAE1D9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98753" y="5591626"/>
                  <a:ext cx="542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B01B9B-BD43-291C-6137-6039909FF89A}"/>
                    </a:ext>
                  </a:extLst>
                </p14:cNvPr>
                <p14:cNvContentPartPr/>
                <p14:nvPr/>
              </p14:nvContentPartPr>
              <p14:xfrm>
                <a:off x="7668593" y="5662906"/>
                <a:ext cx="524160" cy="110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B01B9B-BD43-291C-6137-6039909FF8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59593" y="5653906"/>
                  <a:ext cx="541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B7BA3B1-6EAF-F4FD-D067-0820F2B3CA00}"/>
                    </a:ext>
                  </a:extLst>
                </p14:cNvPr>
                <p14:cNvContentPartPr/>
                <p14:nvPr/>
              </p14:nvContentPartPr>
              <p14:xfrm>
                <a:off x="8662913" y="5591266"/>
                <a:ext cx="333000" cy="356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B7BA3B1-6EAF-F4FD-D067-0820F2B3CA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54273" y="5582626"/>
                  <a:ext cx="3506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6B613A3-4B5F-B205-1D90-0D5C1451A2E6}"/>
                    </a:ext>
                  </a:extLst>
                </p14:cNvPr>
                <p14:cNvContentPartPr/>
                <p14:nvPr/>
              </p14:nvContentPartPr>
              <p14:xfrm>
                <a:off x="8682353" y="6016426"/>
                <a:ext cx="265320" cy="48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6B613A3-4B5F-B205-1D90-0D5C1451A2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73713" y="6007426"/>
                  <a:ext cx="282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669EC8-2041-B672-BA98-1024F0BB530A}"/>
                    </a:ext>
                  </a:extLst>
                </p14:cNvPr>
                <p14:cNvContentPartPr/>
                <p14:nvPr/>
              </p14:nvContentPartPr>
              <p14:xfrm>
                <a:off x="8650313" y="6104626"/>
                <a:ext cx="248760" cy="9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669EC8-2041-B672-BA98-1024F0BB530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41313" y="6095626"/>
                  <a:ext cx="266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0BFBD7-2FF8-4B26-A706-C229824FFC03}"/>
                    </a:ext>
                  </a:extLst>
                </p14:cNvPr>
                <p14:cNvContentPartPr/>
                <p14:nvPr/>
              </p14:nvContentPartPr>
              <p14:xfrm>
                <a:off x="3989393" y="5610918"/>
                <a:ext cx="2952000" cy="301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0BFBD7-2FF8-4B26-A706-C229824FFC0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80393" y="5601918"/>
                  <a:ext cx="29696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E37B50-1BA3-BA1A-AEAF-C57E76C40681}"/>
                    </a:ext>
                  </a:extLst>
                </p14:cNvPr>
                <p14:cNvContentPartPr/>
                <p14:nvPr/>
              </p14:nvContentPartPr>
              <p14:xfrm>
                <a:off x="4246793" y="5621718"/>
                <a:ext cx="2642760" cy="286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E37B50-1BA3-BA1A-AEAF-C57E76C406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37793" y="5613078"/>
                  <a:ext cx="26604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4D48A98-F2D2-09FC-4282-A7E4C29B72DB}"/>
                    </a:ext>
                  </a:extLst>
                </p14:cNvPr>
                <p14:cNvContentPartPr/>
                <p14:nvPr/>
              </p14:nvContentPartPr>
              <p14:xfrm>
                <a:off x="4154993" y="5682918"/>
                <a:ext cx="2748600" cy="304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4D48A98-F2D2-09FC-4282-A7E4C29B72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45993" y="5673918"/>
                  <a:ext cx="27662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430390-13AD-F8CC-B1F0-EE88E1C6F1FF}"/>
                    </a:ext>
                  </a:extLst>
                </p14:cNvPr>
                <p14:cNvContentPartPr/>
                <p14:nvPr/>
              </p14:nvContentPartPr>
              <p14:xfrm>
                <a:off x="4246433" y="5754558"/>
                <a:ext cx="2613240" cy="160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430390-13AD-F8CC-B1F0-EE88E1C6F1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37793" y="5745918"/>
                  <a:ext cx="26308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59A2E9-7EA8-F9AC-10AC-62514C0B9DA6}"/>
                    </a:ext>
                  </a:extLst>
                </p14:cNvPr>
                <p14:cNvContentPartPr/>
                <p14:nvPr/>
              </p14:nvContentPartPr>
              <p14:xfrm>
                <a:off x="4183073" y="5613798"/>
                <a:ext cx="2692440" cy="290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959A2E9-7EA8-F9AC-10AC-62514C0B9DA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74433" y="5605158"/>
                  <a:ext cx="271008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11AA066-E1A6-1A49-D1BE-0498EB3739B8}"/>
              </a:ext>
            </a:extLst>
          </p:cNvPr>
          <p:cNvGrpSpPr/>
          <p:nvPr/>
        </p:nvGrpSpPr>
        <p:grpSpPr>
          <a:xfrm>
            <a:off x="8365553" y="4410678"/>
            <a:ext cx="2358000" cy="1142640"/>
            <a:chOff x="8365553" y="4410678"/>
            <a:chExt cx="2358000" cy="11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D7F59F9-D296-16EC-6FD4-5CF5CF079FA8}"/>
                    </a:ext>
                  </a:extLst>
                </p14:cNvPr>
                <p14:cNvContentPartPr/>
                <p14:nvPr/>
              </p14:nvContentPartPr>
              <p14:xfrm>
                <a:off x="8683073" y="4811866"/>
                <a:ext cx="1513800" cy="45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D7F59F9-D296-16EC-6FD4-5CF5CF079F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74073" y="4802866"/>
                  <a:ext cx="15314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DE78657-FEDD-D7B1-0174-04F866AFA5C2}"/>
                    </a:ext>
                  </a:extLst>
                </p14:cNvPr>
                <p14:cNvContentPartPr/>
                <p14:nvPr/>
              </p14:nvContentPartPr>
              <p14:xfrm>
                <a:off x="8788553" y="5085466"/>
                <a:ext cx="90720" cy="76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DE78657-FEDD-D7B1-0174-04F866AFA5C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79553" y="5076466"/>
                  <a:ext cx="108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B079B8A-C2E2-7C3B-5585-2D0DD4114233}"/>
                    </a:ext>
                  </a:extLst>
                </p14:cNvPr>
                <p14:cNvContentPartPr/>
                <p14:nvPr/>
              </p14:nvContentPartPr>
              <p14:xfrm>
                <a:off x="8822753" y="5112106"/>
                <a:ext cx="183960" cy="26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B079B8A-C2E2-7C3B-5585-2D0DD41142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14113" y="5103106"/>
                  <a:ext cx="201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9ABDDA-039A-2312-F2D3-DB1D03ADEF04}"/>
                    </a:ext>
                  </a:extLst>
                </p14:cNvPr>
                <p14:cNvContentPartPr/>
                <p14:nvPr/>
              </p14:nvContentPartPr>
              <p14:xfrm>
                <a:off x="8698553" y="5144506"/>
                <a:ext cx="139680" cy="16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9ABDDA-039A-2312-F2D3-DB1D03ADEF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89553" y="5135866"/>
                  <a:ext cx="157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40EE50-8A6D-6BAD-B1E4-CE682D83FCB3}"/>
                    </a:ext>
                  </a:extLst>
                </p14:cNvPr>
                <p14:cNvContentPartPr/>
                <p14:nvPr/>
              </p14:nvContentPartPr>
              <p14:xfrm>
                <a:off x="8788913" y="5111598"/>
                <a:ext cx="68400" cy="51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40EE50-8A6D-6BAD-B1E4-CE682D83FC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80273" y="5102958"/>
                  <a:ext cx="86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07FADD-F9C1-0494-AA3F-825DF2116484}"/>
                    </a:ext>
                  </a:extLst>
                </p14:cNvPr>
                <p14:cNvContentPartPr/>
                <p14:nvPr/>
              </p14:nvContentPartPr>
              <p14:xfrm>
                <a:off x="9239993" y="5268558"/>
                <a:ext cx="56520" cy="46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07FADD-F9C1-0494-AA3F-825DF21164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30993" y="5259558"/>
                  <a:ext cx="74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F39EE0-460A-445A-44DD-1BB1C3F47026}"/>
                    </a:ext>
                  </a:extLst>
                </p14:cNvPr>
                <p14:cNvContentPartPr/>
                <p14:nvPr/>
              </p14:nvContentPartPr>
              <p14:xfrm>
                <a:off x="8874233" y="5092158"/>
                <a:ext cx="310680" cy="51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F39EE0-460A-445A-44DD-1BB1C3F470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65593" y="5083518"/>
                  <a:ext cx="328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1C660EC-EF8D-8355-81D1-6BE0ABA3FA15}"/>
                    </a:ext>
                  </a:extLst>
                </p14:cNvPr>
                <p14:cNvContentPartPr/>
                <p14:nvPr/>
              </p14:nvContentPartPr>
              <p14:xfrm>
                <a:off x="8804033" y="5046078"/>
                <a:ext cx="69120" cy="187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1C660EC-EF8D-8355-81D1-6BE0ABA3FA1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95393" y="5037078"/>
                  <a:ext cx="86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6E1ECB-1C21-EB4F-FD43-66C949F5894E}"/>
                    </a:ext>
                  </a:extLst>
                </p14:cNvPr>
                <p14:cNvContentPartPr/>
                <p14:nvPr/>
              </p14:nvContentPartPr>
              <p14:xfrm>
                <a:off x="8891513" y="5170998"/>
                <a:ext cx="2520" cy="2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6E1ECB-1C21-EB4F-FD43-66C949F5894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82873" y="5162358"/>
                  <a:ext cx="20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EEE8BBE-298A-4DA2-D9EF-6D3D02ACA148}"/>
                    </a:ext>
                  </a:extLst>
                </p14:cNvPr>
                <p14:cNvContentPartPr/>
                <p14:nvPr/>
              </p14:nvContentPartPr>
              <p14:xfrm>
                <a:off x="8703233" y="4880838"/>
                <a:ext cx="24120" cy="130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EEE8BBE-298A-4DA2-D9EF-6D3D02ACA14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94593" y="4872198"/>
                  <a:ext cx="41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F3EA493-7BD7-59D6-7D80-E4862C1C2C8E}"/>
                    </a:ext>
                  </a:extLst>
                </p14:cNvPr>
                <p14:cNvContentPartPr/>
                <p14:nvPr/>
              </p14:nvContentPartPr>
              <p14:xfrm>
                <a:off x="8819153" y="5147238"/>
                <a:ext cx="28080" cy="17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F3EA493-7BD7-59D6-7D80-E4862C1C2C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0513" y="5138238"/>
                  <a:ext cx="45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940CC63-9082-6543-5663-04F9F15B15A9}"/>
                    </a:ext>
                  </a:extLst>
                </p14:cNvPr>
                <p14:cNvContentPartPr/>
                <p14:nvPr/>
              </p14:nvContentPartPr>
              <p14:xfrm>
                <a:off x="8850473" y="5199798"/>
                <a:ext cx="2160" cy="2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940CC63-9082-6543-5663-04F9F15B15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41473" y="5191158"/>
                  <a:ext cx="19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7C6732E-0B5D-2A67-BD6A-73BEC6AD5A87}"/>
                    </a:ext>
                  </a:extLst>
                </p14:cNvPr>
                <p14:cNvContentPartPr/>
                <p14:nvPr/>
              </p14:nvContentPartPr>
              <p14:xfrm>
                <a:off x="8865593" y="5200878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7C6732E-0B5D-2A67-BD6A-73BEC6AD5A8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56953" y="519223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E2010D-27E6-6375-108F-27A269323B8B}"/>
                    </a:ext>
                  </a:extLst>
                </p14:cNvPr>
                <p14:cNvContentPartPr/>
                <p14:nvPr/>
              </p14:nvContentPartPr>
              <p14:xfrm>
                <a:off x="8862353" y="5192958"/>
                <a:ext cx="12240" cy="6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E2010D-27E6-6375-108F-27A269323B8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853353" y="5184318"/>
                  <a:ext cx="29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0F2158-3280-C272-DF32-2C1296410AED}"/>
                    </a:ext>
                  </a:extLst>
                </p14:cNvPr>
                <p14:cNvContentPartPr/>
                <p14:nvPr/>
              </p14:nvContentPartPr>
              <p14:xfrm>
                <a:off x="8770193" y="5087838"/>
                <a:ext cx="142920" cy="138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0F2158-3280-C272-DF32-2C1296410AE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761193" y="5078838"/>
                  <a:ext cx="160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94826E-9264-2F06-97A0-4F72202646EC}"/>
                    </a:ext>
                  </a:extLst>
                </p14:cNvPr>
                <p14:cNvContentPartPr/>
                <p14:nvPr/>
              </p14:nvContentPartPr>
              <p14:xfrm>
                <a:off x="9329993" y="5312478"/>
                <a:ext cx="360" cy="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94826E-9264-2F06-97A0-4F72202646E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21353" y="530347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E01A7B4-CFA8-18B2-2B23-A31D2CE1024D}"/>
                    </a:ext>
                  </a:extLst>
                </p14:cNvPr>
                <p14:cNvContentPartPr/>
                <p14:nvPr/>
              </p14:nvContentPartPr>
              <p14:xfrm>
                <a:off x="9005633" y="5299878"/>
                <a:ext cx="569880" cy="23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E01A7B4-CFA8-18B2-2B23-A31D2CE1024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96633" y="5291238"/>
                  <a:ext cx="587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FE794E-B208-4CC7-A323-0B2D8996F7B7}"/>
                    </a:ext>
                  </a:extLst>
                </p14:cNvPr>
                <p14:cNvContentPartPr/>
                <p14:nvPr/>
              </p14:nvContentPartPr>
              <p14:xfrm>
                <a:off x="8365553" y="4410678"/>
                <a:ext cx="2358000" cy="1142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FE794E-B208-4CC7-A323-0B2D8996F7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56553" y="4401678"/>
                  <a:ext cx="2375640" cy="116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85053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1814-D222-4084-B5E7-B6E62DC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Termination Conditions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7FF8-22A1-4B77-803A-4A40ADD6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Relative Improvement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pPr marL="0" indent="0">
              <a:buNone/>
            </a:pPr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Gradient Magnitude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A211B40-476F-464F-BF57-A20B070409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913" r="40435" b="77739"/>
          <a:stretch/>
        </p:blipFill>
        <p:spPr>
          <a:xfrm>
            <a:off x="2631880" y="1028655"/>
            <a:ext cx="6520071" cy="445499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529CD73-5935-4043-8A47-65023744A7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782" r="39913" b="79826"/>
          <a:stretch/>
        </p:blipFill>
        <p:spPr>
          <a:xfrm>
            <a:off x="3066855" y="3429000"/>
            <a:ext cx="6058289" cy="40081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82D9F-F1CA-491E-A792-96027AA4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05A9F3C-1B22-0710-A6E3-C55E8031B576}"/>
                  </a:ext>
                </a:extLst>
              </p14:cNvPr>
              <p14:cNvContentPartPr/>
              <p14:nvPr/>
            </p14:nvContentPartPr>
            <p14:xfrm>
              <a:off x="6889193" y="3265518"/>
              <a:ext cx="228600" cy="83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05A9F3C-1B22-0710-A6E3-C55E8031B5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80193" y="3256878"/>
                <a:ext cx="2462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646988-7AF8-6886-FC48-653B68F23606}"/>
                  </a:ext>
                </a:extLst>
              </p14:cNvPr>
              <p14:cNvContentPartPr/>
              <p14:nvPr/>
            </p14:nvContentPartPr>
            <p14:xfrm>
              <a:off x="7285913" y="3282438"/>
              <a:ext cx="1052280" cy="170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646988-7AF8-6886-FC48-653B68F236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76913" y="3273798"/>
                <a:ext cx="10699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57DF3C-5BB9-5180-470B-CDB35FD3774F}"/>
                  </a:ext>
                </a:extLst>
              </p14:cNvPr>
              <p14:cNvContentPartPr/>
              <p14:nvPr/>
            </p14:nvContentPartPr>
            <p14:xfrm>
              <a:off x="3880673" y="3273798"/>
              <a:ext cx="1215000" cy="172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57DF3C-5BB9-5180-470B-CDB35FD377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71673" y="3265158"/>
                <a:ext cx="12326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6D9228-4433-9791-E194-0A8C5873FE26}"/>
                  </a:ext>
                </a:extLst>
              </p14:cNvPr>
              <p14:cNvContentPartPr/>
              <p14:nvPr/>
            </p14:nvContentPartPr>
            <p14:xfrm>
              <a:off x="4778513" y="5887398"/>
              <a:ext cx="1352880" cy="112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6D9228-4433-9791-E194-0A8C5873FE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69873" y="5878758"/>
                <a:ext cx="137052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D5EB8A2-0878-345B-00D2-D2A5BFAF9788}"/>
              </a:ext>
            </a:extLst>
          </p:cNvPr>
          <p:cNvGrpSpPr/>
          <p:nvPr/>
        </p:nvGrpSpPr>
        <p:grpSpPr>
          <a:xfrm>
            <a:off x="7045073" y="5815758"/>
            <a:ext cx="397080" cy="78840"/>
            <a:chOff x="7045073" y="5815758"/>
            <a:chExt cx="397080" cy="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FC9C8C-7CEE-522E-D703-73B302FDBCC0}"/>
                    </a:ext>
                  </a:extLst>
                </p14:cNvPr>
                <p14:cNvContentPartPr/>
                <p14:nvPr/>
              </p14:nvContentPartPr>
              <p14:xfrm>
                <a:off x="7045073" y="5815758"/>
                <a:ext cx="309600" cy="49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FC9C8C-7CEE-522E-D703-73B302FDBC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36073" y="5807118"/>
                  <a:ext cx="327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419F17-AE08-A2B9-E7FB-FC62C43F579E}"/>
                    </a:ext>
                  </a:extLst>
                </p14:cNvPr>
                <p14:cNvContentPartPr/>
                <p14:nvPr/>
              </p14:nvContentPartPr>
              <p14:xfrm>
                <a:off x="7082513" y="5855358"/>
                <a:ext cx="359640" cy="39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419F17-AE08-A2B9-E7FB-FC62C43F57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73513" y="5846718"/>
                  <a:ext cx="3772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0E48AB5-D9E1-F9A9-899E-DA98B9434779}"/>
              </a:ext>
            </a:extLst>
          </p:cNvPr>
          <p:cNvGrpSpPr/>
          <p:nvPr/>
        </p:nvGrpSpPr>
        <p:grpSpPr>
          <a:xfrm>
            <a:off x="7478513" y="3575478"/>
            <a:ext cx="3745440" cy="1968840"/>
            <a:chOff x="7478513" y="3575478"/>
            <a:chExt cx="3745440" cy="19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90895F-79C5-5DF8-BE08-53E9FF183078}"/>
                    </a:ext>
                  </a:extLst>
                </p14:cNvPr>
                <p14:cNvContentPartPr/>
                <p14:nvPr/>
              </p14:nvContentPartPr>
              <p14:xfrm>
                <a:off x="7751033" y="4297278"/>
                <a:ext cx="3472920" cy="1037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90895F-79C5-5DF8-BE08-53E9FF1830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42393" y="4288278"/>
                  <a:ext cx="3490560" cy="10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413ECE-A7AE-D364-0A1D-8393EAF5BB89}"/>
                    </a:ext>
                  </a:extLst>
                </p14:cNvPr>
                <p14:cNvContentPartPr/>
                <p14:nvPr/>
              </p14:nvContentPartPr>
              <p14:xfrm>
                <a:off x="7763993" y="4399158"/>
                <a:ext cx="1452960" cy="125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413ECE-A7AE-D364-0A1D-8393EAF5BB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54993" y="4390158"/>
                  <a:ext cx="1470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92E0FA-0EE7-0BF6-9FBA-2067E1A5B647}"/>
                    </a:ext>
                  </a:extLst>
                </p14:cNvPr>
                <p14:cNvContentPartPr/>
                <p14:nvPr/>
              </p14:nvContentPartPr>
              <p14:xfrm>
                <a:off x="7888193" y="4418958"/>
                <a:ext cx="1191960" cy="115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92E0FA-0EE7-0BF6-9FBA-2067E1A5B6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79553" y="4410318"/>
                  <a:ext cx="1209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F595A3-5A43-F771-DEA0-57CBCE3C2941}"/>
                    </a:ext>
                  </a:extLst>
                </p14:cNvPr>
                <p14:cNvContentPartPr/>
                <p14:nvPr/>
              </p14:nvContentPartPr>
              <p14:xfrm>
                <a:off x="10294793" y="4324278"/>
                <a:ext cx="823320" cy="77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F595A3-5A43-F771-DEA0-57CBCE3C29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86153" y="4315638"/>
                  <a:ext cx="840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B3000B-FA28-4CB8-55A6-4E613A8B3129}"/>
                    </a:ext>
                  </a:extLst>
                </p14:cNvPr>
                <p14:cNvContentPartPr/>
                <p14:nvPr/>
              </p14:nvContentPartPr>
              <p14:xfrm>
                <a:off x="8295713" y="4387998"/>
                <a:ext cx="117360" cy="161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B3000B-FA28-4CB8-55A6-4E613A8B31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86713" y="4378998"/>
                  <a:ext cx="135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86EDF0-546F-1AE6-9FF6-235686170271}"/>
                    </a:ext>
                  </a:extLst>
                </p14:cNvPr>
                <p14:cNvContentPartPr/>
                <p14:nvPr/>
              </p14:nvContentPartPr>
              <p14:xfrm>
                <a:off x="7931033" y="4448838"/>
                <a:ext cx="172080" cy="172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86EDF0-546F-1AE6-9FF6-2356861702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22033" y="4439838"/>
                  <a:ext cx="189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3DCF85-2872-49F3-9F6D-152E6C810231}"/>
                    </a:ext>
                  </a:extLst>
                </p14:cNvPr>
                <p14:cNvContentPartPr/>
                <p14:nvPr/>
              </p14:nvContentPartPr>
              <p14:xfrm>
                <a:off x="8652113" y="4357038"/>
                <a:ext cx="129240" cy="165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3DCF85-2872-49F3-9F6D-152E6C8102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43113" y="4348398"/>
                  <a:ext cx="146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7C6DA90-6F8F-98FE-BFA9-477A85EA0BDA}"/>
                    </a:ext>
                  </a:extLst>
                </p14:cNvPr>
                <p14:cNvContentPartPr/>
                <p14:nvPr/>
              </p14:nvContentPartPr>
              <p14:xfrm>
                <a:off x="8486873" y="4416438"/>
                <a:ext cx="108720" cy="86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7C6DA90-6F8F-98FE-BFA9-477A85EA0B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7873" y="4407438"/>
                  <a:ext cx="126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C89DAD-879C-857C-532C-E26EDB616569}"/>
                    </a:ext>
                  </a:extLst>
                </p14:cNvPr>
                <p14:cNvContentPartPr/>
                <p14:nvPr/>
              </p14:nvContentPartPr>
              <p14:xfrm>
                <a:off x="8862713" y="4375038"/>
                <a:ext cx="130320" cy="100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C89DAD-879C-857C-532C-E26EDB6165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54073" y="4366398"/>
                  <a:ext cx="147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B4D64D-DA03-2D04-0E9B-0286B86D4968}"/>
                    </a:ext>
                  </a:extLst>
                </p14:cNvPr>
                <p14:cNvContentPartPr/>
                <p14:nvPr/>
              </p14:nvContentPartPr>
              <p14:xfrm>
                <a:off x="8985473" y="4420038"/>
                <a:ext cx="324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B4D64D-DA03-2D04-0E9B-0286B86D496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76833" y="4411038"/>
                  <a:ext cx="2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11B451-E3D5-3D14-C86A-5E28DA25549E}"/>
                    </a:ext>
                  </a:extLst>
                </p14:cNvPr>
                <p14:cNvContentPartPr/>
                <p14:nvPr/>
              </p14:nvContentPartPr>
              <p14:xfrm>
                <a:off x="8340713" y="4525158"/>
                <a:ext cx="589320" cy="79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11B451-E3D5-3D14-C86A-5E28DA2554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31713" y="4516158"/>
                  <a:ext cx="606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1B75B5-8640-C833-12AB-7E28059CC6C9}"/>
                    </a:ext>
                  </a:extLst>
                </p14:cNvPr>
                <p14:cNvContentPartPr/>
                <p14:nvPr/>
              </p14:nvContentPartPr>
              <p14:xfrm>
                <a:off x="8689913" y="4503558"/>
                <a:ext cx="233280" cy="141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1B75B5-8640-C833-12AB-7E28059CC6C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80913" y="4494918"/>
                  <a:ext cx="250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1A874F-FF97-B751-4E5D-89DF69BBFB91}"/>
                    </a:ext>
                  </a:extLst>
                </p14:cNvPr>
                <p14:cNvContentPartPr/>
                <p14:nvPr/>
              </p14:nvContentPartPr>
              <p14:xfrm>
                <a:off x="7906193" y="4599678"/>
                <a:ext cx="487800" cy="158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1A874F-FF97-B751-4E5D-89DF69BBFB9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97193" y="4591038"/>
                  <a:ext cx="5054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7997A46-DA7D-A30B-8C61-9F7511F16D1C}"/>
                    </a:ext>
                  </a:extLst>
                </p14:cNvPr>
                <p14:cNvContentPartPr/>
                <p14:nvPr/>
              </p14:nvContentPartPr>
              <p14:xfrm>
                <a:off x="7857953" y="4719198"/>
                <a:ext cx="176400" cy="76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7997A46-DA7D-A30B-8C61-9F7511F16D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49313" y="4710558"/>
                  <a:ext cx="194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320542E-F7CC-2D5A-883D-37B746FB4701}"/>
                    </a:ext>
                  </a:extLst>
                </p14:cNvPr>
                <p14:cNvContentPartPr/>
                <p14:nvPr/>
              </p14:nvContentPartPr>
              <p14:xfrm>
                <a:off x="9828233" y="5211318"/>
                <a:ext cx="120960" cy="250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320542E-F7CC-2D5A-883D-37B746FB47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19233" y="5202318"/>
                  <a:ext cx="138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C67D93-7167-E64B-DA61-895BD658703B}"/>
                    </a:ext>
                  </a:extLst>
                </p14:cNvPr>
                <p14:cNvContentPartPr/>
                <p14:nvPr/>
              </p14:nvContentPartPr>
              <p14:xfrm>
                <a:off x="9773153" y="5180718"/>
                <a:ext cx="253440" cy="227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C67D93-7167-E64B-DA61-895BD65870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64153" y="5172078"/>
                  <a:ext cx="271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EA011D-7709-B3AA-1000-836A25B274C5}"/>
                    </a:ext>
                  </a:extLst>
                </p14:cNvPr>
                <p14:cNvContentPartPr/>
                <p14:nvPr/>
              </p14:nvContentPartPr>
              <p14:xfrm>
                <a:off x="9687113" y="5181798"/>
                <a:ext cx="355320" cy="211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EA011D-7709-B3AA-1000-836A25B274C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78473" y="5172798"/>
                  <a:ext cx="372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576F46-7C9D-4806-AA4B-343F3358081C}"/>
                    </a:ext>
                  </a:extLst>
                </p14:cNvPr>
                <p14:cNvContentPartPr/>
                <p14:nvPr/>
              </p14:nvContentPartPr>
              <p14:xfrm>
                <a:off x="9810593" y="5260638"/>
                <a:ext cx="133920" cy="13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576F46-7C9D-4806-AA4B-343F3358081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01953" y="5251998"/>
                  <a:ext cx="151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D8B4EA-4426-0989-02BA-C37512CE73F5}"/>
                    </a:ext>
                  </a:extLst>
                </p14:cNvPr>
                <p14:cNvContentPartPr/>
                <p14:nvPr/>
              </p14:nvContentPartPr>
              <p14:xfrm>
                <a:off x="8607113" y="4762038"/>
                <a:ext cx="473760" cy="338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D8B4EA-4426-0989-02BA-C37512CE73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8473" y="4753398"/>
                  <a:ext cx="491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0161EF9-C065-4CD1-79CF-96CB94F9A591}"/>
                    </a:ext>
                  </a:extLst>
                </p14:cNvPr>
                <p14:cNvContentPartPr/>
                <p14:nvPr/>
              </p14:nvContentPartPr>
              <p14:xfrm>
                <a:off x="9156833" y="5056518"/>
                <a:ext cx="217800" cy="487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0161EF9-C065-4CD1-79CF-96CB94F9A5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48193" y="5047518"/>
                  <a:ext cx="23544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99CA87-E9AD-D069-81C6-0F5F7D43AB0E}"/>
                    </a:ext>
                  </a:extLst>
                </p14:cNvPr>
                <p14:cNvContentPartPr/>
                <p14:nvPr/>
              </p14:nvContentPartPr>
              <p14:xfrm>
                <a:off x="7478513" y="3575478"/>
                <a:ext cx="1808640" cy="1925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99CA87-E9AD-D069-81C6-0F5F7D43AB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69873" y="3566478"/>
                  <a:ext cx="1826280" cy="194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6373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1814-D222-4084-B5E7-B6E62DC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7FF8-22A1-4B77-803A-4A40ADD6C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7135495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Descent direction methods incrementally descend toward a local optimum.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Univariate optimization can be applied during line search.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Approximate line search can be used to identify appropriate descent step sizes.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Trust region methods constrain the step to lie within a local region that expands or contracts based on predictive accuracy.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Termination conditions for descent methods can be based on criteria such as the change in the objective function value or magnitude of the gradient.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33BCB-5B0F-4AD2-A7B6-3E360DCC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Widescreen</PresentationFormat>
  <Paragraphs>113</Paragraphs>
  <Slides>28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TeX Gyre Pagella</vt:lpstr>
      <vt:lpstr>TeXGyrePagella-Italic</vt:lpstr>
      <vt:lpstr>TeXGyrePagella-Regular</vt:lpstr>
      <vt:lpstr>Office Theme</vt:lpstr>
      <vt:lpstr>Local Descent</vt:lpstr>
      <vt:lpstr>Descent Direction Iteration</vt:lpstr>
      <vt:lpstr>PowerPoint Presentation</vt:lpstr>
      <vt:lpstr>PowerPoint Presentation</vt:lpstr>
      <vt:lpstr>PowerPoint Presentation</vt:lpstr>
      <vt:lpstr>Line Search</vt:lpstr>
      <vt:lpstr>PowerPoint Presentation</vt:lpstr>
      <vt:lpstr>PowerPoint Presentation</vt:lpstr>
      <vt:lpstr>PowerPoint Presentation</vt:lpstr>
      <vt:lpstr>Line Search: Alternatives</vt:lpstr>
      <vt:lpstr>Approximate Line Search</vt:lpstr>
      <vt:lpstr>PowerPoint Presentation</vt:lpstr>
      <vt:lpstr>PowerPoint Presentation</vt:lpstr>
      <vt:lpstr>Approximate Line Search</vt:lpstr>
      <vt:lpstr>Approximate Line Search</vt:lpstr>
      <vt:lpstr>Approximate Line Search</vt:lpstr>
      <vt:lpstr>Approximate Line Search</vt:lpstr>
      <vt:lpstr>Approximate Line Search</vt:lpstr>
      <vt:lpstr>Approximate Line Search</vt:lpstr>
      <vt:lpstr>Approximate Line Search</vt:lpstr>
      <vt:lpstr>Approximate Line Search</vt:lpstr>
      <vt:lpstr>Trust Region Methods</vt:lpstr>
      <vt:lpstr>Trust Region Methods</vt:lpstr>
      <vt:lpstr>Trust Region Methods</vt:lpstr>
      <vt:lpstr>Trust Region Methods</vt:lpstr>
      <vt:lpstr>Termination Conditions</vt:lpstr>
      <vt:lpstr>Termination Conditions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lastModifiedBy>Rodica Ioana Lung</cp:lastModifiedBy>
  <cp:revision>17</cp:revision>
  <dcterms:created xsi:type="dcterms:W3CDTF">2019-02-03T01:23:24Z</dcterms:created>
  <dcterms:modified xsi:type="dcterms:W3CDTF">2026-01-09T15:10:21Z</dcterms:modified>
</cp:coreProperties>
</file>