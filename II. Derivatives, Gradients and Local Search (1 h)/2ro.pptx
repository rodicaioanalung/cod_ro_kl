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0"/>
  </p:notesMasterIdLst>
  <p:sldIdLst>
    <p:sldId id="256" r:id="rId2"/>
    <p:sldId id="267" r:id="rId3"/>
    <p:sldId id="257" r:id="rId4"/>
    <p:sldId id="262" r:id="rId5"/>
    <p:sldId id="258" r:id="rId6"/>
    <p:sldId id="263" r:id="rId7"/>
    <p:sldId id="278" r:id="rId8"/>
    <p:sldId id="259" r:id="rId9"/>
    <p:sldId id="270" r:id="rId10"/>
    <p:sldId id="268" r:id="rId11"/>
    <p:sldId id="264" r:id="rId12"/>
    <p:sldId id="273" r:id="rId13"/>
    <p:sldId id="275" r:id="rId14"/>
    <p:sldId id="265" r:id="rId15"/>
    <p:sldId id="266" r:id="rId16"/>
    <p:sldId id="276" r:id="rId17"/>
    <p:sldId id="261" r:id="rId18"/>
    <p:sldId id="27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3791BDF-DAA9-4FF7-B208-6B693DE83BA2}" v="2" dt="2025-12-15T17:28:17.843"/>
    <p1510:client id="{7A394B3D-EEAC-474A-BEBC-C8C05BD7AADB}" v="4" dt="2025-12-14T14:22:01.6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66" d="100"/>
          <a:sy n="66" d="100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dica Ioana Lung" userId="64ee56e8d7162e1e" providerId="LiveId" clId="{0F6830A5-18AB-4F1B-8BBB-DA235794CEC1}"/>
    <pc:docChg chg="custSel addSld modSld">
      <pc:chgData name="Rodica Ioana Lung" userId="64ee56e8d7162e1e" providerId="LiveId" clId="{0F6830A5-18AB-4F1B-8BBB-DA235794CEC1}" dt="2025-12-15T17:28:17.842" v="6"/>
      <pc:docMkLst>
        <pc:docMk/>
      </pc:docMkLst>
      <pc:sldChg chg="addSp">
        <pc:chgData name="Rodica Ioana Lung" userId="64ee56e8d7162e1e" providerId="LiveId" clId="{0F6830A5-18AB-4F1B-8BBB-DA235794CEC1}" dt="2025-12-15T17:27:52.576" v="0"/>
        <pc:sldMkLst>
          <pc:docMk/>
          <pc:sldMk cId="623590176" sldId="257"/>
        </pc:sldMkLst>
        <pc:inkChg chg="add">
          <ac:chgData name="Rodica Ioana Lung" userId="64ee56e8d7162e1e" providerId="LiveId" clId="{0F6830A5-18AB-4F1B-8BBB-DA235794CEC1}" dt="2025-12-15T17:27:52.576" v="0"/>
          <ac:inkMkLst>
            <pc:docMk/>
            <pc:sldMk cId="623590176" sldId="257"/>
            <ac:inkMk id="6" creationId="{F26836DB-C526-D10A-FCC4-A0F5C3CD1C8C}"/>
          </ac:inkMkLst>
        </pc:inkChg>
      </pc:sldChg>
      <pc:sldChg chg="addSp">
        <pc:chgData name="Rodica Ioana Lung" userId="64ee56e8d7162e1e" providerId="LiveId" clId="{0F6830A5-18AB-4F1B-8BBB-DA235794CEC1}" dt="2025-12-15T17:27:52.576" v="0"/>
        <pc:sldMkLst>
          <pc:docMk/>
          <pc:sldMk cId="1133484566" sldId="258"/>
        </pc:sldMkLst>
        <pc:inkChg chg="add">
          <ac:chgData name="Rodica Ioana Lung" userId="64ee56e8d7162e1e" providerId="LiveId" clId="{0F6830A5-18AB-4F1B-8BBB-DA235794CEC1}" dt="2025-12-15T17:27:52.576" v="0"/>
          <ac:inkMkLst>
            <pc:docMk/>
            <pc:sldMk cId="1133484566" sldId="258"/>
            <ac:inkMk id="4" creationId="{603E8FEC-61AE-169F-AEA4-20BD6FD98C59}"/>
          </ac:inkMkLst>
        </pc:inkChg>
      </pc:sldChg>
      <pc:sldChg chg="addSp">
        <pc:chgData name="Rodica Ioana Lung" userId="64ee56e8d7162e1e" providerId="LiveId" clId="{0F6830A5-18AB-4F1B-8BBB-DA235794CEC1}" dt="2025-12-15T17:27:52.576" v="0"/>
        <pc:sldMkLst>
          <pc:docMk/>
          <pc:sldMk cId="2672234205" sldId="259"/>
        </pc:sldMkLst>
        <pc:inkChg chg="add">
          <ac:chgData name="Rodica Ioana Lung" userId="64ee56e8d7162e1e" providerId="LiveId" clId="{0F6830A5-18AB-4F1B-8BBB-DA235794CEC1}" dt="2025-12-15T17:27:52.576" v="0"/>
          <ac:inkMkLst>
            <pc:docMk/>
            <pc:sldMk cId="2672234205" sldId="259"/>
            <ac:inkMk id="5" creationId="{B3485D88-FEC4-650D-1EEA-4685B998CDBC}"/>
          </ac:inkMkLst>
        </pc:inkChg>
      </pc:sldChg>
      <pc:sldChg chg="addSp">
        <pc:chgData name="Rodica Ioana Lung" userId="64ee56e8d7162e1e" providerId="LiveId" clId="{0F6830A5-18AB-4F1B-8BBB-DA235794CEC1}" dt="2025-12-15T17:27:52.576" v="0"/>
        <pc:sldMkLst>
          <pc:docMk/>
          <pc:sldMk cId="2796936990" sldId="262"/>
        </pc:sldMkLst>
        <pc:inkChg chg="add">
          <ac:chgData name="Rodica Ioana Lung" userId="64ee56e8d7162e1e" providerId="LiveId" clId="{0F6830A5-18AB-4F1B-8BBB-DA235794CEC1}" dt="2025-12-15T17:27:52.576" v="0"/>
          <ac:inkMkLst>
            <pc:docMk/>
            <pc:sldMk cId="2796936990" sldId="262"/>
            <ac:inkMk id="4" creationId="{65A47840-C178-2BB6-A6B4-BB1439CE9AC9}"/>
          </ac:inkMkLst>
        </pc:inkChg>
      </pc:sldChg>
      <pc:sldChg chg="addSp">
        <pc:chgData name="Rodica Ioana Lung" userId="64ee56e8d7162e1e" providerId="LiveId" clId="{0F6830A5-18AB-4F1B-8BBB-DA235794CEC1}" dt="2025-12-15T17:27:52.576" v="0"/>
        <pc:sldMkLst>
          <pc:docMk/>
          <pc:sldMk cId="1106269103" sldId="263"/>
        </pc:sldMkLst>
        <pc:inkChg chg="add">
          <ac:chgData name="Rodica Ioana Lung" userId="64ee56e8d7162e1e" providerId="LiveId" clId="{0F6830A5-18AB-4F1B-8BBB-DA235794CEC1}" dt="2025-12-15T17:27:52.576" v="0"/>
          <ac:inkMkLst>
            <pc:docMk/>
            <pc:sldMk cId="1106269103" sldId="263"/>
            <ac:inkMk id="4" creationId="{877E23DC-AB28-6D88-2388-2D13C52F35F6}"/>
          </ac:inkMkLst>
        </pc:inkChg>
      </pc:sldChg>
      <pc:sldChg chg="addSp">
        <pc:chgData name="Rodica Ioana Lung" userId="64ee56e8d7162e1e" providerId="LiveId" clId="{0F6830A5-18AB-4F1B-8BBB-DA235794CEC1}" dt="2025-12-15T17:27:52.576" v="0"/>
        <pc:sldMkLst>
          <pc:docMk/>
          <pc:sldMk cId="279775768" sldId="267"/>
        </pc:sldMkLst>
        <pc:inkChg chg="add">
          <ac:chgData name="Rodica Ioana Lung" userId="64ee56e8d7162e1e" providerId="LiveId" clId="{0F6830A5-18AB-4F1B-8BBB-DA235794CEC1}" dt="2025-12-15T17:27:52.576" v="0"/>
          <ac:inkMkLst>
            <pc:docMk/>
            <pc:sldMk cId="279775768" sldId="267"/>
            <ac:inkMk id="4" creationId="{2C8DDE2C-F6C1-EEC4-DC13-41788BB89738}"/>
          </ac:inkMkLst>
        </pc:inkChg>
      </pc:sldChg>
      <pc:sldChg chg="addSp">
        <pc:chgData name="Rodica Ioana Lung" userId="64ee56e8d7162e1e" providerId="LiveId" clId="{0F6830A5-18AB-4F1B-8BBB-DA235794CEC1}" dt="2025-12-15T17:27:52.576" v="0"/>
        <pc:sldMkLst>
          <pc:docMk/>
          <pc:sldMk cId="1483657188" sldId="268"/>
        </pc:sldMkLst>
        <pc:inkChg chg="add">
          <ac:chgData name="Rodica Ioana Lung" userId="64ee56e8d7162e1e" providerId="LiveId" clId="{0F6830A5-18AB-4F1B-8BBB-DA235794CEC1}" dt="2025-12-15T17:27:52.576" v="0"/>
          <ac:inkMkLst>
            <pc:docMk/>
            <pc:sldMk cId="1483657188" sldId="268"/>
            <ac:inkMk id="6" creationId="{360A7DAF-71BF-2981-4C53-16D600B0CC1F}"/>
          </ac:inkMkLst>
        </pc:inkChg>
      </pc:sldChg>
      <pc:sldChg chg="addSp">
        <pc:chgData name="Rodica Ioana Lung" userId="64ee56e8d7162e1e" providerId="LiveId" clId="{0F6830A5-18AB-4F1B-8BBB-DA235794CEC1}" dt="2025-12-15T17:27:52.576" v="0"/>
        <pc:sldMkLst>
          <pc:docMk/>
          <pc:sldMk cId="2988167581" sldId="270"/>
        </pc:sldMkLst>
        <pc:inkChg chg="add">
          <ac:chgData name="Rodica Ioana Lung" userId="64ee56e8d7162e1e" providerId="LiveId" clId="{0F6830A5-18AB-4F1B-8BBB-DA235794CEC1}" dt="2025-12-15T17:27:52.576" v="0"/>
          <ac:inkMkLst>
            <pc:docMk/>
            <pc:sldMk cId="2988167581" sldId="270"/>
            <ac:inkMk id="6" creationId="{E3D61A72-2FC2-8FF8-7212-ADC1DED0C8A1}"/>
          </ac:inkMkLst>
        </pc:inkChg>
      </pc:sldChg>
      <pc:sldChg chg="addSp delSp modSp new mod">
        <pc:chgData name="Rodica Ioana Lung" userId="64ee56e8d7162e1e" providerId="LiveId" clId="{0F6830A5-18AB-4F1B-8BBB-DA235794CEC1}" dt="2025-12-15T17:28:17.842" v="6"/>
        <pc:sldMkLst>
          <pc:docMk/>
          <pc:sldMk cId="2455030951" sldId="278"/>
        </pc:sldMkLst>
        <pc:spChg chg="del">
          <ac:chgData name="Rodica Ioana Lung" userId="64ee56e8d7162e1e" providerId="LiveId" clId="{0F6830A5-18AB-4F1B-8BBB-DA235794CEC1}" dt="2025-12-15T17:28:03.399" v="3" actId="478"/>
          <ac:spMkLst>
            <pc:docMk/>
            <pc:sldMk cId="2455030951" sldId="278"/>
            <ac:spMk id="2" creationId="{01F6C77F-094C-BDF0-0812-D4F87AAB6019}"/>
          </ac:spMkLst>
        </pc:spChg>
        <pc:spChg chg="del">
          <ac:chgData name="Rodica Ioana Lung" userId="64ee56e8d7162e1e" providerId="LiveId" clId="{0F6830A5-18AB-4F1B-8BBB-DA235794CEC1}" dt="2025-12-15T17:28:01.783" v="2" actId="478"/>
          <ac:spMkLst>
            <pc:docMk/>
            <pc:sldMk cId="2455030951" sldId="278"/>
            <ac:spMk id="3" creationId="{BA34556D-87B9-5C91-0A2A-9A6D8BCB61A6}"/>
          </ac:spMkLst>
        </pc:spChg>
        <pc:grpChg chg="mod">
          <ac:chgData name="Rodica Ioana Lung" userId="64ee56e8d7162e1e" providerId="LiveId" clId="{0F6830A5-18AB-4F1B-8BBB-DA235794CEC1}" dt="2025-12-15T17:28:17.842" v="6"/>
          <ac:grpSpMkLst>
            <pc:docMk/>
            <pc:sldMk cId="2455030951" sldId="278"/>
            <ac:grpSpMk id="7" creationId="{76FEAAA3-71F0-7600-D91D-00A811BCF6CB}"/>
          </ac:grpSpMkLst>
        </pc:grpChg>
        <pc:inkChg chg="add mod">
          <ac:chgData name="Rodica Ioana Lung" userId="64ee56e8d7162e1e" providerId="LiveId" clId="{0F6830A5-18AB-4F1B-8BBB-DA235794CEC1}" dt="2025-12-15T17:28:17.842" v="6"/>
          <ac:inkMkLst>
            <pc:docMk/>
            <pc:sldMk cId="2455030951" sldId="278"/>
            <ac:inkMk id="5" creationId="{A6F8065C-94C9-F15C-7F3A-1A3160EC8F96}"/>
          </ac:inkMkLst>
        </pc:inkChg>
        <pc:inkChg chg="add mod">
          <ac:chgData name="Rodica Ioana Lung" userId="64ee56e8d7162e1e" providerId="LiveId" clId="{0F6830A5-18AB-4F1B-8BBB-DA235794CEC1}" dt="2025-12-15T17:28:17.842" v="6"/>
          <ac:inkMkLst>
            <pc:docMk/>
            <pc:sldMk cId="2455030951" sldId="278"/>
            <ac:inkMk id="6" creationId="{3634EFDD-A4C4-0118-13BC-5F6DA0EA0009}"/>
          </ac:inkMkLst>
        </pc:ink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388" units="cm"/>
          <inkml:channel name="Y" type="integer" max="18258" units="cm"/>
          <inkml:channel name="F" type="integer" max="65535" units="dev"/>
          <inkml:channel name="T" type="integer" max="2.14748E9" units="dev"/>
        </inkml:traceFormat>
        <inkml:channelProperties>
          <inkml:channelProperty channel="X" name="resolution" value="1000.29218" units="1/cm"/>
          <inkml:channelProperty channel="Y" name="resolution" value="1000.438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5-12-15T16:30:43.922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brush xml:id="br1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7595 10255 6447 0,'-6'-1'576'0,"1"1"-576"0,1 0 0 0,0 0 0 0,2 0 3216 0,1 0 544 0,-2 0 96 0,-2 3 32 0,-1 0-2688 0,-3-2-544 0,3-1-96 0,0 0-32 0,2 3-528 0,2-3 0 0,-1 0 0 0,1-4 0 15,1 1-464-15,1 1 0 0,0-2 0 0,0 1 0 16,0 0-480-16,0-7-80 0,1-8-32 0,-1 11-6976 16</inkml:trace>
  <inkml:trace contextRef="#ctx0" brushRef="#br0" timeOffset="42132.27">9896 6340 6447 0,'-10'0'576'0,"4"0"-576"0,0 0 0 0,1 0 0 0,2-3-1040 0,1 3-320 0,-1 0-64 0,-1 0-16 0,-4-2 1680 0,-1 1 336 0,2-2 64 0,0 3 0 16,3-2 96-16,1 2 16 0,2 2 0 0,4-2 0 15,2 3-384-15,1 0-80 0,4-3-16 0,0 3 0 16,1-2-272-16,1 2 0 0,2 0 128 0,-1 0-128 15,0-2 128-15,0 1-128 0,3 1 192 0,3-3-192 16,1 0 192-16,-1 0-192 0,2 0 192 0,3 0-192 16,4 0 528-16,3-3 0 0,1 3 0 0,4-3 0 15,4 0-48-15,-1 0-16 0,1-1 0 0,6 1 0 16,5 0-112-16,2 0-32 0,1-1 0 0,2 2 0 16,2 0 64-16,4-2 0 0,2 0 0 0,-1-2 0 15,-4 0-128-15,6 0-32 0,1-1 0 0,4 1 0 0,0 3 48 0,1-4 16 16,-9 4 0-16,4-2 0 0,7 0-288 0,3-1 0 15,0-1 128-15,1 1-128 0,-2 0 128 0,0 2-128 16,-4-1 192-16,1 2-192 0,-1-1 0 0,-7-1 0 16,-5 1 0-16,-4 2 0 0,-3 1 0 0,1 1 0 15,4-3 0-15,3 3 0 0,2-1 0 0,-1 0 0 16,-1-1 0-16,1 2 0 0,-3 0 192 0,3 0-64 16,-2 0 0-16,0-2-128 0,2 1 320 0,2-2-32 15,2-1-16-15,5 0 0 0,-1 0-272 0,-1-2 128 16,-5 2-128-16,-1-2 0 0,-2 2 272 0,7-2-48 15,4 0-16-15,2 1 0 0,-3 1 48 0,1 0 0 16,3 2 0-16,4-2 0 0,1 2 0 0,0 0 0 0,-1 0 0 16,1 2 0-16,4 0-112 0,0 0-16 0,2 0 0 15,0 0 0-15,-2 2-128 0,-1-2 0 16,-6 2 0-16,2-2 0 0,0 2 0 0,-1-2 0 0,0-2 0 0,-3 2 0 16,-2-2 0-16,-6 2 128 0,0 0-128 0,-1-2 128 15,0 2-128-15,-5-3 128 0,-4 2-128 0,-2 1 128 16,-1-2-128-16,1-1 0 0,-1 2 0 0,-2-3 0 15,-2 2 336-15,-3-2 48 0,-1 2 0 0,-2-2 0 16,-4-2 384-16,-3 2 64 0,-4-1 32 0,0-1 0 16,-1 0-160-16,-1-2-16 0,-5 5-16 0,-6-4 0 15,-5 5-480-15,-4-2-192 0,-1 2 128 0,-5-2-128 0,0 2 0 16,-4-1 0-16,-1 2 0 0,-4 1-8528 16,-2 0-1648-16</inkml:trace>
  <inkml:trace contextRef="#ctx0" brushRef="#br0" timeOffset="50036.51">4903 7776 5519 0,'-1'-4'496'0,"1"3"-496"0,0-1 0 0,0 2 0 0,0 0 544 0,0-2 16 0,-2 1 0 0,2-4 0 0,-1 1 448 0,0-2 80 0,1-2 32 0,0 3 0 0,0 2-32 0,1 0 0 0,0 2 0 0,1 1 0 16,-1 0-48-16,0 1-16 0,0 2 0 0,1-1 0 15,0 2-240-15,-1 2-48 0,1 2-16 0,0 0 0 16,-1 2-80-16,1 2 0 0,-1 1-16 0,0-1 0 16,0 2-64-16,-1 1-16 0,1-2 0 0,-1 2 0 0,2 1-16 15,-1 0 0-15,0 0 0 0,0 3 0 0,2-1-128 0,-1 2-16 16,1 2-16-16,-1 1 0 0,1-1-80 0,0 3-16 16,2-1 0-16,0 2 0 0,0-5-16 15,0 2 0-15,0-1 0 0,1-2 0 0,1 1-32 16,-1-1-16-16,1 2 0 0,1-2 0 0,-1 1-16 0,-1 1-16 15,0-4 0-15,1 2 0 0,-1-1 0 0,-1 1 0 16,1 4 0-16,-1 1 0 0,1-2 16 0,-1 2 16 16,1 4 0-16,2-1 0 0,-1 1 16 0,0 1 0 0,1 0 0 0,-1 1 0 15,1-3-16-15,-1 3 0 0,3-1 0 16,-3 1 0-16,2-3-32 0,-2-3-16 0,1 4 0 16,1-3 0-16,-1 2-32 0,1 0-128 0,0 1 192 0,-1-1-64 15,1 1 32-15,2-1 0 0,0 4 0 16,1 3 0-16,1 0 0 0,-1-1 0 0,1 3 0 0,-1-2 0 15,-1 3 32-15,1-3 0 0,0 4 0 0,-3-5 0 16,-1-6-32-16,1 4 0 0,0 6 0 0,3 1 0 16,0 2 0-16,0-1 0 0,-2-5 0 0,3 2 0 15,3 8-32-15,0-3-128 0,-4-9 192 0,0 2-64 16,1 3-128-16,-1 3 192 0,0 1-192 0,1 3 192 16,0 2-32-16,2 0 0 0,1 3 0 0,0 1 0 15,-1 0-32-15,-1-4-128 0,-3-5 192 0,-1-1-64 16,0-1-128-16,-2-4 0 0,1-1 0 0,2 0 128 15,2 3-128-15,0 2 0 0,3 2 0 0,3 5 128 0,2 1-128 16,0-1 0-16,-1 0 0 0,-2-6 0 16,-3-3 0-16,2-1 128 0,2 1-128 0,-1 1 0 0,5-1 128 0,-1 3-128 15,1 0 128-15,1 1-128 0,1 1 0 0,1 4 0 16,1 1 0-16,1 2 0 0,0 4 0 0,-5-7 0 16,-3-11 128-16,0 2-128 0,1 3 0 0,1 2 0 15,1 4 0-15,2 2 0 0,0-2 0 0,0 0 0 16,1 3 0-16,1-2 0 0,1-1 0 0,2 4 0 15,1-4 0-15,-2-2 0 0,2-1 0 0,-1-2 128 16,2 4-128-16,-1-2 0 0,-1 1 160 0,-1-1-160 16,0-3 192-16,2 4-192 0,1-1 0 0,3 3 0 15,2 2 0-15,-1-2 0 0,-2-5 0 0,1 1 0 0,-3 1 0 16,1 0 0-16,1-2 128 0,-1-1-128 0,-1 1 0 16,2-3 0-16,-6-3 0 0,2 1 0 0,1 4 0 0,1-3 0 15,1 1 0-15,2-5 0 0,-2 3 0 0,3-1 0 16,1 1 0-16,1 2 0 0,2-4 0 0,1 5 0 15,1-5 128-15,-3-1-128 0,0 2 0 0,-5-4 0 16,-1-3 0-16,4 4 0 0,6 5 0 0,4 3 0 16,-1-5 0-16,-2 1 0 0,-1-5 0 0,0-3 0 15,-3-3 0-15,4 1 0 0,0-1 0 16,1 2 0-16,-1-2 0 0,2-1 0 16,2 2 0-16,0-4 0 0,2-1 0 0,2-2 0 0,1-2 0 0,-1-2 0 15,0 3 0-15,-3-3 0 0,1 0 0 0,-2-1 0 16,0-4 0-16,2 0 0 0,-1-1 0 0,3-4 0 15,1 2 0-15,0 0 0 0,1-4 0 0,-3 0 0 0,-1 1 0 16,1-5 0-16,2 3 0 0,1-3 0 0,2 0 0 16,2-3 0-16,4 0 0 0,-4-3 0 0,-2-2 0 15,-3-3 0-15,1 0 0 0,-2-4 0 0,-1 3 0 16,1-7 0-16,2 0 0 0,-1-4 0 0,0 1 0 0,-1 0 0 16,0 0 0-16,-3-1 0 0,-4 5 0 0,4-7 0 15,2-1-128-15,1-1 128 0,-1 3 0 0,1-3 0 16,1-1 0-16,-2-4 0 0,-4 1 0 0,0-3 0 15,2-3 0-15,-2-1 0 0,-6 3 0 0,1-3 0 16,1-3 0-16,0-2 0 0,-3 1 0 0,1-3 0 0,1-2 0 16,-1-3 0-16,1-4 0 0,-2 1 0 0,-3 1 0 15,0 2 0-15,-3-4 0 0,2 4 0 0,-1-3 0 0,0-2 0 16,0-2 0-16,2-3 0 16,-1-3 0-16,-1 1 0 0,-3 4 0 0,-6 7 0 0,-5 6 0 15,4-5 0-15,2-10 0 0,1-6 0 0,2-4 0 0,-1 4 0 16,-2 0 0-16,-1 2 0 0,0-6 0 15,1-1 0-15,-2 6 0 0,-1-4 0 0,1-4 0 0,1 2 0 16,-1 4 0-16,-2 0 0 0,1 0 0 0,-1-1 0 16,1-2 128-16,-2-2-128 0,0 1 0 0,-2-1 0 15,0 2 128-15,-2 1-128 0,0 6 0 0,0-4 0 16,2-5 128-16,-1 2-128 0,-2 9 0 0,-2-2 0 16,1-2 0-16,0-2 0 0,0-3 0 0,3-2 0 15,-2 1 0-15,-1 3 0 0,-2 10 0 0,0-5 0 16,2-6 0-16,1-3 0 0,0 4 0 0,-1 0 0 0,1-2 0 15,-2 3 0-15,-3 10 0 0,2 0 0 0,0-4 0 16,-1-2 0-16,5-2 0 0,-5-2 0 0,2 0 0 16,-3 2 0-16,1 5 0 0,-1 2 0 0,0 1 0 15,2 1 0-15,0-1 0 0,-1 0 0 0,0 0 0 16,-1 1 0-16,0 4 0 0,-1-3 0 0,1 0 0 0,-1-2 0 16,0 3 0-16,0 1 0 0,1-2 0 15,-2 2 0-15,1 6 0 0,-2 0 0 0,2 1 0 16,0-1 0-16,2 0 0 0,-1 1 0 0,-1 3 0 0,0 0 0 15,3 1 0-15,-2 1 0 0,1-1 144 0,-1 5-144 16,0 5 0-16,-1 4 144 0,-1-1-144 0,0 1 128 16,-2 3-128-16,0 0 128 0,0 3-128 0,-1 2 0 15,-2 2 0-15,1-2 0 0,-2 1 0 0,-1 3 0 0,-1 0 0 16,0 4 0-16,-2-1 0 0,-1 4 0 16,0 2 0-16,-1 2 0 15,-2 4-448-15,-2 2 0 0,-2 6-16 0,1 1-12016 16,-1-2-2416-16</inkml:trace>
  <inkml:trace contextRef="#ctx0" brushRef="#br0" timeOffset="55489.78">12534 10678 911 0,'2'-4'0'0,"-1"2"0"15,1-2 0-15,-2 1 0 0,0 3 816 0,0-3 80 0,1 3 0 0,0-5 16 0,-1 0 816 0,1-1 144 0,1-3 48 0,-2 2 0 0,0-2-160 0,0 3-32 0,0 0 0 0,-2-3 0 0,1 4-384 0,1-4-96 0,-1 3-16 0,-2 0 0 0,1 0-448 0,-1 0-80 0,0 2-32 0,-2-2 0 16,0 2-64-16,-1 0-16 0,-1 2 0 0,-1 2 0 15,-1 0-112-15,1 0-32 0,-2 1 0 0,0 2 0 16,2-1 0-16,0 4-16 0,-1 0 0 0,2 1 0 16,-1 0-112-16,2 2 0 0,0 1-16 0,-2-2 0 15,3 2 16-15,0 2 0 0,1 2 0 0,-1 1 0 16,2-2 80-16,1 4 32 0,2-1 0 0,-2 1 0 16,4 0 176-16,-1-1 32 0,0 2 16 0,2-5 0 15,0 2-112-15,1-4-32 0,0 0 0 0,1-1 0 16,0 0-192-16,1-1-64 0,0-2 0 0,1-1 0 15,1 1-64-15,-1-4 0 0,2 2-16 0,0-4 0 0,-1 2-32 16,2-3 0-16,-1 0 0 0,1-4 0 0,0 4 0 16,-2-5 0-16,2 2 0 0,-2-1 0 0,-1-2-144 0,0-3 128 15,1 2-128-15,-3-2 128 0,1-1-128 0,-1 0 0 16,-1-1 0-16,-1-3 128 0,1 2-128 16,-3-2 0-16,2 2 0 0,-2-3 0 0,-1 2 0 0,-1 0 0 15,1 1 128-15,-3 2-128 0,2-2 0 0,-2 2 0 16,1 1 0-16,-3-1 0 0,0 4 0 0,0-3 0 15,0 4 0-15,-2-1 0 0,-1 1 0 0,1 4 0 16,0-1 0-16,-2-2 0 0,0 4 0 0,-1 0 160 16,0 0-160-16,1 0 160 0,-3 1-160 0,3 2 0 15,-1 0-192-15,0 2 192 0,1-1 0 0,0 2 0 16,2 0 0-16,0 1 0 0,0-1 0 0,1 1 0 0,0 3 0 16,0 1 0-16,2-1 0 0,-1 0 0 0,0 2 0 15,2 1 0-15,-2 0 0 0,1 2 0 0,1-3 0 16,1 2 0-16,2-2 0 0,-1 1 0 0,2-1 0 0,0-2 0 15,2 0 0-15,0-1 0 0,2-2 176 0,2-1-176 16,-3 0 144-16,4-2-144 0,-1-1 128 0,2-1-128 16,0-2 0-16,-1 0 128 0,2 0-128 0,-1-5 0 15,-2 1 0-15,1 1 128 0,-2-1-128 0,1-5 0 16,-1 3 0-16,2-4 128 0,-2-2-128 0,0 2 0 16,-1-5 0-16,0 2 128 0,-1 0-128 0,-3-3 0 15,0 1 0-15,1 2 0 0,-2 0 128 0,0 1-128 16,-2 0 0-16,1 2 0 0,-1-3 0 0,-1 3 0 15,-1 2 0-15,1 0 0 0,-1 0 0 0,-1 1 0 16,0 4 0-16,0-3 0 0,-1 3 0 0,0 2 0 16,0 1 0-16,-2 0 0 0,2 0 0 0,-3 4 0 0,2-2 0 15,-2 4 0-15,2 2 0 0,-2 0 0 16,2 5 0-16,-1-3 0 0,2 6 0 0,1-4 0 0,0 4 0 0,0-1 0 16,3 1 0-16,-2 0 0 0,3 0 0 0,0-2 0 15,2 1 0-15,0-5 0 0,2-1 0 0,0 0 0 16,2-3 0-16,0-2 0 0,1 0 0 0,1-2 0 15,1-2 128-15,0-4-128 0,2 2 0 0,-2-4 0 16,2-2 0-16,0 0 0 0,0-2 0 0,-1-3 0 16,0 1 0-16,-1-2 0 0,-2 2 0 0,-1-3 0 15,-1 3 0-15,-3 1 0 0,-1-2 0 0,-1 2 0 0,-1 1 0 16,0 0 0-16,-2 3 0 0,1 1 0 0,-2 0 0 16,0 3 0-16,1 0 0 0,-1 3 0 0,1 0 0 0,-1 1 0 15,2 1 304-15,-1 4-32 0,0 1 0 16,2-1 0-16,-2 4-144 0,2-2-128 15,-1 2 192-15,1 0-192 0,-1-1 176 0,1 2-176 16,-1 0 160-16,2-1-160 0,-1-3 0 0,-1 2 128 0,2-3-128 16,1 0 0-16,0-2 0 0,1 0 0 0,2-2 0 0,-2 1 0 15,2-2-272-15,1-1-112 0</inkml:trace>
  <inkml:trace contextRef="#ctx0" brushRef="#br1" timeOffset="60751.78">12584 10485 5519 0,'-1'0'496'16,"0"-3"-496"-16,0 2 0 0,1 1 0 0,0 0 368 0,-2 0-32 0,1 0 0 0,-1 0 0 0,-2 1 368 0,0 2 80 0,1-1 16 0,-2 3 0 0,2 4 352 0,1-3 64 15,-1 0 0-15,1 1 16 0,1-1-240 0,-1 0-48 16,1 1-16-16,0 0 0 0,0-1-416 0,-1 0-64 16,1 0-32-16,-1 0 0 0,0 0-32 0,-1 2-16 15,0-2 0-15,1 0 0 0,1-1-16 0,-3 3 0 16,-1 1 0-16,-1 8 0 0,-1 4 352 0,1 1 80 0,-1 0 16 16,1-2 0-16,0 1-64 0,-1-3-16 0,2 2 0 15,0-1 0-15,0-1-144 0,2-2-16 0,0 0-16 16,0-2 0-16,0-2-304 0,1 3-64 0,-1-2-16 15,-1 3 0-15,1 0-160 0,-2 2 128 0,1 2-128 0,-1 0 128 16,3-3-128-16,-2 6 0 0,0-4 0 0,-1 6 0 16,2 1 144-16,-1-1-144 0,-1-1 160 0,1-7-160 15,2-8 288-15,-2 8-32 0,0 11-16 0,1 3 0 16,-4-5-32-16,1-4 0 0,1 3 0 0,-1 0 0 16,0 1 48-16,-1-1 16 0,0 3 0 0,1-2 0 15,1 0 48-15,0 2 0 0,0 3 0 0,2 1 0 16,-1-1-112-16,0 0-16 0,1-1 0 0,-2 1 0 15,1-3-192-15,-1 2 128 0,0 1-128 0,0-5 0 0,-1 1 128 16,0 1-128-16,-1-4 0 0,0 3 144 0,0 3-144 16,-2 3 0-16,0 2 144 0,1 0-144 0,-1 3 0 0,2-3 144 15,0 3-144-15,0 0 0 0,0 3 192 0,3-1-192 16,1-4 192-16,0-2-192 0,0-6 208 0,1-2-64 16,-1-1-16-16,1-2 0 0,-1 2-128 0,0 0 128 15,-1 0-128-15,-1 1 128 0,-1-2-128 16,0 0 0-16,-2 0 0 0,-1-4 128 0,2-1-128 0,-2-1 192 15,1 1-192-15,-1-1 192 0,0-1-192 0,1-1 160 16,-1 0-160-16,2-4 160 0,1 0-160 0,-2-2 0 16,2-1 0-16,0 1 0 0,1 0 0 0,0-2 0 0,1 0 0 15,0-2 0 1,1 0-768-16,1-3-128 0,1 0-16 0,2-5-9472 16,2-2-1904-16</inkml:trace>
  <inkml:trace contextRef="#ctx0" brushRef="#br1" timeOffset="61849.36">12395 10879 4607 0,'-1'-2'400'0,"0"-1"-400"0,1 6 0 0,0-3 0 0,0 2 480 0,-2-2 16 0,1 0 0 0,-1 0 0 0,1 4 1152 0,-1 0 224 0,2-4 48 0,0 0 16 0,0 0-544 0,0 0-112 0,0 0-32 0,0 0 0 16,15 16-464-16,-11-17-80 0,0-2-32 0,-1-1 0 16,1-2-112-16,-2 0-32 0,1-3 0 0,-1 0 0 15,1-1 272-15,-1 0 48 0,0-3 16 0,-1-5 0 16,0-8-128-16,0 9-32 0,2 12 0 0,-1 0 0 15,1-1 192-15,-1-2 16 0,2-1 16 0,0 0 0 16,1-1-688-16,-1-3-240 0,1-2 144 0,2 2-144 16,-2 0 576-16,-3 6 48 0,1 1 0 0,-2 0 0 15,1 0-320-15,2-3-64 0,0-5-16 0,1-4 0 0,0-5 48 16,-1-1 16-16,1 1 0 0,-1 4 0 0,0-2 64 0,-2 5 16 16,0-1 0-16,0 3 0 0,-1 0-64 0,2 2-16 15,-2-4 0-15,1 1 0 0,1 1-144 16,-1-4-16-16,2 2-128 0,0-3 192 0,1-1-192 15,0-2 128-15,-2-3-128 0,2 3 0 16,-1 0 128-16,0 1-128 0,1 1 0 16,0 0 0-16,0-2 160 0,-2 3-160 0,2-2 160 0,-2 11-160 0,-2 3 176 0,1-2-176 15,0-1 192-15,0 1-192 0,2-3 128 0,0-5-128 0,3-8 0 16,2-7 0-16,1-2 0 0,-1-4 0 16,3 1 0-16,-3 4 0 0,1 2 0 0,-2-1 0 0,0-3 0 15,1 4 0-15,-3 9 0 0,0-3 0 0,1 2 0 16,-2 1 0-16,-2 1 0 0,2-2 0 0,-1-3 0 15,1-1 0-15,0-1 0 0,-1-2 0 0,2 2 0 16,-1-1 0-16,0 2 0 0,1-1 0 0,1-2 0 0,1 1 0 16,-1 5 0-16,0-2 0 0,1-3 0 0,1 5 0 15,-1-2 0-15,0 1 0 0,0 0 0 0,2-1 0 16,1-6 128-16,2-1-128 0,0-2 192 0,0 3-192 16,-1 0 0-16,-1 1 0 0,2 1-160 0,-2 2 160 15,0-1 0-15,-1 1 0 0,1 3 0 0,-1-1 0 16,0 1 0-16,1-2 0 0,0-1 0 0,1 2 0 15,-2 3 0-15,1-3 192 0,3 2-32 0,-3-2 0 16,0 4 96-16,-2 3 0 0,-2 0 16 0,1 0 0 16,-1 4-272-16,-1-4 0 0,0 6 128 0,-1-3-128 15,0 1 0-15,-1-1 0 0,1 0 0 0,-1 0 0 0,1-1 0 16,-2 3 0-16,1-2 0 0,-2 1 0 0,1 4 0 0,1-2 0 16,-2 1 0-16,1 2 0 0,-2 1 0 0,0 1 0 15,0 0 0-15,1 2 0 0,-1 0 0 0,-1-2 0 16,0 2 0-16,0 0 0 0,0 1 0 0,-1 1 0 15,1 1 0-15,0 0 0 0,0-1 0 0,0 2 0 16,0 1 0-16,0 1 0 16,0-3-960-16,-2 3-112 0,2 0-16 0,0 0 0 15,0 0-1264-15,0 0-256 0</inkml:trace>
  <inkml:trace contextRef="#ctx0" brushRef="#br1" timeOffset="66351.11">12536 10722 2751 0,'-1'0'256'0,"0"-2"-256"0,-1 2 0 0,1 0 0 15,1 0 896-15,-1 0 128 0,-3 0 16 0,-1 0 16 0,-1 0 528 0,0 0 96 0,-1 2 32 0,-1 1 0 0,3-3 16 0,-1 1 0 16,2 2 0-16,1-3 0 0,-1 0-208 0,3 2-48 15,-1-2 0-15,1 0 0 0,2 0-384 0,-1 1-96 16,3 2-16-16,-1-3 0 0,1 2-272 0,2-2-64 16,0 4-16-16,0-3 0 0,1 2-64 0,0-1-16 15,1 2 0-15,1-2 0 0,-1 0 16 0,2 0 0 0,1-2 0 16,2 2 0-16,1-2-160 0,1 0-16 16,1-2-16-16,3 2 0 0,0-2-16 0,1 0 0 0,-1 2 0 15,-1 0 0-15,5 0-32 0,-6 0 0 0,-2 0 0 0,3 0 0 16,0 4-96-16,1-4-32 0,1 2 0 15,-2-2 0-15,2 0-16 0,-1 0-16 0,1 0 0 16,1-2 0-16,2-2-32 0,3-1 0 0,1-1 0 16,2 1 0-16,0-3 0 0,1-2 0 15,-1 1 0-15,1 2 0 0,-2-2-128 0,-1 1 192 0,-3 4-192 0,0 0 192 16,-3 0-192-16,1 2 160 0,-2-2-160 0,1 4 160 16,-1 0-160-16,-1 0 128 0,0 0-128 0,-4 0 128 15,0 0-128-15,0 0 0 0,-2 0 0 0,0 0 128 16,-1 0-128-16,-1 0 0 0,-1 0 0 0,0 0 0 15,-3 0 0-15,0 0 0 0,-1 0 0 0,-3 0 0 0,1 0 0 16,-1 1 0-16,0 2 0 0,-2 0 0 16,0 2-528-16,-2 0-144 0,1 0-32 0,0 3-16768 15</inkml:trace>
  <inkml:trace contextRef="#ctx0" brushRef="#br1" timeOffset="67389.72">12683 9975 3967 0,'2'0'128'0,"-2"-2"48"0,0 2 0 0,0 0 16 0,0 0 864 0,0 0 160 0,1-4 48 15,-1 2 16-15,1-1 320 0,-1 0 64 0,1-1 16 0,-1 1 0 0,-1 2 32 0,1-1 0 0,0-2 0 0,-1 4 0 0,1-2-112 0,-1-1-32 0,1 2 0 0,0-2 0 0,0 3-272 0,0-2-48 0,0 1-16 0,1-2 0 16,-1 3-272-16,1-2-64 0,0 0-16 0,0 0 0 16,2 1-288-16,-2 1-48 0,3 0-16 0,0 0 0 15,-2 0-128-15,2 0-16 0,1 1-16 0,1 1 0 16,0 0-32-16,0 3 0 0,0-2 0 0,1 1 0 15,0 1-80-15,-1 1 0 0,2-1-16 0,-1 1 0 16,-1-1-96-16,2 1-16 0,-1 1 0 0,1-2 0 16,-2 1 0-16,0 2 0 0,1-1 0 0,1 2 0 15,0 0-128-15,0 1 160 0,0 2-160 0,2 1 160 0,-1-2-160 16,0 4 192-16,-1-2-192 0,1 2 192 0,0 1-192 16,-1-1 128-16,1 1-128 0,0-2 128 0,-2 1-128 15,-1-2 0-15,2 3 0 0,-1 0 0 0,0-1 0 0,1-1 0 16,-2 1 0-16,-1-3 0 0,1 2 0 0,-1-2 0 15,0 0 128-15,-1 1-128 0,1-1 0 0,-2 0 0 16,0 2 0-16,1-2 0 0,-2 1 0 0,1-1 0 16,-1 1 0-16,-1-4 0 0,1 4 0 0,-1-3 0 15,1 3 0-15,-2 2 0 0,1-5 0 0,1 2 0 16,-2 1 128-16,1-1-128 0,-1 2 0 0,0-2 0 0,-1 0 0 16,1-2 0-16,-2 3 128 0,1-3-128 0,0-2 0 0,-1 2 128 15,0 0-128-15,0-4 160 16,1 3-160-16,-1-2 160 0,1 2-160 0,0-3 160 0,0 2-160 15,-2 0 160-15,2-2-160 0,-2 2 128 0,2-2-128 0,-1 0 128 16,1 0-128-16,-1-2 0 0,1 1 0 0,0-1 128 16,0-1-128-16,-1 0 0 0,1 1 0 0,1-2 0 15,-1 2 0-15,1-4 0 0,0 2 0 0,0-2 0 16,1 0 0-16,0-2 0 0,1 2-128 0,1-4-18816 16</inkml:trace>
  <inkml:trace contextRef="#ctx0" brushRef="#br1" timeOffset="70072.73">13234 10229 5519 0,'-2'0'496'0,"1"0"-496"0,1 0 0 0,0 0 0 0,0 0 576 0,0 0 32 0,-1 2 0 0,0-2 0 0,-1 2 1376 0,2 0 288 0,-1-2 48 0,1 0 16 0,0 0-176 0,0 0-48 0,0 0 0 0,0 0 0 0,0 0-256 0,6-26-48 0,-4 20-16 0,0 0 0 0,-1-3-544 0,2 0-112 0,-1 2-32 0,1-3 0 0,0 2-320 0,0-2-64 16,1 1-16-16,-1-1 0 0,2 0-288 0,0 0-64 15,0-2-16-15,0 2 0 0,1-2-128 0,-1 2-16 16,1-1-16-16,-1 3 0 0,0-2-176 0,0 2 128 0,0 1-128 15,0 4 128-15,-1-1-128 0,-2 2 0 0,1-1 0 0,-1 3 0 16,1 3 0-16,-2-1 0 0,0 3 0 0,0 0 0 16,2 2 0-16,-1 2 0 0,1 1 0 0,-1 2 0 15,1-2 0-15,1 3 0 0,-2-4 0 0,0 4 0 16,0-1 0-16,-1-3 0 0,0 1 0 0,-1 0 0 16,-1-2 0-16,-2 0 0 0,1 0 0 0,-2-4 0 15,2 2 0-15,-3-3 0 0,1 0 0 0,-1-3 0 16,1 0 0-16,0 0 0 0,0-2 0 0,0-1 0 15,2 0 0-15,-1-1 192 0,2 0-192 0,1-2 192 16,0 4-192-16,0-6 0 0,2 3-192 0,1-1 192 16,2-1 0-16,1 1 0 0,0-1 0 0,0 1 0 15,1 0 0-15,0 0 0 0,0-2 0 0,2 0 0 16,-2-2 0-16,2 0 0 0,1-1 0 0,-1 1 0 0,-2 3 0 16,2-6 0-16,1 1 0 0,-2-4 0 0,2 0 0 15,-1-3 0-15,0 1 0 0,-2-2 0 0,0-1 0 0,1 1 0 16,-2-2 0-16,-1-3 0 0,0 0 0 0,-3 0 0 15,1 0 0-15,-2 0 0 0,-1 1 0 0,0 0 0 16,-1 1 0-16,0 1 0 0,-1 3 0 16,0 6 0-16,-1 1 0 0,1 2 0 0,-1 3 0 15,0 5 0-15,0 2 0 0,-2 2 0 0,2 5 0 16,-2 3 0-16,0 2 0 0,0 4 0 0,1 0 0 0,-1 6 0 16,1 1 0-16,2 3 0 0,-1 2 0 0,2 0 0 15,1 3 0-15,0-2 0 0,1-1 0 0,1-2 0 16,0 1 0-16,2-1 0 0,1 0 0 0,0-1 0 0,0 0 0 15,0-7 0-15,1 0 0 0,0-1 0 0,1-3 0 16,2-5 0-16,0 0 0 0,-2-3 0 0,2-2 0 16,-2-4 0-16,2 0 192 0,-2-6-64 0,1 0 0 15,-1-2 0-15,1-4 32 0,0-1 0 0,0-1 0 0,-1-2 0 16,0-1-160-16,0-2 0 0,-2 0 0 0,0 3 128 16,-3 4-128-16,2-3 0 0,-2 4 0 0,-1 0 0 15,2 3 0-15,-2 2 0 0,-1 4 0 0,1 0 0 16,-1 6 0-16,0 0 0 0,0 4 0 0,0 0 0 15,0 4 0-15,0 1 0 0,0-1 0 0,0 0 0 16,2-2 0-16,0 3 0 0,-1-1 0 0,3 1 0 16,-1-3 0-16,1 2 0 0,1-5 0 0,2 2 0 15,-1-6 0-15,0 0 0 0,0 0 0 0,0-3 0 16,1-2 0-16,0-2 0 0,-1 1 0 0,-1-4 128 16,1 1-128-16,-2 0 0 0,0-4 144 0,-1 1-144 0,0-4 128 15,-2 1-128-15,-1-3 128 0,-1 1-128 0,-2 2 0 16,-2-1 0-16,0 0 0 0,-2 0 0 0,0 3 0 15,-2 2 0-15,0-2 0 0,1 4 0 0,-2 1 0 0,1 4 0 16,0-2 0-16,0 6 0 0,1-2 0 0,1 4 0 16,1-2 0-16,2 4 0 0,3-1 0 0,-1 0 0 15,5 0 0-15,2 0 0 0,5 1 0 0,2-4 0 16,3 0 0-16,3-3 0 0,1-3 0 0,0 3 0 16,0-6 0-16,1 2 0 0,-1-1 0 0,-2 0 0 15,2 1 0-15,-1 0 0 0,-2 0 0 0,0 4 0 16,-1 0 0-16,-4 4 0 0,-1 2 0 0,-3 4 0 0,0 0 0 15,-4 5 0-15,-1 1 0 0,-2 0 0 0,0-1 0 0,-3 1 0 16,-2 7 0-16,0 2 0 0,-1 3 0 16,1-3 0-16,1 1 0 0,1-1 0 0,0 0 0 0,1-3 0 15,1 0 0-15,1-6 0 0,-2 0 0 0,2-3 0 16,2-1 0-16,-2-6 0 0,1 0 0 0,-1-2 128 16,0-4-128-16,0-2 128 0,0-2-128 0,1-2 128 15,-1-3-128-15,1-2 0 0,0-1 0 0,1-3 0 16,-1-1 0-16,-1-3 0 0,2-1 0 0,-2-2 0 15,2 0 0-15,-2-1 0 0,0 1 0 0,0-6 0 16,0-3 0-16,1-4 0 0,1 3 0 0,1 4-128 16,1-1 128-16,-1 4 0 0,3 3 0 0,1 2 0 15,1 2 0-15,1 2 0 0,1 3 0 0,-2 5 128 16,1 2-128-16,-1 2 0 0,-1 4 0 0,-1 0-128 16,2 6 128-16,-2 0 0 0,-1 0 0 0,0 4 128 0,0-1-128 15,0 2 0-15,-2 0 0 0,1 2 0 0,0 0 0 16,-2 0 0-16,1-4 0 0,-2 4 0 0,1-1 0 15,0-2 0-15,-1 0 0 0,0-1 0 0,0-2 0 16,2-1 0-16,-2 0 0 0,3 1 0 0,-1-4 0 0,2 0 0 16,0-1 0-16,1-2 0 0,1 0 0 0,1-2 0 15,2-2 0-15,0-2 0 0,1 0 0 0,0 0 0 16,2-4 0-16,-1 1 0 0,2-1 0 16,-1 0 0-16,0-2 0 0,-2-1 0 0,-1 1 0 0,-2-1 0 15,1 0 0-15,-3 1 0 0,-1-2 0 0,-2-1 0 16,-1 2 0-16,-1-2 0 0,-1 1 0 0,-1-1 144 15,0 2-144-15,-2 0 0 0,0 2 0 0,-1 1 0 16,0 3 0-16,1 1 0 0,-2 1 160 0,-2 4-160 16,2 1 128-16,2 1-128 0,-1 4 144 0,2 5-144 0,-1 2 160 15,2 0-160-15,0 6 128 0,2 0-128 0,0 3 0 0,2-1 0 16,0 0 160-16,2-2-160 0,0 1 160 16,1-3-160-16,1-1 272 0,0-1-32 0,2-2-16 0,0-3 0 15,1 0 0-15,-1-5 0 0,1 0 0 0,0-2 0 16,2-4-80-16,1-2-16 0,-2 0 0 0,1-2 0 15,0 0-128-15,2-3 0 0,-2 2 0 0,-2 1-19600 16</inkml:trace>
  <inkml:trace contextRef="#ctx0" brushRef="#br1" timeOffset="70873.83">14782 9792 20271 0,'-4'-2'1792'0,"2"-1"-1424"0,0 2-368 0,1-1 0 0,0 1 944 0,0-2 112 0,-2-3 32 0,-3-6 0 0,1-2 1488 0,0-2 304 0,1 1 64 0,3-4 16 0,0 3-1280 0,2 3-256 0,2-2-48 0,-2-1-16 15,1 0-720-15,2 3-128 0,0-1-48 0,-1 2 0 16,2 0-208-16,0 2-64 0,1-1 0 0,2 4 0 16,1-3-192-16,-2 5 0 0,3-3 128 0,-1 6-128 15,-1-2 0-15,1 4 0 0,1 0 0 0,0 1 0 16,0 4 0-16,-2 2 0 0,1 2 0 0,-3 1 0 16,1 3 0-16,-2 0 0 0,0 5 0 0,0-2 0 15,-2 1 0-15,-1 0 0 0,1 1 0 0,-3-1 0 16,0-3 0-16,0-2 0 0,0-2 0 0,-2-2 0 0,2-4 0 0,0 0 0 15,0-2 0-15,0-4 0 0,0 1 0 16,2-4 0-16,-1-3 0 0,1 0 0 0,2-2 176 0,-1 0-16 16,2-3 0-16,-2 1 0 0,2-1-160 0,1-5 0 15,-1 2 0-15,2 0 0 0,-1 0 0 16,1-3 0-16,-1 6 0 0,2-3 0 0,2 1 0 0,-1 1 0 16,1 2 0-16,0 2 0 0,0 5 128 0,-1 4-128 15,-1 1 0-15,0 4 128 0,-2-1 0 0,-1 6 0 16,0-2 0-16,-3 6 0 0,2 2-128 0,-3 1 192 15,1 2-192-15,-1 0 192 0,-1 0-192 0,0-2 0 16,0-1 0-16,1-3 128 0,0-1-128 0,1-2 0 16,-1-3 0-16,1-2 0 0,2-2 0 0,0-2 0 15,1-3 128-15,0-3-128 0,2-1 0 0,0-2 0 16,2-4 0-16,0 1 0 0,-1-1 0 0,1-3 0 16,0-2 128-16,-1 2-128 0,0 1 0 0,-2-1 0 0,1-3 0 0,-2 2 0 15,0 2 0-15,-1 3 0 0,-2 2 0 0,1 2 0 16,-1 2 0-16,-2 4 128 0,0 2-128 0,-1 3 0 15,0 6 240-15,-3 1-48 0,1 5 0 0,-1 2 0 16,1-1 96-16,2 3 16 0,1 2 0 0,0 2 0 16,4 2-96-16,1-4-16 0,3-1 0 0,4-4 0 15,4-4-192-15,2-3 128 0,6-5-128 0,2-4 0 16,1-4 0-16,4-7-128 0,3-3-16 0,-3 2-20608 16</inkml:trace>
  <inkml:trace contextRef="#ctx0" brushRef="#br1" timeOffset="76806">12659 11712 8287 0,'0'-7'736'0,"0"4"-592"0,0-2-144 0,0 4 0 0,1 1 848 0,-1-4 144 0,0-5 32 0,1-1 0 0,0-2 1120 0,1 0 224 0,-2 2 64 0,0 3 0 0,1 4-768 0,-1 0-128 0,0 3-48 0,0 3 0 16,0-2-256-16,0 4-48 0,1 0-16 0,-1 4 0 15,0-1-512-15,-1 3-96 0,1 4-32 0,-1 1 0 16,-1 3-176-16,1 3-32 0,-1 0-16 0,-2 1 0 16,1 1-128-16,0 0-32 0,-2-1 0 0,-1 3 0 15,1 3 16-15,-3-3 0 0,0 2 0 0,0-1 0 16,2-4 48-16,-1 3 16 0,-1-2 0 0,1 5 0 15,0-3 0-15,1-2 0 0,0 1 0 0,1 1 0 0,0-1-96 16,0 1-128-16,2-4 176 0,-1 0-176 16,1-2 0-16,0-1 0 0,0 2 0 0,0-5 0 0,0 2 0 15,1-4 0-15,0 1 0 0,1-2 0 0,0 0 0 0,-2-5 0 16,2 2 0-16,-1-2 0 0,0-2 0 0,0-1 0 16,1-4 0-16,-1 2 0 0,0-3 0 15,1-4 0-15,-2 1 0 0,1 0 0 0,-1-2 0 0,0-3 0 16,-1 2 0-16,0 0-144 15,1-4-400-15,-1 1-80 0,0 2-16 0,0-4 0 16,2 3 64-16,-2-1 16 0,2 0 0 0,-1 0 0 0,1-1 304 16,-1 3 64-16,1-4 16 0,1 3 0 0,-2-2 176 0,1 2 0 15,-1-1 0-15,1 2 0 0,-1 1 0 0,2-3 0 0,-1 3 0 0,0 1 0 16,1 0 0-16,1 4 0 0,0-2 0 16,0 1 0-16,0 0 400 0,0 2 16 0,0 4 0 0,0-1 0 15,0 0 448-15,1 1 96 0,-1-4 0 0,0 0 16 16,5 21-448-16,-2-11-80 0,-1 0-32 0,1-2 0 15,0 2-96-15,1 3-32 0,0-3 0 0,-1 2 0 16,1-2-96-16,0 2-32 0,1 2 0 0,-1 1 0 16,-1-3 80-16,1 2 16 0,-2 0 0 0,2-1 0 15,-1 0-16-15,-1 0 0 0,-1 3 0 0,1-1 0 16,-1-2-80-16,0 1-16 0,2-2 0 0,-2 1 0 16,1-1-16-16,1 0-128 0,-1-3 192 0,1 1-64 15,0-4-128-15,0-2 0 0,-1-2 0 0,2-2 0 16,-1 2 0-16,0-2 0 0,0-2 128 0,-1 0-128 15,2-2 0-15,-2-1 0 0,1 1 0 0,-1 1 0 0,2-3 128 16,-2-1-128-16,2-2 0 0,1-3 128 0,-1 5-128 16,1-3 0-16,1-2 144 0,0-1-144 0,0 1 0 0,1 0 144 15,1-1-144-15,0 2 0 0,1-4 144 0,1 2-144 16,-1-2 0-16,0 1 144 0,1 2-144 0,-3-1 0 16,2 1 144-16,-3 2-144 15,0 2 0-15,-1 1 128 0,-1 4-128 0,-2-1 0 16,2 2 0-16,-3 4 0 0,-1-2 0 0,-1 4 0 0,1-1-176 0,-1 4-96 15,-3 1-32-15,3 5-18592 0</inkml:trace>
  <inkml:trace contextRef="#ctx0" brushRef="#br1" timeOffset="81750.2">13084 9546 8287 0,'-3'0'736'0,"2"3"-592"0,0-3-144 0,1 0 0 0,0 0 320 0,0 0 16 0,0 1 16 0,-1 2 0 0,0-1 1072 0,1-1 224 0,0 2 32 0,0-3 16 0,0 0-96 0,0 0-32 16,0 0 0-16,0 0 0 0,0 0-400 0,0 0-80 15,0 0 0-15,0 0-16 0,0 0-208 0,0 0-32 16,0 0-16-16,0 0 0 0,0 0-144 0,9-19-32 15,-7 15 0-15,0-4 0 0,2-8-80 0,2-4-32 16,3-5 0-16,1-6 0 0,1-1-80 0,1-2 0 0,0-1-16 0,0 3 0 16,0 0 16-1,-1 1 0-15,0-4 0 0,-1 3 0 0,0 0-16 0,0 1 0 16,1-1 0-16,0-3 0 0,3-5-48 0,-2 2-16 0,3-3 0 16,0-1 0-16,0 4-112 0,-2-3-32 0,1 4 0 15,-3 5 0-15,0 1-224 0,-2 5 144 0,-1 4-144 0,0 0 128 16,-2-1-128-16,0 5 0 0,-2 4 0 0,0-1 0 15,-2 5 0-15,-1 4 0 0,-2 0 0 0,2 4 0 16,-1 0 0-16,-1 2 0 0,0 0 0 0,0 0 0 16,-1 0-208-16,1 2 16 0,1 0 16 0,-2 0 0 15,0-2-208-15,1 0-32 16,1 0-16-16,0 0 0 0,0 0 176 0,0 0 16 0,0 0 16 0,0 0 0 16,0 0 96-16,0 0 128 0,0 0-208 0,0 0 80 0,0 0 128 15,0 0-192-15,0 0 192 0,0 0-192 0,-20 14 192 16,15-5-208-16,0-3 80 0,-1 4 128 0,-1 0-176 0,-1 2 176 15,0-3-128-15,-1 1 128 16,0 2 0-16,1-2 0 0,0-3 0 0,0 4 0 0,-1 1 0 16,0 0 0-16,2-1 0 0,-2 3 0 0,1-2 0 0,-1 0 0 15,2 4 0-15,-2-3 0 0,0 0 0 0,2 2 0 16,1-2 0-16,-2-3 0 0,2 2 0 0,0-5 128 16,1 2-128-16,0-2 0 0,1 0 0 0,2-2 0 15,-2-1 0-15,2 1 0 0,0-3 0 0,1 0 128 16,0-2-128-16,2 3 0 0,-1-3 160 0,1-3-32 15,2 1-128-15,-1 0 192 0,2 0 0 16,1-4 0-16,0 0 0 0,0-2 0 0,1 2 48 0,0-4 0 16,2 1 0-16,0-3 0 0,0 0-32 0,0-2 0 15,0 2 0-15,-1-3 0 0,2 4-80 0,0-2 0 0,-1 1-128 0,1-3 192 16,0 2-64-16,-1-2 0 0,1 1-128 0,0-4 192 16,0 2-64-16,0-4-128 0,0 2 176 15,-2 1-176-15,1 2 208 0,-1 2-64 0,-1 0-16 0,0 2 0 16,-1 4 0-16,0-2-128 0,1 5 192 0,-2-2-64 15,-1 5-128-15,0-2 0 0,1 1 0 16,-1 1 0-16,0 1 0 0,1 0 0 0,0 0 0 0,-2 0 0 16,2 1 0-16,0 1 0 0,-2 1 0 0,0-2 0 15,1 3 128-15,-1 1 0 0,1-1 0 0,-1-1 0 16,0 2-128-16,-1 0 0 0,-1 1 0 0,1 3 0 16,-1-3 176-16,-1 3 0 0,0 1 0 0,1 0 0 15,-2-2-48-15,1 3 0 0,-1 1 0 0,0-1 0 16,1 0-128-16,0 1 0 0,1 2 0 0,-1-1 0 15,1 2 0-15,0-1 240 0,-2 1-48 16,1-2 0-16,0 2-192 0,0-3 128 0,0 1-128 16,-2-1 0-16,2-2 128 0,-2 0-128 0,2 0 0 0,0-1 144 0,0-3-144 15,1-3 0-15,0 1 0 0,0-1 0 0,0-1 0 0,1-1 0 16,0-1 0-16,2-1-12528 16,2-4-2576-16</inkml:trace>
  <inkml:trace contextRef="#ctx0" brushRef="#br1" timeOffset="84960.69">6850 12749 21183 0,'-9'-1'1888'0,"2"1"-1504"0,2-3-384 15,2 3 0-15,0-3 320 0,1 3 0 0,-2-3 0 0,-2 1 0 0,-4-2 128 0,-2 0 32 0,1 1 0 0,1-2 0 0,2-1 800 0,2 2 176 0,2 0 16 0,3 4 16 0,1 0-880 0,3 1-176 0,2 4-48 0,1 1 0 16,2 4-176-16,2 0-32 0,-2-1-16 0,2 5 0 15,1 0 368-15,0 2 80 0,0 3 16 0,-2-5 0 16,-1 0-256-16,2-2-48 0,0-1-16 0,0 0 0 16,1 0-112-16,-2-5-32 0,-1 0 0 0,0-2 0 15,-1-3 32-15,-1-1 16 0,1-1 0 0,-2-1 0 16,-2-2 48-16,1-2 16 0,-3-3 0 0,0-1 0 0,1 3-32 16,-4-6-16-16,1 3 0 0,-1-2 0 0,-2 0 16 15,0-1 0-15,-2 1 0 0,0-2 0 0,-1 3-240 0,-1 1 0 16,2 3 0-16,-2-4 0 0,1 1 0 0,-2 2 0 15,2 0 0-15,0 0 0 0,2 6 496 0,-2-2 48 16,2 4 16-16,2 0 0 0,0 1-368 0,2 2-64 16,0 3 0-16,1-2-128 0,1 0 144 0,0 2-144 15,3 4 0-15,2 4 144 0,2 3-144 0,0-1 0 16,2 2 0-16,-1-3 0 0,1-1 0 0,0-6 0 16,-2 2 0-16,1-4 0 0,1-2 0 0,-2-2 0 0,1-2 0 15,-1-2 0-15,-1 0 0 0,0-2 0 0,-2 0 0 16,0-2 0-16,-1-3-128 0,-3-1-64 15,-1 0-16-15,-1 1 0 0,-3 0 336 0,1 2 80 0,-1-2 16 16,-1 0 0-16,-4-2-224 0,-1-1 0 0,0 1 0 16,-1-1 0-16,0 1 128 0,1 4-128 0,0-2 0 15,1 3 0-15,-1 2 144 0,1 1-144 0,0-1 128 16,1 4-128-16,1 4 128 0,1-1-128 0,3 1 0 0,0 5 128 16,2-2-128-16,2 4 0 0,0 3 144 0,3 1-144 15,1 5 0-15,1-4 0 0,0 2 0 0,1 1 0 16,0-1 0-16,0 0 0 0,1-4 0 0,-3-6 0 15,-3 0 0-15,3-1 0 0,0-4 0 0,1 2 0 16,2 0 0-16,-1-2 0 0,-1-3 0 0,1 0 0 16,-1-6 0-16,0-1 0 0,-1 0 0 0,-1-4 0 15,0 0 0-15,-1-2 0 0,-1-2 0 0,1 2 0 0,-3-2 0 16,0 1-128-16,-3-2 0 0,1 4 0 0,-2-3 128 0,-1 3 176 16,-1-2-48-16,0 4 0 0,-1 4-128 15,-2 0 0-15,1 0 0 0,0 2 0 0,0 2 0 16,1 2 0-16,-2 0 0 0,2 2 0 0,-1 2 0 0,2-2 0 15,3 2 0-15,-2 2 0 0,1 2 0 0,3 0 0 16,-1 2 128-16,4 0-128 0,0 2 0 0,2 1 0 16,1 2 0-16,0-2 0 0,2 2 0 0,2-1 128 15,-1-2-128-15,1 0 0 0,1 1 0 0,-1-6 0 16,-1-1 128-16,1 0-128 0,1 1 0 0,1-1 0 16,0-2 0-16,-1-2 0 0,0-2 0 0,-3-4 0 0,0 2 0 0,-1-2 0 15,0-2 0-15,-2-3 0 0,-1 2 0 16,0-2 0-16,-3-1 0 0,-1 0 0 0,-2-2 0 0,1 3 0 15,-2-1 0-15,0 2 0 0,-3 0 0 0,-1-1 0 16,0-4 0-16,-2 2 0 0,0 1 0 0,0 3 0 16,1-3 0-16,1 4 0 0,-1-1 0 0,0 5 0 15,2 2 0-15,0-2 0 0,0 0 0 0,2 0 0 16,2 2 0-16,-1 0 0 0,2 0 0 0,-1 0 0 16,2 2 0-16,0 2 0 0,-1 2 0 0,2 3 0 15,3 1 0-15,-1 2 0 0,2-1 0 0,1 4 0 16,1 1 0-16,2 0 0 0,-1 3 0 0,2-3 0 15,-1 0 0-15,2-1 128 0,0 1-128 0,0-4 0 16,-1 1 0-16,-1-7 0 0,0 1 0 0,-1-3 0 16,2 1 0-16,-2-5 0 0,2-3 128 0,-3 0-128 15,0-6 0-15,-1 2 0 0,-1-2 0 0,0 0 0 0,-3 2 0 16,0-3 0-16,-1-2 0 0,-1-1 0 16,-2-2 0-16,1 2 0 0,-3 0 128 0,0 1-128 0,-1 0 0 0,-2 1 0 15,2-2 0-15,-1 2 0 0,-3 0 0 0,0 2 0 16,0-1 0-16,0 2 0 0,0 2 0 0,0-2 0 15,1 3 0-15,-3 0 0 0,3 3 192 0,1-2 0 16,1 4 0-16,0 0 0 0,3 0-192 0,-1 4 0 16,1-2 0-16,0 3 0 0,2 0 0 0,0 1 0 15,1 2 0-15,1 0 0 0,0-1 0 0,1 2 0 16,2 0 0-16,-1-1 0 0,2 1 0 0,0 3 0 16,1-3 0-16,0 1 0 0,0 3 0 0,1-3 0 15,-1-2 0-15,0 0 0 0,0 2 0 0,0-2 192 16,1-2 0-16,-2 1 0 0,0-1-192 0,0-3 192 0,0 0-192 15,-2-2 192-15,2 2 48 0,-1-3 16 0,-1 0 0 0,0 0 0 32,1 0-544-32,-1 0-96 0,2-3-32 0,-1 3-19296 0</inkml:trace>
  <inkml:trace contextRef="#ctx0" brushRef="#br1" timeOffset="86446.82">5766 11487 5519 0,'-6'-3'496'0,"0"-1"-496"0,2 2 0 0,1 2 0 0,1-3 320 0,-3 0-16 0,-6-3-16 0,-6-4 0 0,-4-5 528 0,-2 1 96 0,5-2 32 0,-1 4 0 0,3-4 80 0,3 1 32 0,0 1 0 0,3 2 0 0,2 2-112 0,1 1-32 0,4 3 0 0,-1 0 0 0,3 2 16 0,-2-2 0 0,2 5 0 0,0-2 0 0,1 3 64 0,0 3 16 16,0-2 0-16,0 2 0 0,0 3 16 0,1 0 0 15,2 0 0-15,-2 4 0 0,1 0-384 0,2 2-64 16,1 2 0-16,0 1-16 16,1-3-80-16,3 2-16 0,3 7 0 0,2-2 0 0,1 2-32 15,-1-1-16-15,0-1 0 0,0-2 0 0,-1 0-192 0,2 0-32 16,1 1-16-16,-1-1 0 0,1 2-176 0,1 2 160 16,2 1-160-16,2 0 160 0,-1 1-160 0,2 3 192 15,0 0-192-15,2 1 192 0,2 3-192 0,0 0 192 16,-2 3-192-16,2-2 192 0,2-1-192 0,-1 0 192 0,0 1-192 15,1 0 192-15,2 1-64 0,2 3-128 16,0-1 192-16,4 5-64 0,5-1 176 0,2 3 16 0,4-3 16 16,-1 5 0-16,-1 2-336 0,-3-3 0 0,-2 1 0 15,-1-2 0-15,-3-3 0 0,-3 1 0 0,-3-7 0 0,-3-1 0 16,0 0-288-16,-1-3-80 0,-1 1-16 0,0-1 0 16,-3 1 784-16,1-1 160 0,1 0 16 0,-1 1 16 15,4 3-384-15,-1 4-80 0,2 5 0 0,-1 2-128 16,-1-2 128-16,1-2-128 0,3 5 0 0,-1-2 0 15,1 5 336-15,-3 0-32 0,0 0-16 0,1-3 0 16,-1-3-448-16,0 0-96 0,-1-3 0 0,5 4-16 16,4 5 272-16,2-4 0 0,2-1 0 0,2-1 0 15,-1 1-144-15,-2-1 144 0,1 0 0 0,-3-4-144 16,-2-1 144-16,-1-1 0 0,-1-3 0 0,0 1 0 16,2-1 0-16,-1-1 0 0,-1-5 0 0,1 3 0 0,0-4 0 15,-1 3 0-15,-1-2 0 0,-1 2 0 0,1 1-192 16,-1 1 32-16,1 5 16 0,-1-5 0 0,-3-2-64 0,-2-1-16 15,-3-1 0-15,2 3 0 0,0-1-144 0,-1 1-16 16,-2-5-16-16,-3 2 0 0,0-3 48 16,-5-4 16-16,1 0 0 0,-2 0 0 0,-1-3 144 0,0 0 16 15,1 0 16-15,0 1 0 0,-1-1-144 0,0 0-16 16,0 0-16-16,0 3 0 16,1-3-176-16,-1 2-48 0,0-1 0 15,-1-1 0-15,0-4-304 0,-2 0-64 0,0-2-16 0,-3-2 0 16,0 0-304-16,-2-4-64 0,1-1-16 0,-2-1 0 15,1-1-16-15,-2 2 0 0,2-3 0 0,-2-3-6848 0</inkml:trace>
  <inkml:trace contextRef="#ctx0" brushRef="#br1" timeOffset="89726.28">12545 10703 3679 0,'-3'-7'320'0,"2"5"-320"0,0-2 0 0,0 2 0 0,-1 0 352 0,1 1 0 0,0 0 0 0,-2-3 0 0,0 2 688 0,-2-7 144 0,0 2 32 0,0-2 0 0,-1 2 288 0,1-2 64 0,0 2 16 0,0 0 0 0,0 1-48 0,0 1-16 0,1 2 0 0,-1-1 0 16,0 1-304-16,-1 2-64 0,0 1-16 0,0 1 0 16,-2 2-544-16,1 1-96 0,-2 2-32 0,-1 0 0 15,2 0-208-15,-2 0-64 0,2 4 0 0,0-1 0 16,-1 1 0-16,2 0 0 0,-1 2 0 0,1-2 0 15,2 2 144-15,2 1 32 0,1-1 0 0,2 2 0 16,1-2 208-16,2 4 64 0,-1-4 0 0,3 2 0 0,1 1-240 16,1-5-32-16,-1 0-16 0,1-2 0 0,2 1-128 15,1-2-32-15,1 0 0 0,-1-1 0 0,1-3-32 0,0 0-16 16,-1-1 0-16,1 0 0 0,0-4 96 0,0 2 16 16,-1-2 0-16,0-1 0 0,0 2 0 0,-1-1 0 15,-2-2 0-15,2-2 0 0,-2 1-32 0,0 0 0 16,1-1 0-16,-2-3 0 0,1-1-32 0,0 0 0 15,0-2 0-15,-1 0 0 0,0-3-48 0,1-1-16 16,-1 0 0-16,0-3 0 0,-1 2-128 0,-1 2 128 16,-1-1-128-16,0 0 128 0,-1 0-128 0,-2 0 192 15,-1 3-192-15,-1 1 192 0,-2 0-64 0,0-1-128 16,-2 1 192-16,-3 2-64 0,-1-4 16 16,-2 3 0-16,0 1 0 0,-2-3 0 15,-2 2-144-15,0 1 128 0,-1 2-128 0,-1 2 128 16,2 4-128-16,0 2 0 0,1 2 0 0,1 2 0 0,1 2 0 0,1 1 0 0,1 2 0 15,0 1 0-15,1 2 0 0,0 3 0 0,0 2 0 0,0 1 0 16,1 2 0-16,3-2 0 0,0-1 0 0,1 2 0 16,3-1 0-16,-1 2 0 0,3 1 0 0,0-2 0 15,3-2 0-15,0 0 0 0,2 0 0 0,1-1 0 16,2-4 0-16,0 0 0 0,4-2 0 0,-3 0 0 16,0-1 0-16,3-2 0 0,1 2 0 0,-1-3 0 15,3-2 0-15,-1-2 0 0,-1 2 0 0,3-4 128 16,-1 0-128-16,0-4 0 0,-1 2 0 0,-1-2 0 15,0-2 144-15,-2 0-144 0,0-4 160 0,-1 1-160 16,-3-1 192-16,1-2-64 0,-2 0-128 0,-1-2 192 16,0-3-192-16,-2 1 176 0,-1-2-176 0,-2 1 160 0,1 1-160 15,-2-2 0-15,-1 1 0 0,-1 1 0 0,-1 0 0 0,-2 2 0 16,0-3 0-16,-2 1 0 0,1 4 0 16,-2 1 0-16,0-2 0 0,0 2 0 0,-1 4 0 0,0 0 0 15,0 4 0-15,1 0 0 0,-1 3 0 0,-1 3 0 16,1 0 0-16,0 6 0 0,2-1 0 0,-1 1 0 15,2 4 144-15,-1 2-144 0,2-2 0 0,1 3 144 16,1 2-144-16,3 1 0 0,0-3 128 0,1 3-128 16,1-3 0-16,2-1 0 0,0-1 128 0,0-1-128 15,2-2 0-15,-2-1 0 0,4-2 0 0,-2-2 0 16,1-1 0-16,1-2 0 0,1 0 144 0,0-6-144 0,1 3 0 16,1-3 144-16,0-3-144 0,0-1 0 0,1-3 144 15,-3 2-144-15,1-5 0 0,-2 4 0 0,0-5 0 0,-2 2 128 16,-3 3-128-16,-1-3 0 0,1 2 0 15,-4 0 0-15,1 0 0 0,-3-1 0 16,1 3 0-16,-2 0 128 0,0 1-128 0,-1 4 0 0,-1-1 0 16,1 2 0-16,-1-1 0 0,1 3 0 0,-2 0 0 15,1 3 128-15,-1-1-128 0,2 2 176 0,0 2-176 0,1 0 192 16,0 2-192-16,1 0 128 0,1 2-128 0,0 0 128 16,1 1-128-16,2 1 0 0,-2 2 0 0,2-2 128 15,2-2-128-15,-2 3 0 0,1-3 0 16,-1-2 128-16,1-2-128 0,-1 1 0 0,1 0 0 0,1-3 0 15,-1 1 0-15,1-4 0 0,0 1 128 0,-1-2-128 16,3-2 0-16,-2 1 0 0,1-2 0 0,-1 0 0 16,0 0 0-16,0-1 0 0,0 1 0 0,-1 0 0 15,-1-1-1664-15,0 4-272 0</inkml:trace>
  <inkml:trace contextRef="#ctx0" brushRef="#br1" timeOffset="93956.57">16530 9482 3679 0,'0'0'320'0,"0"0"-320"0,0 0 0 0,-1 0 0 0,1 0 864 0,1 0 96 0,-2 0 32 0,0 0 0 0,0 0 576 0,-1 0 112 0,2-1 32 0,0 1 0 0,0 0 336 0,0 0 80 0,0 0 16 0,0 0 0 16,0-20 96-16,2 16 32 0,-2-4 0 0,1 0 0 15,0 2-544-15,-1-4-128 16,1 2 0-16,-1-1-16 0,1-2-560 0,1 0-128 16,-2 1 0-16,1 0-16 0,-1-3-400 0,0 4-80 0,1-4-16 15,0 1 0-15,1 2-128 0,1-2-48 0,1-2 0 16,1 3 0-16,1 1-208 0,0 0 176 0,2 0-176 0,0 4 160 15,1 0-160-15,1 0 0 0,0 2 0 16,0-1 0-16,0 5 0 0,-2 2 0 0,1 5 0 0,-2-1 0 16,1-3 0-16,-3 4 0 0,0 1 0 0,0 2 0 15,-3 4 0-15,1 1 0 0,-1 1 0 16,1 0 0-16,-2-1 0 0,0 1 0 16,0-3 0-16,0 2 0 0,1-2 0 0,0-4 0 0,1 5 0 0,-1-3 0 15,1 0 0-15,-2-2 0 0,1-3 0 0,0 0 0 16,0 1 0-16,1-6 0 0,-1 1 0 0,-1 1 0 15,2-3 0-15,-2-3 0 0,0 0 0 0,2-2 0 16,-2 0 0-16,0-2 0 0,2-1 0 0,-2-2 128 0,1-2-128 16,1-1 0-16,-1 0 0 0,1-2 128 0,-1 1-128 15,1-1 0-15,0-1 0 0,0 0 128 0,1 0-128 16,-1 0 160-16,1 1-160 0,0 2 160 0,2 0-160 16,-1 4 0-16,0 0 0 0,1 0 0 0,-1 5 0 0,0 1 0 15,0 0 0-15,0 3 0 0,0 3 0 0,0 3 0 16,-2 1 144-16,1 5-144 0,1 1 0 0,-3 0 144 15,1 5-144-15,-1-2 0 0,1 0 176 0,-2 0-176 16,0 0 160-16,1 0-160 0,-1-1 0 0,0-1 0 16,0-5 0-16,2 3 0 0,0-5 0 0,1 2 0 15,1-3 0-15,0 0 0 0,3-5 0 0,-2 2 0 0,1-3 0 16,1-4 0-16,1 2 0 0,1-6 0 0,0 0 0 16,1-2 0-16,-1-3 0 0,0 1 0 0,-1 0 0 0,-1-2 0 15,-1-2 0-15,-1 1 0 0,-1-1 0 0,0-3 0 16,0 3 0-16,-3 0 0 0,2 0 0 0,-3 4 0 15,2-1 0-15,-2 4 0 0,0-1 0 0,-1 3 0 16,1 3 0-16,-2 2 0 0,1 2 0 0,-1 2 0 16,1 2 0-16,-3 4 0 0,2 4 0 0,-1 1 0 15,-1 0 0-15,1 5 0 0,0-1 0 0,1 1 0 16,0-2 0-16,0-1 0 0,1-5 0 0,0 3 0 16,0-1 0-16,1 2 0 0,1 0 0 0,1-1 0 15,-1-3 0-15,2 0 0 0,1-4 0 0,2 0 0 16,1-2 0-16,-1-2 0 0,2-1 0 0,0-1 0 15,0-1 0-15,1-1 0 0,1-2 0 0,-1 1 0 16,0 0-1024-16,0-1-240 0</inkml:trace>
  <inkml:trace contextRef="#ctx0" brushRef="#br1" timeOffset="94483.9">17268 9146 3679 0,'-3'-2'320'0,"0"0"-320"0,2 1 0 0,0 1 0 0,0 0 1024 0,1 1 144 0,-2 1 32 0,2-2 0 0,-1 4 1312 0,0 2 272 0,0 1 48 0,-1-1 16 0,4 0-288 0,-1 0-48 0,3 0-16 0,0 0 0 0,3 1-704 0,-1-4-128 0,3 1-48 0,0-1 0 16,3 0-704-16,-3 0-144 0,4-2-16 0,-2 1-16 15,0-2-352-15,0 3-64 0,0-3 0 0,2 0-16 16,-1 0 16-16,0 0 0 0,0 1 0 0,-1 2 0 16,0-3-80-16,-1 2-16 0,-2-1 0 0,1 2 0 15,-2-3 0 1,2 1 0-16,-3-1 0 0,2 0 0 0,-1 0-224 0,-1 0 0 0,2 0 0 0,-2-1 0 15,1 1 0-15,1-4 0 0,-2 4 0 0,-1 0 0 0,0-2 0 16,-1 2 0-16,-2 0 0 0,0 0 0 0,0 0 0 16,-4 0 0-16,2 2 0 0,-2-2 0 0,-2 4 0 15,-1-1 0-15,0 1 0 0,-2 1 0 0,0 1 0 16,-2-2 0-16,0 2 0 0,1 0 0 16,-1 1 0-16,0 0 0 0,1 3 0 0,-1 1 0 15,-1-1 0-15,0-3 0 0,0 2 0 0,0 0 0 0,2-2 0 16,-1 2 0-16,0-3 0 0,0 4 0 0,-1 0 0 15,-2-2 0-15,1 2 0 0,0 0 0 0,1-1 0 0,0 1 0 16,2-4 0-16,0 0 0 0,3 0 0 0,0-2 0 16,4 0 0-16,0-2 0 0,3-1-224 0,3-2-96 15,3 1 0-15,2-4-16944 0</inkml:trace>
  <inkml:trace contextRef="#ctx0" brushRef="#br1" timeOffset="95372.79">17887 9144 2751 0,'0'-3'256'0,"0"0"-256"0,0 1 0 0,-2 1 0 0,2 1 832 0,-1-3 128 0,1 3 32 0,-1 0 0 0,0-2 544 0,-2 0 128 0,0 2 0 0,0-2 16 0,1 2 64 0,-2 0 16 0,3 0 0 0,-2 0 0 0,1 2 48 0,-1 2 16 0,2-1 0 0,0 0 0 15,-2 0-144-15,1 2-16 0,1 1-16 0,-2 0 0 0,2 3-352 16,-2-3-64-16,2 4-16 0,0-2 0 0,1 2-576 16,-1-2-128-16,1 3-32 0,0-1 0 0,1-3-128 0,0 2-32 15,3-5 0-15,-2 4 0 0,3 0 80 0,-1 0 16 16,2-2 0-16,0 1 0 0,2-4-112 15,-1 0-32-15,2 1 0 0,1-2 0 0,0-2-112 0,1 0-32 16,-1 0 0-16,0 0 0 0,2-5 0 0,-1 1 0 16,1 1 0-16,0-4 0 0,-3 1-128 0,1 0 0 15,-1-4 0-15,0 2 0 0,-2 0 0 0,1-1 0 0,-2 0 0 16,0-1 0-16,-1-3 0 0,0-1 0 16,-2 1 0-16,1 0 0 0,-3 0 128 0,1 0 0 15,-2 0 0-15,-2 1 0 0,0-1-128 0,-2 0 0 16,-1 1 0-16,-1-1 0 0,-1 1 0 0,-2-1 160 0,-1 1 16 0,-2 2 0 15,1 0-176-15,-3 2 0 0,-1 1 0 0,-1 4 0 16,1 3 0-16,-2 0 0 0,1 2 0 16,0 4 0-16,5-2 0 0,0 2 128 0,-2 0-128 15,1 4 128-15,1-1-128 0,0 2 0 0,1 1 0 16,1 1 0-16,3 2-368 16,0-3-48-16</inkml:trace>
  <inkml:trace contextRef="#ctx0" brushRef="#br1" timeOffset="96822.9">16737 9758 1839 0,'1'0'160'15,"0"0"-160"-15,0 0 0 0,1 0 0 0,-1 0 640 0,0 0 80 0,4-3 32 0,3 2 0 0,3-1 112 0,5-1 32 0,2-1 0 0,5-2 0 0,1 0-240 0,3-1-32 0,4 0-16 0,2-1 0 0,2-2-160 0,2 0-16 0,4-2-16 0,1-1 0 0,0 3 256 0,0-2 48 16,0 2 16-16,-1-1 0 0,-4 4-64 0,0-3-16 16,2-1 0-16,-3 3 0 0,-3-2-304 0,0 2-64 15,1-2-16-15,-2 1 0 0,-2 2-272 16,-3 0 0-16,-1 1 0 0,-3 3 0 0,-2-2 0 0,-2 1 0 15,-2 0 0-15,-3 4 0 0,-4-4 0 0,-2 4-176 0,2-1 176 0,-1 1-7712 16</inkml:trace>
  <inkml:trace contextRef="#ctx0" brushRef="#br1" timeOffset="100856.17">12928 9078 3615 0,'1'-3'320'0,"1"0"-320"0,-1 0 0 0,-1 3 0 0,1-2 0 15,0 0 0-15,1 0 0 0,0-2 0 0,3-6-128 0,0 2 128 0,1-5 0 0,0 1 0 0,-1 1-128 0,0-2 128 0,0 1 0 0,1-3 0 0,0-1 0 0,-1 2-144 16,2-2 144-16,-2-1 0 0,1 3 0 0,-3-2 0 16,4 4-144-16,-2 0 144 0,1-2 0 0,-1 2 0 15,2-3-128-15,-1 1 128 0,3-2 0 0,0-1 0 16,1 0 0-16,-1-1-128 15,1 1 128-15,1-2 0 32,2-2 0-32,-2 2-128 0,1 0 128 0,-1 2 0 0,1 2 160 0,-3-1-160 0,3-3 0 0,-1 1 0 0,1-2 0 0,0-2 0 15,1-1 0-15,-3 1 0 0,1 1 0 0,-1 1 0 0,-2-1 0 0,0-1 0 16,-1 2 0-16,-1-2 0 0,1 0 0 0,-4 3 0 16,1-1 0-16,-2 2 0 0,1 2 0 0,-1 0 0 0,0 3 0 0,0 1 0 15,1 2 0-15,-1 1 0 0,1 1 0 16,-1 0 0-16,0 2 0 0,2-2 0 0,-1 1 0 15,0 1 0-15,0 1 0 0,1 3 0 0,-2-4 0 0,1 2 0 16,0-2 0-16,0 2 0 0,-1-2 0 0,1 3 0 16,-2 0 0-16,0 0 256 0,-1-1-32 0,0 4 32 15,0 0-256-15,-1 0 0 0,-2 0 0 0,2 4 0 16,-1-4 0-16,-1 3 0 0,3-3 0 0,0 0 0 16,0 0 0-16,-12 16 0 0,9-10 0 0,1-2 0 15,-1 2 0-15,1-3 0 0,-1 2 0 0,2-1 0 16,0 0-128-16,1 0 128 0,0-2 0 0,0 0 0 15,0 0 0-15,1-2 0 0,0 2 0 0,-1-2 0 16,2 0 0-16,-1 0 0 0,0 3-128 0,0-3 128 16,-1 0 0-16,2 1 0 0,-2 1 0 0,0-2 0 0,0 0 0 15,0 0 0-15,0 0 0 0</inkml:trace>
  <inkml:trace contextRef="#ctx0" brushRef="#br1" timeOffset="102957.62">12521 10865 2751 0,'3'-7'256'15,"-2"1"-256"-15,-1 2 0 0,0 4 0 0,1-3 640 0,-1 0 64 0,0-3 32 0,2-3 0 0,-1-2 16 0,-1-1 0 0,0 2 0 0,-1 1 0 0,-1 3-64 0,0 3-16 0,-1 0 0 0,1-1 0 0,-1 4 96 0,1-2 0 16,-1 1 16-16,2 1 0 0,0 0-208 0,0 0-32 16,-1 1-16-16,1-1 0 0,1 0-272 0,-1 0-64 15,1 2-16-15,0-2 0 0,0 2-176 0,-1 0 160 16,1 1-160-16,0 0 160 0,-1 0-160 0,-1 3 0 16,2-2 0-16,-1 2 128 0,0 0 0 0,0 1 0 15,-1 2 0-15,1 1 0 16,0 2-128-16,0 2 160 0,-1 1-160 0,1 1 160 15,-1 2-160-15,-1 1 0 0,1 3 144 0,-1 0-144 0,2 1 0 0,-3 1 0 16,2-1 0-16,-2 5 0 0,-1 7 0 0,-1 3 0 0,0 3 0 16,-2-2 0-16,2 2 0 0,0-1 0 0,0 2-176 15,0-1 176 1,1 1-832-16,-1-1-64 0,-1-4 0 0,1 5-16 16,-1 2 176-16,-2 6 32 0,2-2 16 0,-3-1 0 15,0 0 80-15,-1-6 16 0,0-3 0 0,0-3 0 16,-1-3 80-16,3-1 0 0,0-8 16 0,-1 2 0 0,1-4 256 0,1 1 48 0,-1 0 16 0,2 1 0 15,-1-1 176-15,1 0 0 0,-1 3 0 0,1 1 0 16,-1 2 0-16,1 1-160 0,0-1 160 0,-1 1-160 16,1-5 160-16,1 2 0 0,-1-3-144 0,1-1 144 15,0-4 0-15,1 1 0 0,0-3 0 0,1-4 0 16,1 2 0-16,-1-2 0 0,0-3 0 0,1-1 0 16,0 0 0-16,-1-2 0 0,-1 4 0 0,1 0 0 15,0-1 0-15,-1 1 0 0,0 0 0 0,-1-1 128 0,1 4-128 16,0-3 128-16,0 1-128 0,1-4 128 0,1 3 384 15,0 1 64-15,1 3 0 0,-1-2 16 0,1-2-96 0,-1 3-32 16,2-4 0-16,-2 1 0 0,2-3 32 0,-1-1 0 16,0 0 0-16,1-1 0 0,0-1-160 0,-1-1-16 15,0 1-16-15,0 1 0 0,-1-1-96 0,1-2-16 16,1 2 0-16,-1 0 0 0,1-2-192 0,0 2 176 16,1-2-176-16,-1-1 160 0,1 2 16 15,-2-1 0-15,2 0 0 0,-1 0 0 0,0 1 144 0,1-3 16 16,-1 1 16-16,1 1 0 0,-1-2-96 0,1 0-32 15,-2 1 0-15,2 2 0 0,0-3-224 0,0 0 0 0,0-3 0 16,2 2 0-16,-2 1 0 0,0 1-160 0</inkml:trace>
  <inkml:trace contextRef="#ctx0" brushRef="#br1" timeOffset="103516.48">12012 12597 2751 0,'-1'-2'256'0,"-1"0"-256"16,1-1 0-16,0 1 0 0,0 2 752 0,1 0 96 0,0 0 32 0,-2 0 0 0,1 0 368 0,1 0 80 0,-1 2 16 0,1-2 0 0,0 0-64 0,0 0 0 0,0 0 0 0,0 0 0 0,0 0-512 0,6 22-96 0,-3-17-32 0,2 1 0 0,-2 3 128 0,1-1 32 0,0 0 0 0,-1 2 0 0,0-2-224 0,-2 1-64 15,2 2 0-15,-1 1 0 0,-1 1-48 0,-1-1-16 16,2-2 0-16,-2 0 0 0,0 1 80 0,-2 3 16 16,1-4 0-16,-1 2 0 0,0-2-32 0,0 1 0 15,1-1 0-15,-2 0 0 0,2-2-96 0,1 2-32 16,0-2 0-16,0 0 0 0,0-4-144 0,0 2-48 15,1 0 0-15,-1-2 0 0,1 1-64 16,1-1-128-16,-1-2 176 0,0-2-176 0,2 0 160 0,-2 0-160 16,1 2 128-16,1-4-128 0,0 2 224 0,1-5-32 0,0 2-16 15,0-4 0-15,1-1 80 0,0-2 0 0,-1 0 16 16,1 0 0-16,-1 4-128 0,1-4-16 0,-1 1-128 0,-1-1 192 16,1 4-192-16,-1-6 176 0,-1 0-176 0,1 2 160 15,0 6-160-15,1-2 160 0,0-4-160 0,-1 1 160 16,4-1 32-16,-4 0 0 0,2 2 0 0,-1-1 0 15,1 4 80-15,0-1 32 0,-1 4 0 16,-2-1 0-16,1 6-128 0,-2-3-32 0,0 0 0 0,-1 0 0 16,1 0-144-16,-1 2 0 0,-1 2 0 0,0-2 0 15,0 4 0-15,-2-1 0 0,1 2 0 0,-1-3 0 16,1 0-464-16,-1-1-32 0,1 0 0 0,-2-1-9648 16,2 0-1936-16</inkml:trace>
  <inkml:trace contextRef="#ctx0" brushRef="#br1" timeOffset="104863.79">14809 9749 3007 0,'2'0'0'0,"0"-1"-160"0,-1 1 160 0,-1 0 0 15</inkml:trace>
  <inkml:trace contextRef="#ctx0" brushRef="#br1" timeOffset="105105.56">15227 9616 2975 0,'2'0'0'16</inkml:trace>
  <inkml:trace contextRef="#ctx0" brushRef="#br1" timeOffset="107966.2">12492 10975 3391 0,'-13'44'304'0,"7"-24"-304"0,1 1 0 0,0-5 0 0,3-6 0 16,-1-1 0-16,1 3 0 0,-2 10 0 0,-2 14 0 0,-4 14 0 0,-1 6 128 0,-1 1-128 0,-1 0 0 0,2-1 0 16,-1-4 0-16,1 2 0 0,-2-6 0 0</inkml:trace>
  <inkml:trace contextRef="#ctx0" brushRef="#br1" timeOffset="110076.01">11637 12953 3679 0,'6'-6'320'0,"-3"1"-320"16,-1-1 0-16,0 2 0 0,-1 2-192 0,0 0 64 0,-1-1 128 0,2-3 0 0</inkml:trace>
  <inkml:trace contextRef="#ctx0" brushRef="#br1" timeOffset="110872.75">11705 12771 911 0,'-1'0'0'0,"0"0"0"0,-1 3 0 0,2-3 0 0,-1 0 368 0,0 2-16 16,-1 0 0-16,-2 3 0 0,-1-2-192 0,-1 3-32 15,1-2-128-15,0 2 192 0,0-3-16 0,0 0-16 0,0 1 0 0,0 2 0 16,1 1 512-16,-1-4 96 0,0 2 32 0,0 1 0 16,1-1-32-16,-1 0 0 0,0 1 0 0,0-2 0 15,1 2-576-15,0-2-192 0,2 2 128 0,-2-2-128 16,2-2-784-16,-1 1-224 0,1 1-32 0,-1-2-16 15,-1 2 816-15,2 0 240 0,0-2 0 0,-1 2 0 16,2-2-128-16,-2-2 128 0,2 1 0 0,1 2-144 16,-1-1 144-16,1-2-128 0,0 2 128 0,1 0 0 15,-1-2 128-15,1 3 144 0,2-3 32 0,-1 0 0 0,2 0-304 16,0 0 0-16,-1 0 0 0,1-3 0 0,1 1 0 16,0-2 0-16,0-2-208 0,0 0 208 0,-1 2 0 0,-2-2-144 15,2-1 144-15,-3 1 0 0,2-1 0 0,-3 1-160 16,1-1 160-16,-2 1 0 0,1-2 304 0,-2 1 128 15,0 1 16-15,-1 3 16 0,1-4 224 16,-2 1 32-16,0 2 16 0,2 2 0 0,-2-2-80 16,1-2-16-16,0 2 0 0,1 2 48 0,-1-1 80 15,1 2 0-15,-1 1 16 0,1 0 0 0,0 0 208 0,0 1 32 0,1 2 16 16,0 1 48-16,-1 1-128 0,0 1 0 16,-1 1-16-16,1 2 0 0,1-2-432 0,-1 4-64 0,2-1-32 15,-1 0 0-15,2 3-80 0,2-1-16 0,1 0 0 16,-1-2 0-16,2 3 144 0,0-2 32 15,3 0 0-15,-1-5 0 0,2 0-16 0,2-1 0 0,-1-2 0 16,1-3 0-16,0 0-224 0,0-7-32 0,-1 4-16 16,0-6 0-16,-1-1 96 0,-2 0 16 0,-1 0 0 0,-2-4 0 15,0 0 128-15,-4-1 16 0,-2 1 16 0,-1 2 0 16,-2-4 32-16,-2 4 0 0,-2-3 0 0,-1 1 0 16,0 4 64-16,-3-1 0 0,2 0 16 0,-2 2 0 15,2 1-144-15,-1 3-48 0,1 4 0 0,1-1 0 16,2 5-80-16,-1 2-32 0,3 3 0 0,1 2 0 15,1 3-80-15,1 2-16 0,0 1 0 0,2 0 0 16,1 3-192-16,1 0 128 0,0 1-128 0,2-3 0 0,-1 0 0 16,2-2 128-16,1 1-128 0,0-6 0 0,1 0 0 0,1-1 0 15,1-3 0-15,2-4 0 0,-2-2 0 0,2-2 0 16,1-4 0-16,1 2-17344 16</inkml:trace>
  <inkml:trace contextRef="#ctx0" brushRef="#br1" timeOffset="111364.57">11028 13621 11055 0,'-4'-9'976'0,"3"6"-784"0,-1-1-192 0,1-1 0 0,0 4 0 0,0-3 144 0,1 1-144 0,-2 0 128 0,1-6 1504 0,-3-1 288 0,2-2 64 0,-3 2 16 15,1 0-64-15,-1 4-16 0,2 0 0 0,-2 3 0 16,1 0-256-16,0 3-64 0,1 1-16 0,-1 4 0 16,1-2-624-16,1 4-112 0,1 5-16 0,-1 0-16 15,1 4-560-15,2 0-128 0,2 3 0 0,1-3-128 16,1 0 256-16,1-2-64 0,2 1-16 0,1-5 0 0,1-2 144 16,0-2 48-16,2 1 0 0,1-6 0 0,-1 1-112 0,-1-5 0 15,2-4-16-15,-5 1 0 0,2 0 16 16,-4-6 16-16,0-1 0 0,-2 0 0 0,-1 0 160 15,-2-2 16-15,-4 2 16 0,1 0 0 0,-3 1-208 0,0-1-32 16,-4 0-16-16,2 1 0 0,0 2-80 0,-2 1-128 16,0 1 176-16,1 0-176 0,0 4 176 0,1 0-176 15,-2 4 160-15,2 2-160 0,0 2 0 0,1 2 128 16,0 9-128-16,1 1 0 0,1 6-256 0</inkml:trace>
  <inkml:trace contextRef="#ctx0" brushRef="#br1" timeOffset="113913.66">6979 12884 4303 0,'-5'7'384'0</inkml:trace>
  <inkml:trace contextRef="#ctx0" brushRef="#br1" timeOffset="115473.84">6910 12958 4783 0,'2'-5'0'0,"0"3"0"16,-2 2 0-16,0 0 0 0,0 0 0 0,1-3 0 15,0 0 0-15,0-1 0 0,2-2 0 0,-1-1 0 16,1 1 0-16,-2 0 0 0,0 0 0 0,-1 2 0 16,1-1 0-16,-1 2 0 15,2-1 0-15,-2 0 0 0,1 2 0 0,0-5 0 16,0 4-144-16,1-3 144 0,0-1 0 0,-1 4 0 0,3-4 0 0,-2 1 0 16,2-2 0-16,0 1 0 0,0 1 0 0,-2 3 0 15,2-4 416-15,-2 4 32 0,-1-4 16 0,1 4 16 0,-1-2 448 0,0 1 96 16,0 0 0-16,1 2 32 15,-1-4 144-15,-1 0 16 0,1 2 16 0,-1-6 16 16,0 4-224-16,0 0-64 0,0 2 0 0,0 1 32 0,-1 0-112 16,-2-3-32-16,1-1 0 0,-1 4 16 15,1 0-288-15,-2 6-48 0,1 2-16 0,-1-3 16 16,-1 1-368-16,0-2-160 0,0 4 128 0,-1 1-128 0,1 0 256 16,-1 4-64-16,2 0 0 0,-1-1 16 0,1 4 336 0,1-1 64 15,0 1 16-15,1-1 16 0,0-1 32 0,1 2 0 16,1-1 0-16,1 0 16 0,1-2-240 0,-1-1-32 15,1-2-16-15,2-2 16 0,0-1-96 0,1-1 0 0,1-3-16 16,1 0 16-16,0-3 32 0,-1-1 16 0,1 2 0 16,2-4 0-16,-2-2 32 0,1 0 16 0,-1-1 0 0,-1-1 0 15,2 0-96-15,-3 0-32 0,1-5 0 0,-2 2 0 16,-1 0-112-16,0 1-32 0,-2-1 0 0,0-5 0 16,0 1 48-16,-2 5 16 0,0-1 0 0,-2 1 0 15,1-4 0-15,-3 0 0 0,0 3 0 0,-2 1 0 16,-1 2-48-16,0 0-16 0,0 4 0 0,1 0 0 15,-3 1-144-15,-1 4 192 0,1-2-192 0,-1 3 192 16,0 4-192-16,1 2 128 0,0 0-128 16,0 5 128-16,0 3-128 0,1 2 0 0,-1 3 0 15,3-3 0-15,1 2 0 0,0 2 0 0,1 1 0 0,1 1 0 16,3-3 0-16,1-2 0 0,0 0 0 0,1-1 0 16,2-2 0-16,-1 1 0 0,3-1 0 0,0-2 0 15,-1-2 0-15,1 0 0 0,1-2 144 0,0 1-144 16,3-2 192-16,-3 0-48 0,0-4 0 0,3 2 0 0,-1-4 96 15,1 2 16-15,1-3 0 0,1 0 0 0,-1-3 0 0,0 0 16 16,1-1 0-16,-1-2 0 0,1-3-80 0,-1-1-32 16,-2 2 0-16,1-3 0 0,0-2-160 0,-1-2 160 15,0-1-160-15,-2 0 160 0,0 0-160 0,-1 0 0 16,-1-5 144-16,1 5-144 0,0 0 0 0,-3 4 0 16,-1-2 0-16,1-1 128 0,-2 1-128 0,-2-4 0 15,1 2 128-15,-1 0-128 0,-2 1 0 0,-1 1 0 16,-1 3 0-16,-2 1 128 0,1 3-128 0,-2 2 0 15,1 1 0-15,-1 4 0 0,0 0 0 0,0 3 0 16,-1 0 0-16,-4 5 0 0,0 7 0 0,0 3 0 16,-1 1 0-16,1 1 0 0,3 2 0 0,1 0 0 0,3 3 0 15,-1-3 0-15,2 3 0 0,2-3 0 0,1 0 160 0,0-3-160 16,3 1 0-16,0-4 0 0,3 0 0 16,0-1-160-16,4-3 160 0,0-2 0 0,0-4 0 0,0 0 0 15,-1-2 0-15,1-4 0 0,3 2 0 0,2-4 0 16,0-2 0-16,-1-2 0 0,0 0 0 0,0-4 0 15,0-1 0-15,-1-3 0 0,-1 2 0 0,-2-2 128 16,-1-3-128-16,-1 0 0 0,0-1 0 0,-2 1 0 16,-2-2 0-16,-1 1 0 0,-1 2 0 0,-2 0 128 15,1 0-128-15,-2 0 0 0,-1 1 0 0,0 1 128 16,-1 6-128-16,-3-1 0 0,2 4 0 0,-2 2 0 16,-2 3 0-16,0 3 0 0,-1 4 0 0,-2 2 128 15,0 1-128-15,1 0 0 0,0 5 0 0,0-4 0 16,2 4 0-16,1-2 144 0,2 2-144 0,1-1 0 15,2 0 0-15,0-1 0 0,3-3 0 0,0 0 0 16,2 2 0-16,3-2 0 0,2 2 0 0,1-2 0 16,1 1 0-16,4-1-224 0</inkml:trace>
  <inkml:trace contextRef="#ctx0" brushRef="#br1" timeOffset="117132.65">5933 14145 5519 0,'-4'4'496'0,"2"-2"-496"0,-2 2 0 0,3-4 0 0,0 3 720 0,-2 0 48 0,-1 1 16 0,-3 5 0 0,-3 1 1312 0,0-1 256 0,2 0 48 0,-1-3 16 0,3-2 128 0,-2-1 16 0,3-2 16 0,0-2 0 15,0 1-384-15,1-3-80 0,0 3 0 0,0-4-16 16,0-1-608-16,1-1-112 0,0 0-32 0,1 0 0 15,-1-2-576-15,1-1-112 0,1-1-16 0,1-2-16 16,0 3-400-16,0-4-80 0,1 1-16 0,1-2 0 16,0 2-128-16,0-2 0 0,0 2 0 0,0 0 0 15,0-1 0-15,1 1 0 0,0-1 0 0,0 0 0 0,2 0 0 0,1 1 0 16,-1 2 0-16,2 0 128 0,1-1-128 16,-1 4 0-16,2-3 0 0,-1 4 0 0,2 3 0 0,0 0 0 15,0 0 0-15,0 6 0 0,1-2 0 0,-2 5 0 16,1 3 0-16,-2-1 0 0,1 6 0 15,-2-1 0-15,0 2 0 0,-1 1 0 16,-1 3 0-16,0 1 0 0,-2 1 0 0,0-1 0 0,-1 1 0 0,0-2 0 16,-1 1 0-16,-1-3 0 0,1 1 0 0,-1-3 0 0,1-3 0 15,-1-2 0-15,3-4 0 0,-3 0 0 0,1 0 0 16,-1-6 0-16,0 2 0 0,0-2 0 0,-1-2 128 16,1 0-128-16,0-5 0 0,0-2 128 0,0-1-128 0,0-2 128 15,0-3-128-15,1 1 192 0,-1-2-192 0,1 1 192 16,0 2-192-16,1-3 0 0,-1 1 0 15,0-1 0-15,2 0 0 0,-1 1 0 0,2 1 0 16,0 2 0-16,-1 2 0 0,2 0 0 0,1 1 0 0,-1-1 0 16,3 4 0-16,-2 3 0 0,0 3 0 0,-1 0 0 15,0 3 0-15,0 1 0 0,0 2 128 0,-1 0-128 16,1 4 128-16,-2 3 0 0,2 1 0 0,0 2 0 16,-1 2-128-16,-2-1 0 0,1 0 0 0,-1 1 0 15,1-5 0-15,-1 2 0 0,1-1-192 16,-2-4 192-16,3 0 0 0,-1-2 0 15,0-2 0-15,1 1 0 0,-2-5 0 0,0-1 0 0,2-2 0 16,-1-1 0-16,0-2 0 0,1-2 0 0,0 0 0 0,0-4 0 0,-1-2 0 16,2 0 0-16,-1 1 0 0,0-4 0 0,-1 2 0 15,0-2 0-15,-2 1 0 0,1-1 0 0,0 2 0 0,0-2 0 16,-1 5 0-16,1-2 0 0,-1-1 0 0,0 6 0 16,0-2 0-16,1 5 0 0,-1 2 0 0,0 2 0 15,-1 2 0-15,1 5 0 0,1-1 0 0,-1 0 0 16,0 5 128-16,0 1-128 0,2 1 288 0,-1 2-32 15,1 1 0-15,-1 0 0 0,2 2-96 16,0-2-32-16,-1-2 0 0,1 1 0 0,2-3-128 0,-1 1 0 16,1-6 144-16,-1 2-144 0,3-3 0 0,-2-1 128 15,1-3-128-15,1-2 0 0,-1 0 0 0,2-1 0 0,-1-1 0 16,1-5 0 0,1 1-592-16,-1-2-144 0</inkml:trace>
  <inkml:trace contextRef="#ctx0" brushRef="#br1" timeOffset="117521.99">6582 13779 13823 0,'0'-3'1216'0,"0"0"-960"0,1 1-256 0,-1 2 0 0,0 0 1280 0,2-2 192 0,-1 2 64 0,0-2 0 0,2 4 1536 0,-3 2 304 0,1 2 64 0,-1-6 16 15,-1 20-1600-15,-2-8-320 0,1 1-64 0,-2 2-16 16,-1-2-592-16,-1 6-112 0,0-3-32 0,-2 0 0 16,1 0-320-16,1-1-64 0,-2 1-16 0,3-6 0 15,0 0-176-15,0-2-144 0,0 2 192 0,0-1-192 0,0 1 144 0,2-2-144 16,-1 0 0-16,2-2 144 0,-1 0-144 16,3 0 0-16,-1 1 0 0,2-4 128 0,2 0-128 0,0 0 160 15,1 0-160-15,0 1 160 0,2-4-16 0,0 2 0 16,3-1 0-16,-1 2 0 0,5-1 0 15,-1-2 0-15,1 2 0 0,-1 0 0 0,-1-1-144 0,0 2 192 16,0-1-192-16,-1-2 192 0,-1 1-192 0,-1 2 128 16,0-1-128-16,-1 0 128 0,-1 0-128 0,1 1 160 15,-1-2-160-15,-1 1 160 0,-1 2-160 0,-1 0 0 16,1 1 0-16,-2-2 128 0,1 0-128 0,-2 1 0 16,0-2 0-16,1-2 0 15,-1 1-432-15,1 2-112 0,1-6-32 0,0 3-18272 0</inkml:trace>
  <inkml:trace contextRef="#ctx0" brushRef="#br1" timeOffset="117875.21">6842 13952 15663 0,'-3'-2'688'0,"2"-1"144"0,1 3-656 0,0 0-176 0,0 0 0 0,0 3 0 16,0-1 2464-16,1 0 464 0,2 4 80 0,1 2 32 15,0 2 80-15,3 3 16 0,0-3 0 0,1 2 0 16,1 0-1760-16,3-2-352 0,-1 3-64 0,1-4 0 16,0 0-576-16,2-3-96 0,-2-2-32 0,1 0 0 15,0-4 0-15,0 0-16 0,-1-4 0 0,-2 0 0 16,1-2-32-16,-2-3 0 0,-1 1 0 0,0-2 0 0,-2 0-64 16,-1-2-16-16,0-1 0 0,-4 1 0 0,-2 1-128 0,-2-4 192 15,-2 1-192-15,-1 0 192 16,-2 1-192-16,-2 0 160 0,-3 0-160 0,-1 1 160 0,-3-2-160 0,-1 3 0 15,-1 0 144-15,2 2-144 0,2 3 0 0,-1 2 0 16,4 4 0-16,-2 0 0 0,2 4 0 0,1 2 0 16,2 3 0-16,-1 2 0 0,0 4 0 15,2 1 0-15,-1 0 0 0,3 3 0 16,0 0-336-16,2 4-144 0,3 1-32 0,1 5-19008 0</inkml:trace>
  <inkml:trace contextRef="#ctx0" brushRef="#br1" timeOffset="120490.19">6965 14464 11967 0,'-1'-8'1072'16,"-1"1"-864"-16,1 1-208 0,-1 3 0 0,1-1 864 0,-1-5 128 0,-2-6 32 0,-2-4 0 0,-2-7 1088 0,1 3 208 0,1 7 48 0,2 5 16 15,2 5-608-15,0 5-128 0,2 2-32 0,4 5 0 16,0 3-784-16,2 1-176 0,1 2-16 0,3 4-16 16,1-1-368-16,2 1-80 0,-1 0-16 0,3 0 0 15,3 6 16-15,3-3 0 0,-1 0 0 0,2-2 0 16,3 1 16-16,-3 1 16 0,2 0 0 16,-2-3 0-16,0 2 80 0,2 2 16 0,-2 2 0 0,1 0 0 15,-4 1 32-15,0 1 16 0,-2 1 0 0,-1-3 0 16,-2 1 16-16,-1-1 0 0,0 0 0 0,-2-3 0 0,0-3-208 15,-1 2-32-15,1 2-128 0,0-1 192 0,-1-1-192 16,0-2 0-16,-1 0 0 0,-3-2 0 0,-1-3 0 0,-3-1-128 16,1-4 128-16,-2-2-160 15,-1-2-1824-15,-1-2-352 0,-2 0-80 0,1-2-12048 16</inkml:trace>
  <inkml:trace contextRef="#ctx0" brushRef="#br1" timeOffset="120878.93">7188 14851 11055 0,'-14'0'480'0,"8"0"112"0,-1 0-464 0,2 0-128 0,1 0 0 0,2 0 0 16,-2 0 1040-16,-1 3 192 0,-1-1 48 16,-2 0 0-16,4 1 832 0,1 2 192 0,4 1 16 0,4 1 16 15,1-1-672-15,3 1-128 0,3 2-16 0,1 1-16 16,3 2-416-16,-1-2-64 16,3 2-32-16,0 1 0 0,-5-6-176 0,1 2-48 15,1-2 0-15,1 2 0 0,0-3-224 0,1 0-48 0,-1 0-16 16,0 1 0-16,0-1-80 0,3-3-16 0,-2 4 0 15,0-4 0-15,1 4 16 0,-1-5 0 0,-1 2 0 0,0-2 0 16,-2-1-192-16,-2 2-32 0,-1-6-16 0,0 2 0 16,-1-1-160-16,-1-2 0 0,0-2 0 0,-2 0 128 15,-2-3-128-15,-1 2 0 0,-1-2 0 0,-1-3 128 16,-1-2-128-16,-1-1 0 0,-1-3 0 0,-1-2 128 16,1 4-128-16,-1-3 0 0,-1-6 0 0,1 2 128 15,-2-4-128-15,-1 3 0 0,3-3 0 0,-2 4 0 16,-1-1 0-16,1 4 0 0,2 4 0 0,-2 4 0 0,0 2 240 15,2 6-48-15,1 2 0 0,-2 2 0 0,2 2 128 0,0 4 0 16,0 4 16-16,-1 4 0 0,2 4-336 0,-1 5 0 16,0 3 0-16,0 1 0 0,-1-4 224 0,1 5-32 15,-1 4 0-15,-1 2 0 0,2 5-192 0,-2-2 0 16,2-3 0-16,1 1-19600 16</inkml:trace>
  <inkml:trace contextRef="#ctx0" brushRef="#br1" timeOffset="124375.33">7778 13605 4607 0,'-1'-3'400'0,"-1"3"-400"0,2-2 0 0,0 1 0 0,0 1 464 15,-1 0 16-15,0-3 0 0,0-1 0 0,-3 2 992 0,0-2 192 0,1 2 32 0,-1 1 16 0,0 1-304 0,0-3-64 0,2 3-16 0,0 3 0 0,-1-3 64 0,-1 3 16 16,3 0 0-16,-1-2 0 0,2 1-64 0,-2 2 0 16,1 2 0-16,0 1 0 0,1-1-448 0,0 0-112 15,0 1-16-15,0 2 0 0,0 0-352 0,-1 4-80 16,-1 0-16-16,1-1 0 0,1 2-320 0,-1-3 128 16,0 0-128-16,1 0 0 15,1-5 176 1,1 2-48-16,1-2 0 0,1-4 0 0,1 2 0 0,0-4-128 0,-1 0 192 0,3-3-64 0,0 0 128 0,-1-1 0 0,2-2 16 0,0-4 0 15,0 1 64-15,-2-1 16 0,0 1 0 16,-1 0 0-16,0-1-96 0,-1 0 0 0,-2-1-16 16,-1 4 0-16,1-3-48 0,-4 1-16 0,1 0 0 0,-3-1 0 15,0 3 128-15,-3 1 16 0,2-3 16 0,0 5 0 16,1 1-80-16,-1 0 0 0,-2 0-16 0,0 3 0 16,1-3-48-16,0 6 0 0,-1-3 0 0,1 3 0 15,0 1 32-15,0 1 0 0,0 2 0 0,1 2 0 16,-1-2-224-16,1 2 176 0,0 1-176 0,1 0 160 15,1 2-160-15,2-3 128 0,2 1-128 0,1 0 128 16,0-2-128-16,1-1 0 0,2-1 0 0,0-1 0 16,-1 0 0-16,4-4 0 0,1 1 0 0,-1-2-176 15,2-3 176-15,0 0 0 0,1-3 0 0,-1 0 0 16,0 0 0-16,1-1 0 0,-1 0 0 0,-1-2 0 0,-2 2 0 16,-1-2 0-16,-2 2 0 0,-2-2 0 0,1 3 0 0,-3-4 0 15,0 1 0-15,-1 2 0 0,-2-2 0 0,-1 2 0 16,-1 1 0-16,1 0 0 0,-1 3 224 0,0-1-32 15,-2 2 0-15,0-2 0 0,0 4 32 0,-1 1 0 16,0 4 0-16,-1-1 0 0,1 2-64 0,1 0-16 16,-2 2 0-16,2 1 0 0,2-1-144 0,0 0 0 15,1 0 0-15,3 0 0 0,0 0 0 0,2-1 0 16,3-1 0-16,0 0 0 0,3-2-288 0,2-2-96 16</inkml:trace>
  <inkml:trace contextRef="#ctx0" brushRef="#br1" timeOffset="124922.3">8182 13909 20271 0,'-2'-1'896'0,"1"1"192"0,-1 0-880 0,1 0-208 0,1 0 0 0,0 0 0 0,-1 1 1024 0,1 2 176 0,-1 3 16 0,-1 0 16 0,2 0 1200 0,0 2 256 0,2 0 32 0,0 2 16 0,2-3-1168 0,2 0-224 16,-1-2-64-16,1-2 0 0,3 1-624 0,1-2-128 16,1-4-16-16,1 1-16 0,3-5-160 0,0-1-16 15,0-2-16-15,-1-3 0 0,1 1-32 0,-4 0 0 16,-1 1 0-16,-1 0 0 0,-2 2-64 0,-3 0-16 0,-3 2 0 0,-1 1 0 15,0 1 64-15,-1 1 0 0,-3-1 0 0,-3 2 0 16,0 2-128-16,-3-3 0 0,0 6-128 0,0-1 192 16,0 2-32-16,-1-2-16 0,2 6 0 0,-1 0 0 15,2 0-144-15,0 2 0 0,2 1 0 0,0 1 0 16,2 2 0-16,-1-2 192 0,2-2-192 0,0 2 192 16,2 1-192-16,1-1 0 0,1-2 0 0,4-4-176 15,2 0 176-15,5-2-192 0,1-4 192 0,4 0-20288 16</inkml:trace>
  <inkml:trace contextRef="#ctx0" brushRef="#br1" timeOffset="126139.95">11161 12577 911 0,'5'-16'0'0,"-2"8"0"0,-1-1 0 0,-1 3 0 0,0 2 1728 0,1 3 272 0,-1-4 48 0,1-1 16 0,1-2 400 0,1-4 80 0,-1-1 16 0,1 1 0 0,-2 5-176 0,1 0-16 0,-1 3-16 0,0 0 0 16,0 4-752-16,-1 0-160 0,1 2-32 0,-1 2 0 0,0 5-432 0,0-3-80 0,-1-1-32 0,0 6 0 15,-1 1-352-15,-3 8-80 0,-1 2-16 0,-2 4 0 16,-2 5-160-16,-4 1-16 0,-2 2-16 0,-2 2 0 16,-3 1 96-16,-2-3 32 0,-2-2 0 0,-2-1 0 15,-1 2 16-15,-2-4 0 0,1 2 0 16,2-6 0-16,1 1 16 0,-2 1 0 0,0 2 0 0,0-2 0 16,0-3-192-16,2 1-48 0,1-5 0 0,1-1 0 15,1-5-144-15,-1 2 160 0,3 0-160 0,1 1 160 16,0-3-160-16,1-2 0 0,-1 0 0 0,1-2 128 0,1-2-128 15,3-1 0-15,-1-1 0 0,2 0 0 0,2-5 0 0,3 2 0 16,0-3 0-16,3 0 0 16,3-4-448-16,1 2-80 15,2-2-16-15,1 0 0 0,3-2-1360 16,1 0-272-16,3-3-48 0,1 2-16 0,1-6-512 16,0 3-96-16,2-2-32 0,-1-3 0 0,-1 5 96 15,-1-2 16-15,0 0 0 0,-3 2 0 0,1 1 784 0,-2-1 176 0,-1 0 16 16,-1 0 16-16,-1 4 1168 0,0-2 224 0,-2 1 64 0,0 1 0 0,0 2 544 0,-1 1 112 15,-1-1 32-15,0 2 0 0,-2-1 1424 0,0 2 304 16,-1 1 48-16,-1 1 16 0,-1 4 192 0,0 1 32 0,-2 0 16 16,0 2 0-16,-1 2-480 0,0 1-80 0,-1 2-32 0,1 0 0 15,-1 0-48-15,1 0-16 0,0 2 0 0,2-3 0 16,0 2-336-16,2-2-64 0,0-2 0 0,2 0-16 16,2-2-560-16,1 2-128 0,0-1 0 0,0-2-16 15,2 0-368-15,1-1-64 0,-1-3 0 0,3 2-16 16,0-1-48-16,3-1 0 0,-1 0 0 0,0 0 0 15,3-3 48-15,-1 1 0 0,2 1 0 0,-1-4 0 16,1 2-16-16,-1-1 0 0,1-2 0 16,0 0 0-16,0 0-160 0,-1-3 160 0,-1 2-160 15,1 2 160-15,0-2-160 0,-2-2 0 0,1 2 0 0,0-1 128 16,-1 4-128-16,1-2 0 0,0 1 0 0,-1 2 0 16,1 2-464-1,-2-2-128-15,2 4-32 0,0 2 0 0</inkml:trace>
  <inkml:trace contextRef="#ctx0" brushRef="#br1" timeOffset="126756.04">8618 12954 911 0,'-10'-6'0'0,"3"3"0"0,1-1 0 16,3 1 0-16,0 1 912 0,2 1 112 0,-2 1 0 0,0-3 16 0,-2-1 624 0,-1 1 128 0,-1 0 32 0,4 0 0 0,0 3 128 0,2 0 32 0,0 3 0 0,2 0 0 0,0 4-368 0,3-1-64 0,1 3-16 0,2 1 0 0,3 2 0 0,-2-4 0 15,-1 0 0-15,3 5 0 0,3-1-128 0,4 4-16 16,1 0-16-16,2 3 0 0,2 3-224 0,0-5-64 16,1 2 0-16,-2 2 0 46,1-1-384-46,0-1-64 0,0 5-32 0,1-2 0 0,-1-2-448 0,0 2-160 0,0 1 0 0,0-2 144 0,-1 1-144 0,-2-2 0 0,2 1 0 0,0 1 128 0,2-2-128 0,-1-2 0 16,-1-2 0-16,0-3 0 0,-4-1 0 0,2-2 0 16,-2-4 144-16,2 0-144 0,-2 0 0 0,0-4 0 15,-1 0 0-15,-2 1 0 0,-2-3 0 0,-2 0-128 16,-2 3 0-16,-3-3 0 16,-3 0-2304-16,-1 0-464 0,-2 2-96 0,-1-2-11984 0</inkml:trace>
  <inkml:trace contextRef="#ctx0" brushRef="#br1" timeOffset="127063.45">9033 13586 5759 0,'-2'6'128'0,"0"-3"16"0,1-2 16 0,1 2 0 0,0-3-160 0,0 1 0 0,1 1 0 0,1 1 0 16,0 1 2112-16,2-2 384 0,1 4 64 0,0-2 32 0,2 0 96 0,2-1 32 0,-1 0 0 0,2-1 0 15,1 2-400-15,0-2-80 0,2 0 0 0,0 0-16 16,1-2-816-16,-2 0-144 0,1-2-48 0,-2-2 0 15,1 0-480-15,-1-2-96 0,2 0-32 0,-1-4 0 16,-1 1-160-16,0-3-16 0,-1-2-16 0,0 0 0 16,-1 0-416-16,-3-1 0 0,-1 5 0 0,-3-3 0 15,1-2 128-15,-3 1-128 0,-1-3 0 0,-3 3 128 0,0-1-128 16,-2 4 160-16,-1-4-160 0,-1 6 160 0,0-1-160 0,0 1 0 16,1 0 0-16,-1 4 0 0,2 0 0 0,0 4 0 15,1-1 144-15,1 4-144 0,2-1 0 0,1 6 0 16,2 1 0-16,1 2 128 0,2 4-256 0,2 1-64 15,2 3 0-15,2 2-18112 16</inkml:trace>
  <inkml:trace contextRef="#ctx0" brushRef="#br1" timeOffset="128001.63">9640 14500 5967 0,'0'-7'528'0,"0"1"-528"0,0 1 0 16,0 1 0-16,0 0 0 0,1 2 0 0,-1-2 0 0,2-2 0 0,0-4 0 0,1-2 0 0,-1-3 0 0,2 2 0 0,-2 2 0 0,2-1 0 0,0 2 0 0,-2 1 0 16,1-1 0-16,-2 2 0 0,0 0 0 0,-2 0 0 0,1-1 128 15,-3 2-128-15,0-2 0 0,-1 2 0 0,0-2 0 0,1 1 128 16,0 0-128-16,-1 0 128 16,2 3 1536-16,-1-1 304 0,2 3 64 0,0-4 16 0,1 4 736 15,-1-1 160-15,1 1 16 0,0 1 16 0,0 2-480 16,0 2-112-16,1 2-16 0,-1 5 0 0,0-3-720 0,1 4-160 15,-1 0-16-15,1 2-16 0,-1 2-624 0,2 1-112 16,-1-2-16-16,1 2-16 0,2-1-368 0,0 1-64 16,-1-2 0-16,2 2-16 0,0-5-96 0,2 0-16 15,0-2 0-15,2-1 0 0,-1-1-128 0,1-6 0 0,1 0 144 0,0-3-144 16,0 0 0-16,-2-4 128 16,2 1-128-16,-1-4 0 0,-1 2 128 15,-1-2-128-15,-1-3 160 0,-1 0-160 0,-3 0 128 0,-1-1-128 16,-1 0 0-16,-1-2 144 0,-2 0-144 0,-1 1 0 15,-2 0 0-15,-2-1 128 0,-2 2-128 0,0 2 0 0,1 0 0 0,-4 2 0 16,2 0 128-16,0 4-128 0,-1 1 0 0,-1 4 128 16,1 3 16-16,-1 3 0 0,2 6 0 0,0-1 0 15,0 2-144-15,2 1 128 0,2 4-128 0,1 0 128 16,2-1-128-16,0 1 0 0,3 1 0 0,2-2 0 16,1 0 0-16,3-3 0 0,0 0 0 0,-1 0 0 15,4-1 0-15,-2-5 0 0,4 2 0 0,-3-3 0 16,2-2 0-16,1-2 0 0,1-2 0 0,0-3 0 15,0 0 0-15,2-3 0 0,-2-3 0 0,-1 2 0 16,0-3 0-16,-1-1 0 0,1 0 128 0,-2-2-128 16,-1 4 0-16,-1-4 0 0,-2 2 0 0,-1 0 0 0,-2-1 0 15,-2 2 0-15,-1-1 0 0,-3 1 128 16,2 2-128-16,-3 0 0 0,-1 1 0 0,1 0 0 16,0 2 0-16,0 4 0 0,0-2 0 0,-2 3 0 0,2 4 0 0,-1 0 128 15,2 1-128-15,-2 1 128 0,1 4 16 0,1 0 0 16,2 2 0-16,-1-2 0 0,0 2-144 0,2 1 160 15,0-3-160-15,1 2 160 0,0-3-160 0,2 0 0 16,-1 1 0-16,3-1 128 0,-1-2-128 0,1 0 0 16,2-4 0-16,-2 2 0 0,4-4 144 0,-3-1-144 15,3-1 160-15,0-1-160 0,-1-2 0 0,2-1 0 16,0-1 0-16,1-1 0 0,1-3 0 0,-3 1 0 0,1-1 0 16,-2 0 0-16,-1 2 0 0,-3 0 0 0,1-1 0 15,-2 0 0-15,-1 2 0 0,-2 1 0 0,-1 2 0 0,-1 0 0 16,1 2 0-16,-2 2 0 0,0 0 0 15,0 0 0-15,-1 4 0 0,-1-2 0 0,1 2 0 0,1 2 0 16,0 2 0-16,2 0 0 16,-1-1 0-16,0 3 0 15,3-1 0-15,-1 4 0 0,2-1 0 0,-2-2 144 0,4 2-144 0,-2-3 0 0,2 3 0 16,0-4-13472-16,2 0-2688 0</inkml:trace>
  <inkml:trace contextRef="#ctx0" brushRef="#br1" timeOffset="138288.44">8589 14440 6447 0,'-9'-3'576'0,"2"2"-576"0,3 1 0 0,2-3 0 0,-1 3-416 0,0 0-192 0,-5 0-32 15,-5-3-16-15,-3-2 1296 0,-2 1 272 0,2 0 48 0,3-1 16 0,3 4-128 0,-1-3-16 0,3 2-16 0,-1 2 0 0,3 0-48 0,-1 0 0 16,1 0 0-16,-1 0 0 15,1 2-96-15,0-2-32 0,1 0 0 0,1 2 0 16,2 0-96-16,1-2-32 0,0 0 0 0,1 0 0 0,0 1 0 0,2 2 0 16,2-3 0-16,1 2 0 0,2-2 0 0,0 2 0 15,6 0 0-15,-2-2 0 0,3 2 0 0,-1-2 0 16,1 2 0-16,2-2 0 0,2 0-192 0,2 0-64 16,4-2 0-16,-1 2 0 0,-1-2 112 0,1 2 16 15,-1-4 0-15,0 4 0 0,0-2 16 0,1-2 16 16,-1 2 0-16,-1 0 0 0,0 0 48 0,3-1 16 15,2 2 0-15,1-1 0 0,0-1-128 0,0 2-32 16,2-1 0-16,0-1 0 0,3 2-80 0,2-2-32 0,-2 3 0 16,0 0 0-16,1-3-16 0,1 0 0 0,-1 2 0 0,-2-4 0 15,0 4 0-15,1-2-16 16,2 3 0-16,-3-2 0 0,1 4-48 0,-3-2-128 0,1 3 192 16,-2 1-64-16,3-2 16 0,-1 2 0 0,0 2 0 0,-2-2 0 15,2-2-144-15,0-2 0 0,0 1 0 16,-1-2 0-16,-1 1 0 0,1-2 0 0,0-1 0 15,2 2 0-15,3-2 0 0,-1 1 0 0,-3 1 176 0,2 1-176 16,3 0 144-16,-1 0-144 0,2 0 128 0,0 0-128 16,-1 1 0-16,2-1 0 0,0 0 0 0,0 0 0 15,-3-1 0-15,2 2 0 0,-1-1 0 0,2 2 0 16,1 1 0-16,2-3 0 0,2 4 0 0,0-2 0 16,0-2 0-16,0 4 0 0,-1-4 0 0,1-3 0 0,2 2 0 15,-1-1 0-15,-1 2 0 0,-2-3 0 0,0 3 0 16,1 0 0-16,1 3 0 0,-1-1 0 0,-2 2 128 0,-2-2-128 15,0-2 128-15,0 1-128 0,1 2 144 0,-1-3-144 16,-3 2 160-16,2-2-160 16,0 2 128-16,-4 0-128 0,-1-1 0 0,2 2 144 0,3-1-144 15,1 0 128-15,-1 0-128 0,-4-2 128 0,1 0-128 0,-1 0 128 16,0-4-128-16,0 2 128 0,0-2-128 0,-2-2 0 16,0 3 0-16,-2 0 0 0,0-1 0 15,0 2 0-15,-2-2 144 0,0 1-144 0,1 1 0 0,-1-2 0 16,0 3 0-16,0 1 0 0,-2 0 0 0,-3-2 0 15,-1 2 0-15,-3 0 0 0,1-3 0 0,-5 3 128 16,0-1-128-16,-2 1 0 0,-1 1 0 0,-4 2 0 16,-4-6 0-16,0 2 0 0,-2 1 0 0,-3 0 0 0,-4-3 0 15,-3 1 0-15,-4 1 0 0,-2-2 0 0,0-1 0 0,-4 2 0 32,2-1-432-32,-3 2-48 15,-3-2-16-15,1 0-9408 0,1 1-1872 16</inkml:trace>
  <inkml:trace contextRef="#ctx0" brushRef="#br1" timeOffset="139142.56">8448 14458 911 0,'-5'-6'0'0,"1"3"0"0,2 0 0 0,0 0 0 0,0 1 576 0,2 1 16 0,-1 1 16 0,0-3 0 0,-3 2 528 0,2-4 96 0,-2 1 32 0,0 0 0 0,2 2 144 0,-1-2 16 0,1 2 16 0,1-1 0 15,-1 3-336-15,1 0-64 0,1 0-16 0,-1 0 0 16,0 0-304-16,1 0-64 0,1 3-16 0,-1-1 0 16,2 0-192-16,1 0-64 0,0 2 0 0,2-2 0 15,0 1 112-15,3 0 16 0,2 0 0 0,1-2 0 0,5 2-48 0,0-2 0 16,3 1 0-16,0 1 0 0,4-2 80 15,-1 1 16-15,1-2 0 0,3-2 0 0,3 2-64 0,-1-1-16 16,3-2 0-16,1 0 0 0,0 0-32 0,1 2-16 16,-3-2 0-16,5 0 0 0,1 3-144 0,2-3-32 15,3 3 0-15,1 0 0 0,1 0-112 0,1-2-16 16,-1 0-128-16,3 0 192 0,2 0-192 0,1-2 176 16,1 0-176-16,-2 2 160 0,2 0 0 0,1 2 0 15,3 0 0-15,0 0 0 16,-2 0 96-16,-1-2 0 0,-1-1 16 0,5 2 0 15,3-4-112-15,3 4-32 0,0 1 0 0,0 0 0 0,-2 0-128 0,2-2 0 16,1-1 0-16,-4 2 0 0,-4-2 0 0,4 1 0 16,3 4 0-16,0-2 0 0,-1 4 0 0,-2-1 0 15,-2-1 0-15,-4-2 0 0,-5 0 0 0,0 0 0 0,1 0 0 16,-2 1 0-16,0 2 0 0,-4-1 0 0,-2 2 0 0,2-4 0 16,3 0 0-16,-1 0 0 0,-2-4 0 15,-1 2 0-15,-1-2 0 0,-1 2 0 0,1-2 0 0,-2 1 0 16,1 0 0-16,-2 0 192 0,-1 2-64 0,-2-1 0 15,1-2-128-15,-2 1-144 0,-2 1 144 0,0-2-208 16,0 0 208-16,0 2 0 0,-3-2 0 16,0 1 0-16,-2 3 0 0,-2-3 0 0,-1 6 0 0,-2-3 0 15,-2 0 0-15,-1 0 0 0,-5 1 0 0,1-1 0 16,-3 0 0-16,-1 0 0 0,-4 0 0 0,-3-1 0 16,-2-2 0-16,-5 1 0 0,-1 0 0 0,-4 0-9728 15,1 2-1888-15</inkml:trace>
  <inkml:trace contextRef="#ctx0" brushRef="#br1" timeOffset="139928.91">8511 14436 1839 0,'0'-3'160'0,"0"0"-160"0,0 3 0 0,0-3 0 0,0 3 736 0,-1 0 112 0,1-4 32 0,-1 2 0 0,-1-2 80 0,0-2 32 0,0 0 0 0,0 2 0 0,1 2 32 0,1-2 0 0,0 4 0 0,1-2 0 0,2 2-192 0,-1-3-16 0,3 2-16 0,1 1 0 16,2 0-336-16,2 0-64 0,3 0-16 0,2 0 0 15,0 1 112-15,4-1 16 0,3 0 0 0,2-1 0 0,2 1 96 0,3-3 32 16,3 1 0-16,0 1 0 0,0-3-112 0,3 2-16 16,3-1 0-16,1 2 0 0,-1-2-128 15,2 1-16-15,2 2-16 0,-2 0 0 16,1 2 48-16,-1-2 16 0,2 0 0 0,-4 0 0 15,-3 0-208-15,6 0-32 0,4 0-16 0,4 0 0 0,0 3-32 16,0-2-128-16,2 4 192 0,0-4-64 0,-2 3 0 0,3-4-128 16,4-1 192-16,2-3-64 0,1 2-128 0,3-1 0 15,4 2 0-15,1 1 0 0,2-3 0 0,0 0 0 0,-1-4 0 16,4 2 0-16,2 1 224 0,0-1-32 16,4 1-16-16,-3 0 0 0,-2-1 16 0,0 0 0 0,-1 0 0 15,0 2 0-15,-4 3 48 0,-1-3 16 0,-2 2 0 16,-2 1 0-16,0-3-256 0,-5 1 0 0,1-2 0 15,-1 2 0-15,0 2 144 0,0 0-16 0,-1-1 0 0,-4 1 0 16,0-4-128-16,-3 1 0 0,-1 0 0 0,-2 0 0 16,-1 1 0-16,-7 0 0 0,-2 0 0 15,-4 0 0-15,-1 0 0 0,-5 2 0 0,-4-2 0 0,-3 2 0 16,-4-4 0-16,-5 2 0 0,-3 0 0 0,-4 1 0 16,-3 0 0-16,-2-3 0 0,-3 4 0 15,-4-2 0-15,1 2 0 0,-5 0-176 0,-3-3 48 16,-4 3-12832-16</inkml:trace>
  <inkml:trace contextRef="#ctx0" brushRef="#br1" timeOffset="140605.94">8707 14452 2751 0,'-3'-3'256'0,"2"1"-256"0,1 1 0 0,0 1 0 0,1 0 448 0,-1 0 32 0,1-3 16 0,1 0 0 0,0-1 288 0,2 1 64 0,3 0 16 0,3-2 0 0,1 3-224 0,3 0-32 0,2-2-16 0,1 2 0 0,3 2-80 15,3-3 0-15,5 3-16 0,1 0 0 0,3 0 16 0,3 0 16 16,2 0 0-16,5 3 0 0,4-3-96 0,3 2-32 16,-2-2 0-16,5-2 0 0,4 2-64 15,2-4-16-15,4 4 0 0,-1-2 0 0,-2 4 64 16,0-4 0-16,2 0 0 0,3 0 0 0,4-2 0 15,0-2 16-15,-2 4 0 0,0-1 0 0,7 3 176 0,-1 0 48 16,-3 0 0-16,-1-1 0 0,-2-2-368 0,3 0-64 16,4 3 0-16,3 0-16 0,0 1-16 0,0-2 0 15,-3-3 0-15,-3 2 0 0,-1-1 16 0,-1 2 0 16,-1 1 0-16,1 0 0 0,-1-3-176 0,-2-3 192 16,-3 0-192-16,-5 2 192 0,-2 1-32 0,-1-2 0 0,-2 1 0 15,-3 4 0-15,-3-4-160 0,-4 4 0 0,-2-2 0 0,-6-1 0 16,-1 2 0-16,-3-1 0 0,-2 0 0 15,-5 2 0-15,1 0 0 0,-5 2 0 0,0 0 0 16,-3-2-176-16,-4 4 176 0,0-2 0 0,-5-2 0 0,-1 1 0 16,-2 2 0-16,-3-3 0 0,-1 2 0 0,-2-2 0 31,-1 0-528-31,-3 0-32 0</inkml:trace>
  <inkml:trace contextRef="#ctx0" brushRef="#br1" timeOffset="141851.97">8876 14482 3375 0,'-4'-4'304'0,"1"1"-304"0,-1 2 0 0,1-1 0 0,2 2 0 0,0 0 0 0,-2 0 0 0,1 0 0 16,-2 0 0-16,-1-3 0 0,-2 2 0 0,-1 1 0 0,2-2 0 0,-1 0 0 0,-1 0 0 0,0 2 0 0,-1-4 0 0,-1 2 0 15,2-2 0-15,-1 1 0 0,1 0 0 0,2 3 0 0,0-3 0 0,1 0 0 16,1 0 0-16,2 2 144 0,0-2-144 0,0 0 0 15,2 3 144-15,0-3-144 0,3 3 480 0,0 0 32 16,2 0 0-16,3 0 0 0,2 3-384 0,2-2-128 16,2 1 0-16,4 2 144 0,3 2-144 0,-8-3-256 0,-2-2 64 0,1 1 16 15,5 2 176-15,9 1 0 0,10 1 0 16,10-1-128-16,5 0 128 0,4-4 144 0,7 2-16 16,5-6 0-16,6 2-128 0,5-4 192 0,1 0-192 0,0-1 192 15,0-3-192-15,-6 0 0 0,-5-1 0 16,-6-1 0-16,-3 1 0 0,-3 0 0 0,-2 4 0 0,1-1 0 15,-1 4-192-15,-2 0 192 0,-1 2-192 0,-5-1 192 16,-3 2-160-16,-6 2 160 0,-4-2-160 0,-2 4 160 16,0 2 0-16,-4 0-160 0,-4 1 160 0,-2 0-128 15</inkml:trace>
  <inkml:trace contextRef="#ctx0" brushRef="#br1" timeOffset="144483.64">9656 14269 3263 0,'0'-3'0'0,"0"2"128"0,0 1-128 0,-1 0 192 0,1 0-192 0,0 0 0 0,0-2 0 0,-1 2 0 16,0-3 336-16,-1 0 48 0,1 0 0 0,1 3 32 0,0 0-64 0,0 0-16 0,0 0 0 0,0 0 32 0,0 0-128 0,0 0-32 0,0 0 0 0,0 0 48 0,0 0-256 0,0 0 176 15,0 0-176-15,0 0 192 0,0 0-192 0,0 0 160 16,5 21-160-16,-6-21 192 0,0 4-192 0,1-4 0 16,0 2 0-16,0-2 0 0,0 2 0 0,0-2 0 15,0 2 128-15,0-2-128 0,-2 0 0 0,4 0 0 16,-2 0 0-16,0 0 0 0,0 0 0 0,0 0 128 15,0 0-128-15,0 0 176 0,0 0-176 0,0 0 0 16,0 0 0-16,0 0 0 0,0 0-128 0,0 0 128 16,0 0-128-16,0 0 128 0,0 0 0 0,0 0 0 0,0 0 176 0,0 0-32 15,0 0-144-15,0 0 0 0,0 0 144 16,0 0-144-16,0 0 320 0,0 0-48 0,0 0 0 0,0 0 0 16,0 0-80-16,0 0 0 0,0 0-16 0,0 0 0 15,0 0-48-15,0 0 0 0,0 0 0 0,0 0 0 16,0 0-128-16,0 0 0 0,0 0 0 15,0 0 0-15,0 0 240 0,0 0 16 0,0 0 0 0,0 0 0 16,0 0-256-16,0 0 128 0,0 0-128 0,2 19 0 16,0-13 0-16,1 0 0 0,-2 1 0 0,4 2 0 15,3 3 0-15</inkml:trace>
  <inkml:trace contextRef="#ctx0" brushRef="#br1" timeOffset="154741.62">18332 12334 3967 0,'-3'1'352'0,"2"-1"-352"0,0 2 0 0,1-2 0 0,0 0 0 0,-1 0 0 0,1 0 368 0,0 0 32 0,-2 2 16 0,2 0 0 16,-1 1 112-16,1-3 32 0,0 0 0 0,0 0 0 15,0 0-160-15,0 0-16 0,0 0-16 0,0 0 0 16,0 0 64-16,0 0 16 0,0 0 0 0,0 0 0 16,0 0 192-16,0 0 64 0,0 0 0 0,0 0 0 15,0 0 48-15,0 0 16 0,0 0 0 0,8-19 0 0,-8 19-80 0,1-2-32 16,0 0 0-16,0 0 0 0,1-1-336 0,-1 2-64 16,3-4 0-16,-2 1-16 0,2 1-112 0,-1-3 0 15,1-1-128-15,0 1 192 0,1 0-192 0,0-1 0 16,-2 0 0-16,2 1 0 0,-1 1 0 0,0 0 0 15,0 0 0-15,-1-1 0 0,1 2 0 0,-2-3 224 16,3 2-64-16,-1-1-16 0,0 0 48 0,-1 2 0 16,1-2 0-16,-1 2 16 0,-1 0 0 0,2-2 0 15,1 0 0-15,-1 0 0 0,2-3-80 0,-3 2-128 16,4 1 176-16,-4-1-176 0,2 1 144 0,0 0-144 0,0 0 0 16,-1 0 144-16,0 2-144 0,-1-2 0 0,1 0 0 15,0-1 0-15,-1 1 0 0,1 0 0 0,1 0 0 0,0-2 0 16,0 2 0-16,0-4 0 15,1 2 0-15,0-1 0 0,-1 2 0 0,1-3 0 0,2 1 0 16,-2 0 0-16,0 2 0 0,2-3 0 0,-2 2 0 0,1 0 0 16,-1-1 0-16,1 1 0 0,-1 0 0 0,0 2 0 15,0 0 0-15,0-3 0 0,-1 3 0 0,0 1 0 16,1-1 0-16,-1 0 0 0,0 0 0 0,0-1 0 16,1 1 0-16,-1-2 0 0,2 1 0 0,-1 0 0 15,0 1 0-15,-1-3 0 0,2 2 0 0,1-2 0 16,-1 2 0-16,-1-2 0 0,2 2 0 0,-2-2 0 15,0 3 0-15,0-4 0 0,0 4 0 0,1-4 0 16,0 4 0-16,-1-4 0 0,2 1 0 0,-3 0 0 16,1 2 0-16,-1-2 0 0,1 2 0 0,-1-2 0 0,1 2 0 15,0-4 0-15,0 3 0 0,1-2 0 0,0 2 0 16,-1-2 0-16,0 0 0 0,2-1 0 0,-2 3 0 0,1 0 0 16,0 0 0-16,-3 2 0 0,3 0 0 15,-2 0 160-15,1 0-160 0,-1-1 160 0,1 1-160 16,0 0 0-16,0-1 0 0,-1 0 0 0,1-1 0 15,1 0 0-15,-1 2 0 0,0 0 0 0,0-3 0 0,0 2 192 16,3 1-32-16,-3-3 0 0,0 3-160 0,1-3 0 16,-1 4-160-16,0-1 160 0,0 0 0 0,0 0 192 15,-1 1-16-15,0 0 0 0,1 2-176 0,-2 0 160 16,1-2-160-16,-1 1 160 0,1 0 32 0,0-1 0 16,0 2 0-16,-1-1 0 0,3-2-48 0,-2 2 0 0,1-2 0 15,0 1 0-15,0 0-16 0,2-1-128 16,-1 0 192-16,0-1-64 0,1-1-128 0,-1 2 0 15,1-1 0-15,-1 0 0 0,1 1 128 0,-2 0-128 0,0-1 0 16,1 1 128-16,-1-1-128 0,1 1 192 0,-1-3-192 0,1 3 192 16,-1-2 48-16,2 2 16 0,-2-2 0 0,0 1 0 15,0 1-112-15,1 0-16 0,0-1 0 0,0 0 0 16,2-1-128-16,-1 0 128 0,-1 0-128 0,0 2 128 16,0-1-128-16,0 1 0 0,-1 0 144 0,0 0-144 15,1 2 0-15,-1-3 0 0,-1 2 0 0,1-1 128 16,-1 2-128-16,1-2 144 0,-1 2-144 0,1-2 160 15,-1 2 0-15,1-1 0 0,-1 1 0 0,1-2 0 16,1 2-32-16,-1-2-128 0,1 0 192 0,-1 0-64 16,2-2-128-16,-2 4 128 0,-1-3-128 0,2 0 128 15,1 1-128-15,0-3 0 0,1 2 0 0,-2 1 128 0,2-3-128 16,-1 3 0-16,-1 2 0 0,-1-2 0 0,0 2 0 16,-1 2 0-16,1-2 0 0,-2 1 0 0,1 2 0 0,-1 0 0 15,1 0 0-15,-2-2 0 0,2 2 0 0,0 1 0 16,2-2 128-16,-1-2-128 0,0 1 0 0,0 0 128 15,0 0-128-15,2-1 0 0,-1 1 0 0,-1 0 0 16,2 0 0-16,-1 0 0 0,-1 1 0 16,2 0 0-16,-2 0 0 0,0 2 0 0,-1-3 0 0,1 2 0 15,-1 1 0-15,1-2 0 0,1 2 0 0,-1-3 0 16,1 2 0-16,-1-1 128 0,0 0-128 0,2 0 0 16,-1-2 0-16,2-1 0 0,1 1 0 15,-1-2 0-15,0 3 0 0,1-4 0 0,-1 4 0 0,0-4 0 0,-1 3 0 16,0 0 0-16,-1 0 0 0,1 2 0 15,-4 0 0-15,3 0 0 0,-2 2 0 0,1-3 0 0,0 2 0 16,-1-1 0-16,1 2 0 0,2-3 0 0,-2 2 0 0,0-1 0 16,1-2 0-16,-1 1 0 0,2 0 0 0,-1-1 0 15,0 1 0-15,0 1 0 0,0 1 128 16,0 1-128-16,-1-3 0 0,-1 3 0 0,1 0 144 0,-1 0-144 16,0 0 128-16,0 0-128 0,0 0 160 0,0-2-160 15,0 2 256-15,-1 0-64 0,3-1 0 0,-1 1 0 16,1-3-16-16,-1 1-16 0,2 0 0 15,-2 0 0-15,0 2-32 0,2-3 0 0,-2 2 0 16,1 1 0-16,-1 0 0 0,-1 0-128 0,2 0 192 0,-3 0-64 16,0 4 64-16,0-2 16 0,0 0 0 0,-1 0 0 15,1 1 32-15,0-3 0 0,-1 3 0 0,2-3 0 0,0 0-16 16,2 0 0-16,-1 0 0 0,0 0 0 16,1 0-224-16,-2-2 144 0,1 2-144 0,1-1 128 0,-2 1-128 0,0 0 0 15,-1-3 144-15,1 3-144 0,-1 0 144 0,0 0-144 16,0 3 192-16,-1-3-192 15,1 1 192-15,-2 1-64 0,2 1 0 0,1-3-128 0,-1 0 208 16,1 1-64-16,0-1-16 0,-2 0 0 0,2 2-128 16,-1-2 192-16,2 0-192 0,-2 0 192 0,1 0-192 0,0 0 0 15,-1 0 0-15,-1 0 128 0,1 3-128 0,0-3 0 16,-1 0 0-16,1 1 128 0,-1 2-128 0,0-3 0 16,1 1 0-16,0 1 128 0,-1-2-128 0,1 0 0 15,0 3 144-15,0-3-144 0,-1 0 0 0,1 1 0 16,1-1 0-16,0 3 128 0,0-3-128 0,0 2 0 0,-2-2 0 15,2 1 0-15,-1 2 0 0,1-1 0 0,-1-1 0 0,-1 2 0 16,1-1 0-16,1-2 0 0,0 4 0 16,0-4 0-16,1 4 0 0,-1-4 0 0,3 2 0 0,-1 0 0 15,0 0 0-15,1 0 0 0,-1-2 0 0,1 0 0 16,-1 0 0-16,1 2 0 0,-1-2 0 0,-1 2 0 16,0-2 0-16,0 3 0 15,1-2 0-15,0 1 0 0,-1 1 0 0,0 1 0 0,1-3 0 16,-1 4 0-16,-1-2 0 0,1 0 0 0,-1 1 0 15,1-2 0-15,0-1 0 0,0 2 0 0,-1-1 0 0,3 2 0 16,-2-3 0-16,0 2 0 0,2 0 0 0,-2 0 0 16,1-1 0-16,-1 2 0 0,1 0 0 0,-1 1 0 15,0-2 0-15,0 4 0 0,0-4 0 0,2 4 0 16,-2-1 0-16,0 0 0 0,0 0 0 0,-1 0 0 16,1 0 0-16,-1 1 0 0,2 0 0 0,-3-1 0 0,1 0 0 0,-1 2 0 15,1-2 0-15,-2 0 0 0,0 0 0 16,1-1 0-16,0 1 0 0,-1 2 0 0,2-2 0 0,0-2 0 15,-1 2 0-15,1-1 0 0,0 2 0 0,0 0 0 16,1-1 0-16,0 0 0 0,-1 1 0 0,1 2 0 16,-1-3 0-16,-1 2 0 0,1 0 0 0,0-2 0 15,0 3 0-15,-1-1 0 0,0-2 0 16,0 0 0-16,2 3 0 0,1 0 0 0,-1 1 0 0,0-1 0 16,0 1 0-16,0-4 0 0,0 0 0 0,-1 2 0 15,0-2 0-15,0 0 0 0,-1-2 0 0,1 1 0 16,-1-2 0-16,1 4 0 0,0-4 0 0,-1 1 0 15,1 1 0-15,-1-1 0 0,1 2 0 0,0 0 0 0,1 0 0 16,0 0 0-16,-1 1 0 0,2-1 0 0,-3 1 0 0,1 2 0 16,0-3 0-16,-1 0 0 0,1 2 0 0,0-2 0 15,-1 0 0-15,1 0 0 0,0 0 0 0,-2 1 0 16,1-1 0-16,0 0 0 0,2 0 0 0,-1 1 0 16,1 2 0-16,1 1 0 0,-2-4 0 0,2 0 0 15,-2 2 0-15,-1-2 0 0,3 0 0 0,-2 0 0 16,1 3 0-16,-1-3 0 0,1 2 0 0,0-2 0 15,0 2 0-15,-1 0 0 0,0 1 0 0,1-2 0 16,-1 2 0-16,-1 1 0 0,1-2 0 0,0 2 0 16,0 0 0-16,0-1 0 0,0 0 0 0,0 1 0 15,0-1 0-15,0 1 0 0,1-3 0 0,-1 2 0 16,1-3 0-16,0 3 0 0,-1-2 0 0,1 2 0 16,2 1 0-16,-2-3 0 0,1 2 0 0,-1 1 0 15,-1-2 0-15,3 2 0 0,-3-3 0 0,0 0 0 0,1 2 0 16,-2-3 0-16,0 2 0 0,1 0 0 0,-1 1 0 15,0-3 0-15,1 1 0 0,-1 2 0 0,0-2 0 16,1 2 0-16,0-2 0 0,0 2 128 0,0 0-128 16,0-3 0-16,0-1 0 0,0 1 0 0,0 3 0 0,0-3 0 15,1 0 0-15,-1 0 0 0,0 0 0 0,0 0 0 16,1 2 0-16,-1 1 0 0,0-3 0 0,-1 0 0 16,1 1 0-16,-2 2 128 0,1-2-128 0,0 2 0 15,0-3 0-15,-2 0 0 0,1-2 0 0,0 2 0 0,1 0 0 16,1 2 0-16,0-2 0 0,0 3 0 15,0-1 128-15,0 0-128 0,0-2 128 0,0 3-128 0,-1-3 160 0,1 1-160 16,0 2 224-16,0 1-48 0,2-3-16 0,-1 2 0 16,-1 1 0-16,1-2 0 0,-1 2 0 0,0-1 0 15,0-3-160-15,0 2 0 0,0-2 0 0,-2 0 0 16,0 0 0-16,0 2 0 0,0-2 0 0,-1 0 0 16,1 0 0-16,-1-1 0 0,1 2 0 15,1 0 128-15,-2-1-128 0,2-2 0 0,-1 2 144 0,1 0-144 16,0 0 0-16,1 0 0 0,-2 2 0 0,2-2 128 15,0 0-128-15,-1-1 0 0,0 1 0 0,1 2 0 16,-2-2 0-16,1 0 0 0,0 0 0 0,0 0 128 16,-1 2-128-16,1 0 0 0,0-1 0 0,-2 0 0 15,1-1 0-15,-1 3 128 0,2-3-128 0,-2 0 0 16,2 0 0-16,0 1 0 0,-1-4 0 0,1 3 0 16,0-2 0-16,0 2 144 0,-1-3-144 0,1 3 0 15,0-2 128-15,-1 2-128 0,1 0 0 0,1 0 0 0,0 0 0 16,-1 1 0-16,1 0 0 0,0 2 0 0,0-3 128 0,-2 0-128 15,2 0 0-15,0-2 0 0,0 2 192 0,-1-2-192 16,0-2 192-16,-2 2-192 0,2 2 0 0,1-2 0 16,-2 2 0-16,1 0 0 0,0 1 0 0,-2-1 0 15,1-3 0-15,0 1-192 16,0 1 192-16,-1-4 0 0,2 4 0 0,0-1 0 0,0-2 0 0,-1 0 0 16,1 1 0-16,-2 0 0 0,1 1 0 0,1-2 128 15,-1 1-128-15,2 0 0 0,-1 0 144 0,0-2-144 16,-1 1 0-16,1 1 144 0,-1-2-144 0,-1 2 0 0,3-2 0 15,-1 1 0-15,-1 1 0 0,1-3 128 16,0 1-128-16,0-1 0 0,-1 2 128 0,1-2-128 0,0 0 0 16,-1 0 128-16,2 0-128 0,-1 0 0 0,0 0 0 0,-1 0 0 15,1 0 0-15,0 0 0 0,0 0 0 0,-1-2 0 16,1 1 0-16,-2-2 0 0,3 1 128 0,-1 1-128 16,1 1 0-16,-1 0 0 0,1 1 0 0,-2-1 0 15,2-1 0-15,0-3 0 0,0 1 0 0,1 1 0 16,1 1 0-16,-2-2 0 0,1 1 0 15,0 1 0-15,-1-2 0 0,0 1 0 0,1 0 0 0,0-1 0 16,0 0 0-16,-1 3 0 0,0-4 0 0,1 2 0 16,2-2 0-16,-1 2 0 0,-1-2 0 0,1-2 0 15,-1 2 0-15,0-1 0 0,-1 2 0 0,0-4 0 16,0 1 0-16,0 2 0 0,0-2 0 0,0 0 0 16,0 0 0-16,-2-3 0 0,2 2 0 0,-1 1 0 15,0-4 0-15,-1 1 0 0,1 2 0 0,0-4 0 16,0 1 0-16,-2 0 128 0,2 0-128 0,-2 0 0 15,1-1 128-15,-2 1-128 0,0-2 0 0,0 2 128 0,-1-3 0 16,0 3-128-16,2-4 192 0,-4 2-64 0,2 0-128 0,0 0 0 16,2-1 0-16,-2-3 128 0,0 4-128 15,0-4 0-15,0 0 0 0,1 0 128 0,-1-2-128 0,0 1 0 16,-1-1 0-16,1-2 0 0,-2 1 0 0,1 1 0 16,0-2 128-16,0-4-128 0,-2 5 0 0,1-4 0 15,-2 1 0-15,0 0 128 0,2 1-128 0,-2 1 0 16,0-2 0-16,1-1 128 0,0 1-128 0,0 0 128 15,-1 1-128-15,1-1 128 0,1 2-128 0,-1-2 128 0,1-1-128 16,1-1 128-16,-1 1-128 0,0-3 128 0,1 2-128 16,0-5 128-16,1 5-128 0,0-5 0 0,0 1 144 15,0-1-144-15,0 3 128 0,1-2-128 0,0 1 128 0,0 1-128 16,0-3 0-16,-1 1 0 0,0-1 0 0,0 1 0 16,-1 2 0-16,0-1 0 0,-1-2 0 15,-1 3 0-15,1 2 0 0,-2 0 0 0,0-1 0 0,0-1 0 16,1 2 0-16,-1-1 0 0,2 3 0 0,-1-1 0 15,2 1 0-15,0 0 0 0,-1 1 0 0,1 1 128 16,0-2-128-16,0-4 0 0,-1 4 0 0,1-3 0 16,1-4 0-16,-2 2 0 0,-3 0 0 0,1 0 0 15,-1 1 0-15,0-3 0 0,-1 5 0 0,1-2 0 16,0 3 0-16,0 1 0 0,0-3 0 0,0 1 0 16,2 4 0-16,0-2 144 0,1 3-144 0,-1 1 0 15,2-2 192-15,1-1-64 0,0 1 0 0,0 1-128 16,1 0 0-16,0-2 0 0,2 1 0 0,-1-2 0 0,2-3 0 15,-1 3 0-15,0-1 0 0,1-1 0 0,0 1 0 0,-1-3 0 16,1-2 0-16,1-1 0 0,-1 1 0 0,-1 3 0 16,1-1 0-16,0 2 0 0,0 1 0 0,-2-1 0 15,0 4 0-15,1-1 0 0,1 1 0 0,-2-1 0 16,1 1 0-16,-1 0 0 0,1 2 0 16,-1-1 0-16,1-1 0 0,-1-2 0 15,0 1 0-15,1 1 0 0,-1-2 0 0,0 0 0 16,0 0 0-16,1-2 0 0,0 1 0 0,0-2 0 0,-1 3 0 0,1-1 0 15,-2 1 0-15,1-3 0 0,1 1 0 0,-1-2 0 16,1 1 0-16,-2 1 0 0,2 0 0 0,-1 1 0 0,2 1 0 16,-2 1 0-16,1 1 0 0,0 1 0 0,1-2 0 15,0 1 0-15,1 1 0 0,0 1 0 0,0 2 0 0,0 0 0 16,0 1 0-16,1 1 0 0,0-2 0 0,0 0 0 16,2-1 0-16,-1 1 0 0,0-2 0 0,2 3 0 15,-2-1 0-15,1 0 0 0,2 0 0 0,-2-2 0 16,2-1 0-16,-1-1 0 0,2 2 0 0,0-1 0 15,2-1 0-15,-2-1 0 0,1 2-128 0,2 0 128 16,-2 1 0-16,-1-1 0 0,3 2 0 16,-3 2 0-16,1 1 0 0,-1-1 0 0,1 2 0 15,-3 0 0-15,1 4 0 0,-1-3-144 0,1 1 144 16,1 3 0-16,-1-2 0 0,0-1-128 0,0 1 128 16,1 0 0-16,2 0 0 0,1 0 0 0,-4 4 0 0,1 0 0 15,3-3 0-15,-1 2 0 0,1 0 0 0,1 1-128 16,-2 3 128-16,2 0 0 0,0 1 0 0,1 2 0 15,-1 0 0-15,0 2 0 0,1 1 0 0,-1-2 0 0,1 2 0 16,0 2 0-16,0-1 0 0,-1 0-128 0,1 1 128 0,0-2 0 16,0 1 0-16,0 2 0 0,-1-3 0 15,-2 1 0-15,-1-1 0 0,0 2 0 0,-1 1 0 0,1 2 0 16,2 0 0-16,-2-1-128 0,2 3 128 0,-2 2 0 16,-1-1 0-16,2 1 0 0,-3 1 0 0,1-1 0 15,1 3 0-15,-1-1 0 0,2 0 0 0,-2 3 0 16,1-4 0-16,-1 2 0 0,-1 1 0 0,0-2 0 15,1 4 0-15,-1-3 0 0,-1 2 0 0,-1 1 0 0,1 1 0 16,-1 0 0-16,-2-3 0 0,1 0 0 16,-1 4 0-16,-1 1 0 0,1 1 0 0,-1 0 0 0,2 1 0 15,-1-2 0-15,0-1 0 0,0-1 0 0,2 4 0 0,-2-1 0 16,1 1 0-16,1 0 0 0,0 3 0 16,0-4 0-16,-1 0 0 0,0-1 0 0,0 1 0 0,-1-2 0 15,1 0 0-15,-1-2 0 0,-1 1 0 0,0 0 0 16,0-3 0-16,0 0 0 0,1 0 0 0,-1 0 0 15,0 1 0-15,1-1 0 16,1 0 0-16,-1 0 0 0,0-2 0 0,0 1 0 0,-1-2 0 0,1 2 0 16,2-2 0-16,-2 3 0 0,1-4 0 0,1 4 0 15,-1-3 0-15,1 0 0 0,-1-1 0 0,0 1 0 16,1-3 0-16,-2 2 0 0,1-2 0 0,0 0 0 16,0 1 0-16,-1-4 0 0,2 2 0 0,-1 1 0 15,1-1 0-15,0 1 0 0,0-1 0 0,-1 0 0 16,2 1 0-16,-3-4 0 0,1 0 0 0,-1 1 0 15,1-1 0-15,-1 1 0 0,1 2 0 16,-1-2 0-16,2 2 0 0,-1-2 0 0,1 2 0 0,-2-2 0 0,1 2 0 16,1-3 0-16,-1 0 0 0,2 1 0 0,-2-4 0 0,2 1 0 15,0 1 0-15,-2-1 0 0,2-2 0 0,-2-1 0 16,2 2 0-16,-2-1 0 0,0-2 0 0,0 4 0 16,0-4 0-16,-1 1 0 0,0-1 0 0,1 1 0 15,-1 1 0-15,0 0 0 0,-1-1 0 16,0 2 0-16,2-3 0 0,-3 2 0 0,1 0 0 15,-3 0 0-15,2-2 0 0,0 3 0 0,0-2 0 0,-1 1 0 0,1 1 0 16,-2 0 0-16,1-1 0 0,-1 0 0 0,0 1 0 16,-1-2 0-16,-1 1 0 0,1-2 0 15,-1 0 0-15,-1 0 0 0,1 0 0 0,-1 0 0 16,-1 3 0-16,0-3-19072 0</inkml:trace>
  <inkml:trace contextRef="#ctx0" brushRef="#br1" timeOffset="156730.97">19492 10968 6447 0,'1'-2'576'0,"0"-1"-576"0,-1 2 0 16,0 1 0-16,0 0 0 0,0 0-256 0,0 0 32 0,0-2 0 0,0 1 1504 0,-1-2 288 0,-1 3 64 0,2 0 16 0,0 0-112 0,0 0-32 0,-24 10 0 0,15-4 0 0,1-2-384 0,-1 1-80 15,0 1-16-15,1-2 0 0,-1 2-192 0,0 0-32 0,0 0-16 0,0 0 0 16,1 1-144-16,1 0-16 0,2-1-16 0,0 0 0 16,3 1-160-16,-1-1-16 0,2 0-16 0,0 1 0 15,2 2 32-15,0-3 0 0,3 0 0 0,0 1 0 16,-1-4-112-16,4 1-16 0,0 0 0 0,0-3 0 16,2-1-48-16,1-1-16 0,0-1 0 0,0-4 0 15,1 0-64-15,1 0-32 0,2-4 0 0,-2 0 0 16,-2 1-160-16,0 0 128 0,-1-4-128 0,-2 3 128 15,-1-2-128-15,-2 0 0 0,-2 2 0 0,-2 0 0 16,-1-1 160-16,-3 3-160 0,2-2 192 0,-4 4-192 16,1 0 512-16,-1 0 0 0,-2 2 0 0,0 2 0 15,0 2 64-15,1 0 16 0,-2 0 0 0,0 2 0 0,2 4-304 16,0-2-64-16,-2 2-16 0,0 4 0 0,2-1-208 16,-1 1 128-16,2 0-128 0,0-1 0 0,0 4 0 0,1 0 0 15,1 2 0-15,1-2 0 0,0-1 0 0,3 0 0 16,1-4 0-16,2 0 144 0,0-1-144 0,2-4 0 15,2 0 0-15,0-3 0 0,2-3 0 0,1 0 0 16,-1-4 0-16,1-1 0 0,1 0 0 0,-1-3 0 16,-1 0 0-16,0 2 0 0,-1-3-128 0,-1 0 128 15,-1-2 0-15,-1-1 0 0,-3 2 0 0,-1 0 0 16,-1 1 0-16,-2 2 0 0,-1 1 0 0,-2 2 0 16,-1 1 0-16,-1 3 0 0,-1 0 144 0,0-1-144 0,-2 5 160 15,0 2-160-15,1-2 480 0,-1 4 0 16,-1 1 0-16,1 1 0 0,2 2-160 0,-1 1-16 15,2-1-16-15,1-2 0 0,2 2-128 0,0-2-32 0,2-1 0 0,0 0 0 16,2 1-128-16,3-5 0 0,-1 2 0 0,3-2 0 16,1-1 0-16,4-1 0 0,1 0 0 0,2-1-17968 15</inkml:trace>
  <inkml:trace contextRef="#ctx0" brushRef="#br1" timeOffset="158056.81">18737 11431 911 0,'-3'2'0'0,"-1"-2"0"0,2 0 0 0,0 0 0 0,1 0 592 0,-1 3 48 0,-3-2 0 0,-4 2 0 0,-2 0 64 0,-1 3 0 16,-1-2 16-16,2 1 0 0,0 1-32 0,1-2-16 0,1 0 0 0,1 2 0 0,-1-2 240 0,2 1 48 16,0-4 16-16,1 4 0 0,3-4 48 0,-2 1 0 15,0 0 0-15,1-1 0 0,0 0-128 0,1 2-32 16,0-3 0-16,1 0 0 0,-1 0-160 0,2 0-16 15,0 0-16-15,1 0 0 0,-2 0-96 0,2-3-32 16,2 3 0-16,-2-1 0 0,0 1 32 0,0 0 16 16,0 0 0-16,0 0 0 0,0 0 48 0,17-9 0 0,-12 6 0 0,0 0 0 15,2-1-112-15,-1-1-16 0,3 2 0 16,0-1 0-16,1-2-128 0,0 2-48 0,-1-2 0 0,1 0 0 16,1 0-80-16,1-1 0 0,0 1-16 0,0-2 0 15,1 0-48-15,-2 2-16 0,0-3 0 0,-1 2 0 16,1 1 16-16,0 0 16 0,-1-3 0 0,1 3 0 15,0-2 32-15,0 2 0 0,0 0 0 0,2-3 0 16,-1 4-32-16,1-3 0 0,-1 1 0 0,2 1 0 16,0-1-80-16,0 1 0 0,0-3-128 0,-1 3 192 15,2-2-192-15,0 0 0 0,0-1 128 0,0 2-128 16,-1-3 0-16,1 1 0 0,0-3 0 0,0 2 0 16,1 0 128-16,-1-2-128 0,0 2 0 0,0-1 144 15,-1 1-144-15,2 0 0 0,-1 1 0 0,-1-1 128 0,-1 3-128 0,1-2 128 16,1 2-128-16,0-2 128 0,0-1-128 15,-2 2 192-15,2 0-192 0,0-1 192 16,0 1-192-16,0-2 160 0,1 0-160 0,2 0 160 0,2-2-160 0,2-3 160 16,-1 1-160-16,0 1 160 0,2 0-160 0,-2 1 160 15,0 2-160-15,-2-1 160 0,0 4-160 0,-2-3 0 16,2 3 144-16,-3-1-144 0,0 0 0 0,0 2 0 16,0 0 0-16,-1-3 128 0,1 3-128 0,0-1 128 15,1 1-128-15,1-3 128 0,-1-1-128 0,0 0 0 0,2-2 0 0,1-1 0 16,-1 1 0-16,2-2 128 0,0 0-128 0,-1 1 128 15,-1 1-128-15,-2 1 0 0,2 0-128 16,-3-1 128-16,1 1 0 0,0 1 0 0,2-2 0 16,-2 2 0-16,2-2 0 0,-1 2 0 0,1-2 0 0,-1-1 0 15,1 3 0-15,1-3 0 0,1 2 0 0,0-2 0 16,0 2 0-16,1-4 0 0,3-1 0 0,1 0 0 16,1-2 0-16,0-1 0 0,2-1 0 0,-2 2 0 15,2-2 0-15,-3 1 0 0,0 1 0 0,-1-1 0 16,1 3 128-16,1-2-128 0,3-2 160 0,1-1-160 15,-1 1 320-15,-2 0-48 0,0 2 0 0,-3 2 0 16,0 0-64-16,-2 3-16 0,-3 1 0 0,-1-1 0 16,-2 4-192-16,0-1 144 0,1 1-144 0,-2-1 128 15,-1 0-128-15,1 2 0 0,0-2 0 0,0 0 0 16,-1-1 0-16,1 0 0 0,0-1 0 0,1 2 0 0,-1-2 0 16,0 2 0-16,0 0 0 0,-2 2 0 0,-2 0 0 15,-2 2 0-15,-2 1 0 0,-2 1 0 16,-2 3-544-16,-2-1 16 15,-2 2 0-15,0 2-16384 0</inkml:trace>
  <inkml:trace contextRef="#ctx0" brushRef="#br1" timeOffset="159439.47">19499 10944 3087 0,'-5'2'272'0,"3"-1"-272"0,1-1 0 0,-1 0 0 0,1 3 0 0,1-3 0 0,0 0 0 0,-1 0 0 0,1 0 0 0,-1 0 0 0,-1 0 0 0,2 0 0 0,0 0 0 0,0 0 0 0,0 0 0 0,0 0 0 0,0 0 0 0,0 0 0 0,0 0 0 0,0 0 128 0,0 0-128 16,0 0 128-16,0 0 512 0,0 0 112 0,0 0 16 15,0 0 32-15,0 0-64 0,0 0-16 0,0 0 0 16,0 0 0-16,0 0-304 0,0 0-64 0,0 0-16 0,0 0 0 16,0 0-144-16,19-10-48 0,-12 10 0 0,3 0 0 15,-1 0-144-15,1 0 0 16,0 0 0-16,1 0 0 0,1 1 0 0,0 2 0 15,1-3 0 1,0 0 0-16,1 2 0 0,0-2 0 0,-1-2 0 0,1 2 0 0,2 0 0 0,-1-3 0 0,1 2 176 0,-1 1-176 16,0-2 352-16,-2 0-32 0,2 2 0 0,0-2 0 15,-2 2 64-15,1-3 0 0,0 2 0 0,0-1 0 16,3-1 48-16,-3 2 16 0,2-4 0 0,1 4 0 16,0-4-80-16,1 0-16 0,2 2 0 0,-1-3 0 15,-1 2-144-15,2-2-16 0,1 4-16 0,0-2 0 16,1 0 32-16,-1 2 16 0,0 2 0 0,-1 0 0 15,0-3 32-15,-1 3 0 0,-1 0 0 0,-1-1 0 0,1 1 112 16,-1 0 16-16,2 0 16 0,-1-2 0 0,-1-1 16 0,2 2 0 16,0-1 0-16,-1-2 0 0,1 1-176 0,-2 0-48 15,3-4 0-15,-2 4 0 0,0 0-48 16,-1 0-16-16,0 0 0 0,0-1 0 0,0 2 128 16,-1-1 32-16,0 2 0 0,2-2 0 0,0 3 16 0,0-3 0 15,-1 1 0-15,0 0 0 0,0 0-128 0,-1 2-32 16,0-3 0-16,-2 2 0 0,-1-1-16 0,-2-1 0 15,0 2 0-15,-2-1 0 0,0-1 192 0,-3 2 48 16,0 1 0-16,-1 0 0 0,0 0 80 0,0 0 32 0,-1 0 0 16,-1 0 0-16,0 0-192 0,-1 1-32 0,0-1-16 15,0 3 0-15,1-3-80 16,0 0-16-16,0 0 0 0,-1-3 0 0,2 2 48 0,0 1 16 0,-1-4 0 16,1 2 0-16,0-1-208 0,-1 2 0 0,1-4 0 15,-1 1 0-15,0 2 0 0,-1 1 0 0,-1-2 0 16,0 1 0-16,-1 0-128 0,0 2 128 0,-1 2-192 15,-3 3-13376-15</inkml:trace>
  <inkml:trace contextRef="#ctx0" brushRef="#br1" timeOffset="160527.68">21948 9847 9215 0,'0'2'816'0,"0"-2"-656"0,0 0-160 0,0 0 0 0,1 0 256 0,-1 2 0 0,0 0 16 0,1-2 0 0,0 3 1040 0,2-2 208 0,-2 1 32 0,-1-2 16 0,0 0-224 0,0 0-64 0,0 0 0 0,0 0 0 16,0 0-144-16,9-20-48 0,-9 14 0 0,-2-2 0 16,1 0-304-16,0 0-64 0,-2-2-16 0,1-2 0 15,-1 3 128-15,0-1 0 0,-1 0 16 0,2 4 0 16,-2-1-112-16,0 1-32 0,0 4 0 0,2 1 0 0,0 1-192 0,0 3-64 15,1 1 0-15,0 5 0 0,0-2-320 0,-1 4-128 16,2 3 0-16,0 1 0 0,0-2 0 0,2 2 0 16,0 1 0-16,-1-3 0 0,2-1 160 0,0-2-160 15,1 2 160-15,0-6-160 0,1 0 160 0,0-1-160 16,0-2 160-16,0-1-160 0,0-4 192 0,0-1-64 16,1-2-128-16,0-1 192 0,-1-2 96 0,-1-2 16 15,-2 0 0-15,-1-2 0 0,1-1-112 0,-4 1-32 16,0-1 0-16,-2 1 0 0,0 2 80 0,-1-3 16 15,1 1 0-15,-3 0 0 0,2 2 80 0,0 3 32 16,2-2 0-16,0 3 0 0,0 2-144 0,0 2-32 16,2 0 0-16,0 4 0 0,-1 3-32 0,2-2-16 0,-1 4 0 15,1-1 0-15,0 1-144 0,1 2 0 0,-1 1 144 16,0 0-144-16,2-1 0 0,-1 0 0 0,1 1 0 0,0-1 0 16,0-2 0-16,0-1-160 0,0 0 160 0,0-1 0 31,2-1-2096-31,0-4-304 0</inkml:trace>
  <inkml:trace contextRef="#ctx0" brushRef="#br1" timeOffset="161062.43">22051 9110 1839 0,'-1'-25'0'0,"1"12"160"0,0-2-160 0,0 1 0 0,0 4 0 0,0 4 0 0,0-6 960 0,1-7 144 0,2-13 48 0,1-9 0 0,-1-6 208 0,2-1 48 0,0 5 16 0,0 2 0 0,0 5-80 0,0 3-32 15,1 4 0-15,-1 6 0 0,-1 0 96 0,0 6 0 16,-1 3 16-16,0 5 0 0,-2-1 112 0,0 5 0 16,0 3 16-16,-1 0 0 0,0 2-464 0,0 0-80 15,0 2-32-15,0 2 0 0,2 2-464 0,-2 4-112 16,-2 3-16-16,2-1 0 0,-1 7-176 0,-1-2-32 15,-2 8-16-15,0-1 0 0,-1 6 16 0,-1 3 0 16,-1 3 0-16,-3 5 0 0,1 0 304 0,1 3 64 16,-1 0 16-16,-1 4 0 0,1 5 128 0,1 8 16 0,-1-1 16 0,2 2 0 15,-1-5-224-15,2-1-48 0,1-3-16 16,-1-3 0-16,1 0-128 0,-1-2-32 16,1-1 0-16,-1 4 0 0,1 2-80 0,-3 1-32 0,0 3 0 15,-2-6 0-15,-1 0-32 0,1-4-128 0,0-6 192 0,0 6-64 16,-2 4 48-16,-1 5 0 0,2-1 0 15,-1-2 0-15,1-1-176 0,-1-5 0 0,1-4 0 0,0-5 0 16,1 3 0-16,0-3 0 0,3 3 0 0,0-2 0 16,-1-2 0-16,3-2 0 0,0 0 0 0,2-3 0 15,0 2 0-15,2-2 0 0,1 0 0 16,0-6 0-16,0-1 0 0,1-4 0 0,0-2 0 0,-1 0 0 16,3-3 0-16,-3 0 0 0,-1-1 0 0,-1-4 0 15,1 0 0-15,-1 0 0 0,-1 1 0 0,-1-3 0 16,-1-2 0-16,1-4 0 0,-3 1 0 0,2-2 0 15,-1-4-1040-15,0-2-144 0,1-3-32 16,1-2-15920-16</inkml:trace>
  <inkml:trace contextRef="#ctx0" brushRef="#br1" timeOffset="161722.37">21711 9799 3679 0,'-6'0'320'0,"-1"3"-320"0,2 0 0 0,4-3 0 0,-1 0 640 0,-1 0 64 0,-5 4 16 0,-4-1 0 0,-3 2 768 0,-1 3 160 0,2-5 16 0,4 2 16 0,3-1-176 0,1-2-32 15,3 2-16-15,1-3 0 0,2 2-48 0,0-1-16 16,2 0 0-16,1 0 0 0,2 1-304 16,1 0-48-16,1 0-16 0,2 0 0 0,1 0-144 0,2 2-48 15,2 1 0-15,1-1 0 0,1 1-208 0,2 0-48 16,2 0-16-16,1-1 0 0,0 0-48 15,3-3 0-15,0 0 0 0,4-2 0 0,0 0-80 16,3-2-32-16,0 0 0 0,1 0 0 0,4-1-64 16,0 2-16-16,1 1 0 0,0 0 0 0,-1 0-128 0,0 0-16 15,-2 1-16-15,0 2 0 0,-1-3-160 0,0-4 0 16,-2 4 0-16,2-5 0 0,-3 4 0 0,0-3 0 16,-3-1 0-16,-1 4 0 0,0-1 0 0,-2-1 0 0,-1 2 0 15,-2 1 0-15,-1 1 0 0,-1 2 0 0,-3-3 0 0,0 2 0 16,-1-1 0-16,-2-1 0 0,1-1 0 15,-1 1 0-15,0-5 0 0,0 1 0 0,0-2 0 0,0-1 0 16,0 1 0-16,-2-3 0 0,0 0 0 16,-2 2 0-1,-1-3-1600-15,-2 1-240 0</inkml:trace>
  <inkml:trace contextRef="#ctx0" brushRef="#br1" timeOffset="162173.47">22001 9410 1839 0,'-6'0'0'0,"2"-2"160"0,1 1-160 0,1-2 0 0,1 3 0 0,1 0 0 0,-2 0 896 0,1-4 160 0,0 2 32 0,-2-1 0 0,1 2 1408 0,1 1 304 0,0-3 48 0,1 0 16 0,0 3-560 0,1 0-96 16,0 0-32-16,0 3 0 0,2-2-496 0,-3-1-96 16,0 0-32-16,0 0 0 0,18 12-480 0,-12-8-112 0,3 1 0 0,0 1-16 15,3 0-368-15,0 2-80 0,5 0-16 0,1 2 0 16,1 0-176-16,0 2-48 0,1 1 0 15,1 3 0-15,3 0-48 0,-1 0-16 0,1 3 0 0,-2-3 0 16,-1 2-64-16,-1-2 0 0,-2 3-128 16,0-3 192-16,-2 0-64 0,-4-1 0 0,0 1-128 0,0 0 192 15,-4 0-48-15,-2-1-16 0,1 1 0 16,-2-2 0-16,-2 0 64 0,0-3 0 0,-1 4 0 0,-1-2 0 16,-1-1-64-16,0-2 0 0,-1 2 0 0,1-2 0 15,-1 3-128-15,0-6 192 0,1 2-192 0,-2-3 192 16,2 0-192-16,2 0 0 0,-2-5 0 0,0 2-11632 15,1-1-2192-15</inkml:trace>
  <inkml:trace contextRef="#ctx0" brushRef="#br1" timeOffset="162823.88">20101 10601 1839 0,'-2'-6'160'0,"-1"4"-160"0,2-2 0 0,0-1 0 0,0 4 848 0,1-2 144 0,0-1 32 0,0 1 0 0,-2-3-304 0,1-1-48 0,-1-4-16 0,1 4 0 0,1-3 560 0,0 1 128 0,1 2 0 0,0 1 16 0,0 3 240 15,2-1 32-15,0 2 16 0,1 2 0 0,0 2-240 0,1 0-64 16,1 3 0-16,0 1 0 0,0 1-528 0,2 2-112 15,-1-2-32-15,1 3 0 0,0-1 0 0,0 1 0 16,-1 0 0-16,1 1 0 0,-1 0-64 0,0 1-16 16,1 3 0-16,0-1 0 0,0 2-80 0,-1 1 0 15,-1 0-16-15,1 1 0 0,-1 2-112 0,-2-2 0 16,0 1-16-16,0-3 0 0,-1 0-32 0,-1-3 0 16,1 2 0-16,-2-5 0 0,0-1 64 15,0 1 16-15,1-4 0 0,-2 0 0 0,1-2-192 0,-1-2-32 0,0-1-16 16,0-2 0-16,1 1-176 0,0-2 160 0,0-2-160 0,1-1 160 15,0 1-160-15,-1-3 0 0,2 1 0 0,-2 0-16528 16</inkml:trace>
  <inkml:trace contextRef="#ctx0" brushRef="#br1" timeOffset="164063.51">19105 12016 2751 0,'-5'5'256'0,"1"-2"-256"0,3 0 768 0,0-2 96 0,-1 2 32 0,0 0 0 0,-3 1 544 0,-2 5 112 0,-2 1 32 0,-1 0 0 16,1-2-320-16,2-2-64 0,-1 1-16 0,2-4 0 15,1 1-288-15,-1 1-48 0,2-1-16 0,0-2 0 16,0-1-352-16,0 2-80 0,0-3-16 0,1 0 0 16,0 0-208-16,1-3-48 0,0 2-128 0,1-4 192 0,0 1-192 0,1-2 128 15,0-1-128-15,0-2 0 0,1 1 0 0,0 0 128 16,1-2-128-16,0-2 0 0,1 2 528 0,-1-1 64 15,1 1 16-15,-1 0 0 0,2 1 96 16,-2 2 0-16,2-3 16 0,-2 4 0 0,1-3-192 0,1 1-32 16,1 0-16-16,0-2 0 0,-1 4-160 0,3-4-16 15,1-2-16-15,3-1 0 0,2-3-96 0,-1 2 0 16,3-3-16-16,1-2 0 0,1 0-176 0,2-3 160 16,1-3-160-16,0-1 160 0,1 1 64 0,0 1 16 15,1 0 0-15,-1 3 0 0,0 1 304 0,0 2 64 16,2-2 16-16,0 2 0 0,-1-1-16 0,3-1 0 15,3-1 0-15,2-1 0 0,2 2-160 0,0-1-48 16,1 3 0-16,1 1 0 0,-2 4-192 0,-4-2-32 16,0 5-16-16,-4 0 0 0,-3 4-160 0,-2 2 0 0,-3-1 0 0,-2 2 0 15,-3 3 0-15,-1 0 0 0,-3 0 0 0,-1 3 0 16,-2 2 0-16,-2-1 0 0,0 2 0 0,-1 0 0 16,-1 2 0-16,0-2 0 0,0-1 0 0,0 0-176 31,0 0-848-31,1-1-160 0,0-2-32 0,2 2-8864 15,-2-4-1760-15</inkml:trace>
  <inkml:trace contextRef="#ctx0" brushRef="#br1" timeOffset="164380">19701 11276 1839 0,'-2'-5'160'0,"1"-1"-160"0,1 6 0 0,0-2 0 0,1 2 448 0,1 0 48 0,-2-4 16 0,2-2 0 0,1 0 1456 0,0 2 288 0,1-2 64 0,1 3 16 0,2 0-400 0,1 3-80 16,1 0 0-16,-1 1-16 0,3 1-464 0,-1-2-96 15,1 3 0-15,0 0-16 0,2 0-512 0,-2-2-112 16,1 2 0-16,1 0-16 0,-1 0-208 0,-1 1-32 16,0-1-16-16,-1 2 0 0,0 1 0 0,0-2 0 15,0 2 0-15,-1 2 0 0,-1-2 48 0,0 0 16 16,-3 0 0-16,-2 0 0 0,2 3-112 0,-1-3-32 0,-2 2 0 15,1 0 0-15,-2-1 176 0,-1 2 48 0,0-2 0 0,-1 3 0 16,0-4-192-16,-2 1-48 16,-1 2 0-16,0-1 0 0,-4 6-16 0,-1-2-16 0,-2 2 0 15,0 1 0-15,3-3-240 0,-5 4 176 16,1 3-176-16,-3 1-10176 0,0 4-2112 0</inkml:trace>
  <inkml:trace contextRef="#ctx0" brushRef="#br1" timeOffset="171025.03">21882 10099 2751 0,'0'1'256'0,"0"2"-256"0,1-3 0 0,-1 0 0 0,1 0 320 0,1 0 0 0,0 0 16 0,1 0 0 0,0 0-16 0,2-4-16 0,0 0 0 0,-1-2 0 0,1-2 192 0,-3-1 32 0,1-1 16 0,-1 0 0 0,0-2-272 0,-2 2-48 0,0-3-16 0,0 1 0 16,-2 0-208-16,2-2 128 0,0-1-128 0,-1-2 0 15,2-2-256-15,1-3-128 0</inkml:trace>
  <inkml:trace contextRef="#ctx0" brushRef="#br1" timeOffset="171081.63">21974 9522 4159 0</inkml:trace>
  <inkml:trace contextRef="#ctx0" brushRef="#br1" timeOffset="173389.41">21980 9975 1839 0,'0'0'160'15,"0"0"-160"-15,0 0 0 0,0-2 0 0,0 2 192 0,0 0 16 0,0-2 0 0,1 0 0 0,-1-3-80 0,1 2 0 0,-1-1-128 0,1 0 192 0,1-1 64 0,-1 2 16 0,-1-1 0 0,1 1 0 16,0 0 64-16,1-4 16 0,-2 4 0 0,0-3 0 15,1-1 16-15,-1 1 0 0,1-2 0 0,0 0 0 16,-1-3-224-16,2 0-144 0,-1-1 192 0,0-5-192 16,0 3 0-16,0-6 0 0,2 1 0 0,-2-3 0 15,2 0 0-15,-1-3 0 0,-1-3 0 0,2-1 0 16,-1-2 0-16,2 2-144 0,0-2 144 0,-1 0 0 16,0 5 0-16,1-3-128 0,-1-2 128 0,2-2 0 15,-1 0-304-15,-2 0 32 16,2-1 0-16,-1-2 0 0,0-1 272 0,0-1 0 15,1-3-128-15,-1-3 128 0,2 2 0 0,-1-2-144 0,1-6 144 0,0 2 0 16,1-3-160-16,-2 4 160 0,1 1-128 0,-2 3 128 16,1 6 0-16,0 8-160 0,-1 0 160 0,0 8 0 0,-1 5-144 15,1 0 144-15,-2 6-128 0,0 4 128 0,2 1 0 16,-2 4-160-16,0 1 160 0,2 0 0 0,1 2-144 16,-2-2 144-16</inkml:trace>
  <inkml:trace contextRef="#ctx0" brushRef="#br1" timeOffset="193672.25">19897 10956 3615 0,'0'-4'320'0,"-1"4"-320"0,1 0 0 0,-1 0 0 0,1 0 0 0,0 0 0 0,-1 0 0 0,-1 0 0 0,1 0 0 0,0 0 0 0,-2 2 0 15,3-2 0-15,0 0 0 0,0 0 0 0,0 0 0 0,0 0 0 0,0 0 0 0,0 0 0 0,0 0 0 0,0 0 0 0,0 0 0 0,0 0 0 0,0 0 0 16,0 0 0-16,0 0 0 0,0 0 0 0,0 0 0 0,0 0 0 0,0 0 0 0,0 0 0 15,0 0 0-15,0 0 0 0,0 0 0 16,0 0 0-16,0 0 0 0,0 0 0 0,0 0 0 0,0 0 0 16,0 0 0-16,0 0 0 15,0 0 0-15,0 0 0 0,0 0 0 16,0 0 0-16,0 0 0 0,-18-8 0 0,14 12 0 0,0-2 0 16,1 2 0-16,-2 2 0 0,1-2 0 0,0 0 0 0,2 1 0 0,-2 1 128 15,2-2-128-15,-1-2 0 0</inkml:trace>
  <inkml:trace contextRef="#ctx0" brushRef="#br1" timeOffset="194288.48">19468 11095 3615 0,'10'-9'320'0,"-6"5"-320"0,1 0 0 0,-1 2 0 0,-1 0 0 0,0 0 0 0,0 0 0 0,4-2 0 0,2 2 0 0,5-5 0 0,1-1 0 0,2 0 0 0,1 2 0 0,-2 0 0 15,0 2 0-15,0-1 0 0,1 2 0 0,-1-1 0 16,-1 1 0-16,0 2 0 0,0-1 0 0,1-2 0 16,-1-1 0-16,-1 1 0 15,3 1 0-15,-3-1 128 0,1-1-128 0,-2 1 0 0,-1 1 0 0,0 0 0 16,-2-1 0-16,0 1 0 0,0 0 0 0,-1 1 0 15,1 1 0 1,-3 1 0-16,2-3 0 0,-1 3 0 0,1 0 0 0,1 0 0 16,-2-2 0-16,2 0 0 0,0 2 0 0,-1-2 0 0,1 2 0 0,-2 0 0 15,1-3 0-15,0 2 0 0,-2 1 0 0,1-2 0 16,-1-1 0-16,2 2 0 0,-2-1 0 0,0 0 0 16,0 0 0-16,-2-2 0 0,1 2 0 0,-2-1 0 15,-1 2 0-15,-2-2 0 0,1 3 0 0,-1 0 0 16,-1-2 0-16,0 2 0 0,0 0 0 0,0-1 0 15,0 1 0-15,0 0 0 0,0 0 0 0,1 0 0 16,-1 0 0-16,0 0 0 0,0 0 0 0,0 0 0 16,0 0 0-16,0 0 0 0,0 0-128 0,20-6 128 15,-16 3 0-15,-2 3 0 0,1-1 160 0,-1 1-32 0,1 0 48 16,-2 0 16-16,1-3 0 0,0 3 32 0,-1 0-224 16,-1 0 0-16,0 3 0 0,0-3 0 0,0 1 0 0,-1 2-176 0,1-2 176 15,-3 1-128-15,1 1 128 0,-2 0 0 0,0 0-144 0</inkml:trace>
  <inkml:trace contextRef="#ctx0" brushRef="#br1" timeOffset="194610.76">20130 10879 4031 0,'0'-2'0'0,"0"2"0"0,0 0 0 16,-1 0 0-16,1-3 0 0,0 3 0 0,-2-1 0 0,1-1 256 0,-1-1-48 0,-1 2 16 0,2 1-16 0,1 0 0 0,0 0 0 0,0 0 32 0,0 0-240 0,0 0-240 16,0 0 48-16,0 0 48 0,0 0 144 0,0 0 0 15,0 0-144-15,0 0 144 0,0 0 0 0,0 0 0 16,0 0-160-16,0 0 160 0,0 0-192 0,0 0 16 15,0 0 0-15,0 0 48 0,0 0 128 0,0 0 0 16,0 0-144-16,0 0 144 0,0 0 0 0,0 0 0 16,0 0 0-16,0 0-144 0,-9 20 144 0,4-14 0 15,2-4 0-15</inkml:trace>
  <inkml:trace contextRef="#ctx0" brushRef="#br1" timeOffset="195044.04">20061 10867 2847 0,'1'-2'128'0,"0"-1"16"0,0 2-144 0,-1 1 0 0,2-3 0 0,-2 3 0 15,1 0 176-15,-1-2 0 0,1 1 0 0,1-2 16 16,0 2 64-16,-2 1 32 0,-2 0 0 0,1 1 16 16,-1 2-48-16,-2 0 0 0,0 1 0 0,-1 1 16 15,2 1-16-15,-2-2 0 0,0 2 0 0,1-2 16 16,0 2 32-16,1-2 0 0,0 1 0 0,2-2 16 15,0 1-320-15,1-1 0 0,-2 0 0 0,2 0 128 16,2-3-128-16,-1 3 0 0,0-3 0 0,0 3 0 0,1-2 0 16,0 2 0-16,-1-1 0 0,2-2 0 0,-2 1-128 0,2 2 128 15,-1-1 0-15,0-2 0 0,2 0-192 16,-1 2 192-16,2-2-208 0,0 0 208 0,0 0 0 0,1-2 0 16,1 2 0-16,1-2 0 0,-1-2-192 0,0 2 0 15,2-2 16-15,0-1 16 0,1 1-96 0,-2-3-32 16,1 1 0-16,-2-1 32 0,-1 1 256 0,-1-2-192 15,-1 0 192-15,-3 2-160 0,1-3 160 0,-2 2 0 16,-2 1 0-16,-1 1 0 0,-2 1 128 0,0 0-128 16,-1 2 128-16,-3 2-128 0,2 0 480 0,-5 0 32 15,1 2 0-15,0-2 0 0,1 4-128 0,-1-1-32 0,1 0 0 16,2 1 0-16,0 1-96 0,3-1 0 0,0 2-16 16,3-2 0-16,1 2-240 0,1 0 0 0,2-2 0 0,3 2 0 31,0 2-768-31,0 0-208 0,-1 2-48 0,-4 1 0 0</inkml:trace>
  <inkml:trace contextRef="#ctx0" brushRef="#br1" timeOffset="196703.4">19484 11074 2239 0,'2'2'192'0,"-1"-2"-192"0,-1 0 0 0,1 0 0 0,-1 2 0 15,0-2 0-15,1 0 0 0,1 0 0 0,0 0 0 0,2 2 0 0,-2-2 0 0,3 2 0 0,-1-2 0 0,0 0 0 0,-2 1 0 0,0 2 0 0,1-1 0 0,-3 2 0 16,1-1 0-16,-1 0 0 15,0 3 0-15,-1 1 0 0,0-1 0 16,-1 0 0-16</inkml:trace>
  <inkml:trace contextRef="#ctx0" brushRef="#br1" timeOffset="199522.23">18092 11433 911 0,'-12'-2'0'0,"4"1"0"0,1 1 0 0,1-3 0 0,1 3 672 0,1 0 48 16,0 3 16-16,-3-2 0 0,-4 1 128 0,-3-2 32 0,-2 4 0 0,2-1 0 0,5 3-400 0,-1-5-80 0,3 4-16 0,2-1 0 15,2 2-16-15,2-2-16 0,-1 4 0 0,2-2 0 16,0 2-112-16,0 0-32 0,2 2 0 0,-1 3 0 15,1-5-224-15,-1 6 128 0,3 0-128 0,-1 4 0 0,2 3 128 0,0-1-128 16,0 1 0-16,-1-1 0 0,3 0 0 16,0 1 0-16,0-3 0 0,3 2 0 0,1 2 0 0,3-1 0 15,1 3 0-15,3 0 0 0,2 1 0 0,1-1 0 16,4 3 0-16,2 1 0 0,4-4 0 0,-1-3 0 16,-3-3 0-16,8-2 0 0,5 3 0 0,7-3 0 15,4 0 0-15,2-2 0 0,4 1 176 0,1-3 32 16,3 0 16-16,-2-2 0 0,1 3 160 0,0-4 48 15,1 1 0-15,-1 0 0 0,1-1-160 0,0 1-16 16,0 2-16-16,-1-4 0 0,-6 0-240 0,4 1 176 0,3-2-176 16,-2-1 160-16,-2-2-160 0,-1 1 0 0,-1-4 0 0,1 2 128 15,-2-1-320-15,-2-2-64 0,-3 0 0 16,-2 0-16-16,0-2 32 0,-4-2 16 0,-4 2 0 0,2-2 0 16,0-2 224-16,4-3-144 0,3-1 144 0,-1-6-128 15,1 1 128-15,-3 2-192 0,-2-3 192 0,-4-3-192 31,-3 3-368-31,-1 0-80 0,-1-5 0 0,1 1-16 0,-3-1-368 16,0 1-64-16,-1 1 0 0,0 0-16 0,-1 0 784 0,-3 3 144 0,2-2 48 0,-3-2 0 16,-1-1 128-16,3-1-128 0,-2-1 128 0,-2 1-128 15,1-4 128-15,0-1 0 0,1-1 128 0,-3 2-128 16,0-3 0-16,0 1 0 0,2-7 0 0,0 3 0 16,-1-1-352-16,1-1 16 0,2 0 0 0,0-4 0 15,1 3-128-15,-4-2-32 0,1-2 0 0,-4-2 0 0,-1 1 240 16,-3-5 32-16,-3 4 16 0,-4 3 0 0,-3 3 208 0,-2-3 0 15,-4 0 144-15,-2-2-144 0,0 2 384 0,-3-1 0 16,-1-1-16-16,-2-2 0 0,-1-2 176 16,-2-4 32-16,-2-1 16 0,-3 2 0 0,0 5-448 15,-3-3-144-15,-2 0 0 0,-1-2 0 0,-1 1 240 0,-2 1-64 16,2-3-16-16,-4 2 0 0,-2 0-160 0,-1 5 0 16,1 7 0-16,-4 3 0 0,-6 1 0 0,-2 5 0 15,-2 3 0-15,-12 0 0 0,-15 0 0 0,-7-1 160 16,0 5-16-16,2 2 0 0,-2 3-144 0,0 5 0 15,-2 4 0-15,1 2 0 0,2 0-240 0,1 0-16 16,1 2-16-16,-3 4 0 16,-3 4-240-16,-3-2-64 0,-3-2 0 0,1 2 0 0,0 1 224 0,-5 1 32 0,-3 6 16 0,10-2 0 15,11-2 432-15,-8 2 96 0,-8 2 16 0,0 3 0 16,4 3 528-16,6 2 96 0,7-1 32 0,4 3 0 16,8 3-144-16,6 2-32 0,5 0 0 0,1 5 0 15,2 1-512-15,-2 0-208 0,-2 0 176 0,0 3-176 16,-2-1 0-16,6-2 0 0,2-6-208 0,-4 9 64 15,-5 6 144-15,-3 4 0 0,-2 8-144 0,2-2 144 16,-1 3 0-16,7-4 0 0,3 2-144 0,11-11 144 16,8-3 0-16,2 2 0 0,7 6 0 0,6 4 0 15,7 1-128-15,6 1 128 0,2 2-192 0,4-1 192 16,2 0-448-16,-2-5 32 0,1-1 0 0,1 4 0 16,2 6 80-16,2 3 16 0,1 4 0 0,2-6 0 15,2-4 160-15,-2-10 160 0,-2-9-208 0,5 0 80 16,6 3-128-16,7 0-32 0,5-4 0 0,7-2 0 15,4-3 288-15,4-4 176 0,4-3-32 0,4-3 0 0,2 0 480 16,2-4 80-16,2-1 32 0,-1-5 0 0,-2 2-144 16,2-5-16-16,2 2-16 0,2 1 0 0,3 1-352 0,-2-7-64 15,-2-4-16-15,-2-2 0 0,-3 0-128 0,0-2 0 16,3 2 0-16,-2-4-176 16,-1 2-592-16,-3-6-112 0,0-1-16 0,-4-3-16 0,-3 5 912 15,-12-4 0-15</inkml:trace>
  <inkml:trace contextRef="#ctx0" brushRef="#br1" timeOffset="201942.6">20108 10873 2527 0,'1'-2'0'0,"0"-2"0"0,0 2 0 0,1-1 0 0,-2 2 464 0,1-2 112 0,0 0 32 0,1-4 32 0,0-2 176 0,-1 0 32 0,-2-1 16 0,-1 4 16 0,0 0-16 0,-2 2 0 0,-1 2 0 0,0-2 32 15,0 4-272-15,-1 0-48 0,1 0-16 0,-1 4 16 16,1-2-160-16,-1 2-32 0,1-1 0 0,-1 2 32 15,0 3-288-15,1-2-128 0,0 3 0 0,0-3 160 16,1 0-160-16,2 1 0 0,-1 0 0 0,1 1 144 16,-1-2-144-16,2-1 160 0,1 4-160 0,-1-3 192 0,2 0-48 0,-2 1 0 15,2-1 0-15,0 0 16 0,0 0-32 16,3 0 0-16,-1-1 0 0,2 0 32 0,-2-1-160 16,3-2 0-16,-1 0 0 0,2 0 160 0,-2-2-160 15,1 0 0-15,0 0 0 0,-1 0 0 0,1-2 0 0,-2 0 0 16,-1 0 0-16,0-1 0 0,-1 2 0 0,0-4-160 15,0 0 160-15,-1 0-128 0,1-1 128 0,-2-1 0 16,1-2 0-16,0 2 128 0,0-2-128 0,1-1 0 16,0-2 0-16,-1 2-128 0,2-3 128 0,-2-1 0 15,1 0 0-15,0-1 0 0,-1 4 0 0,0-1 0 16,0-1 0-16,-1 1 0 16,-1 2 128-16,0 1-128 0,0 6 128 15,-2-1-128-15,2 2 0 0,-3 2 0 0,1 2 0 0,-2 2 0 0,-2 2 0 16,0-2 0-16,0 4 0 0,-1-2 0 0,1 4 0 0,-1-3 0 0,1 2 0 0,-2 0 128 15,3 1-128-15,0-3 0 0,0 5 0 0,0-3 0 16,2 1 0-16,0-1 0 0,0 2 0 16,3 0 0-16,0 3 0 0,0-2 176 0,2 1-176 0,1-4 192 15,2 1-192-15,0-1 192 0,2 1-192 0,1-1 192 16,3-2-192-16,-1-1 0 0,1 0 0 0,1-3 0 16,0 1 0-16,0-2 0 0,2-1 0 0,-2-1 0 15,-1 0 0-15,0-1 0 0,-2-1-128 0,0-2 128 16,-2 1-384-16,0-3 0 0,-1 2 0 0,-1-2 0 15,-1 0-1168 1,0-4-240-16,-2 0-64 0,0-1 0 0,1-1 576 0,-1-2 96 0,0-2 32 16,0 0 0-16,2-3 736 0,-1 3 160 0,2-2 16 0,2-2 16 15,0 2 224-15,0-1 0 0,3 0 0 0,0 3 160 0,1 0 336 16,-2 1 64-16,2 4 16 0,0 0 0 0,-1 4 176 16,-2 1 32-16,2-1 16 0,-3 4 0 0,-1 0 336 0,0 3 64 15,-3 0 16-15,1 3 0 0,-3 0-128 0,0 5-32 16,-4 0 0-16,0 5 0 0,-3-1-336 0,-2 4-64 15,-2 3-16-15,-1 1 0 0,-3 1-192 0,-2-2-32 16,-1 0-16-16,-1 0 0 0,1-2-48 0,0 1-16 16,-1-3 0-16,1 1 0 0,0-2 48 0,0 1 16 15,0-3 0-15,2 2 0 0,2-4-160 0,0-1-48 16,3 0 0-16,2 0 0 0,3-3-192 0,1 0 0 16,1-1 128-16,1 0-128 0,1 1 0 0,2-2 0 15,0-2 0-15,2-2-160 0,0 2-32 0,1-2 0 16,2-2 0-16,-2 0 0 15,1-2-1280-15,1-2-272 0,0 0-48 0,0-4-16 16,0-1-304-16,0 0-64 0,1-2-16 0,-2 1-1424 0,0 0-288 0</inkml:trace>
  <inkml:trace contextRef="#ctx0" brushRef="#br1" timeOffset="202219.49">20093 10665 2751 0,'0'-16'128'0,"0"7"16"0,0 2-144 0,-2 1 0 0,2 2 0 0,0 2 0 0,-1 2 1024 0,1-4 160 0,-1-1 32 0,0 2 16 0,0 0 432 0,-2 3 96 0,1 3 16 0,0 3 0 0,0 0-368 0,1 3-80 0,-1 2-16 0,2 4 0 16,0-2-80-16,3 2-16 0,-1 4 0 0,3-3 0 16,1 2-288-16,1 0-64 0,0 3-16 0,1-3 0 15,-1 2-224-15,0-2-48 0,1 1-16 0,-1 1 0 16,1 2-192-16,-1-3-48 0,0 0 0 0,0 2 0 0,-1-1-96 16,-2 1-32-16,0-1 0 0,0 0 0 0,0 1-192 15,-2-1 176-15,1 1-176 0,-1-2 160 16,1-3-160-16,-2 3 0 0,1-3 144 0,0-1-144 0,0-1 0 15,1-2 0-15,-1 1 0 0,1-1 0 0,-1-3 0 0,1 1 0 16,-1-3 0-16,2-1 0 16,-2-3-1392-16,2 0-192 0,0-3-32 0,-4-3-10032 15</inkml:trace>
  <inkml:trace contextRef="#ctx0" brushRef="#br1" timeOffset="203009.78">19918 11007 1839 0,'-3'2'0'0,"0"-2"0"0,2 0 0 0,1 0 160 0,0 0-160 0,0 0 0 0,1 1 0 0,2-1 0 15,-1 0 1088-15,3-1 192 0,1 1 48 0,-6 0 0 16,0 0 752-16,23-15 160 0,-16 9 16 0,0-1 16 16,1 1-96-16,-2-1-32 0,-1-1 0 0,0 2 0 15,0-2-368-15,-1 2-80 0,2-3-16 0,-1 2 0 16,2 1-752-16,0-4-160 0,3 1-16 0,3-1-16 15,-1 0-368-15,3-2-80 0,2 1-16 0,2 0 0 16,-1-2-112-16,3 1-32 0,2 0 0 0,-1-1 0 16,0 1-128-16,0 0 0 0,1 0 144 0,-2 1-144 15,-2 1 0-15,0 1 0 0,1 2 0 0,-3-1 0 16,-1 3 0-16,-2-1 0 0,-1 1 0 0,0 1 0 16,-1 0 0-16,-2-1 0 0,-1 2 0 0,-3-1-128 0,-1 0 128 0,-1-1 0 15,-2 1 0-15,-2 1-128 0,-1-2 128 0,-2 1 0 16,0 0 0-16,-2 1 0 0,0 0 0 0,-2 0 0 15,0 0-176-15,-2 3 176 0,2 0 0 0,-2-2 0 16,1 4-128-16,-1-2 128 0,0 3 0 16,1 0 0-16,0 1 0 0,0 2 0 0,-2 3 0 0,0 3 0 15,-1-1 144-15,-2 4-144 0,2-3 0 0,-1 5 0 16,-4 1 0-16,-2 1 0 0,1 0 0 0,-1 1 0 16,-3 1 0-16,0-5 0 0,0 3 0 0,-2-3 0 15,5 0 0-15,-2-1 0 0,0-2 0 0,2 0 0 0,0-1 0 16,5-2 0-16,2 0 0 0,1-1 0 15,1-2 0-15,4-2 0 0,1-1 0 0,2-1 0 16,2 0 0-16,1-3 0 0,3-4 0 0,2-1 0 0,3-2 0 16,1-2 0-16,1-3 0 0,0-1 0 0,1 0 0 0,1-2 0 15,-2-1 0-15,0 0 0 0,0 0 0 0,-1 0 0 16,-3 0 0-16,-1 0 0 0,-1-2 0 0,-1 2 0 16,-1 0 0-16,-3 0 0 0,0 0 0 0,-2 0 0 15,1 0 0-15,-3-2 0 0,1 5 0 0,-1-2 0 16,2 4 0-16,-1 0 0 0,1 3 0 0,-1 0 0 15,1 1 0-15,-1 4 0 0,1-1 0 0,-1 4 0 16,2-2 0-16,-2 4 0 0,0-1 0 0,-1 4 0 16,0 3 0-16,-2 2 0 0,1 1 0 0,-2 2 0 15,1 2 0-15,1 1 0 0,0 3 0 0,0 1 0 16,1-2 0-16,0 2 0 0,2 1 0 0,-1-5 0 0,1 3 0 16,1-3 0-16,-2 1 0 0,1 0 0 0,-1-3 0 15,-2 1 0-15,0 1 0 0,-1-3 0 0,-2 2 0 16,-1-2 0-16,0-2 0 0,-2 4 0 15,-2 1 0-15,-5 2 0 0,0 1 128 0,-3 0-128 0,1 2 0 16,-1-1 128-16,1 0-128 0,1-1 0 0,2-1 0 0,4-4 0 16,0-3-192-16,5-1 192 0,3-4 0 0,3-2 0 15,4-2 0-15,3-4 0 0,2-2-384 0,4-2 48 16,3 0 0-16,1-4-13696 0</inkml:trace>
  <inkml:trace contextRef="#ctx0" brushRef="#br1" timeOffset="203345.45">19983 10656 1839 0,'-4'-28'0'0,"0"9"0"0,2 3 0 0,-1 7 160 0,2 5-160 15,0 0 0-15,-2 1 0 0,0-3 0 0,-4-7 1152 0,-1-5 192 0,-2 2 32 0,0-1 16 0,0 6 624 0,3 4 128 0,-1 3 32 0,5 2 0 0,0 4-64 0,2 2 0 0,1-2 0 0,2 6 0 16,2-2-1024-16,2 4-192 0,2 2-64 0,3 1 0 15,2-1-384-15,2 0-64 0,3 1-32 0,0-2 0 16,2 1-16-16,1 1 0 0,1-1 0 0,2 0 0 16,-3-2-64-16,1 3-16 0,-1-1 0 0,0-2 0 15,-1 3-256-15,0 2 128 0,-2-1-128 0,-1 1 0 16,2-3 0-16,-2 2 0 0,-1 1 0 0,-1-2 0 16,0 2 0-16,-1-3 0 0,-2 2 0 0,-1-2 0 0,-1-2 0 15,-1 3 0-15,-2-5 0 0,-2 2 0 0,-1 0 128 0,-2-4-128 16,-1 0 0-16,-2 1 0 0,1-4 0 0,-2 3 0 15,-1-3 0-15,0 1 0 0,-1-2 0 0,-1-2 0 16,1 0 0-16,2 0 0 16,-1 0-1024-1,1-2-192-15,1-1-64 0,-2 2-10256 0</inkml:trace>
  <inkml:trace contextRef="#ctx0" brushRef="#br1" timeOffset="203772.57">19939 10978 5519 0,'-10'13'496'0,"4"-10"-496"0,0 4 0 0,-1 1 0 0,3-4-448 0,2-2-192 16,-1 2-48-16,-1-1 0 0,-2 4 1968 0,-4 3 400 0,2 0 80 0,0-2 16 15,2 1-192-15,5-5-48 0,2-4 0 0,3-4 0 16,2-1-224-16,4-2-48 0,1-3-16 0,4-2 0 16,2-5-288-16,0 3-64 0,-1 0-16 0,2-1 0 15,0-1-304-15,1 0-48 0,-1 4-16 0,-2-1 0 16,-1 1-64-16,-1 2-32 0,0 1 0 0,-1 2 0 16,2 1-112-16,0-4-32 0,1 4 0 0,1-4 0 15,2 1-144-15,-1-1-128 0,2 0 192 0,1-2-192 0,1 0 128 16,-1-1-128-16,0 0 0 0,-1 0 0 0,-1 2 128 15,-3 1-128-15,-4 0 0 0,-1 2 0 0,-3 3 0 16,-2 0 0-16,-4 4 0 0,-2 1 0 0,-1 0 0 0,-3 3 0 16,-1 3 0-16,-3 1 0 0,2-1 0 0,-5 1 0 15,-2 2 0-15,0 1-144 0,0-2 144 0,1-1 0 16,3 0 0-16,1-3 0 0,1 1-240 0,2-4 48 16,2 1 0-16,1 1 0 15,1-3-1200-15,1 0-224 0,0-3-48 0,1 3-8448 0</inkml:trace>
  <inkml:trace contextRef="#ctx0" brushRef="#br1" timeOffset="204788.46">20224 10564 5519 0,'-4'-6'240'0,"2"3"64"0,-1 2-304 0,1-1 0 0,0 2 0 0,1 0 0 16,0 0 1232-16,-2 2 192 0,-1-1 48 0,-3 4 0 15,0 2 192-15,-2 2 32 0,1 4 16 0,-1 0 0 16,2 3-384-16,0 1-80 0,2 1-16 0,2 3 0 15,0 1-400-15,1-2-96 0,1 1-16 0,-2 1 0 16,2-2-192-16,-3 0-32 0,2 1-16 0,-1-5 0 16,-1 3-224-16,0-3-32 0,-1 0-16 0,-3-1 0 15,2-2-208-15,-3 2 176 0,1-1-176 0,-2 1 160 16,0-4-160-16,1 0 0 0,1-1 0 0,-1 0 128 16,0-4-128-16,1 2 0 0,0-3 0 0,1 0 0 15,1-1 0-15,-1-1 0 0,4-2 0 0,-1-1 0 0,3-1 0 16,-1 1 0-16,2-3 0 0,2-1 0 0,1-2-128 15,1 0 128-15,2-4 0 0,1 0 0 16,1-2-400-16,1-1-16 16,2 1 0-16,-1-3 0 0,-2 2-416 0,1 0-96 0,0 0-16 0,-3 0 0 15,0 1 368-15,-2 0 80 0,0-1 16 16,-2 3 0-16,-2 0 288 0,-2 2 48 0,-1 0 16 0,-2 3 0 0,1 4 128 16,-2-1 0-16,-4 2 0 0,0 0 0 0,-1 0 144 0,1 2-144 15,1-1 192-15,0 2-192 0,-1 3 592 0,1-3 16 16,1 4 0-16,0-1 0 0,0 0-16 0,0 0 0 15,1 4 0-15,1-3 0 0,-1 1-272 0,4-2-48 16,-2-1-16-16,2 2 0 0,0-3 0 0,0 3 0 16,2-4 0-16,-2 0 0 0,1-2-256 0,1 2 0 0,-1-3 0 0,1 1 0 15,1-1 192-15,0 0-192 0,0-1 192 16,0-2-192-16,0 2 0 0,0-2 0 0,1 0 0 0,1-4 0 16,0 1 128-16,1 0-128 0,-1 0 0 0,2-3 0 15,0 2 0-15,0-3 0 0,0 1 0 0,0 1 0 16,-2 0 128-16,1 2-128 0,-1-3 0 0,1 2 0 15,1 1 176-15,-2 0-176 0,0-1 160 0,1 4-160 16,-1-2 192-16,1 4-48 0,1-2-16 0,-2 3 0 16,3 3 416-16,-1-2 80 0,1 4 16 0,1-2 0 15,0 6-256-15,0-1-32 0,2 0-16 0,-1 0 0 16,2 1-48-16,2 0-16 0,0 1 0 0,3 2 0 16,0-3-16-16,1 3-16 0,1-2 0 0,0 3 0 15,-1 0 0-15,-1 0 0 0,-1-1 0 0,0-2 0 16,-1 3-96-16,-2-1-16 0,0 0 0 0,-1-2 0 15,-2-3-128-15,0 4 128 0,2-1-128 0,0 3 128 0,-1-2-128 16,0 0 0-16,0 1 0 0,0-2 0 0,1 0 0 0,-2-1 0 16,-1 1 128-16,0-4-128 0,-1 0 0 0,-1 0 0 15,0-2 0-15,-2 2 0 0,-1-2 0 16,-1-4 0-16,-1 2 0 0,0 0 0 0,-3-2 0 0,-1-2 0 16,-2 2 0-16,-3-2 0 0,0-1 0 0,-4 0 0 15,0-1 0-15,-4 0 0 0,2-1 0 0,-2-1 0 16,-2 0 0-16,1-2 0 0,2 2 0 0,0 0 0 15,2 0 0-15,1 0 0 0,1 2 0 0,0-2 0 0,1 2 128 16,1 2-128-16,1-2 0 0,1-1 0 0,1 4 0 16,1-4 0-16,1 1 0 0,3 0 0 0,-1-2 0 0,1 0 0 15,1 0 0-15,1-2 0 0,2 0 0 16,0-2 0-16,3 0 0 0,1-1 0 0,1 0 0 0,3 0 0 16,1 1 0-16,2 0 0 0,0 0 0 0,2-2 0 15,-1 3 0-15,4-1 0 0,-1 4 0 0,0-4 0 16,0 4 0-16,-1 0 0 0,-2 2 0 15,0-1 0-15,-1 1 0 0,-3 3 0 0,-1 1 0 16,0 0 0-16,-3 0 0 0,0 1 0 0,-2-1 0 0,-1 0 0 16,-1 3 0-16,-1-3 0 0,0 1 0 0,-1-1 0 15,-2 2 0-15,-1 1 0 0,-1-2 0 0,0 2 0 16,-1 0 0-16,-1 2 0 0,-1 1 0 0,1-2 0 16,0 2 0-16,-1 0 0 0,1 1 0 0,-1-1 0 15,1 1 0-15,1 2 0 0,1 1 0 0,0 2 0 16,4-2 0-16,-1 0 0 0</inkml:trace>
  <inkml:trace contextRef="#ctx0" brushRef="#br1" timeOffset="207159.31">22871 7623 13823 0,'-2'-12'1216'0,"1"2"-960"0,-1 4-256 16,2 4 0-16,-1-2-816 0,0 1-208 0,-2-7-32 0,0-6-16 0,-2 0 1936 0,0-1 384 0,1 3 80 0,-1 6 16 0,3 4 64 0,-2 4 0 16,1 4 16-16,2 4 0 0,0 2-656 0,0 5-144 15,0 2-32-15,1 6 0 0,-2 1-80 0,1 1 0 16,0 4-16-16,0-1 0 0,-2-2-208 0,1 1-32 15,-1-1-16-15,-1-1 0 0,1-2-32 0,-1 0 0 16,-1-2 0-16,-1 1 0 0,0 0-32 0,-2 0-16 16,1 3 0-16,-2-1 0 0,2 0-160 0,-1 4 128 15,0 0-128-15,-2 4 128 0,1-2-128 0,2 1 128 16,-1-3-128-16,2 1 128 0,1-1-128 0,0-6 0 0,3 1 0 16,-1-5 0-16,1 1 0 0,2-7 0 0,1-2 0 0,-2 0 0 15,0-4-128-15,-1-2 128 0,1-2 0 0,-1 1 0 16,0-3-256-16,0 0 32 0,-2-3 0 0,1 1 0 31,-1 1-608-31,-1-4-112 0,-1 1-16 0,-1-2-16 0,1 0 480 0,0-1 112 0,0 0 0 0,1 1 16 16,0-4 368-16,0 1 0 0,1 1 0 0,1-2 0 15,1 0 0-15,1 0 0 0,0-2 0 0,1-1 0 16,1 1 0-16,-1 2 0 0,3 0 0 0,-2-2 0 16,3 2 0-16,-2 1 256 0,1 3 0 0,-2 2-16 15,0 0 336-15,0 2 80 0,1 2 16 0,-2 2 0 16,0 2-64-16,0 2-16 0,0 1 0 0,-2 2 0 15,1 1-112-15,0 3-32 0,1 2 0 0,-1-2 0 16,1 3-112-16,1 0-16 0,0 0-16 0,0 2 0 16,3-5-32-16,-2 2 0 0,3-1 0 0,0-2 0 15,2-2 16-15,-1 2 0 0,0-2 0 0,0 0 0 16,0-1-16-16,0-1 0 0,1 2 0 16,-1-3 0-16,0 0-144 0,0-2-128 15,-1 1 192-15,1-2-192 0,-1-1 128 0,1-3-128 0,-1 3 0 0,0-3 0 0,2-3 0 16,-3 1 0-16,3-2 128 0,0 1-128 0,0-6 0 0,1-1 0 15,2 0 0-15,0-2 0 0,1-4 0 0,-3 1 128 16,1 1-128-16,1-2 0 0,0-2 128 0,1-2-128 16,0 1 0-16,-1 1 0 0,-3 2 128 0,2 1-128 15,-1 2 144-15,-2 4-144 0,0 1 144 0,-2 0-144 16,-1 4 128-16,0 0-128 0,-1 2 0 0,-2-1 0 0,2 3 0 16,-4 3 0-16,0-1 0 0,-2 2 128 15,-1 2-128-15,-1 0 0 0,-3 4 0 0,-1 2 0 0,-2 2 0 16,0 1 0-16,-2 3 0 0,-1-1 0 15,2 0 128-15,-2 0-128 0,-1 3 0 0,1-5 0 0,0 2 0 16,0-2 128-16,3-1-128 0,-1 0 192 0,1-1-192 0,3-3 192 16,1-1-64-16,0 0-128 0,0-1 192 0,2 0-64 15,1-2-128-15,1-2 0 0,3 0 0 0,1-2 0 16,1-2 0-16,4 0 0 0,1-3 0 0,3-2 0 16,-1-2 0-16,3 3 0 0,3-8 0 0,1 2 0 15,1-2 0-15,1-1 0 0,-1 0 0 0,0-2 0 16,-1 4-128-16,-1-1 128 0,-3 1 0 0,-1 3 0 15,-3-2 0-15,0 4 0 0,-3 0 0 0,-1 0 0 16,-2 2 0-16,-2 2 0 0,0-2 0 0,-2 1 0 16,0 3 0-16,-2-2 0 0,-2 4 0 15,0-2 128-15,0 4-128 0,-2 1 0 0,0-1 0 0,-1 3 0 16,-1 2 0-16,0 1 0 0,0 2 0 0,0-2 0 0,1 2 0 0,0 1 0 16,1-1 0-16,2 1 0 0,1-4 0 15,2 0 0-15,3-2-192 0,0 2-14848 16</inkml:trace>
  <inkml:trace contextRef="#ctx0" brushRef="#br1" timeOffset="208167.24">22661 8616 1839 0,'3'-5'0'0,"-2"4"160"0,0-2-160 0,-1 0 0 0,1 3 0 0,-1-4 0 0,0 4 880 0,0-2 144 0,1-4 16 0,-1-2 16 0,-1 2 384 0,-1-5 80 0,-2 4 16 0,-1-3 0 16,-1 1 304-16,-2 0 64 0,0 2 16 0,-2-2 0 15,-1 3 64-15,0 0 0 0,0 2 16 0,-2 3 0 16,3-2-624-16,0 3-128 0,1 0-32 0,-1 3 0 15,1-2-592-15,2 3-128 0,0 1-32 0,1 1 0 16,2 0-208-16,0 4-32 0,1 0-16 0,1 0 0 16,0 2-208-16,2 3 176 0,2-4-176 0,-1 4 160 15,3-3-160-15,0-2 0 0,4 3 0 0,-1-1 128 16,2-2-128-16,1-4 0 0,1 0 0 0,0 1 0 16,1-6 0-16,1 1 0 0,2-2 0 15,-2-3 0-15,2-2 0 0,-1-2 0 0,-1 0 0 0,1-2 0 0,-2-1 0 16,1 1 0-16,-3-1 0 0,-2-3 0 0,0 1 0 15,-2 2 0-15,0-2 0 0,-2-3 0 0,-1 1 0 16,-1 2 0-16,-1-4 128 0,-1 1-128 0,-1 1 288 0,-2-1 32 16,-1 2 0-16,0 0 0 0,-1 0 64 0,-2 1 0 15,1 3 16-15,-1 1 0 0,-1 2-80 0,0 4-32 16,-1-2 0-16,-1 4 0 0,0 4-96 16,-1 0 0-16,0 4-16 0,-1 2 0 0,1 0-176 15,-3 5 0-15,2 1 144 0,-2 4-144 0,2 1 0 0,-1 1 128 16,2 3-128-16,1-2 0 0,2 2 0 0,1-3 0 15,4 3 0-15,0-5 128 0,4-2-128 0,1-3 0 0,3-1 0 16,2-2 0-16,3-5 0 0,1 0 0 0,3-5 0 16,-1-2 0-16,2-2 0 0,1-2 0 0,1-5 0 0,1-1-128 15,-1-2 128-15,-1-2 0 16,0-2 0-16,-2 0 0 0,-3-1 0 16,-2 0 0-16,-1-2 0 0,-3 1 0 0,0 4 0 0,-2-3 0 15,-2 1 0-15,-2-2 128 0,-1 0-128 0,0 2 0 0,-1 3 0 0,0-2 0 16,-2 5 0-16,-1-2 128 0,1 5-128 0,-2 1 0 15,1-1 256-15,-1 5-32 0,-1 2 0 0,1 2 0 16,1 0-80-16,-2 3-16 0,1 4 0 0,-3 4 0 16,0 3-128-16,0 0 0 0,2 0 0 0,-1 3 128 15,2 3-128-15,-1-2 0 0,2 1 0 0,2-2 0 16,3 0 0-16,0-4 0 0,2-3 0 0,3-1 0 16,1-2 0-16,1-3 0 0,1-2 0 0,2-2 0 0,1-4 0 15,1-2 0-15,0-2 0 0,2 0 0 0,-2-4 0 0,-1 0 0 16,2-2 0-16,-2-3 0 15,0 1 0-15,-2-1 0 0,0 2 0 0,-3-2 0 0,0-1 0 16,-2 2 0-16,-1-3 0 0,-2 3 0 16,0 2 0-16,-2 0 0 0,0-1 0 15,-3 3 0-15,0 0 0 0,0 4 0 0,-1 0 0 0,0 4 0 16,-2 0 0-16,2 2 0 0,-1 2 0 0,-1 3 0 0,1 1 128 0,-1 0-128 16,2 4 128-16,0 0-128 0,2 0 192 0,-1 2-32 15,0 0-16-15,2 2 0 0,0 1-144 0,1-5 0 16,2 2 0-16,1-2 128 0,1-1-128 0,2-3 0 0,2 0 0 0,2-2 0 15,0-4 0-15,4 0 0 0,-1-4 0 16,0-2 0-16,-1 0 0 0,2-3 0 0,0-1 0 16,1-5 0-16,-2 2 0 0,-2-4 0 0,-2 3-144 0,-2 0 144 15,-4-2 0-15,-1 4 0 0,-1-1 0 0,-3 1 0 16,-1 2 0-16,-2 0 0 0,-1 0 0 0,0 4 0 16,-1 4 0-16,-1-1 0 15,2 6 0-15,-2 0 0 0,1 6-368 0,2 1-16 16,2 2 0-16,2 7-16768 0</inkml:trace>
  <inkml:trace contextRef="#ctx0" brushRef="#br1" timeOffset="209025.58">20146 10802 3375 0,'1'0'0'0,"-1"0"0"0,0 2 0 0,0-2 0 0,0 0 0 0,1 0 0 0,-1 1 0 0,2 2 0 0,-2 0 0 0,1 2 0 16,-1-1 0-16,1 2 0 0,0 0 0 0,2-2 0 16,3 2 0-16,-1-2 0 0,0 1 0 0</inkml:trace>
  <inkml:trace contextRef="#ctx0" brushRef="#br1" timeOffset="209188.49">20386 10966 4607 0,'-4'-1'400'0,"2"1"-400"0,2 0 0 0,0-2 0 0,0 2-192 0,0 0-112 16,0-1-16-16,-2-1-16 0,1 1 336 15,2-2 0-15,1-1 0 0,0-2 0 0</inkml:trace>
  <inkml:trace contextRef="#ctx0" brushRef="#br1" timeOffset="209357.1">20226 10703 1839 0,'-15'3'160'0,"6"0"-160"0,-1 3 0 0,3-1 0 16,5 0 0-16,0-1-256 0,-2 2 64 0,-2 1 16 15,-3 8 176-15,-2 4 0 0,0 3 160 0,1-2-32 16,2-2 16-16,3 1 16 0,2-3 0 0,2-3 32 16,1 0-192-16,2-2 0 0,2-1 0 0,1-3 0 15,2-2 0-15,-1-1 0 0</inkml:trace>
  <inkml:trace contextRef="#ctx0" brushRef="#br1" timeOffset="209888.39">20179 10649 2383 0,'-5'-3'208'0,"0"3"-208"15,2 0 0-15,1 0 0 0,1 1 0 0,0 1 0 16,-4 1 0-16,-2 1 0 0,-3 2 0 0,0 4 0 15,0 2 0-15,1 4 0 0,2 0 0 0,1 3 0 0,1 3 0 0,1 0 0 16,2 3 0-16,-1-3 0 0,2 3 0 0,0-5 0 16,2 0 0-16,0 1 0 15,0-3 0-15,1-2 0 0,1 0 0 0,1 0 0 0,1-3 0 0,-1-1 0 16,2-5 0-16,0 0 0 0,0-4 0 0,2 0 0 16,0-3 0-1,2-3 0-15,1 0 0 0,0-4 0 0,1 0 0 0,0-4 0 0,0 1 0 16,-1-4 0-16,1 2 0 15,-4-3 0-15,1 2 0 0,-3-6 0 0,-1 3 0 0,-3 0 0 0,0-3 0 0,-2 3 0 16,-3-3-128-16,1 1 128 16,-2 1 0-16,-1-2 0 0,-1 1 0 0,0-2 0 0,-2-1 0 0,1 5 0 15,-2 0 0-15,2 0 0 0,-1 3 0 0,1 1 0 16,-2 3 0-16,1 4 0 0,0 3 0 0,-2 2 0 16,2 2 0-16,-1 3 0 0,0 4 0 0,1 1 0 15,-1 2 0-15,-1 1 0 0,1 1 0 0,1 3 0 16,-1 0 0-16,1 1 0 15,0 1 0-15,1 1 0 0,-2 1 0 0,2-3 0 16,0 2 0-16,1-1 0 0,1-3 0 0,3 0 0 0,1-4 0 0,1 2 0 16,1-3 0-16,3-1 0 0,0 0 0 0,1 0 0 15,2-1 0-15,-1 0 0 0,2 1 0 0,1-1 0 16,0-2 0-16,1 2 0 0,0-6 0 0,-1 2 0 16,0 0 0-16,0-2 0 0,-3-1 0 0</inkml:trace>
  <inkml:trace contextRef="#ctx0" brushRef="#br1" timeOffset="210026.31">20087 11004 2335 0,'3'-3'208'0,"0"-1"-208"0,-1 1 0 0,1 2 0 0,-1 1 0 0,2-2 0 0,3-4 0 0,6-4 0 0</inkml:trace>
  <inkml:trace contextRef="#ctx0" brushRef="#br1" timeOffset="211523.6">20155 10776 2751 0,'-4'3'256'0,"1"0"-256"0,2-2 0 0,0 1 0 0,0-2 432 0,-1 3 32 16,0 1 16-16,-3 2 0 0,0 0 656 0,-1 4 128 15,0-4 16-15,2 0 16 0,0 0-96 0,2-2-32 16,-1-1 0-16,0 0 0 0,1-3 176 0,0 3 48 16,-2-3 0-16,2-3 0 0,-2 3-112 0,-1-3 0 15,0 3-16-15,0-5 0 0,0 1-160 0,-1 0-16 16,1 1-16-16,-1-4 0 0,1 2-176 0,0 2-16 16,-1-6-16-16,1 2 0 0,0-2-160 0,0 2-16 0,0-3-16 15,3-3 0-15,-1 5-240 0,2-5-48 0,0 0-16 0,-1-2 0 16,2 1-144-16,0-4-32 0,2-1 0 15,-1-1 0-15,0 2-16 0,0-4-16 0,2-3 0 0,1-1 0 16,-1-5 96-16,1-1 32 0,1 0 0 0,0-3 0 16,0 0-80-16,0-3-16 0,-2-2 0 0,1 1 0 15,-1-1-192-15,-1-1 144 0,-1 2-144 0,3-8 128 16,1-7-128-16,1-3 0 0,2-6 0 0,3-7 0 16,1-1 0-16,5-4 0 0,2 4 0 0,6-5 0 15,4-3 0-15,5-1 0 0,2-1 0 0,1 8 0 16,-1 9 0-16,4-3 0 0,10-1 0 0,3 4 0 15,6 3 0-15,2 5 0 0,3 4 0 0,2 1 0 16,-2 3 0-16,-2 3 0 0,0 7 0 0,0 1 0 16,1 5 0-16,-2 1 0 0,-2 8-176 0,-5 4 176 15,-6 4 0-15,-7 2 0 0,-4 6 0 0,-5-2 128 0,-3 6-128 16,-6-1 0-16,-1 1 0 0,-2 1 0 0,-1 2 0 0,-2 0 0 16,-1 2 0-16,-1-2 0 0,-1 0 0 15,-3 0 0-15,-1 3 0 0,-2-6 0 0,0 3 0 0,-2 0 0 16,-2 0 0-16,-1 0 0 0,-1 0 0 0,-1-2 0 15,0 1 0-15,-1 1 0 0,-1-3 144 0,0 3-144 16,-1 0 192-16,0-2-192 0,2 2 128 0,0 0-128 16,0 0 0-16,0 0 0 0,0 0 0 0,-21-1 0 0,16 1 0 15,1 1 0-15,2 1-192 0,-1-2 16 0,0 3 0 16,-1-2 0 0,0 1-352-16,0 1-80 0,2 1-16 0,-3-2 0 15,1-2-144-15,-1 4-16 0,2-3-16 0,-2 1 0 16,1 1-16-16,-2-2 0 0,1 2 0 0,-1-3 0 15,1-3-496-15,1-1-96 0,0 1-32 0,2-3 0 16,1-4-672-16,1 1-144 0,0-5-32 0,0 0 0 0,1 0 32 16,0-3 0-16,0 3 0 0,-1-2 0 0,0 4 1056 15,0 2 224-15,-1 0 32 0,-1 1 16 0,-1 3 736 0,-1 0 192 0,1 2 0 0,-1 2 0 16,-1 0 752-16,0 2 176 0,-1 0 32 0,2 0 16 16,0 0 400-16,1 0 80 0,0 0 16 0,1 0 0 15,1 0-64-15,1 0 0 0,1 0 0 0,1 0 0 16,0 0-304-16,0 0-64 0,-2 0-16 0,0 0 0 15,0 0-32-15,27 0-16 0,-16 0 0 0,2 0 0 0,0 0-16 0,3 0-16 16,3 2 0-16,2-2 0 0,1 2-160 16,2-1-16-16,-1 4-16 0,1-3 0 0,-2 3-208 15,-1 1-32-15,-3 0-16 0,0-2 0 0,-2 2-80 0,-1 0-16 16,-2 0 0-16,1 0 0 0,-3-1-272 0,0 1-128 16,-1 1 0-16,0 1 128 0,0-2-128 15,0 1 160-15,-2-1-160 0,1 0 160 0,0 1 32 0,-2 0 0 16,1-1 0-16,-2 2 0 0,1-1-48 0,-2-4 0 15,-1 4 0-15,0-4 0 0,-1 0 144 0,-2 3 32 16,1-2 0-16,-4 2 0 0,0-3-32 0,-3 4 0 16,-1-1 0-16,-3 3 0 0,-3 0 64 0,-3 4 16 0,-1 0 0 15,-3 2 0-15,-5 3-112 0,-6 6-32 0,-6 1 0 16,-3 7 0-16,-2-1-96 0,0 4-128 0,-1-1 176 0,4 2-176 16,2-1 0-16,2-1 0 0,1 5 0 0,3 4-17840 15</inkml:trace>
  <inkml:trace contextRef="#ctx0" brushRef="#br1" timeOffset="214222.25">19440 11133 2607 0,'2'0'240'0,"0"0"-240"15,-1 0 0-15,-1 0 0 0,0 0 0 0,1 0 0 16,0 0 0-16,2 0 0 0,0 0 0 0,0 0 0 15,-1-3 0-15,1 3 0 0,-2-1 0 0,2 1 0 0,-2-2 0 16,0-1 0-16,0 2 0 0,2-1 0 16,0-2 0-16,1-1 0 0</inkml:trace>
  <inkml:trace contextRef="#ctx0" brushRef="#br1" timeOffset="-210079.68">21583 11503 911 0,'12'-7'0'0,"-3"-1"0"0,-1 2 0 0,-3 2 0 0,-1 4 256 0,-3-3-16 0,2 2-16 0,2-1 0 0,2-2 656 0,2-2 128 0,-1 0 16 0,1-3 16 0,-3 3-336 0,-1 1-64 15,-1 0 0-15,-3-1-16 0,2 2 0 0,-2-3 0 16,0 0 0-16,2-1 0 0,-2-1-128 0,1-1-32 15,2-2 0-15,0-1 0 0,1 2-160 0,1-5-48 16,1-1 0-16,2-3 0 0,-2 0-32 0,1-4-16 16,0-1 0-16,-1-1 0 0,-1-1 48 0,-1 1 0 15,-2-3 0-15,0 3 0 0,-2 4 160 0,-1-3 32 16,-1-7 16-16,-3-5 0 0,-1-1 160 0,0-1 16 16,-1 2 16-16,-1-5 0 0,-1 2-192 0,0-4-32 15,-1 0-16-15,-1 3 0 0,1 5-272 0,-3-5-144 0,-3-3 160 16,-2-1-160-16,-4-2 240 0,-4 3-48 0,-2-3-16 15,-4 0 0-15,-1 0-176 0,-3 2 0 0,1 3 0 0,-2 1 0 16,-1 1 0-16,-9-2 0 0,-10-4 0 0,-5 0-176 16,-4 0 0-16,2 7 0 0,0 2 0 0,-2 2 0 15,-3 3 176-15,-4 3 0 0,-2 3 0 0,-3 3 128 16,-3 6-128-16,-2 1 0 0,-2 1 0 0,-1 6 0 16,-1 4 0-16,0 3 0 0,-1 2 0 15,-9 6 128-15,-12 1-128 0,-6 6 0 0,-2 5 0 16,1 1 0-16,4 5 0 0,1 2 0 0,2 3 0 15,6-1 128-15,6 1-128 0,5 0-192 0,-1 8 64 16,5 1 0-16,5-4 128 0,8 0 0 0,8-1 0 0,-4 5-128 16,-5 4 128-16,-2 8 0 0,-4 3 0 0,3 1 0 0,4-3 0 15,6 0 0-15,4 0-144 0,7-2 144 0,6-1 0 16,-1 5-144-16,0 8 144 16,2 2 0-16,4 1 0 0,4-2 0 0,5-5 192 0,8-6-48 0,6-7-144 15,-1 9-224-15,1 12 48 0,2 6 16 0,5 2 160 0,3-6 0 16,7-4 0-16,2-8 0 0,4-5 0 0,5 6 0 15,5 2 0-15,8 4 0 0,4 0 0 0,5-3 0 16,4-6 0-16,5-2 0 0,5-4 0 0,2-2 0 16,3-1 0-16,7-2 0 0,7 1 176 0,7-1-48 15,4 2 0-15,3-3 0 0,3-3 112 0,2-4 16 16,4-4 0-16,2-3 0 0,0-4-256 0,3-5 0 16,6 4 0-16,0-3 0 0,0-3 0 0,1-4 144 15,-1-4-144-15,3 2 128 0,0 1 64 0,2-6 0 16,-1-6 0-16,5-3 0 0,4-2-192 0,-1-3 0 15,3-1 0-15,-4-5 0 0,-4-2 0 0,0-2 0 0,3 1 0 16,-5-7 0-16,-4-1 0 0,-5-2 0 16,-2-4 0-16,-1-3 0 0,-5-2 128 0,-5 1 0 0,-8 3 0 15,-3-2 0-15,-1 0 288 0,5-3 48 0,5-4 16 0,2-3 0 16,-6 1 48-16,-4 3 16 0,-2 0 0 0,-7-3 0 16,-3-1-336-16,-6-2-64 0,-7 6-16 0,-8 3 0 15,-2-3-128-15,-3-2 0 0,-4-5-160 0,-4-7 160 16,-5 2-128-16,-4-1 128 0,-2-8 0 0,-4 1-144 15,-1 11-96-15,-4-11-16 0,-1-4 0 0,-3-2 0 16,-2-2 256-16,-4-2 160 0,-2-4-32 0,-3 8 0 16,2 10 192-16,-7-6 48 0,-5-6 0 0,-6-4 0 15,-5 5 224-15,-2 3 48 0,-5 2 16 0,3 13 0 16,1 3-336-16,-7 2-80 0,-12-3-16 0,-10 5 0 0,-3 1-224 16,-6 7 0-16,-3 2 128 0,1 7-128 0,1 0 0 0,-2 3-288 15,0 5 64-15,1 2-8512 16,4 5-1696-16</inkml:trace>
  <inkml:trace contextRef="#ctx0" brushRef="#br1" timeOffset="-208739.55">20042 10804 15663 0,'-7'-25'1392'16,"2"9"-1120"-16,1 1-272 0,1 5 0 0,2 7-1408 0,0-1-352 0,0 2-64 0,0-5-16 0,-1-3 2416 0,0 1 496 0,-1 2 80 0,3-1 32 0,0 5-864 0,0 3-192 0,3 5-128 15,-2 1 192-15,0 4-192 0,-1 3 0 0,0 0 0 0,-2 3 0 0,-1 2 0 0,-2-1 0 16,-1 2 0-16,-1-5 0 0,-1 2 0 15,0 0 0-15,-1-2 0 0,2-2-176 0,-1 1 176 0,2-5 0 16,0 2 0-16,1-3 0 0,1 0 0 0,3-1 128 0,1-1-128 0,1-1 0 16,3 0 608-16,1-2 48 0,0-2 16 0,2 0 0 15,2 0 80-15,1-4 16 0,1 2 0 0,1-2 0 16,2-1-112-16,2-1-16 0,1 0 0 0,1-2 0 16,0-2-400-16,1 2-96 0,-1-2-16 0,0 0 0 15,-2-2-128-15,-2-1 0 0,1-2 0 0,-2 2 0 16,-2-3 0-16,-3 0 0 0,0 0 0 0,-3-2 0 15,-1 5 0-15,-3-3 0 0,-2 3 0 0,-2 3 0 16,-1 2 0-16,-2 2 0 0,-3 4 0 0,-2 0 0 16,-2 6 240-16,-2 0 16 0,0 6 0 0,-3 3 0 15,-2 3 0-15,0 1 0 0,-1 4 0 0,2 1 0 16,2 1-256-16,1-1 0 0,4-4 0 0,-1 1 0 0,5-2 0 0,0 1 0 16,3-1 0-16,3-2 0 0,2-3 0 0,1-2 0 15,3-1 0-15,2-2 0 0,1-1 0 0,3-6 0 16,1 3 0-16,2-3 0 0,3-3 0 15,1 0 0-15,4-4 0 0,0-2 0 0,0-3 144 16,1 1-16-16,-1-1 0 0,-1-3 0 16,-1-1 0-16,-4-3 0 0,-2 3 0 0,-3-3 0 0,-1 0-128 0,-6 1 0 15,1-2 0-15,-5 1 128 0,-2 3-128 0,-1 4 0 16,-5-3 0-16,-2 4 128 0,-2 2 64 0,-3 3 0 16,-2 2 0-16,-5 4 0 0,0 6-192 0,-2 1 0 15,-2 2 0-15,2 1 0 0,-1 0 0 0,2 3 0 0,-2 1 0 16,0 0 0-16,2-2 0 0,3 2 0 15,3 1 0-15,2-3 0 0,2 2 0 0,4-3 0 16,3 0 0-16,2 0 0 0,3-1 0 0,2 0-176 16,4 0 48-16,1-1 0 0,4-3 128 0,2 1 0 0,1 2 0 0,3-3 0 15,1-2 0-15,3 2 0 16,2-2 0-16,1 1 0 0,0-4 0 0,2 1 0 0,-1 1 0 16,2-2 0-16,0 1 0 15,-1-2 176-15,0-2-48 0,-3-2 0 0,-2 1-128 0,-2 0 0 0,-2-3 0 0,-2 0 0 16,0-2 0-16,-3 0 0 0,-1-1-160 0,-1-1 160 15,-2 0 0-15,-4-2 0 0,0 2 0 0,-5-2 0 16,0-1 0-16,-6 1 0 0,-1-2 0 0,-4 2 0 16,-2-3 0-16,-2 1 0 0,-2 2 128 0,-4-2-128 15,0 3 0-15,-1 4 0 0,0-3 0 0,-1 4 0 16,2 1 0-16,-1 4 0 0,0 1 0 0,3 1 0 0,0 4 0 16,2 2 0-16,3 2 0 0,0 3 0 0,3 1 160 0,2 3-32 15,3 0 0-15,2 2 0 0,4-2-128 16,0 3-176-16,3-3 48 0,3 0 0 15,0 3 128-15,5-3 0 0,0 2 0 0,0-4 0 0,-2-2 0 0,2 1 0 16,1-1 0-16,5 2 0 0,2-2 0 0,3 0 0 16,-1-2 0-16,2-1 0 0,-1-3 0 0,0-1 0 15,1-3 0-15,0-2 0 0,-5-2 0 0,1-2 176 16,1-2-48-16,-1 0 0 0,0-1-128 0,-1-6 0 16,0 1 144-16,-1-8-144 0,-3 1 192 0,-4-2-48 15,-2 2 0-15,-4-1 0 0,-2-1-144 0,-4 1 0 16,0-2 0-16,-5 1 128 0,0 1-128 0,-3-1 128 15,0 4-128-15,-3-2 128 0,1 4-128 0,-2 3 0 16,0 4 144-16,-2 2-144 0,1 6 320 0,-1 3-16 0,2 2 0 16,-2 6 0-16,2 1 160 0,0 6 48 0,2 4 0 15,2 0 0-15,5 3-384 0,4-1-128 0,4 5 0 0,6-1 144 16,8 5-144-16,4 1 0 0,7 1-160 16,7 2 160-16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388" units="cm"/>
          <inkml:channel name="Y" type="integer" max="18258" units="cm"/>
          <inkml:channel name="F" type="integer" max="65535" units="dev"/>
          <inkml:channel name="T" type="integer" max="2.14748E9" units="dev"/>
        </inkml:traceFormat>
        <inkml:channelProperties>
          <inkml:channelProperty channel="X" name="resolution" value="1000.29218" units="1/cm"/>
          <inkml:channelProperty channel="Y" name="resolution" value="1000.438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5-12-15T16:34:52.887"/>
    </inkml:context>
    <inkml:brush xml:id="br0">
      <inkml:brushProperty name="width" value="0.05292" units="cm"/>
      <inkml:brushProperty name="height" value="0.05292" units="cm"/>
      <inkml:brushProperty name="color" value="#00B0F0"/>
    </inkml:brush>
    <inkml:brush xml:id="br1">
      <inkml:brushProperty name="width" value="0.05292" units="cm"/>
      <inkml:brushProperty name="height" value="0.05292" units="cm"/>
      <inkml:brushProperty name="color" value="#92D050"/>
    </inkml:brush>
    <inkml:brush xml:id="br2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3773 11411 17503 0,'0'3'1552'0,"0"0"-1232"0,0-1-320 16,1 0 0-16,0-2 560 0,0 3 48 0,1-2 16 0,0 4 0 0,2 1 608 0,1-1 128 0,2 1 32 0,-1-1 0 0,1-5-640 0,0 1-128 0,3-1-32 0,1-1 0 0,3-2 272 0,0-3 48 15,3 3 16-15,-3-6 0 0,4 2-272 0,-2-3-48 16,1 1-16-16,0-3 0 0,1-2-144 0,-1-1-16 15,2-3-16-15,-2-2 0 0,0-1-96 0,-1-3-32 0,0-3 0 0,-2 1 0 16,-3 0-128-16,-2-1-32 0,-2 3 0 16,-2 0 0-16,-1-2-128 0,-4 1 128 0,0 0-128 0,-4 3 128 15,0 0 0-15,-2 2-128 0,0-2 192 0,-4 3-64 16,0 1 80-16,-1 2 16 0,-1 1 0 0,-2 5 0 16,-1 0-224-16,2 6 144 0,2 4-144 0,-2 0 128 15,3 6 0-15,0 2 0 0,2 4 0 0,2 4 0 16,-1 5-128-16,5 2 0 0,-1 3 0 0,3 4 0 15,3 9 0-15,2 2 0 0,1 3 0 0,3 3-176 16,1 1 176-16,2-3 0 0,0-2 0 0,-1-5 0 16,3 1 0-16,-2-7 0 0,0-1 0 0,-3-3 0 15,3 1 0-15,-4-5 0 0,2 2 0 0,-2-1 0 16,0-1 0-16,0 3 176 0,-2-1-48 0,0 2 0 16,-1 3 128-16,-1-2 0 0,-1 0 16 0,-1 0 0 15,-2-5-32-15,0 1-16 0,0-1 0 0,-2-1 0 16,2-3-224-16,-1-1 0 0,1-1 0 0,0-4 0 15,0-2 0-15,0-2-240 0,1-4 48 0,1-3 16 16,-2 0-1904-16,0-3-384 0</inkml:trace>
  <inkml:trace contextRef="#ctx0" brushRef="#br0" timeOffset="211.16">3865 11673 23951 0,'-3'-2'1056'0,"2"-1"224"0,-1 2-1024 0,2 1-256 0,2-2 0 0,-1 0 0 0,1 2 224 0,2-2-16 0,2-2 0 0,3 2 0 0,4-4 1888 0,1-1 368 0,2 0 80 0,1-2 16 15,2 3-1024-15,1-4-192 0,1 2-32 0,1 0-16 16,0-3-544-16,2 1-112 0,-1 0-32 0,-1 0 0 16,0 0-336-16,-3 2-64 0,-3 0-16 0,3 0 0 15,-1-1-192-15,1 2 0 0,0-2 0 0,-2 2 0 16,-2 0-176-16,0 1-80 0,1 0 0 15,-3 0-17920-15</inkml:trace>
  <inkml:trace contextRef="#ctx0" brushRef="#br0" timeOffset="514.99">4610 10947 16575 0,'-4'-3'1472'16,"0"-1"-1168"-16,3 4-304 0,1 0 0 0,0 0 1184 0,-1 0 176 16,-3 0 48-16,-2 0 0 0,-1 1 720 0,-3 4 160 15,0 3 16-15,0 3 16 0,-1 2-1072 16,2 3-224-16,1 3-32 0,-2 1-16 0,3 4-368 0,1 1-80 16,3 4-16-16,-1 0 0 0,1 5-64 0,2 0-32 15,1 1 0-15,1 1 0 0,2-4 96 16,-1-1 0-16,2-3 16 0,0-2 0 0,1-1-16 0,0-4 0 15,0 1 0-15,0-6 0 0,1 0-272 0,1-3-64 16,-1 0-16-16,3 0 0 0,0-1-160 0,2 1 0 16,1-4 0-16,-1-2 0 15,2-1-1536-15,-1-2-320 0</inkml:trace>
  <inkml:trace contextRef="#ctx0" brushRef="#br0" timeOffset="1043.65">4779 11283 14735 0,'-3'-12'1312'0,"1"4"-1056"0,2-1-256 0,0 3 0 0,2 2 976 0,0 3 144 0,1-2 32 0,1-3 0 16,3-2 1392-16,3-3 272 0,2-1 64 0,1 3 16 16,2-1-512-16,1 0-96 0,0 1-32 0,1 2 0 15,0 2-1232-15,0 3-256 0,0 0-64 0,1 2 0 16,-2 0-304-16,-1 6-64 0,-2 0-16 0,-2 4 0 15,1 3-192-15,-5 3-128 0,0 2 160 0,-3 4-160 16,-1 1 144-16,-3-1-144 0,-2 0 128 0,-1-1-128 31,-1-3 128-31,-1 0-128 0,-1-2 0 0,0-1 128 0,-1 1-128 16,3-6 0-16,0 2 0 0,0-4 0 0,2-2 0 0,0-1 0 0,2-4 0 0,0 2 0 0,2-6 0 16,-1 2 0-16,3-5 0 0,-2 0 0 0,1-3 0 0,0-1 0 15,2-4 0-15,0 0 0 0,0-2 0 0,0-4 0 16,1 1 0-16,0 1 0 0,1-2 0 0,-3-1-176 15,1-1 176-15,0 2-192 0,-2 1 192 0,1 1 0 16,-2 2 0-16,2 0 0 0,-2-1 0 0,1 3 0 16,-1 1 0-16,1 3 0 0,0 0 0 0,0 4 0 0,-2 0 0 15,0 6 0-15,-1 0 0 0,0 3 0 16,-1 0 0-16,-1 6 0 0,-2 5 0 16,-1 2 0-16,-1 2 0 0,-2 4 0 0,1 4 0 0,-2 2 0 15,3 0 0-15,1 0 0 0,1 1 0 0,3-3 0 0,0-4 0 16,1-2 0-16,1-2 0 0,0-1 0 0,2 0 0 15,1-4 0-15,2 0 0 0,-1-3 192 0,2-2-32 16,1 2-16-16,0-4 48 0,2 1 16 0,1-4 0 0,0 0 0 16,-1-2-208-16,4-2 176 0,-1 1-176 0,1-3 160 15,0 0-160-15,-1-1 0 0,2-2 0 0,-3 0 0 16,0-1-192-16,-1-1-64 0,-3 0 0 0,1 0-16 16,-4 1-1632-16,-1 0-320 15</inkml:trace>
  <inkml:trace contextRef="#ctx0" brushRef="#br0" timeOffset="1260.96">4961 11370 21183 0,'0'-2'1888'0,"3"1"-1504"0,0 1-384 0,0 0 0 0,0-3 672 0,2 3 64 0,5-4 16 0,5-1 0 16,6 1 1792-16,4-5 352 0,0 5 80 0,-2-4 16 0,1 1-1504 0,-1 0-288 0,2 1-64 0,-3 0-16 0,0-3-864 0,-1 1-256 15,0 0 0-15,-1 0 128 16,-1 0-448-16,-2-1-64 0,-2 2-32 0,0 0 0 16,-3 1-1920-16,-1-2-384 0,-1 0-80 0,-1 2-10960 0</inkml:trace>
  <inkml:trace contextRef="#ctx0" brushRef="#br0" timeOffset="1516.77">5451 10924 11967 0,'-3'-3'1072'0,"2"0"-864"0,1 3-208 16,0-3 0-16,1 3 1856 0,0 0 320 0,2 0 64 0,1 0 0 15,1 3 240-15,3 0 32 0,2 4 16 0,0 1 0 16,1 2 192-16,2 3 32 0,-1 3 16 0,2 1 0 16,-1 4-1632-16,-1 1-336 0,1 0-64 0,-1 7-16 15,1-1-352-15,-2 3-80 0,-1 1-16 0,-3 3 0 16,-1 3-80-16,-2 1 0 0,-3-2-16 0,-1-3 0 15,-1-1-176-15,-2-2 192 0,-2-3-192 0,1-2 192 16,-3 2-192-16,1-2 0 0,1-1 144 0,-1-4-144 16,0 1 144-16,0-2-144 0,2-1 192 15,0-3-192-15,3-3 0 0,0 0 0 0,0-2 0 0,1-4-13056 16,1-3-2624-16</inkml:trace>
  <inkml:trace contextRef="#ctx0" brushRef="#br0" timeOffset="2189.96">6033 11360 12895 0,'-2'0'1152'0,"-2"0"-928"0,4 2-224 0,1-2 0 0,-1 0 1408 0,0 0 256 0,1 2 32 0,-1 1 16 0,2 0 928 0,1 0 192 0,5 1 48 0,-1-2 0 0,4 2-752 0,0-3-144 0,3 0-16 0,0-1-16 15,-1 0-864-15,3-1-192 0,3 0-16 0,-2-3-16 16,3-2-608-16,0 0-112 0,-2-3-16 0,1 2-128 16,-3 2 128-16,-2-3-128 0,-2 3 0 0,-2 0 0 15,-4 3-1872 1,-2-2-432-16</inkml:trace>
  <inkml:trace contextRef="#ctx0" brushRef="#br0" timeOffset="2342.75">6099 11452 1839 0,'-13'6'160'0,"7"-2"-160"0,1-2 0 0,1 2 0 15,3-4 2480-15,0 2 464 0,2 2 80 0,0-4 32 16,2 6 496-16,1-2 96 0,3-1 32 0,2 0 0 0,2 0-688 0,2-2-144 16,1 1-32-16,1-4 0 0,0 1-1424 0,1-4-304 15,0 4-48-15,1-6-16 0,1 5-688 0,-1-2-144 16,-1 0-16-16,-3 4-12096 15,0 0-2416-15</inkml:trace>
  <inkml:trace contextRef="#ctx0" brushRef="#br0" timeOffset="3558.57">7126 11210 13823 0,'-2'2'1216'0,"-1"1"-960"0,2-2-256 0,0 1 0 16,0-2-560-16,-2 1-144 0,-1 4-48 0,-2-1 0 0,-1 2 2688 0,-1-2 544 0,1 1 96 0,2-4 32 0,0 2-48 0,3-3-16 0,-1-4 0 0,1 1 0 0,0 0-688 0,2-2-144 15,0-1-32-15,2-2 0 0,1 2-880 0,0-4-176 16,2-1-48-16,1 1 0 0,0 0-384 0,2-2-192 16,0-2 160-16,1 2-160 0,0 0 128 0,-1-3-128 15,2 4 0-15,1-2 0 0,2-2 192 0,0 2-64 16,3 0-128-16,0-1 192 0,2 0 112 16,-1 2 16-16,0 2 0 0,-1 0 0 0,-1 4-48 0,0 1 0 15,-3 3 0-15,0 4 0 0,-4 4-272 16,0 3 128-16,-2-3-128 0,-1 6 0 0,-2 7 128 0,-1 3-128 15,-2 4 0-15,-3 2 0 0,-1 3 0 0,-2 3 0 0,1 3 0 16,-2-5 0-16,-2-1 0 0,1-3 0 0,0-3 0 16,1-2 0-16,-1-2 0 0,2-2 0 0,0 1 0 15,0-7 0-15,2 2 0 0,0-1 0 0,2-3 0 0,-1-1 0 16,2-2 0-16,1 0 0 0,0-2 0 16,0 0 0-16,1-3 0 0,2-3 0 0,-1 0 0 0,2-5 0 15,0 1 0-15,1-5 0 0,2-2 0 0,2-4 0 16,1-1 0-16,1 0 0 0,-1-5 0 0,1 2 0 15,-1-3 0-15,0 0 0 0,0 0 0 0,-1-2 0 16,1 2 0-16,-1-3 0 0,1 1 0 0,-1 2 0 16,-1-1 0-16,2 1 0 0,0-3 0 0,0 3 0 15,-1 2 0-15,-1-1 0 0,2 1 0 0,-2 4 0 16,-1 0 0-16,-1 4 0 0,-1 2 0 0,-1 5 0 0,-2 4 0 16,-1 1 0-16,-1 4 0 0,-1 2 0 15,-1 0 0-15,-2 4 0 0,-1 5 0 0,-2 2 0 16,1 4 0-16,-4 1 0 0,1 7 0 15,-2 0 0-15,0 6 0 0,0 0 0 0,-1-2-128 0,1-1 128 16,1-2 0-16,2-3 0 0,0-4 0 0,2-1 0 0,1 0 0 16,2-4 0-16,1 1 0 0,1-3 0 0,4 0 0 15,0-4 0-15,1-2 0 0,2-1 0 0,0 1 0 0,2-4 0 16,2 0 0-16,1-2 0 0,1-3 0 0,0-1 0 16,2 0 0-16,-2-1 0 0,3-3 0 0,-1 2 0 15,-1-4 0-15,0-1-12160 0,-1 4-2304 0</inkml:trace>
  <inkml:trace contextRef="#ctx0" brushRef="#br0" timeOffset="3775.91">7184 11351 22111 0,'0'-3'976'0,"2"-1"208"0,0 2-944 0,2-1-240 0,-2 2 0 0,2 1 0 0,2-2 1472 0,4-2 240 0,7-2 48 0,8-3 16 0,5-1-176 0,2-2-16 0,0 0-16 0,0 0 0 0,0 0-1184 0,-1 0-224 0,0-3-160 0,-2 1 192 16,-2 2-960-16,-1-3-176 0,0 1-32 0,-4 2-13360 15</inkml:trace>
  <inkml:trace contextRef="#ctx0" brushRef="#br0" timeOffset="4119.54">7683 10735 5519 0,'-5'-13'496'0,"1"3"-496"16,2 4 0-16,0 0 0 0,4 2 3520 0,0 2 592 16,1-1 128-16,0 0 32 0,2-3-1248 0,3-2-240 15,1-1-48-15,4 2-16 0,-1 2-416 0,2 4-64 16,1 1-32-16,-2 0 0 0,0 4-1296 0,-2 2-256 0,0 1-48 15,-2 4-16-15,-3 3-400 0,-1 1-192 0,-3 1 160 16,-2 4-160-16,-4-2 0 0,-1 4 0 16,-3-2 0-16,-1 1 0 0,-2 1 176 0,0-2-176 15,-1 1 192-15,0-1-192 0,1-1 0 0,1-3 0 16,4 0 0-16,0-4-192 0,4 1 192 0,-1-5 0 0,3 2 0 0,1-4 0 16,3 0 0-16,1-2 0 0,4 0 0 0,1-2 0 15,2-2 256-15,1-3-16 0,2 0 0 0,4-1 0 16,-1-2 16-16,1 0 16 0,-2 0 0 0,1 0 0 15,-2 0-272-15,-1-1 160 0,-1 4-160 0,-1-2 128 16,-1 3-128-16,-3 0 0 0,-2 4 0 0,-2 0-19232 16</inkml:trace>
  <inkml:trace contextRef="#ctx0" brushRef="#br0" timeOffset="4761.8">7997 11323 15663 0,'-1'0'1392'0,"1"0"-1120"0,0 0-272 0,0 0 0 0,1 0 1024 0,0 0 128 0,1 0 48 0,2 0 0 0,4 0 1008 0,0-1 208 0,6-1 32 0,2-1 16 0,2 2-864 0,4-4-192 15,1 1-16-15,1 1-16 0,0-1-448 0,1-1-96 16,0 1 0-16,-3 0-16 0,0 2-384 0,-2 2-80 15,0-2-16-15,-4 2 0 0,0 0-208 0,-1 0-128 0,-3 2 128 16,-1-2-128-16,-1 2 0 0,-1-2 0 16,-2 2 0-16,-2 0 0 15,0-2-512-15,-1 0-64 0,-2 0 0 0,0 0-10352 0,-2-4-2064 0</inkml:trace>
  <inkml:trace contextRef="#ctx0" brushRef="#br0" timeOffset="5019.87">8222 11143 8287 0,'-8'-4'736'0,"5"2"-592"0,-1-2-144 0,2 4 0 16,0 0 768-16,1 0 112 0,1 0 16 0,-1 0 16 15,-2 1 1776-15,1 2 336 0,-1 3 80 0,1 0 16 16,1 3-240-16,1 2-64 0,1 1 0 0,-1 3 0 16,2 1-1104-16,0 3-240 0,0 0-32 0,-1 0-16 15,2 1-784-15,-1 1-176 0,0-1-16 0,-1 1-16 16,0-2-176-16,-1 0-48 0,1-1 0 0,-1 0 0 0,0-1-64 0,0-1-16 15,1 0 0-15,-1-3 0 16,2-2-128-16,-1 0 0 0,0-1 0 0,2-3 0 0,-1 2-160 0,2-3-64 16,1-4-16-16,1 2-17680 15</inkml:trace>
  <inkml:trace contextRef="#ctx0" brushRef="#br0" timeOffset="5741.14">8684 11342 18431 0,'0'-10'816'0,"0"4"160"0,2-3-784 0,-1 3-192 0,1 2 0 0,-1 1 0 16,1-4 1216-16,1-5 208 0,2-7 48 0,3-3 0 15,-1-3 784-15,-1 2 176 0,2-2 16 0,-2 3 16 16,-1 0-800-16,-1 1-176 0,-1 3-16 0,0 2-16 16,1-1-608-16,-3 3-112 0,1 0-32 0,-1 2 0 15,2 1-384-15,-2 1-64 0,-1 3-32 0,0 1 0 16,0 3-224-16,-1 3 144 0,1 0-144 0,-1 3 128 15,-1 1-128-15,2 2 0 0,-1 0 0 0,0 0 0 0,0 6 0 0,1 0 0 16,-1 2 0-16,1 2 0 0,0 3 0 0,1 0 0 16,0 3 128-16,0 0-128 0,2 0 0 0,-1 3 0 15,1 1 0-15,-1-1 0 0,2-2 160 0,-2 2-160 16,1-5 192-16,-1-2-192 0,2 1 192 0,-3-3-64 16,2 3 0-16,-2-3-128 0,0-2 160 15,0 0-160-15,1 1 128 0,-2 1-128 0,1 0 0 0,-1-4 128 16,0 1-128-16,0-2 0 0,1 1 0 0,-1 1 0 15,1-1 0-15,-1 0 0 0,-1-2 0 0,1-1 0 16,-1 1 0-16,-2-4 0 0,1 1 0 0,-1-2 0 0,0 2 0 16,-2-6 0-16,-1 1 0 0,-1-2 0 0,0 0 0 15,0-2 0-15,-1 1-128 0,1 1-64 0,-3-3-16 0,0-1 0 16,0 2 32-16,1-1 16 0,0 2 0 0,1 1 0 16,2 0 160-16,-1 0 0 0,2 0 0 0,0 0-128 15,0 0 128-15,1 0 0 0,1 1 0 0,1-1 0 16,2 3 0-16,1-3 0 0,3 0 0 0,1 2 0 15,0-2 128-15,2 0-128 0,3 0 160 0,3 0-160 16,1 0 368-16,4-2-32 0,0-1 0 0,1 0 0 16,2 0-16-16,-3 0 0 0,1-1 0 0,-2 0 0 15,2-1 0-15,-1 1 0 0,1-2 0 0,-2 3 0 16,-2 0-64-16,1-1-32 0,-1 2 0 0,0 1 0 16,-2-2-48-16,0 3-16 0,-2 0 0 0,-1 0 0 15,0 0-160-15,-2 0 128 0,0 0-128 0,-2 0 128 16,-1 3-128-16,-1-3 0 0,-1 0 0 0,-1 0 0 15,-1 1 0-15,-1 1 0 0,-1-2 0 0,-2 4 0 16,-2-1-672-16,-2 0-160 0</inkml:trace>
  <inkml:trace contextRef="#ctx0" brushRef="#br0" timeOffset="31575.85">7558 12024 3679 0,'1'-12'320'0,"-1"2"-320"0,0 4 0 0,0 2 0 0,1-1 1088 0,-1-1 128 0,0-5 48 0,0-7 0 0,-1-5 768 0,0-1 144 0,-2 4 48 0,1 5 0 0,1 5-384 0,-2 4-80 0,2 2-16 0,0 4 0 15,-1 1-480-15,2 4-112 0,2 3 0 0,-2 2-16 16,1 2-688-16,0 3-144 0,0 2-32 0,-1 4 0 0,0 4-128 0,0-2-16 16,-1 2-128-16,0 1 192 0,1 1-192 0,-1 2 0 15,-1 5 0-15,1-1 0 0,0 1 0 16,0 2 128-16,1 1-128 0,0 0 0 0,0 2 192 0,0-4-64 15,1 2-128-15,0-1 192 0,0-1 128 0,1 2 0 16,-1 1 16-16,0 6 0 0,0 1-176 0,-1 1-32 16,0 2-128-16,0-3 192 0,-1 4-192 0,1-7 0 15,-1 3 0-15,0-2 0 0,-1-2 128 16,0 7-128-16,-1 1 0 0,0 6 0 0,2 2 128 0,1 4-128 16,1-4 0-16,1 2 0 0,2 1 192 0,0-1-64 15,1 0-128-15,0 6 192 0,1 2-192 0,-1-2 0 16,-2-6 128-16,-1-2-128 0,-1-4 0 0,-1-2 0 15,-3-4 128-15,-2-3-128 0,2 1 592 0,-2 2 80 0,0 7 16 0,0-3 0 16,1-4 48-16,2 4 16 0,0-5 0 0,2 3 0 16,0 0-448-16,2 3-96 0,0 5-16 15,1 4 0-15,-1 0-192 0,-1-2 0 0,2-10 0 0,-3 4 0 16,0 2 0-16,-1-5 0 0,-2-3 0 0,1-2 0 16,-3-1 0-16,0-3 0 0,0-6 0 0,2 7 0 15,2 13 208-15,1 0 0 0,3-1 0 0,2-1 0 16,2-4 112-16,0 1 0 0,3 6 16 0,0 5 0 15,1 4-176-15,-1-4-32 0,0 2-128 0,-1-6 192 16,-2 0-192-16,1-4 176 0,0 1-176 0,-2-1 160 16,2 2 48-16,-2-7 16 0,0 1 0 0,-1 2 0 15,1-4-224-15,2 1 0 0,0 3 0 16,1-1-160-16,2 0 0 0,-1 1 0 16,2 3 0-16,-2 1 0 0,-1 2-272 15,-3-14-48-15,-1-8-16 0,-1-3 0 0,0 5 496 0,-1 1-144 0,0-3 144 16,-2 1 0-16,0-3 0 0,-1-1 0 0,0 6 0 0,-1 3 128 0,-2-5-128 0,3-15 0 15,-1-5 0-15,1-1-128 0,-1 1 304 0,0 0 64 16,0 0 16-16,1 3 0 0,0 1-256 16,0 4 176-16,1 5-176 0,1 9 160 15,2 9-160-15,1 6 0 0,1 2-160 0,0-5 160 0,0-3 0 0,1-5 0 16,-4-8 0-16,1-1 0 0,0-2 0 0,-1 0 0 16,0 1-160-16,-1-3 160 15,-2-1-400-15,0-6-16 0,-1 3 0 0,-1-9 0 16,-2 0-736-16,0-1-128 0,-2 5-48 0,0-4-13840 0</inkml:trace>
  <inkml:trace contextRef="#ctx0" brushRef="#br0" timeOffset="33523.36">3938 17121 6447 0,'-3'0'576'0,"0"-3"-576"0,2 3 0 0,1 0 0 0,0 0 384 0,0 0-16 0,0-1-16 0,-1 1 0 0,0-3 880 0,1 1 176 16,2 1 48-16,-2 1 0 0,0 0-480 0,20-12-80 0,-9 9-32 0,4-1 0 0,1 0 96 15,1-1 32-15,4 2 0 0,1-1 0 16,2 0-48-16,1 2-16 0,2-2 0 0,3 2 0 0,-2-1-160 0,0 2-16 16,3-2-16-16,0 1 0 15,0 1-368-15,0-2-80 0,0 1-16 0,1 1 0 0,2-2-144 16,1 1-128-16,2 0 192 0,1-1-192 0,-5 0 160 0,3-1-160 15,2 0 128-15,-1 0-128 0,0 0 176 0,3 0-48 16,-1 2-128-16,5-2 192 0,-1 2 48 0,2 2 0 16,-1-3 0-16,2 3 0 0,1 3-48 0,-1-3-16 15,-3 0 0-15,5-3 0 0,3 3-176 0,2 0 0 16,0-1 0-16,2 1 0 0,3 1 0 0,1-1 192 16,-1 3-192-16,0-3 192 0,-3-3-192 0,2 2 0 15,1 1-160-15,1-2 160 0,2 4 0 0,-1-2 0 16,2 1 0-16,-1 2 160 0,-1-3-160 0,0 0 0 15,-1 0 0-15,-1 2 0 0,-1-2 0 16,0 1 0-16,2 2 176 0,-1-3-176 0,-3 1 0 0,0-1 128 16,5-1-128-16,-1 1 0 0,0-3 0 0,2 2 0 0,3-1 0 0,2-2 0 15,1-1 0-15,-6 1 0 0,-5-3 0 0,3 1 0 16,8 1 0-16,2 1 0 0,2 0 128 0,-4 2-128 16,-9-2 0-16,2 1 0 0,6 0 0 0,2 1 0 15,4 2 0-15,-3 2 128 0,-1 1-128 0,-4-2 144 16,-1 1-144-16,2-2 0 0,-1 0 0 0,0 1 128 15,-2 2-128-15,1-1 0 0,1 2 0 0,1-1 0 16,-1-3 0-16,0 0 0 0,3 0 0 0,0 0 0 16,-3 0 192-16,-1 1-64 0,-1 1 0 0,-4-2 0 15,1-2 0-15,0 1 0 0,-1 1 0 0,0-3 0 16,1 3 128-16,2 0 0 0,2-2 16 0,-1 0 0 16,-5-3-112-16,4 1-32 0,11-8 0 0,4 2 0 15,-1 3-128-15,-1-2 0 0,2 1 0 0,0-3 0 16,1-2 0-16,-3 1 0 0,2 0 0 0,-5 3 0 0,-3 1 0 15,4 2 0-15,0 0 0 0,-2 0 0 0,-2 0 0 16,-2 0 0-16,-2 2 0 0,-1 4-176 0,0 0 176 0,-3 0 0 16,-1-4 128-16,-2 2-128 0,-2-1 0 0,2 2 0 15,1 1 0-15,1 0 128 0,0 0-128 0,-5 0 0 16,1 1 0-16,-3-1 0 0,-2-1 0 0,1-2 0 16,-2 3 0-16,-2-2 0 0,2 4 0 0,-2-2 0 15,2 3-144-15,-2-3 144 0,0 0 0 16,0-3 0-16,0 0 0 0,-2 0 0 0,-1 0 0 0,-1-4 0 15,1 4 0-15,-2-2 0 0,-1 4 0 0,-2-2 0 0,-1-1 0 16,-3 1 0-16,-3 0 0 0,-3 1 0 0,-1 0 0 16,-4-3 0-16,-2-1 0 0,-2 3 0 15,-4-4 128-15,-3 5-128 0,-2 1 0 16,-4-2 0-16,-5 2 0 0,-1-1 0 0,-2-1 0 0,0 2-192 0,-4 1 64 16,0-3 128-16,-4 1 0 0,1 1 0 0,-3 2 0 15,-3 1 0 1,-2 1-1152-16,0 1-96 0,-3-2-32 0,1-2 0 15,-1 0 112-15,-1 0 16 0,2-2 0 0,0 2 0 0,-1-4 128 16,1 1 16-16,1 0 16 0,1-4 0 0,1 2 480 0,2 1 112 0,0 1 16 0,3-3 0 16,0 0 384-16,2-3 0 0,2 4 0 0,2-4-128 15,0 3 128-15,2 0 0 0,0 2 0 0,2 1 0 16,0-4 0-16,0 3 0 0,3 0 0 0,-1 1 128 16,2 2 0-16,0-3 0 0,0 3 0 0,-1 0 0 15,1 1 256-15,0 0 48 0,1 1 16 0,0 2 0 0,-1-1-128 16,1-1 0-16,2 2-16 0,-1-1 0 0,0 2-304 15,1-2 160-15,2 2-160 0,1 0 128 0,-1 0 64 0,-1 1 16 16,2-2 0-16,1 3 0 16,2 1 304-16,-1 0 64 15,0-1 16-15,1 3 0 0,-2-3-48 16,2 0-16-16,0 0 0 0,0 1 0 0,0-1-240 0,-1 0-48 0,2-2-16 16,-1 2 0-16,1-2 32 0,-2-2 0 0,2 2 0 15,-2-2 0-15,2-1 32 0,-3 2 16 0,1-1 0 0,-2-2 0 0,-1 2 208 16,-2 0 64-16,1-2 0 0,-5 1 0 0,1 1-192 0,-1 1-16 15,-3-1-16-15,-2 0 0 0,-1 1 48 0,-3 0 16 16,-3 1 0-16,-2 1 0 0,-4 2-112 0,-4-1-32 16,0 3 0-16,-4-3 0 0,-3 4-112 0,-3 0-32 15,-3-1 0-15,-2 1 0 0,1 2-128 0,-6-2-192 0</inkml:trace>
  <inkml:trace contextRef="#ctx0" brushRef="#br0" timeOffset="35256.54">7634 16141 5519 0,'-2'0'496'0,"0"0"-496"0,0 0 0 0,2-1 0 0,0 1 864 0,-1 0 80 0,-1 0 16 0,-2 0 0 0,0 0 768 0,0 0 176 0,1 0 16 0,1-3 16 0,1 3-144 0,0 3-48 15,1-2 0-15,-1 4 0 0,1 0-64 0,0 0-16 16,-1 1 0-16,1 2 0 0,0 1-384 0,1 3-96 15,-1-3-16-15,1 4 0 0,1-3-592 16,1-3-112-16,1 2-16 0,-1-3-16 0,4 0-176 0,-1-3-16 16,0 0-16-16,3-5 0 0,-1 1 0 0,1-2 0 15,1-3 0-15,1 0 0 0,-1-4-32 0,0 1 0 16,1-1 0-16,-3 0 0 0,1 1-32 0,-3-4-16 0,1 3 0 0,-3 2 0 16,-1 1-144-16,-2 0 128 0,-1 1-128 0,-4 0 128 15,2 1-128-15,-4 4 0 0,-2-2 0 0,0 1 0 16,-2 2 0-16,0 2 128 0,1 1-128 0,-1 0 128 15,2 0 64-15,-2 3 0 0,1 0 0 0,-1 1 0 16,3 2 144-16,1-1 48 0,0 1 0 0,2 3 0 16,0-5-128-16,2 2 0 0,0 1-16 0,2-4 0 15,2 0-112-15,-1 0-128 0,3-2 176 0,-2-2-176 16,2-2 160-16,1 0-160 0,0 0 128 0,1-5-128 16,0 4 160-16,0-5-160 0,2 2 192 0,-1-2-192 15,2 0 176-15,-2 0-176 0,-1-1 160 0,2 1-160 16,-2 0 128-16,-1 2-128 0,0 2 0 0,-3-1 0 15,1 6 0-15,-2-3 128 0,-1 4-128 0,-1 1 0 16,-1-2 0-16,0 3 0 0,-2 4 0 0,-2 3 0 0,1 0 0 16,3-2 0-16,0-1 0 0,7-3 0 15</inkml:trace>
  <inkml:trace contextRef="#ctx0" brushRef="#br0" timeOffset="36806.43">7684 16194 11055 0,'-1'-6'976'0,"-1"2"-784"0,2 6-192 0,0 0 0 0,0 1 736 0,2-3 96 0,-4 0 32 0,1 0 0 0,0 0 1344 0,1 1 272 0,1-1 48 0,-1 0 16 0,0 0-1152 0,0 0-240 15,0 0-32-15,22 0-16 0,-14-1 16 0,-1-2 0 16,1-1 0-16,0 2 0 0,1-2-192 0,1 1-32 15,0 0-16-15,0-1 0 0,0 2-192 16,0 2-48-16,-2-3 0 0,3 6 0 0,-1-3-112 0,0 2-16 16,0-2-16-16,-1 2 0 0,1 0-144 0,1-2-32 15,-1 0 0-15,1-2 0 0,1 0-80 0,2-3-32 16,0 2 0-16,3-1 0 0,1-2-80 0,1-3 0 16,-2 5-128-16,2-2 192 0,0 0-192 0,1 2 176 0,1-2-176 15,-1 4 160-15,-5 0-160 0,0 2 128 16,-1 0-128-16,1 0 128 0,0 0-128 0,-1 0 192 15,-1 0-192-15,1-2 192 0,-1-1-192 0,0 2 160 16,-3-1-160-16,2-2 160 0,2-2-160 0,1-4 0 0,2-1 144 0,-1-3-144 16,0 2 0-16,-1-2 128 0,-3 6-128 0,4-5 0 15,3-3 0-15,4 0 144 0,1 1-144 0,1 2 0 16,-1-2 144-16,1 1-144 0,0 2 0 0,1-3 144 16,2 1-144-16,1-5 0 0,-1-4 0 0,2-1 128 15,1-4-128-15,1 0 0 0,0-4 0 0,-1 2 128 16,-3 2-128-16,4-6 0 0,4-2 0 0,1-1 0 15,-3 5 0-15,-1-2 0 0,2-1 0 0,-1 0 0 16,-1 3 0-16,-4 0 0 0,0 1 0 0,-3-1 0 16,-2 1 0-16,-1 3 0 0,-1-1 0 0,-1 1 128 0,0-4-128 15,-1 1 0-15,1 0 0 0,0-5 0 0,2-5 0 16,1-3 0-16,-1-1 0 0,2 1 0 0,-3 0 0 0,0 0 0 16,2-1 0-16,-4 2 0 0,0 3 0 15,-2 6 0-15,-1 0 0 0,1 2 0 0,-3-5 0 0,1 1 0 16,-2-5 0-16,0 3 0 0,1 0 0 0,0-2 0 15,-3 2 0-15,3-3 0 0,0-1 0 0,0-1 0 16,-1 1 128-16,1 1-128 0,-1 0 0 0,2-3 0 16,5-7 0-16,-2-2 0 0,2 4 0 0,-2-1 0 15,1 3 0-15,-1 0 0 0,-2 5 0 0,-1 1 0 16,0 0 128-16,0-1-128 0,-1-1 0 0,0-2 0 16,0 1 0-16,-2-1 128 0,2 2-128 0,0-2 0 15,-1-3 0-15,-1 1 0 0,0 6 0 0,-1-2 0 0,2-3 0 16,-1-3 0-16,2-2 144 0,1-1-144 0,1-1 160 0,-1 4-160 15,-2 9 128-15,1-3-128 0,0-5 0 0,1-3 144 16,-4 10-144-16,2-2 0 16,2-5 0-16,1-3 0 0,-1 0 128 0,2 0-128 0,-2 1 128 0,0 0-128 15,0 2 0-15,0-5 0 0,0 2 0 0,1-6 0 16,3 3 0-16,-1-3 0 0,-2 1 0 0,0 2 0 16,-1 0 0-16,0 3 0 0,-1 5 0 0,-2 0 0 15,-1 3 0-15,0-5 0 0,-1 1 128 0,1-3-128 16,-1 5 0-16,-1-6 0 0,-2 6 0 15,0 0 0-15,-2 5 0 0,0 3 0 0,-2 5 0 0,1-7 128 16,0 0-128-16,0-3 192 0,1 1-192 0,-3 0 192 0,2 5-192 0,-1 2 160 16,-1 3-160-16,-2 2 160 0,0 1-160 15,-1 2 0-15,-1 4 0 0,-3-2 0 0,-1 2 0 16,-1 5 0-16,0-1-160 0,-2 5 160 16,0 3-816-16,-2 1-64 0,-1 6-16 0,-3 3-18064 15</inkml:trace>
  <inkml:trace contextRef="#ctx0" brushRef="#br0" timeOffset="38523.53">7689 16150 9215 0,'-1'0'816'0,"-1"0"-656"0,2 0-160 0,0 1 0 0,0-1 288 0,0 2 32 0,0-2 0 0,0 3 0 0,0 1 848 0,0-1 176 0,-1 2 48 0,1 2 0 16,0-4-368-16,1 1-64 0,-1-2 0 0,2 0-16 16,-2 0-128-16,0-2-32 0,-2 0 0 0,2 0 0 15,-1-2 192-15,0 0 48 0,1 2 0 0,0 0 0 16,0 0 128-16,0 0 16 0,0 0 16 0,0 0 0 16,0 0-272-16,0 0-48 0,0 0-16 0,-16 14 0 0,15-9-352 15,-2 0-80-15,2 0-16 0,-2 1 0 0,1-2-400 0,-2-1 128 16,1 0-128-16,-2-1 0 0,1 0 208 0,-1-2-32 15,0 0-16-15,0-2 0 0,-1 1 176 0,1 0 48 16,-3 1 0-16,1 0 0 0,1-3 48 0,-3 2 16 16,2 1 0-16,-2 0 0 0,1 0-64 0,-2 0-16 15,1 1 0-15,-1 2 0 0,0-3-192 0,0 0-48 16,2 0 0-16,-2-3 0 0,0 2 0 0,0-1 0 16,-1-2 0-16,-2-2 0 0,2 1 32 15,-1 0 0-15,-2 0 0 0,2 1 0 0,0 1 32 0,-1 0 0 16,3-1 0-16,-2 2 0 0,0-1-64 0,-3 2-128 0,2-2 192 0,5 0-64 15,2 3-128-15,-1-4 160 16,0 4-160-16,-4-2 160 0,-3-2-32 0,-3-2-128 16,-2-3 192-16,1 2-64 0,-1-2 0 0,1-1-128 0,0 0 192 15,1 2-64-15,1-1-128 0,-1 2 192 0,1 1-192 0,0-3 192 16,0 3-48-16,1-2 0 0,-1 2 0 0,-2 0 0 16,1-4 0-16,1 4 0 0,-1-4 0 0,1 1 0 15,-2-1-16-15,2-2 0 0,0 2 0 0,0-5 0 16,0 2-128-16,-1-3 128 0,-1 1-128 0,0-1 128 15,-1 0-128-15,2 0 0 0,1 3 0 0,0 1 128 16,-2-2-128-16,2 2 0 0,0-1 0 0,0 1 128 16,-1 0-128-16,1-1 0 0,-2 0 0 0,1-3 128 15,-1 3-128-15,-2 1 0 0,1-3 0 0,0 2 128 16,1 0-128-16,0 0 0 0,0 0 0 0,0 3 0 16,-2-2 0-16,0 0 0 0,-2-3 128 0,1 2-128 0,1 2 0 15,0 0 0-15,2 0 0 0,-1 0 0 0,1-2 0 0,-2 2 0 16,4 0 128-16,-3 0-128 0,1-1 0 15,-1-3 0-15,-1-1 0 0,-1 0 0 0,3 0 0 16,-2 0 0-16,-1-2 128 0,0 1-128 0,-1 1 0 16,0-3 0-16,1-2 0 0,-2-1 0 0,3-1 128 0,-1-2-128 15,2 3 128-15,0 1-128 0,2 1 0 0,-1-2 0 16,0-1 0-16,1 2 0 0,-1-1 0 0,1-2 0 16,0 0 0-16,-1-2 0 0,6 7 0 0,-3-2 0 15,0-2 0-15,1-2 0 0,-3-1 0 16,1-2 0-16,0-1 128 0,0 1-128 0,0-1 0 15,-1-2 0-15,1-1 0 0,1 1-176 0,-1 5 176 0,2 2 0 0,1-1 0 16,0 1 0-16,2 0 0 0,-1 1 0 0,-1-1 0 0,1-1 0 16,-2-1 0-16,0 0 0 0,-1-3 0 0,0 2 0 15,0-1 0-15,0-1 0 0,-1 1 0 0,0 0 0 16,1 2 0-16,0-3 0 0,-2 1 0 0,1-1 0 16,2 4 0-16,7 12 0 0,1 3 0 0,0-2 0 15,-1-3 0-15,0 1 0 0,-2-2 0 0,-3-9 0 16,-4-3 0-16,-3-9 0 0,-2-3 0 0,-1-1 0 15,-1 1 0-15,0 1 0 0,4 0 0 0,-2 3 0 16,1-2 0-16,0 0 0 16,5 6 0-16,2 4 128 0,-1-3-128 0,0-4 0 0,1-1 0 0,-2 2 0 15,1-1 0-15,2 1 0 0,0-1 0 0,-1 3 0 16,1 1 0-16,-1-1 0 0,1 1 0 0,0 2 0 16,1 3 0-16,4 14 0 0,2-4 0 0,-1 4 128 15,0-3-128-15,-1-1 0 0,-2-2 0 0,-2-3 0 0,-3-10 0 16,-4-3 0-16,-2-5 0 0,-1 1 128 0,-1 0-128 0,2-1 128 15,1-1-128-15,2 5 128 0,1 3-128 0,1 3 144 16,2-4-144-16,-2 1 160 0,2-3-160 0,3 7 160 16,2 3-160-16,-2-1 160 0,0-6-160 0,0 0 0 15,0-3 0-15,2 2 0 0,-1 3 0 0,1-4 0 16,2 3 0-16,0 1 0 0,1 2 128 0,0 0 0 16,2 2 0-16,0-2 0 0,-1 3-128 0,1-3 0 15,0 2 0-15,-1-3 0 0,1-2 0 0,-1 0 0 16,0 6 0-16,1 2-176 0,0 3 176 0,1 3 0 0,0 4 0 15,0-2 0-15,-1 4 0 0,2 2 0 16,-1 2 128-16,1 0-128 0,-2 5 0 0,2 2 0 0,1-3 0 16,-1 3-192-16,1 3 192 0,1-1-160 0,1 0 160 15,2 1-160 1,1 0-864-16,-5-3-160 0</inkml:trace>
  <inkml:trace contextRef="#ctx0" brushRef="#br0" timeOffset="41842.81">7824 16956 5519 0,'-2'-2'496'0,"1"2"-496"0,1 0 0 0,-1 0 0 0,1 0 976 0,-1 0 112 0,-1 2 0 0,0-2 16 15,-2 0 944-15,1 0 176 0,0 0 32 0,1-2 16 16,-1 2-432-16,3-2-96 0,0 0-16 0,1-1 0 16,3 2-352-16,0-1-80 0,2-2-16 0,1-1 0 15,0 4-432-15,0-3-80 0,-1 4-32 0,2-2 0 16,-3 2-368-16,-2 0-80 0,0 2-16 0,-1-1 0 16,-1 3-112-16,1-2-32 0,-1 1 0 0,0 1 0 15,-1-2-128-15,0 2 0 0,0-2 0 0,0-2 0 16,0 2 0-16,0-2 160 0,0-2-160 0,0-3 160 15,0 2-160-15,-1-4 160 0,-2 0-160 0,0 1 160 16,-1 0 0-16,0-3 0 0,1 3 0 0,-2 0 0 0,-2 0 80 16,0 2 16-16,-2 0 0 0,1-1 0 0,-1 4 112 15,-1 1 16-15,2 4 16 0,-4 2 0 0,1 0 112 0,0 3 0 16,-1-2 16-16,2 3 0 16,1 1-128-16,1-4-16 0,3 2-16 0,0-1 0 15,1 1-48-15,3 0 0 0,1-3 0 0,1 0 0 0,3 1-320 0,1-1 0 16,2-2 0-16,2-2 0 15,-1-1-400-15,2 2-160 0</inkml:trace>
  <inkml:trace contextRef="#ctx0" brushRef="#br0" timeOffset="42336.68">7116 17407 1839 0,'-7'2'0'0,"2"-2"160"0,1 0-160 0,2 0 0 0,-1 2 0 0,2-2 0 0,-1 0 1904 0,-1 1 336 0,-2 2 80 0,-2-1 16 0,1 2 944 0,-1 2 192 0,2-2 48 0,2 1 0 16,0 0-1088-16,1 1-224 0,1 0-32 0,-1 3-16 0,2-3-784 16,-1 1-160-16,2 5-16 0,1-3-16 0,-1 1-384 0,1 3-80 15,2-3-16-15,1 2 0 0,0 0-128 0,1-2-16 16,1-1-16-16,1 1 0 0,1-3-192 0,-1-1-32 16,2-1-16-16,1-1 0 0,-1-3-112 0,1-1 0 15,0-1-16-15,3-3 0 0,0-2-48 0,-2 0 0 16,2 0 0-16,-2-4 0 0,2 1-128 15,-2-3 160-15,2 2-160 0,-3-2 160 0,0-2-160 16,-1 2 0-16,1-4 0 0,-3 1 0 0,1-4 0 0,-3 2 0 16,0 0 0-16,-3 0 0 0,-3 4 128 0,-1-3-128 15,-2 1 0-15,-3 1 128 0,-1-1 48 0,-3 2 0 16,-1 1 0-16,-2-1 0 0,1 5 16 0,-3 0 0 16,-2 3 0-16,-2 4 0 0,-1 1-192 0,1 4 0 15,-1 2 0-15,0 0 128 0,0 6-128 0,2 1 0 0,0 3 0 16,2 0 0-1,3 6-304-15,3 0-80 0</inkml:trace>
  <inkml:trace contextRef="#ctx0" brushRef="#br1" timeOffset="47172.71">9567 16893 8287 0,'0'-4'736'0,"0"-2"-592"0,0 4-144 0,0-2 0 0,1 1 1008 0,-1 0 160 0,2-3 48 16,-1-4 0-16,-1-5 944 0,1-1 192 0,-1 2 32 0,-1 5 16 16,0 6-32-16,-1 0-16 0,1 3 0 0,-1 0 0 15,0 3-640-15,0 3-128 0,0 4-32 0,0 0 0 16,1 2-576-16,1 0-112 0,0 2-32 0,0 1 0 15,1 1-512-15,1 0-96 0,-1 0-32 0,1-1 0 0,-1 1 0 0,1-2-16 16,-2-2 0-16,1 3 0 0,-2 5 0 0,-1 1 0 16,-1 1 0-16,-2 0 0 0,-1 2-48 0,-2-1 0 15,2 3 0-15,-1-6 0 0,2 1-128 0,0-1 0 16,1-4 0-16,3 0 0 16,1-1-784-16,2-3-144 0,2 0-32 0,2 2-16176 15</inkml:trace>
  <inkml:trace contextRef="#ctx0" brushRef="#br1" timeOffset="47657.41">9706 17750 13823 0,'0'-10'608'0,"0"1"128"0,1 2-592 0,-1 1-144 0,1 2 0 0,-1 2 0 0,1-5 864 0,1-2 144 0,0-6 16 0,1-4 16 0,0-1 1728 0,1 1 352 0,0 0 64 0,-1-2 16 0,1 4-1024 0,0-2-192 16,0 3-32-16,-1 0-16 0,2 4-784 0,-1-4-144 15,1 1-48-15,0-1 0 0,1 0-448 0,-2 3-112 16,1 3-16-16,0 2 0 0,-2 0-208 0,1 3-48 16,-2 4-128-16,1-1 192 0,-1-1-192 0,1 3 0 15,-1 3 128-15,0-1-128 0,0 4 0 0,1 4 0 16,-2 0 0-16,0-1 0 0,-1 2 0 0,1 6 128 15,-1 3-128-15,0 2 0 0,0 3 0 0,0 3 0 16,2 1 128-16,-2-1-128 0,1-2 128 0,0-1 0 16,-1 0-128-16,0-3 192 0,1 0-32 0,-1-6-16 15,0 0 0-15,0 0 0 0,0-3-144 0,0-1 0 16,0 0 0-16,-1-2 128 0,0 3-128 0,0-1-192 16</inkml:trace>
  <inkml:trace contextRef="#ctx0" brushRef="#br1" timeOffset="51556.31">5793 16846 13823 0,'1'-6'1216'0,"-1"0"-960"0,2 2-256 0,-2 1 0 0,0 2 960 0,0-1 128 0,1-4 48 0,0-4 0 0,-1-3 832 0,0 1 160 15,0 2 48-15,-1 3 0 0,0 2-448 0,-1 1-96 0,1 0-16 0,-1 2 0 0,-1 4-272 0,1 4-64 16,1 2-16-16,-1 4 0 0,1 4-448 0,0 0-96 16,0 3-16-16,-1 3 0 0,2-1-384 0,0-3-64 15,0 0-32-15,3 3 0 0,1 5-48 0,1 0-16 16,2 1 0-16,0-1 0 0,3-1-160 0,0-3 0 0,-1 0 0 16,-2-3 0-16,2 1 0 0,-5-4-176 0,-2 5 48 0,-3-1-17536 15</inkml:trace>
  <inkml:trace contextRef="#ctx0" brushRef="#br1" timeOffset="51857.61">4955 17721 22111 0,'-3'-7'976'0,"2"5"208"0,2-2-944 0,2-1-240 16,-1 4 0-16,1-2 0 0,1 1 944 0,3-2 144 16,3-2 16-16,5-2 16 0,2 2 1328 0,2-2 272 15,-1 0 48-15,1 2 16 0,-1 0-1376 0,-1 1-256 16,2 1-64-16,-2 4-16 0,2-2-640 0,-2 0-128 15,1 2-32-15,-2 0 0 0,2 2-272 0,-1-2 0 16,1 2 0-16,-1-2-12112 16,2 3-2448-16</inkml:trace>
  <inkml:trace contextRef="#ctx0" brushRef="#br1" timeOffset="52124.86">5609 17675 17503 0,'-4'-4'1552'0,"3"-2"-1232"0,1 2-320 0,0-2 0 15,1 2 304-15,-1 2 0 0,2-2 0 0,-1-5 0 16,1-3 2080-16,1-4 432 0,0-4 64 0,1-2 32 16,0 1-688-16,-2 1-144 0,2 1-32 0,-3 0 0 15,3 0-816-15,-3 0-160 0,2 1-48 0,-2 2 0 16,0 3-544-16,0 1-112 0,-1 5-32 0,0 0 0 16,-1 4-176-16,1 3-32 0,-1 3-128 0,1 4 192 15,-1 3-192-15,-1 4 128 0,0 4-128 0,1 3 0 16,-2 1 128-16,1 8-128 0,-1 4 0 0,0 6 144 15,1-2-144-15,1 4 0 0,1 2 0 0,0-4 128 0,1-1-128 0,2-5 0 16,-2-2 0-16,0 3-18768 16</inkml:trace>
  <inkml:trace contextRef="#ctx0" brushRef="#br1" timeOffset="53055.77">11549 16729 14735 0,'-3'-3'1312'0,"-1"2"-1056"0,3-2-256 0,-1 3 0 0,1-2 1200 0,0 1 176 0,-3-2 32 0,-1-4 16 0,0 1 736 0,2-3 144 16,3 0 16-16,1 2 16 0,1 3-800 0,3 2-176 15,0-2-16-15,0 4-16 0,1 1-272 0,-1 2-48 16,0-1-16-16,-2 2 0 0,-1-3-320 0,-2 5-64 15,0 5-16-15,-2-1 0 0,-1 3-112 0,-2 0-32 16,-2 3 0-16,0 0 0 0,2-1-128 0,0 4-16 16,-2 1-16-16,3 4 0 0,-1-1-128 0,2 1-32 15,1-1 0-15,2-4 0 0,1 0-128 0,0 1 0 16,4 2 144-16,0-1-144 0,2 1 0 0,0-3 0 16,1-3 0-16,1 0 0 0,-2-1-208 0,1-2-112 0</inkml:trace>
  <inkml:trace contextRef="#ctx0" brushRef="#br1" timeOffset="53543.64">11526 17537 23951 0,'-6'-6'1056'0,"2"4"224"0,2-2-1024 0,0 0-256 16,2 3 0-16,2 0 0 0,-1 1 1280 0,0-4 192 16,1-1 32-16,1-1 16 0,2-2 848 0,1 2 160 15,0 0 32-15,2 0 16 0,0 0-1472 0,1 2-288 16,3-1-64-16,1 4-16 0,-1-2-352 0,0 3-64 15,1 3 0-15,-2 1-16 0,1 2-112 0,-2 0 0 16,0 4-16-16,-2 2 0 0,-2-2-176 0,-3 5 0 16,-1-3 144-16,-1 4-144 0,-4 0 0 0,0 0 0 15,-5-1 0-15,0 1 0 0,-2 2 0 0,-3-1 0 16,2-1 0-16,-1 0 0 0,0-2 0 0,-1-2 0 16,2 0 0-16,-1 1 0 0,-1-4 0 0,1 0 0 0,0-1 0 15,0-2 0-15,4 3 0 0,-2-3 0 0,2 0 0 16,2 1 0-16,3 0 128 0,0 1-128 0,3-2 160 15,3 1-160-15,3-1 256 0,4 1-64 0,4-4 0 0,4 0 0 16,4-3-48-16,4-2-16 0,2 1 0 0,2-5 0 16,1-1 112-16,-1-3 16 0,-1 2 0 0,0-5 0 15,-3 4-48-15,-4 0 0 0,-3 1 0 0,-3 2 0 16,-3 4-32-16,-3 1-16 0,-4 2 0 0,-3 4 0 16,-4 1-432-16,-8 5-96 0</inkml:trace>
  <inkml:trace contextRef="#ctx0" brushRef="#br1" timeOffset="60518.78">17014 16623 9215 0,'-6'-14'816'0,"2"7"-656"0,1-3-160 0,1 4 0 0,1 3 0 0,-1-2 0 0,2 1-160 0,-2-3 160 0,-1-5-128 0,0-1 128 0,-2 0 0 0,0 4-144 0,1-1 400 0,-1 3 64 0,-1 1 32 0,0 4 0 0,1 2 544 16,-1 2 128-16,0 2 0 0,1 2 16 0,-2-2 368 0,4 5 64 15,0-2 0-15,2 2 16 0,2 0-224 0,2-2-48 16,2 1-16-16,3-1 0 0,-2 0-656 0,3-3-128 16,2 1-32-16,0-5 0 0,2 1-80 0,0-2-32 15,3-2 0-15,0-1 0 0,2-2-96 0,0-2-32 16,0 0 0-16,-2-3 0 0,-3 1-16 0,2-3-128 16,0-4 192-16,-1-1-64 0,-2-3 192 0,0 1 48 15,-2-2 0-15,-1-4 0 0,-3 1 80 0,0 0 0 16,-1 3 16-16,-2-4 0 0,-1 4 80 0,-3 0 16 15,0-2 0-15,-3 2 0 0,-1 2-176 0,-1 0-16 0,0 3-16 16,-2 3 0-16,0 2-64 0,0 2-16 0,1 4 0 0,1 2 0 16,-1 4 208-16,2 4 32 0,0 0 16 15,2 4 0-15,0 5-320 0,2 3-64 0,0 2-16 16,1 2 0-16,2 5-128 0,1 1 0 0,2 2 0 0,1 1 0 16,0-1 0-16,2 1 0 0,-1 1 0 0,0 3 0 15,1-1 128-15,0 2 0 0,1 4 0 16,0-4 0-16,-2 1 0 0,2-2-128 0,-3 1 192 15,1-6-64-15,0 0-128 0,-1-4 160 0,0-3-160 0,1-2 160 16,0-3-160-16,-1-4 0 0,0-2 0 0,-1 0 0 16,1-2-320-1,-2-1-80-15,-1-1-32 0,-1-3-15808 0</inkml:trace>
  <inkml:trace contextRef="#ctx0" brushRef="#br1" timeOffset="60674.37">17064 16704 15663 0,'-3'-4'1392'0,"1"2"-1120"0,2 0-272 0,0 0 0 0,2-1 560 0,-1 2 48 0,1-1 16 0,2-2 0 0,4-2 928 16,3-4 192-16,5 1 48 0,0-1 0 0,1 0-768 0,2-1-128 0,-1 1-48 0,2 3 0 0,0-2-848 0,-2 1 0 16,2 0-256-16,-3-2-11776 15</inkml:trace>
  <inkml:trace contextRef="#ctx0" brushRef="#br1" timeOffset="60917.55">17458 16032 12895 0,'-4'-12'576'0,"1"6"112"0,1 0-560 0,1 2-128 0,0-1 0 0,-1 1 0 0,2 0 1136 0,-1 0 192 0,0-4 32 16,-2-1 16-16,1 0 1648 0,1 0 336 0,-1 4 64 0,2 5 16 15,2 0-1408-15,-1 5-288 0,0 4-48 0,2-1-16 16,0 6-848-16,1 1-192 0,1 1-16 0,-1 4-16 16,1 1-240-16,-2-2-48 0,1 4-16 0,-2-2 0 15,1 1-304-15,-3-2 0 0,0-1 0 0,0 2 0 16,-1-4-320-16,1-1-112 16,-2 0-16-16,2-1-16688 0</inkml:trace>
  <inkml:trace contextRef="#ctx0" brushRef="#br1" timeOffset="61203.35">17710 16168 13823 0,'0'-6'1216'0,"0"4"-960"15,1-2-256-15,-1 4 0 0,1-3-192 0,-1 1-64 16,2-2-32-16,-2-2 0 0,-2 0 2656 0,0 2 544 15,-2 4 96-15,-2 4 32 0,-1 5-848 0,-3 3-160 16,0 4-48-16,-1 3 0 0,1 3-816 0,0 0-160 16,0 2-48-16,1 0 0 0,2 1-224 0,-1 0-48 0,5 3-16 0,-1-4 0 15,3 0-336-15,0 1-64 0,2-5-16 0,0 2 0 16,3-1-64-16,1-1-32 0,2-1 0 0,-1-3 0 16,4-1 64-16,-1-2 16 15,1-4 0-15,1 1 0 0,0-3-240 0,0-2 0 0,0-1-192 0,0-4-11344 16,1 0-2288-16</inkml:trace>
  <inkml:trace contextRef="#ctx0" brushRef="#br1" timeOffset="61736.5">17850 16375 6447 0,'-3'-10'576'0,"2"4"-576"0,1 0 0 0,0-1 0 0,0 4 816 0,1 0 48 15,0 0 16-15,2-4 0 0,1-1 1632 0,2-3 336 16,1-2 64-16,2 3 16 0,1 2 80 0,0-1 32 16,2 3 0-16,2 1 0 0,-3 2-1168 0,0 1-224 15,2 2-48-15,0 0-16 0,-1 2-800 0,-1 2-144 16,0 2-48-16,-2 0 0 0,-2 3-336 0,0 2-64 16,-4 4 0-16,0-1-16 15,-2 3-48-15,-1-1 0 0,-1 1 0 0,-3 4 0 16,0-2-128-16,-1 3 0 0,1-3 0 0,0 1 0 15,-1-4 0-15,2-2 0 0,1 0 0 0,1-5 0 0,1 1 0 0,0-3 0 16,0-2 0-16,1-4 0 0,1-1 0 0,1-1 0 16,1-5-160-16,-1 0 160 0,2-3 0 0,1-1 0 15,2-2 0-15,-1-2 0 0,3-2 0 0,-1-1 0 0,-1 1 0 16,1-2 0-16,0 0 0 0,-1 2 0 0,0-2 0 16,-1 1 160-16,1 1-160 0,-2 1 0 0,-1 2 0 0,0-2 0 15,0 1 0-15,0 2 0 0,0-1 0 0,-2 3 0 16,1 4 0-16,0 1 0 0,-2 4 0 0,-2-1 0 15,1 4 0-15,-2 2 0 16,-1 2 0-16,-3 0 0 0,0 4 0 0,-3 2 0 0,2 1 0 0,0 3 0 16,0-1 0-16,0 1 0 0,1 0 0 0,0 0 0 15,1 0 0-15,3 0 0 0,0-1 0 0,2-1 0 16,0-2 0-16,2-2 0 0,3 2 0 0,1 1 0 16,3-5 0-16,0 0 0 0,2-2 0 0,1-2 0 15,0-2 0-15,0 0 160 0,-1-4-160 0,-1 2 160 0,0-4-160 16,-1 2 0-16,0-4 0 0,-1 2 128 15,-3 0-800 1,-2 2-160-16</inkml:trace>
  <inkml:trace contextRef="#ctx0" brushRef="#br1" timeOffset="61890.23">17966 16416 11055 0,'-9'0'976'0,"5"-3"-784"16,3 2-192-16,0 1 0 0,0-3 1088 0,1 3 160 0,1-2 32 0,1 1 16 0,2-2 1760 0,2-3 336 0,3 2 80 0,3-2 16 0,3 2-1184 0,3-2-224 0,0 4-48 0,2-2-16 0,2 0-1488 0,0-1-288 16,1 2-64-16,-1-1-16 0,-1-1-160 0,0 1-192 0,0 1 32 0,-2-3-10464 15,-1 2-2080 1</inkml:trace>
  <inkml:trace contextRef="#ctx0" brushRef="#br1" timeOffset="62157.34">18364 16061 4607 0,'0'-3'400'0,"1"0"-400"0,0 0 0 0,1 3 0 16,-1 0 1376-16,0-4 192 0,3 2 32 0,0-2 16 15,3-2 2016-15,2 2 400 0,1 2 64 0,-1 2 32 16,3 0-1104-16,0 6-208 0,0 1-64 0,2 6 0 16,-2 2-1264-16,2 3-256 0,-2 2-48 0,-1 2-16 15,1 3-480-15,-4 1-112 0,2 0 0 0,-4 1-16 16,2-1-240-16,-3-1-64 0,0 1 0 0,-3 1 0 15,1-4-256-15,-5 2 0 0,0 0 0 0,-1-3 0 0,0-3 0 16,-2 1 0-16,-4-1 0 0,0 2 0 0,1 2 0 0,-2-5 0 16,1-2 0-16,1-2 0 0,-1 1 0 0,0-3 0 15,2-2 0-15,-1 0 0 0,2-4-256 16,1 0-96-16,3-3-32 0,2 0-18048 16</inkml:trace>
  <inkml:trace contextRef="#ctx0" brushRef="#br1" timeOffset="62590.74">19013 16359 27647 0,'-10'-6'1216'0,"5"3"256"0,2 2-1168 0,0-2-304 0,2 3 0 0,0 0 0 0,1 0 864 0,-2-1 112 0,2 0 32 0,0 0 0 0,2 1 368 0,-1 0 80 0,3 0 16 0,1 0 0 0,-5 0-1024 0,0 0-192 0,23 1-32 0,-13-1-16 0,1 0-208 0,-1 0 0 0,0 0 128 0,-3 1-128 15,1 3-304-15,-2-3-96 0,-2 2-32 0,-2-1 0 32,-3 2-1952-32,-2-1-400 0,-2 2-80 0,-2-1-16 0,0 0 192 0,-3 2 48 0,0-2 0 0,-1 4 0 15,1-1 1504-15,0-1 304 0,3-3 64 0,0 4 16 0,4-1 912 0,0-4 176 16,3 2 48-16,1-3 0 0,3 2 1504 0,2-3 304 16,3 0 64-16,3 0 16 0,2-3 32 0,1 2 16 15,1-3 0-15,1 2 0 0,2-1-1040 0,-1 0-224 16,1 0-32-16,-2-1-16 0,0 1-752 0,-1 0-128 15,-2 0-128-15,-2 0-15504 0</inkml:trace>
  <inkml:trace contextRef="#ctx0" brushRef="#br1" timeOffset="63133.47">19746 16235 15663 0,'-8'-10'688'0,"3"4"144"15,1 1-656-15,0 1-176 0,3 2 0 0,0 1 0 16,0-3 672-16,-2-1 96 0,-2-2 32 0,-1-6 0 0,1 1 1680 0,0-1 336 16,4 4 64-16,0 0 0 0,3 3-976 0,3-2-208 15,3 2-32-15,0 2-16 0,3 2-496 0,2 2-80 16,-1-3-32-16,3 3 0 16,1 3-624-16,0 1-128 0,0 1-32 0,-1 2 0 15,0 2 0-15,-2 1 0 0,0 2 0 0,-4 0 0 0,-3 4-256 0,-3 2 160 16,-1 0-160-16,-2 1 128 0,-2 1-128 15,-3-2 0-15,-1 3 0 0,-4-5 128 0,-2 3-128 0,-3 1 0 16,-1-2 0-16,0-2 0 0,-1 3 0 0,-1-6 0 16,1 2 0-16,2-2 0 0,3-2 0 0,1 0 0 15,0-1 0-15,1 0 0 0,1-2 0 0,3 0 0 16,3-2 0-16,2 0 0 0,1-2 0 0,3 1 0 16,2-4 0-16,1 1 0 0,1-2 0 0,2 0 0 0,4 0 144 15,1 0-144-15,1-3 128 0,0 3-128 0,1-3 160 16,0 0-160-16,-1 0 0 0,-2-1 128 0,2 1-128 15,-1 0 0-15,-1 3 0 0,-1-2 0 0,-1 0 0 16,-3 0 0-16,1 2 0 0,-2-4 0 16,1 4 0-16,-1-2 0 15,-1 2-2096-15,3-3-352 0,0 2-80 0,-2 1-16 0</inkml:trace>
  <inkml:trace contextRef="#ctx0" brushRef="#br1" timeOffset="63709.66">20089 16333 2751 0,'-2'-11'128'0,"0"4"16"0,2 3-144 0,0-3 0 0,2 5 0 0,-2-2 0 16,1 2 1248-16,1-6 224 0,3-3 32 0,1-2 16 15,3 0 1952-15,2 1 400 0,0 2 80 0,2 0 16 0,0 4-1088 0,1 0-192 16,2 2-64-16,0 3 0 0,0-1-864 0,0 4-176 16,1-1-48-16,0 3 0 0,-3 2-688 0,0 4-144 15,0-2-16-15,-5 6-16 0,-1-2-320 0,-2 2-64 16,-2 2-16-16,-2 1 0 0,-2-3-144 0,0 5-128 15,-2-3 144-15,-2 2-144 0,0 1 0 16,-2-3 0-16,0 0 0 0,-1-3 0 0,-1 2 0 0,0-1 0 16,-1 1 0-16,0-3 0 0,3-2 0 0,0 0 0 15,2-1 0-15,0-3 0 0,2-3 0 0,1 1 0 16,1-1 0-16,1-1 0 0,0-2 0 0,0-2 128 16,3-1-128-16,1-1 0 0,0-2 0 0,2 0 0 0,0-1 0 15,0-4 0-15,3 1 0 0,0-4 0 0,1-3 0 16,0-3 0-16,0 1 0 0,0 0 0 15,-1-2 0-15,0 1 0 0,-1 0 0 0,-2-1 0 0,2 1 0 16,-3-1 0-16,1 1 0 0,0-1 0 0,1 2 144 0,0 2-144 16,-2 1 0-16,0 4 0 0,-1 2 0 0,-1 1 0 15,1 3 0-15,-3 5 0 0,2 1 0 0,-3 4 0 16,-1-1 0-16,-1 6 0 0,-3 4 0 0,-1 0 0 16,0 2 0-16,-2 2 0 0,-2 2 0 0,-1 1 0 15,2-2 0-15,-1 1 0 0,2 0 0 0,-2 3 0 16,3-4 0-16,0-1 0 0,1 2 0 0,1-1 0 15,1-3 0-15,1 1 0 0,2-3 0 0,0-2 0 16,1 0 0-16,0-4 0 0,3 2 128 0,0-3-128 0,1 0 320 16,1 1-32-16,1-4 0 0,2 1 0 15,1-1-80-15,0-3-16 0,0 1 0 0,1-1 0 0,1 0-192 16,1-1 0-16,-1 1 0 0,-1-3 0 0,0 1 0 16,-1 0 0-16,0 2 0 0,-3-2 0 0,-2 1-240 15,-1 1-80-15,-1 0-32 0,-2 0 0 16,-4 1-1584-16,0 1-320 0,-5-2-64 0,-2 0-14000 15</inkml:trace>
  <inkml:trace contextRef="#ctx0" brushRef="#br1" timeOffset="63890.21">20250 16428 11967 0,'-1'-2'1072'0,"1"0"-864"0,0 2-208 0,1 0 0 0,1 0 1440 0,1-2 240 0,0 2 48 0,5-4 16 0,3 2 2416 0,4-1 464 0,2-1 112 0,2 2 0 0,2-2-2384 0,1 2-496 0,1 1-80 0,1-3-32 15,2 1-928-15,-1 0-192 0,1-2-48 0,-2 1 0 16,1 2-352-16,-1 0-80 0,0 0-16 0,-5-2 0 16,-3 4-128-16,-5-2 0 0,-1 2-192 0,-4 2-12864 15,-3-1-2576-15</inkml:trace>
  <inkml:trace contextRef="#ctx0" brushRef="#br1" timeOffset="67156.31">9606 16874 9215 0,'0'-1'816'0,"-2"1"-656"0,2 0-160 0,0 0 0 0,0 0 576 0,0 0 64 0,0 0 32 0,-1 0 0 0,1-2 848 0,-1-1 160 0,0 2 48 0,1 1 0 0,0 0-1072 0,0 0-208 16,-5-25-32-16,2 17-16 0,3 0-400 0,-1-2 0 15,0-2 0-15,-2 0 0 16,2 2-480-16,-1-1-128 0</inkml:trace>
  <inkml:trace contextRef="#ctx0" brushRef="#br1" timeOffset="67326.25">9498 16317 11055 0,'-3'-3'976'0,"2"1"-784"16,0 1-192-16,1 1 0 0,-1 0 384 0,0-3 16 0,-1-1 16 0,0-1 0 16,-2-2 256-16,2 1 48 0,0-4 16 0,2 1 0 15,0-1-304-15,2-2-64 0,-1 2-16 0,0-2-7456 16</inkml:trace>
  <inkml:trace contextRef="#ctx0" brushRef="#br1" timeOffset="67545.95">9442 15869 8287 0,'-3'-7'368'0,"0"4"80"0,1-1-448 0,0 0 0 0,2 0 0 0,0 1 0 16,-1 0 0-16,1-4 0 0,-1-2 0 0,0-5 0 16,1-1-688-16,0-1-16 0,0 4 0 0,0-1 0 15,0 1 704-15,0 0 128 0,1 0 16 0,-2-2 16 0,-2 0-160 0,-2-1 0 16,0-1 0-16,-1-2 0 0</inkml:trace>
  <inkml:trace contextRef="#ctx0" brushRef="#br1" timeOffset="67723.23">9359 15331 10127 0,'-2'-6'896'0,"1"2"-704"15,1-1-192-15,0 4 0 0,-1-1 400 0,1-2 48 16,-2-2 16-16,0-4 0 0,-2-6 1072 0,2 3 224 0,0-1 32 0,0 4 16 16,1 1-192-16,-1 3-32 0,2 1-16 0,0-1 0 15,0 3-176-15,0-1-48 0,0 2 0 0,0-2 0 16,2 2-576-16,-2-1-112 0,1 2-16 0,1 1-16 15,0 0-624-15,-1 0-256 0</inkml:trace>
  <inkml:trace contextRef="#ctx0" brushRef="#br1" timeOffset="69556.42">17120 17496 8287 0,'-5'0'736'0,"1"-2"-592"0,3 1-144 0,0 1 0 16,1 0 320-16,-1 0 48 0,-2 0 0 0,-2 0 0 0,-1 0 1104 0,0-2 208 0,1 2 48 0,1 0 16 0,2 0 432 0,1 2 64 0,-1-1 32 0,4 1 0 0,1-2-368 0,1 0-80 0,1 0-16 0,0 0 0 15,2 0-400-15,1 0-64 0,0 0-32 0,3 0 0 16,-1-2-672-16,1-1-128 0,2 2-16 0,-2-2-16 16,3 0-160-16,-3-3-16 0,1 2-16 0,2-4 0 15,-1 0-48-15,3-4-16 0,0-1 0 0,-1-3 0 16,-1 1-64-16,-2-1-16 0,-1 0 0 0,-2 0 0 15,-2 0-144-15,0 0 128 0,-4-2-128 0,0 1 128 16,-2 0-128-16,-2 1 0 0,-2-1 144 0,0 2-144 0,-2 1 0 16,-3 2 0-16,1 1 0 0,-2 0 0 15,1 2 0-15,-2 2 128 0,0 0-128 0,1 5 176 16,0 2-176-16,1 2 0 0,0 2 0 0,1 2 0 0,2 2 0 16,0 3 0-16,1 0 0 0,2 4 0 0,1 3 128 0,1-2 0 15,0 3 0-15,1 1 0 0,1-4-128 16,2 5 0-16,2-1 0 0,0 4 0 0,2 0 0 0,-2-3 0 15,0-3 0-15,0 6 0 0,2 3 128 0,0 5 112 16,1 5 16-16,0-3 0 0,-2 0-112 0,-1 1-16 16,-1-2 0-16,-2-3 0 0,1-1-128 0,-3-5 0 15,1-1 0-15,2-4 128 0,-2 0-128 0,1-3 0 16,-2-1 0-16,2-3 0 0,0 1 0 0,-1-4 0 0,0-2 0 16,-2-1 0-1,1 0-1088-15,-2-5-192 0,-1 3-32 0,-3-3-15952 0</inkml:trace>
  <inkml:trace contextRef="#ctx0" brushRef="#br1" timeOffset="69723.64">17063 17756 13823 0,'-5'-4'608'0,"3"2"128"0,-1-1-592 0,2 2-144 0,1 1 0 0,1 0 0 0,1 0 704 0,-1 0 128 0,1 0 0 0,4 0 16 0,3-2 1456 0,2 1 304 0,4-2 48 0,2-1 16 16,3-2-1728-16,1-3-352 0,1 2-64 0,1-2-16 15,-1 3-512-15,-1-2 0 0,0 0 0 0,-1 2-12512 16</inkml:trace>
  <inkml:trace contextRef="#ctx0" brushRef="#br1" timeOffset="69972.62">17519 17193 10127 0,'-3'-13'448'0,"0"2"96"0,1 3-544 16,1 2 0-16,1 2 0 0,0 2 0 0,0-2 992 0,-2-1 96 15,2-1 0-15,-1-1 16 0,0-2 1712 0,1 3 320 16,-1 5 80-16,-1 1 16 0,2 3-1184 0,-1 4-224 16,2 0-48-16,-1 4-16 0,3 3-1056 0,-2 2-192 15,0 2-64-15,-1 1 0 0,2 3-304 0,-2 0-144 0,0-2 128 16,0 1-128-1,1-1-448-15,0 1-160 0,2-2-32 0,-2 0-13792 0</inkml:trace>
  <inkml:trace contextRef="#ctx0" brushRef="#br1" timeOffset="70477.48">17942 17323 5519 0,'-5'-7'496'0,"2"1"-496"0,-1 1 0 0,2 1 0 0,0 0 288 0,1 2-32 16,0 1-16-16,-2-6 0 0,0 1 1104 0,-1-2 208 16,-2 0 48-16,1 0 16 0,0 4 592 0,0-1 112 15,0 4 32-15,0 1 0 0,0 0-320 0,-1 3-64 0,0 1-16 16,-2 2 0-16,1 3-464 0,-2 3-80 0,1 1-32 0,0 0 0 15,1 2-528-15,-1 2-96 0,2 4-32 0,1-1 0 16,0 2-128-16,0-3-16 0,3-4-16 0,-1 2 0 16,2 4-160-16,0 1-16 0,0 1-16 0,-1-1 0 15,2 0 96-15,0-3 32 16,0 1 0-16,2-2 0 0,-1-2-192 0,0 0-48 0,2-1 0 0,0-3 0 16,1-2-80-16,1 0-32 0,0-1 0 0,2-2 0 15,2 2-144-15,1-3 0 0,1-2 0 0,0-2 128 16,1 2-128-16,0-1 0 0,0-3 0 0,0 1 0 15,1 1 0-15,-1-2-192 0,0 1 32 0,0 2-12192 16,-3-3-2432-16</inkml:trace>
  <inkml:trace contextRef="#ctx0" brushRef="#br1" timeOffset="72575.35">18169 17651 8287 0,'-3'4'736'0,"2"-4"-592"0,0 0-144 0,-1 0 0 16,2 0 784-16,0 0 128 0,-1 0 32 0,1 0 0 0,-1 0 1008 0,0-3 208 0,0 2 32 0,1 1 16 0,0 0 224 0,0 0 64 0,4-22 0 0,-1 13 0 15,1-3-864-15,-1-1-160 0,2 0-48 0,-1 0 0 16,0 1-416-16,-2-2-96 0,1 0-16 0,-1-2 0 16,1 3-208-16,-2-3-48 0,0 4-16 0,0-2 0 15,1-1-208-15,-1 2-32 0,-1 0-16 0,1 2 0 16,-1 4-112-16,0-2-32 0,1 5 0 0,-1 1 0 15,2 3-96-15,-1 1-128 0,0 4 176 0,0-1-176 0,-1 2 144 0,1 0-144 16,2 6 0-16,-2 2 144 0,2 1-144 0,-1 1 0 16,1 2 0-16,0 0 0 0,1 0 0 0,1 1 0 15,-1-1 128-15,-1 1-128 0,1-2 0 0,-3 2 0 32,2-4 0-32,-3-2 0 0,1 2 0 0,-1-4 0 0,0 2 0 15,-1-2 0-15,1-1 0 0,-1-4 0 0,1 1 0 0,-2-2 0 0,2-1 0 0,2-1 0 16,-2 0 0-16,2-3-12416 15,0 0-2496-15</inkml:trace>
  <inkml:trace contextRef="#ctx0" brushRef="#br1" timeOffset="72877.42">18323 17273 12895 0,'0'-8'576'0,"0"3"112"0,0 2-560 0,1 0-128 0,1 2 0 0,-1 1 0 16,1 0 944-16,2 0 144 0,2 0 48 0,3 1 0 16,1 4 1552-16,2 1 304 0,-1 2 64 0,2 0 16 15,0 5-1312-15,2 0-256 0,-1 6-48 0,-1-3-16 16,1 2-416-16,0 2-64 0,-2 2-32 0,-2 3 0 16,-2-5-320-16,0 5-64 0,-2 1-16 0,-1 5 0 0,-3-3-272 15,0 0-64-15,-5 1-16 0,0-1 0 0,-1-2-48 16,-4 2 0-16,1-6 0 0,-2 0 0 0,2-3 0 0,-1-3 0 15,2 0 0-15,-2-4 0 0,0 4-128 0,1-6 0 16,1 2 0-16,-1-2 0 16,1 0-528-16,1 1-144 15</inkml:trace>
  <inkml:trace contextRef="#ctx0" brushRef="#br1" timeOffset="73240.17">19065 17582 18431 0,'-10'-5'816'0,"3"1"160"0,2 3-784 0,1-2-192 0,3 3 0 0,0 0 0 0,1-2 1360 0,-2 1 240 0,1 1 32 0,1-5 16 16,1 1 928-16,3-2 192 0,2 2 48 0,3-2 0 15,2 2-1472-15,3-1-304 0,2 2-48 0,0-5-16 16,2 6-544-16,1-4-112 0,0 2-32 0,-2 1 0 15,-1 0-288-15,0 3 0 0,-2-3 0 0,-3 3 0 16,-1 3-656-16,-5-2-240 0,-2 4-64 0,-4 1-15456 16</inkml:trace>
  <inkml:trace contextRef="#ctx0" brushRef="#br1" timeOffset="73375.75">19035 17683 5519 0,'-3'4'496'0,"0"-2"-496"15,2 2 0-15,1-4 0 0,3 0 1456 0,-2 0 192 16,2 0 32-16,1 0 16 0,4 3 1312 0,4-3 272 15,3-3 48-15,1 1 16 0,1 0-592 0,1-1-128 16,0-4-32-16,-1 3 0 0,2-3-1632 0,-1 4-336 16,-1-4-64-16,-1 4-15776 0</inkml:trace>
  <inkml:trace contextRef="#ctx0" brushRef="#br1" timeOffset="73973.73">19682 17423 17503 0,'-4'-6'1552'0,"1"1"-1232"0,2 2-320 0,1 1 0 0,0 1 384 0,-2-3 32 15,2-2 0-15,-2-1 0 0,2-6 1952 0,0 1 384 16,1 2 64-16,3 0 32 0,2 2-736 0,1 1-128 15,2 0-48-15,2 2 0 0,2 4-784 0,-1-4-176 16,3 4-16-16,0-2-16 0,-1 6-448 0,0-2-96 16,0 4-16-16,-3 1 0 0,-3 1-240 0,0 2-144 15,-1 1 160-15,-2 0-160 0,-2 5 0 0,-3-2 128 0,-3 2-128 16,-1 1 0-16,1-3 0 0,-5 3 0 0,-2 0 0 16,-2 4 0-16,-2 1 0 0,0-3 0 0,-2 2 0 15,-1-1 0-15,3-3 0 0,-2 0 0 16,1 0 0-16,1-1 0 0,1 1 0 0,0-3 0 0,1 2 0 0,2-1 0 15,1 1 0-15,3-6 0 0,1 4 0 0,1-3 0 16,2 0 0-16,2-2 144 0,0 0-144 0,1-3 128 16,4 1 160-16,1-5 32 0,2 1 0 0,0-2 0 15,4 0 0-15,0-2 0 0,3 1 0 0,-2-4 0 16,1 1-64-16,0-2 0 0,0 2 0 0,1-2 0 16,0 0-64-16,-1 0-32 0,-1-1 0 0,-2 4 0 0,0-1 0 15,-2 2 0-15,0-2 0 0,-3 4 0 16,0 0-160-16,-2 0 0 0,0 0 0 0,-3 1 0 0,-1 2-192 0,-3-1 192 15,1 3-192-15,-3 1-13344 16,0 3-2656-16</inkml:trace>
  <inkml:trace contextRef="#ctx0" brushRef="#br1" timeOffset="75973.5">19488 17975 5519 0,'-4'0'496'0,"1"-1"-496"0,0 1 0 0,2 0 0 0,0 0 1056 0,-2 0 112 0,1 0 32 0,-3-3 0 0,-1 2 784 0,-3 0 144 0,0 0 48 0,2 1 0 16,1-4-64-16,1 1 0 0,2 1 0 0,1 1 0 16,1-2 32-16,2 0 0 0,1 0 0 0,1 3 0 15,-1-2-640-15,3 2-128 0,1-2-32 0,3 2 0 16,2 0-480-16,2-2-96 0,1 2-32 0,4 0 0 15,3-1-464-15,1 1-80 0,4 0-32 0,0-2 0 16,0 1-160-16,1 1 192 0,0-4-192 0,0 2 192 16,1-2-64-16,0-2-128 0,-1 0 192 0,0 1-64 0,1-2-128 15,-4 0 192-15,-1 4-192 0,-2-4 192 0,0 4-64 16,-4 0-128-16,-2 1 192 0,-2 1-64 0,-3-2-128 0,-1 3 128 16,-2 0-128-16,1 3 128 0,-2-3-128 0,-1 0 0 15,0 0 0 1,-1 1 0-16,-1 1 0 0,-1-2 0 0,-1 1 0 0,-1 2 0 15,-1 1-1408-15,-3 1-320 0,-2 1-64 0,-3-2-15424 0</inkml:trace>
  <inkml:trace contextRef="#ctx0" brushRef="#br1" timeOffset="76207.63">19457 18091 17503 0,'-5'0'768'0,"1"0"176"0,2 0-752 0,0 0-192 16,2 0 0-16,0 0 0 0,0 3 1424 0,1-3 256 0,0 1 48 0,1 1 16 16,2 1 1184-16,-4-3 224 0,0 0 48 0,24 0 16 15,-13 0-1632-15,2-3-336 0,2 1-64 0,3 1-16 16,1-4-576-16,4 1-112 0,0 0-32 0,3-2 0 16,-1 2-256-16,-2-2-64 0,1 1-128 0,-1-1 192 15,2 1-192-15,0 0 0 0,2-1 0 0,-1 0 0 16,-4 2 0-16,-2 0 0 0,-1 2 0 0,-5 2-18448 15</inkml:trace>
  <inkml:trace contextRef="#ctx0" brushRef="#br1" timeOffset="78357.36">9346 15256 5295 0,'-3'2'464'0,"1"-2"-464"0,1 0 0 0,1 0 128 0,0 0-128 0,-2 0 0 0,0 1 0 0,-3 2 128 0,0-3-128 0,-1 2 0 16,1-2 688-16,1 0 16 0,1 0 16 0,-1 0 32 15,1-2 272-15,1-2 48 0,-1 2 16 0,0-1 0 16,1 2-64-16,1-1 0 0,-1 0-16 0,0 2 16 16,0 2-32-16,1 0-16 0,-2 2 0 0,2-2 32 15,0 2 16-15,-2-2 16 0,2 5 0 0,-1-4 32 0,0 3 208 16,0-2 64-16,1-1 0 0,-1-2 16 0,1 1-480 0,1 1-112 15,0-3 0-15,0 0 0 0,0 0-224 0,0 0-32 16,0 0-16-16,0 0 16 0,1-3-384 0,-1 3-128 16,0 0 0-16,0 0 128 0,0 0 288 0,0 0 48 15,0 0 16-15,0 0 32 0,15-13-96 0,-11 8-16 16,0 1 0-16,-1-2 16 0,1 2 96 0,1-2 0 16,0 0 16-16,0 0 32 0,2-3-240 0,1-1-32 15,0 3-16-15,0-4 32 0,-2 3-304 0,2-2 0 16,-1 2 0-16,2-5 0 0,-1 3 0 0,1 0 0 15,-2 1 128-15,1-3-128 16,0 3 240-16,0-1-16 0,2-3 0 0,-2 3 0 0,2-2 80 0,-1 0 16 16,0-1 0-16,-1 3 0 0,1-3-144 0,1-2-32 15,1-1 0-15,1-3 0 0,-1 1-144 16,2 0 192-16,-1-3-192 0,-1 2 192 0,0 0-192 0,2-1 0 0,-2 3 144 0,0 0-144 16,0-2 128-16,0 1-128 0,0-2 128 0,1 1-128 15,-1 1 0-15,-1 2 144 0,-3 3-144 0,2 0 0 16,-1-2 160-16,2 1-160 0,1-3 128 0,-1 1-128 15,-1 2 0-15,-1-2 0 0,4-1 128 0,-1-3-128 16,1-2 0-16,0 0 0 0,3-4 0 0,0-3 0 16,-1 4 0-16,1-1 0 0,1 3 0 0,0-1 0 15,-1 0 0-15,-1 1 0 0,1 1 0 0,0 0 0 16,-1 0 0-16,1-1 0 0,-3 2 0 0,2-1 0 16,-2 0 0-16,1 0 0 0,0 2 128 0,0-2-128 15,2-3 0-15,-1 3 0 0,-1-1 0 0,2 1 0 16,1-3 0-16,0-1 0 0,2-1 128 0,-1-1-128 15,-1-2 0-15,-1 3 0 0,0 7-192 0,0 1 192 0,0 0 160 0,-2-2 160 16,2 1 16-16,-3 1 16 0,-1 3-352 16,-1 0 128-16,1 0-128 0,1 1 0 0,-1-1 0 0,-1 0 128 15,0 0-128-15,-1 1 0 0,1-1 0 0,0 0 0 16,0-2 0-16,1 1 0 0,-1-1 0 0,-1 2 0 16,1 0 0-16,-3 1 0 0,-1 4 0 0,-1-2 0 15,0 4 0-15,0 0 0 0,-1 3 0 16,-2-1 0-16,1 1 0 0,-2 4 0 0,-1 1 0 15,-2 1 0-15,0 2 0 0,-3 5-128 16,0 2-832-16,-2 1-144 0,-2 6-48 0,1 3-17120 0</inkml:trace>
  <inkml:trace contextRef="#ctx0" brushRef="#br1" timeOffset="79482.42">9540 15016 1839 0,'1'-1'160'0,"0"-2"-160"0,1-1 0 0,-2 4 0 0,1-2 272 16,0-2 32-16,2-2 0 0,0-6 0 0,2-2 128 0,0-1 16 0,1 2 16 0,-1 0 0 16,-1 5 752-16,-1-2 128 0,0 4 48 0,0-1 0 15,-2 4 80-15,1-2 0 0,-2 1 16 0,0 3 0 16,0 1-64-16,0 0-16 0,-1 0 0 0,0 0 0 0,0 3-192 15,0-1-32-15,-2 3-16 0,3-5 0 16,0 0-448-16,-11 18-80 0,8-13-32 0,0 0 0 16,-1 1-64-16,0 0-16 0,-1 1 0 0,2-4 0 15,-2 5-144-15,0-3-16 0,2 1-16 0,0-2 0 0,-1-1 48 0,0 3 16 16,-2 3 0-16,0 1 0 0,0 2 96 16,-2 1 32-16,1 0 0 0,-2 2 0 0,2-1 144 0,1 1 16 15,-3-2 16-15,1 2 0 0,0-1-96 0,-1 1-32 16,2 1 0-16,-2-3 0 0,2 2-208 0,-1-3-32 15,0 2-16-15,0-2 0 0,-1 1-144 0,1 0-16 16,-2 2-16-16,0-1 0 0,1 1-304 0,-1-3-64 16,2-2-16-16,-1 2 0 0,-1 1 480 0,0 0 112 15,0 0 16-15,-1 3 0 0,0 2-384 0,0-2 0 0,1 3 0 16,0-3 128-16,4-2-128 0,-3 2 176 0,2 2-176 16,-2 3 192-16,3-2 0 0,-1 1 0 0,-1-2 0 0,1-2 0 15,0 3-192-15,-1-3 192 0,1 0-192 0,-1 0 192 16,0-1-192-16,-1 1 128 15,-1 0-128-15,1 0 128 0,-2-2-128 0,0 0 0 16,1-1 0-16,-1-1 128 0,0 1-128 0,0 0 0 16,0-1 0-16,0 2 0 0,0-2 0 0,2 1 0 0,-1-1 0 0,0 1 0 15,0 3 0-15,-1-3 0 0,0 5 128 0,0-5-128 16,3 0 0-16,0-1 0 0,0 0 0 0,0 4 0 16,-1 0 0-16,-1 0 0 15,0 3 0-15,0-3 0 0,0 0 0 0,1 3 0 0,0-3 0 0,0 0 0 16,2-1 0-16,-1 1 0 0,2-4 0 0,-1 4 0 15,-1-3 128-15,2 3-128 0,0-3 128 0,0 2-128 16,-2 1 160-16,2-3-160 0,-1 0 192 0,1 2-192 0,-2-1 176 16,1 0-176-16,1 3 160 0,2-10-160 0,1-1 128 0,1-1-128 15,-2 1 0-15,2 0 144 0,-2-1-144 16,2 4 0-16,-3 1 144 0,-2 2-144 0,2 1 0 16,-1-1 144-16,3-2-144 0,-2-1 0 0,1-2 128 0,0-1-128 15,2-2 0-15,1-2 0 0,-2 1 0 0,2 1 0 16,-2-2 0-16,1 2 0 0,-1-2 0 0,1 2 0 15,-1 0 0-15,2-4 0 0,1 2 0 0,-1-2 0 16,1 1 0-16,1-1-12880 0,3 0-2576 16</inkml:trace>
  <inkml:trace contextRef="#ctx0" brushRef="#br1" timeOffset="81690.23">9439 15236 4095 0,'0'-3'368'0,"-2"1"-368"15,0 1 0-15,1 1 0 0,-1-3 0 0,1 3 0 0,0-2 0 0,-3 1 0 0,1-3 0 0,-5-2 0 0,2 1 256 0,-2-1 0 0,1 2-16 0,0 0 16 0,0 0-256 0,4-1 0 16,-1 2-192-16,0-1 192 0,2 2 1168 0,-1-1 320 16,2 2 64-16,-1-4 16 0,2 4 80 0,-2 1 16 0,2-3 0 15,0 2 0-15,0 1-176 0,0 0-16 16,0 0-16-16,2 0 0 0,-1 1-336 0,-1-1-64 0,0 0-16 0,0 0 0 15,0 0-656-15,0 0-128 16,26 9-16-16,-17-9-16 0,0 0-224 0,1 1 0 0,3-1 128 0,-1 3-128 16,3-1 0-16,0-2 0 0,0 4 0 0,1-2 0 15,1-2 0-15,-1 4 0 0,1-2 0 0,-1-2 0 16,1 2 240-16,-1 0-48 0,1-2-16 0,-1 0 0 16,1 0 112-16,2-2 32 0,-1 0 0 0,2 0 0 15,-1-1-64-15,0 2 0 0,4-1 0 0,-1 2 0 16,0-3-128-16,-1 2-128 0,2 1 144 0,-4 0-144 15,2-2 304-15,-1 2-48 0,1 0 0 0,0-3 0 16,0 2 0-16,-2 1 0 0,-2 0 0 0,-1-3 0 16,-1 1-64-16,-1 1 0 0,-2-3-16 0,-1 2 0 15,-1-1-176-15,-1-1 0 0,-1 2 0 0,0 1 0 16,-2-2 0-16,-1 1 0 0,-1 0 0 0,-2 0 0 0,-2 2 0 0,0 0 0 16,-2 0 0-16,-2 2 0 15,-1 0-336-15,-4 3-112 16</inkml:trace>
  <inkml:trace contextRef="#ctx0" brushRef="#br1" timeOffset="86412.24">21201 17452 8287 0,'0'-5'736'0,"0"1"-592"0,1 4-144 0,-1 0 0 0,0 0 928 0,-1 0 160 0,2-3 16 0,-1 3 16 0,0-3 1456 0,0 3 304 15,0 3 48-15,0-3 16 0,0 0-1024 0,-5 19-208 16,2-6-48-16,1-3 0 0,0 2-464 0,-2 3-112 15,0 1 0-15,2-3-16 0,-1 4-496 16,1-3-80-16,-1 0-32 0,2-2 0 0,0 1-272 0,1-3-64 16,1 1-128-16,0-4 192 0,3-1-192 0,-2 1 0 15,3-5 0-15,0-2 0 16,0 0-1232-16,3-2-192 0</inkml:trace>
  <inkml:trace contextRef="#ctx0" brushRef="#br1" timeOffset="86840.74">21250 17301 11055 0,'-7'-7'976'0,"2"2"-784"0,1 1-192 0,2 4 0 16,0-2 528-16,1 2 64 0,1 2 16 0,-1-2 0 15,-2 2 656-15,2 0 128 0,0 3 16 0,1-2 16 16,2 5-624-16,1-2-128 0,2 3-32 0,0 0 0 16,1 0-640-16,0-1 0 0,2 0-256 0,-2 2 80 15,2-4-1344 1,0 3-272-16,-1-5-48 0,2 2-16 0,0 0 528 0,-1-5 112 0,2 2 0 15,0-1 16-15,1-2 944 0,-1 0 256 0,1-2 0 0,0-1 0 16,0 2 928-16,2-5 272 0,-1 0 48 0,2-1 16 0,-1-1 656 16,2-2 144-16,2-2 32 0,1-2 0 0,-1 2-384 0,-1-4-80 15,0 1-16-15,0 1 0 0,-2-2-400 16,-3-1-64-16,-1 1-32 0,-4 2 0 0,0-2-288 16,-3 1-48-16,-3 2-16 0,-3 0 0 0,0 1-176 15,-4 2-32-15,0 0-16 0,-2 1 0 0,1 3-160 0,-3 2-48 16,-1 1 0-16,-1 3 0 0,0 3-208 15,1 1-128-15,2 5 160 0,-1 1-160 0,2 0 0 0,1 4 0 16,2 6 0-16,1 0 0 0,2 5 0 0,2-1 128 16,1 2-128-16,1 3 0 0,2 2 0 0,-1 1 0 15,1-1 0-15,-1 3 0 0,2 2 0 0,-1 5-128 16,1-3 128-16,1 2 0 0,-1-4 0 0,0-1 0 16,-2-3 176-16,-1-1-176 0,0 0 192 0,-1-9-192 15,0-2 192-15,-1-2-192 0,1-2 0 0,-1-2 0 0,0 1 0 16,-2-3 0-1,1 0-432-15,-2-2-192 0,-1 0-32 0,-1-1-15440 0</inkml:trace>
  <inkml:trace contextRef="#ctx0" brushRef="#br1" timeOffset="87002.63">21321 17850 16575 0,'6'-11'736'0,"-1"4"160"0,1-2-720 0,-1 5-176 0,0 0 0 0,-1 2 0 0,0-2 1248 0,5-2 224 0,6-6 32 0,6-1 16 0,2-3 928 0,2 1 192 0,2 2 48 0,-2 3 0 0,1 0-1968 0,0 1-384 15,-1 6-80-15,0-2-14592 0</inkml:trace>
  <inkml:trace contextRef="#ctx0" brushRef="#br1" timeOffset="87665.53">22202 17423 14735 0,'-10'-8'1312'0,"3"2"-1056"0,0-1-256 0,3 4 0 0,1-1 1184 0,2 2 176 16,0-2 48-16,-3-2 0 0,-1-4 1120 0,0-3 224 16,2-3 64-16,0 1 0 0,4 2-688 0,4-2-128 0,3 1-16 15,3 2-16-15,1 0-1264 0,3 2-240 0,2-1-48 0,1 3-16 16,-1 2-192-16,0 0-32 0,1 2-16 0,-1 2 0 16,0 2-160-16,-1 2 0 0,-1 2 144 0,-4 2-144 15,0 4 0-15,-2 2 144 0,-4 1-144 0,0 3 0 16,-3 0 0-16,0 2 0 0,-2 2 0 0,-3 1 0 15,-1-2 128-15,-2 1-128 0,0-2 0 0,-3 1 0 16,1 0 0-16,-2 0 0 0,0-3 0 0,-1-4 0 16,1 2 0-16,1-3 0 0,1-1 0 0,0-3 0 15,1 2 0-15,1-5 0 0,2 0 0 0,0-2 0 16,3-2 0-16,1-2 0 0,1 0 0 0,3-4 0 16,1 2 0-16,0-2 0 0,1-2 0 0,1-2 0 15,2 0 0-15,1-3 0 0,0 1 0 0,0-3 0 16,0 2 0-16,0-3 0 0,1-1 0 0,-1-1 0 15,1-1 0-15,0 3-176 0,1 0 176 16,-1 0-208-16,3-2 208 0,-2-1 208 0,-1 5-32 16,1-3-16-16,-1 0-160 0,-1 2 0 0,-2 1 0 15,0 2 0-15,-3 2 0 0,-2 1 0 0,0 1 0 16,-3 3 0-16,0 2 128 0,-3 3 0 0,0 3 0 16,-2 1 0-16,-2 2-128 0,-1 4-176 0,-2 0 48 15,-1 4 0-15,0 4 128 0,0 0 0 0,1 1 0 16,1-1 0-16,3 5 0 0,1-5 0 0,1 2 0 0,2-2 0 15,0-1 0-15,2-1 0 0,2-2 0 0,-1 0 0 0,1-2 0 16,2-2 0-16,1 0 0 0,1 1 0 0,0-4 0 0,1 0 176 0,0-1-48 16,0 0 0-16,0-2-128 0,0-1 0 0,0-1 0 15,0-1 0-15,0 2 0 0,-1-3-176 0,0 0 48 16,1 0 0 0,-2 0-976-16,-3 0-192 0,-1 0-48 0,-2 0-14896 0</inkml:trace>
  <inkml:trace contextRef="#ctx0" brushRef="#br1" timeOffset="87843.86">22320 17466 11055 0,'-9'-4'976'0,"4"-2"-784"0,1 2-192 0,2 1 0 0,2 1 944 0,0 1 144 0,1 1 16 0,-1-5 16 0,3 1 1744 0,0-2 336 0,4 0 80 0,1-2 16 0,3 2-464 0,2 1-80 0,3 0-32 0,1-1 0 0,3 1-1440 0,2 1-304 15,2-2-48-15,0 2-16 0,2-2-624 0,-3 3-128 0,-4 0-32 0,1 1 0 0,4 0-128 0,-2 4-256 0,-1 0 64 0,-3 2-17632 16</inkml:trace>
  <inkml:trace contextRef="#ctx0" brushRef="#br1" timeOffset="88266.07">23111 17360 19343 0,'0'-12'848'0,"0"3"192"0,1 2-832 0,1 2-208 0,-1 1 0 0,0 3 0 15,0-1 1216-15,2-2 208 0,2-5 48 0,0 1 0 0,0 0 1152 16,0 0 256-16,-2 4 32 0,-1 4 16 0,-1 2-1600 16,-2 4-320-16,-1 2-64 0,-3 4-16 0,0 3-592 0,-1 2-112 15,0 2-32-15,-1 2 0 0,0-1-48 0,1 2-16 16,4-2 0-16,-1 1 0 0,3-3 0 15,2-4 0-15,0 1 0 0,3-5 0 0,2-3-128 0,2-1 160 16,1-3-160-16,2-3 160 0,2-4-160 0,1-1 0 16,1-1 144-16,1-1-144 0,-1-3 0 15,0-2-208-15,-1 3 16 0,0-4-17680 0</inkml:trace>
  <inkml:trace contextRef="#ctx0" brushRef="#br1" timeOffset="88408.64">23205 17145 14735 0,'-7'-12'640'0,"2"6"160"0,1 0-640 0,3 2-160 0,1 1 0 0,0 3 0 16,1-2 704-16,0 2 128 0,2-1 0 0,0 1 16 16,2 0 400-16,2 1 80 0,1 4 16 15,1 2 0 1,1 6-2432-16,-2 1-464 0,4 6-112 0,-3 5 0 0</inkml:trace>
  <inkml:trace contextRef="#ctx0" brushRef="#br1" timeOffset="88874.51">23281 17474 9215 0,'-5'-2'816'0,"1"2"-656"0,1-3-160 0,1 2 0 15,2 1 960-15,0-2 176 0,-1 0 16 0,1 0 16 0,-2-2 2480 0,1-2 480 0,0 0 96 0,0-4 32 16,1 1-1568-16,1 1-320 0,1 0-64 0,2-2-16 16,0 2-1104-16,2-2-224 0,0 0-32 0,3-3-16 15,1 4-528-15,1-3-128 0,1 2 0 0,1 1-16 0,2-1-240 0,-2 1 144 16,3 2-144-16,-2 0 128 0,-1 3-128 0,0 2 0 15,-1 2 0-15,0 2 0 0,1 0 0 0,-3 4 0 16,-3-2 0-16,1 2 0 0,-1 0 0 0,-1 3 0 16,-1 1 0-16,0 0 0 0,-2 2 0 0,-1 0 0 15,-2 1 0-15,0 0 0 0,-1 0 0 16,0 0 0-16,-2 0 0 0,1-3 0 0,-1-2 0 16,-1 1 0-16,-1 1 0 0,-1 0 0 0,0-2 0 15,0-4 0-15,2 2 0 0,-1-6 0 0,3 1 0 0,-1-2 0 16,3-2 0-16,0-4 0 0,3 1 0 0,-1-2 0 15,2-2 0-15,0-3 0 0,4 0 0 0,-1 0 0 16,0 1 0-16,-1-3 0 16,2 1 0-16,-1 2 0 0,0-1 0 15,1 0 0-15,0 1 0 0,1-1 0 0,0 5 0 16,-1 0 0-16,2 2 0 0,0 2 0 16,0 2 0-16,0-2 0 0,0 4 0 0,-1 2 0 0,-1 0 0 15,0 4 0-15,-2 0 0 0,-1 2 0 0,-2 3 0 0,0-1 0 0,-1 2 128 16,0 1-128-16,-2-2 0 0,0 0 128 0,-2 0-128 0,2 0 0 15,-1-1 0-15,1-3 128 0,0 2-128 0,-1-3 0 0,1 2 0 16,0-3 0-16,0 1 0 0,2-3 0 16,2 1 0-16,1-1-18528 0</inkml:trace>
  <inkml:trace contextRef="#ctx0" brushRef="#br1" timeOffset="89575.79">23851 17259 17503 0,'-3'-9'768'0,"2"-1"176"0,-2 4-752 0,2 0-192 0,1 6 0 0,0 0 0 0,-1-2 1424 0,0 0 256 0,-1 0 48 0,1 2 16 15,-1 0 1040-15,-2 6 208 0,0 3 32 0,2 1 16 0,-2 3-1824 0,2 2-352 0,-2 1-80 0,0 3-16 0,2-3 48 0,-1 2 0 0,1 5 0 0,-1-6 0 0,1 0-480 0,2-1-80 0,0 0-32 0,1-3 0 0,2-1-224 0,0-4 144 0,2 0-144 0,3-2 128 0,2 1-128 0,1-6 0 0,0 1 0 0,2-4 0 0,1-2 0 0,1 0 0 0,-2-2 128 16,1-4-128-16,0-2 0 0,1 0 0 0,-1-5 0 0,-1 3 0 0,-2 0 0 0,-1-1 0 0,-2-1 0 0,-1 3 0 0,-1-2 0 0,-1 1 0 0,-3-1 0 0,2 2 0 0,-2 0 0 0,0-2 160 0,-1 3-160 15,0 0 160-15,-1 1-160 0,0 2 0 0,-1 0 0 0,0 4 0 0,-1-1 0 0,0 4 0 0,-1 2 0 0,0 0 0 0,0 0 0 0,0 2 0 0,-1 2 0 0,0 2 0 0,0 0 0 0,2 2 0 0,1 0 0 0,2 0 0 16,0 0 0-16,2-1 0 0,2-1 0 0,0 0 0 16,1-2 0-16,1-2 0 0,2 2 0 0,1-4 0 15,0 2 0-15,-1-2 0 0,1 0 0 0,0-2 0 16,0-1-176-16,0 2 176 0,-4 1-128 0,0-2 128 16,-1 2 0-16,-1 0 0 0,-1 0 0 0,-2 3-128 0,-1 2 128 15,-3 1 0-15,1 1 0 0,-2 3 0 0,-1-1 0 0,0 4 0 16,0 0 0-16,0 2 0 0,2-1 0 0,0 1 0 15,2-3 0-15,1-1 0 0,0 0 0 0,2 2 0 16,3-3 0-16,-1-3 0 0,2 2 0 0,2-6 0 16,-1 2 0-16,3-1 0 0,-1-4 0 0,1 0 0 15,-1 0 0-15,1-4 0 0,0 2 0 0,-1-7 128 16,1 2-128-16,0-4 0 0,-2-1 0 16,0 1 0-16,-1 0 0 15,1 0 128-15,-2 0-128 0,0 0 0 0,1 1 0 16,0-2 0-16,-1 2 0 0,0 0 0 0,0 0 0 0,0 4 128 0,-1 0-128 0,-1 1 144 15,0 0-144-15,-2 2 160 0,-1 1-32 0,1 0-128 16,-4 2 192-16,1 0-64 0,-1 4-128 0,-2-1 0 0,0-2 144 16,-1 5-144-16,-1 3 0 0,0-2 0 0,-2 5 0 15,2 1 128-15,1-1-128 0,2 1 0 0,0 0 0 16,2 0 0-16,2-1 0 0,3 0 0 16,2-2 0-16,3-2 0 0,1 0 0 15,1-2 0-15,2 1 0 0,1-5 0 16,2 2-320-16,-1-2-96 0</inkml:trace>
  <inkml:trace contextRef="#ctx0" brushRef="#br1" timeOffset="90749.53">24674 17336 17503 0,'-1'-4'768'0,"1"-2"176"0,1 2-752 0,0 2-192 0,-1 2 0 0,0-3 0 0,0 2 2112 0,2-4 384 0,-1 1 64 0,0-4 32 0,0 0-32 0,-1-2-16 0,-2-1 0 0,-2 1 0 0,-1 3-1280 0,-3-2-256 0,-2 2-48 0,-1 1-16 0,-3 3-528 0,0-1-96 0,-1 4-32 0,1 4 0 0,-1 0-288 0,1 2 0 0,2 4 0 0,-1 1 0 0,5-1 0 0,-2 2 0 16,1 2 0-16,2 2 0 0,1 2 0 0,2-1 0 0,3 1 0 0,1-3 0 15,0-5 160-15,2 2-160 16,4-2 128-16,1-2-128 0,1 0 256 0,1-4-16 16,1-2-16-16,0 0 0 0,0-4-96 0,1 2-128 0,1-6 176 0,-1 2-176 15,3-4 160-15,-2-1-160 0,0-2 128 0,2 0-128 16,0 0 0-16,-3-4 0 0,-1 1 0 15,0-1 0-15,-2 3 0 0,1 0 0 16,-2 1 0-16,0 2 0 0,-3-1 0 0,0 4 0 16,-1 0 0-16,-2 2 0 0,0 2 0 0,-1 2 0 0,-1 2 0 0,0 2 0 15,-1 2 0-15,0 4 0 0,-2-2 0 0,1 4 0 16,0 0 0-16,-1 3 0 0,3-3 0 0,-1 1 0 16,2 0 0-16,1 2 0 0,1-4 0 0,2 0 0 0,0-1 0 15,1 0 0-15,1-1 0 0,1-6 0 16,-1 4 0-16,1-7 0 0,-2 1 0 15,1-2 0-15,0 1 0 0,-1-5 0 0,1 0 0 16,-1-2 0-16,1-1 0 0,0-2 0 0,2 0 0 0,-2-2 0 0,0-1 0 0,2 1 0 16,0-2 0-16,1 2 0 0,0 0 0 0,0 2 0 15,1-3 0-15,2 3 0 0,-1-1 0 16,1 4 0-16,0-3 0 0,2 4 0 0,-2 1 0 0,1 1 0 16,0 2 0-16,-2 2 0 0,1 0 128 0,-1 2-128 15,1 2 128-15,-2 2-128 0,-1 0 0 0,-3 3 0 16,-1 1 0-16,-3-2 0 0,1 4 192 0,-2-1-64 15,-1 1 0-15,0-1 0 0,-3 0-128 16,1-1 0-16,-2 0 0 0,-1-1 0 0,-2-2 0 0,-1-1 0 16,0 1 0-16,-3-5 0 0,1 2 0 0,0-4 0 15,0 0 0-15,1 0 0 0,3-4 0 0,0 2 0 0,2-2 0 16,2-1 0-16,1 0 0 16,2 0 0-16,1 1 0 0,2-2 0 0,2 2 0 0,3-2 0 0,1 4 0 15,2-2 0-15,0 4 0 0,1-4 0 0,-1 2 0 16,1 2 0-16,1-4 0 0,0 2 0 0,-2 2 0 0,1-4 0 15,-1 1 0-15,-1 0 0 0,0-1 0 0,-1-1 0 16,0 1 0-16,-1-2 0 0,-2 0 0 0,1-1 0 16,-2-2 0-16,-1-1 0 0,-2 0 0 0,0-2 0 15,-1-3 0-15,-2 1 0 0,0 0 0 0,-1 0 0 16,0 2 0-16,0-1 0 0,-2 3 0 0,0 0 0 16,0 4 0-16,-1 4 0 0,1 2 0 0,-1 0 0 15,0 2 0-15,1 4 128 0,-1 4-128 0,0 0 0 16,2 6 0-16,0-1 0 0,0 5 128 0,2-2-128 0,0 1 0 15,0 1 160-15,1-4-160 0,0 0 160 16,2-1-16-16,1 1 0 0,1-4 0 0,-1 1 0 0,4-1-144 16,-1-2 192-16,1-3-192 0,2-2 192 15,1-1-192-15,0-3 0 0,1-2 0 0,-1-3 128 0,0-1-128 0,1-1 0 16,-1-1 0-16,0-3 0 0,-1 1 0 0,0-3 0 16,1-1 0-16,0 0 0 0,-1 0 0 0,0 1 0 15,1 0 0-15,0-1 0 0,-1 2 0 0,1-1 0 16,-1 3 0-16,1-1 0 0,0 2 0 0,-2 1 0 15,1 4 0-15,0-1 0 0,-2 2 0 0,1 2 0 16,1 2 0-16,-2 2 0 0,1 2 0 0,-1 3 0 16,-1-2 128-16,-1 5-128 0,0-2 0 0,-1 0 128 15,0 1-128-15,0-1 128 0,-1 3-128 0,-2-4 0 0,1 4-160 16,-2-3 160-16,0-2 0 0,-2 0 0 16,0-2 0-16,-3 0 0 0,-1 0 0 0,-2-3 0 15,-4 0 0-15,-2 0 0 0,0-3 0 0,-3 0 0 0,-1 0 0 16,0-3 0-16,0 0 0 0,0 0 0 0,0 0 0 0,4 0 0 15,-1-1 0-15,4 2 0 16,2-1 0-16,3 2 0 16,4-2-320-16,5 3-192 0</inkml:trace>
  <inkml:trace contextRef="#ctx0" brushRef="#br1" timeOffset="92040.84">26373 17112 19343 0,'-2'-8'1728'0,"2"0"-1392"0,1 4-336 0,0 4 0 0,0 0 1056 0,1-2 144 0,-1-2 16 0,1-2 16 0,2-4 608 0,1 0 112 0,1 1 32 0,0 1 0 0,2 3-960 0,-1-2-176 0,1 5-32 0,-2 0-16 0,0 2-80 0,-2 2-16 0,-1 0 0 0,-1 0 0 0,-2 3-176 0,-3-2-32 0,-1 4-16 15,-3-4 0-15,-2 6-224 0,-1-2-32 0,1 3-16 16,-3 3 0-16,1 1 224 0,1 3 32 0,2-1 16 0,3 2 0 15,1-2-192-15,3 3-32 0,2-3-16 0,3 0 0 16,1-4-240-16,1 1 176 0,3-3-176 0,-1-4 160 16,3-3-160-16,1 0 0 0,0-2 144 0,-1-2-144 15,0-2 128-15,0 0-128 0,2-3 128 0,-1-3-128 16,0-2 0-16,1-2 128 0,-2 1-128 16,-1-4 0-16,-2 0 0 0,-1-1 0 0,-1-3 0 0,0 0 0 15,-1-1 0-15,0-1 0 0,0-1 0 0,0-3 0 16,0 2 0-16,0-2 0 0,-2 1 0 0,2 3 0 15,-1 0 0-15,0 3 0 0,-2 0 0 0,1 3 0 0,-2 3 0 16,0 2 0-16,-1 3 0 0,-1 0 0 0,-2 4 0 16,1 0 0-16,-2 4 0 0,-1 0 128 0,-1 0-128 15,0 0 0-15,-1 4 0 0,-2 0 0 0,0-1 0 16,-1 2 0-16,-1 3 0 0,0 0 0 0,0 2 0 16,1 0 0-16,0 2 0 0,2 1 0 0,-1 2 0 0,3 4 0 15,-1 1 0-15,1 2 0 0,3 2 0 0,-1 2 0 16,1-1 0-16,2-3 0 0,0 0 0 0,1-3 0 15,0 1 0-15,1-2 0 0,3-1 0 16,-2-2 128-16,3-1-128 0,0-2 0 0,1-1 0 0,1-1 0 16,0 0 0-16,0-1 0 0,2-4 128 15,-1 0-128-15,-1 1 128 0,2-2-128 16,-1-2 0-16,1-1 128 0,0 2-128 0,0-3 0 0,1-3 0 16,3 2 0-16,-3-1 0 0,0-1 0 0,-2-1 176 0,1-2-48 0,-2-1 0 0,-1 1 0 15,-1-3 0-15,-1-1 0 16,0 0 0-16,-3-2 0 0,0-1 0 0,-1-1 0 0,0 0 0 15,-1-1 0-15,-1 4 16 0,0-1 0 0,0-1 0 0,-1 3 0 16,2 2-144-16,0 4 0 0,1-1 0 16,-1 4 128-16,2 2-128 0,1 4 0 0,1 1 0 15,2 0 0-15,0 4 0 0,2 0 0 0,2 0 0 0,1 0 0 16,0 1 0-16,2-4-144 0,0 2 144 0,2-1 0 16,0 0-352-16,-1-2 32 0,1-3 16 0,-1 1 0 15,0-4 32-15,-1 0 0 0,0-3 0 0,0-1 0 16,-1 1 272-16,-3-3-160 0,1-1 160 0,-2 1-128 15,0 2 128-15,-4-2 0 0,0 1 0 0,-2 2 0 16,-1 3 0-16,-1-3 0 0,-2 6 0 0,1-1 0 0,-2 2 0 0,0 2 0 16,-1 3 0-16,2 1 0 0,-2 2 0 15,0-1 0-15,1 1 0 0,0 3 0 0,1-1 0 16,0 1 144-16,1-3-144 0,1-2 0 0,-1 0 144 0,2-2-144 16,2 0 0-16,-1-2 144 0,1 0-144 0,2-3 0 15,1-3 0-15,0 0 128 0,0 0-128 16,1-3 0-16,1 0 0 0,2-4 0 0,1 1 0 0,-1-2 0 15,2 0 0-15,-1-2 0 0,1-2 0 0,0-1 0 16,0 1 0-16,0 0 0 0,-1-1 0 16,-1 1 0-16,-1 1 128 0,1-1-128 0,-3-1 0 0,0 1 0 15,-2 2 0-15,0 0 128 0,-3 1-128 0,-1 6 128 16,0-4-128-16,-1 5 128 0,-3 2-128 0,0 2 0 16,-1 2 0-16,0 2 0 0,1 3 0 0,-1 1 0 0,0 2 0 15,0 2 0-15,1 2 0 0,0 2 0 16,1 1 0-16,1 0 0 0,0 3 0 0,2-2 0 0,0 1 0 15,0-2 128-15,1 4-128 0,0-4 192 0,-1 0-192 0,2 0 192 16,-2-1-192-16,-2 1 0 0,0-2 0 0,-2 0 0 16,0-1 0-16,-2 0 160 0,-1-3-160 0,-2-1 160 15,1 2-32-15,-2-6-128 0,-1 2 192 0,-1-2-64 16,1 0-128-16,-1-1 0 0,1-4 144 0,0 1-144 16,0-2 0-16,1-2 0 0,-2 0 0 15,3 0 0-15,-1-2 0 0,0 1 0 16,0-4 0-16,0 1 0 0,1-2 0 0,-1 2 0 0,-1-4 0 15,3 0 0-15,-1 2 0 0,0-4 0 0,3-1 0 0,0 0 0 16,4-2 0-16,-1 1 0 0,4 0 0 0,2-1 0 16,3 1 0-16,3 0 0 0,3 2 0 0,3 0 0 0,2 0 0 15,2 4 0-15,0-3 0 0,4 3 0 0,0-2 0 16,2 2-128-16,2 0 0 0,-2 0-13008 16,1 2-2608-16</inkml:trace>
  <inkml:trace contextRef="#ctx0" brushRef="#br1" timeOffset="92506.24">27644 17226 18431 0,'2'-8'816'0,"-1"3"160"0,3 0-784 0,-2 3-192 0,2-2 0 0,-3 2 0 0,1-2 1392 0,3-1 224 0,3-2 48 0,0-6 16 0,4-3 1200 0,0 0 256 0,-2-2 32 0,0-1 16 0,0 3-1488 0,-3-3-288 0,-1 3-64 0,-1 0-16 15,0 1-752-15,-1 2-128 0,0-3-48 0,-1 0 0 16,1 0-176-16,0-2-32 0,-1 5-16 0,0-2 0 15,1 4-176-15,-1 2 0 0,0 3 0 0,0 0 128 16,0 3-128-16,-1 2 0 0,2 2 0 0,-1 2 0 16,0 0 0-16,0 2 0 0,-1 1 0 0,1 1 0 15,-2 3 0-15,-2 2 128 0,-1 1-128 0,0 2 0 0,-2 3 144 0,-1 0-144 16,-1 3 160-16,0 1-160 16,-1 2 240-16,-2 1-48 0,1-3-16 0,0 0 0 0,0 0 64 15,1 0 16-15,0-3 0 0,0 0 0 0,2-1 0 16,0-2 16-16,1 1 0 0,-3-5 0 0,4 0-16 15,-1 1 0-15,0-3 0 0,1-1 0 0,0-2-128 16,1 2-128-16,-1-2 192 0,-1-1-192 0,1 0 0 16,-2 0 0-16,-1 0 0 0,-3 7-20928 0</inkml:trace>
  <inkml:trace contextRef="#ctx0" brushRef="#br1" timeOffset="97021.28">22166 18106 9215 0,'-1'0'816'0,"0"0"-656"0,1 1-160 0,0 2 0 0,0-3 864 0,0 1 144 0,0 1 16 0,1 2 16 0,2 1 688 0,0 1 144 0,2-2 32 0,3 2 0 0,2-2-832 0,0-4-176 0,1 2-16 0,0-2-16 0,1-2-32 0,1-1 0 16,0 0 0-16,-1-1 0 0,2 0-64 0,-2-2 0 16,1 0-16-16,-2-4 0 0,0 1 64 0,-1 0 16 15,-1-1 0-15,-1-3 0 0,2 1-144 0,0-3-32 0,-3-1 0 16,1 2 0-16,-2 0-160 0,-1-3-48 16,0-2 0-16,-3 0 0 0,0 3-128 0,-2-2-48 0,-2 3 0 15,-1 4 0-15,-2-2-48 0,-1 5-16 0,-1 0 0 0,-1 3 0 16,0 4 64-16,0 1 16 0,-2 0 0 0,1 6 0 15,0-1-96-15,2 4 0 0,0 3-16 0,0 0 0 16,3 5-176-16,0-4 128 0,1 2-128 16,2 4 128-16,0 0-128 0,2 6 0 15,2 3 144-15,0 1-144 0,2 3 192 0,0-1-48 0,0 4 0 0,0-3 0 16,-1-1 112-16,-1-2 32 0,0 0 0 0,-1-2 0 16,-2-5-48-16,0 1-16 0,0-1 0 0,0-4 0 15,-1 0-96-15,0-4-128 0,0-1 176 0,1-1-176 16,-2-1 128-16,2 0-128 0,0-1 0 0,0 0 0 15,0-1 0-15,2-3 0 0,-1 1 0 0,0-4 0 16,2 1 0-16,-2-4 0 0,0 0-192 0,-1 0 48 16,1-3-2016-16,-1 2-400 15,0-4-64-15,-2 1-32 0</inkml:trace>
  <inkml:trace contextRef="#ctx0" brushRef="#br1" timeOffset="97155.6">22207 18319 2751 0,'-2'-6'256'0,"1"-1"-256"16,1 5 0-16,1 1 0 0,0 1 1536 0,0-4 256 15,2-1 48-15,0-2 16 0,5-3 1664 0,2-1 352 16,2 3 64-16,3 0 16 0,2 4-1968 0,2-2-400 16,2 2-80-16,0-1-16 0,1 4-912 0,2-4-192 15,-2 4-48-15,0-4 0 0,-2 1-336 0,0 0 0 16,1-2 0-16,0-3-13472 0</inkml:trace>
  <inkml:trace contextRef="#ctx0" brushRef="#br1" timeOffset="97373.64">22715 17939 5759 0,'5'-15'128'0,"-2"4"16"0,-1 3 16 0,0 1 0 0,-1 4-160 0,-2 0 0 0,1 1 0 0,-2-2 0 16,2-2 2928-16,-2 0 544 0,-2-1 112 0,-1 6 32 15,-1 2-720-15,-3 4-144 0,2 3-16 0,-3 4-16 16,0 3-544-16,0 1-128 0,3-2 0 0,-2 4-16 16,1 2-784-16,-1 5-160 0,0-1-16 0,2-1-16 15,-1 1-512-15,2-1-96 0,0-1-32 0,2 1 0 16,-1 1-224-16,3-2-64 0,1-2 0 0,-1 0 0 0,4-2-128 15,0-2 0-15,2-1 0 0,2-1 0 0,0-2 0 16,2-3 0-16,0 1 0 0,3-4 0 16,1 0-880-16,0-3-256 15</inkml:trace>
  <inkml:trace contextRef="#ctx0" brushRef="#br1" timeOffset="97843.48">22827 18088 11055 0,'3'-13'976'0,"0"3"-784"0,-1 2-192 0,1 0 0 0,-1 6 896 0,1-1 144 16,-1 2 32-16,2-4 0 0,2-1 2432 0,4-2 480 16,1 2 112-16,4-2 0 0,0 1-1632 0,1 4-336 15,1-1-64-15,-1 4-16 0,0 1-976 0,0 2-208 16,-2 3-32-16,-2 0-16 0,0 0-448 0,-5 4-96 16,-1 0-16-16,-2 1 0 0,-3 5-112 0,-3-2-16 15,-3 4-128-15,-3 1 192 0,0 0-32 0,-3 0-16 16,-2 0 0-16,1-1 0 0,-1 0-144 0,2-2 0 0,0 1 0 0,2-3 0 15,3-4 0-15,3-2 0 0,3-2 0 0,1-2 0 16,3-4 0-16,3 0 0 0,2-4 0 0,3-2 0 16,-1 0 0-16,3-4 0 0,2-2 0 15,-1-4 0-15,1 1 0 0,-1-1 0 0,1-4 0 16,-3-2 0-16,0 3 0 0,-4 1 0 0,1-2 0 0,-1 3-176 16,-2 1 176-16,0 2 0 0,-2 2 0 0,-3-1 0 15,2 6 0-15,-3-2 0 0,0 3 0 0,-1 2 0 16,0 2 0-16,-1 2 0 0,0 2 0 0,-2 2 0 15,2 2 0-15,-3 3 0 0,1 1 0 0,-2 3 0 16,0 2 0-16,0-1 0 0,-3 2 0 0,2 1 0 0,1-6 0 16,-1 4 0-16,-1 1 128 0,-2-1-128 0,0 1 0 15,1 0 0-15,1-4 0 0,3 0 0 0,0-1 0 0,1-4 0 16,2 2 0-16,1-3 0 0,3 0 0 0,0-2 0 16,3-2 0-16,3 0 0 0,2 0 0 0,2-2 0 15,3 0 0-15,0-4 0 0,0 4 0 0,0-2 0 16,1-2 0-16,-2 4 0 15,-1-2-768-15,-4 2-192 0,-3 0-16 0,-5 0-16624 16</inkml:trace>
  <inkml:trace contextRef="#ctx0" brushRef="#br1" timeOffset="98006.2">22944 18211 11967 0,'-4'-6'1072'0,"3"2"-864"0,1-2-208 0,1 4 0 0,2 0 1248 0,-1 2 208 0,2-2 32 0,4-2 16 0,3-1 1888 0,6-2 368 0,5-2 80 0,4 2 0 0,3-2-2432 0,2-1-480 0,0 2-96 0,1 0-32 0,-1 2-656 0,-3 0-144 0,-1 0 0 0,-1-1 0 31,-2 1-1152-31,-3 3-240 0,-2-4-32 0,-2 1-12288 0</inkml:trace>
  <inkml:trace contextRef="#ctx0" brushRef="#br1" timeOffset="98219.95">23358 17943 5519 0,'-2'-8'240'0,"1"2"64"0,1 0-304 0,0 4 0 0,1-2 0 0,0 4 0 15,2 0 2128-15,0-3 368 0,2 1 80 0,4 1 16 16,1 1 480-16,2 0 80 0,-1 3 32 0,1 4 0 0,-4 1-736 16,2 0-144-16,1 4-16 0,-1 3-16 0,1 5-736 15,0 2-160-15,-2 0-32 0,-3-1 0 16,0 1-560-16,-3 2-112 0,-3-2-32 0,-1 3 0 16,-4-4-256-16,-3-1-48 0,-2 0-16 0,-1-2 0 0,-1 1-144 0,-2-3-48 15,-1-1 0-15,1-2 0 0,0-3-128 0,-1 1 0 16,2-1 0-16,-2 0 128 0,2-3-128 0,3 0-176 15,5-2 48-15,2 1-19024 16</inkml:trace>
  <inkml:trace contextRef="#ctx0" brushRef="#br1" timeOffset="98625.19">24035 18094 22111 0,'5'-13'976'0,"-3"5"208"0,1 0-944 16,-1 3-240-16,-1 4 0 0,1-1 0 0,-1 2 848 0,0 0 128 0,2-4 32 0,-1 0 0 0,1 2 1552 0,-2 2 304 0,0 2 64 0,-1 3 16 0,-2 4-1744 0,-2-1-352 0,-1 2-64 0,-1 0-16 0,0 3-240 0,-2-1-48 15,2 0-16-15,0-2 0 0,0 3-208 16,2-4-32-16,3 1-16 0,1-3 0 0,1-1-80 0,3 0-128 15,3-2 176-15,3-2-176 0,2-1 208 0,2-1-64 16,2 0-16-16,1-1 0 0,1-1-128 0,0 0-176 16,-1 0 48-16,1-2-18560 15</inkml:trace>
  <inkml:trace contextRef="#ctx0" brushRef="#br1" timeOffset="98774.37">24129 17911 12895 0,'1'-10'576'0,"0"4"112"0,1-1-560 0,-1 2-128 16,1 4 0-16,-1 1 0 0,2 1 416 0,-1 1 48 16,5-2 16-16,0 3 0 15,3 1-768-15,-1 6-160 0,-2 5-16 0,0-2-16 0,0 4 336 0,-4 0 144 0</inkml:trace>
  <inkml:trace contextRef="#ctx0" brushRef="#br1" timeOffset="99240.04">24220 18221 3679 0,'-5'0'320'0,"2"-1"-320"0,-1 0 0 0,1-1 0 16,2 2 1728-16,0 0 256 0,1 0 64 0,-2-3 16 0,-1 0 2128 0,-1-3 416 16,2 2 96-16,-1-4 16 0,2 0-1520 0,1-3-320 15,1 0-48-15,3 0-16 0,0 1-1552 0,1-4-320 16,1 2-64-16,0 0-16 0,2-1-608 0,-1 3-128 16,2-2-128-16,-2 0 176 0,0 4-176 0,2 0 0 15,1-2 0-15,1 3 0 16,0 1 0-16,2 3 0 0,-1-2 0 0,0 3 0 0,1 0 0 0,0 2 0 15,0 2 0-15,0 2 0 16,1 2 0-16,-2 0 0 0,-1 4 0 0,-1-1 0 0,-1 2 0 16,0 0 0-16,-3 2 0 0,0 0 0 0,0 2 0 0,-3-4 0 15,0 2 128-15,-3-1-128 0,0 0 0 0,-2-3 0 16,-1 1 0-16,0-3 0 0,-2-1 0 0,0-1 0 16,0-1 0-16,0-4 0 0,1 1 160 0,0-2-160 15,1 1 192-15,2-4-192 0,-1-2 0 0,2 0 0 16,0-3 0-16,3-1 0 0,2-2 0 0,1 0 0 15,1-1 0-15,3 0 0 0,1-2 0 0,0 1 0 0,1 2 0 0,0 0 0 16,-1-2 128-16,1 3-128 0,2 0 0 16,0 2 0-16,-1 3 0 0,1 0 0 0,-2 0 0 15,-1 4 0-15,0 2 0 0,-1 4 0 0,-2 0 0 0,-2 2 0 16,-1 3 0-16,-3 2 0 0,0 1 0 0,-2 3 0 16,-3 1 0-16,-1 0 0 0,-2 0 0 0,0 0 0 15,-1 2 0-15,0-5 0 0,1 2 0 0,0-1 0 16,2-5 0-16,1 0 0 0,1-3 0 15,4 0 0-15,1-2 0 0,4-4 0 0,1 0-192 0,3-2-18512 16</inkml:trace>
  <inkml:trace contextRef="#ctx0" brushRef="#br1" timeOffset="99912.32">24883 17990 17503 0,'0'-10'768'0,"0"1"176"0,1 3-752 0,-1 2-192 0,2 4 0 0,-2 0 0 0,0-2 2496 0,0 1 448 0,0 1 112 0,0-3 16 0,0 3-816 0,0 0-144 16,0 3-48-16,0 3 0 0,0-6-1008 0,0 0-208 16,-5 30-32-16,3-16-16 0,1 2-128 0,0 1-32 15,0 1 0-15,2 1 0 0,1-3-288 0,1 0-64 16,2 0-16-16,0-4 0 0,1 1-112 0,1-4-32 16,1 1 0-16,0-3 0 0,1-5-128 0,1-2 0 15,1 0 144-15,-1-2-144 0,1-5 128 0,-1-3-128 16,0 2 128-16,-1-2-128 0,-2-2 0 0,-1-1 0 0,0 0 0 15,-2-2 0-15,0 1 128 0,0-2-128 16,-2 0 128-16,-1-1-128 0,0 3 0 0,1-1-128 16,-1-1 0-16,-1 3 0 0,1-3 128 0,0 3 0 0,1 1 0 15,0-1 0-15,1 6 0 0,0 1 0 0,1 0 0 0,1 3 0 16,-1 3 0-16,1 0 0 0,0 3 0 0,1 0 0 16,0 0 0-16,0 3 0 0,0-1 0 0,2 1 0 15,-2 0 0-15,1 0 0 0,2 3 0 0,-3-5 0 16,0 2 0-16,1 0 0 0,-1-2 0 0,1 1 0 15,-1-1 0-15,-1-1 0 0,0 1 0 0,0 1 0 16,0-4 0-16,-1 4 0 0,-2-4 0 0,2 2 0 16,-3 3 0-16,0-2 0 0,1-1 0 0,-2 4 0 15,0-1 0-15,-2 0 0 0,0 3 0 0,-1 1 0 0,1-2 0 16,-2 0 0-16,3 0 0 0,-1 2 0 0,2-4 0 0,1 2 0 16,0 0 0-16,3-4 0 15,1 2 0-15,2-2 0 0,1 1 0 0,0-5 0 0,2 1 0 0,1-2 0 16,0 1 0-16,-1-5 0 0,1 1 0 15,-1-2 0-15,-1 0 0 0,0-1 0 0,-1-3 0 0,1 1 0 16,-2-1 0-16,0 0 0 0,-3 2 0 0,1-2 0 16,0 0 0-16,-1-1 0 0,-1 1 0 0,-2 0 0 15,1 0 0-15,-2-1 0 0,0 3 0 0,-1 2 0 16,-1-2 0-16,-1 3 0 0,-1 2 0 0,2-1 0 16,-2 4 0-16,0 2 0 0,1 0 0 0,-1 4 0 15,-1 1 0-15,0 2 0 0,1 0 0 0,1 5 0 16,0-1 0-16,1 2 0 0,2 1 0 0,0-1 0 15,1 1 0-15,3-4 0 0,-1 2 0 0,4-4 0 0,-1 1 0 16,1-1 0-16,2-4 0 0,1-2 0 0,0 0 0 16,1-2 0-16,1-2 0 0,-1 0 0 0,3-4 0 0,-2-1 0 15,-1 2 0-15,1-4 0 0,-1 0 0 0,-1 1 0 32,-1 0-1408-32,0 0-192 0,-1-1-32 0,-2 1-15712 0</inkml:trace>
  <inkml:trace contextRef="#ctx0" brushRef="#br1" timeOffset="100712.34">25661 18008 12895 0,'1'-11'576'0,"0"4"112"0,1-2-560 0,-1 5-128 0,1 1 0 0,0 0 0 0,0 1 1856 0,1-3 352 0,0-4 64 0,2-1 16 0,0 0 880 0,-1-2 176 0,0 2 48 0,-3 2 0 0,-2 4-1616 0,-2-1-320 16,-2 4-64-16,-2 1-16 0,-3 3-816 0,-3 4-176 15,-1-1-16-15,-2 1-16 0,1 2-176 0,-1 3-48 16,-2 1 0-16,1 3 0 0,2 0 0 0,0 2 0 16,4-2 0-16,1-2 0 0,3 1 112 0,3-3 16 15,3 0 0-15,3-2 0 0,5 0-64 0,0-4 0 0,2 1 0 16,2-5 0-16,0-1 0 16,0-1 0-16,1-1 0 0,2-1 0 0,0-5-192 0,-2 1 0 0,0-2 0 0,-1 0 0 15,1-2 0-15,-3-1 0 0,0 0 0 0,-1-1 0 16,-1 2 0-16,0-3 0 0,0 1 0 0,-1 0 0 15,-1 2 0-15,0 1 0 0,1 2 0 0,-1 1 0 16,0-1 0-16,-2 2 0 0,1 4 0 0,-1 1 0 16,-1 3 0-16,-1 0 0 0,1 1 0 0,-2 5 0 15,1 1 0-15,-2-1 0 0,1 4 0 0,0 3 0 16,-2-4 0-16,2 2 0 0,0 1 0 16,0-5 0-16,2 2 0 0,0-3 0 0,1 1 0 0,0-4 0 0,2 0 0 0,-1-2 0 15,1-2-192-15,-1-2 192 16,2 0 0-16,-1-2 0 0,0-2 0 0,0-1 0 0,0-1 0 15,-1 0 0-15,3-2 0 0,-2-2 0 0,1 2 0 16,1-2 0-16,1 0 0 0,-1-1 0 0,2 1 0 0,-1 0 0 16,2 0 0-16,0 0 0 0,2 1 0 0,0 1 0 15,0 0 0-15,-1 2 0 0,-1 3 0 16,1-2 0-16,-1 3 0 0,1 2 0 0,-1 2 0 0,-1 3 0 16,1-2 0-16,-2 3 0 0,0 3 0 0,-2 1 0 15,0 0 0-15,-1 2 0 0,-1-2 128 0,-2-1-128 16,-1-2 0-16,-1 2 0 0,-1-3 0 0,-1 0 0 15,-2-1 0-15,-1 0 0 0,-1-4 0 0,0 2 0 16,-2-3 0-16,1 0 0 0,-2-3 0 0,1 2 0 0,0-1 0 0,1-2 0 16,-1 1 0-16,2 2 0 15,-1-1 0-15,-1-2-160 0,2 2 160 0,-1-2 0 16,0 1 0-16,0 1 0 0,1 1 0 0,-2-2 0 16,3 3 0-16,1 0 0 0,-1-2 0 0,1 2 0 0,1-2 0 0,2 2 0 15,0 0 0-15,1 0 0 0,1 0 0 16,3 0 0-16,0 2-304 0,1 0 32 0,2 1 0 0,2 0-18336 15</inkml:trace>
  <inkml:trace contextRef="#ctx0" brushRef="#br1" timeOffset="101245.46">26070 18003 12895 0,'1'-6'1152'0,"1"1"-928"0,-1 0-224 0,0 4 0 0,0 1 1264 0,2 0 208 0,1-6 32 0,2 0 16 0,1-4 2048 0,4-1 400 0,2-2 96 0,-1 2 16 0,2 3-2176 0,-2-2-432 16,0 0-96-16,0 1-16 0,-3 2-592 0,0-2-112 15,-2 0-16-15,0 2-16 0,-1-3-240 0,-2 4-64 16,-2-3 0-16,-2 2 0 0,0 1-320 0,-2 1 128 16,-2 1-128-16,-1 0 0 0,-1 2 0 0,0 2 0 15,-3 0 0-15,1 2 0 0,0 0 0 0,0 2 0 16,0 3 0-16,-1 3 0 0,2-1 0 0,0 1 0 15,1 3 0-15,1-1 0 0,3 0 0 0,-1 2 0 16,2 1 0-16,2-2 0 0,1 2 0 0,1-1 0 16,1 1 0-16,1-2 0 0,2 0 0 0,1-1 128 15,-2-3-128-15,3-2 0 0,-1-1 144 0,3-2-144 16,1 1 192-16,-1-4-192 0,1 2 192 0,-1-6-192 0,3 2 192 16,-3-1-192-16,1-2 128 0,-1 1-128 0,2-3 0 0,-3 2 0 15,0-2 0-15,-2 0 0 0,2-4 0 0,-1 4 0 16,-2-4 0-16,1 1 0 0,-2 0 0 0,0-1 0 15,-1 1 0-15,0-3 0 0,0 2 0 0,-1 0 0 16,-1 4 0-16,1 0 0 0,-2-1 0 0,2 4 0 16,0 0 0-16,-2 1 0 0,3 0 128 0,0 4-128 15,0 0 0-15,0 2 160 0,0 1-160 0,1 1 128 16,-1 0-128-16,0 2 0 0,0-2 0 0,-1 0 0 16,1 0 0-16,-2 4 0 0,2-4 128 0,-2 3-128 0,-1-2 0 15,0 2 0-15,-2-3 0 0,0 4 0 16,-3-4 0-16,-1-2 0 0,1 2 0 0,-2 0 0 0,-1-2 0 15,-1 2 0-15,1-2 128 0,2 1-128 0,3-1 0 0,1-1 0 16,4 2 0-16,5-1-12672 16,2 0-2576-16</inkml:trace>
  <inkml:trace contextRef="#ctx0" brushRef="#br1" timeOffset="101756.24">27083 17901 13823 0,'-6'-3'608'0,"1"3"128"0,0-3-592 0,1 3-144 0,2 0 0 0,0-3 0 0,1 3 2144 0,-2-2 400 0,-2-2 80 0,-2-2 0 0,1 0 1008 0,0-2 192 0,2-3 32 0,2 0 16 0,1-1-2176 0,2-1-432 0,3 1-96 0,0-4-16 16,1 0-608-16,3-3-128 0,-1 3-32 0,1 1 0 16,-2 4-192-16,3-1-64 0,-1-1 0 0,2 1 0 15,0 2-128-15,1 4 0 0,-1 2 0 0,-1 4 0 16,-1 1 0-16,0 6 0 0,-1 1 0 0,-1 2 0 0,-1 4 0 15,0 1 0-15,-1 3 0 0,0 2 0 0,-1-2 0 0,1 1 0 16,1 1 0-16,0-2 0 16,1-2 0-16,0 3 0 0,3-3 0 0,1-2 0 0,0-2 0 0,1-2 0 15,1-1 0-15,1-3 0 0,-1-4 0 0,2 2 0 16,-2-7 0-16,2 2 0 0,-2-5 0 0,0 0 0 16,1 0 0-16,-3-4 0 0,-1 1 0 15,0-1 0-15,-1-2 0 0,-2 0 0 0,0-2 0 0,0 2 0 16,-2-1 0-16,1-2 0 0,-2 4 0 0,0-1 0 15,1-1 0-15,-2 4 0 0,1-3 0 0,-1 5 0 16,0-2 0-16,1 6 0 0,-2-1 0 0,-1 1 0 16,-1 6 0-16,-2 1 0 15,-1 4-656-15,-4 3-64 0</inkml:trace>
  <inkml:trace contextRef="#ctx0" brushRef="#br1" timeOffset="102216.55">27059 18132 13823 0,'-8'3'608'0,"2"-3"128"0,1 0-592 0,1 0-144 0,3 1 0 0,1-1 0 15,0 0 736-15,-2 2 112 0,0-2 32 0,0 0 0 16,0 0 1856-16,1 0 368 0,1-2 80 0,0 1 16 16,0 1-1088-16,0 0-192 0,0 0-64 0,12-24 0 15,-7 17-640-15,0-3-144 0,0-1-32 0,0-1 0 16,1 0-592-16,1 2-112 0,-1-2-16 0,1-1-16 0,1 4-48 0,-1-4 0 15,2 5 0-15,-1-2 0 0,1 6-96 16,0-1-32-16,-2 4 0 0,0 1 0 0,2 3-128 16,0 0 0-16,-2 3 0 0,2 4 128 0,-3 0-128 0,1 2 0 15,0 1 0-15,0 3 0 0,-1-3 0 0,0 2 0 16,1 1 128-16,-2-1-128 0,1-1 0 0,0-2 160 16,0 0-160-16,0-2 160 0,0-1 64 0,1-2 16 15,0 0 0-15,-1-4 0 0,2 0-96 0,0-1-16 16,1-4 0-16,0 2 0 0,2-4-128 0,0 2 0 15,1-2 0-15,1-1 0 0,0 0 0 0,1 0 0 16,1 1 0-16,-3-2 0 0,2 0 0 0,-2 0 0 16,-1 0 0-16,0-2 0 0,-2 2 0 0,-2-4 0 15,1 1 0-15,-1 0 0 0,-1-1 0 0,-1-3 0 16,0 2 0-16,-1 0 0 0,-2-1 128 0,1-1 0 0,-3-2 0 16,1 2 0-16,-1 4 128 0,-1-1 32 0,0 0 0 15,-3 1 0-15,0 0-288 0,1 3 0 0,-2 2 0 0,0 4 0 31,0 0-304-31,0 2-112 0,0 6-32 0,1 1-18992 0</inkml:trace>
  <inkml:trace contextRef="#ctx0" brushRef="#br1" timeOffset="102795.64">27873 17794 11055 0,'-5'-3'976'0,"1"-1"-784"0,2-1-192 0,1 4 0 0,1 1 800 0,-1-3 112 0,-2 0 32 0,-1-7 0 0,1-1 2000 0,-1-3 384 16,1-1 96-16,3 2 16 0,3-3-1168 0,3 3-224 15,3-2-64-15,2 4 0 0,1 0-448 0,3 4-112 16,1-2-16-16,1 5 0 0,2 1-592 0,-2 0-128 0,2 3-32 16,-3 3 0-16,0 0-416 0,-4 5-96 0,1 3-16 0,-5 1 0 15,-1 2 0-15,-4 4 0 0,0 1 0 0,-4 3 0 16,-2-2-128-16,-3 2 0 0,-3 0 0 0,-3 1 0 15,-1-2 0-15,0 1 0 0,-1-3-160 16,-1 0 160-16,-1 1 0 0,0-1 0 0,0-1 0 0,0 1 0 16,1-3 0-16,0 0 0 0,1-4 0 0,1 1 0 15,1-1 0-15,2-1 0 0,0 0 0 0,1-3 0 16,2 0 128-16,1 0-128 0,2 0 0 16,0-1 0-16,3-1 176 0,1 0-176 0,3 0 160 0,0 0-160 15,4 1 256-15,1-3-32 0,2 1-16 0,0-1 0 16,4-1 48-16,-1-2 16 0,3 1 0 0,2-2 0 15,0 0-80-15,-1-2 0 0,2 1-16 0,0-4 0 0,0 1-176 16,0 0 128-16,-1-2-128 0,0 2 128 0,-3-2-128 16,-2 0 160-16,0 0-160 0,-2 2 160 0,-3-2 80 15,0 3 16-15,-2 0 0 0,-1 0 0 0,-3 3-112 0,0-2-16 16,-4 2 0-16,0 2 0 0,-2 1-128 16,-2 0 0-16,-1 6 0 0,-5 1-20832 15</inkml:trace>
  <inkml:trace contextRef="#ctx0" brushRef="#br1" timeOffset="107397.84">10454 13499 4607 0,'-1'-2'400'0,"-1"-3"-400"0,1 4 0 0,1-3 0 0,0 3 224 0,0 0-32 0,0-5-16 0,-1 0 0 0,0 2 464 0,-1-6 80 0,1-1 32 0,1 1 0 0,1 0 368 0,2 4 80 0,-1 2 16 0,1-2 0 0,1 1-624 0,-1 1-112 15,2 1-32-15,0-4 0 0,0 1-96 0,1-4-32 16,-1 2 0-16,1-2 0 0,3 0-320 0,1-2 0 16,0-1 0-16,1-3 128 0,1 0-128 0,-2-3 0 15,1 0 0-15,0-2 0 0,-1 2 0 0,1 2 0 16,-1-2 0-16,0 1-128 0,0-2 128 0,0 1 0 0,0 3-144 0,-3 0 144 16,1-1-256-16,0 1 32 15,2-4 0-15,0 1 0 0,1 0 224 0,-1 0 256 0,1 1-48 16,2-1-16-16,-2 3-192 0,1 2 0 0,1-2 0 0,-2 4 0 15,1-3 0-15,-1 1-288 0,0-2 32 0,0-1 16 32,1 1-400-32,-1 0-64 0,-1 0-32 0,-2-3 0 15,2 1-368-15,-1 0-80 0,-1-3-16 0,1 2 0 0,-1 0 240 0,-1-3 64 0,0 3 0 16,1 0 0-16,-2 0 272 16,1-3 64-16,2-4 16 0,2-3 0 0,-1 1 368 0,-1-3 176 0,1 2-160 0,0 1 160 15,1 2 400-15,0-5 176 0,0 3 48 0,0-3 0 16,1 1 384-16,0-1 80 0,0 0 0 0,-1 3 16 15,1 2-16-15,2-5-16 0,0 3 0 0,-1-2 0 16,2-4-304-16,-1 2-64 0,-1 0-16 0,1-2 0 0,-1 3-368 16,0 1-64-16,-2 3 0 0,0 1-16 0,-1 4-240 0,0 2 0 15,-1 5 0-15,-2 3 0 16,0 4-320-16,-2 6-144 0</inkml:trace>
  <inkml:trace contextRef="#ctx0" brushRef="#br1" timeOffset="107873.28">10754 12948 2127 0,'-5'15'0'0,"2"-9"0"0,0 0 0 0,2-2 192 0,0-1-192 0,1-2 0 0,-2 1 0 0,1-2 0 0,0 4 1088 0,0-4 176 0,0 0 32 0,1-6 16 0,1-2 112 0,1-3 32 0,3-2 0 0,1-6 0 16,3-3-480-16,1-4-80 0,3-1-32 0,1-5 0 15,1-1-240-15,1-5-48 0,-1 7-16 0,1-3 0 16,2-5 32-16,2 1 16 0,-1-3 0 0,3-6 0 15,4-7 128-15,2 0 32 0,2 4 0 0,1-3 0 16,0 2-16-16,-1 3 0 0,-3 2 0 0,0 4 0 16,-1 4-336-16,-1-3-64 0,1 0-16 0,-2 0 0 0,2 0-336 15,-1-1 128-15,0 1-128 0,-2-1 0 0,1 5 0 16,-2-3 0-16,0 1 0 0,1-2 0 0,0-3 0 0,-1-1 0 16,2-2 0-16,-2 0 0 15,2 0 0-15,-2-1 0 0,0 0 0 16,-1 1 0-16,-1 0 0 0,-3 5 0 0,2-1 0 0,-4 7 0 0,-2 7 0 0,1 1 0 15,1 1 0-15,-2 4-128 0,1 4-80 0,-3 3-16 16,-1 3 0-16,-1 3 0 16,-1 2-1120-16,-3 4-208 0,0 4-48 0,-2 1-7984 0</inkml:trace>
  <inkml:trace contextRef="#ctx0" brushRef="#br1" timeOffset="109673.33">9583 17443 7359 0,'0'0'656'0,"0"3"-528"0,2-3-128 0,-1 0 0 0,0 1 624 0,0 1 80 0,2 1 32 0,0 3 0 0,4-1 32 0,1 4 16 16,1 1 0-16,1-1 0 0,1 3-560 0,0 0-224 16,0 2 176-16,3-2-176 0,-1 4 128 0,5 3-128 0,-1 3 0 0,4 0 0 15,1 3 144-15,3 3-144 16,0 4 128-16,2-3-128 0,1 2 0 0,2-5 0 15,1-2-144-15,1-1 144 16,3-1-448-16,1-3 0 0,2-2 16 0,0-2 0 16,1-3-880-16,-6-6-176 0,-1 0-48 0,3-2 0 15,1-3 304-15,1-1 48 0,0 0 16 0,0 0 0 0,1-1 1168 0,2 2 128 0,2 2 64 0,1 1 32 16,-1 1-224-16,-1-2 176 0,0 1-176 0,-2-2 160 16,-2-2-160-16,1 0 0 0,-3 3 0 0,0 1 0 15,-2-4 0-15,1 0 0 0,-1 0 0 0,1-3 0 16,0 2 0-16,1-5 0 0,-4 0 0 0,-2-3 0 15,0-1 0-15,-2-2 0 0,-1-1 0 0,-2 0 0 16,-1-2 0-16,-2 1 0 0,1-1 0 0,-1-1 0 16,2 3 0-16,-2-2 0 0,-3 1 0 0,1 2 0 15,-2 2 0-15,-1-1 0 0,0 1 0 0,-2 0 0 16,-2-2 0-16,-1-2 0 0,-1 2 0 0,-2-1 0 0,-1-1 0 16,-3 0 0-16,-4 2 0 0,-4-1 0 0,-1 0 0 15</inkml:trace>
  <inkml:trace contextRef="#ctx0" brushRef="#br1" timeOffset="109934.47">11312 17583 7359 0,'-7'-1'320'0,"3"1"80"0,0 0-400 0,2 0 0 16,0 0 0-16,2 0 0 0,0 0 432 0,-1 0 0 15,1 0 0-15,0 0 0 0,0 0 480 0,3-4 112 16,3 2 0-16,1-5 16 0,3 4-288 0,3-3-64 0,1-3-16 15,1 3 0-15,1-1 144 0,0 1 16 0,-1 3 16 0,0-1 0 16,0-1-288-16,-2 4-64 0,0 1-16 0,-1 1 0 16,-2 4 160-16,-1-1 48 0,-2 2 0 0,-1 2 0 15,-2 2-16-15,-1 3 0 0,-3 0 0 0,-2 3 0 16,-3 3-112-16,-1 1-32 0,-2 1 0 0,-2 1 0 16,-2 3-144-16,1 1-48 0,1 0 0 15,1-2-8432-15,-1-3-1696 16</inkml:trace>
  <inkml:trace contextRef="#ctx0" brushRef="#br1" timeOffset="113927.18">11562 11379 1839 0,'-1'0'160'0,"1"-2"-160"0,0 2 0 0,0 0 0 0,0 0 0 0,0-4 192 0,-2-1-192 0,2-3 192 0,-1 0-64 0,0-2 0 0,1-4 0 0,-1 6 0 16,-1-2 272-16,1 1 48 0,0 2 16 0,0 0 0 16,-1 3 304-16,1 2 48 0,0 0 16 0,-2-1 0 0,2 3 192 0,-1 0 32 15,0-1 16-15,0 5 0 0,1-2-80 0,0 4-16 16,-1 1 0-16,2-1 0 0,2 1-592 0,-1-1-112 16,2 3-16-16,1-3-16 0,0 2-96 0,1-2-16 15,0 0 0-15,1 1 0 0,0 0 64 0,2-2 16 16,-2 2 0-16,0-1 0 0,0-1-208 0,0 0 128 15,-1 0-128-15,1-1 0 0,-1-1 128 0,0 2-128 16,-1-1 0-16,0-1 144 0,-2 0 112 0,-1-3 0 16,2 4 16-16,-1-4 0 0,0 0 304 15,-1 0 64-15,1 0 16 0,0 0 0 16,-1-4-128-16,1 1-16 0,0 0-16 16,-1-3 0-16,0 0-64 0,1-3-16 0,0 2 0 0,-1-2 0 0,0 2-192 15,-1-3-32-15,-1 4-16 0,0-3 0 0,-1-1 16 0,0 0 0 0,0-1 0 0,-2 1 0 16,-1 3 64-16,-1-2 32 0,0 3 0 0,-2-2 0 15,1 0 64-15,-1 2 16 0,1 2 0 0,1-1 0 16,-1 4-64-16,1 1-16 16,3 0 0-16,-2 3 0 0,1 1-64 0,0 5-16 15,2-3 0-15,-1 0 0 0,3 0-208 0,-1 2 128 0,1 3-128 0,1-4 0 16,1 3 0-16,-1 1 128 0,0 0-128 0,0 1 0 16,2-3 0-16,-2 1 0 0,1-1 0 0,1 1 0 15,-1 0 0-15,0 0 0 0,0-2 0 16,1 2 0-16,-1-1 0 0,0-2 0 0,1 2 0 0,-1-2 0 15,1 2 0-15,-1-5 0 0,1-1 0 0,-1 0 0 16,1-1 0-16,-1-2 0 0,2-2 0 0,-2-1 0 16,2 0 0-16,-1-1 0 0,0-2 0 0,0-3 0 15,-1 2 0-15,1-3 0 0,-2-1 0 0,0 1 0 16,-1 2 0-16,-1 0 0 0,-1-2-128 0,-1 0 128 0,-1 4 0 16,-2-3 0-16,1 2 0 0,-2 1 0 0,-1 1 0 15,1 1 0-15,0 0 0 0,-2-1 0 0,1 0 0 0,0 0 0 16,0 4 0-16,1-4 0 0,0 4 128 0,-1-4-128 15,2 4 0-15,0 1 0 0,1 0 0 16,0 0 0-16,2 1 0 0,0 1 0 0,1 1 0 0,1 1 0 16,0 2 0-16,1 0 0 0,0 0 0 0,0 0 0 15,1 2 0-15,0-3 0 0,2-5 0 0,-1 5 0 16,2 7 0-16,0 3 0 0,1-5 0 0,0 0 0 0,0 0 0 16,1-2 0-16,-1 1 0 0,0-2 0 0,0-1 0 15,-2 1 0-15,2-5 0 0,-1-1 0 0,0 2 0 16,-2-3 0-16,2-3 0 0,-2 2 0 0,1-4 0 0,-2 1 0 15,0 1 0-15,1-3 0 0,-2 2 0 16,-3-2 0-16,2 0 0 0,-3-1 0 0,0-1 0 0,0 0 0 16,-1 2 0-16,-2-4 0 0,0 2 0 0,0-1 0 15,-1 1 0-15,1 0 0 0,-1 0 0 0,1 0 0 16,-2-2 0-16,1 0 0 0,0 1 0 0,-1 2 0 16,2-2 0-16,-2 3 0 0,1-3 0 0,0 4 0 15,1-1 0-15,1 4 0 0,1-2 0 0,1 5 0 16,2 2 0-16,0 3 0 0,1 1-128 0,0 2 128 15,2 0 0-15,0 2 0 0,3 1-128 0,0 1 128 16,1-1 0-16,0-2 0 0,0 2 0 0,1 1 0 0,0-4-128 16,0 1 128-16,2 1 0 0,-2-3 0 0,1 1 0 15,1-3 0-15,-1-3 0 0,0 0 0 16,0 1 0-16,-1-4-128 0,0 1 128 0,0 0 0 16,0-1-1328-16,-1-2-208 0,-1-2-32 15,1 1-6032-15,-3 0-1200 0</inkml:trace>
  <inkml:trace contextRef="#ctx0" brushRef="#br1" timeOffset="114291.1">11518 11355 2751 0,'-2'5'128'0,"1"-8"16"0,0-3-144 0,1 6 0 0,-2 4 0 0,2 1 0 0,-1-5 1408 0,0 2 240 0,0 0 48 0,-1 1 16 0,1 0-176 0,1 4-16 0,0-1-16 0,0 0 0 0,1-5-288 0,2 4-48 0,-1 7-16 0,2 0 0 0,1-1-448 0,1 0-112 0,0 0-16 0,0-5 0 16,-1 0-384-16,2-2-192 0,-1-3 160 0,0 0-160 16,-1-2 0-16,0 0 0 0,-1-3 0 0,-2-1 0 15,1 2 0-15,-2-4 0 0,-1 1 0 0,-1 0 0 16,-2-1 128-16,-1 1-128 0,-1-4 0 0,0 3 0 16,-1-1 0-16,-1-2 128 0,-1 1-128 0,0-1 0 15,-1 2 160-15,0 0-16 16,1 2 0-1,-1-4 0 1,1 4 144-16,-1 0 32 0,1 0 0 0,2 2 0 0,1 1 192 0,2 3 64 0,0-2 0 0,2 4 0 0,1 1 16 0,2 1 16 0,1 4 0 0,1 0 0 16,0 0-64-16,3 3-16 0,3 1 0 0,-2 1 0 15,3 2-144-15,-1-3-48 0,0 0 0 0,0-4 0 0,0 1-144 16,-1-3-48-16,0-1 0 0,0-3 0 0,-1-2-320 16</inkml:trace>
  <inkml:trace contextRef="#ctx0" brushRef="#br1" timeOffset="116347.54">10796 11275 12895 0,'-2'-4'1152'0,"1"2"-928"0,-1-1-224 0,4 2 0 0,-2 1 960 0,0 0 128 0,-2-2 48 0,2-2 0 0,0-1 528 0,2 1 96 0,3 1 32 0,3-1 0 0,2 4-1264 0,5-3-240 15,2 3-48-15,3 0-16 0,2 0-224 0,6 0 0 16,0 0 0-16,2 3 0 0,-1-2 0 0,0 3 0 16,0-2-160-16,0 1 160 0,-1 1-160 0,1-4 160 15,-2 0-192-15,0 0 192 16,0-3-272-16,-2 2 48 0,1-4 16 31,-4 1 0-31,-1 3-128 0,-3-4-32 0,-1 4 0 0,-1-4-6176 0,-1 4-1248 0</inkml:trace>
  <inkml:trace contextRef="#ctx0" brushRef="#br1" timeOffset="116655.95">11364 11137 8287 0,'-5'0'736'0,"1"0"-592"0,2 0-144 0,2 0 0 16,0 0 272-16,0 0 32 0,0 2 0 0,0-2 0 16,1 4 784-16,0-2 144 0,2 2 48 0,-3-4 0 15,0 0 112-15,0 0 16 0,13 14 16 0,-8-9 0 16,0-2-224-16,1 0-48 0,-1 0-16 0,2 0 0 16,-3-3-384-16,1 1-80 0,2 2-16 0,-4-3 0 15,2 2-160-15,0-1-48 0,0 2 0 0,0-3 0 16,0 4-176-16,-1-2-32 0,-1 2-16 0,1-2 0 15,-1 4-224-15,-1-2 144 0,1-1-144 0,-2 0 128 0,-1 3-128 0,-3-2 160 16,0 0-160-16,-4 1 160 0,-2 1 160 16,-4 4 16-16,-2 0 16 0,-3 2 0 0,-3 2 224 0,-3 2 32 15,-2 1 16-15,2 3 0 0,0-2-480 16,1-1-144-16,0 1 0 0,4-1-14192 16</inkml:trace>
  <inkml:trace contextRef="#ctx0" brushRef="#br1" timeOffset="117007.28">11042 11177 10127 0,'-3'-6'448'0,"-1"0"96"0,2 2-544 0,-1 2 0 0,2 2 0 0,-2 0 0 0,2 0 1392 0,-3-1 160 16,-2 1 48-16,-2-3 0 0,-4 6 496 0,0 0 96 0,-2 1 32 0,0 5 0 16,-1 1-1024-16,-1 2-208 0,0 4-32 0,0-4-16 15,2 4-384-15,-1-2-80 0,3 1-16 0,2-3 0 16,2-2-208-16,3 0-64 0,5-1 0 0,2 1 0 15,3-2-192-15,1-3 0 0,4 1 128 0,1-1-128 0,1-1 0 16,2-1 0-16,2-2 0 0,1 1-160 16,3-2-192-16,1-2-32 0,0 1-16 0,1-2-12336 15</inkml:trace>
  <inkml:trace contextRef="#ctx0" brushRef="#br1" timeOffset="125156.45">9615 17049 2751 0,'0'2'256'0,"0"-2"-256"0,0 0 0 0,-1 0 0 0,1 0 368 0,0 0 16 0,0 0 16 0,0-2 0 0,1 1 768 0,-1-2 160 15,2 2 16-15,-2 1 16 0,0 0-16 0,0 0 0 16,0 0 0-16,0 0 0 0,0 0-16 0,1-19-16 16,0 17 0-16,0-2 0 0,1 4-80 0,-2-2-16 15,1-1 0-15,-1 3 0 0,1 0-160 0,-1 0-32 16,1 1-16-16,-1 1 0 0,2 0-608 0,-2-2-112 0,0 0-32 0,0 0 0 16,0 0-96-16,0 0-32 0,0 0 0 0,13 19 0 15,-8-16 0-15,0 0 0 0,0 2 0 0,2 0 0 16,0-2 112-16,1 1 16 0,0 1 0 0,0-1 0 15,1 2-32-15,-2-2 0 0,2-1 0 0,0 2 0 16,-2-1-16-16,-1 0 0 0,0-1 0 0,1 2 0 16,-1-1-16-16,-1-1 0 0,0 0 0 0,0 0 0 15,1-2-192-15,-1-1 0 0,2 3 0 0,-1-3 0 16,2-3 0-16,-1 2 0 0,1-4 0 0,-1 1 0 16,1 0 0-16,0-1 0 0,1 1 0 0,-2-3 0 15,-1 2 0-15,-1-1 0 0,-1 1 0 0,-1 0 0 16,-1 2 0-16,-1-1 0 0,-1-2 0 0,-1 1 0 15,0 0 0-15,-2-1 0 0,0 1 0 0,-1-1 0 0,0 2 0 16,0-2 0-16,2 2 0 0,-2-2 0 0,2 2 0 16,1-2 0-16,-1 1 0 0,2 0 0 0,0 2 0 15,2 0 0-15,-1-2 0 0,1 1 0 0,1 2 0 0,0 0 0 16,0 0 0-16,-2 2-160 0,2 0 160 0,-2 0 0 16,0 0 0-16,0 2 0 0,-1-2 0 0,0 4 0 15,2 0 128-15,-4 1-128 0,2 1 0 0,-1-2 0 16,0 2 0-16,0 1-128 0,-2-1 128 0,2 1 0 15,0 1 0-15,-1-2-128 0,0 1 128 0,0-1 0 16,-2 1 128-16,-1-1-128 0,-1 1 0 0,-2-1 0 16,0 0 0-16,-2 0 0 0,-1-2 0 0,-2-2 0 15,1 2 0-15,1-4 0 0,0 3 0 0,-1-6 0 16,4 3 0-16,-1-2-13952 0</inkml:trace>
  <inkml:trace contextRef="#ctx0" brushRef="#br1" timeOffset="132865.07">11500 16595 18431 0,'-1'-3'1632'0,"-1"0"-1312"0,1 0-320 0,1 1 0 0,1 1-1120 0,-1-2-288 0,2-1-64 0,-2-1-16 0,2-2 320 0,-1-5 64 16,2-1 16-16,-1 0 0 0,0-3 1088 0,-1 1 384 0,0-4 0 0,-1-1 0 16,0 2 176-16,0-2 16 0,-1-2 16 0,0-3 0 15,1-1 448-15,-3-2 96 0,2-2 16 0,-2 0 0 16,1-2-784-16,-2 4-160 0,1-1-16 0,-1 1-16 15,-1-6-1296-15,-3-1-256 0,1-4-48 0,0-4-16 16,-2 1-496-16,-1-5-112 0,0-4 0 0,0-2-16 16,0 2 1072-16,-1 3 224 0,0 1 32 0,0-2 16 0,0-3 512 0,0 1 208 15,1-1-176-15,1 0 176 0,1-5 400 0,0 0 176 16,2-2 48-16,0-1 0 0,1 3-272 0,0-4-48 16,0 4-16-16,1-2 0 0,2-2-288 0,-2-1 128 15,0 4-128-15,1-2 0 0,-1 3 0 0,0 4 0 16,2-1-160-16,-1 4 160 0,2-5-144 0,0-4 144 15,1-2 0-15,-1-5 0 0,1 3 0 0,-2-3-144 0,1 2 144 16,1 1 0-16,0-3 0 0,0-4-160 16,0-3 160-16</inkml:trace>
  <inkml:trace contextRef="#ctx0" brushRef="#br1" timeOffset="133179.17">11230 13128 2751 0,'-10'-70'128'0,"6"38"16"0,1 14-144 0,3 11 0 0,-1 1 0 0,0-6 0 15,-2-17 128-15,-1-24 0 0,-1-20 0 0,0-1 0 16,3 15 64-16,1-2 16 0,2-4 0 0,1-2 0 47,2 0-208-47,1 2 0 0,0 0 0 0,-1 3 0 0,0 4 0 0,-2 8 0 0,0 4 0 0,0 4 0 0,0-2 0 0,-2 0 0 0,1-2 0 0,-2 0 0 15,1 4 0-15,-2-1 0 0,-1-3 0 0,0 3 0 16,0 5 0-16,-2-1 0 0,1-1-128 0,1 1 128 16,-1 2 0-16,0 1 0 0,2-1 0 0,-1-1 0 15,2 0 0-15,-1 0-128 0,0-4 128 0,0 5 0 0,1 5 0 16,-1-1 0-16,2-2 0 0,0-1 0 0,2-1-128 15,-1-1 128-15,3 0 0 16,-1-3 0-16,1 2 0 0,0 1 0 0,-1 1 0 0,0 1 0 0,-1-1 0 16,0 2 288-16,-1 3-32 0,-1 1 48 0,-3 2-96 15,0 1-16-15,-1 4 0 0,-1 4 16 0,0 1-208 16,-2 3 0-16,-1 0 0 0,1 4 0 16,1-1-160-16,-3 4 160 0,-3-1 0 0,-2 0-144 0,0 4 144 15,2-6 0-15,3 5-144 0</inkml:trace>
  <inkml:trace contextRef="#ctx0" brushRef="#br1" timeOffset="134639.53">10789 10716 6447 0,'-1'-2'576'0,"-1"-2"-576"0,2 0 0 0,0 2 0 0,0 1-672 0,0-6-240 0,2-1-48 0,-1-6-16 0,1-4 1600 0,3-3 320 0,0 1 64 16,3 0 16-16,0 1-256 0,1 1-64 0,1-2 0 0,2-1 0 15,1-4-400-15,0 2-96 0,1-2-16 0,-1 0 0 16,2 3-192-16,-1 0 0 0,-2 2-192 0,-1 2 192 31,-1-2-1248-31,0 1-144 0,-1 1-16 0,-2-1-16 0,1 3 304 0,-2 0 64 16,1 1 16-16,-2 2 0 0,1-4 1168 0,1 1 224 0,-2-1 48 16,1 0 16-16,0-2-416 0,0-3 0 15,0 3 0-15,-1 0 0 0,1 0 0 0,2-2 0 0,-2 4 0 0,0-2 0 16,0 1 0-16,-1 2 0 0,1-1 0 0,1 1 0 15,-2 2 0-15,1 1 0 0,0 0 0 0,1 0 0 16,0 1 0-16,-1 2 0 0,-1 0 0 0,-2-1 0 0,1 6 0 0,-1-1 0 16,-2 6 0-16,-1 4 0 0,0 2 0 0,-1 4 0 15</inkml:trace>
  <inkml:trace contextRef="#ctx0" brushRef="#br1" timeOffset="134852.5">11052 10021 1839 0,'0'-1'160'0,"0"1"-160"15,0-3 0-15,0 3 0 0,2 0 0 0,-1-3 0 16,1-1 0-16,1 2 176 0,2-5-176 0,0 4 0 16,2-3 0-16,-1-1 144 0,2 7-144 0,-1 0 0 15,0 0 0-15,0 2 0 0,-1 0 0 0,-1 1 0 16,0 0 0-16,-2 0 0 0,1 0 0 0,-3 1 0 0,1 1 0 16,-2-1 0-16,0-1 0 0,-3 4 0 0,2-4 0 0,-3 6 0 15,0 1 0-15,1 0 0 0,-1 5 0 0,0-2 0 16,1 2 0-16,-4 1 0 0,-1 3 0 15,-3-3 0 1,-2 2 0-16,0-2 0 0</inkml:trace>
  <inkml:trace contextRef="#ctx0" brushRef="#br1" timeOffset="135168.26">10942 10444 911 0,'-1'0'0'0,"0"-2"0"0,1 0 0 0,0 0 0 15,0-1 160-15,0 3-160 0,1-1 192 0,0 1-192 16,0-3 0-16,2 0-144 0,-1 1-16 0,1 0 0 15,-1 2 432-15,0 0 96 0,-1 2 16 0,-1 0 0 16,1 1-128-16,-1 0-32 0,1 1 0 0,-1-2 0 0,0-2 64 0,0 2 16 16,0 0 0-16,0-2 0 15,2-2 496-15,0 0 96 0,0-4 32 0,2 0 0 0,2-4 48 0,1-1 16 16,0 0 0-16,2-4 0 0,-1 1-368 0,2 0-80 16,1-2-16-16,0 1 0 0,1 1-528 0,-3 2 0 15,0-1 0-15,-1 3 0 16,-1 7-448-16,-3-1-112 0,-2 5-16 15,-3 3 0-15,0 5-560 0,-4 3-112 0,-3 4-32 0,0-2 0 16,-1 1 320-16,-2 1 48 0,-1 0 16 0,-1 0 0 0,2-1 576 0,0 1 128 16,0-1 32-16,1 1 0 0,2-4 160 0,0 2 0 15,2 0 0-15,1 2 0 0,2 1 128 0,1-11 0 0,-1 0 0 16,2-2 0-16,1 2-128 0,-1 0 0 16,1 0 144-16,-1 2-144 0</inkml:trace>
  <inkml:trace contextRef="#ctx0" brushRef="#br1" timeOffset="136359.6">10854 10928 1839 0,'-8'12'0'0,"3"-8"160"0,0 2-160 0,1-4 0 0,2 2 0 0,0-4 0 15,1 3 0-15,-1-2 160 0,-2 2-160 0,0 2 160 16,1-1 432-16,-1-1 96 0,3-2 16 0,1 1 0 16,0 1-208-16,1-3-48 0,1 0 0 0,1 4 0 15,1-2-288-15,-2-1-160 0,2 3 160 0,-1 1-160 16,2-1 0-16,-1 2-320 0,-1-3 64 0,-1 2 0 15,-1 0-512-15,1 0-80 0,-1 2-32 0,-2-1 0 16,-1 0 304-16,0 0 64 0,-1 1 16 16,0 2 0-16,-1-1 496 0,-1 0 0 0,1 2 0 0,1 0 0 15,-1-1 768-15,0-2 64 0,2 4 0 0,-1-3 0 16,2 0-112-16,1 0-16 0,-1-2 0 0,1 3 0 0,1-3-240 0,0 0-48 16,0-2-16-16,2 2 0 0,-2 0-272 0,0 0-128 15,1 0 128-15,-1 1-128 0,-1 2 192 0,0 1-64 16,0 3 0-16,-3-3 0 0,5 2 528 0,-4 2 112 15,2 3 0-15,0-1 16 0,-1 0 112 0,0-4 0 16,1 4 16-16,-1-2 0 0,-1 1-16 0,1-5-16 16,1-2 0-16,-1-3 0 0,0 2-368 0,1-2-64 15,0-4 0-15,0 1-16 0,0-2 16 0,0 3 0 16,-1-2 0-16,1 1 0 0,0 2-128 0,0 0-32 0,0 4 0 16,0-1 0-16,0-1-128 0,0 0-32 0,-2 4 0 0,2-1 0 15,0-2 0-15,-1 2-128 0,1-2 192 0,-1-1-64 16,0 0-128-16,-2-2 0 0,2-1 0 0,-2-1 128 15,1-2 176-15,-1 0 16 0,1-2 16 0,-1 0 0 16,1 2 432-16,1-1 96 0,0 1 16 0,-1 1 0 16,0 1-368-16,1 1-80 0,-1 0-16 0,1 1 0 15,0 0-96-15,1 3-32 0,-1 0 0 0,1 2 0 16,0-3-160-16,0 0-128 0,1-1 144 0,-1 0-144 16,1-1 0-16,-1-2 128 0,1-2-128 0,-1 0 0 15,2 0 0-15,-2-2 0 0,0-2 0 0,0-2 0 16,0 0 0-16,0-3 0 0,0 2 0 0,0-3 0 15,0-1 0-15,0-1 176 0,1 0-176 0,-1 6 160 16,1 1-160-16,-1 0 160 0,0 0-160 0,3-5 160 16,-2-4-32-16,2-7-128 0,2-4 192 0,0-10-64 15,2-2 0-15,-1 1-128 0,0-1 192 0,-1 6-64 0,0 2 0 16,-1 4-128-16,-1 0 192 0,1 3-64 0,-2 2-128 0,1 1 0 16,-1-1 0-16,1-1-176 0,-1-1 176 0,1-3 0 15,1 3 0-15,-1-1 0 0,2-2 0 0,-1-1-128 16,1 1 128-16,0-1-128 0,1 4 128 0,-1-2-160 15,1 5 160-15,-1 3-160 16,0 0-288-16,-1 3-48 0,-1 3-16 0,0 2 0 16,1 0-512-16,-1 0-128 0,1 1 0 0,0 4-16 15,-1-1-480-15,0 3-80 0,1-1-32 0,-3 4 0 16,1-1-112-16,0 3-32 0,-2 2 0 0,0 0 0 16,-2 4 608-16,0 2 112 0,-1 4 32 0,0 0 0 15,0 1 240-15,-2 1 48 0,0 1 16 0,0 3 0 16,-1 4 80-16,0 2 32 0,0 3 0 0,3-18 0 0,1-2 576 0,-1 0 160 0,1 1 0 15,-1 2 0-15,1 1 0 0,-2 8 0 0,1 8 0 0,-1 4 0 16,0-3 0-16,0 0 0 0,2-1 0 0,1-3 0 16,-1-2 544-16,0-1 176 0,1-3 48 0,0-1 16 15,-2-1 368-15,-1-1 80 0,2-2 16 0,-1 4 32 16,0 4 32-16,-2-3 16 0,0-6 0 0,0 0 16 16,1-2-240-16,-1 1-48 0,1-3-16 0,1-2 32 15,0-2-112-15,1 0 0 0,1 1-16 0,-1-6 16 16,1 0 64-16,0 0 0 0,2-3 0 0,-1 0 32 15,1 0-256-15,2-3-48 0,-1-2-16 0,2-3 32 16,-2 0 16-16,2 0 16 0,0-3 0 0,0-2 32 16,1-6-80-16,1-6-16 0,0-4 0 0,0-6 32 0,2-6-112 15,0-1-16-15,0-5 0 0,-1-4 32 0,2-2-128 16,-1-6-32-16,3-5 0 0,2-8 32 0,-1 4-32 16,1 2 0-16,-1 1 0 0,0-3 32 0,4-10-208 15,3-14-32-15,3-13-16 0,3-11 32 0,-2 1-128 0,2 1-16 16,1 0-16-16,-1-2 0 15,0 2-160-15,-2-6 0 0,2-3 144 0,-2-3-144 0,0 2 0 16,0-8 144-16,3-10-144 0,-3 5 0 0,0 14 144 0,3-13-144 16,1-13 0-16,4-3 144 0,0 1-144 0,3 3 0 15,5 5 0-15,-1 8 0 0,0 14 0 0,-2 8 0 16,-2 8 0-16,-3 10 0 0,-6 9 0 0,3-3 0 16,1-2 176-16,2-1-176 0,3 1 0 0,-2 6 128 0,-4 5-128 15,-1 1 0-15,1 6 0 0,-6 5-160 0,-4 11 32 16,-6 12 0-1,-6 5-352-15,-6 10-64 0,-4 6-16 0,-2 5 0 16,-2 6-1408-16,-3 3-272 0,-1 7-64 0,-4 6-16 16,-1 7-1616-16,-2 6-320 0</inkml:trace>
  <inkml:trace contextRef="#ctx0" brushRef="#br1" timeOffset="137166.26">11120 9708 8287 0,'0'-3'736'0,"0"1"-592"0,2 0-144 0,-1 2 0 0,0 0-160 0,0-3-64 0,3 0-16 0,1-3 0 0,1-1 240 0,2 0 0 0,-2 1 192 0,0 0-192 0,0 3 576 0,-1-1 16 16,0 4 0-16,-1 0 0 0,-1 0-80 0,0 4-32 15,-1-1 0-15,1 0 0 0,-1 0 256 0,-1 0 48 16,-1 0 16-16,0-3 0 0,0 1-112 0,-1-2-32 15,1-4 0-15,-1-1 0 0,1-2-48 0,-1-1-16 16,0 0 0-16,-2-4 0 0,1 1-80 16,-1 0 0-16,-1 1-16 0,1-2 0 0,-1 2-112 0,-1 4 0 15,0-2-16-15,0 3 0 16,0 2 208-16,0 0 32 0,2 2 16 0,-1 2 0 0,1 2 256 0,2 2 48 16,0 2 16-16,1 1 0 0,1-1-336 0,0 1-64 0,1 4-16 0,0-3 0 15,2 0-400-15,-2-1-128 0,2 0 0 16,0-1 0-16,-1-1 0 0,1-1 0 0,0-1 0 15,0-3 0-15,-1 0 0 0,0-3 0 0,-1 3 0 0,1-4 0 16,-2 2 128-16,0-2-128 0,-1-2 0 0,-1 1 0 16,-2 1 0-16,1-2 0 0,-2 2 0 15,-1 0 0-15,2 0 0 0,-2 2 0 0,1 0 0 16,0 2 0-16,-1 2 0 0,2-2 0 0,-1 4 0 0,1 2-13264 16</inkml:trace>
  <inkml:trace contextRef="#ctx0" brushRef="#br1" timeOffset="137673.09">10751 10950 5519 0,'0'0'496'0,"0"2"-496"0,0-2 0 0,0 2 0 0,0 0 816 0,0-2 64 0,0 3 16 0,0-2 0 0,1 1 656 0,0-2 144 0,2-2 32 0,-3 2 0 16,0 0-272-16,8-29-48 0,-4 13-16 0,1-6 0 15,-3 6-448-15,3-9-96 0,1-9-16 0,2-11 0 16,1-2-384-16,0-5-64 0,4-7-32 0,0-2 0 15,1 4 96-15,2 0 32 0,1 1 0 0,2-4 0 16,1 3-160-16,1 0-16 0,1-1-16 0,0 1 0 16,-1 2-288-16,3-3 128 0,2-4-128 0,0-2 0 15,1-6 0-15,-1 3 0 0,-3 4 0 0,-2 0 0 16,-1-3-720-16,-4 3-208 0,0 6-32 0,-5-6-16 16,-2-7-1152-16,-5 13-240 0,-2 9-32 0,-2 5-5680 15</inkml:trace>
  <inkml:trace contextRef="#ctx0" brushRef="#br1" timeOffset="139911.34">23548 15969 21183 0,'-2'0'1888'0,"2"-2"-1504"0,0 2-384 0,0 0 0 0,2 0 336 0,-1 0 0 0,0-3 0 0,2 2 0 0,0-1 1072 0,5-2 224 0,2-1 32 0,1 0 16 0,2-1-336 0,2 0-64 16,2-3 0-16,1 2-16 0,-1-2-528 0,2 0-96 16,-3 2-32-16,0-2 0 0,-3 2-608 0,0-2 0 15,-3 2 0-15,-2-2 0 0,0-1 0 0,-2-2 0 16,0-1 0-16,-1 1 0 0,0-2 416 0,-3 0 112 15,1-3 32-15,-2 1 0 0,-1-2-400 0,0-1-160 16,-1 2 128-16,-3-2-128 0,2 1 128 0,-3 2-128 16,0 0 128-16,-1 3-128 0,1 3 208 0,-1 4-32 15,-1 1-16-15,0 4 0 0,1 1 64 0,0 6 16 0,-1 0 0 0,1 8 0 16,3 2-240-16,-1 5 144 0,1 5-144 0,2 3 128 16,2 2-128-16,2 1-176 0,2 2 48 0,1 1 0 15,1-5 128-15,1 3 0 0,-1-3 0 0,1 1 0 16,-1-3 400-16,0 0 16 0,1 3 0 0,-2-2 0 15,-1-1-112-15,1-2-32 0,-1 0 0 0,-1-1 0 16,1 0-144-16,-3-3-128 0,2 0 144 0,-3-3-144 16,2-2 0-16,-2 0 128 0,-1-3-128 0,0-2 0 15,0 1 0-15,-1-3-192 0,-1-2 48 0,-1-2 0 16,-1-2-2032-16,-2 0-416 16,0-4-80-16,-4 0-12912 0</inkml:trace>
  <inkml:trace contextRef="#ctx0" brushRef="#br1" timeOffset="140057.31">23566 16208 4607 0,'-7'-10'192'0,"3"6"64"0,0-2-256 0,2 2 0 0,2 2 0 0,0 2 0 16,1-4 1920-16,0 2 352 0,3-2 64 0,3-2 16 0,3-3 576 0,3 2 112 15,2-2 32-15,3 2 0 0,2 1-1216 0,2-4-256 16,2 3-32-16,-1-1-16 0,-1 2-1184 16,-2-1-240-16,-1 1-128 0,-3 0 128 15,-3 2-1568-15,0-2-304 0</inkml:trace>
  <inkml:trace contextRef="#ctx0" brushRef="#br1" timeOffset="140293.09">23982 15514 19343 0,'-4'-6'848'0,"1"1"192"0,1 1-832 0,0 3-208 15,0-1 0-15,1 2 0 0,0 0 1504 0,0-3 256 16,-2 2 48-16,-1 1 16 0,1 0 288 0,0 4 64 0,2-1 16 0,1 4 0 15,1 5-1360-15,0 0-256 0,2 4-64 0,1 0-16 16,-1 5-128-16,2-1-32 0,-1 2 0 0,0 1 0 16,-1-1-128-16,0-1-16 0,-1 1-16 0,0-2 0 15,-1-1-176-15,0-1 0 0,2-4 0 0,-2 1 0 16,1-3-1664-16,1-2-192 0</inkml:trace>
  <inkml:trace contextRef="#ctx0" brushRef="#br1" timeOffset="140509.97">24147 15658 5519 0,'0'-8'240'0,"0"6"64"0,0-2-304 0,0 0 0 0,0 4 0 0,0 0 0 0,-1 0 3008 0,1 0 560 16,-1 4 96-16,-2 0 32 0,1 2-464 0,2-6-96 16,-10 25 0-16,5-12-16 0,-1 6-1360 0,-1 1-272 15,-1 3-48-15,-1-1-16 0,1 2-560 0,0 1-112 16,1 1-32-16,0-2 0 0,0 1-368 0,4-2-80 15,-1 1-16-15,1-2 0 0,2-2 176 0,0-1 16 16,2-1 16-16,0-4 0 0,2 1-320 0,-1-4-144 16,2 0 128-16,1-1-128 0,1-4 0 0,0 0-272 15,2-2 32-15,0-2-17584 0</inkml:trace>
  <inkml:trace contextRef="#ctx0" brushRef="#br1" timeOffset="140922.31">24194 15942 12895 0,'0'-10'576'0,"0"3"112"0,2 1-560 0,-1 1-128 0,0 1 0 0,0 0 0 16,3 2 1008-16,0-7 160 0,3-2 48 0,4-6 0 15,3 1 1504-15,-1-1 304 0,2 5 64 0,0 2 16 16,1 3-1248-16,-1 4-256 0,0 0-64 0,0 3 0 16,-2 6-448-16,0-1-80 0,-2 6-32 0,-4-1 0 15,-1 3-576-15,-2 5-112 0,-4-2-32 0,-1 4 0 16,-4-2-48-16,0 1-16 0,0-6 0 0,-4 6 0 15,-3-3-192-15,-2 2 176 0,0-2-176 0,-1-1 160 16,0-4-160-16,1-2 128 0,1 0-128 0,2-4 128 16,-1 0-128-16,4-5 0 0,2 0 0 0,1-3 128 0,2-1-128 15,2-2 0-15,1-2 0 0,1 0 0 0,4 2 0 0,0-3 0 16,1 2 0-16,2 1 0 0,2 0 0 0,-2 2 0 16,2 1 0-16,-1 3 0 0,1 3 0 0,-2-2 0 15,1 5 0-15,0 3 0 0,-1 1 0 0,0 2 0 16,-1 1 0-16,-1 0 0 0,-1 0 0 0,0-1 0 15,0-2 0-15,0 0 0 0,0-2 0 0,3-1 0 16,-2-4 0-16,0 0 0 0,1-3 240 0,1-3-48 16,-1 0 0-16,2-4 0 0,-1 1-192 0,2-4 0 15,-1-1 128-15,-2 0-128 0,2 0 0 0,-3 0 0 16,2-2 0-16,-2 1 0 16,-1 0-1984-16,0-1-352 0,-2 1-64 0,1 0-13184 0</inkml:trace>
  <inkml:trace contextRef="#ctx0" brushRef="#br1" timeOffset="141189.31">24541 15682 6447 0,'0'-18'272'0,"0"10"80"0,0 0-352 0,1 2 0 0,-1 2 0 0,0 4 0 15,1-3 1936-15,-1 2 320 0,1-4 64 0,2 4 16 16,-1-2 896-16,3 6 176 0,0 3 48 0,1 4 0 16,2 0-1088-16,0 5-224 0,1 1-32 0,1 1-16 15,1 4-992-15,1-2-192 0,1 3-32 0,-1-3-16 16,1 0-432-16,-1 1-96 0,-2 1-16 0,-2-1 0 15,0 1-16-15,-4 1-16 0,-1-3 0 0,-1 3 0 16,-4-2 0-16,-1-2 0 16,-4 2 0-16,0-1 0 0,-2-1-112 0,-1-2-32 0,-1 0 0 0,-2 0 0 0,0-1-144 15,1-1 192-15,0 1-192 0,0-5 192 0,4-1-192 0,0 0 0 16,2-3 0-16,3 1 0 0,1-4 0 0,1-3 0 16,4 0 0-16,1 0-176 15,4-3-1744-15,1-4-368 0</inkml:trace>
  <inkml:trace contextRef="#ctx0" brushRef="#br1" timeOffset="141473">24839 15928 10127 0,'7'-8'448'0,"-3"4"96"0,1-2-544 0,-2 2 0 16,1 2 0-16,-1-1 0 0,0 2 2224 0,5-4 336 0,2 0 64 15,4-1 0-15,4 0 976 0,-1 0 192 0,-1 2 48 0,-2 1 0 16,-3 5-1728-16,-1-1-320 0,-3 3-80 0,-1-1-16 15,-1 3-1152-15,-3 1-224 0,-5-1-64 0,-1 4 0 16,-2 0-256-16,-4 1 0 0,-1 2 0 0,-1 0 0 16,1-1 0-16,0-2 0 0,-1 2 0 0,4-2 0 15,0-1 192-15,5-2-32 0,-1 2 0 0,4-5 0 16,1 2-16-16,2-4 0 0,2 0 0 0,1-4 0 16,1 2 64-16,2-2 16 0,2-2 0 0,0-2 0 15,1 1 16-15,-2 1 0 0,0-2 0 0,0 0 0 16,-1 2-240-16,-2-2 0 0,1 2 0 0,-5-1 0 15,1 4-160-15,-4-1-80 0,-1 2-16 0,-4 2-18704 16</inkml:trace>
  <inkml:trace contextRef="#ctx0" brushRef="#br1" timeOffset="142178.06">25270 15749 8287 0,'-4'-16'736'0,"2"6"-592"0,1 4-144 0,1 0 0 0,1 0 2368 0,0 2 448 0,2 0 96 0,0-2 16 0,4-6-720 0,1-1-144 0,3 1-16 0,0 0-16 0,1 4 0 0,-2 2 0 0,-2 3 0 0,1 6 0 15,-2 1-688-15,-2 4-144 0,-1 3-32 0,-2 4 0 16,-2 4-464-16,-2 3-80 0,-2 0-32 0,-1 1 0 15,-1-5-208-15,-1 2-64 0,-2 2 0 0,-2-1 0 16,0 1-320-16,1-2 128 0,-1-1-128 0,2-3 0 16,0-3 128-16,2 0-128 0,0-1 128 0,0-3-128 0,1 1 0 15,2-4 0-15,1 0 0 0,0 0 128 0,2-4-128 16,1 0 0-16,0 0 0 0,0-2 0 0,1 0 0 16,2-2 0-16,-1 2 0 0,1 0 0 0,0-2 0 0,1 0 0 15,1 2 0-15,0-2 0 0,0 2 0 0,0-3 0 16,0 3 0-16,0-1 0 0,1 1 0 15,0 0 0-15,0 0 0 0,1 0 0 0,0 0 0 0,0 0 0 16,2-2 0-16,-2 2 0 0,2 0 0 0,-1-2 0 16,0 2 0-16,1-2 0 0,0-1 0 0,0 2 0 15,1-1 0-15,0-2 0 0,-1 2 0 0,-1-2 0 16,0-1 0-16,-1 1 128 0,1 1-128 0,-2-4 0 16,0 1 0-16,0 0 0 0,-1-1 0 0,0 0 0 0,-1 1 0 15,-2 0 0-15,1 0 0 0,-2-3 192 16,0 3-64-16,-1-1 0 0,0 0-128 0,-1 1 0 0,0 0 0 15,-2 2 0-15,2-2 0 0,1 2 0 0,-1 2 0 0,0 2 0 16,-1 0 208-16,1 1 32 0,1 5 0 0,0 3 0 16,-1 1-32-16,1 2 0 0,-1 3 0 15,1 2 0-15,-2 2-16 0,2 2 0 0,-1 1 0 0,1 0 0 16,0 1-64-16,-1-1-128 0,0 3 176 0,-2-3-176 16,-2 4 0-16,-2-1 0 0,-2 3 0 0,-3 2-19744 15</inkml:trace>
  <inkml:trace contextRef="#ctx0" brushRef="#br1" timeOffset="145776.34">23565 16473 14735 0,'-10'-4'1312'0,"6"4"-1056"0,2-3-256 0,1 3 0 0,-2 0 224 0,-1 0-16 0,-3 0 0 0,-7-2 0 0,0 1 880 0,-5-4 192 0,2 3 16 0,3-1 16 0,5 3 416 0,3-3 64 0,3 0 32 0,3 0 0 15,3 1-496-15,2 0-112 0,1 0 0 0,4-1-16 16,4 2-592-16,6 1-112 0,3-2-32 0,6 2 0 15,5 0-288-15,6 0-176 0,8 0 192 0,5-4-192 16,7-2 0-16,3-3 0 0,6-1 0 0,5-2-192 16,3 0 192-16,2 0 0 0,1 0 0 0,6 0 0 15,1-1 384-15,5 0-48 0,2 4 0 0,-5 3 0 16,-9 2 288-16,2-2 48 0,3 0 16 0,-1 2 0 16,-2 2-208-16,-5 2-32 0,-8 0-16 0,-2 0 0 15,-7-4-16-15,6 1 0 0,2 3 0 0,-4 0 0 16,-7 0-48-16,-5 0-16 0,-6 0 0 0,-7 0 0 0,-4 0-352 15,-4-3 0-15,-3 3 0 0,-2-5 128 0,0 4-128 16,-2-3 0-16,-3 1 0 0,-5 3 128 0,-3-2-128 0,-3 1 144 16,-1 1-144-16,-5 0 160 0,-2-3-336 0,-3 3-64 15,-4-4-16-15,-3 4-17888 16</inkml:trace>
  <inkml:trace contextRef="#ctx0" brushRef="#br1" timeOffset="157490.79">3109 17955 33167 0,'-25'-16'2944'0,"9"6"-2352"0,5 2-464 0,5 1-128 0,6 6-2432 0,0 1-496 0,1 0-96 0,-1 0-32 16,2 0 1264-16,0 4 256 0,0 3 64 0,-1 4 0 0,-2 6 1264 0,-9-5 208 0</inkml:trace>
  <inkml:trace contextRef="#ctx0" brushRef="#br0" timeOffset="161308.97">10847 11007 1839 0,'-1'0'160'0,"0"0"-160"0,-1 0 0 0,2 0 0 0,-1 0 272 0,0 2 32 0,0-2 0 0,-3 0 0 16,0 1 848-16,-1 2 192 0,0-1 16 0,2 0 16 16,-1 0 96-16,0-1 32 0,2 1 0 0,0-1 0 15,1-1-80-15,1 2-16 0,-1-2 0 0,1 0 0 16,-1 0-192-16,0 0-64 0,-1 0 0 0,1 0 0 0,1-2-432 15,-1-1-80-15,1 3-32 0,0 0 0 16,0 0-144-16,0 0-16 0,1-22-16 0,0 17 0 0,1-1 16 0,-1 1 16 16,0 1 0-16,1-2 0 0,0 4-176 0,0-2-32 15,1 3-16-15,-1-2 0 0,1 3 0 0,-1-2 0 16,1 1 0-16,-1 1 0 0,0-3 272 0,1 1 48 16,-2 0 16-16,2-3 0 0,-2 2-64 0,1-1 0 15,0 0 0-15,0-2 0 0,-1-3-176 0,2 3-32 16,-1-1-16-16,1-2 0 0,-1-1 16 0,2 0 0 15,0 2 0-15,-1-1 0 0,2 2 80 0,0-3 0 0,0 4 16 16,1-1 0-16,-2 1-112 0,0-2-32 0,1 0 0 16,0 0 0-16,0-5-16 0,0 1-16 0,-3-2 0 15,2 2 0-15,-3-2-32 0,0 2 0 0,2-4 0 16,-2-2 0-16,0 1 16 0,0-4 0 0,1 1 0 0,0-1 0 16,2-2-80-16,0 1 0 0,2-3-128 0,1 0 192 15,1 3-64-15,-1-4-128 0,2 1 176 0,-1-1-176 16,1-1 128-16,0-1-128 0,0-2 0 0,0-4 0 15,0 2 160-15,-3-2-160 0,0-1 128 0,0 0-128 16,1 3 144-16,-3-4-144 0,0-1 160 0,1-4-160 16,-1 1 176-16,0 1-176 0,1 1 192 0,-2-3-192 15,3-1 160-15,-1 1-160 0,3 1 128 0,-1-1-128 16,2 2 128-16,-2 5-128 0,1-1 128 0,0-6-128 16,2-3 144-16,1-4-144 0,0 1 160 0,1 0-160 0,0-4 144 15,-1 0-144-15,1 4 128 0,1 5-128 0,-2-1 128 16,3-10-128-16,3-12 0 0,1-4 128 0,2-4 16 15,0 4 0-15,-3 6 0 0,2-3 0 0,2-4-144 0,1-9 0 16,2-9 144-16,0-1-144 0,1 0 0 0,1-3 128 16,-1 1-128-16,-2-7 0 0,1-1 0 0,-2-3 0 15,-2 0 0-15,-2 0 128 0,1-6-128 0,-3-2 0 16,0 0 0-16,-1 5 0 0,-1 7 0 0,0-10 0 16,1-11 0-16,1-5 128 0,0 4 64 0,3-4 0 15,-1 2 16-15,1-2 0 0,1 7-48 0,0-13-16 16,1-5 0-16,1-3 0 0,1-2-144 0,1 0 0 15,1-1 144-15,2-5-144 0,2-6 0 0,1-4 0 16,-1 12 0-16,0-7 0 0,2-5 0 0,-2-1 0 16,-1 7 0-16,-3 11 0 0,-3 12 0 0,-2-2 0 0,0-4 0 15,-4 3 0-15,-2 12 0 0,-4 6-320 0,-2 7 64 0,-4 4 16 32,-3 1-464-32,-4 7-80 0,0 8-32 0,-5 4 0 15,2 5-592-15,-3 5-112 0,1 2-16 0,-1 6-15504 0</inkml:trace>
  <inkml:trace contextRef="#ctx0" brushRef="#br0" timeOffset="165349.46">25323 16277 5519 0,'-1'-1'496'0,"0"-2"-496"0,1 3 0 0,0 0 0 0,0 0 976 0,0 0 112 0,-1 0 0 0,1-3 16 0,0-2 544 0,1-1 96 0,1 1 32 15,3-2 0-15,0 1-336 0,3 0-64 0,0 1-16 0,2 0 0 16,3 3-320-16,1-2-64 0,4 4-16 0,0-2 0 16,3 2-528-16,2 0-112 0,0-3-32 0,-2 3 0 15,0 0-128-15,0-1-32 0,3 1 0 0,-1-3 0 16,2 3 16-16,0-3 0 0,-1 0 0 0,0 1 0 16,-3 0 80-16,-4 2 16 0,-3-2 0 0,-3 2 0 15,-5 0-240-15,-1 2 176 0,-3 0-176 0,-3 0 160 16,-3 1-160-16,-3 0 0 0,-3 4 0 0,-2-4 0 15,-3 2 0-15,-4 1 0 0,-2-1-128 0,-1 2 128 16,1-3 0-16,-4 3 0 0,1-4 0 0,0 1 0 0,2 2 0 16,0-2 0-16,1 1 0 0,1-1 0 0,4-1 0 15,2 0 0-15,4 1 0 0,3-2 0 16,1 2 0-16,2-4 0 0,1 2 0 0,2-2 0 0,2 1 0 0,1-1 0 16,0 0 0-16,1-1 0 0,2 1 0 0,2 0 0 15,0 0 0-15,3-2 0 0,0-1 128 0,0 2-128 16,-2 1 128-16,1-2-128 0,3 2 0 0,0 2 0 15,0-2 0-15,-2 1 0 0,-1 2 0 0,-4 3 0 16</inkml:trace>
  <inkml:trace contextRef="#ctx0" brushRef="#br0" timeOffset="167973.09">11112 10087 3775 0,'1'-3'336'0,"-1"2"-336"0,0-1 0 0,0 2 0 0,0-3 640 0,0 2 64 0,1-2 16 0,-1-3 0 0,1 0 848 0,-1-1 160 0,0 0 48 0,0 1 0 16,0 0-304-16,-1 2-64 0,-1 2-16 0,0-2 32 15,0 2-576-15,1-1-112 0,-2 2-32 0,1 1 0 16,-1-3-48-16,1 3-16 0,1 0 0 0,-1 0 0 16,0 0 192-16,1 0 48 0,-2 3 0 0,2-2 0 15,-2 4-192-15,2-1-48 0,-1 0 0 16,-1 1 48-16,1 2-288 0,-1-3-48 0,0 2-16 0,0-1 0 16,1 1-32-16,-1-2-16 0,2-1 0 0,0 0 0 15,1-2 96-15,1 2 32 0,0-3 0 0,0 2 32 16,-1-2-160-16,2 0-32 0,-2 0-16 0,2 0 0 15,-1 0-112-15,3 0-128 0,2 0 176 0,2-2-176 16,0-2 192-16,1-2-64 0,1-1 0 0,-1-1-128 0,-2 0 288 16,-1-1-48-16,-2-3-16 0,0-1 0 0,-2 0 96 0,-1-3 32 15,1-2 0-15,-2 2 0 0,-2-3-112 16,0 3-32-16,-1 0 0 0,-2 0 0 0,-1 4 80 0,0-1 16 16,-1 3 0-16,-1 4 0 0,0 0 64 0,-1 0 16 15,-1 6 0-15,0-3 0 0,1 3-32 0,1 3 0 16,0 3 0-16,1 0 0 0,2 2-224 0,0 3-128 15,3 0 160-15,2 4-160 0,2-3 128 16,2 7-128-16,2 3 0 0,1 0 144 0,3 0-144 16,0-3 0-16,0-2 0 0,0 1 0 0,2 1 0 0,1-3 0 0,0 3 0 15,0-5 0-15,-1-3 0 0,0-1 0 0,-1-3 0 16,2-2 0-16,-3-5 144 0,0-6-144 0,0 0 160 16,-1-4-160-16,0-3 0 0,0-2 0 0,-2 2 0 0,2-6 0 15,-2-3 0-15,-1 0 0 0,1 3 128 0,-4-3-128 16,1 0 144-16,-3-1-144 0,-1 5 128 0,-2-2-128 15,-2 4 128-15,-1 1-128 0,-1 2 128 0,-1 1-128 16,-1 5 144-16,-2 2-144 0,2 4 160 0,-2 1-160 16,-3 0 144-16,2 6-144 0,-2 0 128 0,-1 2-128 15,2 0 0-15,-1 2 128 0,2 3-128 16,-1-4 0-16,2 4 0 0,-1 3-192 0,2-1 0 0,0 1 16 16,3 0 304-16,3 0 64 0,-1 3 16 0,3-1 0 15,1-2-208-15,1-3 0 0,3 0 0 0,-1-1 0 16,3-4 0-16,2-2 0 0,0-1 0 0,1-1 0 0,1-4 0 15,0-3 0-15,1 0 0 0,0-1 0 0,0-5 0 16,0 2 0-16,1-2 0 0,-1-4 0 16,-1 0 0-16,1-3 0 0,-1 1 0 0,-3 2 0 0,0-2 0 15,-2-1 0-15,-2 3 0 0,-2 1 0 0,-2 5 0 0,-3-2 0 16,-1 1 0-16,-3 6 0 0,-1-2 0 0,-2 4 0 16,-2 0 0-16,-1 4 0 0,-1 0 0 15,-3 2 0-15,2 3 0 0,-1 0 0 0,1 4 0 0,-1-3 0 16,-1 3 0-16,3 0 0 0,3-1 0 0,2 0 128 15,2 1-128-15,0-1 0 0,3 1 0 0,1-4 144 16,3 4-144-16,2-3 128 0,3-4-128 0,1 0 0 16,3 0 0-16,0-2 0 0,3-4 0 0,0 0 0 0,2 0 0 15,-2-4 0-15,3-2 0 0,-1 0 0 0,1 0 0 16,-1-4 0-16,0 1 0 16,-1-1 0-16,-1 0 0 0,-1-2 0 0,-1 2 0 0,-2-2 0 0,1 1 0 0,-3-1 0 15,-2 4 0-15,0-2 0 0,-2 0 0 0,-1 1 0 16,-2 7 0-16,-3 1 0 0,0-2 128 0,-4 3-128 15,0 4 0-15,-2 5 0 0,0-3 0 0,0 1 0 16,0 4 0-16,-2-1 0 0,1 3 0 0,1-4 0 16,1 4 0-16,1-3 0 0,2-2 0 0,1 2 0 15,2 0 0-15,2-4 0 0,0 0 0 0,1-2 0 16,2 2 0-16,1-3 0 0,0 1 0 0,2-2 0 16,1 2 0-16,-2-4 0 0,4 2 0 0,-1-2 0 15,0 0 0-15,-1 0 0 0,1-2 0 0,2-1 0 16,-2 0 0-16,0-1 0 0,-1 1 0 0,0-3 0 15,0 2-224-15,-2 1-80 0,1 0-16 0,0 1-18352 16</inkml:trace>
  <inkml:trace contextRef="#ctx0" brushRef="#br0" timeOffset="168303.1">11219 10083 2031 0,'-2'-2'192'0,"-1"-1"-192"0,3 2 0 0,0 1 0 0,0-3 0 0,-1 3 0 0,1-3 0 0,-1-6 0 0,-2-1 0 0,3-3 0 0,2-6 0 0,0-3 0 0,2-3 0 0,1-3 0 0,1-1 0 0,1-2 0 16,1-1 0-16,-2-4 0 0,1-1 0 0,0 0 0 15,-3 5 272-15,3-3-32 0,-2 1-16 0,0 1 32 16,2 1-48-16,-2-2-16 0</inkml:trace>
  <inkml:trace contextRef="#ctx0" brushRef="#br0" timeOffset="172533.45">24422 16175 3583 0</inkml:trace>
  <inkml:trace contextRef="#ctx0" brushRef="#br1" timeOffset="197976.87">17058 14886 21183 0,'1'0'1888'0,"1"0"-1504"0,-1 0-384 0,-1 0 0 16,0 0-640-16,1 0-192 0,3 2-32 0,0-2-16 0,2 2 1600 0,0 0 320 15,3 1 64-15,-1-2 16 0,1 1-176 0,0-2-48 0,0 0 0 16,1 3 0-16,0-6 112 0,1 3 16 0,1-2 0 16,-1-2 0-16,2 0-368 0,-2-4-64 0,2 0-16 0,-2-3 0 15,0 0-96-15,-1-4-32 0,0-1 0 0,-2-2 0 16,1 2 0-16,-3-7 0 0,2 1 0 0,-3 0 0 16,0 0-176-16,-3-1-32 0,-1 5-16 0,-1-5 0 15,-1 1-32-15,-3 0 0 0,-1 3 0 0,-1 5 0 16,0 4 112-16,0 6 16 0,0 1 0 0,-2 6 0 15,1 6 48-15,-1 4 16 0,2 3 0 0,0 7 0 16,0 4-128-16,2 5-32 0,2 3 0 0,2 0 0 16,2 5-80-16,2-7-16 0,2 2 0 0,0-2 0 15,0-4 0-15,2-1 0 0,-1 1 0 0,2-1 0 0,0 1 128 16,-1-1 0-16,1 0 16 0,-2-2 0 0,-1-1-16 16,-1 1-16-16,0-1 0 0,-2-5 0 15,-1 1-240-15,1-5 128 0,-2 2-128 0,2-7 0 0,-2 1 0 0,1-5 0 16,-1 2 0-16,1-6 0 15,-2 4-352-15,-2-5-112 0,0 2-32 0,-3-4-17680 16</inkml:trace>
  <inkml:trace contextRef="#ctx0" brushRef="#br1" timeOffset="198124.98">17104 15089 24879 0,'2'-5'1088'0,"1"2"256"0,1 0-1088 0,-1 0-256 16,0 3 0-16,-1-2 0 0,3 0 656 0,3-2 80 0,4 0 16 0,7-6 0 0,0 0 512 0,2 1 96 0,2-3 32 0,0 2 0 0,-1 0-1040 0,-1-2-208 0,-1 2-144 0,-1-2-14496 16</inkml:trace>
  <inkml:trace contextRef="#ctx0" brushRef="#br1" timeOffset="198355.12">17540 14427 17903 0,'-7'-12'384'0,"3"6"96"0,1-1 16 0,-1 4 16 0,3-1-512 0,-1 2 0 0,1 2 0 0,-1-4 0 15,-3-1 2528-15,0 1 416 0,0 1 64 0,0 3 32 16,1 2-672-16,1 2-128 0,3 2-16 0,0 4-16 16,0 2-1184-16,1 0-256 0,0 6-32 0,0 3-16 0,2 1-304 15,-2 0-64-15,-1-2-16 0,1 1 0 0,-1 1-336 0,0 3 0 16,1-3 0-16,-2 1 128 0,1-5-128 0,-1-2-256 15,0 0 64-15,-1-2-17728 16</inkml:trace>
  <inkml:trace contextRef="#ctx0" brushRef="#br1" timeOffset="198645.16">17747 14543 14735 0,'4'-8'640'0,"-3"2"160"0,0-1-640 0,0 4-160 0,-1 0 0 0,0 3 0 16,0-1 2176-16,-1 1 384 0,0 0 96 0,-3 0 16 15,1 1 112-15,-5 8 32 0,1 3 0 0,-3 2 0 16,-1 4-1456-16,0 5-272 0,-2 5-64 0,2 3-16 16,0 1-272-16,1 0-48 0,1 0-16 0,1 2 0 15,3-6-240-15,1 1-48 0,3-3-16 0,0-5 0 16,-1-1-240-16,2-2-128 0,2 4 160 15,0-2-160-15,1 1 240 0,-1-5-48 0,2 0-16 0,-1 0 0 16,4-1-176-16,0-4 0 0,0 0 0 0,2-1-176 16,0-3 176-16,-1-4-192 0,1 1 192 0,1-2-12640 15,-1-2-2416 1</inkml:trace>
  <inkml:trace contextRef="#ctx0" brushRef="#br1" timeOffset="198823.15">17800 14923 17503 0,'-2'-2'1552'0,"0"-1"-1232"16,2 2-320-16,0 1 0 0,0 0 1280 0,0-3 192 16,0 2 32-16,2-4 16 0,0 2 1296 0,2-1 272 15,3-1 48-15,3 4 16 0,3-2-1360 0,1-1-256 16,0 4-64-16,2-2-16 0,4 2-960 0,1 0-192 16,0 0-48-16,-1 0 0 0,-2 0-256 0,-3 0 0 15,0 2 0-15,-3-2 0 16,1 2-1264-16,-5 0-304 0</inkml:trace>
  <inkml:trace contextRef="#ctx0" brushRef="#br1" timeOffset="199106.03">18104 14977 11855 0,'3'-2'256'0,"-2"1"48"0,0-3 16 0,1 2 32 0,0 2-352 0,-1-4 0 0,2 1 0 0,0-3 0 15,4-2 2688-15,0-6 480 0,4-2 96 0,-1-3 0 16,0 0-256-16,-3 0-48 0,0-2-16 0,-1 4 0 15,-3-2-1248-15,1 3-256 0,-3 0-48 0,1 1-16 16,-1 2-672-16,-2 0-128 0,-1 3-16 0,1 4-16 16,0 0-320-16,0 6-64 0,-1 0-16 0,2 4 0 15,-1 4-144-15,0 6 0 0,0-1 144 0,-1 5-144 16,1 2 0-16,1-2 0 0,1 1 0 0,-1 0 128 16,3 4-128-16,-1-1 0 0,2-1 0 0,1-1 0 15,0-2 0-15,0-2 144 0,-1-3-144 0,1-1 160 0,0-1 0 0,0-2 0 16,1 0 0-16,-3-3 0 0,1 0-160 0,-3-2-144 15,2-3 144-15,-3-1-208 16,1-1-208-16,-1-2-32 0</inkml:trace>
  <inkml:trace contextRef="#ctx0" brushRef="#br1" timeOffset="199339.22">18324 14576 15663 0,'2'-7'1392'0,"0"4"-1120"15,1 0-272-15,-1 1 0 0,1 2 1984 0,0 0 352 0,2-1 64 16,4 1 16-16,3 0 912 0,3 3 176 0,1 7 32 0,1 5 16 16,1 5-1824-16,-2 4-384 0,-1 6-64 0,-2 4 0 15,-2 0-768-15,-3 1-128 0,-3 1-48 0,-3-2 0 16,-2 3-112-16,-2-2-32 0,-2 0 0 0,-2-3 0 16,0 0-192-16,-3-1 128 0,0-3-128 0,0 1 0 15,-1-6 0-15,0 1 0 0,-1-2 0 0,-1-2 0 16,3-4-464-1,0-1-144-15,3-2-32 0,2 0 0 0</inkml:trace>
  <inkml:trace contextRef="#ctx0" brushRef="#br1" timeOffset="199701.25">18840 14838 17503 0,'9'-9'768'0,"-4"5"176"0,0 2-752 0,-2 1-192 15,1-2 0-15,-1 3 0 0,0 0 1936 0,3 0 368 16,3 0 64-16,3 0 0 0,1 0 960 0,-2 0 192 16,-1 0 48-16,-3 0 0 0,1 0-2224 0,-5 0-432 15,0 3-80-15,-1-3-32 0,-2 3-608 0,-1 0-192 16,-3 1 128-16,-2 2-128 0,-2 0 0 0,-4 1 0 15,-1 3-128-15,-2 1 128 16,0-1-512-16,0 3 0 0,2-3 0 0,2-2 0 0,3 0 288 0,1 0 48 0,1 2 16 0,1 3 0 16,1-1 160-16,3 1 192 0,3 0-32 15,2-4-16-15,2-2 432 0,3 2 64 0,3-6 32 16,3 1 0-16,0-2-96 0,2-2-32 0,2 0 0 0,-2-3 0 16,1-2-192-16,-3 1-32 0,0-2-16 0,-4 2 0 15,-2-1-304-15,-4 4 160 0,-4-3-160 0,-6 6-20112 16</inkml:trace>
  <inkml:trace contextRef="#ctx0" brushRef="#br1" timeOffset="201256.13">19466 14977 2751 0,'-6'-2'256'0,"2"1"-256"0,0 1 0 0,2-3 0 0,0 3 128 0,1-1 0 0,1 1-128 0,-1 0 192 0,-1 0 1408 0,-1-2 256 15,-1-2 64-15,1 1 16 0,-1 0 288 0,1 0 48 0,2 3 16 0,1-2 0 16,3 1 80-16,0 1 0 0,4 0 16 16,1 0 0-16,1-3-608 0,1 3-128 0,1 0-32 0,1 0 0 15,2-2-592-15,-1 0-128 0,2 2-32 0,1-2 0 16,0 1-384-16,1-2-80 0,-1 3-16 0,1-4 0 15,-1 4-192-15,1-2-64 0,1-1 0 0,-2 2 0 16,-1 1-128-16,-3 0-176 0,0 0 48 0,-2 0 0 16,0 0-208-16,-3 0-48 0,-2 4 0 0,-1-4-15792 15</inkml:trace>
  <inkml:trace contextRef="#ctx0" brushRef="#br1" timeOffset="201624.14">19848 14769 9215 0,'5'-17'400'0,"-1"9"96"16,0 0-496-16,0 2 0 0,-1 4 0 0,0-2 0 15,2 0 2368-15,4-1 368 0,6-2 80 0,5 1 0 0,3-3 192 0,1 5 48 16,0 4 0-16,0 2 0 0,-2 3-1136 0,-2 4-240 16,-2 1-32-16,-3 5-16 0,-4-1-992 0,-2 2-192 15,-3 2-32-15,-3-2-16 0,-3 5-240 0,-4-3-160 16,-3 3 192-16,-3-3-192 0,-3 2 128 0,-2-1-128 15,1-1 0-15,0-2 0 0,2-3 192 0,1 0-192 16,-3 3 192-16,2 0-192 0,-2 2 224 0,2-2-64 16,0-3-16-16,4 2 0 0,2-2 208 0,2-2 32 15,1 0 16-15,3-4 0 0,3 2-16 0,2-5 0 0,2 2 0 16,2-4 0-16,2-2 0 0,3 2 0 0,-1-2 0 0,2-2 0 16,0 0-96-16,2-1-32 0,1 0 0 0,-1-1 0 15,-1 0-96-15,-1-1-32 0,0 2 0 0,-1-1 0 16,1-1 0-16,0 1 0 0,-2 2 0 0,-4 1 0 15,-1-2-128-15,-2 2 0 0,-1 1 0 0,-3 1 0 16,0 2-272-16,-4 0-96 0,-3 1-16 0,-6 5-19264 16</inkml:trace>
  <inkml:trace contextRef="#ctx0" brushRef="#br1" timeOffset="202609.57">5861 15306 6447 0</inkml:trace>
  <inkml:trace contextRef="#ctx0" brushRef="#br1" timeOffset="203423.06">5867 15282 4239 0,'2'-2'384'0,"-2"0"-384"0,1 1 0 0,-1-2 0 0,0 1 0 0,1 1 0 0,0 1 0 0,1-5 0 0,-1 1 384 0,1-2 144 0,0-2 48 0,-1 2 0 0,0 0 352 0,0 0 80 15,-1 1 16-15,-1 0 0 0,1 2-32 0,-2-3-16 0,-1 2 0 16,1-2 0-16,-2 0 16 0,1 0 0 0,0-3 0 16,-1 2 16-16,0-3-160 0,1 1-16 0,-1 1-16 15,1 0 0-15,1 2 80 0,-1-3 0 0,2 6 16 16,1-3 16-16,0 3-160 0,0 2-16 15,0 1-16-15,1 0 16 0,-1 1-432 0,2 4-64 0,-1 1-32 0,0 4 0 16,-1-3-224-16,0 5 0 0,-1 1 0 0,-2 2 0 16,2-1 0-16,0 0 0 0,-1 0 0 0,-2-2-144 15,1 1 144-15,2-1 0 0,1-2 160 0,-1 0-160 16,0-1 432-16,1-2-32 0,0-1 0 0,0-1 0 16,1-1 112-16,-1 0 32 0,0-2 0 0,0 2 32 15,1-4 0-15,2 0-16 0,-1-3 0 0,2 2 0 16,-1-1-112-16,1-2-32 0,1 0 0 0,-2-1 0 15,0 2-144-15,1-4-16 0,-2 1-16 0,1-1 0 16,-2 1-112-16,0-3-128 0,1-1 176 0,-1 0-176 16,0 1 128-16,-1 0-128 0,0 0 0 0,0-1 0 0,0 1 0 15,-1 2 160-15,0-2-160 0,-1 2 128 0,2 1-128 16,-1 0 0-16,-1 3 0 0,-1 3 0 0,1 3 0 0,-3 0 0 16,-1 6 144-16,-1 1-144 0,0 0 0 0,-2 2 0 15,0 3 0-15,-1 1 128 0,1-2-128 0,0 2 0 16,2 0 0-16,1 1-128 0,0-3 128 15,2 0 0-15,0-4 0 0,2 3 0 0,0-3 0 0,2-4 128 16,0 0-128-16,2 0 0 0,0-2 256 0,1 0-32 16,0-2 0-16,1-2 0 0,1 0-64 0,0 0-16 15,1-4 0-15,1 2 0 0,1-2 176 0,1-2 48 16,-1 0 0-16,0 0 0 0,0-1-176 0,1-1-16 0,1 0-16 16,-2-2 0-16,1 2-160 0,-1-2 0 15,-1 0 0-15,-1 1 128 0,0 1-128 0,-1 0 0 0,-1-2 0 0,0-1 0 16,-2 1 0-16,-1 0 0 0,1 2 0 0,-2 0 0 15,0 2 0-15,-2 0 0 0,0 2 0 0,-2-1 0 16,1 4 0-16,-1-3 0 0,-2 4 0 0,-1 0 0 16,1 0 0-16,0 4 0 0,0-3 0 15,0 2 0-15,2 1 0 0,-1-2 0 0,0 2 0 0,1 1 0 16,1 1 0-16,-1-1 0 0,3 3 0 0,-2-1 0 16,3 1 0-16,-1 2 0 0,1 3 0 0,0-4 0 15,1 1 0-15,1 0 0 0,-1 0 0 0,0 1 128 16,1-1 144-16,1-4 32 0,1 2 0 0,-2-2 0 15,2-1-96-15,0-1-16 0,-1-2 0 0,2-2 0 16,1 0-32-16,1-2-16 0,0-2 0 0,0-2 0 16,1 0-144-16,-1-3 0 0,1 1 144 0,-1 0-144 15,-1-1 0-15,0-1 128 0,-1 0-128 0,0 0 0 0,-1 1 0 16,-1-3 0-16,-2 3 0 0,-1-1 0 0,-1 3 0 16,-1-1 0-16,-1 3 0 0,-2 2 0 0,0 0 0 0,-3 0 0 15,0 1 0-15,-1 2 0 0,0 0 0 0,1 2 0 16,-2-2 0-16,1 3 0 0,2 0 0 0,-2 4 0 15,0-1 0-15,1 0 0 0,0 0 144 0,2 2-144 16,0 0 192-16,0 2-192 0,1 0 0 0,-1-1 0 16,1 1 0-16,-2-2 0 0,4 2 0 15,-2-4 0-15,2 0 0 0,2 1 0 0,0-2 0 0,2 0 0 16,2-4 0-16,2 1 0 0,1 1 0 0,1 0 0 16,3-3 0-16,2 3-18512 0</inkml:trace>
  <inkml:trace contextRef="#ctx0" brushRef="#br1" timeOffset="205167.12">4453 13678 1839 0,'-8'-10'160'0,"2"1"-160"0,3 3 0 0,0 2 0 0,2 2 720 0,-2-2 112 0,-3-6 32 16,-5-6 0-16,-3-5 400 0,-2-1 80 0,4 3 0 0,1 3 16 0,2 4-160 0,1 2-48 0,1 3 0 0,2 0 0 0,0 3 0 0,2 0 0 16,0 1 0-16,0 2 0 0,1-3-416 0,1 3-96 15,0 0 0-15,0 1-16 0,1 0-80 0,-2 1-16 16,2 0 0-16,2 3 0 0,-1 0 112 0,1 2 0 16,3 3 16-16,0 2 0 0,3 4-144 0,-1 1-16 15,3 3-16-15,-1 2 0 0,2 2-80 16,0-1-16-16,1 0 0 0,2-1 0 0,2-1-384 0,1 0 0 0,3 1 0 15,2 1 0-15,3 0 528 0,0 1 32 0,2 1 0 16,1-1 0-16,1-1-320 0,-1 3-64 0,-2-2-16 0,-5-2 0 16,-2-5-160-16,2 6 192 15,6 4-192-15,4 8 192 0,0-1-192 0,-3 1 0 0,-3-2 0 0,-1-4 0 16,-1 1 0-16,-2-5 128 0,0 2-128 16,0 0 0-16,0 2 192 0,1 0-32 0,3-2-16 0,1 2 0 15,0 3 112-15,1-2 32 0,0 3 0 0,2-1 0 16,1-2-96-16,-3 2-32 0,0-2 0 0,0-1 0 15,2 3-288-15,-5-5-64 0,-1-1-16 0,-5-2 0 16,1 0 208-16,-3-2 0 0,-1 1 0 0,1-4 160 16,-3 0 96-16,1 3 0 0,2-3 16 0,1 2 0 15,2-1 112-15,-1-1 0 0,2 2 16 0,-1-1 0 16,0 3-208-16,0-4-32 0,0 2-16 0,-2 1 0 16,0 1-144-16,-1 1-144 0,0-3 144 0,-1 1-208 0,0 1 208 0,-1 0 0 15,0 0 0-15,0-2 0 0,0 1 0 0,-1-1 0 16,1-2 0-16,-1-4 0 15,0 1 384-15,0-2 128 0,1 2 32 0,0-1 0 0,0 2-256 0,3-1-48 16,0 1-16-16,-1-1 0 0,1 1-224 0,1 0 144 16,0 2-144-16,1 2 128 0,0-1-128 0,1-1 160 15,-2 2-160-15,-1-1 160 0,1-1-32 0,1 2 0 16,-2 0 0-16,-1-3 0 0,-1 0-128 0,0 1 0 16,-1-1 0-16,2 2 128 0,0-1 224 0,0-2 32 15,1 3 16-15,2-1 0 0,-1 2-256 0,2-1-144 16,4 3 160-16,0 0-160 0,2 0 128 0,3 4-128 0,-1 3 0 15,3-2 0-15,-4-1 0 0,0-1 128 16,1 1-128-16,-4-2 0 0,0-1 0 0,-3-1 0 0,-3 3 0 16,2-3 0-16,0 0 0 0,1 0 176 0,1 4-176 0,1 2 160 15,0-2-32-15,2 0-128 0,-1 1 192 0,2 1-64 16,-1 1-128-16,2-1 0 0,4 4 144 0,-2-1-144 16,-1-2 0-16,2-1 0 0,0 4 0 0,-2-3 0 15,-1-1 0-15,-3-2 0 0,-1 3 0 0,-1-4 0 16,2 0 0-16,-3 0 0 0,-1 0 0 0,-3-6 0 15,-1 0 0-15,-1-3 0 0,-1-2 0 0,-3-3 0 16,-3-1 0-16,0-4 0 0,-2 0 0 16,-2-2 0-16,-2 0 0 0,-1-4 0 0,-1 0 128 0,-1-2-128 15,-1 2-144-15,-1-2-112 0,-1-2 0 0,0 2-16 16,-1 2-848-16,5 0-160 0,0 0-48 0,0 0-9952 16,-21-8-2000-16</inkml:trace>
  <inkml:trace contextRef="#ctx0" brushRef="#br1" timeOffset="210377.56">19520 15384 6447 0,'-4'-6'576'0,"1"4"-576"0,0-2 0 0,2 4 0 15,1 0-720-15,-1-3-256 0,-2 1-48 0,-2-2-16 0,-1 1 1440 0,-2-6 304 0,0 3 48 0,0 0 16 16,0 1-208-16,2-2-48 0,0 2 0 0,0 2 0 15,2-1 208-15,0 2 48 0,2 2 0 0,0-4 0 16,2 4-112-16,0 1-16 0,3-2 0 0,-1 1 0 16,2 0-128-16,1 0-48 0,2 0 0 0,3-3 0 15,3 2-16-15,-1 1-16 16,0 0 0-16,2-2 0 0,3-1-48 0,2 2 0 0,1-4 0 16,3 4 0-16,1-4 112 0,2 1 16 0,2 0 0 0,-1-2 0 0,3 3 80 15,0-4 32-15,-1 5 0 0,3-4 0 0,2 2 0 16,-1-2 0-16,2 2 0 0,-1-2 0 0,-1 3-272 15,2-3-48-15,3 3-16 0,2-1 0 0,4 1-128 0,-1 0-32 16,0-2 0-16,-2 3 0 0,0 0 112 0,-2-2 16 16,1 4 0-16,-3-2 0 0,-4-1-112 0,-3 2-16 15,-4 1 0-15,-4 0 0 0,-1-2 0 0,-5 2 0 16,-3 0 0-16,-5 0 0 0,0 2 0 0,-4-2 0 16,-2 4 0-16,-2-4 0 0,0 2-128 0,-1 2 0 15,-2-2 0-15,1 2 0 0,-2 0 0 0,0 1 0 16,0 2 0-16,-3-1 0 0,2 1 0 0,-2 1 0 15,1 0 0-15,-3 0 0 16,-1 2-2432-16,-2 0-512 0,-2-1-96 0,-3 3-32 16</inkml:trace>
  <inkml:trace contextRef="#ctx0" brushRef="#br1" timeOffset="210685.84">19664 15489 4079 0,'-23'0'176'0,"7"-2"48"16,3 1-224-16,3 1 0 0,5-3 0 0,2 3 0 0,0-2 352 0,-1 1 32 0,-3-3 0 0,-2 1 0 0,-2 0 912 0,0-4 192 0,2 1 48 0,3 0 0 15,3 2 0-15,5 2 0 0,3-2 0 0,3 2 0 16,3 2-512-16,3-4-112 0,4 4-16 0,3 0 0 0,5-2-192 16,2-1-64-16,1 2 0 0,2-2 0 0,1 0 96 15,3-4 16-15,1 1 0 0,2 0 0 16,3 0 16-16,0-1 16 0,-2 0 0 0,1 2 0 0,0 4-208 15,0-1-64-15,2-2 0 0,-1 1 0 0,-1 0-192 0,-3-1-64 16,-1-1 0-16,-2 1 0 0,1-2 0 0,-3 0 0 16,-1 2 0-16,-4-2 0 0,-2 2-112 15,-3 2-16-15,-2-1-128 0,-1 2 192 0,-2 1-32 0,-4-2-16 16,-1-1 0-16,-4 2 0 0,-2 1-144 0,-1 0 0 16,-2 1 0-16,-3 2 0 0,0-1 0 15,-4 2 0-15,2-2 0 0,-3 6-14272 0</inkml:trace>
  <inkml:trace contextRef="#ctx0" brushRef="#br1" timeOffset="-212155.61">5902 15280 3103 0,'1'-3'272'0,"1"-2"-272"0,-2 4 0 0,0 1 0 0,1 0 0 0,-1-3 0 0,1-1 368 0,0-1 64 16,0-1 16-16,1 1 0 0,-2-1-16 0,0 4 0 15,-3-2 0-15,1 1 0 0,-2 3 48 0,0 0 16 16,-1 0 0-16,-1-2 0 0,0 4 48 0,1-2 16 16,-1 3 0-16,1-2 0 0,0 4-160 15,0-1-16-15,0-2-16 0,0 2 0 16,0 2-368-16,0-2 144 0,2 0-144 0,-1 1 0 0,1-2 0 0,0 1 0 0,0 0-192 16,2-2 192-16,0 2-128 0,0 1 128 0,2-1 0 0,0-1 0 15,1 2 0-15,2 0-128 0,0 4 128 0,0-1 0 16,2 4 0-16,-3 0 0 0</inkml:trace>
  <inkml:trace contextRef="#ctx0" brushRef="#br1" timeOffset="-211189.81">5871 15357 2927 0,'-4'3'256'0,"2"-3"-256"0,1 2 0 0,1-1 0 0,-2-1 0 15,2 0 0-15,0 3 0 0,0-3 0 0,-1 1 0 0,1 1 0 0,1-2 0 0,-1 0 0 0,0 0 0 0,0 0 0 0,0 0 0 0,0 0 0 0,14 17 0 0,-13-12 0 16,2-1 0-16,-2 5 0 0,2-3 0 0,-3 3 0 16,0-2 0-16,-2 2 0 0,2 1 0 0</inkml:trace>
  <inkml:trace contextRef="#ctx0" brushRef="#br1" timeOffset="-210340.95">5843 15916 6447 0,'-2'-4'576'0,"1"2"-576"0,0-2 0 0,1 2 0 0,0 2-720 0,0-3-256 0,0 2-48 0,-1-3-16 0,0 2 1520 0,-1-4 304 0,1-1 64 0,0 4 16 16,0 0-32-16,1 3 0 0,0 0 0 0,0 0 0 15,0 4-176-15,1-2-32 0,1 5-16 0,2-5 0 0,-4-2-464 16,0 0-144-16,17 17 0 0,-7-5 0 0,3-3 240 0,-2 1-64 16,-5-3-16-16,1-1 0 0,3 0 176 0,4 6 48 15,3 2 0-15,3 1 0 0,0 1 48 0,-1 0 16 16,1 0 0-16,0 0 0 0,-3 0-80 0,-1 0-16 16,0 1 0-16,-1-3 0 0,-1 1-160 0,0-2-48 15,-1 0 0-15,1-1 0 0,-1 1 48 0,0-6 0 16,0 2 0-16,0-3 0 0,-1 0-192 0,-1-2 160 15,0 2-160-15,-3-4 160 0,-2 2-160 0,-2 0 0 16,-2-2 0-16,-1 2 0 0,-1-2 0 0,-1 0 0 16,0 0 0-16,-3 1 0 0,2-2 0 0,-3 1 0 15,1 0 0-15,-1-1 0 16,1 0-544-16,-1-2-96 0,3 1 0 0,-2-3-6448 0</inkml:trace>
  <inkml:trace contextRef="#ctx0" brushRef="#br1" timeOffset="-209906.61">6189 16109 911 0,'-4'-10'0'0,"1"4"0"0,0 0 0 0,2 0 0 0,0 3 0 0,1 2 0 16,-2-2 576-16,1 0 48 0,-1-4 0 0,-1 1 0 15,1-4 272-15,-2 2 48 0,0 0 16 0,3 2 0 16,-1 1-16-16,0 4 0 0,2-2 0 0,-1 1 0 16,1 2-416-16,1 2-80 0,-1-2 0 0,2 3-16 15,-1 1-272-15,0-1-160 0,1 4 192 0,1-1-192 16,-1 0 160-16,1 0-160 0,-1 0 128 0,1 0-128 15,1 2 192-15,-2 1-64 0,3-1 0 0,-1 0 0 0,1-2 96 16,0 2 16-16,-2-1 0 0,1 0 0 0,0-1 80 0,1 3 0 16,-2 1 16-16,2-3 0 0,2 2-64 15,-3 0-16-15,3-2 0 0,-1 2 0 0,0-3-96 16,0-1-32-16,2 0 0 0,-2 1 0 0,1-2 112 0,1 2 16 16,-2-3 0-16,0 2 0 0,0 0-128 0,-1 0 0 15,0-1-128-15,-1 2 192 0,-1 0-48 16,0-2-16-16,-1 2 0 15,1-2 0-15,-2 1-128 0,0 1 0 0,1-2 0 0,-2 2 0 0,1-2 192 0,-1-1-64 16,1 2 0-16,0-3 0 0,-1 3-128 0,0-2 0 16,0-2 0-16,0 2 0 0,0-1 0 0,-1 2 0 15,0-4 0-15,-2 3 0 0,1-2 0 0,-2-1 0 16,-2 2 0-16,0-2 0 0,0 3 144 0,-2-3-144 0,2 0 160 16,-1 1-160-16,-2-1 192 0,0 3-48 15,1-3-16-15,-2 0 0 0,0 0 48 0,1 0 0 16,1 0 0-16,0 0 0 0,-1 2-48 0,0 2-128 0,0 2 192 0,-3 0-9088 15</inkml:trace>
  <inkml:trace contextRef="#ctx0" brushRef="#br1" timeOffset="-203165.11">5866 17190 911 0,'-1'-3'0'0,"1"3"0"0,0 0 0 0,0 0 0 0,0 0 480 0,0-2 16 0,-1 1 0 0,1 1 0 0,-2-3 16 0,1 3 16 0,0 0 0 0,1 0 0 0,0 0 208 0,0 0 32 0,0 0 16 0,0 0 0 16,0 0 272-16,0 0 48 0,0 0 16 0,0 0 0 16,0 0-176-16,0 0-48 0,0 0 0 0,0 0 0 15,0 0-336-15,0 0-80 0,0 0-16 0,0 0 0 16,0 0-224-16,0 0-48 0,-2 22-16 0,3-17 0 16,0-1-48-16,0 2 0 0,0-2 0 0,2 2 0 15,-2 0 112-15,0 0 16 0,2 1 0 0,-1-1 0 16,1-2-112-16,1 2-16 0,-1 0 0 0,1-2 0 15,2 2 0-15,-1 0 0 0,1-2 0 0,2 1 0 16,-1 0-128-16,1 0 0 0,0-2 0 0,1 1 0 0,1 1 0 16,0-1 128-16,-2-1-128 0,1 3 128 0,1-2-128 15,-1 1 0-15,-1 1 144 0,0 1-144 0,0-4 0 0,1 3 0 16,2 1 0-16,-1-1 0 0,2-3 0 0,-1 4 128 16,2-4-128-16,-1 0 0 0,2-3 0 0,1 1 0 15,2 2 0-15,-1-3 0 0,1 0 0 16,2-3 0-16,-2 2 0 0,-1 1 0 0,0 0 0 0,0 0 0 15,0 0 0-15,3 1 128 0,1 2-128 0,-2-3 0 16,0 2 0-16,-1-1-128 0,0 2 128 0,1-1 0 16,-1-2 0-16,1 1 0 0,-1 2 0 0,1-3 0 15,3 0 0-15,1 0 0 0,2 0 0 0,-2 0 0 16,2 0 0-16,-1-3 0 0,1 2 0 0,-1-4 0 16,3 2 0-16,0-1 0 0,0-1 0 0,-1 0 0 15,-6-1 0-15,5 0 0 0,3 1 128 0,-1-2 0 0,-2 4 0 16,0-1 0-16,5-2-128 0,-1 0 0 0,4 2 0 15,1-2 128-15,1 3 96 0,0 0 32 0,1-4 0 0,-1-1 0 16,-1 0 64-16,1 0 32 0,-1 0 0 16,-2 0 0-16,0 0-80 0,-4 2-16 0,-2 0 0 0,-1-3 0 15,-1 3-96-15,-1 0-32 0,0 0 0 0,-1-1 0 16,-1 4-128-16,-1-3 0 0,-1 2-160 0,-2-2 160 16,0 2 0-16,-1-1 0 0,-1 1 0 0,-1 1 0 15,0-4 0-15,0 1 0 0,1 0 0 0,0-1 0 16,0 0 128-16,-1 1-128 0,-1 0 0 0,0-3 0 15,0 3 0-15,-1 3 0 0,-1-4 0 0,-3 1-144 16,0 2 144-16,-3-1 0 0,-1 4 128 0,-2-2-128 16,-2 3 0-16,-2 0 0 0,-2 0 0 0,-1-3 0 0,-1 6 0 15,-2-3 0-15,0 3 0 0,1-2 0 0,0 2 0 0,2-1 0 16,0 2 0-16,1-1 0 0,0-2-128 16,2 1 0-16,1 1 0 0,0-3 0 15,0 4-336-15,2-4-64 0,-1 2-16 0,-1-2 0 16,-1 0-1088-16,1 0-224 0,-2 0-32 0,-1 0-5712 0</inkml:trace>
  <inkml:trace contextRef="#ctx0" brushRef="#br1" timeOffset="-202788.68">7552 17092 3279 0,'-5'-4'0'0,"0"2"128"0,1-1-128 0,2 2 192 0,0 1-192 0,2-2 0 0,-1 2 0 0,0 0 0 0,-2-4 1216 0,0 2 224 0,0-1 32 0,1 2 16 0,2 1-272 0,-2 0-48 0,4 0-16 16,-1 0 0-16,-1 0-304 0,0 0-64 0,0 0-16 15,0 0 0-15,21 13-144 0,-15-10-48 0,2 1 0 0,-1-2 0 16,0 2-96-16,1-2-32 0,-1-1 0 16,1 2 0-16,-1-1 32 0,-1 2 0 0,2-1 0 0,-2-3 0 15,1 1-80-15,1-1-16 0,0 0 0 16,1 2 0-16,-2-2 0 0,1 0 0 0,-1 0 0 0,-1 3 0 16,2-2-80-16,-1-1-32 0,-1 0 0 0,1 3 0 15,-2-3-112-15,0 2-32 0,-1-2 0 0,1 4 0 16,-1-3-128-16,-1 4 0 0,-1-4 0 0,-1 4 128 15,2-1 0-15,-4-2 0 0,-2 2 0 0,-2 2 0 16,1 0-128-16,-3-2 0 0,0 2 0 0,-2 0 0 16,0 1 128-16,1-1-128 0,0 0 192 0,0 0-64 15,-1 0 128-15,1 2 0 0,4-2 16 0,-1 0 0 0,0 0-32 16,1-3-16-16,0 0 0 0,1 1 0 0,0-1-96 0,2 0-128 16,-2 0 176-16,2 1-176 15,1-2 0-15,-1-1 0 0,1 2 0 0,0-1 0 0,0 3 0 16,-1 0 0-16</inkml:trace>
  <inkml:trace contextRef="#ctx0" brushRef="#br1" timeOffset="-193291.38">5879 15321 2751 0,'-3'-5'256'0,"-1"2"-256"0,2 0 0 0,1 2 0 0,1 1 384 0,-2-4 48 0,-1-1 0 0,-2-2 0 0,-1-2 336 0,-1-1 64 0,4 0 0 0,-1 4 16 15,0 0 128-15,2 2 32 0,-2 2 0 0,2-1 0 0,-2 6-352 16,-1-3-64-16,-1 2-16 0,0 2 0 0,-1 0-400 0,-1-2-176 15,0 4 128-15,1-2-128 0,-2 2 0 0,1 0 0 16,0 1 128-16,1-1-128 0,2 0 0 0,1 0 0 16,0-1 0-16,3 0 0 0,0 1 0 0,1 0 160 15,4-2-160-15,-1 2 160 0,2-2 80 0,3 0 16 16,0 1 0-16,1-5 0 0,2 3 64 0,0-3 32 16,2 3 0-16,-1-3 0 0,0 1-32 0,2-1 0 15,1-1 0-15,-3 1 0 0,1-3-144 0,-4 0-48 16,1 0 0-16,-2-3 0 0,-2 2 0 0,-2 1 0 15,-1-4 0-15,-1-1 0 0,-1 2 80 0,-1-2 16 16,-1 0 0-16,-2-1 0 0,1-1 352 0,-2 0 80 16,0 0 16-16,-1 0 0 0,-1 2-224 0,0-2-64 15,0 4 0-15,-2-1 0 0,0 1 0 0,-1 2 0 16,0 2 0-16,1-2 0 0,-2 2-96 0,0 2-32 0,-1 2 0 16,0 0 0-16,0 2-96 0,1 3-32 0,1-1 0 15,0 1 0-15,3 3-128 0,1-1 0 0,3 1 0 0,0 0 0 16,2 1 0-16,3-4 0 0,-1-1 0 15,2 1 0-15,1-1 0 0,1-4 0 0,3 2 0 0,0-3 0 16,0 2 128-16,4-3 0 0,-1-3 0 0,1 2 0 16,-1-2 0-16,-1 0 0 0,0-1 0 0,-1-1 0 15,-2 1-128-15,-2-2 0 0,-3 0 0 0,0-1 0 16,-2 0 0-16,-2 1 0 0,-2-2 0 16,-2 4 128-16,1-2-128 0,-3 2 192 0,1 4-192 0,-3-3 192 15,-2 6-192-15,0 3 0 0,-1 0 0 0,1 4-7968 16,1 4-1472-16</inkml:trace>
  <inkml:trace contextRef="#ctx0" brushRef="#br1" timeOffset="-192490.83">7789 16930 2751 0,'0'-6'256'0,"0"3"-256"0,1 0 0 0,-1 0 0 0,2 3 0 0,-2-2 128 0,1 1-128 0,0-2 0 0,0-1 1008 0,2 1 96 0,-1-4 32 0,1 3 0 0,-1 0 16 0,-1 0 16 16,1 2 0-16,-2 2 0 0,0 0-64 0,-2 0-16 16,1 2 0-16,-3 2 0 0,1 0-256 0,-1 0-48 15,-2 4-16-15,0 1 0 0,-1-2-384 0,1 2-64 16,1-3-32-16,3 0 0 0,1-2 0 0,-1-2 0 16,2 2 0-16,0-2 0 0,3 2 32 0,-1-1 0 15,2-3 0-15,0 1 0 0,1 1 208 0,0-4 48 16,1 2 16-16,-1-1 0 0,0 1 80 0,1-3 16 0,0-1 0 15,0-1 0-15,0 2-384 0,1-4-80 0,-2 0-16 16,-2-2 0-16,1 3-48 0,-2-4-16 0,-2 4 0 16,0-4 0-16,-1 4-144 0,-1-3 160 0,-2 2-160 0,0-2 160 15,-1 3 32-15,-2-1 16 0,0 4 0 0,-1 0 0 16,1 3 432-16,-1 1 64 0,1 1 32 0,-3 4 0 16,0 1-336-16,0 3-64 0,0 2-16 0,2 0 0 15,0 2-176-15,3-4-144 0,2-2 192 0,0-1-192 16,1 2 240-16,2 1-64 0,1 2-16 0,1-1 0 15,2 0-16-15,0-1 0 0,2-3 0 0,1-1 0 16,2 0 48-16,1-3 16 0,0-1 0 0,1 0 0 16,3-2-208-16,-1-2 128 0,-3 2-128 0,-4 2-15136 15</inkml:trace>
  <inkml:trace contextRef="#ctx0" brushRef="#br1" timeOffset="-191240.7">7753 17023 3327 0,'1'0'0'0,"-1"0"0"0,0-3 0 0,0 3 0 0,-1 0 0 0,1 0 0 0,0-1 0 0,0 1 0 0,0 0 0 0,-1-2 0 16,1 0 0-16,0 2 0 0,0 0 0 0,0 0 0 16,0 0 0-16,0 0 0 15,0 0 0-15,0 0 0 0,0 0 0 0,0 0 0 16,0 0 0-16,0 0 0 0,0 0 0 0,0 0 0 16,0 0 0-16,0 0 0 0,0 0 0 0,0 0 0 0,0 0 0 15,0 0 0-15,0 0 0 0,0 0 0 0,0 0 0 0,0 0 0 16,0 0 0-16,0 0 0 0,0 0 0 0,0 0 0 15,0 0 0-15,0 0 0 0,0 0 0 0,0 0 0 16,0 0 0-16,0 0 0 0,0 0 0 0,0 0 0 16,0 0 0-16,0 0 0 0</inkml:trace>
  <inkml:trace contextRef="#ctx0" brushRef="#br1" timeOffset="-188261.64">28226 17043 6447 0,'0'-14'576'0,"0"0"-576"0,0 2 0 0,-2 3 0 0,2 9-720 0,-1-2-256 0,0-3-48 0,0-4-16 0,-2-6 1344 0,-1-4 272 0,-3-4 48 0,-2-1 16 0,-2 1-320 0,-2 4-48 0,-3-4-16 15,-1 5 0-15,-1 2 80 0,-2 0 16 0,0 0 0 0,-1 3 0 0,-2 5 32 0,1-1 16 16,-1 4 0-16,1 3 0 0,-3 2-96 0,-1 0-32 16,-2 2 0-16,-4 3 0 0,-2 4-272 0,0-1 0 78,-2 2 0-78,1 0 0 0,1-1 0 0,-5 1 0 0,1-1 0 0,-3 1 0 0,2 0 0 0,0 1-224 0,5-1 32 0,0 3 16 0,3-1 176 0,2 2 256 0,1 0-64 0,9-2-16 0,4-4 272 0,1 5 48 0,-1 0 16 0,1 8 0 0,0-1-208 0,2 5-48 15,2 1 0-15,2 1 0 0,5 1-96 16,1-2-32-16,5 0 0 0,3 2 0 0,3-3-128 0,2 0 0 16,2-1 0-16,2-1 0 0,1-3 0 0,0 0 192 15,3 1-32-15,1-3 0 0,1 0 80 16,0-1 16-16,1 0 0 0,-5-2 0 0,-2-3-112 0,1 2-16 0,4 1 0 16,1 1 0-16,4 0 0 0,1 0 0 0,1-3 0 15,1-1 0-15,2-2 0 0,1-4 0 0,2 0 0 0,1-3 0 16,-2-2 208-16,1-1 48 0,1 0 0 0,0-3 0 15,0 2-112-15,2-5-16 0,-1 2 0 16,0-4 0-16,-5 1-256 0,-2 0 0 0,-1-2 0 0,-1 1 0 16,-2-2 0-16,1 0 0 0,-1-6 0 0,1-3 0 15,-3-1 160-15,-3-2-32 0,-3-3 0 0,-5 0 0 16,-4-4-128-16,-3-2 0 0,-3-3 0 0,-4-5 0 16,-2 1 0-16,-4-3 0 0,-1 3 0 0,-2 4 0 15,-1 5 0-15,-3-2 0 0,-3-4 0 0,-4 0 0 16,0 3 0-16,-3 4 0 0,2-1 0 0,0 7 0 0,0 6 0 15,1 1 0-15,2 5 0 0,1 4 0 16,2 4 0-16,-1 4 0 0,-1 7 0 0,-2 7 0 16</inkml:trace>
  <inkml:trace contextRef="#ctx0" brushRef="#br2" timeOffset="28495.98">9534 15021 3327 0,'2'-6'304'0,"-2"3"-304"0,2 3 0 0,-1-2 0 0</inkml:trace>
  <inkml:trace contextRef="#ctx0" brushRef="#br2" timeOffset="29381.9">9545 14980 2927 0,'-3'-5'256'16,"2"4"-256"-1,0-3 0-15,1 4 0 0,0 0 0 0,-1 0 0 16,0-2 0-16,-3-5 0 0,1 1 0 0,-2 0 0 0,3 0 144 0,-2-2-144 15,0 2 0-15,1 0 144 0,0 0-144 0,0 0 0 16,-1 0 0-16,0-3 0 0,0 1 320 0,0 2 128 16,-1-4 32-16,-2 4 16 0,2 0-48 15,1 2-16-15,-1 2 0 0,-2 2 16 0,1 0 16 0,-2 4 0 16,0 2 0-16,-1 2 16 0,2 2-224 0,-2 0-32 16,1 3-16-16,-1 0 32 0,3-1-96 0,0 1-16 15,2-1 0-15,0 3 16 0,3-4 96 0,1 0 16 16,1-1 0-16,3 0 16 0,1-1-16 0,2-3-16 0,2 1 0 15,1-3 16-15,1 1 0 0,0 1 0 0,2-2 0 16,-2 0 0-16,0 2-112 0,0-4-16 0,0 4-128 0,-1-2 224 16,0 2-224-16,0 1 0 0,-3-1 0 0,-1 0 0 15,1 0 0-15,-3-2 0 0,0 0 0 0,0-2 0 16,-3-1 0-16,0-1 0 0,-1-1 0 0,0-3 0 16,0-1 160-16,-1-1 96 0,0-1 0 0,0-3 48 15,1 1 336-15,-2-3 80 0,1 3 16 16,0-2 0-16,0 2-480 0,-1-3-112 0,1 0-16 0,-2 1 0 15,-1-2 0-15,-1 1 0 0,0-1 0 0,-1 4 0 16,0 0-128-16,-3 1 0 0,0 3 0 0,-1 2 0 16,0 3 0-16,-1 0 192 0,1 2-64 0,1 2 0 15,-3 2 80-15,5-2 16 0,0 2 0 0,0 3 0 0,-1 1 0 0,0 3 0 16,0 3 0-16,1 2 0 0,3-2-96 16,0 0-128-16,1 0 176 0,2-1-176 0,1 1 144 15,1-3-144-15,3 0 0 0,0-1 144 0,2 0-16 0,0-2-128 16,0 0 192-16,2-1-64 0,0-3 48 0,1 0 0 15,1-2 0-15,0-2 0 0,0-2-176 0,1 0 0 16,0 0 0-16,-2-2 0 0,1-2 0 0,-2 2 192 16,0-2-192-16,-3-1 192 0,1 1-192 0,-3 1 0 15,0-3 0-15,-2 2 0 0,0-2 0 0,-2-1 0 16,0-1 0-16,0 0 0 0,-2-3 0 16,-2 1 0-16,2-2 0 0,-2 1 0 0,0 2 144 0,0-3-144 15,-1-2 160-15,-1 2-160 0,1-1 192 0,0 4-64 16,-1-4-128-16,-1 3 192 0,2 4-192 0,1 1 128 0,0 4-128 0,1 1 0 15,2 0 144-15,-2 4-144 0,2 2 128 0,-1 3-128 16,1 4 128-16,-1 1-128 0,2 3 0 0,1 0 128 16,1 4-128-16,2-2 0 0,0-2 0 15,0 2 0-15,2-3 0 0,0 0 0 0,1 1 0 16,-1-6 0-16,1 0 0 0,0-1 0 0,-1-3 128 0,1-1-128 16,1 0 0-16,-2-2 0 0,1-2 0 0,-1-2 0 15,1-2 0-15,0-1 0 0,1-1 0 0,0-4 128 16,0 0-128-16,1-4 0 0,0-2 0 0,0 2 0 15,-2-3 128-15,1 2-128 0,-1-3 0 0,-1 1 128 16,0-1-128-16,-2 1 0 0,-1 1 0 0,-2-2 0 16,-2 1 0-16,-2 2 0 0,0 3 0 0,-1 1 0 15,-1 0 0-15,-1 2 0 0,-2-2 0 0,-2 2 0 16,0-2 0-16,0 3 0 0,3 2 0 0,0 4 0 16,-1-2 128-16,-1 4-128 0,0 1 0 0,2 3 128 0,-1 1 112 15,1 3 16-15,1 2 0 0,2-1 0 0,-1 3-256 0,1-1 0 16,1 3 0-16,2 0 0 0,-1 3 0 0,1-6 144 15,2 2-144-15,0-3 128 0,1 1-128 0,2-3 0 16,0 0 0-16,2-4 0 0,3 0 0 0,2-6 0 16,2 0 0-16,3-3-7136 15,2-3-1408-15</inkml:trace>
  <inkml:trace contextRef="#ctx0" brushRef="#br2" timeOffset="145363.14">21849 7811 11967 0,'-4'0'1072'0,"0"0"-864"0,3 0-208 0,0 0 0 0,1 0 0 0,-2-1-128 0,1 1 128 0,-2 0-208 15,-1-2 1616-15,3-2 336 0,2-1 64 0,3 0 16 0,3-4-176 0,5 0-48 16,4-6 0-16,4-1 0 0,5 0-352 0,-2-3-80 16,1 3-16-16,-1-4 0 15,5-2-336-15,1-3-80 0,2-1-16 0,4-2 0 0,3-7 48 16,4-2 16-16,3-1 0 0,2-7 0 0,2-2 0 0,1-2 0 15,-5 4 0-15,2-1 0 0,4-7-256 0,2 0-48 16,4-1-16-16,0-3 0 0,-3 4-176 0,2-2-32 16,1-4-16-16,-1 2 0 0,-4 6 80 0,-8 3 0 15,-3 7 16-15,0 3 0 0,-1-2-336 0,1 4 144 16,1 2-144-16,-5 2 0 0,-1 1 128 0,-2 2-128 16,-3 1 0-16,-4-1 0 0,-3 7 0 0,0-3 0 15,-3 6 0-15,-2-2-144 16,-2 3-304-16,-2 1-48 0,-2 3-16 0,1-2 0 15,1-2-304-15,-2-2-64 0,0 1-16 0,-5 5 0 16,-3 1-720-16,-1 3-160 0,-4 0-16 0,-2 1-11952 0</inkml:trace>
  <inkml:trace contextRef="#ctx0" brushRef="#br2" timeOffset="145660.46">23243 6097 6447 0,'-33'7'272'0,"17"-5"80"0,0 2-352 0,4-2 0 0,3-2 0 0,4 2 0 15,0 0 1440-15,-2-2 224 0,-6 4 32 0,-3 2 16 16,0-2 608-16,4 1 128 0,3-2 32 0,7 0 0 15,3-3-432-15,5 1-96 0,5-2-16 0,4-2 0 16,6 0-368-16,2-4-80 0,5 1-16 0,1-4 0 16,5 2-512-16,-1-6-128 0,4 2 0 0,2-3-16 15,1-1-384-15,2-4-80 0,2 1-16 0,-2 1 0 0,0-1-80 16,-3 3-32-16,0 0 0 0,-6 1 0 0,-3 4-16 0,-4-1 0 16,-4 2 0-16,-5 4 0 0,-4 0-16 0,-5-1-16 15,-2 7 0-15,-2-2 0 0,-3 2-48 0,-1 2-128 16,-1 2 192-16,-3 2-64 0,0 3 0 15,-4 2 0-15,-2 6 0 0,-2 3 0 0,-2 2-128 16,1 1 128-16,-2-5-128 0,0 7 128 0,-2-2-128 16,-4 5 0-16,-2 4 0 0,-3-1 128 0,0 2-128 0,-1 1 0 15,3-2 0-15,0-1 0 0,1-3 0 0,-1 0 0 16,1-2 0-16,2 5 0 0</inkml:trace>
  <inkml:trace contextRef="#ctx0" brushRef="#br2" timeOffset="146235.85">21601 7902 13823 0,'2'-13'1216'0,"0"7"-960"0,0 0-256 0,1 6 0 0,-1 0 272 0,0-3 16 0,1 0 0 0,2-7 0 0,3-2 1408 0,-2 2 288 0,-1 1 48 0,-3 3 16 0,-2 2-288 0,-3 4-48 0,-4 3-16 0,-5 3 0 0,-3 4-400 0,-5 2-80 0,-3 2 0 16,-8 4-16-16,-5 7-624 0,3-5-112 0,2-1-16 0,-12 9-16 15,-19 10-208-15,-19 10-32 0,-6 5-16 0,-4 2 0 32,-1 4-176-32,-4-2 0 0,0 2 0 0,2-4 0 0,6-5 0 0,3-3 0 15,1 4 0-15,3-6 0 0,5-2 0 0,5-5 0 0,9-6 144 16,10-3-144-16,13-7 128 0,6-6-128 0,7-1 128 0,7-5-128 16,4-1 0-16,5-4 0 0,3 0 0 0,3-4 0 15,2 1-304-15,2-2-128 16,1 0-16-16,1-2-16 15,5 2-1872-15,0-1-368 0,2-2-80 0,1 1-9344 16</inkml:trace>
  <inkml:trace contextRef="#ctx0" brushRef="#br2" timeOffset="146557.71">20302 8291 17503 0,'-8'-12'768'0,"5"6"176"0,-1 2-752 0,0 0-192 16,2 4 0-16,-1 1 0 0,-2 2 288 0,-2 3 32 15,-7 4 0-15,-6 6 0 0,-3 6 736 0,-4 6 160 16,0 0 16-16,-1 4 16 0,2-1 0 0,2 1 0 16,1 0 0-16,1 1 0 0,0 4 16 0,1-2 0 15,2 3 0-15,2-4 0 0,1 1-560 0,1-3-128 16,1 0 0-16,2-1-16 0,1-6-240 0,2 0-64 16,2-3 0-16,-1-2 0 0,4-2-96 0,-1 1-32 15,0-3 0-15,2 0 0 0,1 0 16 0,-1-4 0 16,3-2 0-16,0-1 0 0,3 1-144 15,0-4 0-15,2 4 144 0,2-4-144 16,0 0 128-16,2 0-128 0,-1-4 160 0,1 0-160 16,3-2 496-16,3 0 0 0,1-4 0 0,4-2 0 0,0-3 80 0,3 0 0 0,3-4 16 0,3 0 0 15,0 0-304-15,0 1-64 0,-2 2-16 0,0-2 0 16,0 3-208-16,1-1 128 0,-1 3-128 0,-2 0 0 16,-1 1 0-16,-1 4 0 0,-1-2 0 0,-2 5-12176 15,-2 2-2544-15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388" units="cm"/>
          <inkml:channel name="Y" type="integer" max="18258" units="cm"/>
          <inkml:channel name="F" type="integer" max="65535" units="dev"/>
          <inkml:channel name="T" type="integer" max="2.14748E9" units="dev"/>
        </inkml:traceFormat>
        <inkml:channelProperties>
          <inkml:channelProperty channel="X" name="resolution" value="1000.29218" units="1/cm"/>
          <inkml:channelProperty channel="Y" name="resolution" value="1000.438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5-12-15T16:39:58.877"/>
    </inkml:context>
    <inkml:brush xml:id="br0">
      <inkml:brushProperty name="width" value="0.05292" units="cm"/>
      <inkml:brushProperty name="height" value="0.05292" units="cm"/>
      <inkml:brushProperty name="color" value="#92D050"/>
    </inkml:brush>
    <inkml:brush xml:id="br1">
      <inkml:brushProperty name="width" value="0.05292" units="cm"/>
      <inkml:brushProperty name="height" value="0.05292" units="cm"/>
      <inkml:brushProperty name="color" value="#0070C0"/>
    </inkml:brush>
    <inkml:context xml:id="ctx1">
      <inkml:inkSource xml:id="inkSrc73">
        <inkml:traceFormat>
          <inkml:channel name="X" type="integer" max="27388" units="cm"/>
          <inkml:channel name="Y" type="integer" max="18258" units="cm"/>
          <inkml:channel name="T" type="integer" max="2.14748E9" units="dev"/>
        </inkml:traceFormat>
        <inkml:channelProperties>
          <inkml:channelProperty channel="X" name="resolution" value="1000.29218" units="1/cm"/>
          <inkml:channelProperty channel="Y" name="resolution" value="1000.43835" units="1/cm"/>
          <inkml:channelProperty channel="T" name="resolution" value="1" units="1/dev"/>
        </inkml:channelProperties>
      </inkml:inkSource>
      <inkml:timestamp xml:id="ts1" timeString="2025-12-15T16:42:04.731"/>
    </inkml:context>
  </inkml:definitions>
  <inkml:trace contextRef="#ctx0" brushRef="#br0">4062 5850 1839 0,'-4'0'160'0,"2"1"-160"0,-1-1 0 0,1 0 0 0,1 0 448 0,-1 0 64 0,1 0 16 0,-2 0 0 0,-1 0 1136 0,-1 0 240 0,0 0 32 0,1 0 16 0,1 0-48 0,0-1-16 0,1 1 0 0,0-2 0 15,1 2-32-15,1-3 0 0,0 2 0 0,1-1 0 16,1 0-304-16,-1 1-64 0,0 0-16 0,0 1 0 0,1-3-320 0,-2 3-64 15,0 0 0-15,0 0-16 0,0 0-272 0,0 0-48 16,0 0-16-16,0 0 0 0,0 0-272 0,0 0-48 16,0 0-16-16,21 0 0 0,-18-1-64 0,1 1-16 15,1 0 0-15,0 0 0 0,0-2-48 0,1-1-16 16,1 2 0-16,2-2 0 0,-2 1-96 0,2 1-32 16,0-2 0-16,1 3 0 0,0 0 32 15,-2 0 0-15,1 0 0 0,0-2 0 0,-1 2-32 0,1 0-128 16,1 2 192-16,1-4-64 0,0 2-128 0,1-1 0 15,2 1 144-15,-2-3-144 0,1 2 0 0,0 0 144 0,2-1-144 16,-1-1 0-16,1 3 128 0,-2-3-128 0,2-1 0 0,0 2 0 16,-2 0 160-16,0 0-160 0,-1 0 128 0,1 2-128 15,-2-3 128-15,0 2-128 0,-1 1 128 16,0 0-128-16,-1 0 128 0,0 0-128 0,1 1 0 16,-3-1 128-16,2 3-128 0,-1-3 0 0,-2 0 0 15,-1 0 128-15,1 0-128 0,-1 2 0 0,-2-2 0 0,1 0 0 16,-1 0 0-16,-2-2 0 0,1 2 128 0,-2 0-128 15,2-3 0-15,-2 2 0 0,0 1 0 0,-2 0 0 16,2 0 0-16,-1 0 0 0,1 0 0 0,0 0-18784 16</inkml:trace>
  <inkml:trace contextRef="#ctx0" brushRef="#br0" timeOffset="1187.83">6200 5838 2991 0,'-2'0'0'0,"-1"-3"128"15,1 3-128-15,0 0 160 0,2 0-160 0,-1-1 0 0,-3 1 0 0,0-2 0 0,-3-2 1872 0,1 4 352 0,1-3 64 0,0 1 16 0,2 1 32 0,0 1 16 0,1-3 0 0,0 3 0 0,1 0-352 0,1 0-64 0,-1 3-16 0,0-3 0 16,1 3-768-16,0 0-176 0,1-2-16 0,-1-1-16 16,0 0-384-16,0 0-80 0,0 0-16 0,0 0 0 15,20 15 176-15,-13-14 48 0,2 2 0 0,-1-3 0 16,2 0 16-16,1 0 0 0,1 2 0 0,-1-2 0 0,0 0-128 0,0 0 0 15,1 0-16-15,-1-2 0 0,1 2-64 16,0 0-16-16,0 0 0 0,1 2 0 16,-2-2-176-16,1 0-48 0,-1 1 0 0,2-1 0 0,-2 3-256 0,0-3 0 15,1 2 0-15,1-2 0 0,1 0 160 0,0 2-32 16,2-2 0-16,1-2 0 0,1 2-128 0,0-2 0 16,2 2 0-16,1-3 0 0,0 2 0 0,1-1 160 15,-1-2-160-15,2 2 160 0,-1-1-160 0,0 2 160 16,0-2-160-16,1 2 160 0,-5-1-160 0,2-1 128 15,-1 2-128-15,-1 1 128 0,2-3-128 0,0 3 0 16,1 0 0-16,-3-2 128 0,1 1 0 0,1 1 0 16,-1-3 0-16,2 3 0 0,2-3-128 0,-2 0 0 15,1-1 0-15,0 1 0 0,-1-2 0 0,-1 1 0 0,0 2 0 16,-2-2 0-16,1 0 0 0,-2 2 0 0,1-1 0 0,-1 2 0 16,-1-2 0-16,0 2 0 0,-1 1 0 0,0-2 0 15,0-1 128-15,-3 2 0 0,1 1 0 0,-1-2 0 16,0 2-128-16,0-3 0 0,1 2 0 0,-1-2 0 15,0 3 0-15,1-3 0 0,-1 0 0 0,-2 1 0 16,1 0 0-16,-1 2 0 16,0-3 0-16,0 3 0 0,1-3 0 0,-1 1 0 0,-1 1 0 15,-1-2 0-15,0 1 0 0,-1 0 0 0,-2 2 0 16,0-2 0-16,-3 2-192 0,1 0 192 0,-3 0-160 0,-3 2 160 16,1-2-1184-16,-5 4-144 15,-1-1-16-15,-3 0-16528 0</inkml:trace>
  <inkml:trace contextRef="#ctx0" brushRef="#br0" timeOffset="1882.75">6272 6043 13823 0,'-1'0'1216'0,"-1"0"-960"0,2 0-256 0,0 0 0 0,0 0 128 0,2 1-128 0,-2-1 176 0,0 0-176 0,1 3 2048 0,0-3 320 0,1 0 48 0,-2 0 16 16,0 0-400-16,0 0-80 0,0 0-16 0,24 2 0 15,-18-2-464-15,0 1-112 0,2 2-16 0,0-3 0 16,4 2-448-16,0 0-112 0,2 0-16 0,-1 1 0 15,-2-3-144-15,0 1-48 0,5 1 0 0,1-2 0 16,-1 0-192-16,0 2-64 0,0-2 0 0,1-2 0 16,3 2-64-16,3 0 0 0,2-3-16 0,0 3 0 15,-2-3-80-15,0-1-16 0,1 2 0 0,-1-2 0 0,-2 2-16 16,1-2-128-16,4-2 192 0,3 0-64 0,2-3 64 16,0 3 16-16,-1-2 0 0,-2 2 0 0,1 3-208 0,-2-2 0 15,-1 1 0-15,-1 0 0 0,0 2 144 0,-2-2-16 16,0 0 0-16,1 2 0 0,-2-1-128 15,-1 0 0-15,-2 0 0 0,-1-1 0 0,0 2 128 16,0-2 0-16,1 1 0 0,-2 3 0 0,-1-4-128 0,0 4 0 16,0-3 0-16,0 3 0 0,0-2 0 0,-2 1 0 15,-3 1 0-15,2 0 0 0,-2-3 0 0,1 3 0 16,-1-2 0-16,0 0 0 0,0 2 0 0,1 0 160 16,-3 0-32-16,0 0-128 0,0 0 192 0,1 0-192 0,-3 0 192 15,-1 0-192-15,0 0 160 0,-1-2-160 0,0 2 128 0,-1 0-128 16,0-2 0-16,-2 0 128 0,-1 2-128 0,1-2 0 15,-1-1 0-15,-1 2 0 0,-1-1 0 0,-2 0 0 16,0 0 0-16,-2-1-176 0,-2 2 16 0,-1 1-13152 16,-2 0-2624-16</inkml:trace>
  <inkml:trace contextRef="#ctx0" brushRef="#br0" timeOffset="4052.9">6460 6414 5519 0,'1'-4'496'0,"0"1"-496"0,0 0 0 0,-2 3 0 0,2-2 1072 0,-1 0 112 0,3-4 32 0,-1-2 0 0,1-2 960 0,-1 0 192 0,1 1 32 0,-2 2 16 16,-1 2-528-16,0 1-96 0,0 3-32 0,-1 1 0 16,-2 4-512-16,0-3-96 0,-1 4-32 0,-1 1 0 15,1 1-736-15,-1 2-128 0,0 3-48 0,-1 1 0 16,0 3 96-16,-1 0 16 0,2 0 0 0,-2 0 0 16,1 3 32-16,1-1 16 0,0 2 0 0,0-2 0 15,2-1-16-15,-2-3 0 0,1 4 0 0,-1 3 0 16,0-4-16-16,1 0 0 0,0 1 0 0,-1-3 0 15,2 1-80-15,-1-4 0 0,2 0-16 0,-1-4 0 16,2 0-80-16,0-1-16 0,1-6 0 0,-1 1 0 16,1-2-144-16,0-2 160 0,1 1-160 0,0-6 160 15,0 1-32-15,2 0 0 0,-1-4 0 0,1-2 0 16,-1-1-128-16,1 1 160 0,1-2-160 0,-2-2 160 16,0 0-160-16,1 4 0 0,-1 0 0 15,1-1 0-15,-2 1 0 0,2-1 0 0,-1 0 0 0,1-6 0 0,0 3 0 0,1-2 0 16,0 2 0-16,-1 1 0 0,1-1 0 0,0 2 0 15,0-2 0-15,0 1 0 0,0 2 0 16,0 0 0-16,1 1 0 0,-1-1 0 0,0 4 0 16,0-1 0-16,0 1 0 0,0 3 0 0,-2-2 0 0,1 3 0 15,-1 4 0-15,-1-1 0 0,2-1 0 0,-2 3 128 16,0 0-128-16,0 3 0 0,2-1 0 0,-2 2 0 16,3 0 128-16,0 2-128 0,-1 0 0 0,1 3 0 15,1 1 0-15,0-1 0 0,0 4 0 0,1-3 0 0,0-2 0 16,2 5 128-16,0-2 64 0,1 1 0 15,0 1 0-15,-1-1 0 0,1 0 112 0,0 1 16 0,-1-3 16 16,0-1 0-16,0 1-80 0,0 0 0 0,-2 1-16 16,3-1 0-16,-1 0-32 0,2 3 0 0,-2-1 0 15,0 0 0-15,0 1-64 0,-1-3-16 0,0 2 0 0,0-2 0 16,0 0-128-16,-2 0 128 0,0 1-128 0,0-1 128 16,0 0-128-16,0-2 160 0,-2 2-160 0,1-4 160 15,-1 4-160-15,-2-4 0 0,0-2 144 0,0 0-144 16,1 1 0-16,-4-2 128 0,2 0-128 0,-2 1 0 15,-1-1 0-15,0 0 128 0,-2 0-128 0,-3 0 0 16,1 1 0-16,-2-2 128 0,-1 2-128 0,-2-2 0 16,0 2 0-16,-2-3 0 0,3 2 0 0,-3-1 0 15,1-2 0-15,-1 1 0 0,-1 2 0 0,2-3 0 16,-1 2 0-16,0-2 0 0,1 0 0 0,-1 0 0 0,2 2 0 16,-2 0 0-16,2-2 0 0,1 0 128 15,0 0-128-15,0 3 144 0,1-3-144 0,0 0 160 0,1 0-160 16,2 0 0-16,-1 0 0 0,2 0 0 0,1 0 0 15,-1 0 0-15,1 0 0 0,1 0 0 0,-1 0 0 16,2 0 0-16,-1 0 0 0,1 1 0 0,1-1 0 16,1 2 0-16,-2-2 0 0,2 0 0 0,-1 0 0 0,-1 3 0 15,2-2 0-15,0 1 0 0,-1-2-176 0,2 2-64 16,0 0-16-16,2-2-18496 0</inkml:trace>
  <inkml:trace contextRef="#ctx0" brushRef="#br0" timeOffset="5765.57">6956 6514 4607 0,'-2'0'400'0,"1"0"-400"0,1 0 0 0,0 0 0 0,-1 0 1456 0,1 0 208 0,-1 0 32 0,-1 0 16 0,0-2 320 0,-1 1 64 0,1-1 16 0,2 2 0 0,0 0-256 0,0 0-64 0,0 0 0 0,0 0 0 0,0 0-176 0,-6-20-32 16,6 17-16-16,0-3 0 0,1 2-368 0,0-2-80 16,2 0-16-16,-1 1 0 0,1 0-272 0,0-2-64 15,1 1-16-15,1 0 0 0,1 0-176 0,2 0-16 16,-1 0-16-16,1-1 0 0,0 1-336 0,1 2-64 15,1-2-16-15,-2 3 0 0,2-2 0 0,-1 1 0 16,-3 1 0-16,0 2 0 0,0 1 0 47,-1 1 0-47,0 4 0 0,-2-1 0 0,-1-1 0 0,1 3 0 0,-2 1 0 0,-2 3 0 0,1-1-128 0,-1 3-144 16,-2 0 144-16,1 5-208 0,-2-1 208 0,1-4 128 0,1-2 0 0,-1 2-128 0,1 1 0 0,0 3 0 0,-2-3-160 15,0 6 160-15,-1-3 0 0,1 2 0 0,0-3 0 0,0 1 0 16,-1-2 0-16,0 1 0 0,1-2 0 0,-1 0 0 15,2 3 0-15,-1-6 0 0,0 2 0 0,2 0 0 16,0-3 0-16,1-1 0 0,1 0 128 0,-1-4-128 16,2 0 0-16,-1-2 128 0,3 1-128 0,-1-3 0 15,1-3 176-15,0-1-48 0,2 2-128 0,1-4 192 16,-1-2-48-16,2 2-16 0,-1-3 0 0,0 1 0 16,0-2-128-16,2 0 0 0,-1 0 0 0,0-2 0 0,1-2 0 15,-2 2 0-15,1 3 0 0,0-3 0 0,-1 2 0 16,0-4 0-16,0 2 0 0,-1 0 0 0,0 2 0 0,0-3 0 15,-1 1 0-15,1-4 0 0,0 0 0 0,-2 1 0 16,2-1 0-16,-1 0 0 0,0 1 0 16,1 1 0-16,0-1 0 0,-2 3 0 0,2 1 0 15,-1 2 0-15,1 1 0 0,-1 3 0 0,-1 0 0 0,0 1 0 16,-2 2 0-16,0 0 0 0,-1 4 0 0,-1 0 0 16,0 1 0-16,-2 3 0 0,0-3 0 15,-1 4 0-15,0 0 0 0,-2 2-176 0,0 3 176 0,0-2 0 16,-2 2 0-16,2 1 0 0,0 0 0 0,2 0 0 15,0-5 0-15,1 3 0 0,0 2 0 0,1 2 0 0,-1-3 0 16,2 4 0-16,0-2 0 0,0 1 0 0,1-2 0 0,0 2 0 16,1-3 0-16,-1 2 0 0,2-2 128 0,1 1-128 15,0-1 0-15,2 0 144 0,0-2-144 0,0 0 0 16,1 0 272-16,2-1-48 0,1-2-16 0,-1-1 0 16,1 3-64-16,1-5-16 0,1-1 0 0,0 0 0 15,1-1-128-15,-1-2 0 0,2 0 0 0,-1 0 0 16,1-2 0-16,-2 2 0 0,0-4 0 0,-1 2 0 15,0-2 0-15,0 0 0 0,-1-1 0 16,-1 2 0-16,-3-1-192 0,-2 1-64 16,1 0 0-16,-3-2-16 0,-2 4-1200 15,0-3-256-15,-2-1-32 0,0 1-15264 0</inkml:trace>
  <inkml:trace contextRef="#ctx0" brushRef="#br0" timeOffset="6040.06">6965 6593 13823 0,'-4'-2'608'0,"1"1"128"0,1 1-592 0,0-3-144 0,2 3 0 15,0 0 0-15,2 0 1856 0,-1 0 352 0,1 0 64 0,3 0 16 0,0 0 1216 0,-5 0 240 0,0 0 48 0,29-2 16 0,-17 0-1872 0,0 2-368 16,3-2-80-16,-1-2-16 0,1 2-912 0,-2-1-192 15,2 0-48-15,1-1 0 0,0 0-144 0,-2-1-48 16,-2 2 0-16,1-1 0 0,0 1-128 0,0 0 0 16,-2-1 0-16,0 3 128 0,-3-1-128 0,1 0-192 15,-1 2 32-15,-4 0-12448 16,0 2-2480-16</inkml:trace>
  <inkml:trace contextRef="#ctx0" brushRef="#br0" timeOffset="16549.23">8761 5778 2751 0,'0'0'256'0,"0"0"-256"0,0 0 0 0,0 0 0 16,0 0 720-16,1 0 112 0,0 0 0 0,2 0 16 0,2 0 240 0,2 0 64 0,3 0 0 0,3 0 0 0,1 3-544 0,2-3-96 0,2 1-32 0,2 2 0 15,1-1-288-15,1-2-48 0,3 4-16 0,2-2 0 16,0 2-128-16,3-4 0 0,-2 2 0 0,3-2 128 15,0 0-128-15,1 0 192 0,0 0-192 0,3-2 192 16,-2 0 0-16,1-2 0 0,-5-2 0 0,-2 2 0 16,2-2-192-16,-4 3 0 0,-4 2 0 0,-3-1 0 15,-2 2 0-15,-2 0 0 0,-3 0 0 0,-1 2 0 16,-3 2 0-16,0-2 0 0,-3 4 0 0,-1 2-5888 16</inkml:trace>
  <inkml:trace contextRef="#ctx0" brushRef="#br0" timeOffset="16832.73">8970 6000 5519 0,'-5'-4'496'0,"3"2"-496"16,-1 0 0-16,2 0 0 0,1 2 368 0,0 0-32 15,1 0 0-15,0 0 0 0,2 0 816 0,2-3 144 16,2 2 48-16,2 1 0 0,2 0-496 0,3 0-80 15,2 0-32-15,1 0 0 0,3 4 32 0,1-4 0 16,1 2 0-16,1-2 0 0,2 0-208 0,1 0-48 0,1 0 0 16,1 0 0-16,-1 0-288 0,-1 0-64 15,0-2-16-15,-4-2 0 0,-3 2-16 0,-3-1-128 0,1 2 192 0,0-3-64 16,-2 2-128-16,-1-2 0 0,-1 2 0 0,-2 2-176 16,1-3 176-16,-4 3 0 0,0 0 128 0,-3 0-128 31,1 3-752-31,-4-1-208 0</inkml:trace>
  <inkml:trace contextRef="#ctx0" brushRef="#br0" timeOffset="19566.64">4133 5885 3103 0,'5'0'272'0,"-3"0"-272"0,-1 0 0 0,-1 0 0 0,0 1 0 0,1-1 0 0,3 3 0 0,1-3 0 0,3 2 0 0,1-1 0 16,0 2 0-16,0-3 0 0</inkml:trace>
  <inkml:trace contextRef="#ctx0" brushRef="#br0" timeOffset="27399.64">2955 18097 3679 0,'-2'-3'320'0,"-1"-2"-320"0,3 4 0 0,0 1 0 0,0 1 0 0,0-1 0 0,-1 2-192 0,-1-2 64 0,-2 0-224 0,2 4-32 0,-3 1-16 0,0 1 0 0,1 1 400 0,-1 0 0 16,2 1 0-16,0-1 176 0,0-4-176 0</inkml:trace>
  <inkml:trace contextRef="#ctx0" brushRef="#br1" timeOffset="67950.62">21161 4560 911 0,'0'0'0'0,"0"0"0"0,1 0 0 0,1 0 0 0,1 0 1664 0,-1 0 256 0,0 0 64 0,2 0 0 0,2 0-832 0,4 0-176 16,1 0-16-16,1-2-16 0,2-1 512 0,1 0 96 0,0-3 32 0,-1-2 0 0,1 2-240 0,-1-5-32 15,-1 0-16-15,0-2 0 0,0 1-160 0,-1-4-48 16,0 0 0-16,-2 0 0 16,1-3-352-16,-2-2-80 0,0 1-16 0,-1-2 0 0,1-3-256 0,-2 1-48 15,0 0-16-15,-3 2 0 16,1 3-64-16,-2-3 0 0,-2 0-16 0,0 1 0 0,-1 1-64 0,-1-1-16 15,-3 4 0-15,0-4 0 0,-3 1-16 16,-1 1 0-16,0 3 0 0,-2 4 0 16,0 2-144-16,-1 6 0 0,-1 2 0 0,-1 4 0 0,0 3 192 0,-1 4-32 15,3 1-16-15,-2 2 0 0,1 7-144 0,0-1 0 0,-1 5 0 16,1-1 0-16,1 4 0 0,2 2 0 0,1 3 0 16,3 1 0-16,1 0 0 0,1 2 160 15,5-2-32-15,0-1-128 0,2 1 352 0,2 0-32 16,1 3-16-16,0-7 0 0,-2-3-32 0,1 3 0 0,4 5 0 0,0 7 0 15,1 7-48-15,0-1-16 0,-1 0 0 0,-3-7 0 16,1-1 96-16,-3-1 16 0,-2-4 0 0,0-2 0 16,-1-3-320-16,-1-5 160 0,1-2-160 0,-2 1 128 15,0-2-128-15,0-2 0 0,0-2 0 0,0-2 0 16,0-2 0-16,0-1-144 0,-2-1 144 0,1-4-208 16,0-2-944-1,-2-1-176-15,1-2-32 0,0-2-8448 0,-3-2-1696 16</inkml:trace>
  <inkml:trace contextRef="#ctx0" brushRef="#br1" timeOffset="68134.88">21130 4840 7359 0,'-4'-4'656'0,"3"0"-528"0,1 2-128 0,1 1 0 0,1 1 1120 0,0 0 192 0,1-3 32 0,0 3 16 0,5-3 464 0,4-2 96 0,4-2 0 0,2 0 16 0,0-2 0 0,2 2 0 0,0-2 0 0,-1-1 0 0,1 0-912 0,1-1-176 0,-1 1-32 0,-1 1-16 0,-2 0-592 0,0 1-208 16,-1-1 144-16,0-3-144 16,-1 3-1232-16,-2 1-336 0,0-4-64 0,0-1-9760 0</inkml:trace>
  <inkml:trace contextRef="#ctx0" brushRef="#br1" timeOffset="68403.75">21727 3851 911 0,'0'-28'0'0,"0"16"0"0,0 0 0 0,2 2 0 16,-2 7 1744-16,0 1 272 0,0 2 48 0,-2 0 16 15,0 2 288-15,-2 4 48 0,1 4 16 0,-5 6 0 16,1 3-480-16,-1 3-96 0,0 1 0 0,-1 1-16 15,2-2-592-15,-1 3-112 0,2-3-32 0,1-2 0 16,1-1-288-16,1-1-64 0,0 2-16 0,-1 1 0 16,2 1-512-16,-1 2-96 0,1 1-128 0,-2-1 176 15,2 2-720-15,-2-1-144 0,0 1-16 16,2-1-12256-16</inkml:trace>
  <inkml:trace contextRef="#ctx0" brushRef="#br1" timeOffset="68694.36">21914 4178 11055 0,'-1'-3'976'0,"0"0"-784"16,1-1-192-16,0 4 0 0,0 0 864 0,-2 0 128 15,1-2 32-15,0 2 0 0,-3 0 960 0,1 0 192 0,-1 6 32 0,-2 3 16 16,1 2-752-16,-3 7-128 0,2 7-48 0,-1 1 0 15,1 5-208-15,-2 0-32 0,3-1-16 0,0 2 0 16,0 1-224-16,2-3-48 0,0 1-16 0,1-3 0 16,2-6-464-16,-2 3-96 0,2-3 0 0,2 1-16 15,-1-3-176-15,1-3 0 0,0 0 0 0,1 2 0 16,1-4-272-16,0-4-48 0,1 0 0 16,1-5 0-16,1-1-1392 15,1-3-272-15,0 1-64 0,1-6-6592 0,0 0-1296 0</inkml:trace>
  <inkml:trace contextRef="#ctx0" brushRef="#br1" timeOffset="69142.32">22003 4442 4607 0,'3'-18'400'0,"-2"10"-400"0,0-2 0 0,0 1 0 16,2 5 256-16,-2 1-16 0,2-3-16 0,0-4 0 0,5-3 1632 0,0-5 320 16,5-1 64-16,0 1 0 0,2 4 320 0,1 2 64 15,2 2 16-15,-2 4 0 0,2 6-288 0,-2 2-64 16,-1 4-16-16,-3 4 0 0,0 3-1040 0,-4 3-208 15,-2 1-32-15,-3 1-16 0,-2 1-656 0,-2 3-128 16,-2-1-16-16,0 2-16 0,-3-1-160 0,-2 0 128 16,2-3-128-16,-3 0 128 0,1 4-128 0,-2-5 0 15,-1 4 0-15,-1-3 0 0,4-3 0 0,0-2 0 16,2-3 0-16,2-4 0 0,2-1 0 16,2-3 0-16,2-6 0 0,2 0 0 0,1-3 0 0,3-4 0 15,0-1 0-15,2-3 0 0,0 2 0 0,4-7-192 16,0-3 32-16,3-3 16 0,0-1-96 0,-1 0-16 0,-1-1 0 15,-2 1 0-15,0 4 256 0,-3 2 0 0,-3 1 0 0,-2 3-144 16,-1 1 144-16,-2 5 0 0,-2 1 0 0,-2 2 128 16,-2 5 224-16,-1 2 48 0,-1 2 16 0,-3 5 0 15,1 2-16-15,-1 4 0 0,-2 0 0 0,0 6 0 16,-1 1-192-16,0 3-32 0,1 3-16 16,0-1 0-16,1 1-160 0,3-4 128 0,2-2-128 0,1-1 128 15,1-1-128-15,3 1 192 0,3-3-192 0,1-3 192 16,3 2-192-16,2-6 192 0,2-2-192 0,2-1 192 15,1-3 0-15,1-3 0 0,0 0 0 0,1-5 0 16,0 1-192-16,0-3 0 0,-1 1 0 0,-2-3 0 16,1-1-1088-16,-3 0-192 0,0-1-32 0,-1-1-14800 15</inkml:trace>
  <inkml:trace contextRef="#ctx0" brushRef="#br1" timeOffset="69296.48">22143 4487 13823 0,'-6'0'608'0,"3"-2"128"0,2 2-592 0,1-3-144 0,1 3 0 0,2-1 0 0,0 1 960 0,4 0 176 0,3-2 16 0,4-2 16 0,7-2 368 0,4 0 64 0,1-4 0 0,1 1 16 0,-1 2-1616 0,0-2-256 0,-1-1-96 0,-3 0-16 0</inkml:trace>
  <inkml:trace contextRef="#ctx0" brushRef="#br1" timeOffset="69515.45">22473 4071 12895 0,'0'-4'576'0,"1"2"112"0,1 2-560 0,-1-3-128 0,1 3 0 0,0 0 0 15,0 3 1968-15,2-1 352 0,1 2 80 0,3 2 16 16,3 4 464-16,2 3 80 0,0 5 32 0,1 1 0 16,0 6-1072-16,0 4-192 0,0 3-64 0,-2 2 0 15,-2 1-992-15,-4 3-208 0,-2-3-32 0,-5 3-16 16,-3 1-256-16,-2-2-160 0,-3-6 192 0,-2 3-192 15,-4 2 128-15,-2 1-128 0,-1-2 0 16,-1-3 0 0,3-4 0-16,4-5 160 0,2-5-160 0,2-2 128 0,6-6-560 0,3-6-112 15,4-2-32-15,2-5-16832 0</inkml:trace>
  <inkml:trace contextRef="#ctx0" brushRef="#br1" timeOffset="69766.63">22850 4470 20271 0,'-3'0'896'0,"1"0"192"0,1 0-880 0,1 0-208 16,1 0 0-16,1 0 0 0,-1 3 1264 0,1-3 208 15,3 0 32-15,3 0 16 0,0 0-96 0,1 2-16 16,0-2 0-16,-1 1 0 0,-2 2-1408 0,-2-1-176 16,-1 4-80-16,-3-2-32 15,-3 2-976-15,-2 1-192 0,-1-1-32 0,0 1-16 16,-2 2 592-16,1 1 112 0,-2-2 32 0,2 2 0 0,-1 3 1056 0,4-4 224 0,0 4 32 15,4-6 16-15,2-1 1344 0,4-2 272 16,6-1 48-16,1-3 16 0,2 0-576 0,1-4-128 0,3 0 0 0,2-2-16 16,1-3-1200-16,0 1-320 0,-1-2 128 0,0 2-16656 15</inkml:trace>
  <inkml:trace contextRef="#ctx0" brushRef="#br1" timeOffset="70533.64">23511 4495 15663 0,'0'0'688'0,"0"0"144"0,0 0-656 0,1 0-176 0,0 0 0 0,0-1 0 0,0-1 1072 0,2 1 176 0,1 1 32 0,3-4 16 0,2-2 800 0,2 0 144 0,0 0 48 0,1-4 0 0,1-1-1008 0,2 0-208 0,-1-2-48 0,2-1 0 15,2-3-320-15,-1 1-80 0,2-2-16 0,-2-4 0 16,-1-3-288-16,0 1-48 0,-2-3-16 0,-2 4 0 16,-2-1 48-16,-1 4 0 0,-3-2 0 15,0 2 0-15,-1-2 48 0,-3 1 16 16,1 1 0-16,-4 2 0 0,-2-1-112 0,-3-1-32 0,0 6 0 0,-4 0 0 15,-2 5-224-15,-1 2 0 0,-2 2 0 0,-1 4 0 16,0 4 0-16,0 4-128 0,-2 2-16 0,2 4 0 16,2-1 144-16,-1 7-128 0,-1 3 128 0,0 4-128 15,2 6 128-15,1 3 0 0,2 3 0 0,1 2-128 16,4-2 128-16,2 0 0 0,3-1 0 0,2-3 0 0,1-1 0 16,2-1 0-16,2 0 0 0,0-3 0 0,1-4 0 15,0-1 0-15,3 0 0 0,1-2 0 0,1-1 0 0,2-5 0 16,-2-3 0-16,-1-5 0 0,3 2 0 15,-2-6 0-15,0-2 0 0,0-2 128 16,2-2-128-16,-2-4 0 0,3-3 0 0,-2-2 0 16,0 2 0-16,-2-1 0 0,1-6 0 0,-1 1 0 0,-2 2-160 15,1-2 160-15,0-1-192 0,0-4 192 0,-2 2 0 0,0-3 0 16,-1 3 0-16,-1 2 0 0,-1 1 0 0,-1-1 0 16,-2 6 0-16,0 2 0 0,-1 0 0 0,-1 2 0 15,0 4 0-15,0 2 0 0,-1 2 320 0,-1 2-16 0,0 2-16 16,-2 4 0-16,1 2-112 0,-2 4-32 15,-2 0 0-15,2 3 0 0,1-5-144 0,0 0 192 16,1 0-192-16,1 3 192 0,-1-1-192 0,2 3 128 0,2 1-128 16,1-4 128-16,3-1-128 0,0-2 0 0,1 0 0 0,1-7 0 31,2-2-1184-31,-1-2-160 0,4-4-48 0,-1-2-14880 0</inkml:trace>
  <inkml:trace contextRef="#ctx0" brushRef="#br1" timeOffset="70665.72">23983 4201 18431 0,'-5'-3'1632'0,"1"2"-1312"0,2 1-320 16,2 1 0-16,0 2 0 0,-1-3-256 0,-1 2 32 0,0 2-7776 0</inkml:trace>
  <inkml:trace contextRef="#ctx0" brushRef="#br1" timeOffset="71259.5">23990 4641 11055 0,'-6'5'480'16,"2"-5"112"-16,2 0-464 0,-1 0-128 0,2 0 0 0,1-3 0 0,1 3 1424 0,-1-2 272 16,0 1 48-16,3-6 16 0,-1-1 352 0,3 0 64 15,2-4 0-15,-1 2 16 0,1-2-784 0,1-1-144 0,1-3-48 16,1 0 0-16,0-1-384 0,-1 1-64 0,0 0-32 0,-1 2 0 15,0-1-288-15,-1 5-48 0,-1 0-16 0,-1 4 0 16,-1 3-48-16,0 0-16 16,-1 6 0-16,-1 3 0 0,0 1-160 0,-2 2-32 15,1 4-128-15,-1 3 192 0,0 3-192 0,-1 0 176 16,0 0-176-16,1 4 160 16,0 1-160-16,0-3 0 0,2 2 0 0,1-6 128 0,2-1-128 0,0-5 0 0,1-1 0 0,1-4 0 15,2-6 0-15,1 0 0 0,-2-2 0 0,2-2 0 16,-1-5 160-16,1 2 0 0,-1-3 0 0,-1-5 0 15,2 2 0-15,-1-6 0 0,-2 3 0 0,2-5 0 16,-2-1-32-16,-1-1-128 0,1 1 192 0,-2 2-64 16,0 2 128-16,-3 2 0 0,0 1 16 0,0 5 0 15,-2 4 160-15,0 3 16 0,-2 6 16 0,2 1 0 16,-1 4-208-16,0 2-64 0,0 5 0 0,-2 1 0 16,2 3-192-16,0 3 0 0,1-2 0 0,1-2 0 0,-1-2 0 15,3 0 0-15,-1-1 0 0,3-1 0 0,0-2 0 16,1-3 0-16,0 1 0 0,0-4 0 0,2-2 0 15,-1-4 0-15,2 0 0 16,-2-4 0-16,1-1 0 0,0-1 0 0,0-2 0 0,0-2 0 16,1-1 0-16,-1-2-208 0,0-2 64 0,0-2 16 0,-1-1 128 15,0-2 0-15,0 2 0 0,-1-1 0 0,-2 3 0 16,-1 0 0-16,1 4 0 0,-3 2 0 0,0 3 0 0,-2 2 176 16,0 5-48-16,-2 2 0 0,0 4 64 0,-1 7 0 15,0-1 0-15,1 2 0 0,0-2-192 0,-1 4 192 16,2 4-192-16,-2 3 192 0,3 1-192 0,1 1 128 15,3-3-128-15,1-4 128 0,4-2-128 0,1-3 0 16,3-3 0-16,3-7 0 0,1 0 0 0,1-7 0 16,2-2 128-16,-2-4-12512 0,2-1-2496 15</inkml:trace>
  <inkml:trace contextRef="#ctx0" brushRef="#br1" timeOffset="72018.66">23522 5249 13823 0,'-9'1'608'0,"4"2"128"0,1-3-592 0,2 0-144 0,1 0 0 0,-1 0 0 0,2 0 1344 0,0 0 256 0,0 0 32 0,2 0 16 0,1-4 80 0,2 2 0 0,3-4 16 0,-1-1 0 0,3 1-688 0,1-4-144 0,2 0-16 0,-1-2-16 0,2-3-368 0,-2 2-80 0,0-4-16 16,-2 3 0-16,-1 0-80 0,-1-2-16 0,0-1 0 0,-2-1 0 15,0-3 144-15,-1 2 32 0,-2-4 0 0,-3-1 0 16,-2 4 48-16,-3-2 16 16,-1 3 0-16,-1 3 0 0,-3 1-112 0,-1 5 0 15,0 0-16-15,-3 8 0 0,2-1-208 0,-3 6-32 0,3 3-16 16,-1 0 0-16,2 4-176 0,1 5 160 0,0 5-160 0,0 2 160 15,2 3-160-15,0 3 128 0,3 1-128 0,3 0 128 16,1 2-128-16,3 1 0 0,3 3 144 0,1 0-144 16,2 2 176-16,0-5-48 0,1-1 0 0,1-5 0 15,-1 0-128-15,-1-4 128 0,-2-1-128 0,1-5 128 16,-3 3-128-16,-1-6 0 0,-1 0 0 0,-2-1 0 16,0-2 0-16,-2-2 0 0,-1 2 128 0,-1-3-128 15,0-5 0-15,0 2 0 0,-1-4 0 0,0 0 0 0,0-3 0 16,2 0 0-16,0-4 128 0,2 1-128 0,0-4 0 15,1 0 0-15,2-2 0 0,2-4 0 0,1 0 0 0,1-3-256 16,1 1 64-16,3-2 16 0,3 1 0 0,-1-2 0 16,2 2 0-16,-1 0 0 0,0-1 176 0,0 4-208 15,0 4 80-15,-1-1 128 0,0 4 0 0,-2 2 0 16,1 2 0-16,-2 4 0 0,-2 2 0 0,0 2 0 16,-3 3 0-16,0 4 0 0,-3 2 256 0,1 1-48 15,-2 5 0-15,-2-2 0 0,1 3-16 0,-1 1-16 16,-1-2 0-16,1 1 0 0,-1-6-48 0,0 0 0 15,0 0 0-15,2 0 0 0,0-2 0 0,-1-1-128 16,4-4 192-16,0 0-64 0,2-2-128 0,2-2 0 16,1-2 0-16,2-2 128 0,1-1-320 0,0-3-64 0,0 2 0 15,1-4-17424-15</inkml:trace>
  <inkml:trace contextRef="#ctx0" brushRef="#br1" timeOffset="72232.39">23933 5266 16575 0,'-1'-1'736'0,"1"-1"160"0,0 2-720 0,1 0-176 0,2 0 0 0,-2 0 0 0,3 2 1344 0,0-2 256 0,3 4 32 0,3-2 16 0,2 2 224 0,1 0 48 0,-1 0 16 0,-1-2 0 16,1 1-784-16,0-3-176 0,-2 1-16 0,-1-1-16 0,0 0-944 0,-2 0 0 15,0 0 0-15,-1 0-14576 16</inkml:trace>
  <inkml:trace contextRef="#ctx0" brushRef="#br1" timeOffset="72515.7">24088 5133 8287 0,'-2'0'736'0,"0"0"-592"0,2 0-144 0,0 2 0 0,2-2 752 0,-1 2 112 16,0 0 32-16,1 2 0 0,3 2 2000 0,3 0 416 0,3 3 80 16,3-2 0-16,2-1-1312 0,1 3-272 0,2-3-48 0,0 2-16 15,0 0-720-15,1 0-128 0,-3 0-48 0,-1 0 0 16,-2 1-208-16,-2-3-64 0,-1 0 0 16,-1 0 0-16,-3 1 64 0,0 0 0 0,-4-2 0 15,-1 2 0-15,-2-1-192 0,-3 3-16 0,-2-3-16 16,-2 4 0-16,-3 0-112 0,-3-1-32 0,0 0 0 15,-3 1 0-15,-3-1-96 0,-1 2-32 0,-1 0 0 0,0-1 0 16,0 0-144-16,3-1 0 0,3-3 144 0,1-2-144 16,3 2-192-16,4-3-128 0,2 0 0 0,4-3-17424 15</inkml:trace>
  <inkml:trace contextRef="#ctx0" brushRef="#br1" timeOffset="72999.23">24558 5194 7711 0,'0'0'688'0,"0"-2"-560"16,0 2-128-16,0 0 0 0,0 0 1328 16,0 0 224-16,0 2 48 0,0 0 16 0,0-2 1120 0,0 4 208 15,-1-1 64-15,1-3 0 0,0 0-528 0,0 0-112 16,-4 25 0-16,3-16-16 0,1 1-944 0,0 0-192 0,0 2-48 0,1-2 0 16,1 2-672-16,0 1-144 0,1-4-32 0,1 4 0 15,1-3-144-15,0 0-48 0,1 1 0 0,2-4 0 16,-1 2-128-16,0-3 0 0,3 0 144 0,0-2-144 15,1 0 288-15,2-2-16 0,0-1 0 0,1-1 0 16,0 0-48-16,0-1-16 0,2-3 0 16,-1-1 0-16,-1 2-208 0,-2-6 144 0,1 2-144 0,-4-2 128 15,1-1-128-15,-1 0 0 0,0-2 0 0,-4-3 128 16,1 4-128-16,-2-4 0 0,-2-4 144 0,-2 3-144 16,0 0 128-16,-4 3-128 0,-1-2 128 0,-2 1-128 15,-3-1 144-15,-4-1-144 0,2 6 192 0,-3 2-192 16,-1 0 160-16,-4 6-160 0,-1-1 128 0,-2 6-128 15,-1 3 0-15,2 4 0 0,-1 2 128 0,3 1-128 16,3 3-256-16,4 0-96 0</inkml:trace>
  <inkml:trace contextRef="#ctx0" brushRef="#br1" timeOffset="73732.39">25150 4479 11055 0,'-5'0'976'15,"2"0"-784"-15,1 0-192 0,2 0 0 0,2 0 592 0,-1 0 80 0,0 0 16 0,2 0 0 0,1 0 1280 0,6 0 256 0,5 0 48 0,5 0 16 0,6 0-672 0,2 0-128 0,7 0-16 16,3-4-16-16,4 4-400 0,7-2-80 0,1-1-16 0,7 2 0 16,6-2-224-16,5 2-48 0,4-1-16 0,3-4 0 15,-3-1-256-15,6-3-48 0,5 4-16 0,6-4 0 16,4 4-96-16,1-4 0 0,-4 2-16 0,0-2 0 15,4 4-112-15,0-1 0 0,3 4-128 0,-1-4 192 16,2 5 64-16,3-2 0 0,4 6 0 16,3-2 0-16,-1 0 272 0,0 0 64 0,-3 2 16 0,-5 2 0 15,-7 1-240-15,-4-4-48 0,-1-1-16 0,-5 2 0 16,1-2-176-16,-6-2-128 0,-5 1 192 0,-7-2-192 16,-4-3 160-16,-7 0-160 0,-2-2 128 0,-5 2-128 15,-4 0 0-15,-3 0 0 0,-7-3 0 0,-4 2 0 16,-6-2-288-16,-4 0-96 0,-7 2 0 0,-4-3-16 15,-6-2-1392-15,-4-1-288 0</inkml:trace>
  <inkml:trace contextRef="#ctx0" brushRef="#br1" timeOffset="74293.39">25158 3985 12895 0,'-2'0'1152'0,"2"0"-928"0,0 0-224 0,0 0 0 0,2 3 512 0,-1-3 64 0,0 0 16 16,2 0 0-16,0 1 1184 0,3 2 224 0,3-6 48 0,1 2 16 0,4-4-352 0,-1-3-80 0,3 0-16 0,2-2 0 15,-1-5-464-15,1-2-112 0,2-2-16 0,0-3 0 16,-1-3-288-16,-2-1-64 0,-1-1-16 0,-1-1 0 15,-3 4-144-15,-3-3-48 0,-1 3 0 0,-1-3 0 16,-1 4 0-16,-2-4 0 0,-1 1 0 0,0-3 0 16,-3 4-144-16,-1 1-48 0,-2 4 0 0,1 5 0 0,-3 4-128 15,-2 5-16-15,1 3-128 0,-2 6 192 0,-1 3-192 16,-1 4 144-16,3 0-144 0,-2 5 128 0,-1 4-128 16,-1 7 0-16,0 8 0 0,0 4 0 0,1 7 0 0,2 2 0 15,3 3 0-15,4-3 0 0,1 1 0 0,1-1 0 16,3-5 0-16,-1-3 0 0,0-5 208 0,2 1-32 15,1 2-16-15,1-2 0 0,0-3-160 0,-2-1 0 16,-1-1 0-16,-1-6 128 0,0-1-128 0,-2-5 192 16,-1-2-192-16,-1-6 192 15,0-1-960-15,-2-3-192 0,-1-2-48 0,0-4-10352 16,-3 0-2080-16</inkml:trace>
  <inkml:trace contextRef="#ctx0" brushRef="#br1" timeOffset="74414.63">25124 4152 11967 0,'-1'-5'528'0,"1"4"112"0,0-1-512 0,1-2-128 0,2 4 0 0,-1-3 0 16,3 3 1488-16,1-2 272 0,4 1 48 0,6-4 16 16,7 0 288-16,3-1 64 0,2-3 16 0,3 0 0 15,0 2-1872-15,0-3-320 0,-3 1-192 16,2 0-11408-16</inkml:trace>
  <inkml:trace contextRef="#ctx0" brushRef="#br1" timeOffset="74632.55">25723 3585 12143 0,'1'-10'256'0,"-1"6"64"0,0-2 16 16,0 3 16-16,0 2-352 0,-1 1 0 0,0 0 0 0,-1 0 0 0,0 1 2416 0,-2 2 400 0,-2 1 96 0,-3 6 16 0,-1 2-416 16,0 6-80-16,-3 2 0 0,-1 7-16 0,-1 6-912 0,1 1-176 15,0 3-48-15,0 2 0 0,2-3-384 0,1 1-64 16,3-3-32-16,2-2 0 0,0-1-416 0,4-2-96 15,0-6-16-15,1 1 0 0,1-4-272 0,3-2 0 16,2-1-208-16,2-2 80 16,3-6-1520-16,1-2-288 0</inkml:trace>
  <inkml:trace contextRef="#ctx0" brushRef="#br1" timeOffset="75034.78">25809 3827 12895 0,'-3'-15'1152'0,"1"8"-928"0,1 1-224 15,1-1 0-15,3 4 800 0,-2 0 112 0,1 0 32 16,3-2 0-16,3-3 1424 0,3-2 304 0,4 2 48 0,1-2 16 16,1 4 64-16,-1 2 16 0,1 4 0 0,-1 1 0 15,-1 8-1424-15,-2 1-288 0,-2 5-48 0,-4 2-16 16,-3 1-832-16,-3 3-208 0,-3 2 0 0,-4-1 0 16,-3 4 0-16,-1-1 0 0,-2-3 0 0,-2 0 0 15,-1-2 0-15,3-2-128 0,3-5 128 0,0-1-208 16,2 1 208-16,1-6 0 0,1-1 0 0,2-2 0 15,3-2-320-15,3-4 48 0,2-2 0 0,2-6 0 16,3-2-432-16,3-2-96 0,1-4-16 0,2-1 0 16,2-3-160-16,-2 0-48 0,1-3 0 0,-1 3 0 15,-1-4 512-15,-1-1 112 0,-2 3 16 0,-2-1 0 0,-1 3 384 16,-3 3 0-16,-2 3 0 0,-2 7 0 0,-1-1 368 0,-2 5 144 16,0 3 48-16,-3 2 0 0,0 4 368 0,-2 6 80 15,0 2 16-15,0 4 0 0,1-3-448 16,-3 5-64-16,-1 5-32 0,-1 3 0 0,0 1-288 15,0 0-64-15,0 4-128 0,0-6 192 0,3-1-192 0,-1-1 0 16,5-4 0-16,-1-2 0 0,3-5 0 0,-1 0 0 16,5-4 0-16,1-2 0 0,2-1 0 0,2-5-208 15,1 0 16-15,2-5-11104 16,3-3-2208-16</inkml:trace>
  <inkml:trace contextRef="#ctx0" brushRef="#br1" timeOffset="75199.77">25841 3938 13823 0,'-7'3'1216'0,"3"-2"-960"0,2 2-256 0,2-3 0 0,0 2 1376 0,1-2 224 0,2 0 64 0,0 0 0 0,5 0 816 0,3 0 160 0,4 0 48 0,3-2 0 0,3-2-736 0,3-2-144 0,2 2-16 0,1-2-16 16,0 0-1424-16,2-3-352 0,0 2 0 0,0-2-15872 15</inkml:trace>
  <inkml:trace contextRef="#ctx0" brushRef="#br1" timeOffset="75404.53">26360 3691 11055 0,'-2'-6'480'0,"1"3"112"16,0 2-464-16,1-1-128 0,0 2 0 0,0 2 0 16,0-2 1056-16,-1 4 192 0,-1 2 32 0,1 4 16 15,-3 2 1712-15,1 7 320 0,-1 1 80 0,-1 2 16 0,0 3-1104 16,0-3-208-16,1 3-64 0,0-3 0 0,0 0-1072 0,0-2-208 15,0 1-64-15,-1-4 0 0,3 2-528 0,-2-4-176 16,1-2 0-16,0-3 0 0,1-1-176 0,0-3-144 16,1 0-16-16,0-2-16240 0</inkml:trace>
  <inkml:trace contextRef="#ctx0" brushRef="#br1" timeOffset="75533.48">26217 3904 21183 0,'0'-1'1888'0,"2"1"-1504"15,-1 0-384-15,1 0 0 16,1 0-672-16,-1 0-208 0,4 0-32 0,4-3-16 0,5 1 3104 0,4-2 640 0,3 0 112 16,1-1 16-16,2-1-1328 0,2 1-272 0,1-1-48 15,0-3-16 1,0 3-1424-16,-2-1-304 0</inkml:trace>
  <inkml:trace contextRef="#ctx0" brushRef="#br1" timeOffset="76046.7">26661 3736 19343 0,'2'-13'848'16,"-1"7"192"-16,1 0-832 0,2 2-208 0,-2 0 0 0,1-1 0 0,1 4 2512 0,2-5 464 15,4-3 96-15,3 0 0 0,5-1-512 0,0 0-96 16,1 4-32-16,-1-1 0 0,1 7-1456 15,-2 0-288-15,-2 7-64 0,-1 0-16 16,-5 8-384-16,-1 1-80 0,-4 6-16 0,-4 3 0 0,-3 1-128 16,-3 2 0-16,-3 3 0 0,-1-2 0 0,-2-3 0 0,0-2 0 15,-1 0 0-15,1-3 0 0,0-5 0 0,-1 0-144 16,2-4 144-16,1 1-208 0,4-7 208 0,1 0 0 16,3-5 0-16,0 2 0 0,4-3 0 0,1-4 0 15,2-1 0-15,3-1 0 0,3-4 0 16,1 0 0-16,3-5 0 0,1-2 0 0,3 1 0 0,-1-5 0 0,2 1 0 15,-2-2 0-15,0 0-304 0,-1 1 48 0,-1 1 0 16,-2-2 0-16,-2 3 256 0,-1 0 0 0,-1 3 0 0,-2 2 0 16,-2 0 0-16,-3 4 0 0,0 0 0 0,-2 4 0 15,-1 0 176-15,-1 3 32 0,-2 1 16 0,0 2 0 16,-2 5-224-16,0-1 128 0,-3 4-128 0,0 2 0 16,-2 4 0-16,-1 2 0 0,-2 2 0 0,1 3 0 15,-2 3 0-15,0 1 0 0,0-1 0 16,2-1 0-16,0-1 0 0,3 0 0 0,1-2 0 0,2-2 0 15,4-3 0-15,2-1 0 0,2-2 0 0,2-3 0 16,3-4 0-16,2 0 0 0,3-2 176 0,2-3-176 16,1-3 144-16,1 0-144 0,1-3 0 0,2-1 144 15,-2 0-416-15,-1-1-96 0,-1-2-16 0,-2 0-11776 16,-4-1-2368-16</inkml:trace>
  <inkml:trace contextRef="#ctx0" brushRef="#br1" timeOffset="76691.32">26769 3904 13823 0,'1'-1'1216'0,"0"-2"-960"0,1 1-256 0,-1 0 0 0,1 2 768 0,1-2 128 0,3-2 0 0,3-2 16 0,2-4 2160 0,4-1 416 0,2-1 96 0,1-2 0 0,3-1-1600 0,-1-1-336 0,1-1-64 0,0-2-16 16,2-3-800-16,-4 1-176 0,1 1-16 0,-4-2-16 16,0 0-224-16,-2-3-32 0,-1-1-16 0,1-3 0 15,-3-4 96-15,0-2 0 0,-2 2 16 0,-3 0 0 16,-1 1-96-16,-2 1-32 0,-3 2 0 0,-3 3 0 15,-1 0-272-15,1 2 128 0,-4 4-128 0,3 2 0 16,-3 5 0-16,1 3 0 0,0 5 0 0,-1 4 0 16,-1 2 0-16,0 5 0 0,-1 5 0 0,-1 3-144 15,-1 4 144-15,-2 5-192 0,1 3 192 0,0 1-192 0,1-1 192 16,1 2 0-16,-1 7 128 0,2-5-128 16,0-3 0-16,2 1 0 0,-1 7-192 0,1 3 64 0,1 4 128 15,-2 2 0-15,3-2 0 0,2 1 0 0,-1-5 0 16,2-1 0-16,-1-5 0 0,1-1 0 0,2-2 0 15,-2-3 0-15,2-4 0 0,-1-2 0 16,1-2 0-16,-1-3 0 0,1-2 0 0,-1 0 0 16,1-4 0-16,-2-3 0 0,2-2 0 0,0-1 0 15,-1 0 0-15,1-6 128 0,1 2-128 0,1-5 0 0,1-3 208 16,1-1-16-16,2-2-16 0,2-4 0 0,0 0-176 16,2-3 0-16,1 1 144 0,2-2-144 0,0-1 0 0,1 2 0 15,1 2 0-15,1 1 128 0,0 1-128 0,0 2 0 0,0 4 0 16,-1 3 0-16,-1 2 0 0,-1 0 144 0,-1 8-144 15,-2 0 160-15,-1 2-160 0,-3 4 192 0,-1 2-192 0,-4 3 192 16,-1 1-192-16,-2 1 0 0,-2 2 0 16,-1 0 0-16,0-3 128 0,0 0-128 0,0-1 0 15,0-2 128-15,4-2-128 0,0-1 0 0,3-4 0 16,2 1 0-16,2-4 0 0,6-5 0 0,1 1-160 0,2-6-12400 16,4-1-2480-16</inkml:trace>
  <inkml:trace contextRef="#ctx0" brushRef="#br1" timeOffset="76926.3">27393 3451 14735 0,'-6'-10'1312'0,"4"4"-1056"0,-1 1-256 16,2 1 0-16,2 3 1280 0,0 1 208 0,1-2 48 0,1 2 0 0,1 0 1040 0,4 2 224 0,1 2 32 0,1 3 16 0,3 6-688 0,-1 3-144 0,0 2-32 0,2 3 0 0,0 8-832 0,-1 0-160 0,1 9-32 0,-3 2-16 0,-2 2-528 0,-6 3-96 0,-3-2-32 0,-2-2 0 0,-4-3-160 0,-4-2-128 16,-1-1 192-16,-3-2-192 0,-2-1 128 0,-1-3-128 15,1-4 0-15,-3 1 0 0,-2-4-256 0,1-2-128 16,2-2 0-16,4 1-18112 16</inkml:trace>
  <inkml:trace contextRef="#ctx0" brushRef="#br1" timeOffset="77315.62">27860 3890 19343 0,'-3'-2'1728'0,"2"2"-1392"0,1 0-336 0,1 0 0 0,0 0 800 0,1 0 96 16,0 0 0-16,2 0 16 0,2-3 1408 15,5 2 288-15,4-1 48 0,3-1 16 0,3-1-656 0,2 3-128 16,3-4-32-16,0 4 0 0,0-2-1136 0,-2 3-224 16,1-2-48-16,-1 1-16 15,-3 1-1264-15,-4 0-256 0</inkml:trace>
  <inkml:trace contextRef="#ctx0" brushRef="#br1" timeOffset="77848.77">28506 3749 21183 0,'-3'-4'944'0,"0"4"192"15,2-2-912-15,0 2-224 0,1 0 0 0,-2 0 0 16,2-1-304-16,0 1-96 0,0 0-32 0,0-3 0 0,2 1 2032 0,-2 2 416 16,0 0 80-16,0 0 16 0,19-22-560 0,-10 14-96 15,0-4-32-15,1-2 0 0,1 2-464 0,0-4-80 16,0-2-32-16,0 1 0 0,-1-1-368 0,0-1-80 16,1-7-16-16,-1 1 0 0,-1-1-80 0,-2-2-32 15,-2 1 0-15,-1 3 0 0,-3 2 80 0,-2 1 16 16,-2 5 0-16,-2 0 0 0,-1 3-368 0,-1 5 0 15,-2 2 0-15,-1 4 0 0,0 2 0 0,-1 4-160 16,0 5 16-16,-1 2 0 0,-1 6-80 0,0 5-16 0,-1 4 0 16,0 5 0-16,3-1 240 0,0 5 0 0,2 5-160 15,1 7 160-15,-1 7 0 0,3 6 0 0,1 0 0 0,3-4 0 16,0-5 0-16,1-3 0 0,2-3 0 0,2-4 0 16,-1-4 0-16,2-1 160 0,0-2-32 0,1-2-128 15,0-1 0-15,-1-6 0 0,0-3 0 0,-1-2 0 31,-1-4-1392-31,-1-3-272 0,-1-4-64 0,0-2-13376 0</inkml:trace>
  <inkml:trace contextRef="#ctx0" brushRef="#br1" timeOffset="78000.45">28303 4093 18431 0,'-1'-4'1632'16,"1"2"-1312"-16,3 2-320 0,-1-3 0 15,-1 3 816-15,2 0 80 0,2-1 32 0,2-1 0 16,3-2 1264-16,5 0 256 0,3-2 48 0,6 0 16 0,3-3-1152 15,4 2-224-15,2-2-48 0,1 0-16 16,-1 2-1072-16,2-2-192 0,0 2-64 0,-1-4-14896 16</inkml:trace>
  <inkml:trace contextRef="#ctx0" brushRef="#br1" timeOffset="78218.78">28961 3546 2751 0,'-2'-10'256'0,"-1"7"-256"15,1 0 0-15,1 0 0 0,-1 0 1632 0,1 3 288 16,0 0 48-16,-2 0 16 0,0 3 544 0,-3-2 112 0,-2 5 32 16,-2 3 0-16,-1 3 208 0,-3 5 64 0,1 4 0 0,-3 5 0 15,0 5-1280-15,-2 5-240 0,4 4-48 0,-1 1-16 16,2-2-320-16,2-2-64 0,4-2-16 0,1-3 0 16,1-4-448-16,2-3-80 0,3-5-32 0,1-2 0 15,2-1-240-15,1-3-160 0,-1-4 192 0,1 0-192 31,2-4-224-31,0 1-160 0,2-4-16 0,1 0-17072 0</inkml:trace>
  <inkml:trace contextRef="#ctx0" brushRef="#br1" timeOffset="78651.28">28941 3885 13823 0,'4'-13'608'0,"-1"3"128"15,0 1-592-15,1 3-144 0,0 2 0 0,0-2 0 16,0 0 528-16,5-4 80 0,5-5 16 0,4-5 0 15,3-1 1920-15,2 1 384 0,-1 4 80 0,-1 2 0 16,-1 2-320-16,-2 4-64 0,-2 4 0 0,-1 2-16 0,-1 2-1264 16,-4 6-256-16,-2 0-64 0,-3 4 0 0,-4 5-704 0,-2 1-160 15,-4 6-32-15,-3-2 0 0,-4 5-128 0,-2-3-176 16,-4 3 48-16,1-3 0 0,0 0-32 0,1 0 0 16,1-3 0-16,2-3 0 0,3-4 160 0,2 1 0 15,2-3 0-15,2-4 0 0,3 0 0 16,3-5 0-16,3-2 0 0,4-4 0 0,2-1-208 0,4-4 32 15,2-2 16-15,3-2 0 16,2-5-224-16,0 1-64 0,2 1 0 0,-3-7 0 16,0 4-96-16,-4-2-32 0,1 0 0 0,-4-1 0 0,-1 2 400 0,-5 4 176 0,0 0-160 15,-4 6 160-15,-2 0 128 0,-2 3 112 0,-2 4 16 16,-2 2 16-16,-2 4 448 0,-3 3 96 0,-1 4 16 0,-1 6 0 16,0 1-320-16,-2 6-48 0,2 0-16 0,0 1 0 15,1-1-256-15,2 0-48 0,0 3-16 0,3-6 0 16,2-3-128-16,0 0 192 0,1 0-192 0,2 0 192 15,1-1-192-15,3-4 0 0,1 0 144 0,1-5-144 16,1-2 0-16,1-2 0 0,1-2 0 0,1-5 0 16,0 2-576-16,0-4-176 15,0 1-32-15,-3-4-16816 0</inkml:trace>
  <inkml:trace contextRef="#ctx0" brushRef="#br1" timeOffset="78806.53">29089 3875 17503 0,'0'0'1552'0,"2"3"-1232"0,1-3-320 0,0 1 0 0,1 2 1024 0,1-3 128 0,4 2 48 0,5-1 0 0,7 2 1600 0,5-3 320 0,5 0 64 0,0 0 16 0,0-4-1696 0,0-2-336 15,0 0-64-15,-3-1-16 0,-2-1-1088 0,-2 0-384 16,-3-2 0-16,-3 2-15808 16</inkml:trace>
  <inkml:trace contextRef="#ctx0" brushRef="#br1" timeOffset="78997.86">29534 3413 15663 0,'0'4'688'0,"1"-4"144"0,0 2-656 15,1 2-176-15,-1-1 0 0,-1 1 0 0,1 1 2336 0,1 5 432 16,2 2 96-16,1 7 16 0,0 4-64 0,1 8 0 0,0 0 0 0,-1 8 0 16,-1-1-1360-16,-3 3-288 0,-3 0-48 15,-3 1-16-15,-5-2-656 0,-4 1-144 0,-4 0-32 16,-4-3 0-16,-2-1-272 0,1-4 0 0,2-4 0 0,-2 2-12208 31,0-2-2384-31</inkml:trace>
  <inkml:trace contextRef="#ctx0" brushRef="#br1" timeOffset="79734.73">27463 4985 11055 0,'-7'-4'480'0,"5"1"112"0,-1 0-464 0,1 0-128 16,1 2 0-16,-1 0 0 0,2-1 1008 0,-1 2 176 0,0-3 32 0,1 0 16 16,0 0 1488-16,1-4 288 0,2 5 64 0,2-4 16 15,1 2-752-15,3-2-160 0,0 0-16 0,4-3-16 16,2 2-912-16,1-3-176 0,1-1-32 0,2-3-16 15,-1-1-560-15,2-2-96 0,-2-2-32 0,1-3 0 16,-2-3 16-16,-1-3 0 0,-2 2 0 0,-2-3 0 16,-3 2-16-16,-2 4-16 0,-2 0 0 0,-1 5 0 15,-3-4-160-15,-1 1-16 0,-1 1-128 0,-4-2 192 16,0 3-192-16,-2 5 128 0,-2 2-128 0,2 3 0 16,-3 6 0-16,0 3 0 0,0 2 0 15,-1 3 0-15,1 6 0 0,0-1 0 0,3 0 0 0,-2 5 0 16,0 7 0-16,1 2 0 0,0 7 0 0,1-1 0 15,2 5 0-15,1 3 0 0,2 1 0 0,2-2 0 16,2 1 0-16,1-3 0 0,2-3 0 0,0-1 0 0,0-1 0 16,1-3 0-16,0-1 0 0,-1-4 0 0,0-2 0 15,-2-2 0-15,2-2 0 0,-1-1 0 0,0-5 0 16,-2 0 0-16,1-4 0 0,-2-2 144 0,0-2-144 0,1-2 160 16,-1-3-160-16,0-3 160 0,1-1-160 0,1-3 160 15,-1 1-160-15,2-4 160 0,1-2-160 0,1 2 0 16,2-2 0-16,-1 1 0 0,3-1 0 0,0 2 0 15,1 0 128-15,0 4-128 0,1-4 0 0,1 5 0 16,0 0 0-16,-1-1 128 0,0 6-128 0,-2-1 0 16,0 4 0-16,-2 1 128 0,0 2-128 0,-2 3 0 0,-1 1 0 15,-1 3 0-15,-2 1 0 0,1 2 0 16,-3 0 0-16,1 0 0 0,-1 3 192 0,0-1-64 0,1-2 0 16,0 0 0-16,1-1 80 0,0-2 16 0,0-1 0 0,2 0 0 15,1-2 32-15,1-1 0 0,3-5 0 0,1-1 0 16,1-1-112-16,-1-4-16 0,1 1 0 15,1-2 0-15,3-1-400 0,1-6-96 0,0 3-16 16,-2-1-19520-16</inkml:trace>
  <inkml:trace contextRef="#ctx0" brushRef="#br1" timeOffset="82848.89">27625 5320 4607 0,'-2'0'400'0,"1"0"-400"0,0-3 0 0,1 3 0 0,0 0 544 0,-1 0 32 0,-2-1 0 0,1 1 0 0,-2-3 1232 0,-1 3 256 0,0 0 48 0,1-2 16 0,1 1 48 0,0 1 0 16,1 0 0-16,0 0 0 0,1 0-224 0,1 0-32 15,3 0-16-15,-1 0 0 16,4 0-688-16,2 0-144 0,-8 0-32 0,23 0 0 0,-7-3-544 0,3 2-112 16,3 0-32-16,2 0 0 0,3 1-192 0,-1 0-32 15,0-3-128-15,-1 2 192 0,0-2-192 0,0 0 0 16,1 0 128-16,-2 0-128 0,-1 0 208 16,-2-1 0-16,0 2 0 0,-2 1 0 0,-4-2 208 15,-2 1 32-15,-4 0 16 0,-3 2 0 0,-2 0-224 0,-3 2-48 16,-3 0-16-16,-3 1 0 0,-2-3-48 0,-3 3 0 15,-3 1 0-15,-3 2 0 0,-2-2-128 0,0 2 128 0,-2 0-128 0,-2 0 128 16,0 1-128-16,-2 1 128 0,2-3-128 16,0 4 128-16,2-3-128 0,4 3 0 0,2-4 0 0,6 1 0 15,0 0 288-15,4 0 80 0,3 3 16 0,2-5 0 16,2 2-16-16,2-4 0 0,1 2 0 0,3 0 0 16,1 1-96-16,1-5-16 0,1 1 0 0,2 1 0 15,-1-4-96-15,3 1-32 16,0-2 0-16,2-1 0 0,-1 0-128 0,-1 0-176 0,1 0 48 0,-1 2-18672 15</inkml:trace>
  <inkml:trace contextRef="#ctx0" brushRef="#br1" timeOffset="83857.37">17435 5834 6447 0,'-11'0'576'0,"1"0"-576"0,4 1 0 0,2-1 0 0,1 0 384 0,-5 3-48 0,-4-3 0 0,-9 1 0 0,-6 2 1296 16,-2-1 256-16,2-1 48 0,4 2 16 0,3-3 32 0,5 0 16 0,3 2 0 0,4-2 0 16,2 0 64-16,4 0 16 0,0 1 0 0,4 2 0 15,1-3-480-15,5 2-80 0,3-2-32 0,4 2 0 16,4-2-528-16,5 0-96 0,4-2-32 0,6 0 0 15,5-2-352-15,6-2-80 0,6 0-16 0,4-3 0 16,5 2-96-16,0-3-32 0,1 1 0 16,-2-1 0-16,-1 2-256 0,-3 0 0 0,-2 2 0 15,-4 0 0-15,-2 0 0 0,-1-1 0 16,-2 4 0-16,-1-3 0 0,-3 3 128 0,0 1-128 0,-3 0 0 0,-2 0 0 16,-6-1 176-16,0 2-176 0,-3-2 160 0,-3 1-160 0,-4 1 128 15,-3 1-128-15,-3 0 0 0,-3 0 0 16,-2 0 0-16,-6 1 0 0,-1 2 0 0,-4 0 0 0,-6 4 0 15,-5 1 0-15,-8 1 0 0,-5 2-160 0,-6 0-64 0,-6 3-16 16,-4 2 0-16,-4 0 0 16,-5 1 48-16,0-1 16 0,5-3 0 0,0 0 0 15,-1 0 48-15,1-1 0 0,2 0 0 0,8 0 0 0,9-1 128 16,6-4 0-16,7-1 0 0,6-2 0 0,5 1 528 0,7-5 96 16,4 0 16-16,8-3 0 0,5 0-64 15,1-2 0-15,4 0 0 0,3-1 0 0,6-1-176 0,5-1-32 16,7-2-16-16,3-2 0 0,1 2-352 0,2-3 0 15,1 1 0-15,3 0 0 16,-3 2-416-16,-4 0-160 0</inkml:trace>
  <inkml:trace contextRef="#ctx0" brushRef="#br1" timeOffset="90479.55">5581 17626 14735 0,'-3'0'1312'0,"1"-2"-1056"0,2 1-256 0,0 1 0 0,0 0 816 0,0 0 96 0,-2-3 32 0,0-1 0 0,1 2 1232 0,-2-2 240 16,2-1 48-16,0 2 16 0,1-1-848 0,0 0-160 15,0 2-48-15,0-2 0 0,0 1-400 0,0 0-64 16,1 0-32-16,0 0 0 0,2-1-336 0,-1-1-64 15,2 1-16-15,1-2 0 0,0-1-224 0,1 0-48 16,0 1-16-16,2-2 0 0,0 0-32 0,1 0 0 16,1 1 0-16,0-1 0 0,-2 1 16 0,3 3 0 15,1-3 0-15,-3 5 0 0,3-2 16 0,-3 4 0 16,0 0 0-16,0 4 0 0,-2 0-224 0,-1 4 0 0,-1 5 128 16,-2-1-128-16,-1 4 128 0,-2 4-128 0,0 2 176 0,-2 3-176 15,-2 0 176-15,-1 1-176 0,1 0 160 0,-2 1-160 16,0-1 144-16,0-4-144 0,0-1 128 0,1-1-128 15,0-4 0-15,-1-1 0 0,1-2 128 0,0 0-128 16,1-3 0-16,0-2 0 0,2 0 144 0,1-2-144 16,-1-1 128-16,1-2-128 0,1-3 160 0,0 0-160 15,1 0 144-15,2-5-144 0,-1 2 128 0,2-3-128 16,1-2 160-16,1 0-160 0,0-2 192 0,2-3-192 16,0 0 128-16,1 0-128 0,2-3 0 0,0 1 0 15,-1-1 0-15,1 0 0 0,-1 0 0 0,0-2 0 0,-1 2 0 16,1-1 0-16,0 3 0 0,-1-2 0 0,0-1 144 0,0 5-144 15,-2-3 0-15,1 2 144 0,-1-1-144 16,0 2 0-16,1 3 0 0,-2-1 0 0,1 0 0 0,-2 4 0 16,0 1 0-16,-1 1 0 0,0 3 0 15,-3 1 0-15,1 4 0 0,-2 0 0 0,0-1 0 0,-1 6 0 16,-1-2 0-16,-2 5 0 0,-1 0 0 0,0 4 0 16,0 0 0-16,-1 0 0 0,0 3 0 0,-2 0 0 15,2 2 0-15,0-1 0 0,0 0 0 0,1-1 0 16,1-1-192-16,2 1 192 0,-1-3 0 0,3-4 0 15,0 2 0-15,0-2 0 0,0 0 0 16,3-2 0-16,-1 0 0 0,3-1 0 16,1 0 208-16,2-3-32 0,-1 1-16 0,2-1 0 0,0-2-32 15,0 1 0-15,3-4 0 0,-1 3 0 0,0-2-128 0,1 1 0 16,2 1 0-16,-1-4 0 0,2 0 0 0,-2 0 0 0,0 0 0 16,0-4 0-16,-1 1 0 0,-1 1-192 0,-1-2 32 0,0 3 16 31,-2-1-464-31,-1-2-96 0,-4 1 0 0,0 1-16 15,-3 2-1648-15,-3-1-336 0</inkml:trace>
  <inkml:trace contextRef="#ctx0" brushRef="#br1" timeOffset="90784.51">5657 17756 9215 0,'-7'-4'400'0,"2"2"96"0,1-1-496 0,3 2 0 0,0 1 0 0,1 0 0 0,0 1 2320 16,0-1 368-16,1-1 80 0,0 1 16 0,3 0 416 0,3 0 96 0,2 0 16 0,3 0 0 0,3 0-944 0,1 0-176 0,2-2-32 0,0 1-16 0,2-2-1152 0,0 1-224 0,-2 0-64 0,1 0 0 0,-1-2-256 0,1 2-64 16,-2-2-16-16,0-1 0 0,0 4-80 0,-1-3-16 15,1-1 0-15,-1 4 0 0,0-2-144 0,-1 0-128 16,0 0 144-16,-2 0-144 0,0-2 224 0,-2 0-48 15,0-2-16-15,0 1 0 0,-2 1-160 16,-2 2 160-16,2-4-160 0,-3 4 160 0,-1-1-160 0,0-1 0 16,-1 1 0-16,-2 4 0 0,2-2-128 0,-3 1-64 15,-1 2-16-15,0 1-12976 16,-1 1-2576-16</inkml:trace>
  <inkml:trace contextRef="#ctx0" brushRef="#br1" timeOffset="92303.38">9315 17787 4607 0,'-6'0'400'0,"0"-2"-400"0,2 2 0 0,1 0 0 15,1 0 1280-15,-3 0 160 0,-4-3 32 0,-4 2 16 0,-5-2 1088 0,0 0 224 0,1-1 32 0,3-1 16 0,3 1-160 0,3-2-48 16,3 0 0-16,2-1 0 0,2 0-752 0,1-1-160 0,1 1-16 16,1-2-16-16,2 0-752 0,1 2-160 15,2-3-16-15,1 1-16 0,0-1-304 0,1 1-48 0,1 2-16 0,1-2 0 16,1 1-128-16,2 3-16 0,0-1-16 0,-1-1 0 15,1 5-32-15,-1-2-16 0,0 4 0 16,-2 0 0-16,-1 4-176 0,-2 2 192 0,1 0-192 16,-4 7 192-16,0 3-192 0,-1 2 0 0,-3 2 144 15,-2 1-144-15,-2 5 0 0,-2-4 0 0,-1 1 0 16,-1-1 0-16,-3 0 0 0,0-1 0 0,-1-4 0 0,1 2 128 16,0-3-128-16,0-1 0 0,0 1 0 0,3-6 0 15,1-1 0-15,1-3 0 0,1 0 0 0,1-5 0 16,2 2 0-16,0-3 0 0,1-4 0 0,2-1 0 15,2-2 0-15,2-8 0 0,3-1 0 0,1-3 128 0,1-1-128 0,1-2 0 16,1 0 0-16,0-1 0 0,0 1 0 16,0 0 0-16,0 3 0 0,-1-2 0 0,0 4 128 0,-2 0-128 15,0 3 128-15,-1 2-128 0,0-1 0 0,-2 4 0 16,0 2 0-16,-2 1 0 0,2 0 0 0,-5 5 0 16,0 1 0-16,0 0 0 0,-2 5 0 15,-2 3 0-15,0 1 0 0,-2 5 0 0,-1 4 0 0,-1 1 0 16,0 3 0-16,0 0 0 0,1 0 0 15,1 1 0-15,2-3 0 0,2-2 0 0,0 1 0 0,2-1 0 16,2-2 0-16,1-2-192 0,1-3 192 0,3-1 0 16,2-4 0-16,0-2 0 0,1-2 0 0,2-2 0 15,1-2 0-15,1-2 0 0,-1-2 0 0,-3 0 0 16,0 0 0-16,-1-1 0 16,-1-1-1600-16,-5 3-256 0</inkml:trace>
  <inkml:trace contextRef="#ctx0" brushRef="#br1" timeOffset="92466.38">9321 17811 17503 0,'-4'-2'768'0,"3"2"176"0,1 0-752 0,0-2-192 0,1 2 0 0,1 2 0 0,0-2 1312 0,2 0 224 0,3 0 64 0,2-2 0 0,3-1 1152 0,3 2 224 0,2-4 48 0,2 0 16 16,1-1-1696-16,2 0-320 0,2-3-80 0,1 2-16 15,4-4-928-15,-1 1-400 0,2 0 16 0,-2 0-15936 16</inkml:trace>
  <inkml:trace contextRef="#ctx0" brushRef="#br1" timeOffset="92671.33">9875 17569 10127 0,'-4'-6'448'0,"1"3"96"0,0 0-544 0,1 3 0 0,0 0 0 0,2 3 0 0,-1-2 1632 0,-1 4 224 16,-2 2 32-16,-1 5 16 0,0 7 1104 0,-1 1 240 15,1 7 32-15,0-1 16 0,0 2-720 0,1-2-144 16,2 2-16-16,1-2-16 0,0-4-1184 0,1-1-256 15,-2-1-32-15,2-2-16 0,2-4-592 0,-2 1-112 16,1-5-16-16,-1-3-16 0,1 2-176 0,-1-6 0 16,1 2 144-16,-1-5-144 0,1 0 0 0,-1-2 0 15,-1-1 0-15,0 0 0 16,-1-5-1680-16,-3 2-304 0,0 0-64 0,-3 0-16 0</inkml:trace>
  <inkml:trace contextRef="#ctx0" brushRef="#br1" timeOffset="92804.28">9707 17798 4607 0,'0'-1'400'0,"0"1"-400"0,1 0 0 15,-1 0 0-15,1 0 1744 0,2 0 272 0,4-4 48 0,3 4 16 16,3-2 1312-16,0 2 272 0,2 0 48 0,1 0 16 16,-1 0-1520-16,1 0-304 0,0 0-64 0,3 0-16 15,-1-4-1248-15,2 2-240 0,0-1-48 0,0-1-14816 16</inkml:trace>
  <inkml:trace contextRef="#ctx0" brushRef="#br1" timeOffset="93232.68">10125 17642 8287 0,'-3'-8'736'16,"2"3"-592"-16,1 0-144 0,0 4 0 16,0 1 672-16,0-7 96 0,0-1 32 0,0-6 0 0,3-4 1792 0,-2-1 352 15,0-3 80-15,2 2 16 0,-2 3-976 0,0-1-192 16,0 0-32-16,-1-3-16 16,0 3-352-16,-1 0-64 0,-1 3 0 0,-1 1-16 0,-1 2-368 0,2 2-64 15,-2 4 0-15,1 0-16 0,1 6-304 0,0 0-48 16,-1 6-16-16,1 0 0 0,1 7-384 0,-1 3-192 15,1 2 160-15,1-2-160 0,0 0 0 0,0 4 0 16,3 9 0-16,0 4 0 0,4 5 0 0,-1 4 0 16,1 5 128-16,-2-2-128 0,0-1 288 0,-3-3 16 15,0-4 0-15,-4-2 0 0,2-3 0 0,-2-6 0 16,0-1 0-16,-1-5 0 0,2-3-96 0,0-4-16 16,-2 4 0-16,1-5 0 0,0-2 0 0,1-4 0 0,0-4 0 15,1 0 0-15,1-4 16 0,0-4 0 16,3-2 0-16,0 0 0 0,1 0-48 0,3-6-16 0,5-5 0 0,5-3 0 15,2 0-144-15,1 0 0 16,1-1 0-16,-1 5 0 0,0-1 0 0,-2 6 0 0,-2 0 0 16,-2 2 0-16,-1 6 0 0,-3 0 0 0,-1 4 0 0,-4 2 0 15,0 4 0-15,-2 1 0 0,-3 4 0 0,-1 0 0 16,-1 3 0-16,-3 0 0 0,-1 2 0 0,0 1 0 16,0 0 0-16,2-1 0 0,1-1 0 0,2-2 0 15,2-5 0-15,1 5 0 0,3-5 0 0,2 2 0 16,1-2-192-16,3-1 48 0,0 3 0 0,2-3-12880 15,-3 0-2576-15</inkml:trace>
  <inkml:trace contextRef="#ctx0" brushRef="#br1" timeOffset="96884.71">5922 12094 1839 0,'-3'-3'160'0,"2"3"-160"0,0-2 0 0,0 1 0 0,1 1 640 0,-2-3 80 0,1-1 32 0,-1 1 0 0,-1-4-16 0,-2-1 0 0,3 0 0 0,-1 0 0 0,1 2 224 0,2-1 64 0,-1 1 0 0,-1 2 0 0,2 1 16 0,0 3 16 16,0-3 0-16,2 6 0 0,-1-2-768 0,1 4-160 15,2 0-128-15,3 6-2832 16,1-1-688-16,2 2-128 0</inkml:trace>
  <inkml:trace contextRef="#ctx0" brushRef="#br1" timeOffset="97468.9">9604 11696 6447 0,'0'0'576'0,"5"-3"-576"0,1 3 0 15,-3 0 0-15,-4 0-720 0,-1 0-256 0,1-1-48 0,1 1-16 0,1 0 1440 0,1-3 304 0,-2 1 48 0,0 2 16 0,0 0-128 0,0 0-32 0,0 0 0 0,0 0 0 0,0 0-352 0,0 0-80 0,0 0-16 0,0 0 0 16,0 0-160-16,0 0 0 0,0 0 0 0</inkml:trace>
  <inkml:trace contextRef="#ctx0" brushRef="#br1" timeOffset="97926.56">5824 11992 5519 0</inkml:trace>
  <inkml:trace contextRef="#ctx0" brushRef="#br1" timeOffset="97978.3">5870 12008 5663 0,'1'2'512'0,"-1"0"-512"0,0-2 0 0,0 3 0 0,0-3 0 0,0 0 128 0,1 0-128 0,1 3 0 0,0 0 128 0,2-3-128 16,3 3 128-16,2-3-128 0,0 0 0 15</inkml:trace>
  <inkml:trace contextRef="#ctx0" brushRef="#br1" timeOffset="99560.66">5949 12032 3679 0,'1'-8'320'0,"-1"2"-320"0,0 3 0 0,0-2 0 0,-1 3 192 0,1 0-48 0,0-2 0 0,0-2 0 0,0-3 864 0,-1-4 160 0,1-2 48 0,-1-2 0 0,-1 2-208 0,0-1-48 0,1 1 0 0,-2 4 0 0,1-2 32 0,-3 4 0 0,2 0 0 0,-2 3 0 16,0 2-384-16,-1 1-80 0,-1 3-16 0,-3 0 0 15,1 3-304-15,-2 1-64 0,-1 2-16 16,-2 0 0-16,1 1-128 0,-2 5 0 16,1-3 0-16,2 4 0 0,1-3 0 0,1 2 0 0,1 0 0 15,2 0 0-15,2-4 0 0,-2 2 128 16,3 3 0-16,-1-1 0 0,0 4-128 0,0-1 0 0,2-2 0 0,1 2 0 15,1-1 256-15,2 1 32 0,1-2 0 0,4 2 0 16,2-1 176-16,2-2 48 0,1-2 0 0,2 0 0 16,4 1 0-16,-1-5 0 0,3 2 0 0,2-6 0 15,3 2-240-15,-1-4-32 0,-2-3-16 0,-1 0 0 16,0-1-48-16,-3-2-16 0,-1-3 0 0,-1 2 0 16,-2-3 176-16,-4-1 48 0,0 1 0 0,-1 0 0 0,-1 0 80 15,-2 1 32-15,-1-4 0 0,-2 0 0 0,-1 3-144 16,-1-2-32-16,-1 0 0 0,-1-1 0 0,-3-3-160 15,-4-2-32-15,2-1-128 0,-2 3 192 0,-1 0-192 0,-1 0 144 16,0 4-144-16,0-3 128 0,0 4-128 16,-1 2 160-16,1-1-160 0,0 6 160 0,1-1 16 0,0 4 0 15,2 5 0-15,-2-2 0 0,1 5-176 0,-1 0 0 16,0 5 0-16,0-3 128 0,2 1-128 0,-3 3 0 16,-2 4 0-16,1 1 0 0,2-3 0 0,1-1 0 15,1 4 0-15,-2-2 0 0,1 3 0 0,1-1 0 16,0-2 0-16,3 3 0 0,0-3 0 0,2 0-176 15,1-2 176-15,2 0-128 0,3-1 128 0,2-3 0 16,1 0 128-16,1-2-128 0,2 2 0 0,1-4 128 16,2 1-128-16,2-6 0 0,-1 1 144 0,2-2-144 0,1 0 192 15,0-3-192-15,-2-4 336 0,0 2-32 0,-2 0-16 0,0-1 0 16,-1-2 176-16,1-1 48 0,-4-1 0 0,1 0 0 16,-2 0-128-16,0 0-32 0,-1-1 0 0,-1 0 0 15,-2 2-80-15,1 0-16 0,0-4 0 0,0 3 0 16,-2 0-112-16,-1-1-16 0,2 1-128 0,-1-2 192 15,-1 2-192-15,-1-3 0 0,2 0 0 0,-4 1 0 16,0-1 0-16,-1 4 128 0,-1-4-128 0,-3 3 0 16,1 2 0-16,-3 0 0 0,0 0 0 0,-3 1 0 15,0 0 0-15,-2 4 0 0,1 0 0 0,1 0 0 16,-1 3 0-16,3 3 0 0,0 0 0 0,0 1 0 16,1 2 144-16,0 3-16 0,3-3 0 0,0 4 0 0,-1 0-128 15,1 2 0-15,1 1 0 0,2-6 0 16,0-1 0-16,2 3 0 0,-2-2 0 0,2 5 0 15,1-3 0-15,-1 1 0 0,2 0 0 0,0-1 0 0,2-2 0 16,-1-1 0-16,1-1 0 0,1 0 0 0,-1 0 0 0,0-3 0 16,0-2 0-16,1 0 0 0,1 0 128 15,0-2-128-15,0 0 128 0,0-2-128 0,-1 0 208 0,-1 2-32 16,2-2-16-16,-1 2 0 0,-2-1-160 0,1 3 0 16,-1 3 0-16,0 3-16640 0</inkml:trace>
  <inkml:trace contextRef="#ctx0" brushRef="#br1" timeOffset="102221.49">9669 11452 1839 0,'0'-3'160'0,"0"1"-160"0,0 1 0 0,0 1 0 0,1 0 464 0,-2-4 64 0,-1 2 16 0,1-5 0 0,-3-2 416 0,-1-1 96 0,-1 1 16 0,-1-1 0 0,-1 0 192 0,0 4 32 16,-2 0 16-16,-1 3 0 0,1 0 112 0,-2 4 32 15,0 4 0-15,1 1 0 0,0 1-400 0,1 6-80 16,-1 0-16-16,1 5 0 0,2 1-464 0,1 0-112 16,1 0 0-16,1 0-16 0,2 1-80 0,-1 4-16 15,3-5 0-15,-1 0 0 0,2 0-128 0,2-2-16 0,0-2-128 16,-1-2 192-16,2-2-192 0,0-1 0 0,0-2 0 16,1-2 0-16,-1-1 128 0,1-1-128 15,1-1 0-15,-1 0 144 0,1-3-144 0,-2 0 0 0,2 0 0 16,2-3 128-16,-1 1-128 0,0 1 0 0,0-3 144 15,0 1-144-15,2 0 128 0,-1-2-128 0,2 1 160 0,-1-5-160 16,1 2 144-16,0-2-144 0,-1 2 128 0,1-6-128 16,0 4 160-16,-3-4-160 15,0 3 192-15,-1 2-192 0,-1-2 224 0,-3 0-64 0,0-1-16 16,-1 1 0-16,0 0 16 0,-2 0 0 0,-2-2 0 0,-1 2 0 16,0-1 160-16,-1 1 48 0,-2 0 0 0,0 1 0 15,-1 2 16-15,-1 3 16 0,0-1 0 0,1 4 0 16,-1 1-64-16,0 4-16 0,1-1 0 0,0 6 0 15,2 1-64-15,1 2-32 0,0 1 0 0,2-1 0 16,0 4-224-16,0 0 144 0,3 3-144 0,0-3 128 0,1 0-128 16,2-4 0-16,1 2 0 0,-1-3 0 0,2-1 0 15,0-4 0-15,2 0 0 0,1-5 0 0,1 2 0 16,2-3 0-16,0-4 0 0,0-2 0 0,1 0-128 16,-1-3 128-16,1-1 0 0,-1 0 0 0,-2 2 0 15,-2-2 0-15,-1 1-144 0,-2 2 144 0,-3 1 0 16,-3 2 0-16,1 1 0 0,-4 6 0 15,-2-2-704-15,-2 5-64 0</inkml:trace>
  <inkml:trace contextRef="#ctx0" brushRef="#br1" timeOffset="102783.62">9768 10873 10127 0,'-7'-2'896'0,"4"-1"-704"0,0 3-192 0,2 3 0 0,0-3 752 0,-2 0 112 0,-2 2 32 0,-2-1 0 0,-2 4 848 0,1 3 176 0,1 0 48 0,4 2 0 0,1 0-496 0,4-1-112 0,0 1-16 0,3-4 0 0,1 0-400 0,2-2-96 0,2-2-16 0,1-2 0 0,1-2-320 0,2-4-64 16,-2-2 0-16,2-4-16 0,-1 0 48 0,-2-5 16 15,-2 5 0-15,0-6 0 0,-1-2 0 0,0-5 0 16,-3 0 0-16,-4 1 0 16,-1 0 64-16,-1-1 16 0,-4-1 0 0,-1 4 0 0,-1 0-48 15,0 3 0-15,-3 1 0 0,1 2 0 0,2 3-176 0,0 3-32 16,-3 1-16-16,1 2 0 0,0 5-48 0,1 2-16 0,0 2 0 16,2 2 0-16,1 6-112 0,3 2-128 0,-1 7 176 15,3 3-176-15,3 3 0 0,0 3 0 0,6 4 0 16,0 1 0-16,2 1 0 0,0-3 0 0,3 1 0 15,-1-1 0-15,0-2 0 0,-2 0 0 16,2 2 0-16,0-1 0 0,-2 1 0 0,0 0 0 16,-1-2 0-16,-3 2 0 0,1-2 0 0,-2-1 0 15,-1-2 0-15,-2-1 0 16,2 0-832-16,-2-7-64 0,-1-2 0 0,-2-3-10240 0,2-6-2048 0</inkml:trace>
  <inkml:trace contextRef="#ctx0" brushRef="#br1" timeOffset="102949.9">9824 11177 911 0,'-7'-9'0'0,"3"2"0"0,1 4 0 0,0 0 0 16,2 1 1920-16,1 0 320 0,0 2 48 0,0-2 16 16,1-2 704-16,0 2 160 0,4-4 32 0,4-2 0 15,2 2-1200-15,3-3-224 0,2-1-48 0,1 1-16 0,3-4-752 0,1-2-128 16,1 2-48-16,3-3 0 16,0-3-784-16,-2 1-224 0,1-2-16 0,-3-1-12736 15</inkml:trace>
  <inkml:trace contextRef="#ctx0" brushRef="#br1" timeOffset="103167.92">10140 10548 5519 0,'-9'-15'240'0,"2"8"64"0,0 1-304 15,4 2 0-15,0 1 0 0,1 3 0 0,1 0 1296 0,-3 0 208 16,-2 0 32-16,-3 3 16 0,-1 1 752 0,1 2 160 16,0 6 32-16,1 4 0 0,2 3-448 0,0 4-64 0,2 6-32 15,2 3 0-15,0 2-528 0,2 4-96 0,2-1-32 0,0-1 0 16,2-2-448-16,1-2-80 0,0-1-32 0,1-2 0 15,-1-1-416-15,2-3-64 0,1-3-32 0,-1-6 0 16,2 0-224-16,2-1 0 16,2-1 0-16,2-2 0 15,0-2-640-15,1-4-160 0,0-3-32 0,0-3-14000 0</inkml:trace>
  <inkml:trace contextRef="#ctx0" brushRef="#br1" timeOffset="103561.47">10277 10753 4607 0,'-2'-6'400'15,"-1"0"-400"-15,2 2 0 0,1 2 0 16,1-2 1472-16,-1-1 224 0,1-5 32 0,1-6 16 16,0-6 1008-16,3 0 192 0,2-3 32 0,2 5 16 15,2 2-416-15,0 1-80 0,3 5 0 0,-1 3-16 16,1 6-944-16,1 3-192 0,-1 3-48 0,-2 6 0 0,-1 3-720 0,-1 1-128 16,-3 7-48-16,-1-1 0 0,-2 5-128 0,-1-1-16 15,-3 2-16-15,-2-3 0 0,0 3-80 0,-1-6-16 16,1-2 0-16,1-2 0 0,1-5-144 0,-1-2 128 15,2-1-128-15,0-7 128 0,1 0-128 0,1-3 0 16,3-3 0-16,0-4 0 0,3-6 0 0,0-6 0 16,1-2 0-16,-2-2 0 0,2-2-144 15,-1 2 144-15,-2-1 0 0,1 1 0 0,-2-3-192 0,0 3 192 16,-1 4-192-16,-3 1 192 0,0 5 0 0,-2 2 0 16,0 6 0-16,-3-1 0 0,1 5 0 0,-2 3 0 15,1 1 0-15,-1 4 0 0,0-1 0 0,0 6 0 16,0 3 128-16,1 2-128 0,-1 8 176 0,2 1-176 0,-1 4 192 15,3 1-192-15,0 4 176 0,1-2-176 0,2 1 160 16,0-3-160-16,2-3 128 0,2-3-128 0,0-3 0 16,2-5 0-16,1-5 0 0,1-2 128 0,1-2-128 0,0-5 0 15,3-3 0-15,-1-1 0 0,1-2 0 0,0-6 0 32,-2 2-352-32,-2-5-64 0,-1 1-16 0,-2 2-16368 0</inkml:trace>
  <inkml:trace contextRef="#ctx0" brushRef="#br1" timeOffset="103700.31">10394 10757 16575 0,'-4'0'736'0,"1"0"160"0,2 0-720 0,2 0-176 0,0 0 0 0,2-2 0 0,2 0 448 0,3-4 64 0,7-3 16 0,9-4 0 0,4-6 496 0,6-5 112 0,0 0 16 0,0 1 0 0,-2 3-880 0,-3 0-272 15,-3 3 160-15,-3 1-10272 16</inkml:trace>
  <inkml:trace contextRef="#ctx0" brushRef="#br1" timeOffset="103883.37">10711 10418 9215 0,'-2'0'816'0,"-1"0"-656"16,3 0-160-16,0 1 0 0,1 2 1280 0,-1-1 208 16,0 2 48-16,0 0 16 0,0 6 880 0,0 4 192 15,2 3 16-15,-1 1 16 0,1 4-624 0,2 1-128 16,-2-1-32-16,2 0 0 0,0-1-672 0,0 3-144 0,-2-2-32 0,1-1 0 15,-1-1-576-15,-1-2-128 0,0 1-32 0,-1-3 0 16,0-4-288-16,0 1 0 0,2-3 0 0,-1-4-10608 16,-1 0-2096-16</inkml:trace>
  <inkml:trace contextRef="#ctx0" brushRef="#br1" timeOffset="104042.65">10712 10621 10127 0,'0'-4'896'0,"1"4"-704"0,1-2-192 0,-1 2 0 15,0 0 800-15,2 0 128 0,0-4 32 0,5-2 0 16,2 0 864-16,3-3 176 0,2 2 48 0,1-6 0 16,0 3-1024-16,0-1-192 0,-1 1-32 0,1 0-16 15,-1 1-1008-15,-1-1-208 0</inkml:trace>
  <inkml:trace contextRef="#ctx0" brushRef="#br1" timeOffset="104510.54">10940 10407 3679 0,'-3'-4'160'0,"1"3"32"0,-1-1-192 0,3-2 0 0,0 1 0 0,0 3 0 0,2-3 1536 0,-2-2 256 16,2-3 48-16,1-4 16 0,3-4-48 0,0-3 0 16,3-3 0-16,0 0 0 0,0-3-480 0,-1 0-112 15,-2 2 0-15,-1-2-16 0,-2 0 160 0,-1 2 48 16,-2-2 0-16,-2 3 0 0,0 6 192 0,-2-5 64 16,-2-1 0-16,-1-1 0 0,-3 4-432 0,0-2-80 15,0 3 0-15,-1 3-16 0,0 2-640 0,1 4-128 16,1 3-32-16,0 2 0 0,2 4-144 0,1 1-16 0,2 4-16 0,0 3 0 15,2 2-32-15,2 5-128 0,0 1 192 16,2 5-64-16,1 5-128 0,3 5 0 0,1 1 0 16,3 0 0-16,2 0 0 0,-1 1 0 0,2 0 0 15,1-3 0-15,-1 0 0 0,0-1 0 0,-1-2 0 16,-1-1 0-16,-1-2 0 0,-1-1 0 0,-2-1 0 0,-1 0 0 16,1-3 160-16,-2 1-160 0,-2-2 192 0,0 1-192 15,-1-6 256-15,1 0-64 0,-2-1-16 0,0-6 0 16,-1 0-48-16,0-2 0 0,1-1 0 0,-1-6 0 15,0 3-128-15,2-6 0 0,-1-3 144 0,0-2-144 16,0-1 128-16,2-7-128 0,-1-1 128 16,2-1-128-16,0 2 128 0,-1 0-128 0,4 1 128 15,-2 1-128-15,1 1 128 0,1 4-128 16,1 2 128-16,-2 1-128 0,1 3 144 0,1 3-144 0,-2 3 192 0,1 0-192 16,-1 2 144-16,1 2-144 0,-1 2 0 0,0 0 144 0,-1 2-144 15,0 0 0-15,0 2 0 0,-2-1 0 16,1 1 160-16,1-4-160 0,-1 4 192 0,1-4-192 0,0 0 0 15,1-3 0-15,0 0 0 0,3-3 0 16,-2 0 0-16,3 0 0 0,0-3 0 0,1-4 0 0,1-1-160 16,1-1 16-16,2-1 0 0,-2-2-18224 15</inkml:trace>
  <inkml:trace contextRef="#ctx0" brushRef="#br1" timeOffset="104724.26">11355 9754 11055 0,'-3'-2'976'0,"-1"2"-784"0,3 0-192 0,2 0 0 0,0 0 1664 0,0 2 304 0,-1-2 48 0,2 1 16 0,0 3 928 0,3 1 192 0,1 1 48 0,4 4 0 15,1 2-512-15,3 5-112 0,2 1-16 0,1 6 0 16,0 4-1456-16,1 5-288 16,-1 6-64-16,-3 3-16 0,-2 4-304 0,-3 2-64 0,-2 2-16 0,-3 7 0 15,-2 3-224-15,-4 3-128 16,-2 4 160-16,-3 2-19360 15</inkml:trace>
  <inkml:trace contextRef="#ctx0" brushRef="#br1" timeOffset="106632.45">17217 17458 911 0,'-10'-6'0'0,"1"1"0"0,2 1 0 0,2 2 0 0,2 1 256 0,1 1-48 0,-1-4 0 0,-3 1 0 0,-4-3 816 0,-1 0 176 0,-1-3 16 0,-1 3 16 0,5 1 352 0,1-1 64 0,2 6 16 0,2-2 0 0,0 2-48 0,2 0 0 15,1 0 0-15,0 2 0 0,1 4-640 0,2-1-128 16,-1 4-16-16,1-3-16 0,-1-2-448 16,2 1-96-16,0 1-16 0,2 1 0 0,2 2 112 0,2 1 16 15,3 0 0-15,2 0 0 0,1-2 48 0,0 2 16 16,2-4 0-16,2 3 0 16,1-3 0-16,1 2 16 0,2 0 0 0,-1-2 0 0,0-1 64 0,-1 0 16 15,4 2 0-15,0-1 0 0,1 0-224 16,1-1-64-16,3 0 0 0,3-2 0 0,0 1-64 0,3-1 0 15,4-1-16-15,1-2 0 0,4 0-16 0,-1-2 0 16,1 2 0-16,-2-4 0 0,-2 1 144 0,-1 0 16 16,-4-1 16-16,-1 2 0 0,-1-2-80 0,-1 1 0 0,-1 0-16 15,1 0 0-15,-2 0-32 0,-1-2 0 0,0 0 0 16,-3 2 0-16,3-3-16 0,0 0-16 0,0-3 0 16,-2 2 0-16,-6 1-176 0,-2-3 160 0,0 1-160 15,-3 0 160-15,1-2-160 0,-4 4 0 0,-2-3 144 0,-3 2-144 16,0 0 128-16,-3-1-128 0,0 2 160 0,-5 1-160 15,-1 0 0-15,-2 1 0 0,0 0 0 0,-2 2 0 16,1-2 0-16,-2 4 0 0,1 0-128 0,-2 0 128 16,1 0-2032-16,-2 4-288 15</inkml:trace>
  <inkml:trace contextRef="#ctx0" brushRef="#br1" timeOffset="107714.97">28002 17449 1839 0,'-3'-3'160'16,"2"0"-160"-16,1 1 0 0,-1 1 0 0,1 1 528 0,0 0 80 0,1 0 16 0,-1-4 0 0,0 1 1184 0,0 0 240 0,0 0 64 0,2 1 0 0,1 4-624 0,-1 1-112 0,2 0-32 0,0 4 0 0,1-1-560 0,0 0-112 0,2 4-32 0,1 0 0 0,1 0 208 0,1 2 48 15,1 0 0-15,2-2 0 0,-1 0-208 0,2-1-48 16,1-1 0-16,-1-1 0 0,4 0 112 16,0-3 16-16,2 1 0 0,1-2 0 0,1 0-112 15,1 1-16-15,0-3 0 0,1 0 0 0,-1 0 96 16,-1 2 16-16,3-3 0 0,-1 0 0 16,2 0-368-16,-2-3-64 0,1 1 0 0,-1 1-16 0,-2 1-64 15,-1-4-16-15,2 1 0 0,0 0 0 0,-4-2-48 0,1 1-16 16,0 0 0-16,0-2 0 0,-3 0 48 0,0 0 16 15,-3 0 0-15,-2-3 0 0,-1 2 32 0,-1-2 0 16,-3 1 0-16,-3 0 0 0,1 2-64 0,-3-2-16 16,0 3 0-16,-2-1 0 0,0 1 16 0,-1 0 0 15,0 1 0-15,-2-2 0 0,2 3-192 0,-2-1 128 16,2 3-128-16,0 1 128 0,0 0-128 0,0 1 0 0,1 0 0 16,0 2 0-16,0 0-288 0,1 0 16 0,-1-3 0 0,0 0 0 31,0 0-1632-31,0 0-320 0,3 23-64 0,-3-17-11760 0</inkml:trace>
  <inkml:trace contextRef="#ctx0" brushRef="#br1" timeOffset="109837.74">28731 10873 5711 0,'-1'-2'512'0,"1"2"-512"0,0 0 0 15,0 0 0-15,0 0 0 0,-1 0 0 0,0 0 384 0,-1 0 32 0,1-3 16 0,0 2 0 0,-2 1 208 0,3 0 64 0,0 0 0 0,0 0 0 0,0 0-64 0,0 0-16 16,0 0 0-16,0 0 32 0,-10-19-16 0,8 16 0 15,0-2 0-15,-3 1 0 0,0-2-128 0,-3 0-48 16,0-2 0-16,-2 2 48 0,0-2 16 0,-1 0 16 16,0-3 0-16,-2 1 0 0,2 0 96 0,-1 0 32 15,1 2 0-15,-1-2 0 0,3 4-64 0,-1-1-16 16,-3 0 0-16,1 2 48 0,-3 1-320 0,-1 4-48 16,-1-2-16-16,-2 4 0 0,-1 1-128 0,-3 2-128 15,-1 1 192-15,-3 3-48 0,0-1 32 0,-3 6 0 0,2 1 0 16,-2 2 0-16,3 2 80 0,1-1 0 0,-1 4 16 15,0 1 0-15,1 1 80 0,1 2 16 0,1-1 0 16,0 3 0-16,-4 7-32 0,2 3 0 0,2-1 0 16,1-1 0-16,4 1-160 0,0-2-48 15,2-3 0-15,2 0 0 0,-1 3 112 0,1-4 16 16,1-1 0-16,2-2 0 0,0 0 304 0,2 0 64 0,2-5 16 0,1 2 0 16,2-4-208-16,0 1-48 0,3 0 0 0,2 1 0 15,0-6-256-15,2 0-128 0,2-1 128 0,0-3-128 16,0 0 0-16,0-4 0 0,1 1 0 0,0-4 0 15,-1 0 0-15,-2 0 160 0,1-2-160 0,-1-1 160 16,1-3 32-16,-2 3 0 0,-1-3 0 0,0 0 0 16,1 0-192-16,-2 3 192 0,1-3-192 0,0 0 192 15,-1 0-192-15,-1 0 128 0,1 0-128 0,0 0 128 0,0-3-128 16,-2 3 0-16,2 0 0 0,1 0 0 0,0 0 0 16,0 0 0-16,0 0 0 0,0 0 0 0,0 0 0 15,0 0 0-15,0 0-192 0,0 0 192 16,0 0-1728-16,0 0-208 0,0 0-48 0,-11-18-11360 15</inkml:trace>
  <inkml:trace contextRef="#ctx0" brushRef="#br1" timeOffset="111732.6">18512 10419 6447 0,'2'-1'576'0,"-1"-1"-576"0,0-2 0 0,0 4 0 0,1-2 512 0,-1-1 0 0,3-2 0 0,0-1 0 0,4-5 480 0,1 0 96 0,-1-2 0 0,1 1 16 0,0 2 64 0,-3-2 16 16,0 2 0-16,-1-3 0 0,-3 1 288 0,0 0 48 15,-2-2 16-15,-3 2 0 0,-2-1-416 0,-2-2-80 16,-2 2-16-16,-2 1 0 0,0-3-192 0,-4 1-64 15,-1-1 0-15,-1 2 0 0,0 0-512 0,-1 0-96 0,-3-2-32 0,1 1 0 16,2 2-128-16,-3-3 160 16,-2 3-160-16,1 1 160 0,0 2-160 0,-3 0 0 0,-2 2-192 0,-5-2 192 15,-8 3-128-15,-3 2 128 0,3 1 0 16,-1 4 0-16,-1 4 0 0,-2 5 0 0,1-1 0 0,-3 6 0 16,-1-1-144-16,-1 2 144 0,3 0-192 15,4 1 192-15,3-3 0 0,3 5-128 0,2-1 128 0,1 2 0 16,1 2 0-16,-1 4 0 0,1 3 0 0,-2 4 0 15,-3-1 0-15,-1 5 0 0,-1 2 0 0,4-7 0 16,5-4 0-16,-5 4 0 0,-7 5 0 0,-1 4 0 16,-1 4 176-16,2-1 32 0,2-1 16 0,5 2 0 15,4-5 96-15,2 0 0 0,1 1 16 0,2 0 0 16,5-4-16-16,4-1-16 0,4-4 0 0,2 2 0 16,2 4-32-16,3-1 0 0,4 3 0 0,1-1 0 15,3 1-144-15,-1-3-128 0,1-3 192 0,-1-3-192 16,0-4 0-16,1 1 0 0,-1-4 0 0,0-1 0 0,-2-1 0 0,0-6 160 15,0-2-160-15,0 0 128 0,-2-1-128 0,1-1 0 16,0-1 0-16,-2 0 128 0,2-4-128 16,-1 0 0-16,-1-3 0 0,1-2 128 0,-1 1-128 0,0-3 0 15,0-3 0-15,1 1 0 0,-2-2 0 0,1-2 0 16,1 0 0-16,-2-2 0 16,2 0-1488-16,-1 0-288 0,2 0-48 0,-1-2-16 15,0-3-592-15,1 1-112 0,0 0-16 0,-2 2-16 16,2 0 768-16,-1 0 144 0,1 1 48 0,-2 1 0 15,1 0 848-15,-2-2 160 0,-1 4 32 0,0-3 16 0,0 2 432 0,-1 1 128 16,-2 0 0-16,1-3 0 0,1 5 0 0,-2-2 0 16,1 0 0-16,1 2 0 0,1-1 736 0,0 4 96 0,1-1 32 15,0 2 0-15,2 2 608 0,1-1 128 0,0 2 32 0,-1 3 0 16,4 0-208-16,-1 1-32 16,1 5-16-16,2-2 0 15,1 2-304-15,0 1-64 0,2 2-16 0,-1 1 0 16,2-3-112-16,-2-1-32 0,0-2 0 0,-1 2 0 15,3-2-368-15,-1 3-80 0,0-1-16 0,1 0 0 16,1 2-16-16,-2-5-16 0,-1 1 0 0,0-3 0 0,0 2-32 0,-1-3 0 0,-1-2 0 16,0-2 0-16,0 2 128 0,-2-4 0 0,1 0 16 0,-1 0 0 15,0-3 32-15,1 2 0 0,-1-4 0 0,1 0 0 16,1 0-48-16,-1 1-16 0,1-2 0 0,1-2 0 16,-1 3-224-16,-1-2-32 0,0-1-16 0,1 0 0 15,1 2-32-15,-2 0 0 0,1 0 0 0,-2 1 0 16,2 0-128-16,0 0 0 0,0 4 0 0,-1-4 0 15,1 4 0-15,0 1-224 0,-2 0 48 0,1 3-17456 16</inkml:trace>
  <inkml:trace contextRef="#ctx0" brushRef="#br1" timeOffset="119936.98">10415 5996 4511 0,'-2'-6'0'0,"1"2"192"0,0 2-192 0,1 2 0 0,0 0 0 0,0 0 0 0,0-4 0 0,-2-2 0 0,0 0 0 0,1-4 0 15,-2 1 0-15,2 2 0 0,1 0 0 0,0 1 0 16,0 0 0-16,0 0 0 0,1 2 0 0,0-2 0 16,-1 0 0-16,0 1 0 0,2 0 0 0,-2-1 0 15,0 0 0-15,-2 1 0 0,2 0 0 0,-1 0 0 16,0 1 0-16,-2 0 0 0,2-1 0 0,-1 2 0 16,0 0 0-16,1 2 0 0,0 1 0 0,0 0 0 15,0-2 0-15,1 2 0 0,-2 2 0 0,2-2 0 16,0 1 0-16,0 2 0 0,0-1 0 0,-1-1 0 15,1-1 0-15,0 0 0 0,0 0 0 0,0 0 0 16,0 0 0-16,0 0 0 0,0 0 0 0,-5 21 0 16,4-17 0-16,-2 0 0 0,1 1 0 0,1-1 0 15,-2-2 0-15,2 2 0 0,-2-3 0 0,2 1 0 16,0 1 0-16,-1-2 0 0,0 2 0 0,2-1 0 16,-1 2 0-16,1-2 0 0,0-1 0 0</inkml:trace>
  <inkml:trace contextRef="#ctx1" brushRef="#br1">11929 11196 0,'0'0'0,"0"0"16,0 0 0,43-9-1,6 6 1,-6-1 0</inkml:trace>
  <inkml:trace contextRef="#ctx0" brushRef="#br1" timeOffset="128232.33">7518 4485 911 0,'-8'-16'0'0,"-1"4"0"0,2-1 0 0,0 3 0 0,4 4 352 0,-1 0-16 0,-1 0 0 0,-4-4 0 0,-4-9 384 0,-8-5 80 0,-3-2 16 0,-3 0 0 16,0 5 16-16,1 5 16 0,1 2 0 0,-1 5 0 15,0 2-272-15,-1 2-48 0,-2 4-16 0,1 1 0 16,-2 3-512-16,1 0 0 0,-1 2 0 0,0 0 0 16,-1 1 0-16,2-2 0 0,-1 2-208 0,0-2 80 15,-1 2 128-15,-1 2 0 0,-1 2-144 16,-3 0 144-16,-2 2 0 0,-1 2 0 0,2-2 128 0,-1 3-128 15,-2 4 0-15,1-2 0 0,3 4-224 0,0-2 80 16,4 3 144-16,5-2 0 0,2 0-144 0,2 1 144 16,-3 3 0-16,0 6 0 0,-3 5 0 0,-1 3 0 15,-3 6 0-15,0 6 0 0,1-2 0 0,-1 3 0 16,3 2 0-16,1-2 0 0,3-1 0 0,0 6 0 16,0 1 192-16,3 5 176 0,2 6 16 0,3-1 16 15,3-4-400-15,6-13 0 0,1-5 128 0,4 2-128 16,3 4 0-16,6 2 0 0,4-3 0 0,4-1 0 0,5-2 0 0,0-7 0 15,2-1-128-15,1-5 128 0,4 2 0 0,1-2 0 16,1-2 0-16,-1-4 0 0,-5-5 0 0,4 1 0 16,2 0 0-16,4 3 0 0,2-1 0 0,2-1-144 15,1 3 144-15,2 1 0 0,0-5 0 0,2 2 0 16,2-1 0-16,3-3 0 0,0 0 0 0,2-2 0 16,-1-5 128-16,-3-1-128 0,1-8 0 0,1-4 0 15,4-8-144-15,1-4 144 0,2-7-192 0,3-7 192 16,0-6-208-16,1-8 80 0,-8 6 128 0,-6 3 0 15,-1-5 0-15,2-2 0 0,8-11 0 0,0-3 192 0,-4 0 0 16,-4 4-16-16,0 3 32 0,-1 1 16 0,-1 3 0 16,-4 0 0-16,-2 1-96 0,-3 0-128 0,0-3 176 15,-1-1-176-15,0-2 160 0,-1 0-160 0,-2-4 128 0,-1-2-128 16,0 0 0-16,-3-5 128 0,-3 4-128 0,-3 4 0 16,-3 4 240-16,1-3-48 0,2-7 0 0,-1-6 0 15,-1 1 112-15,-1 1 16 0,-3-2 0 0,-3 4 0 16,-3 4-64-16,-5 11 0 0,-1 6 0 0,-2 5 0 15,-3 1-64-15,-4 0-32 0,-4-4 0 0,-7-4 0 16,-4 1-160-16,-3 1 0 0,-4 3 0 0,-2-1 128 16,-7 4-128-16,-3 2 128 0,-3 4-128 0,-6 0 128 15,-3 0 160-15,0 1 32 0,-2 3 0 0,5 2 0 16,3 1-48-16,-5 5 0 0,-6 1 0 0,-3 6 0 16,0 1-32-16,0 4-16 0,0 7 0 0,2 1 0 15,2 2-80-15,2 5-16 0,2 4 0 0,4 2 0 16,4-4-128-16,5 4 0 0,3-2 0 0,6 1 0 0,2-2 0 15,6 1-144-15,4 2 144 0,3 1-5568 16,4 4-1024-16</inkml:trace>
  <inkml:trace contextRef="#ctx0" brushRef="#br1" timeOffset="134765.31">16938 12008 3679 0,'0'-2'320'0,"0"2"-320"0,0 0 0 0,0 0 0 0,0-3 512 0,0 2 16 0,2 1 16 0,-1-3 0 0,1-2 928 0,1-2 192 16,0 4 48-16,-1-3 0 0,-1-2 16 0,0 2 0 15,0 1 0-15,-1-1 0 0,0 0-16 0,-1-2 0 16,0 2 0-16,-2 0 0 0,1 0-160 0,-2 2-16 16,2-2-16-16,-1 0 0 0,-4 2-256 0,2-2-48 15,-3 2-16-15,1 1 0 0,0 0-512 0,-2 0-112 16,0 3 0-16,1 0-16 0,0 0-320 0,0 3-64 15,0 0-16-15,1 4 0 0,-1-1-160 0,0 1 0 0,2 3 0 0,-2 1 0 16,2 3 0-16,0-2 0 16,1 3 0-16,1-1 0 0,0 1 0 0,2-2 0 0,1 3 0 15,1 3 0-15,1-1 0 0,1-2 0 0,3 3 144 0,1-3-16 16,-1-2 144-16,3 0 48 0,2-1 0 0,0-3 0 16,2 0-160-16,0-4-32 0,2 0 0 0,0-6 0 15,-2 2-128-15,2-4 0 0,0-2 0 0,0-2 0 16,-2 0 0-16,-1-4 0 0,-1 1 144 0,-1-1-144 15,-2-2 192-15,-2 0-48 0,-1 2 0 0,-1-3 0 16,-3 1 192-16,-2 0 48 0,-1-1 0 0,-2 2 0 16,0-1-144-16,-3-1-32 0,-2-3 0 0,-1 4 0 15,0-3-80-15,1 4 0 0,-2 0-128 0,1 4 192 16,1 0-192-16,0 1 176 0,3 4-176 0,-1 2 160 16,2 0-160-16,1 2 192 0,1 4-192 0,1 1 192 15,0-1-48-15,2 4 0 0,0 0 0 0,1-2 0 16,0-2-144-16,1 4-176 0,0 0 48 0,2-1 0 0,0 1 128 0,1 0 0 15,1-4 0-15,-1 0 0 0,1 0 0 0,0-5 0 16,0 2 0-16,-2-1 0 0,1-2 0 0,0 0 0 16,-1 0 0-16,0-2-128 0,-1 2-64 0,1-4 0 15,-2 4 0-15,1-4 0 0,0 2-144 0,-1-2-48 16,0 2 0-16,0-1 0 0,-1 0 128 0,2-1 32 16,-2 1 0-16,0 1 0 0,0-2 224 0,-2 3 0 15,2-4 0-15,-1 4-144 0,0-2 144 0,-2 0 0 16,2-2 0-16,0 3 0 0,0 0 0 0,1-2 0 0,-1 4 0 15,-2-3 0-15,2 0 0 0,0 1 0 0,1 0 0 16,-2 2 0-16,1-2 0 0,0-1 0 0,1 3 0 16,-1-1 128-16,-1 1-128 0,2-2 144 0,-1 2-144 0,0-4 160 15,0 4-32-15,-1-2 0 0,1-2 0 0,0 1 0 16,-1 0 0-16,-1 0 0 0,1-1 0 0,-1 1 0 16,-1 0-128-16,1 1 192 0,-1 1-192 15,0-2 192-15,1-1-64 0,-1 1 0 0,0 3 0 16,0-3 0-16,1-1-128 0,0 2 0 0,1-2 0 0,-1 2 0 15,1-2 128-15,-1 0 0 0,2 2 0 0,-1-2 0 16,-1-1-128-16,1 2 0 0,0-1 0 0,0 1 0 16,1 0 0-16,-2-2 0 0,1 3 0 0,-1-1 0 15,2-2 0-15,0 1 0 0,-2 0 144 0,2 2-144 16,0-2 0-16,-2-2 128 0,2 0-128 0,-1 0 0 16,0-1 0-16,0 0 0 0,0 1 0 0,-1-3 128 15,-1 1-128-15,2 0 0 0,-2-1 0 0,2 2 128 16,-2-3-128-16,2-1 0 0,-2 1 128 0,1 0-128 0,0 0 0 15,-1-2 0-15,1 2 0 0,1-2 0 0,1 3 0 16,0-1 0-16,-1 0 0 0,2 0 0 0,-1 2 0 16,0-2 0-16,0 0 0 0,1 1 0 0,-2 1 0 15,2 0 0-15,0-2 0 0,0-1 128 0,0 1-128 0,0 0 0 16,2 1 0-16,-1-4 0 0,1 3 0 0,1-2 144 16,0-3-144-16,2 1 0 0,0-2 0 0,2 2 0 15,-1 0 0-15,1 2 0 0,2-4 0 16,-2 1 0-16,3 1 0 0,-1 2 0 0,1-3 0 15,-2 1 0-15,2 2 0 0,-1 0 0 0,1 2 0 16,0 0 0-16,0 0 0 0,-2 1 0 0,1 1 0 0,-1 0 0 0,2 2 0 16,3 0 0-16,-1 0 128 0,0 2-128 0,0 1 0 15,-1 3 0-15,0 0 0 0,-1 3 0 16,0-2 0-16,0 2 0 0,-1 0 0 0,0 2 0 0,0-1 0 16,-1 2 0-16,0-2 0 0,0 2 0 0,1-2 0 0,0 2 0 15,-2-1 0-15,1 0 0 0,-1 3 0 16,2-4 0-16,-2 2 0 0,1 1 0 0,0 1 0 15,0-2 0-15,-1-2 0 0,0 2 0 0,1 0 0 0,-1 1 0 16,1-4 0-16,-1 4 0 0,-1-4 0 0,1 1 0 16,0 1 160-16,-1-1-160 0,0-2 128 0,0-2-128 15,1 4 0-15,-2-4 0 0,-2 2 0 0,1-2 0 16,-2 0 0-16,0 0 0 0,0 0 0 0,-2 0 0 16,1 0 0-16,-1 0 0 0,0 0 0 0,-1-2 0 15,1 2 0-15,-1-3 0 0,1 3 0 0,0 0 0 0,0 0 0 16,0 0 0-16,0 0 0 0,-20 0 0 15,14 5-608-15,0-1 0 16,-2 2 0-16,1 0 0 0,0 1-1520 0,-1-1-304 16,2 0-64-16,-1 0-16 0,-1 1-288 0,1 0-48 0,-1-4-16 0,0 2 0 15,0 0 608-15,1 0 112 0,1-1 32 16,-2-2 0-16,2 0 1152 0,-1 0 224 0,2-2 48 0,-2 0 16 0,4 3 480 16,-1-6 192-16,2 3-176 0,-1 0 176 0,2-2 480 0,1 0 192 15,0 0 32-15,0-2 16 0,1 0 1088 0,0 2 224 16,2-4 32-16,-1 2 16 0,1 2-256 15,-1-2-48-15,1-1-16 0,-2 4 0 0,1-3-208 0,1 2-32 16,1 2-16-16,-2-3 0 0,1 3-384 0,0-1-80 16,1 2-16-16,0 2 0 0,1-2-384 0,-2 1-96 15,2 1-16-15,0 0 0 0,3 1-144 0,-2 1-48 0,-1-1 0 16,1-2 0-16,1 2-112 0,1-2-32 0,-1 2 0 0,1 0 0 16,-1-4-16-16,-1 2-16 0,0-2 0 15,1 0 0-15,-1 2-160 0,-1-2 0 0,0 0 0 16,-2 0 0-16,1-2 0 0,0 2 0 0,-3 0 144 15,1-2-144-15,0 2 0 0,-2 0 144 0,1-4-144 0,-1 2 0 16,0-1 176-16,-1 0-176 0,1-1 160 0,-2-2-160 16,2 2 176-16,-1-5-176 0,0 3 192 0,0-1-192 15,0-2 128-15,-1 0-128 0,1-1 0 0,-1 3 0 16,-1-3 128-16,1 2-128 0,-2-1 0 0,0 1 0 16,1-1 128-16,-2 0-128 0,0 3 0 0,1-2 0 15,0 2 0-15,-1 0 128 0,2 0-128 0,-1 1 0 16,1 1 192-16,1 3-64 0,1-2 0 0,-2 0-128 15,3 3 0-15,-1-3 0 0,1 3 0 0,0 0 0 16,1 3 0-16,-1-2 0 0,0 1 0 0,0 2 0 16,0 2-560-16,0-6-16 0,0 0 0 0,0 19-17760 15</inkml:trace>
  <inkml:trace contextRef="#ctx0" brushRef="#br1" timeOffset="136818.5">17251 11433 3967 0,'-2'0'0'0,"0"0"176"0,1 0-48 0,0 0-128 0,0 0 0 0,1 0 0 0,0 0 0 0,-2 0 0 0,1 0 2992 0,1-2 480 0,-1 1 112 0,1 1 0 0,0 0-688 0,0 0-144 0,0 0-16 0,0 0-16 16,0 0-768-16,0 0-160 0,0 0-16 0,0 0-16 15,14-19-768-15,-12 15-160 0,-1 2-16 0,2-2-16 16,-2-1-240-16,0 2-48 0,-1-4-16 0,0 1 0 16,0 3-144-16,-1-4-32 0,0-1 0 0,0 0 0 15,-1 2-32-15,1-4-16 0,-1 2 0 0,-1-2 0 16,2 0-80-16,-2 0 0 0,1-3-16 0,-1-3 0 15,1 2 16-15,-2-3 16 0,1 1 0 0,0-2 0 16,2-2-208-16,1 2 0 0,0 3 0 0,1-1 0 16,0-4 0-16,2-2 0 0,1 1 0 0,2-2 0 0,1-1 0 15,2 0 0-15,1-1 0 0,0 1 0 0,1 0 0 16,0 2 0-16,1 1 128 0,1 1-128 0,0-2 0 0,0 3 0 16,-1 1 0-16,-1 2 0 0,1 0 0 15,0-1 0-15,-3 6 0 0,0 0 0 0,2-1 0 0,2-1 0 16,-1 1 0-16,0-3 0 0,1 4 0 15,-1 0 0-15,0 0 0 0,2 2 0 0,-2-1 0 0,2 2 0 16,-2 0 0-16,1 2 0 0,-2 4 0 0,-1-2 0 16,-2 4 0-16,0 0 0 0,0 0 0 0,-1 4 0 15,0 2 0-15,-1 0 0 0,-1 1 0 0,-1 2 0 16,0 3 0-16,1-2 0 0,-2 3 0 0,1-1 0 16,1 0 0-16,-1 1 0 0,-1-2 0 0,1 0 0 0,1-1 0 0,0-3 0 15,1 2 0-15,-2-3 0 0,1 0 0 0,-3-2 0 16,2-1 0-16,-2 0 0 0,0-3 0 0,-2 3 0 15,1-3 0-15,-1 0 0 0,0 0 0 0,-3 0 0 16,2 1 0-16,-3 1 0 16,4-2 0-16,0 0 0 0,0 0 0 0,0 0 0 0,-17 9 0 0,13-5 0 15,1 0 0-15,-1-2 0 0,0 2 0 0,1-2 0 16,0 2-128-16,1-2 128 0,-1 2 0 0,1-1 0 16,0-2-128-16,1 1 128 0,0-1 0 0,1-1 0 15,0 0 0-15,0-1 0 0,0 1 0 0,0 0 0 16,0-3 0-16,0 0 0 0,1-1 0 0,2-2 0 15,-2 1 0-15,1-1 0 0,1 1 0 0,-2-1 0 16,-1-3 0-16,0 3 0 0,0-1 0 0,0 0 0 16,0 1 0-16,-1 0 0 0,0 1 0 0,1 0 0 0,-2 3 0 15,2-1 0-15,0 2 0 0,0 1 0 16,2 0 0-16,-1 1 0 0,0 4 0 0,2-1 0 16,0 2 0-16,1 2 0 0,1 3 0 0,0-1 0 0,1-1 0 0,-1 1 0 15,1-1 0-15,0 1 0 0,1-1 0 16,-1-2 0-16,0-1 144 0,0-2-144 0,0 1 0 15,1-5 0-15,-3 3 0 0,3-3 0 0,-2-2 0 0,-2 1 0 16,1-2 128-16,0 0-128 0,-1-4 0 0,-1 1 0 16,0 0 0-16,-2 0 0 0,0-4 0 0,0 1 0 15,-1-1 0-15,-2 1 0 0,2-1 0 0,-1-3 0 16,0 2 0-16,0 0 0 0,0 0 0 0,0 0 128 16,1-2-128-16,0 3 0 0,1 2 0 15,0 2 0-15,0-1 128 0,0 1-128 0,0 3 0 0,0 3 0 16,0-3 0-16,0 3 0 0,1 3 0 0,-1-3 0 0,3 3 0 15,-2 3 0-15,1-2 0 0,-2-4 0 0,0 0 0 16,0 0 0-16,13 25 0 0,-10-19 0 0,1 0 0 0,-1-2 0 16,0 1 0-16,1-1 0 0,-2-1 0 0,2 0 0 15,0 1-192-15,-2-4 48 0,0 2 0 0,-1-2 0 32,-1 0-672-32,-1 0-128 0,-1 0-16 0,0 0-16 0,-1-2-160 15,-2 2-16-15,2 2-16 0,3-2 0 0,0 0 144 0,0 0 16 0,0 0 16 0,-20 14 0 16,16-12 576-16,0 4 112 0,1-2 32 0,0 2 0 15,0 0 272-15,0 1 0 0,2-4 0 0,-2 3 0 16,1-3 160-16,1 1-16 0,-1-2 0 0,2-2 0 16,-1 1 672-16,0-1 128 0,1 3 16 0,-1-3 16 0,0 0 96 15,-1-3 16-15,1 2 0 0,1 1 0 0,0 0-208 16,0 0-48-16,0 0 0 0,0 0 0 0,0 0-320 0,0 0-64 16,0 0 0-16,0 0-16 0,0 0-224 0,0 0-32 15,0 0-16-15,0 0 0 16,0 0-160-16,7-18 0 0,-3 15 144 0,0 1-144 0,1-2 0 0,-1 0 128 15,0-2-128-15,1 2 0 0,2-2 0 0,-2 1 0 16,0 0 0-16,1-3 0 0,0 1 0 0,0-3 0 16,0 2 0-16,0-2 0 0,2 0 0 0,-2-2 0 15,1-1 0-15,0 0 0 0,0-2 0 0,-1-1 0 0,0 1 0 16,-1-2 128-16,0 1-128 0,0-3 0 0,1-3 0 16,-1-3 128-16,2-1 0 0,-1-2 0 0,0 0 0 0,-1 0 0 15,1 0 0-15,0-1 0 0,3-1 0 0,1 2 0 16,1 3-128-16,1-1-128 0,1 4 128 0,-2 1-192 15,0 5 192-15,1-4 0 0,3 3 0 0,1-1 0 16,-1 2 0-16,1-1 0 0,1 3 0 16,2-2 0-16,-1 2 0 0,1 0 0 15,1 2 0-15,0-3-128 0,-1 1 128 0,1 2 0 0,-1 2 0 0,-3 0 0 16,0 4 0-16,-3 0 0 0,2-1 0 0,-2 4 0 16,-2 0 0-16,0 3 0 0,-1 0 0 0,0 3 0 15,1 2 0-15,-2 3 0 0,2-1 0 0,-1 1 0 16,-2 0 0-16,3 0 0 0,0 5 0 0,1-3 0 15,-1-1 0-15,0 4 0 0,1-3 0 0,1 2 0 16,0-2 0-16,1 0 0 0,-1-2 0 0,0 2 0 16,-1-1 0-16,-1-2 0 0,0 2 0 0,-2 1 0 15,0-4 0-15,-3 3 0 0,-2-2 0 0,-1 2 0 0,0-3 0 16,-1 2 0-16,-2 0 0 0,0-2 0 16,0 2 0-16,0-2 0 0,-1 0 0 0,0 0 0 0,1 1 0 15,-1-4 0-15,-1 1 0 0,1-2 0 0,1 1 0 0,0-3 0 16,0 0 0-16,1-5 0 0,2 1 0 0,0-3 0 15,2-2 0-15,2-1 0 0,-1-2 0 0,1-3 0 16,2 1 0-16,-2 1 0 0,1-4 0 0,-1-1 0 16,1 3 0-16,-2-3 0 0,1 4 0 0,-2-2 0 15,0-2 0-15,-1 2 0 0,-1-1 0 16,0 3 0-16,-1-2 0 0,0-1 0 0,0 3 0 16,-2 0 0-16,1 2 0 0,1 2 0 0,-1 0 0 0,0 1 0 0,0 3 0 15,2 2 0-15,-1 1 0 0,-1 1 0 16,2 4 0-16,-1-1 0 0,0 5 0 0,-1 0 0 0,0 3 0 15,-1 2 0-15,-1 1 0 0,-2 3 0 0,0 4 0 0,-2-2 0 16,1 2 0-16,0-3 0 0,1 0 0 16,-1 1 0-16,0-1 0 0,0 0 0 0,3-2 0 0,0-2 0 15,0 1 0-15,0-1 0 0,2 0 0 0,-1-4 0 16,1 0 0-16,1 0 0 0,1-2 0 0,1-1 0 16,-1-1 0-16,1-1 0 0,0 0 0 0,0-2 0 15,0 0 0-15,0-1 0 0,1-2 0 0,0-1 0 16,1 0 0-16,0-1 0 0,1-1 0 0,-2-1 0 15,0 1 0-15,-1-1 0 0,-1-1 0 0,-1 1 0 16,0 0 0-16,-2 0 0 0,-2 0 0 0,0 0 0 16,-3-1 0-16,1 0-128 0,-1 1 128 0,-1 0 0 15,2 1-160-15,-1 1 160 0,1 0-192 0,-1 2 192 0,0 1 0 16,0 1 0-16,0 0 0 0,0 0 0 16,0 1 0-16,0 2 0 0,-1 4 0 0,1 1 0 0,0 1 0 0,-1 1 0 15,1 2 0-15,0 4 0 0,0-3 0 0,1 0-128 16,2 2 128-16,-1-1 0 0,2-2 0 15,0-2 0-15,1 0 0 0,-2-1 0 0,4-3 0 0,-1 0 0 16,0-2 0-16,0-2 0 0,1-2 0 0,0 0 0 16,1-2 0-16,-1-2 0 0,1-1 0 0,-1 0 0 15,2-6 0-15,-1 0 0 0,1 2 0 0,0-3 0 16,-2 2 0-16,0 0 0 0,-2 1 0 0,0 2 0 16,-2 1-160-16,-1 1 160 15,0 3-1792-15,-2 2-256 0,-1 0-64 0,0 2-14464 0</inkml:trace>
  <inkml:trace contextRef="#ctx0" brushRef="#br1" timeOffset="137982.04">18636 10121 4255 0,'3'0'0'0,"-2"-2"176"15,1 4-48-15,-1-4 0 0,-1 2-128 0,3-1 0 0,1-2 0 0,1-3 0 0,2 0 3088 0,0-4 592 0,2 0 112 0,-1 1 32 0,-1-3-944 0,-1 2-176 0,0-3-32 0,0 0-16 0,-1 1-736 16,-1-1-160-16,0-1-32 0,-3 2 0 0,-1 1-592 16,-1 4-128-16,-3-3-32 0,0 4 0 0,-2 0-224 0,-1 1-48 15,-1 3-16-15,-1-1 0 0,-1 3-288 0,0 0-48 16,0 3-16-16,-1 1 0 0,0 2-208 0,-1 1-128 15,3 2 160-15,0 4-160 0,3-1 0 0,0 1 0 16,-1 0 0-16,1 2 0 0,2 1 0 0,1 3 0 16,0-3 0-16,2 2 0 0,0 2 0 0,2-1 0 15,2 0 0-15,0 0 0 0,2 1 0 0,1-3 0 16,2 0 0-16,0-1 0 0,2-1 0 0,1-5 128 16,2-1-128-16,0-3 0 0,1-2 128 0,0-4-128 15,0 0 0-15,3-7 144 0,-3 0-144 0,1-2 128 16,0-3-128-16,-1-4 128 0,2 0 0 0,-4-3 0 15,-1 1 0-15,-1-1 0 0,-1 2 48 0,-2-2 0 0,1-2 0 16,-3 2 0-16,0 0-16 0,-3 0 0 0,-1-3 0 0,-1 0 0 16,-1 2 32-16,-4-1 0 0,0 4 0 0,-4 1 0 15,1-2-192-15,-3 5 0 0,-2-2 0 0,-2 4 0 16,1 2 0-16,-1 6 0 0,0 0 0 0,-1 3 0 16,1 6 0-16,-1 0 0 0,0 4 0 0,-1 5 0 15,0-1 0-15,3 4 0 0,-1 1 0 0,2 1 0 16,1 1 0-16,1 2 0 0,1 8 0 0,0-3 0 15,4 5 0-15,0-2 0 0,2 1 0 0,3-4 0 16,0 3 0-16,2-5 0 0,1-1 0 0,3-3 0 16,0-3 0-16,3-2 0 0,0-2 0 0,2-5 0 15,1 0 0-15,2-4 0 0,0-1 0 0,1-2 0 16,-1-3 0-16,2-2 0 0,0-2 0 0,-1 0 0 16,2-4 0-16,-1 2 0 0,0-4 0 0,-2-3 0 15,2 1 0-15,-1-4 0 0,-1 0 0 0,-2-4 0 16,2 2 0-16,-3-5 0 0,-2 1 0 0,-2 1 0 0,1 1 0 15,-4 2 0-15,0 2 0 0,-3-3 0 0,-1 3 0 0,-2-3 0 16,-2 6 0-16,-1-2 0 0,0 3 0 0,-3 2 0 16,-2-3 0-16,-3 6 0 0,0-2 0 0,-1 6 0 15,0 0 0-15,0 3 0 0,-1 3 0 0,1 0 0 16,3 1 0-16,-2 2 0 0,-1 3 0 0,0 3 0 16,-1 1 0-16,2 3 0 0,-1 3 0 0,2 2 0 0,2 2 0 15,1 0 0-15,2 4 0 0,1-3 0 16,3 3 0-16,1 2 0 0,2-6 0 0,1 0 0 0,1 0 0 15,2-3 0-15,0-2 0 0,2-4 0 0,3 1 0 0,0-6 0 16,2 1 0-16,2-1 0 0,1-5 0 16,-1-1 0-16,2 0 0 0,1-3 0 0,0-3 0 15,-1 0 0-15,1-3 0 0,-1-4 0 0,-1 0 0 16,2-5 0-16,-1 1 0 0,-2-2 0 0,1-2 0 16,-4-5 0-16,1 2 0 0,-1-1 0 0,-2 0 0 15,0 0 0-15,-2 2 0 0,-3-1 0 0,0 1 0 0,0-1 0 16,-2 4 0-16,-3-1 0 0,0 1 0 0,-2 1 0 15,0 4 0-15,-2-1 0 0,1 5 0 0,-1 0 0 16,-1 3 0-16,0 4 0 0,-2-2 0 0,0 6 0 16,1 1 0-16,-1 2 0 0,2 4 0 0,-2 2 0 15,0 3 0-15,3 1 0 0,0 0 0 0,4 0 0 16,-1 3 0-16,2 1 0 0,2 1 0 0,1-2 0 16,1 0 0-16,1-1 0 0,0-1 0 0,1-4 0 0,1 2 0 15,1-5 0-15,0 0 0 0,1-4 0 0,0-2 0 0,0-2 0 16,2-2 0-16,1-4 0 0,1-1 0 0,0-2 0 15,2-2 0-15,-2-3 0 0,0 1 0 0,-1-4 0 16,0-1 0-16,-3-3 0 0,1 3 0 0,-5 0 0 16,0 0 0-16,-2 1 0 0,-1 2 0 0,-3-2 0 15,0 1 0-15,-2-2 0 0,0 4 0 0,0-1 0 16,0 4 0-16,1 0 0 0,-1 2 0 0,2 2 0 16,-2 1 0-16,0 1 0 0,0 2 256 0,-1 5-16 15,1 0-16-15,0 4 0 0,0 2-224 0,-1 2 144 16,-1 5-144-16,1 1 128 0,-1 4-128 0,-1 1 0 15,2 1 0-15,-1 0-13440 0,-1 4-2624 16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388" units="cm"/>
          <inkml:channel name="Y" type="integer" max="18258" units="cm"/>
          <inkml:channel name="F" type="integer" max="65535" units="dev"/>
          <inkml:channel name="T" type="integer" max="2.14748E9" units="dev"/>
        </inkml:traceFormat>
        <inkml:channelProperties>
          <inkml:channelProperty channel="X" name="resolution" value="1000.29218" units="1/cm"/>
          <inkml:channelProperty channel="Y" name="resolution" value="1000.438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5-12-15T16:43:03.742"/>
    </inkml:context>
    <inkml:brush xml:id="br0">
      <inkml:brushProperty name="width" value="0.05292" units="cm"/>
      <inkml:brushProperty name="height" value="0.05292" units="cm"/>
      <inkml:brushProperty name="color" value="#0070C0"/>
    </inkml:brush>
    <inkml:brush xml:id="br1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3295 6492 4607 0,'-6'-3'400'0,"1"1"-400"0,3 1 0 0,1 1 0 0,1 0 944 0,-2-3 96 0,-1 2 32 0,-2-4 0 0,-3-1 560 0,1 0 112 0,-1 0 32 0,2-2 0 15,1 2-320-15,3 2-64 0,1-2-16 0,-1 4 0 16,2-1-96-16,3 2 0 0,-1 1-16 0,2 0 0 16,0 0-272-16,2 0-48 0,0 4-16 0,3-2 0 15,-1-1-384-15,2 2-80 0,1-1-16 0,3-1 0 16,1 2-176-16,2-3-32 0,2-3-16 0,2 2 0 15,0-4-32-15,2 2-16 0,2-1 0 16,1 0 0-16,1-2 176 0,0 0 32 0,2 0 16 0,-1-1 0 16,-1 1-144-16,-1 0-16 0,-1 2-16 0,-1-1 0 15,-1 4-48-15,-1 1-16 0,-2 1 0 0,0 4 0 16,0 2-32-16,-2-1 0 0,2 1 0 0,-3 2 0 16,2 1-128-16,2-4 0 0,2 4 0 0,3-4 0 15,3 3 0-15,3-6 0 0,5 1 0 0,3-4 0 16,2-2 0-16,2-6 0 0,1-1 0 0,-1 0 0 0,-2-4 0 0,5 1 0 15,5-2 0-15,1 2 128 0,-1 2-128 16,-2 0 160-16,-2-1-160 0,-1 1 160 0,-2 3-16 0,-3-2 0 16,-3 0 0-16,-2 2 0 0,-1 3 16 0,0-2 0 15,-1 4 0-15,-2 2 0 0,0-3 16 0,1 2 0 16,-3 1 0-16,0-3 0 0,2 2-176 0,2-1 128 16,2-2-128-16,-1-2 128 0,1 1-128 0,0-1 128 15,0-2-128-15,2 2 128 0,3-3-128 0,2 2 0 16,-2-2 0-16,-4 3 0 0,-5 2 144 0,0 1-144 15,2 3 160-15,1-3-160 0,0 6 160 0,-1-3-160 16,-3 1 160-16,0 4-160 0,-2-4 144 0,-2 4-144 16,-1-1 128-16,-1-3-128 0,-1 4 128 0,1-1-128 0,0-2 0 15,0-2 128-15,1 0 0 0,-2 0 0 0,0-2 0 16,-1-2 0-16,4-1 128 0,1 0 0 0,1-1 16 16,0-3 0-16,-4 2-16 0,2 1 0 0,1-3 0 0,-1-1 0 15,-1 0-96-15,-2 2-32 0,-5 1 0 0,-1 1 0 16,0 2-128-16,-3 1 160 0,0 3-160 0,-3 0 160 15,-1 1-160-15,-1 4 0 0,-1 0-192 0,1 4-17856 16</inkml:trace>
  <inkml:trace contextRef="#ctx0" brushRef="#br0" timeOffset="978.1">7328 9266 6447 0,'-8'2'576'0,"3"-2"-576"0,3 0 0 0,1 0 0 15,-1 0 0-15,0 0 0 0,-2 3 0 0,-3-3 0 0,-3 0 1088 0,0 1 224 0,0 1 32 0,3-2 16 0,1 0 288 0,2-2 48 0,0 1 16 0,3 1 0 16,1 3-32-16,0 0 0 0,4 0 0 0,-1 1 0 16,4 2-448-16,0 1-80 0,3-1-32 0,1-3 0 15,4 4-288-15,2-1-48 0,5-2-16 0,4 0 0 16,4 0-80-16,5 0-32 0,3 0 0 0,4-2 0 15,4 1-80-15,1-3 0 0,2-3-16 16,1 1 0-16,-1-3-80 0,1 0-16 0,-2 1 0 0,-4-2 0 0,-3 2-48 16,1-2-16-16,-1 0 0 0,-1 0 0 15,-5 2 16-15,-2 1 0 0,-4 0 0 0,-3-1 0 0,-1-1-176 16,-5 1-48-16,-2-2 0 0,-3 4 0 0,-2 0-16 16,-5 2-16-16,-2 2 0 0,-1 0 0 0,-3 1-160 0,-2 3 0 15,-2 0 0-15,-3 4 0 16,-2 0-480-16,-3 2-128 0,-5 4-32 15,-2 4 0-15</inkml:trace>
  <inkml:trace contextRef="#ctx0" brushRef="#br0" timeOffset="1549.91">10514 9356 7359 0,'-13'-9'656'0,"5"6"-528"0,1 0-128 0,1 1 0 0,3 0 0 0,2 2 0 0,-1-2 0 0,-5 1 0 0,0-2 1904 0,-3-1 288 16,1 2 64-16,3 0 16 0,3 0-160 0,1 2-48 15,4 0 0-15,2 0 0 0,5 2-336 0,2 0-64 16,7 0 0-16,1 2-16 0,6-1-512 0,4 0-112 0,1 4 0 0,3-6-16 16,2 1-240-16,6-4-32 0,3 2-16 0,1-4 0 15,-3 0-80-15,4 1-32 0,2-4 0 16,1 5 0-16,-1-2-96 0,-1 2-32 0,-3-2 0 0,-3 2 0 15,-1 0-176-15,-6 2-48 0,-3-2 0 0,-4-1 0 16,-2 3-96-16,-4 0-32 0,-2 0 0 0,-4 3 0 16,-2-1-128-16,-4 3 0 0,-2 0 0 0,-3 3 0 15,-4 2-400 1,-3 1-112-16,0 1-32 0,-2-2-16912 0</inkml:trace>
  <inkml:trace contextRef="#ctx0" brushRef="#br0" timeOffset="2184.56">16079 9404 2751 0,'-9'-7'256'0,"8"4"-256"0,1 0 0 0,-2 0 0 0,-2 3 640 0,0-2 64 0,0 0 32 0,-1 2 0 0,-2-2 1040 0,-2-2 208 0,1 2 32 0,0-2 16 16,2 4-48-16,4-2-16 0,2 2 0 0,2 0 0 16,6 2-112-16,3-2-32 0,5 0 0 0,5 1 0 15,3 2-480-15,0-3-112 0,-2 2-16 0,7-2 0 0,7 0-256 16,6-2-48-16,1 2-16 0,-1-4 0 16,0 2-128-16,0-1-48 0,1 2 0 0,1-2 0 0,-1 2-80 0,-2 1-32 15,-4-2 0-15,-1-1 0 0,1 2-208 0,-1-2-32 16,-1 0-16-16,-1-3 0 0,-3 2-160 15,-5 1-16-15,-3 0-16 0,-2 0 0 0,0 1-160 0,-3 0 192 16,-4 0-192-16,-3 2 192 0,-1 0-192 0,-3-2 0 16,-4 4 0-16,1-2 128 0,-3 2-128 0,-1-2 0 15,-2 4 0-15,-2-4 0 0,-2 4-160 0,-3 0-16 16,-1 2 0-16,-3 2-17872 0</inkml:trace>
  <inkml:trace contextRef="#ctx0" brushRef="#br0" timeOffset="11366.97">8735 8850 4607 0,'-4'-2'400'0,"1"-2"-400"0,0 4 0 0,2 0 0 0,1 0 288 0,0-3-32 0,-3 3 0 0,0-3 0 0,-1-1 896 0,0 2 160 0,1-2 32 0,1 1 16 0,1 3-304 0,2 0-64 0,2 0-16 0,1 3 0 16,2 1-80-16,0 2 0 0,0 0-16 0,1 1 0 15,1 2 144-15,-1 1 16 0,2-1 16 0,1 0 0 16,0 4-352-16,2-1-64 0,0-1 0 0,2 2-16 15,2-2-240-15,1-1-32 0,3 0-16 0,1-3 0 0,2-1-336 16,-1-1 144-16,-1-1-144 0,4-2 0 0,2 0 272 16,1-2-48-16,2-2-16 0,-2 0 0 0,-3-2 304 0,-3-1 64 15,1-1 16-15,-1-1 0 0,0-3 112 0,0-1 32 16,-1-3 0-16,0 0 0 0,-2 0-48 0,-2-3-16 16,2 1 0-16,-4 0 0 0,-2-2-160 15,-2-1-16-15,-1 3-16 0,-4 0 0 0,1 1-208 0,-5 3-32 16,-2 2-16-16,-2 3 0 0,-3 4-224 0,-3 3 0 15,-2 3 128-15,-4 10-15712 0</inkml:trace>
  <inkml:trace contextRef="#ctx0" brushRef="#br0" timeOffset="12083.88">11857 8799 11967 0,'-11'-4'1072'0,"3"2"-864"0,1 0-208 0,2-1 0 0,3 2-512 0,1 1-160 0,-1-2-32 0,-1 2 0 0,-2 0 2048 0,-1 0 384 0,-1-3 96 0,2 3 16 0,2 3 240 0,0-1 48 0,5 4 16 0,-1-2 0 15,4 2-720-15,1 4-144 0,3-1-16 0,0 3-16 16,4 2-336-16,2-2-64 0,-1-2-16 0,3 2 0 15,2 4-448-15,2-1-112 0,0 1-16 0,2-2 0 16,-1 1-48-16,0-3-16 0,3-1 0 0,-3-2 0 0,-7-3 48 16,0 0 0-16,2-2 0 0,3-2 0 0,2-5 192 15,4-2 32-15,0-3 16 0,-1-4 0 0,1-4 32 0,0-1 0 16,0-3 0-16,-2-2 0 0,1 2-224 0,-4-2-32 16,-1 3-16-16,-3 3 0 0,-3 4-240 0,-4 2 0 15,-3 3-192-15,-2 5-16704 16</inkml:trace>
  <inkml:trace contextRef="#ctx0" brushRef="#br0" timeOffset="12583.2">14187 8839 12895 0,'-1'-4'1152'0,"-1"3"-928"0,2-1-224 0,0 2 0 0,0 0 1424 0,0-3 240 0,0 2 64 0,0-4 0 0,-1 1 400 0,1 1 96 0,1 0 16 0,1 6 0 0,-1-2-736 0,1 4-144 0,2 2-16 0,0 2-16 0,1 3-144 0,0 1-32 16,1 0 0-16,3-1 0 0,-1 1-400 0,3-3-96 16,-1-2-16-16,3 0 0 0,3-4-48 0,2-4-16 15,6-2 0-15,2-4 0 0,3-4-320 0,5-2-64 16,0-3 0-16,6-4-16 0,6 0-48 0,1-6-128 16,1-1 192-16,-2 0-64 0,-4 4-128 0,-5 1 0 0,-3 5 0 15,-6 2-18416-15</inkml:trace>
  <inkml:trace contextRef="#ctx0" brushRef="#br0" timeOffset="14837.96">16665 4359 9215 0,'4'-10'816'0,"-2"0"-656"0,-1 4-160 0,-1 1 0 0,0 4 0 0,2-6 128 0,-1-2-128 0,1-7 128 0,1-5 272 0,-1 1 48 16,0-3 16-16,-2 2 0 0,-2 5 1072 0,1 0 192 16,-3 4 64-16,1-2 0 0,-2 2 64 0,-1 0 32 15,-1 2 0-15,-1-1 0 0,-1 1-576 0,-1 0-112 16,-2 1-32-16,-3-1 0 0,0 3-624 0,-2-2-128 15,-3-1-32-15,0 4 0 0,2 0-208 0,-1 0-48 0,2 2-128 0,-3 2 192 16,-2 2 48-16,-2 2 0 0,1-1 0 0,-2 5 0 16,2 3-80-16,0 0-16 0,4 1 0 0,-1 2 0 15,2 2-144-15,2 0 0 0,3 4 0 16,0-1 0-16,3 3 0 0,3-2 0 0,2 5 0 0,1-4 0 16,4 4 0-16,2 4 0 0,1-1 0 0,4 5 0 15,1-3 0-15,1 2 0 0,1 1 0 0,2 1 0 16,0 5 0-16,3 1 0 0,0 3 0 0,1 6 0 15,4 10 0-15,1 5 0 0,0 6 0 0,-2-4 0 16,-2-4 0-16,-2-4 0 0,-2 1 0 0,1 6 0 16,0 7 0-16,-2 3 0 0,-1 1 0 0,-2-2 0 15,-4-3 0-15,-2-2 0 0,0-2 0 0,-4 3 0 16,-1 1 0-16,0-3 0 0,-2-12 0 0,-1-4 0 16,0-2 0-16,0-3 0 0,0-2 0 0,2-1 0 0,0 1 0 0,2-5 0 15,1-3 0-15,0-3 0 0,2-3 128 16,1-3 64-16,-1 1 0 0,2-4 0 0,1-2 96 0,0-1 32 15,1-1 0-15,0-1 0 0,1-5-80 0,-1 0-16 16,2 0 0-16,2-4 0 0,1 0 16 0,2-3 0 16,0 1 0-16,2-6 0 0,1 1 0 0,2-2 0 15,0-3 0-15,1-2 0 0,-2 0-32 0,2-2 0 16,0 1 0-16,-1-2 0 0,-1-2-208 0,-2-3 0 16,0 3 0-16,-2-2-160 15,0 0-1152-15,0-2-224 0,0-1-64 0,-1-3-13056 0</inkml:trace>
  <inkml:trace contextRef="#ctx0" brushRef="#br0" timeOffset="15683.16">17048 4146 7359 0,'-7'-9'656'0,"2"6"-528"0,1-3-128 0,2 2 0 0,1 4 976 0,1-3 176 0,0 3 16 0,0-3 16 0,1-2 528 0,0-1 96 16,1-2 32-16,3-1 0 0,3 2-48 0,1-3 0 15,3 4 0-15,1 0 0 0,2-3-576 0,1 5-128 16,0-2-32-16,2 0 0 0,-1 2-544 0,2-2-96 16,-1 0-32-16,1-3 0 0,1 2-80 0,-2-2-32 15,1-1 0-15,-2-2 0 0,-2 2-112 0,-2 0-32 16,-1-1 0-16,-3 1 0 0,-1 3-128 0,-3-2 192 0,-2-1-192 15,0 4 192-15,-2 2 64 0,-1-1 32 0,-1 4 0 0,-2 1 0 16,1 4 96-16,-2 2 0 0,1 1 16 16,-1 8 0-16,0-1 64 0,0 7 16 0,1 5 0 0,0 7 0 15,2 3-176-15,1 5-48 0,0 7 0 16,0 5 0-16,1 2-256 0,1-2 160 0,-1-4-160 16,0-3 128-16,0-3-128 0,2-2 0 0,0 4 0 0,2 2 0 15,2 3 0-15,0 1 0 0,2 4 0 0,2-1 0 16,0-5 0-16,-1-2 0 0,0 2 0 0,-2-2 0 15,2 6 0-15,0 2 0 0,0 5 0 0,0 0 0 16,0 2 0-16,-2-5 0 0,0-5-144 0,-2-1 144 16,0-1 0-16,-1 2 0 0,-1 3 0 0,-2-2 0 15,1-2 0-15,-1 1 0 0,-2-3 0 0,0-2 0 16,0-9 0-16,2 1 0 0,-1 3 0 0,0 1 0 16,0-1 176-16,2-1-176 0,0 0 192 0,0-3-192 0,2-1 400 15,-1-1-16-15,0-3-16 0,1-3 0 0,2-3-96 16,-4-4-16-16,2-1 0 0,-1-4 0 0,0-2-96 15,-1 1-32-15,1-1 0 0,0-2 0 0,0 3 0 0,-2-4-128 16,2-1 192-16,-2-2-64 0,1 2 0 0,-1-1 0 16,1-3 0-16,-2 1 0 0,0-2-128 0,2 0 192 15,-3-1-192-15,1-3 192 0,-1 1-192 0,-1-1 0 16,-1 0 0-16,0 0 0 0,-2-3 0 0,-1-3 0 16,-1 2 128-16,-1-1-128 0,-1-1 0 0,-2-1 0 15,-1 1 0-15,-1-3 0 0,-4 2 0 16,0-2 0-16,-3-1 0 0,-2 4 0 0,0-3 128 0,-2 3-128 15,2 1 0-15,-3-2 128 0,1 1 96 0,0 2 16 16,2-1 0-16,3-1 0 0,-1 2-16 0,3-3 0 16,1 2 0-16,3-2 0 0,2-1-96 15,3 1-128-15,3-3 176 0,3 2-176 0,3-1 0 0,3 0-176 0,4 0 0 0,6 1-19024 16</inkml:trace>
  <inkml:trace contextRef="#ctx0" brushRef="#br0" timeOffset="18283.46">8824 8848 2751 0,'-1'-4'256'0,"0"1"-256"0,1 3 0 0,-2 0 0 15,2 0 768-15,-1-2 128 0,0 1 0 0,-4-3 16 0,0-1-16 0,-2 1-16 0,0 1 0 0,2-2 0 0,2 4 16 0,-1-2 16 0,3 3 0 0,2 0 0 0,3 0 320 0,2 0 64 0,3 0 16 0,5-2 0 16,5 2 304-16,2-2 64 0,5 2 16 0,1 0 0 15,0 0-288-15,3 0-64 0,2 2-16 0,-1-2 0 16,-1 2-800-16,-4-2-144 0,0 0-48 0,-4 0 0 16,-1 0-192-16,-1 0-144 0,-3 3 192 15,-1-3-192-15,0 0 128 16,-2 1-128-16,-2 1 0 16,-3-2 0-16,-1 3 128 0,-3-2-128 15,-1 1 0-15,-1 1 0 0,-3 1 0 0,-3-2 0 0,-2 3 0 0,-5 1 0 16,-2 3 0-16,-5 0 0 0,-3-2 0 0,-6 2 0 0,-3-2 0 0,-5 2 0 0,-3-2 0 0,-3 2 0 15,3-3 0-15,-1-2 0 0,1 2 128 0,-2 0-128 16,2 0 0-16,5 0 128 0,4 1-128 0,7-4 0 16,4 0 144-16,8-2-144 0,5 1 0 0,5-2 144 15,0 0 32-15,6 0 0 0,6-2 0 0,6 1 0 0,4-4 656 16,7 1 128-16,3-2 16 0,4 0 16 0,4 2-208 0,2-2-32 16,3 0-16-16,-1 2 0 0,-3-2-480 0,-1 0-80 15,-3-1-32-15,-5 0 0 0,-2 2-144 0,-6 1 128 16,-7 1-128-16,-1 3 128 0,-3-3-128 0,-4 6 0 15,-2 0 0-15,-6 0 0 0,-2-2 0 0,-4 1 0 16,-2 5 0-16,-5-4 0 0,-4 4 0 0,-6-1 0 16,-3 2 0-16,-9 2 0 0,-2 0 128 0,-4-1-128 15,2 1 128-15,-6-3-11392 0,-5 2-2304 16</inkml:trace>
  <inkml:trace contextRef="#ctx0" brushRef="#br0" timeOffset="19083.57">11934 8864 11967 0,'-4'-1'1072'0,"1"1"-864"0,0 0-208 0,1 0 0 0,0 0 320 0,-1-3 32 0,-4 3 0 0,-4-4 0 0,-1 2 864 0,-2-1 160 0,2 2 32 0,3 1 16 0,2 1 48 0,2 2 0 0,3-1 0 16,0 0 0-16,4 3-320 0,0-2-48 0,3 3-16 0,2-2 0 15,4 0-320-15,4 1-80 0,4-2-16 0,3 0 0 16,4-3-16-16,7 0 0 0,10 0 0 0,4-5 0 16,2 4-48-16,-1-5-16 0,3-3 0 0,-4 2 0 0,-1-2-208 15,-9 0-64-15,-5 5 0 0,-9 1 0 0,-5 3-128 0,-10 1-16 16,-4 1-16-16,-10 1 0 0,-3 1-160 0,-6 2 0 15,-3 0 0-15,-7 1 128 0,-6 5-128 0,-5-3 128 16,-4 4-128-16,-5-1 128 0,-4-2 64 0,-2 0 0 16,1-4 0-16,5 0 0 0,8-3-64 0,6 1 0 15,5-1 0-15,7-3 0 0,7 3-128 0,4-3 0 16,7 0 0-16,5-3 128 0,3 3-128 0,4-3 0 16,5 3 144-16,5-4-144 0,4 3 0 15,4 1 0-15,6 1 0 0,4 0 0 16,2 2-384-16,-2 0-128 0</inkml:trace>
  <inkml:trace contextRef="#ctx0" brushRef="#br0" timeOffset="19801.3">14233 8929 9215 0,'-10'-8'816'0,"2"4"-656"0,0-2-160 0,4 0 0 0,5 3 160 0,-1 2 0 0,-2-4 0 0,-2-3 0 0,-2-1 1344 0,-5-7 272 15,-3 3 48-15,7 1 16 0,6 2 320 0,2 4 64 0,1 1 16 0,1 1 0 0,2 0-320 0,1 4-64 0,2-2-16 0,4 1 0 16,0 2-496-16,4 1-112 0,3-2-16 0,2 2 0 16,1-2-352-16,4 0-80 0,1 0-16 15,3 0 0-15,-1 0-256 0,1-2-48 16,0 2-16-16,-2 0 0 0,2-2-192 0,-3 2-32 0,-1-1-16 16,-5 1 0-16,-1-3-64 0,-7 3-16 0,-3-2 0 0,-5 2 0 15,-2 2-128-15,-4 1 0 0,-3-3 0 0,-4 3 128 16,-1 1-128-16,-5-1 0 0,2-3 0 0,-7 1 0 15,-3 1 0-15,-4 1 0 0,0 0 0 0,1 0 0 16,2 1 0-16,2-4 0 0,3 2 0 0,3 2 0 16,6-4 0-16,1 3 0 0,4 0 128 0,3-2-128 15,4-1 0-15,2 3 0 0,1-3 0 0,5 0 128 16,6 0-128-16,5 0 0 0,4-3 0 0,5 2 128 16,3 1 16-16,2-3 0 0,-1 1 0 0,0 1 0 15,-2-2-144-15,-4 2 0 0,-3-1 144 0,-5-2-144 16,-1 4 0-16,-7 0 0 0,-3 0 0 0,-5 0 128 15,-4 1-128-15,-6 2 0 0,-3-1 0 0,-5 2 0 0,-1 2 0 0,-6-2 0 16,-6 2 0-16,-6-2 128 0,-4 2-128 16,-3 0 0-16,1-2 0 0,-4 1 128 0,-1 2-128 0,1 3 0 15,3 1-128-15,7 5-18720 16</inkml:trace>
  <inkml:trace contextRef="#ctx0" brushRef="#br0" timeOffset="44317.99">22446 10168 3567 0,'0'2'320'0,"0"0"-320"16,0-2 0-16,0-2 0 0</inkml:trace>
  <inkml:trace contextRef="#ctx0" brushRef="#br0" timeOffset="54993.04">7565 9977 2751 0,'-2'6'256'0,"1"-4"-256"0,-1 2 0 0,2-1 0 0,0-3 272 0,0 1 16 0,0 1 0 0,0-2 0 0,2 4 1056 0,-1 1 224 0,0-1 32 0,1-2 16 0,0 2-208 0,0-4-64 0,-1 0 0 0,2-3 0 0,1 2-128 0,-1-5-16 16,1-3-16-16,1-1 0 0,0 0 208 0,0-4 32 0,1 1 16 0,0 0 0 15,0-3-224-15,1-2-64 0,-1 1 0 0,1-2 0 16,-1 0-208-16,2-2-48 0,-1-4-16 0,2-1 0 16,2 1-400-16,-1-1-80 0,0 0-16 0,0 4 0 15,1-3-192-15,0-3-64 0,0 1 0 0,3-2 0 16,-2 1-128-16,2-1 0 0,-3 2 0 0,1 2 0 0,0-3 0 15,0 6 0-15,-4 1 0 0,0 2 0 16,-1 3 0-16,-2 0 0 0,-1 2 0 0,-2 2 0 0,-2 2 0 0,-1 1 0 16,-1 3 0-16,-2-1 0 0,0 2 0 15,0 1 0-15,-2 0 0 0,0-1 0 0,-1 2-144 0,-1 2 144 16,0 2 0-16,-1 1 0 16,-1 2-144-16,0 0 144 0,-1 4 0 15,-3-2-144-15,0 7 144 0,-1-1-160 0,-1 2 160 0,-3-2-160 0,2 4 160 16,-1-1 0-16,0-1 0 0,-1 1 0 0,1-2 0 0,0 0 0 15,2-1 0-15,0-2-128 0,5-2 128 0,0 2 0 16,1 0 0-16,0-1 0 0,4-3 0 0,0 1 0 0,1 2 0 16,1-3 128-16,1-1-128 0,1 1 0 15,1-1 0-15,1 2 0 0,1-4 224 0,2-3-32 16,1 3 0-16,2-3 0 0,0-3 32 0,3 3 0 16,2-6 0-16,2-3 0 0,2 2-16 0,1-5 0 0,0 2 0 0,2-3 0 15,-1-1 80-15,1 0 16 0,2-2 0 16,-1 0 0-16,-1 1-16 0,0 1 0 0,-1-2 0 0,-2 1 0 15,1 1-112-15,-3 0-32 0,1 0 0 16,0 0 0-16,-2 0 16 0,-1 2 0 0,-1 0 0 0,-1 1 0 16,1 3 0-16,-2-2 0 0,1 0 0 15,-2 1 0-15,-1 3-32 0,1 2-128 0,-2 2 192 0,-2 2-64 16,1 2-128-16,0 2 192 0,-1 2-192 0,2 3 192 16,-1 1-192-16,-1 3 160 0,0 6-160 0,-1 2 160 15,-2 1-32-15,0 2 0 0,-2 3 0 0,1-1 0 16,-1 2-128-16,0 1 0 0,1-1 144 0,2-3-144 15,2-5 0-15,1 1-128 0,4 1 0 0,3-2 0 0</inkml:trace>
  <inkml:trace contextRef="#ctx0" brushRef="#br0" timeOffset="55817.87">11005 9394 5519 0,'-1'-6'496'0,"0"0"-496"0,0 0 0 0,1 3 0 0,0 2 416 0,-2-5-16 0,1-4 0 0,-1-5 0 0,-1-3 1136 0,-1 0 240 0,1 3 32 0,0 5 16 16,0 4-96-16,-1 3 0 0,1 3-16 0,0 3 0 16,0 6-496-16,-1 1-112 0,2 2-16 0,-2 4 0 15,1 2-464-15,-1 3-112 0,1 1 0 0,0 0-16 16,-1-1-16-16,0 3 0 0,1 0 0 0,-1 2 0 16,1 5-112-16,0 4-32 0,-2 0 0 0,-1-1 0 15,1 1-48-15,-2-1-16 0,2-1 0 0,-1-5 0 16,-1 0-112-16,1 1-32 0,-3-1 0 0,0 1 0 15,2-1 16-15,0-2 0 0,-2 0 0 0,1-2 0 0,4-5-16 16,-1 0-128-16,0 0 192 0,1-2-64 16,-1-1-128-16,1-1 0 0,1-2 144 0,0-2-144 0,2-1 0 15,0-3 0-15,-1-4 0 0,2 0 0 0,2-2 0 16,-2-1 0-16,2 0 0 0,1-1 0 16,-1-4-912-16,1 0-112 0,0-4 0 0,0-1-11584 15</inkml:trace>
  <inkml:trace contextRef="#ctx0" brushRef="#br0" timeOffset="56356.64">10854 9498 6447 0,'0'-18'272'0,"0"8"80"0,0-1-352 0,2 3 0 15,-1 2 0-15,0 2 0 0,0 2 1056 0,2-7 144 0,2-2 16 0,0-1 16 16,0-1 432-16,0 3 64 0,-2 4 32 0,1 4 0 15,0 2-496-15,-3 2-112 0,-1 4 0 0,-1 1-16 16,-2 4-112-16,0 4-32 0,-4 1 0 16,1 0 0-16,0 5-320 0,-1-2-64 0,-2 0-16 15,-1 3 0-15,-1 1-160 0,0 1-48 0,-2 2 0 0,2-4 0 16,-1 0-64-16,0 0 0 0,-1-2-16 0,1-1 0 16,2-1-48-16,-1-1-16 0,2-1 0 0,-1-1 0 15,3-3 16-15,-1 1 0 0,2-6 0 0,1-2 0 16,2 0-256-16,1-4 0 0,1-2 0 0,1 0 0 0,1-3 0 15,2-2 0-15,-1-3 0 0,3-1 0 16,1-2 0-16,1 0 0 0,0-2 0 0,0 2 0 16,2-1 0-16,0 1 0 0,-1-2 0 0,2 2 0 0,0-1 0 15,0 4 0-15,1-4 0 0,-1 1 0 0,-1 2 144 16,1 0-144-16,1-2 128 0,0-3-128 0,-1 1 0 16,1-1 128-16,1 2-128 0,2 0 0 0,0-3 176 0,0 0-48 15,0 1-128-15,0 2 192 0,-2 1 48 0,-1 0 0 16,-1 2 0-16,0 3 0 0,-1 1 80 0,-1 0 32 15,0 2 0-15,-2 2 0 0,-1-1-80 0,-2 3-16 16,0 3 0-16,-1-1 0 0,1 2 80 0,-2 2 16 16,0 0 0-16,-1 4 0 0,2-1 96 0,-2 4 32 15,0 0 0-15,0 0 0 0,0 0-64 0,0 1-16 16,2 2 0-16,-1 3 0 0,2 1-144 0,0 0-16 16,1 1-16-16,1-3 0 0,0-2-64 0,0-2-16 0,2-2 0 15,2-2 0-15,0-1-144 0,2-7 0 0,1 2 0 16,3-4 128-16,-1 0-128 0,1-3 0 0,2 0 0 0,-1 3-18240 15</inkml:trace>
  <inkml:trace contextRef="#ctx0" brushRef="#br0" timeOffset="61537.5">22453 10068 11055 0,'0'-4'976'0,"0"1"-784"0,2 0-192 0,-1 1 0 0,-1 2 672 0,0-1 96 0,1-6 0 0,1 1 16 0,1-4 816 0,-2 2 176 16,2-2 16-16,-1 4 16 0,-1-1-784 0,-1 4-144 15,2-2-48-15,-2 4 0 0,-2-2-256 0,1 3-48 0,-1 3-16 0,-2-2 0 16,1 1 16-16,-1 2 0 0,-1 1 0 0,0 1 0 16,1-2-160-16,-1 2-48 0,1 0 0 0,-1 0 0 15,3 2-176-15,-2 0-144 0,3-1 192 0,-2 0-192 16,3 2 0-16,-1-3 0 0,2 1 0 0,-1-1 0 15,2 1 368-15,0-1-48 0,2-2 0 16,0 0 0-16,1-2-128 0,1-2-16 0,0 0-16 0,0 0 0 16,1-2-160-16,0-4 160 0,1 1-160 0,0-2 160 15,0-3-160-15,0-1 0 0,-1 0 0 0,-1 0 0 16,-1 1 0-16,-2 0 128 0,-1 0-128 0,0 0 128 16,-2 4 144-16,-3-3 32 0,2 3 0 0,-3 2 0 15,0 1 288-15,1 0 64 0,-1 1 16 0,-1 4 0 16,1-2-32-16,-1 3 0 0,2 0 0 0,-1 1 0 15,2-1-176-15,-2 3-32 0,1-3-16 0,2 0 0 0,0 1-240 0,1-2-48 16,0 2-128-16,1-3 192 0,0 1-192 0,1 1 0 16,0-3 0-16,1 0 0 15,-1 1-1088-15,0-1-192 0</inkml:trace>
  <inkml:trace contextRef="#ctx0" brushRef="#br0" timeOffset="97091.65">25274 5828 14735 0,'-8'-12'1312'0,"5"3"-1056"0,0 1-256 0,1 4 0 0,1 0-160 0,-1 4-96 0,1-4 0 0,-1 0-16 0,-1-2 1264 0,-1 0 256 0,1-3 48 0,0 6 16 16,3-2 816-16,0 3 176 0,3 2 16 0,0 4 16 15,2 2-960-15,3 4-192 0,0 0-32 0,2 3-16 16,0 1-240-16,0 0-32 0,0 1-16 0,1-2 0 15,-1 2-304-15,-1 1-64 0,1 3-16 0,-1-1 0 16,1 2-96-16,2 5-32 0,-1-2 0 0,-1 5 0 16,2-2-96-16,-2-2-32 0,0 5 0 0,1-1 0 15,1 1-208-15,-2-1 176 0,0-4-176 0,0-1 160 16,-1-3-160-16,-2-4 0 0,0-1 0 0,0-3 0 0,0-2 0 0,-2-3 0 16,0-2 0-16,-1-1 0 0,-1-4 0 0,1 0 128 15,0-2-128-15,-2-5 0 0,2 0 192 0,-2-4-64 16,2-3 0-16,0-2 0 0,-1-2 48 15,0-5 0-15,2 1 0 0,-1-3 0 0,-1 6-176 16,1-6 0-16,1 0 144 0,0-1-144 0,1-2 0 0,0 2 0 16,2-3 0-16,0 1 128 0,2-1-128 0,1 1 0 15,2 0 0-15,0-3 0 0,2-1 128 0,1-3-128 16,2-3 160-16,0 3-160 0,-1 0 160 16,-1 1-160-16,1 3 160 0,-4 2-160 0,-2 3 128 0,-2 5-128 15,-4 4 0-15,-3 5 0 0,-3-1 0 0,-3 5 128 0,-2 3-128 16,-5 2 0-16,-1 3 0 0,-3 0 0 0,-1 4 0 15,-5 2 0-15,-3 0 0 0,-2 3 0 0,-1 1 0 0,4 0 0 16,2-2 0-16,-2 2 144 0,-3 0-144 0,-1 3 128 16,-1-1-128-16,1 0 0 0,2-2 0 0,1-2 0 15,-2 3 0-15,0-4 0 0,3 2 0 0,1-3 0 16,1 0 0-16,1 2 0 0,1-2 0 0,4 0-176 16,2-2 176-16,3 1 0 0,1 0 0 0,3 1 0 15,2-1-384-15,3 1 16 0,4-2 0 0,2-2-11328 16,3 2-2256-16</inkml:trace>
  <inkml:trace contextRef="#ctx0" brushRef="#br0" timeOffset="97521.78">25761 5673 17503 0,'-5'4'1552'0,"1"-1"-1232"0,3-3-320 0,2 1 0 0,1 1 448 0,0 1 48 0,-1-2 0 0,2 4 0 0,2 1 496 0,3-2 96 0,4-1 32 0,1-3 0 0,2-2-96 0,1-2-32 15,3-2 0-15,-1-1 0 0,3-6-128 0,0-2-32 16,0-1 0-16,-1 0 0 0,-3 0-112 0,1-6-16 16,-1 0-16-16,-2-3 0 0,-2-1-112 0,-1 1-32 15,-4-3 0-15,0 2 0 0,-3-3 48 0,-2 2 16 16,-1 1 0-16,-2-2 0 0,-3 2-160 0,-1 1-16 0,-1-3-16 15,-1 3 0-15,0 5 16 0,-1 2 0 16,-1-1 0-16,0 5 0 0,-1 6-240 0,1 0-64 0,0 3 0 0,0 4 0 16,1 5 0-16,0 3 0 0,0 4 0 0,1 6 0 15,1 2-128-15,0 9 0 0,3 0 0 0,-1 7 0 16,5 3 0-16,-2 3 0 0,2-3 0 0,1 3-176 16,-1 1 176-16,2 7 0 0,1 10 128 0,0 4-128 15,-2 0 0-15,0 0 0 0,-1-6 0 0,-1-3-128 16,-1-1 128-16,0-6 0 0,-1-5 0 15,0-1 0-15,0 0 0 0,-2-4 0 0,1-1 0 0,-2-2 0 16,2-3-256-16,-1-5 16 0,1-6 16 0,0-3 0 16,2-1-2080-16,0-6-400 0</inkml:trace>
  <inkml:trace contextRef="#ctx0" brushRef="#br0" timeOffset="97690.66">25767 6084 16575 0,'0'-9'736'0,"1"3"160"0,2 0-720 0,2-2-176 16,-1 6 0-16,-1-2 0 0,4-2 624 0,2-3 80 16,7-4 32-16,8-6 0 0,7-5 448 0,6-5 96 15,1 1 0-15,-1 2 16 0,-1 0-896 0,-4 2-176 16,-1 1-32-16,-1 0-7376 16,-4 1-1472-16</inkml:trace>
  <inkml:trace contextRef="#ctx0" brushRef="#br0" timeOffset="97916.66">26477 5158 4607 0,'0'-15'400'0,"-1"7"-400"0,1 2 0 0,-1 0 0 16,1 4 896-16,-2-2 112 0,1 1 16 0,-1 0 0 16,-2-6 1216-16,-1 2 240 0,0-2 48 0,-2 3 16 15,0 2 80-15,0 4 0 0,1 0 16 0,-2 6 0 16,1 4-880-16,0 6-176 0,0 5-48 0,-1 8 0 15,-1 3-496-15,2 4-96 0,-1 4-32 0,2 1 0 16,0 0-224-16,2-4-48 0,0-1-16 0,1-1 0 16,1-4-272-16,1-3-48 0,1 0-16 0,1-4 0 15,1-3-288-15,0-1 0 0,3-2 0 0,0-3-17296 16</inkml:trace>
  <inkml:trace contextRef="#ctx0" brushRef="#br0" timeOffset="98633.04">26529 5283 623 0,'4'-18'0'0,"-3"10"0"0,1-2 0 0,1 4 0 0,-2-1 0 0,2 4 0 16,-1-2 0-16,-1 3 0 0,4-6 2320 0,1-2 416 15,2 0 80-15,-2 0 0 0,1 5 496 0,0 1 80 0,0 4 32 0,-1 4 0 16,-1 1-1024-16,1 3-208 0,-1 0-32 16,0 2-16-16,0 0-800 0,1 0-144 0,2 2-48 0,-1 1 0 15,1-1-496-15,-1-2-96 0,2 2-32 0,-1-2 0 16,2 2-96-16,0 1-32 0,-1-1 0 0,1-2 0 16,0 2-144-16,-2-2-48 0,1 0 0 0,-2 0 0 15,-1 1-208-15,1-1 144 0,-2-1-144 0,-2 1 128 16,0 0-128-16,-3-3 0 0,0 2 0 0,-3-1 0 15,0-1 0-15,-4 0 0 0,2-1 0 0,-3 0 0 16,-2 1 0-16,-1-1-176 0,0 0 176 0,0-2-192 16,1-2-96-16,1-2-32 0,0 0 0 0,2 0 0 15,1 0 160-15,0-2 32 0,2-2 0 0,1 1 0 16,2 0 128-16,1-3 0 0,0 2 0 0,1-2 0 16,2-1 0-16,-1-1 0 0,2 0 0 0,0 0 0 15,-1-2 0-15,2 0 0 0,-1-1 0 0,0 0-128 0,0 0 128 16,-2-1 0-16,0 1 0 0,0 1 0 0,-1-2 0 15,0 2 0-15,0 0 0 0,1-2 0 0,0 2 0 0,2-2 0 16,0-1 128-16,2 1-128 0,2-1 128 0,2 0-128 16,3 1 160-16,0-1-160 0,3-3 128 0,2 0-128 15,0 1 0-15,-2 2 144 0,-1 0-144 0,1-2 0 16,0 2 0-16,2-3 0 0,-4 1 0 0,0 1 0 16,-3 2 0-16,-2 0 0 0,-3 2 0 0,-2 1 0 15,-3 2 0-15,-1 0 0 0,-1 1 0 0,-2 4 0 16,0 0 0-16,-4 0 0 0,0 2 0 0,-1 2 0 0,0 2 0 15,-1 2 128-15,2 1 0 0,-1 0-128 0,1 4 192 0,1 0-64 16,0 4-128-16,1-1 192 0,0 4-192 0,1 3 192 16,0 1 0-16,2 1 0 15,2-1 0-15,0 0 0 0,0 1 112 16,1-1 16-16,0 0 16 0,0-3 0 0,2 0-112 0,-1 0-32 0,1-4 0 0,1 1 0 16,-2-4-64-16,2 2 0 0,-1-2-128 15,1-3 192-15,1 1-192 0,0-3 0 0,0-1 0 16,1-1-160-16,0-1 160 0,2-3 128 0,-1-1-128 0,2-1 176 15,1-5-176-15,1 0 0 0,1-1 0 0,-1-2 0 32,1-1-704-32,-4-1-160 0,0 1-32 0,-3 0-16816 0</inkml:trace>
  <inkml:trace contextRef="#ctx0" brushRef="#br0" timeOffset="98836.56">26586 5407 13823 0,'-1'-2'1216'0,"1"0"-960"0,1 0-256 15,1 2 0-15,1-2 880 0,1 2 128 0,0-4 16 0,5 2 16 0,6-2 1312 0,7-2 256 0,7-4 48 0,4-3 16 0,3-1-608 0,1-2-112 0,0-1-32 0,1-2 0 0,1 0-1040 0,-3 3-224 16,-5 0-32-16,-4 4-16 0,-4-1-608 0,-2-2-208 16,-1 4 0-16,-1-4 0 15,-3 2-2224-15,0-2-432 0</inkml:trace>
  <inkml:trace contextRef="#ctx0" brushRef="#br0" timeOffset="99054.29">27210 4820 8287 0,'5'-16'368'0,"-2"10"80"0,0-3-448 0,1 3 0 15,-1 2 0-15,0 1 0 0,2 0 1376 0,-1-1 192 0,6-2 32 0,3 0 16 16,2-3 1328-16,3 4 256 0,-1 0 48 0,1 5 16 16,1 3-608-16,1 3-112 0,0 2-32 0,-2 6 0 15,-1 5-928-15,-3 1-192 0,-2 4-48 0,-3 1 0 16,-4-1-704-16,-1 7-128 0,-4 9-48 0,-3 5 0 15,-3 3-208-15,-1 2-64 0,-4 2 0 0,-4-2 0 16,0 2-32-16,-2-6-16 0,0-3 0 0,0-4 0 16,2-5-144-16,-1-2 192 0,3-1-192 0,-2-5 192 15,1-1-192-15,1-3 0 0,-1 0 0 0,-1-3-12704 16,0 0-2576-16</inkml:trace>
  <inkml:trace contextRef="#ctx0" brushRef="#br0" timeOffset="104144.07">3038 16737 26719 0,'-15'-15'2368'0,"5"5"-1888"0,8 8-480 0,2 4 0 0,1 0 1088 0,-2-2 112 0,-4-2 16 0,-2-1 16 0,-1 6-912 0,3 4-192 15,5 5-128-15,4 2 144 16,5 4-2048-16,3-2-400 0,4-2-96 0,-1 1-16 16</inkml:trace>
  <inkml:trace contextRef="#ctx0" brushRef="#br1" timeOffset="210237.28">25503 6634 3679 0,'-3'0'320'0,"-1"0"-320"0,3 1 0 0,0-1 0 0,1 0 256 0,-1 0-32 0,-2 3 0 0,0-3 0 0,-1 0 800 0,-2 0 176 0,1 2 16 0,0-2 16 16,0 0 112-16,1 0 0 0,2 2 16 0,-2 0 0 15,3-2-96-15,-2 3-32 0,3-3 0 16,-1 0 0-16,1 1-256 0,0 1-48 0,1-2-16 16,0 0 0-16,-1 0-304 0,0 0-64 0,0 0-16 0,0 0 0 15,21-10-16-15,-16 5 0 0,0 2 0 16,2-1 0-16,0-1-160 0,0 0-32 0,1 3-16 0,-1-5 0 15,2 1-16-15,1 3 0 0,0-4 0 0,1 1 0 16,0 0 32-16,1-3 16 0,2 2 0 0,2-2 0 16,4-1 32-16,2-3 0 0,3-2 0 0,2-4 0 15,3 2-96-15,1-4-16 0,1-1 0 0,1 0 0 16,2-1 48-16,-2 1 0 0,-1 1 0 0,0 1 0 16,-6 4-64-16,2 0-16 0,-1 1 0 0,2-1 0 15,0 0-224-15,1-2 144 0,0 1-144 0,1-1 128 16,2 2 0-16,-3 0-128 0,3-3 192 0,0 1-64 0,4 0 48 15,-4-3 0-15,-2 5 0 0,4-4 0 16,3-2 64-16,2-3 16 0,1 3 0 0,0-3 0 0,-2 6 0 16,-1 0 0-16,-3 1 0 0,-3 2 0 0,-2 3 0 0,-4 0 0 15,0-2 0-15,-3 2 0 0,1 1-112 0,-1 0-16 16,0 0 0-16,-1 0 0 0,-1 2-128 0,0-2 0 16,2 1 0-16,0 0 0 0,0-2 0 0,2-2 128 15,0 2-128-15,1-3 128 0,1 1-128 0,-1 1 0 16,-2-1 0-16,0 2 0 0,-1 0 144 15,0 1 48-15,0 0 16 0,-2 2 0 16,-1-3 144-16,-3 4 32 0,-2 0 0 0,1 1 0 0,-1-3-208 0,-1 1-48 0,-2 3 0 16,-2 1 0-16,-1 0 0 0,-3 0 0 0,0 2 0 15,-2-1 0-15,1 1 0 0,-3 2-128 0,-1 0 192 16,1 0-64-16,-2 2-128 0,0-1 0 0,-2 1 144 16,1 1-144-16,-1-1 0 0,-1 2 0 0,-2-2 0 0,-1 4 0 15,1-1 0-15,0-2 0 0,0 4 0 16,-1-1 0-1,0-1-1312-15,1 3-224 0</inkml:trace>
  <inkml:trace contextRef="#ctx0" brushRef="#br1" timeOffset="213270.49">25192 8850 9215 0,'0'1'816'0,"-1"2"-656"0,1-3-160 0,0 0 0 0,0 0 192 0,0 0 16 0,0 2 0 0,0-2 0 0,0 4 960 0,1-4 192 0,-1 0 48 0,0 0 0 16,0 0-64-16,0 0-16 0,0 0 0 0,5-21 0 16,-5 14-176-16,-1 0-48 0,0 1 0 15,-2 0 0-15,0 0-16 0,-2-2 0 16,0 2 0-16,-2 0 0 0,1 0-128 0,-1-3-16 15,-1 3-16-15,1 0 0 0,-2 2-192 16,1-2-32-16,0 5-16 0,2-2 0 0,0 3-304 0,0 0-48 0,1 3-16 0,0 0 0 16,0 1-192-16,0 0-128 0,1 1 128 0,1 2-128 15,0 2 0-15,2 1 0 0,1 2 0 0,0-2 0 16,1 0 0-16,2 1 0 0,0 3 0 0,1-6 0 16,2 3 0-16,-1 1 0 0,3-3 0 0,-2-1 0 15,1 1 128-15,-1-3-128 0,2 0 160 0,-1-4-160 16,1 2 208-16,-1-4-48 0,-1 0-16 0,0 0 0 15,-1-4 112-15,0 2 32 0,0-4 0 0,-1 0 0 16,-2-4 32-16,1 0 16 0,-2-1 0 0,-1 0 0 16,-1-2-96-16,0-2-32 0,-2 3 0 0,1-2 0 0,-2 4-16 15,0-2 0-15,1 2 0 0,-2 2 0 0,0 1-16 0,0 1-16 16,1 2 0-16,-1 2 0 0,1 2-32 16,-1 2 0-16,2 5 0 0,-2-1 0 0,1 0-128 0,0 4 128 15,2 0-128-15,-1 0 128 0,2 0-128 0,1 1 0 16,0 1 0-16,1-2 0 0,1 0 0 15,0 0 0-15,1-2 0 0,0 2 0 0,1-4 0 16,0 1 0-16,-1-4 0 0,1 0 0 0,1-2 0 0,-1-1 0 16,-2 3 0-16,1-6 0 0,-1 2 0 0,1-4 0 15,-2 0 0-15,-1-1 0 0,0-3 0 0,-1 0 0 16,-2 0 0-16,-1-1 0 0,1 0 0 0,-1 0 128 16,-1 1-128-16,-1-1 0 0,0 2 0 0,-2 0 0 15,1 3 0-15,1 2 0 0,-2 0 144 0,2 6-144 0,-1-1 160 0,-1 2-160 16,2 2 192-16,0 0-64 0,1 4-128 15,1-1 192-15,2-2-192 0,-1 3 0 16,3 1 0-16,0-3 0 0,3 0 0 0,0 0 0 0,4-2 0 16,0-1 0-1,3-5-560-15,2 0-144 0</inkml:trace>
  <inkml:trace contextRef="#ctx0" brushRef="#br1" timeOffset="214682.73">22526 9930 2751 0,'-2'0'256'0,"-1"0"-256"0,2-2 0 0,0 2 0 0,1 0 224 0,-1 0 0 0,-3-2 0 0,-1 2 0 0,-2-1 240 0,-1 1 48 16,-1 1 16-16,0 1 0 0,-1-2 288 0,-1 4 48 0,1 0 16 0,-1 1 0 0,-1 1 288 0,2-2 64 15,1 2 16-15,-1-2 0 0,1 2 224 0,0-2 64 0,2 0 0 16,0 0 0-16,0 0-96 0,2 0-16 0,0 1 0 0,2-4 0 15,-1 4-480-15,0-4-112 0,2 1 0 0,-1 1-16 16,1 1-208-16,-1-2-32 0,2-1-16 0,-1 2 0 16,-1-2-32-16,1 1 0 0,-2 1 0 0,2 1 0 15,-1-2-16-15,-1 2 0 0,1-2 0 0,-1 2 0 16,0-1 48-16,1 0 0 0,0-2 0 0,1 2 0 16,0-1-112-16,0-2 0 15,2 2-16-15,-1 0 0 0,1-2-96 0,0-2-16 0,1 0 0 16,1 2 0-16,0-2-80 0,-2 2-32 0,0 0 0 0,0 0 0 15,0 0 0-15,0 0 0 0,17-12 0 0,-13 10 0 16,-2 0 16-16,2-1 0 0,0 2 0 0,-1-1 0 16,0-1-16-16,-1 2 0 0,1-2 0 0,-2 1 0 15,1 1-32-15,1 1-16 0,-1-4 0 0,1 4 0 16,-1-2-160-16,1-1 160 0,0 2-160 0,1-4 160 16,0 4-160-16,1-4 0 0,-1 1 144 0,1 0-144 0,-1 1 0 15,1 0 0-15,0-1 0 0,0 2 128 0,0-2-128 0,0-1 0 16,-1 4 0-16,1-4 0 0,-1 4 0 0,-1-3 0 15,1 2 0-15,0-1 0 0,-2 2 0 0,1-1 0 16,-1-2 0-16,-1 1 0 0,1 3 0 16,-1-2 0-16,0 1 0 0,0-2 0 0,2 3 176 0,-1-4-48 15,2 1 0-15,0 0 0 0,1 0-128 0,-2 0-144 16,2-1 144-16,0 2-208 0,1-2 208 0,2-2 0 16,-1 2 0-16,1-2 0 0,0 0 0 15,2 0 128-15,0 0 0 0,0-1-128 0,2 1 0 16,1-4 0-16,3 2 0 0,0-2-192 0,2 0 192 0,2-2 0 15,1-5 0-15,1 1 0 0,3 0 128 0,1-2-128 16,0-1 144-16,0-1-144 0,0 3 224 0,0 1-48 0,-1 2-16 16,-1-2 0-16,1 1-160 0,-3 2 160 0,2 1-160 0,-2-1 160 15,-1 1-160-15,0-2 0 0,0 2 0 16,0 1 0-16,0 1 0 0,2-3 0 0,1 2 0 0,2-4 0 16,4-1 0-16,3 0 0 0,1-2 0 0,0-2 0 15,2-1 0-15,0 1 0 0,2-1 0 0,-2 1 128 16,-1-1-128-16,-3 2 0 15,1 0 0-15,0 0 128 0,-1 2-128 0,-3 1 0 16,1-2 0-16,-4 1-176 0,0 3 176 0,-2 0 0 16,-1-1 0-16,-1 2 0 0,-2 0 0 0,-1 3 0 0,0-2 0 0,0 0 0 15,-2 2 0-15,-3 1 0 0,-1 0 0 0,0 2 0 16,0-2 0-16,0 2 0 0,-1 1 128 0,-2 0-128 16,-3-1 128-16,0 4-128 0,-4 0 128 0,0 1-128 0,-1 2 0 0,-3 0 0 15,-3 2 0-15,-1 1 0 0,-1 0 0 16,-1 0-192-16,-2 1 192 0,2-1-192 15,-2 1 192-15,2 1 0 0,-1-1 0 0,2-2 0 0,0-1 0 16,1 2 0-16,1-3 0 0,1 2 0 0,0-2 0 0,2 0-160 16,0-2 160-16,-1 2 0 0,1-3-336 0,1 2 32 15,0-1 16-15,0-1 0 16,0 2-352-16,0 1-64 0,0 0 0 0,0 0-17040 0</inkml:trace>
  <inkml:trace contextRef="#ctx0" brushRef="#br1" timeOffset="-213896.11">23757 9018 2751 0,'-2'0'256'0,"1"0"-256"0,0 0 0 0,1 0 0 0,0 0 640 0,-1 0 64 0,-1 0 32 0,1 0 0 0,-1 0 896 0,0-2 176 0,0 2 48 0,2 0 0 0,0 0 64 0,0 0 32 0,0 0 0 0,0 0 0 0,0 0-80 0,0 0-16 0,0 0 0 0,0 0 0 0,0 0-336 0,0 0-80 0,24-1-16 0,-20 1 0 0,4-3-464 0,-2 3-80 16,1-2-32-16,2 0 0 0,0-1-272 15,-1 0-64-15,2 0-16 0,-1 0 0 0,1-1-160 0,0 2-16 16,0-2-16-16,0 2 0 0,1-2-32 0,0-1 0 16,1 4 0-16,-1-3 0 15,-1-1-16-15,1 4-16 0,0-2 0 0,-1 0 0 0,-1 3-32 0,0-3 0 16,1 3 0-16,-2-2 0 0,0 2-208 16,-1 0 0-16,-1 2 128 0,-1-2-128 0,0 3 144 0,-2-2-16 15,-1 1 0-15,-1 1 0 0,-1 1-128 0,0 2 0 16,-1 0 0-16,-1-2 0 0,-1 2 0 0,1 3 0 15,-2-5 0-15,-1 5 0 0,0 0 128 0,-1-2 0 16,0 3 0-16,-3 1 0 0,2 0-128 0,-2 1 0 0,0 0 0 16,1-1 0-16,-2 1 0 0,-1 1 0 0,0 2 144 15,-2-2-144-15,0 0 128 0,-1 0-128 0,0 4 160 16,-1-3-160-16,-1 5 128 0,2-3-128 16,-2-1 0-16,-2 1 144 0,2 1-144 0,0 0 0 0,1-1 144 0,2-2-144 15,1 1 0-15,3-3 0 0,0-2 0 0,2 2 0 16,2-1-336-1,1 1-144-15</inkml:trace>
  <inkml:trace contextRef="#ctx0" brushRef="#br1" timeOffset="-212788.48">22338 10064 3967 0,'0'0'0'0,"0"0"0"0,2 0 0 16,-2 0 0-16,0 0 0 0,1-2 0 0,-1 2 0 0,1-1 0 0,1 1 0 0,0-3 0 0,-1 3 0 16,-1 0 0-16,0 0 0 0,0 0 0 15,0 0 0-15,0 0 0 0,0 0 0 0,0 0 0 16,0 0 0-16,0 0 0 0,22 0 0 0</inkml:trace>
  <inkml:trace contextRef="#ctx0" brushRef="#br1" timeOffset="-212143.35">25172 8778 6447 0,'3'-1'576'0,"-1"1"-576"0,0-2 0 0,-2 2 0 0,-2 0-880 0,2 0-272 0,2-3-64 0,-1 2-16 0,-2-1 896 0,-1-1 176 0,1 2 160 0,1 1-208 0,0 0 208 0,0 0 0 15,0 0 0-15,0 0 0 0,0 0 192 0,0 0-192 16,-20 6 192-16,19-5-192 0,1 2 0 0,-1-1 0 15,-3-2 0-15</inkml:trace>
  <inkml:trace contextRef="#ctx0" brushRef="#br1" timeOffset="-210796.52">22430 9912 5519 0,'-1'0'496'0,"-1"0"-496"0,1 0 0 0,0 0 0 0,1 0 832 0,-1 0 64 16,-1 2 0-16,-1 0 16 0,0-2 560 0,-1 0 96 0,2 3 32 0,1-3 0 0,0 0-256 0,1-3-32 0,2 3-16 0,2-4 0 0,1 2-352 16,3-2-80-16,3-2-16 0,3 0 0 0,1 0-416 0,3-4-96 0,5 0-16 0,3-2 0 0,5-3-320 0,4-1 128 0,6-4-128 0,4-2 0 15,2-3 272-15,1-2-16 0,3-1 0 0,-1-3 0 16,-1 6 128-16,0-6 32 15,4 0 0-15,7-1 0 0,6-6-144 16,5 3-16-16,-1-3-16 0,0 3 0 0,-6 1-240 0,0 2 0 16,-1 2 0-16,-3 2 0 0,-1 0 0 0,-7 3 0 0,-6 0 0 15,-7 9 0-15,-5 1 0 0,-6 4 0 0,-4 0 0 0,-6 3 0 16,-4 2 0-16,-3 3 0 0,-4-2 0 0,-1 3 0 16,-2 2-160-16,-3 0-128 0,1 0-32 0,-5 4-11312 15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388" units="cm"/>
          <inkml:channel name="Y" type="integer" max="18258" units="cm"/>
          <inkml:channel name="F" type="integer" max="65535" units="dev"/>
          <inkml:channel name="T" type="integer" max="2.14748E9" units="dev"/>
        </inkml:traceFormat>
        <inkml:channelProperties>
          <inkml:channelProperty channel="X" name="resolution" value="1000.29218" units="1/cm"/>
          <inkml:channelProperty channel="Y" name="resolution" value="1000.438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5-12-15T16:46:21.618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context xml:id="ctx1">
      <inkml:inkSource xml:id="inkSrc8">
        <inkml:traceFormat>
          <inkml:channel name="X" type="integer" max="27388" units="cm"/>
          <inkml:channel name="Y" type="integer" max="18258" units="cm"/>
          <inkml:channel name="T" type="integer" max="2.14748E9" units="dev"/>
        </inkml:traceFormat>
        <inkml:channelProperties>
          <inkml:channelProperty channel="X" name="resolution" value="1000.29218" units="1/cm"/>
          <inkml:channelProperty channel="Y" name="resolution" value="1000.43835" units="1/cm"/>
          <inkml:channelProperty channel="T" name="resolution" value="1" units="1/dev"/>
        </inkml:channelProperties>
      </inkml:inkSource>
      <inkml:timestamp xml:id="ts1" timeString="2025-12-15T16:47:34.779"/>
    </inkml:context>
    <inkml:brush xml:id="br1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10319 7905 3679 0,'1'0'320'0,"-1"0"-320"0,1 0 0 0,-1-2 0 0,2 2 336 0,-1-1 0 0,0 1 0 0,2-3 0 16,0-1 784-16,2-2 160 0,-1 1 16 0,-1 2 16 0,0-1 64 0,0 0 16 15,-1-1 0-15,1 2 0 0,-2 0 0 0,0-1 0 16,0 1 0-16,2-1 0 0,-2-1-304 0,2-1-64 15,0-2-16-15,1 0 0 16,1-2-320-16,1-4-64 0,0-1-16 0,2-1 0 16,0-2-80-16,0-2-16 0,0 1 0 0,2-3 0 0,1-3-176 15,3 0-32-15,-3 0-16 0,2-1 0 0,3-5 64 16,1-1 16-16,0 0 0 0,-1 2 0 0,-2 4-80 16,0 0-16-16,3-1 0 0,-1-2 0 0,1 1-144 15,-1-1-128-15,2 3 144 0,-5 1-144 0,-2 4 0 0,-2 3 0 16,1 1 0-16,-1 1 0 0,-2 0 0 0,-1 0 0 15,0 3 0-15,-1 1 0 16,-1 4-1152-16,-2 2-128 0,0 0-32 0,-2 2-11024 0</inkml:trace>
  <inkml:trace contextRef="#ctx0" brushRef="#br0" timeOffset="412.03">10263 7630 6447 0,'-2'3'576'16,"-1"-1"-576"-16,2 0 0 0,1-2 0 16,0 0 0-16,-1 3-256 0,0-2 32 0,-2 4 0 15,0 1 1696-15,0 0 352 0,2-1 64 0,-2 1 16 0,3 3-160 16,-1-3-16-16,2 0-16 0,-1 2 0 0,0 0-304 0,2 5-64 15,-2-1-16-15,0 0 0 0,0 2-160 16,0 2-16-16,0 0-16 0,0 0 0 0,0-1-368 0,0-1-64 16,1-2 0-16,-1-1-16 0,2 0-208 0,0 0-32 15,0-3-16-15,2 0 0 0,-2 0-96 0,1-2-16 16,0 3 0-16,1-6 0 0,-1 4-96 0,0-1-32 16,0 0 0-16,2-2 0 0,-2 2 64 0,1-4 0 15,0 2 0-15,0-1 0 0,0 0-16 16,0-3 0-16,1 0 0 0,-1 0 0 15,2-3 64-15,0 0 16 0,2-3 0 0,0 0 0 0,1-4 32 16,0 1 16-16,0-1 0 0,3 0 0 0,-2 0-240 0,-2-1-128 0,1 1 128 16,-1 1-128-1,0 1-400-15,-1 0-160 0,1-1-16 0,0-1-15680 0</inkml:trace>
  <inkml:trace contextRef="#ctx0" brushRef="#br0" timeOffset="1070.26">11007 7061 14735 0,'-4'0'1312'0,"1"0"-1056"0,2 0-256 0,1 0 0 0,1 0 128 0,-1 0-128 0,-1 0 144 0,0-3-144 0,-2 1 960 0,2-2 112 0,0 0 16 0,1-2 0 0,1 0 144 0,2-3 48 15,-2 0 0-15,3-1 0 0,-3 0-112 0,1-1-16 0,2-1 0 0,-2 1 0 0,1 0-192 0,-2-1-32 0,2-1-16 0,-1 1 0 0,1 0-96 0,-1-2-32 0,1-2 0 0,0 1 0 0,1-1-288 0,1 0-64 0,-1 0-16 16,1-3 0-16,-2 3-224 0,1 0-32 0,0 1-16 16,-2 2 0-16,-1 2-144 0,1 3 0 0,-1 0 144 0,0 1-144 15,-1 4 0-15,1-1 0 0,-1 4 0 0,0-2 128 16,2 2-128-16,-1 0 0 15,0 0 128-15,0 2-128 0,2-1 0 0,-1 2 0 0,2 3 0 16,-4-6 0-16,0 0 0 0,14 16 0 0,-8-10 0 0,-1 0 0 16,1 1 0-16,1-1 0 0,2 4 0 0,0-2 0 15,-1 0 0-15,1 0 0 0,0 0 0 0,-1 0 0 16,0 2 0-16,0-1 0 0,0-2 0 0,-1 2 0 16,1 1 0-16,-3-1 0 0,-1-2 0 0,1 2 0 0,0-2 0 15,-2 2 0-15,1 1 0 0,-3-2 128 16,0 2 0-16,-1 0 16 0,-1-1 0 0,-2 1 0 0,0-4 96 15,-1 1 16-15,-2 2 0 0,0-3 0 0,-2 0 64 16,-1 2 32-16,0-2 0 0,-3 0 0 0,1 0-96 0,0 0 0 16,0-3-16-16,1 1 0 0,1-2-240 15,2-1 176-15,1-1-176 0,1 0 160 0,1 0-160 0,1-1 0 16,0 1 0-16,2-2 0 16,1 2-896-16,0-4-96 0,2 4-32 0,0-3-15744 0</inkml:trace>
  <inkml:trace contextRef="#ctx0" brushRef="#br0" timeOffset="1846.27">11375 6565 8287 0,'-2'-3'736'0,"0"2"-592"0,2-1-144 0,-1-2 0 0,1 2 288 0,0 2 32 0,-1-4 0 0,-3-2 0 0,-1-4 1312 0,-2-3 272 0,-1 1 48 0,-2 2 16 0,1-2-448 0,-1 2-96 0,-3 1-16 0,1 3 0 0,-3-1-320 16,-1-2-64-16,-1 3 0 0,-2 0-16 0,-1 2-432 0,-1 0-64 15,-1-1-32-15,-1 2 0 0,-1 3-288 0,1-3-64 16,0 3-128-16,1 3 192 0,0-1-192 0,0 4 0 16,1 2 0-16,0 0 0 15,1 5 0-15,0 0 0 0,-1 3 0 0,1 3 0 16,5-3 0-16,1 2 0 0,-1 1 160 0,-1 3-32 16,1 1 0-16,1 0 0 0,2 1 0 0,1-2 0 0,1 0 128 0,1 4 16 15,2-1 16-15,2 1 0 0,0 2 16 0,2-2 0 16,1 3 0-16,1-2 0 0,-1-5-48 0,2 3 0 15,0 1 0-15,2 0 0 0,0 2 16 0,1-1 0 0,2-3 0 16,2-2 0-16,2 2-144 0,2-2-128 16,-3-6 144-16,2-2-144 0,3 0 128 0,1 2-128 15,3 1 0-15,0-5 0 0,1 0 128 0,2 1-128 0,-1-3 0 0,-1-4 0 16,2 1 128-16,1-1-128 0,1 0 0 0,1-3 144 16,-1 1-16-16,0-4 0 0,3 0 0 0,-2 0 0 15,2 0 48-15,-3-4 0 0,-1-1 0 0,0 0 0 16,-1-1-176-16,0 0 192 0,-2 0-192 0,1-4 192 15,-2 1-16-15,2-1 0 0,-3-2 0 0,0 2 0 16,-1-3 32-16,-2 4 16 0,4-6 0 0,-4-1 0 16,1 0-80-16,1-1-16 0,-2-1 0 0,2-2 0 15,1-1-128-15,-1-1 0 0,0-3 144 0,-2 2-144 16,0 0 0-16,-1 0 0 0,0-1 0 0,0-3 0 16,-1 1 0-16,-1-2 0 0,-2-4 0 0,0 1 128 15,-2 2-128-15,-1 1 0 0,-1-3 0 0,-2 1 0 16,-1 2 0-16,-2-4 0 0,-1 1 0 0,-3 0 0 15,-2 5 0-15,0 0 0 0,-2 4 0 0,-2 3 0 16,0 3 0-16,-1 1 144 0,-2 3-144 0,-2 2 160 16,0 4 288-16,-3 2 64 0,0 2 16 0,-1 2 0 15,0 2-208-15,-2-1-32 0,0 4-16 0,-1 1 0 0,4 1-272 0,-1-1 0 16,0 1 0-16,4-1 0 0,1 1 0 0,3-4 0 16,-1 2 0-16,1 0 0 15,2 0-1024-15,0 1-320 16,0-2-64-16,0 0-14768 0</inkml:trace>
  <inkml:trace contextRef="#ctx0" brushRef="#br0" timeOffset="35337.96">10503 8886 3167 0,'-2'-4'272'0,"-1"1"-272"0,1 0 0 0,1 1 0 0,-1 0 0 0,1 2 0 0,0-2 0 0,-3-1 0 0</inkml:trace>
  <inkml:trace contextRef="#ctx0" brushRef="#br0" timeOffset="57291.84">7975 10355 3391 0,'-5'0'0'16,"1"-2"-160"0,3 2 160-16,1 0 0 0,1 0 0 0,-1-3 0 15,-3 2 0-15,1-2 0 0,-1 2 0 0,0-4 0 16,0 2 0-16,2-1 0 0,2 1 0 0,-1 0 0 15,1-1 0-15,2 1 0 0,-1 1 0 0,0-2 0 16,0 4 0-16,1-2 0 0,-1 1 0 0,1 1 0 16,-2 0 0-16,0-3 0 0,0 3 0 0,1 0 0 0,-1 0 0 15,-1 0 0-15,1 0 0 0,-1 0 0 0,0 0 0 0,0-2 0 16,0 2 0-16,0-2 0 0,0 2 0 0,0 0 0 0,0 0 0 16,0 0 0-16,0 0 0 0,0 0 0 0,0 0 0 0,0 0 0 15,0 0 0-15,0 0 0 0,0 0 0 0,0 0 0 16,0 0 0-16,-20-2 0 0,18 4 0 0,-1 0 0 15,0 3 0-15,-1-2 0 0,0 1 0 0,2 1 0 16,-2-1 0-16,3-1 0 0,-1 0 0 0,1-2 0 16,1 2 0-16,0-3 0 0,-1 0 0 0,1 0 0 15,0-3 0-15,1 2 0 0,-1 1 0 0,0-3 0 0,0 0 192 0,0-2 64 16,-1 0 32-16,1-1 0 0,-1-1 128 0,0 1 32 16,1 0 0-16,-2 0 32 0,2 0 256 0,0 2 48 15,-1-2 16-15,0 1 32 16,1 0-64-16,-1 2 0 0,1 0-16 0,0 0 0 0,0 1-160 0,0 1-16 15,0 1-16-15,0 0 32 0,1 0-272 0,0 0-48 16,0 0-16-16,1 0 0 0,0 0-256 0,0 0 0 16,2 0 0-16,0 0 0 0,0 1 0 0,1 1 0 15,-1-2 0-15,0 3 0 0,1-2 0 16,0 1 0-16,0 2 0 0,0 1 0 0,0 0 0 0,-1 1 0 16,1 3 0-16,-2-3 0 0,1 1 0 0,0 2 0 15,1-3 0-15,0 2 0 0,1-2 0 0,-1 0 0 16,2 0 0-16,1-1 0 0,-1-4 0 0,2 2 0 15,1-3 0-15,1 0 0 0,0 0 0 0,1-3 0 16,2 2 0-16,-1-1 0 0,2-2 0 0,-1-1 0 16,-1 1 0-16,0-2 0 0,0 2 0 0,0 1 0 0,-1 0 0 15,-1 3 0-15,0 0 0 0,-1 3 0 0,0-2 0 0,-1 3 0 16,-1 1 0-16,1-2 0 0,0 4 0 16,-1-1 0-16,0-3 0 0,1 4 0 0,-1-1 0 0,1-2 0 15,1 0 0-15,0-2 0 0,2 0 0 0,-1-2 0 16,0 0 0-16,2-2 0 0,-2-2 0 0,1 0 0 15,2-1 0-15,-2-1 0 0,2 1 0 0,-2-3-144 16,0 1 144-16,2 1 0 0,-2 2 160 0,1 1-160 16,-1-2 0-16,0 4 0 0,0 1 0 0,0 1 0 15,0 1 0-15,1 1 0 0,-2 0 0 0,1 0 0 16,1 4 0-16,0-3-128 0,2 1 128 0,0-1 0 0,1-2 0 16,1 2 0-16,3-4 0 0,0-4 0 0,1-1 0 15,2-2 0-15,3-6 0 0,3-3 0 0,0 0 0 16,1-5 0-16,2 2 0 0,-2-3 0 0,0 4 0 0,-3 2 0 15,-1 3 0-15,0 4 0 0,-3 2 0 0,1 6 0 16,-3 1 0-16,-1 6 0 0,-1 1 0 0,-1 2 0 16,-2 5-128-16,-1 1 128 0,-2 1 0 0,-1 0 0 15,1 0 0-15,-3-1 0 0,1-1 0 0,-1-2 128 16,1 0-128-16,-1-3 192 0,-2-2-192 0,4-3-128 16,0 1 128-16,3-5-208 0,1-5 208 0,4-1 0 15,1-4 0-15,3-4 0 0,5-2 128 0,-1-5-128 16,3 2 0-16,-1 0 0 0,-2 0 0 0,-1 3 0 15,-1 1 0-15,-1 4 0 0,-4 3 0 0,-1 0 0 0,-3 3 0 16,-1 2 0-16,-1 3 0 0,-2 0 0 16,-4 2-128-16,1 2 128 0,-1 2 0 0,0-2 0 15,-2 2 0-15,1 0 0 0,-2-2 0 0,0 2 0 0,0 0 0 16,-1 0 0-16,1-2 0 0,-1 1 0 0,4 0 0 0,-3 0 0 16,0-1 0-16,0-1 0 0,1 2 0 0,-1-1 0 15,1-2 0-15,-1 2 0 0,3-1 0 0,0 0 0 16,1 4 0-16,-1-4 0 0,3 3 0 0,-3 1 0 15,3-1 0-15,-1 4 0 0,0-2 0 0,2 0 0 16,0 2 0-16,0-2 0 0,2 1 0 16,1-2 0-16,0 0 0 0,2-1 0 0,0-4 0 0,3-2 0 15,2 0 0-15,0-5 0 0,1 2 0 0,0-6 0 0,0 1 0 16,-1 0 0-16,-2 0 0 0,0 2 0 16,-2 0 0-16,-1 2 0 0,1 4 0 0,-2-2 0 0,-2 4 0 0,0 0 0 15,-1 1 0-15,0 2 0 0,0-1 0 16,-2 2 0-16,2 3 0 0,-2-3 0 0,2 1 0 15,-2 0 0-15,2-4 0 0,-1 3 0 0,2 1 0 0,0-4 0 16,0 0 0-16,1 1 0 0,0-2 0 0,0 0 0 16,2-2 0-16,-2 0 0 0,1 0 0 0,1 0 0 15,0 0 0-15,-2 0 0 0,-1 0 0 0,0 0 0 16,-1 2 0-16,1 0 0 0,-1 1 0 0,1-3 0 16,1 3 0-16,0-3 0 0,1-2 0 0,0 1 0 15,2-2 128-15,1-1-128 0,0 0 0 0,1 0 0 16,1-2 0-16,0 2 0 0,0 0 0 0,1-2 0 15,-1 4 128-15,-1-2-128 0,-1 1 128 0,-2 0-128 16,1 3 192-16,-2-3-192 0,0 6 192 0,-1-3-64 0,-1 3 0 16,-1 0-128-16,1-2 368 0,-2 4-48 0,1-4 0 15,0 2 0-15,2-1-112 0,0-2-16 0,1 0-16 0,2-5 0 16,0 2 336-16,2-6 80 0,5 1 16 0,2-4 0 16,1 0 48-16,2-2 16 0,1-1 0 0,0-1 0 15,1 3-192-15,-4 0-32 0,1 2-16 0,-3 1 0 16,-1 4-16-16,0 2 0 0,0 1 0 0,-2 0 0 15,-1 3-32-15,-2 3 0 0,-2-2 0 0,-2 1 0 16,-1 2-384-16,-2 1 0 0,-1-1 0 0,-2-2 0 16,0 2 0-16,-1 0 0 0,0-1 0 0,0 2 0 15,-1-1 0-15,1 2 0 0,0-2 0 0,1 2-11440 16</inkml:trace>
  <inkml:trace contextRef="#ctx0" brushRef="#br0" timeOffset="58991.02">16137 13536 911 0,'-2'0'0'0,"-1"0"0"0,2 2 0 0,0-2 0 0,1 0 352 0,-2 0-16 0,1 0 0 0,-1 0 0 0,-2 0 128 0,0-2 32 0,1-2 0 0,1-1 0 16,1-1 288-16,2-2 64 0,2 2 16 0,0-2 0 16,5-4-304-16,1 1-64 0,2 1-16 0,1-2 0 15,2 2-160-15,0 1-16 0,1 2-16 0,1 1 0 16,2 0-160-16,-1-1-128 0,0 0 192 0,1 1-192 16,0 0 160-16,-2 0-160 0,-1 1 128 0,-3 1-128 15,1 3 0-15,-2-1 0 0,-1 4 128 0,0 1-128 0,1 1 208 16,-1 0 16-16,1 2 0 0,-1-1 0 0,1 1 80 15,0 1 16-15,3 0 0 0,0-4 0 0,4 2-320 0,0-1 160 16,2-1-160-16,1-2 128 0,0 1-128 16,-1-2 128-16,1 0-128 0,-2 1 128 0,-1 2 64 15,-2-3 0-15,-1 2 0 0,-1 2 0 0,0-1 0 0,0-2 16 16,0 1 0-16,0 1 0 0,4-3 0 0,-1 0 0 16,2 0 0-16,-1 0 0 0,2-3-32 0,2 1-16 15,3 1 0-15,-2-4 0 0,2 1-160 0,1 0 0 16,0 1 0-16,0 0 0 0,0-1 0 0,-2 4 0 15,-1 2 0-15,-2 0 0 0,0 4 0 0,-4 0 0 16,1 1 0-16,-6-4 128 0,-2 1-128 0,1 1 192 16,4 2-192-16,2 0 192 0,2 1-64 0,1-4 0 15,1 0 0-15,1-2 0 0,1-2-128 0,0 0 0 0,0-2 0 16,4-2 0-16,4-2 128 0,4-3 0 0,2 2 0 0,1-3 0 16,1 1-128-16,-1 3 160 0,-2-4-160 0,-2 1 160 15,2 2-160-15,-2-4 128 0,-1 3-128 0,-3 0 128 16,-4 0-128-16,0 2 192 0,-3 2-192 0,-2 2 192 15,-2-1-48-15,1 3 0 0,1 3 0 0,0-1 0 16,1 0-144-16,1 3 0 0,3-2 0 0,3 4 0 16,0-4 0-16,5-3 0 0,2 3 0 0,2-6 0 15,2 1 0-15,-2-2 0 0,0 0 128 0,-2-2-128 16,-5 2 0-16,0 2 0 0,0-2 0 0,-2 2 0 16,0 2 0-16,-3 2 128 0,-1-1-128 0,-3 4 0 15,0 0 192-15,-1 0-64 0,-1 2 0 0,-2-4 0 16,1 1 48-16,0-2 0 0,2 1 0 0,0-3 0 0,0 0 64 0,2-3 16 15,2 0 0-15,0-2 0 0,-1 1 80 0,4-2 32 16,1 0 0-16,1 2 0 0,0-2-48 0,-1 2-16 16,2 2 0-16,1 2 0 0,-1 0-64 0,0 2-16 15,-4 2 0-15,-1-2 0 0,-1 2-224 0,-1 0 176 16,-2 1-176-16,-2 0 160 0,-2 0 16 0,-1-2 0 16,1 3 0-16,-1-2 0 0,0 1-176 0,1 0 0 15,-1 0 0-15,3-1 0 0,1-2 0 0,2-2 0 16,3 4 0-16,4-2 0 0,0 2 0 0,-1 0 0 15</inkml:trace>
  <inkml:trace contextRef="#ctx0" brushRef="#br0" timeOffset="60342.87">23823 17114 4607 0,'-1'-12'400'0,"0"5"-400"0,2 0 0 0,-1 2 0 0,0 5-464 0,0 0-176 0,1 0-48 0,1-1 0 0,-1 1 880 0,1-2 160 16,1-1 32-16,-1 2 16 0,1 1 176 0,-1 0 16 15,1 0 16-15,-2 0 0 0,1 0 256 0,2-2 48 16,0 0 16-16,1 1 0 0,1 0 96 0,4-3 0 16,-1 2 16-16,3-1 0 0,5 2-560 0,5-5-112 15,4 3-32-15,2-3 0 0,0 2-336 0,2-2 0 16,2 2 0-16,1-2 128 0,2 0-128 0,-2 0 0 0,1-3 0 15,-2 2-128-15,1 1 128 0,3-4 0 0,1 1 0 0,2-1 0 16,-2-2 0-16,-3 3 0 0,-4 3 0 0,-4 2 0 16,-3 3 0-16,-3 2 128 0,-3 3-128 0,0 2 128 15,0 5-128-15,0 0 0 0,0 4 0 0,1 4 0 16,-2-2 0-16,0 2 128 0,-1 2-128 0,1-4 128 16,1 0 128-16,3-6 16 0,0 1 16 0,3-2 0 15,4-4 288-15,4 0 48 0,3-5 16 0,-1 2 0 16,2-3 16-16,2-4 16 0,1 0 0 0,3-1 0 15,1-2-432-15,3-2-96 0,-1 2-16 0,-1-2 0 16,1 0-128-16,-4 2 0 0,0-2 0 0,-3 2 0 16,-5 1 0-16,-2 0 0 0,-3 1 0 0,-1 1 0 0,0 3 128 15,0-2 0-15,0 6 0 0,1-2 0 0,0 3-128 16,1 2 128-16,-1 2-128 0,1-1 128 0,2 1 0 16,1 0 0-16,2-2 0 0,2 0 0 15,1 0 64-15,1-3 0 0,-1-2 0 0,0 1 0 0,1 2 144 0,2-1 48 16,2-3 0-16,2 0 0 0,3 0-192 0,1-3-16 15,1-1-16-15,0 2 0 0,2-2-160 0,-4 1 192 16,-4 0-192-16,2-3 192 0,2 2-192 0,0 2 0 16,-1-2 0-16,-2 0 0 0,-4 2 0 0,-2 2 0 15,-2 0 0-15,-2 0 0 0,-2 2 0 0,-1 2 0 16,1 0 0-16,-3-2 0 0,1 2 0 0,2-2 0 0,2 2 0 16,2-1 0-16,3-2 0 0,1 1 0 0,2-2 0 15,1 0 0-15,2 0 0 0,-2 0 128 0,2 0-128 0,-2-2 128 16,-4 1-128-16,1-2 128 0,-2 1-128 15,0 0 128-15,-1 0-128 0,-3 2 0 0,-1 0 0 0,-3 0 0 16,-4 2 0-16,-3 2 192 0,-2 0-192 16,-4 1 192-16,-1 2 16 0,-3-1 16 0,-1 1 0 0,0-1 0 15,-1 0 160-15,0 1 48 0,0 2 0 0,2-3 0 16,-1 0-112-16,0-2-32 0,2 2 0 0,0-6 0 16,5 3 32-16,0-6 16 0,3 3 0 0,3-3 0 15,2 0-336-15,2 3 128 0,2 0-128 0,-3 3-13440 16</inkml:trace>
  <inkml:trace contextRef="#ctx1" brushRef="#br0">11818 16526 0,'0'0'0,"0"0"16,0 0-1,0 0 1,0 0 15,0 0-15,0 0-16,0 0 16,0 0-1,0 0 1,0 0-1,0 0 1,0 0 0,55-25-1,-55 25 1,2 0 0,5 2-1,0-2 1,13 4-1,-7 0 1,-13-4 0,-28 0-1,1-1 1,23 2-16,-14-1 16,6 0-1,2 2 1,2 0-1,6 3 1,3-5 0,0 1-1,0 1 1,-1-2 0,0 0 15,2 0-16,-1 0-15,-2 0 16,-1 3 0,1-2-1,1 1 1,1-5 0,-1 3-1,-2 0 1,2 3-1,-2 1 1,0-1 0,0-3-1,2 0 1,0 0 0,0 0-1,0 0-15,0 0 16,0 0-1,0 0 1</inkml:trace>
  <inkml:trace contextRef="#ctx0" brushRef="#br0" timeOffset="-195520.51">4769 8999 3999 0</inkml:trace>
  <inkml:trace contextRef="#ctx0" brushRef="#br0" timeOffset="-194223.2">4972 8506 911 0,'-1'0'0'0,"1"-2"0"0,0 1 0 0,-1 1 0 0,1 0 0 0,0 0 0 16,0 0 0-16,0 0 0 0,0 0 704 0,1-3 48 15,-1 2 16-15,0 1 0 0,0 0 320 0,0 0 80 0,0 0 16 16,0 0 0-16,0 0-272 0,0 0-48 0,0 0-16 0,0 0 0 15,0 0-240-15,0 0-48 0,0 0-16 0,0 0 0 16,-14-15-80-16,12 11-16 0,-2 2 0 0,0-2 0 16,1-2-64-16,-2 2-32 0,-1-2 0 0,1 1 0 15,1 1-32-15,-2 1-16 0,0-1 0 0,-3 2 0 16,-1-2-176-16,0 1-128 0,1 1 144 0,-2 1-144 16,0 1 0-16,-1 0 128 0,1 3-128 0,-3 0 0 15,3 1 0-15,-1-1 128 0,-1 3-128 0,0 1 0 16,-2 1 0-16,1 2 0 0,1 3 0 0,0-4 0 15,5-1 0-15,-2 3 0 0,0 0 0 0,-1 4 0 16,1 0 176-16,-1 1-176 0,1 1 192 0,1 1-192 16,-1 1 560-16,2 0 0 0,-1-1 0 0,0 2 0 15,1 0-112-15,-1 1-32 0,2-1 0 0,0 1 0 0,2-4-80 16,2 0-16-16,-1-5 0 0,2 0 0 0,2-1-128 16,1 0-16-16,0 0-16 0,1-1 0 0,1 3-160 0,1-4 0 15,1 5 144-15,0-2-144 0,-1 3 176 0,1-2-48 16,2 3 0-16,-2-4 0 0,-1 2 160 15,1 1 32-15,2-4 0 0,-2 1 0 0,1 0-160 0,1 1-32 16,1-3 0-16,-1 0 0 0,2-2-128 0,-1-2 192 16,2 2-192-16,0-3 192 0,0-2-192 0,1 0 0 15,0 1 0-15,0-4 128 0,2 2-128 0,-2-4 0 16,1 2 0-16,-1-4 0 0,2 1 0 0,-2 1 0 0,1-3 0 16,1-1 0-16,0 0 128 0,0-3 0 15,-1 0 0-15,0-2 0 0,1-1 48 0,0-3 0 0,2-1 0 0,0 0 0 16,-1-4-48-16,-1 2-128 0,1-1 192 0,-2 0-64 15,0 1-128-15,-2 1 128 0,2-2-128 0,-4 3 128 16,2-3-128-16,-4 3 0 0,0 4 144 0,-2-3-144 16,-1 4 0-16,-1-4 128 0,-1 2-128 0,1-2 0 15,-4 1 128-15,0-1-128 0,-1 2 128 0,0-2-128 16,-1 1 176-16,-1-1-48 0,-1-1 0 0,0 0 0 16,-1 0-128-16,0 0 192 0,0-1-192 0,-1-1 192 15,0 0-192-15,-1-1 160 0,1 6-160 0,0-2 160 16,0 5-160-16,0-2 192 0,-2 3-192 0,0 4 192 15,0 0-192-15,0 5 0 0,0 3 0 0,-2 3 0 16,0 4 0-16,-1 2 0 0,1 4-192 0,1 3-8496 16,0 4-1696-16</inkml:trace>
  <inkml:trace contextRef="#ctx0" brushRef="#br1" timeOffset="-185239.79">16141 5354 14735 0,'-2'-3'1312'0,"1"0"-1056"0,1 3-256 0,0 0 0 15,0 0 704-15,0 0 96 0,-1-2 16 0,1 0 0 0,-1 2 784 0,0 0 176 0,-1 4 16 0,2-4 16 0,0 0-1056 0,0 19-224 0,2-9-32 0,0-1-16 0,2 4 160 0,1-1 48 16,0 2 0-16,0 1 0 0,1-2-80 0,1 2-16 15,2 1 0-15,-3-3 0 0,0-1-64 0,2 0-16 16,1 2 0-16,3 2 0 0,1 2-96 0,0 1-32 16,0 0 0-16,0-2 0 0,-1 0-32 0,-1-3-16 0,0 1 0 0,0 1 0 15,0-4-80-15,-1-1-32 0,0 0 0 0,-1-1 0 16,-2-2-48-16,1 0-16 0,-2-5 0 0,-1 0 0 16,0 0-32-16,0-3 0 15,0-1 0-15,-2-1 0 0,1-1 160 0,0-2 32 0,-2 1 0 0,1-2 0 16,-1-3-128-16,1 2 0 0,-2 1-16 0,1-4 0 15,1 0-176-15,-2-1 160 0,3 0-160 0,-2-2 160 16,2-2-160-16,0 2 128 0,-1 0-128 0,0 1 128 16,1-3-128-16,1-1 0 0,-2-1 0 0,2-2-176 15,-1-2 176-15,-2 4 0 0,2-2 0 0,0-3 0 16,-2 4 0-16,1-2 0 0,-2 1 0 0,1-2 0 16,1 3 0-16,-2-2 0 0,2 1 0 0,-2 2 0 15,-1 2 0-15,0 2 0 0,0-2 0 0,-3 2 0 16,2 4 0-16,-3-1 128 0,0 1-128 0,-3 3 128 15,-1 0-128-15,-3 2 192 0,-2 0-64 0,-3 2 0 16,0 2 0-16,-4 0 0 0,-2 2 0 0,-2-2 0 0,-1 4-128 0,0-2 0 16,1 5 0-16,1-4 0 0,1 3 0 0,1-2 0 15,0 2 0-15,1 3-128 0,1-3 128 0,3 2 0 16,0 0 0-16,1-2 0 0,2-2 0 0,0 2 0 16,2-2 0-16,1-1 0 0,3 0 0 0,1-3 0 15,-1 3 0-15,2-2 0 0,3 1 0 0,0-2 0 16,2-2 0-16,0 1 0 0,1 1-192 0,1 0-16 15,3 0 0-15,1 0-11488 16,3 0-2288-16</inkml:trace>
  <inkml:trace contextRef="#ctx0" brushRef="#br1" timeOffset="-183723.5">16733 5709 911 0,'2'0'0'0,"1"0"0"0,-2 0 0 0,-1 0 0 15,0 0 768-15,1 0 80 0,3-1 16 0,1 1 0 0,1-3 464 0,0 3 80 0,1-3 32 0,-2-1 0 16,0-1-64-16,-2 1-16 0,1 1 0 0,-2-3 0 15,1-1 96-15,-4 1 16 0,1 0 0 0,-2 2 0 16,0-1 96-16,-2 4 32 0,-1-1 0 0,-1 2 0 16,0 2-336-16,-3-1-64 0,-2 4-16 0,-1 1 0 15,-2 2-640-15,2 1-128 0,-2 3-32 0,1-2 0 16,0 2 0-16,2-2-16 0,2 2 0 0,1 1 0 16,2-3-208-16,3 2-32 0,2-5-128 0,1 2 192 15,1-5-16-15,2 2-16 0,3-2 0 0,1 1 0 16,3-2-160-16,1 1 0 0,2-1 0 0,-1 0 0 15,2 0 0-15,-1 3 0 0,0-2 0 0,-1-1 0 16,-2 2 0-16,0 0 0 0,-2 4 0 0,0-3 0 16,-2 4 144-16,-2-1-144 0,-1 1 160 0,-3 2-160 0,0-2 176 0,-1 2-176 15,-1-2 192-15,-2-1-192 0,-2 1 208 16,0-1-64-16,-2 0-16 0,0 1 0 0,-1-4 144 0,0 0 32 16,1-2 0-16,-1-1 0 0,1-2 64 15,-1 1 16-15,0-2 0 0,-2-2 0 0,1 1-112 0,0-2-16 16,1-1 0-16,-1 2 0 0,3-2-256 0,0 2 0 15,0-2 128-15,1 0-128 16,1 2-320-16,2-2-112 0,0-1-16 0,2 1-15888 16</inkml:trace>
  <inkml:trace contextRef="#ctx0" brushRef="#br1" timeOffset="-183248.46">17121 5427 13823 0,'-5'3'608'0,"2"-3"128"0,-1 0-592 0,3 1-144 0,1 1 0 0,1-2 0 0,0 3 288 0,-1-2 32 0,1 4 0 0,3-1 0 0,0 2 1424 0,2-2 304 0,1-2 48 0,1-1 16 15,2-2-608-15,0 1-112 0,1-5-32 0,0-1 0 16,0-1-176-16,1-3-32 0,1-3-16 0,-1-3 0 16,-1 0-496-16,0-2-112 0,0-3-16 0,-2-3 0 15,-1-1-64-15,-3 1-32 0,-2 4 0 0,0-2 0 16,-3-1-64-16,-2 1-16 0,-1 4 0 0,-1-3 0 0,-2 3-16 16,-2 0-16-16,0 2 0 0,-2 0 0 0,1 3-96 0,-1 3-16 15,0 4 0-15,1 0 0 0,-1 3-32 0,1 3-16 16,0 7 0-16,2 0 0 0,1 4-144 0,0 5 160 15,2 3-160-15,0 3 160 0,2 6-160 0,0 2 0 16,5 5 0-16,-1 2 0 0,3-2 0 0,0-1 0 16,0-5 0-16,0 0 0 0,1 2 0 0,1 0 0 15,0 1 0-15,-1 0 0 0,-1-7 0 0,0 1 0 16,1 1 0-16,2 2 0 0,-3-3 0 0,1 0 0 16,-1-2 0-16,0-1 0 0,0-1 0 0,-2-4 0 15,2 1 0-15,-2-5 0 0,-1-2-208 0,-1 0 16 16,2-2 16-16,-1-4 0 15,0 1-1488-15,-1-4-320 0,-1 1-48 0,0-1-12784 0</inkml:trace>
  <inkml:trace contextRef="#ctx0" brushRef="#br1" timeOffset="-183087.17">17093 5698 12895 0,'-1'-5'1152'0,"1"1"-928"0,2 1-224 0,1 0 0 15,-1 3 528-15,2-3 64 0,1 0 16 0,2-4 0 16,5-2 1296-16,3-3 256 0,4-1 48 0,1 3 16 15,1 0-1200-15,0-2-224 0,2 2-48 0,-1 0-16 16,2 2-736-16,-3-2-320 0,1 1 32 0,0-1-10864 16</inkml:trace>
  <inkml:trace contextRef="#ctx0" brushRef="#br1" timeOffset="-182856.07">17673 5180 9087 0,'-1'-11'192'0,"-1"6"64"16,1 2 0-16,0 0 0 0,0 3-256 0,-1 0 0 0,0 0 0 0,-2 0 0 0,-2 3 2432 0,-3 0 448 15,-3 4 96-15,0 3 16 0,-2 5-720 0,0 1-144 16,2 4-16-16,0 2-16 0,1 2-704 0,-1 2-144 16,4 2-32-16,-1-2 0 0,4 2-144 0,0 0-48 15,3-2 0-15,1-4 0 0,-1-2-528 0,2 1-112 16,3 1-32-16,-1 0 0 0,3-2-352 0,0 1 0 0,1-2 0 0,0-3 128 31,2-4-672-31,1-2-128 0,0-3-32 0,1-2-14944 0</inkml:trace>
  <inkml:trace contextRef="#ctx0" brushRef="#br1" timeOffset="-182235.36">17851 5393 2751 0,'1'-4'256'0,"0"1"-256"15,1 2 0-15,-1 1 0 0,0-2 1104 0,0-1 176 16,2 0 48-16,2-1 0 0,2-5 1744 0,2 2 368 16,1-2 64-16,0 3 16 0,-1-1-608 0,0 4-112 15,-1 1-32-15,-1 0 0 0,0 4-1056 0,0 0-224 16,-1 4-32-16,-1 0-16 0,-2 4-736 0,-1-2-128 16,-1 4-48-16,-1 3 0 0,-1 1-224 0,-3 4-48 15,-2 1-16-15,1 1 0 0,0-2-64 0,0-2-16 0,-1 3 0 16,-2 2 0-16,1-4-160 0,-1 1 160 0,1 1-160 15,1-5 160-15,1-3-160 0,1-1 128 0,2-2-128 0,0-4 128 16,1-2-128-16,1-2 0 16,1-2 144-16,3-3-144 0,1-2 0 0,1-3 0 0,4-3 0 0,-1 0 128 15,0-1-128-15,-1-1 0 0,1-2 0 0,1-2 0 32,1-5-320-32,0-2-96 0,0 1-16 0,-1-2 0 0,0 3 144 0,-1 0 32 0,-2 3 0 0,-1 3 0 15,0 1 256-15,-1 4-160 0,-2 2 160 0,-1 3-128 16,1 2 128-16,-3 4 0 0,0 0 0 0,-2 2 0 15,1 3 224-15,-2-2-32 0,-2 6 0 0,-2 1 0 16,1 2 80-16,-2 1 16 0,-1 3 0 0,0 1 0 16,1 4-16-16,0-2 0 0,2 0 0 0,1 0 0 15,0 1-16-15,3 1 0 0,-1 2 0 0,3-2 0 16,1-2-48-16,2-7-16 0,-1 2 0 0,3-4 0 16,0 0-64-16,3-4 0 0,-1-1-128 0,2-2 192 0,2 0-192 15,0-6 0-15,1 1 128 0,2-2-128 0,0-4 0 16,0 0 0-16,0-1 0 0,0 0 0 15,-5 1-864-15,-1 0-160 0,-1-2-48 0,-2 0-16368 16</inkml:trace>
  <inkml:trace contextRef="#ctx0" brushRef="#br1" timeOffset="-182039.7">17838 5497 17503 0,'-1'-3'768'0,"1"2"176"0,1 1-752 0,1-3-192 0,0 1 0 0,1 2 0 0,-1 0 1664 0,2 0 288 0,3-1 64 0,4 1 16 0,3-3 928 0,3 1 192 0,1 0 48 0,-1 0 0 16,3 1-1984-16,-3-2-384 0,2 1-64 0,-3 1-32 15,-2 1-480-15,0 0-112 0,-3-3-16 0,-1 3 0 16,-1 0-128-16,-3 0-256 0,-1 0 64 0,-3 0-11392 16,-2 0-2272-16</inkml:trace>
  <inkml:trace contextRef="#ctx0" brushRef="#br1" timeOffset="-181723.13">18185 5067 4607 0,'3'-6'400'0,"-1"1"-400"0,-1 0 0 0,1 4 0 0,1-1 2944 0,-2 2 496 16,2 0 96-16,2 0 32 0,1 0-1824 0,4 0-352 16,1 2-80-16,2 4-16 0,2 4 704 0,-1 3 144 15,1 3 32-15,-1 3 0 0,0 4-656 0,-2 4-128 16,0 1-32-16,-3 4 0 0,-1-2-256 0,-3 4-48 16,-2-6-16-16,-1-2 0 0,-1-1-400 0,-1-2-96 15,-3 4-16-15,-1-2 0 0,-1 1-320 0,-2-4-64 16,1-2-16-16,-1 1 0 0,-1-1-128 0,1 1 0 15,-2-1 144-15,2-2-144 0,-1-2 0 0,1 0 0 16,1-1 0-16,1-1-18304 0</inkml:trace>
  <inkml:trace contextRef="#ctx0" brushRef="#br1" timeOffset="-181139.82">18825 5588 10127 0,'-3'-4'896'0,"0"2"-704"0,1-2-192 0,0 2 0 0,4 2 1600 0,-1-3 304 0,0 2 48 0,2 1 16 0,0-5 320 0,2 1 64 0,3 1 16 0,0-4 0 16,5-3 48-16,1 2 16 0,4 0 0 0,0 0 0 16,0 2-1344-16,-2-1-272 0,-1 4-48 0,-1-3-16 15,0 3-544-15,-2 2-208 0,-2 1 176 0,-1-3-176 31,-3 6-336-31,-2-3-176 0,-2 4-16 0,-4-2-16 0,-1 3-2288 0,-2 0-464 0,-2 1-96 0,-2 1 0 16,-2 2 256-16,-1-3 48 16,-3 4 16-16,-2-1 0 0,-1 1 1776 0,2 0 352 0,3-2 80 0,-1 0 16 15,3 0 1312-15,2-1 272 0,2-1 48 0,2-1 16 16,2 0 992-16,3-2 192 0,3 0 32 0,1 1 16 16,2-4-368-16,1 0-64 0,4 0 0 0,2-3-16 15,4 2-768-15,0-5-160 0,2 1-16 0,-2 0-8448 16,1 2-1664-16</inkml:trace>
  <inkml:trace contextRef="#ctx0" brushRef="#br1" timeOffset="-180539.88">19476 5253 22111 0,'-3'-10'976'0,"1"5"208"0,1 1-944 0,-1 2-240 16,2 1 0-16,2 1 0 0,-2 0 240 0,1 1 0 15,0 4 0-15,1-1 0 0,2 4 480 0,1 2 112 16,0 6 0-16,1 0 16 0,2 3-16 0,0-1-16 0,3 5 0 0,-1-1 0 16,3 1 64-16,0 1 16 0,-2-4 0 0,1 2 0 15,1-2-416-15,0 1-80 0,-1-3-16 0,-1 0 0 16,1-1-96-16,1-1-32 0,-2-4 0 0,0 2 0 15,-1-5 80-15,0 0 16 0,-2-2 0 0,1-1 0 16,-1-2-48-16,-2-2-16 0,0-1 0 0,-1-1 0 16,0-1-160-16,-2 1-128 0,1-2 144 0,-3-2-144 15,2 1 128-15,-2-3-128 0,2 2 0 0,-2-4 144 16,0 0-144-16,0-3 0 0,1 1 0 0,-1 0 128 16,0 1-128-16,0-1 0 0,2-5 0 0,-1-1 128 15,2-3-128-15,1 1 0 0,-1 0 0 0,2 0 0 16,-1-1 0-16,1 1 0 0,0-1 144 0,1 2-144 0,1-4 176 15,1 1-48-15,0 1 0 0,3-3 0 0,-3 4-128 16,1-1 0-16,2 2 144 0,-4-2-144 16,0 4 0-16,-2 2 128 0,1 0-128 0,-1 0 0 0,1 0 0 15,-3 1 0-15,0 0 0 0,-1 2 0 0,-1 4 0 16,-2 0 0-16,-1-1 0 0,0 1 0 0,-3 2 0 16,0 1 0-16,1 0 0 0,-2 3 0 0,-2 0 0 0,0 0 0 15,0 0 0-15,-1 3 0 0,-2 0 0 0,-1 1 0 16,1-1 0-16,-2 0 0 0,-2 0 0 0,-2 1 0 15,-2-1 0-15,-3 1-128 0,0-2 128 0,0 2 0 16,-3-1 0-16,2-1 128 0,-2-2 48 0,1 1 16 0,1 2 0 16,-1-3 0-16,6 0 192 0,1 2 32 0,0-1 16 15,1 2 0-15,3-1-176 0,2 2-16 0,1 0-16 0,3 0 0 16,1 0-224-16,3 3 0 0,2-1 0 16,2-2-12208-16,3 2-2512 0</inkml:trace>
  <inkml:trace contextRef="#ctx0" brushRef="#br1" timeOffset="-179149.14">20226 5297 4607 0,'-1'3'400'0,"1"-3"-400"0,0 1 0 0,0-1 0 0,0 0 1136 0,0 3 144 0,0-3 16 0,1 2 16 0,1 2 608 0,-1 2 112 0,2-2 16 0,1-2 16 16,1 2-464-16,0-2-80 0,2-2-32 0,1 0 0 15,2 0-208-15,0-5-64 0,2 2 0 0,0-4 0 16,2 1-256-16,0-1-48 0,0-4-16 0,-1 0 0 15,-1-4-64-15,-1 1 0 0,0-1-16 0,-1-1 0 16,-1 0-112-16,-2 0-32 0,0-2 0 0,-2 1 0 16,-2 3-224-16,0 0-32 0,-2-2-16 0,-1-1 0 15,-3 1-160-15,1 0-48 0,-3-1 0 0,-2 1 0 16,0 4-48-16,0-2-16 0,-2 6 0 0,1 2 0 16,-1 2-128-16,0 1 192 0,2 3-192 0,0 3 192 15,-1 3-192-15,-2 4 0 0,4 0 0 0,-1 5 0 16,-1 1 0-16,1 6 0 0,-1 3 0 0,2 2 0 15,1 4 0-15,0 3 0 0,0 4 0 0,2 1 0 16,3 2 0-16,0-1 0 0,2-5 0 0,2-4 0 16,1 1 0-16,0-1 0 0,2 2 0 0,2-5 0 0,-2 0 0 15,3-2 0-15,1 2 0 0,0-2 0 0,-1-4 0 16,-1 0 0-16,0-3 0 0,-1-3 0 0,-2-1 0 16,1-2 0-16,-1-4 0 0,-2 1 0 15,-1-4-1136-15,0 0-96 0,-3-5-32 0,-2 2-14288 16</inkml:trace>
  <inkml:trace contextRef="#ctx0" brushRef="#br1" timeOffset="-178971.16">20184 5623 4607 0,'-5'-7'400'0,"3"1"-400"16,-1 3 0-16,3 0 0 0,2-1 2288 0,0 4 368 0,1-2 80 0,-1-1 16 16,3 0-640-16,2-1-112 0,3-2-16 0,3-3-16 15,1 2 176-15,3 1 32 0,1-3 16 0,4-1 0 16,2 1-1392-16,-1-2-288 0,2 3-48 0,0-2-16 15,0 0-624-15,-2 1-128 0,1 0-16 0,-1 2-13184 16</inkml:trace>
  <inkml:trace contextRef="#ctx0" brushRef="#br1" timeOffset="-178706.51">20819 5088 16575 0,'-3'-5'1472'0,"2"4"-1168"0,0-2-304 0,1 3 0 0,0 0 512 0,-2 0 32 15,1-3 16-15,-3 3 0 0,1-4 1088 0,-3 4 208 16,-2 4 64-16,-1 0 0 0,1 4-880 0,-1 2-160 16,2 4-48-16,-2 4 0 0,2 3 144 0,-1 5 32 15,1 3 0-15,2 3 0 0,0 1-160 0,2 0-16 16,2-4-16-16,1 0 0 0,0-6-432 0,1-1-96 15,3 1-16-15,0-5 0 0,0 0-272 0,-1-4 0 16,2-1 0-16,1-2 0 16,1-2-672-16,-1-1-192 0,0-2-32 0,1-2-14224 0</inkml:trace>
  <inkml:trace contextRef="#ctx0" brushRef="#br1" timeOffset="-178272.61">20903 5278 16575 0,'0'-5'1472'0,"1"1"-1168"0,1 0-304 0,0 2 0 16,0 2 336-16,2-4 16 0,1-2 0 0,3-4 0 16,4-1 1744-16,0 0 336 0,3 0 80 0,-2 1 16 15,3 2-416-15,-1 6-64 0,0-2-32 0,-1 5 0 16,-2 4-800-16,-1 0-176 0,-1 4-16 0,-3 3-16 16,-2 1-688-16,-1 0-144 0,-3 0-32 0,-2 1 0 15,-1 3-144-15,-2-1 0 0,-2-3 0 0,-3 0 0 16,0-1 0-16,1 0 0 0,-1-4 128 0,3 0-128 15,0-1 0-15,0-4 0 0,2 2 0 0,0-5 0 16,3 1 0-16,1-2 0 0,1-1 0 0,2-2 0 16,0-2 0-16,4 0 0 0,1-4 0 0,2-3 0 15,4-1-160-15,-2 0-64 0,2-2-16 0,-2-1 0 16,0 0 16-16,0 1 0 0,-3 0 0 0,1 0 0 16,0 0 224-16,-2 1 0 0,0 2 0 0,-3 0-144 15,-2 3 144-15,-1 4 0 0,-2 0 0 0,-1 2 0 0,-2 4 0 16,0 0 0-16,-5 4 0 0,1 4 0 0,-3 3 0 0,-1 0 144 15,0 6-144-15,0-1 160 0,-2 6-32 0,3 1-128 16,2-4 192-16,2 3-64 0,1-3-128 0,2 0 192 16,3-1-192-16,0-2 192 0,3-3-64 0,0-3-128 15,2 0 192-15,3-2-64 0,-1-2-128 0,1 1 0 16,1-4 0-16,1-3 0 0,1 2 128 0,2-4-128 0,0 0 0 16,2-2 128-16,-2-2-400 0,-2 2-96 15,-1-2-16-15,-3 0-10752 0,0 0-2176 16</inkml:trace>
  <inkml:trace contextRef="#ctx0" brushRef="#br1" timeOffset="-178089.09">20987 5322 13823 0,'-5'0'1216'0,"2"0"-960"0,2-2-256 0,1 2 0 0,1 0 1360 0,1 0 240 0,0-3 32 0,3 2 16 0,4-2-496 0,3 0-112 0,4-3-16 0,3-1 0 16,3 1 496-16,0-2 80 0,3 3 32 0,-2-4 0 15,2 0-1248-15,1 2-240 0,0-3-144 0,-4 4 160 16,1-3-1104-16,-4 2-208 0</inkml:trace>
  <inkml:trace contextRef="#ctx0" brushRef="#br1" timeOffset="-177837.29">21410 4905 11967 0,'2'0'1072'0,"1"0"-864"0,-1 0-208 0,1 0 0 0,0 0 448 0,1 3 64 16,1-2 0-16,4 2 0 0,4 3 1920 0,2 1 400 15,0 4 80-15,-2-1 16 0,2 6-1216 0,-2 0-240 16,-2 0-64-16,-3 3 0 0,0 3-384 0,-3 3-64 16,0 0-32-16,-4 1 0 0,-2 2-48 0,-2 1-16 15,-2-1 0-15,-1-2 0 0,-3 1-256 0,0-3-48 0,-3 0-16 16,1-4 0-16,0-1-192 0,1-4-32 0,2-2-16 0,-1 0 0 15,0-4-112-15,2 1-32 0,0 1 0 0,2-4 0 16,1-1-160-16,3-2 0 0,1-1 0 0,2 0-11728 16,2-3-2304-16</inkml:trace>
  <inkml:trace contextRef="#ctx0" brushRef="#br1" timeOffset="-177652.84">21773 5271 23039 0,'-2'-2'1024'0,"2"2"192"16,0-3-960-16,0 2-256 0,0 1 0 0,0 0 0 15,1 0 1984-15,-1 0 336 0,1 0 80 0,0 0 16 16,2 1-176-16,-3-1-16 0,0 0-16 0,0 0 0 16,0 0-1408-16,0 0-288 0,0 0-48 0,0 0-12496 15,0 0-2496-15</inkml:trace>
  <inkml:trace contextRef="#ctx0" brushRef="#br1" timeOffset="-176733.03">21624 4482 12895 0,'0'-3'1152'0,"0"-1"-928"0,0 2-224 0,1 2 0 0,-1-3 944 0,0 2 144 0,0-3 16 0,0-2 16 0,1-3 1344 16,-1 1 272-16,0 3 48 0,0-1 16 0,-2 3-848 0,2 1-160 15,-2 4-48-15,1 4 0 0,0 0-928 0,0 7-192 16,-2-1-48-16,1 4 0 0,0-3-128 0,0 3-48 16,1-3 0-16,-2 6 0 0,2 1-128 0,0 2-16 15,0-1-16-15,-1-3 0 0,1 2 16 0,0-4 16 16,1 0 0-16,-3-1 0 0,2-2-80 0,0-4 0 16,0 1-16-16,-1-1 0 0,1 1-48 0,0-4-128 15,0 0 192-15,-1-2-64 0,1-2-128 0,0 2 0 16,0-4 0-16,0 3 128 0,-1-3-128 0,1 0 0 0,0-3 0 15,-2 1 0 1,2 0-1376-16,-1 0-208 0,-1-2-32 0,1-1-14384 0</inkml:trace>
  <inkml:trace contextRef="#ctx0" brushRef="#br1" timeOffset="-176401.41">21464 4548 2591 0,'-2'-6'0'0,"-2"0"0"0,1-1 144 0,1 4-144 0,1 0 0 0,1 2 0 0,0 0 0 0,0 0 0 16,-2-6 1760-16,1 1 240 0,-1 0 48 0,2-3 16 16,0 4 720-16,2-1 144 0,1 0 16 0,-1 1 16 15,2 4-832-15,0-3-160 0,2 2-48 0,0 2 0 16,1 0-576-16,2-3-128 0,1 2-32 0,0 1 0 16,1-2-400-16,1 2-80 0,2-3 0 0,1 2-16 15,0-2 0-15,1 0 0 0,0 0 0 0,1-1 0 16,0 1-144-16,2 0-32 0,-3 0 0 0,1-4 0 0,-1 5-64 15,-1-4 0-15,0 2-16 0,-1 0 0 0,-3 2-160 0,-1-2-16 16,-2 4-16-16,-1-2 0 0,-3 2-112 16,-1 0-128-16,-1 0 176 0,-2 0-176 0,0 0 144 0,-1 2-144 15,0-2 0-15,-2 1 144 0,1 2-144 0,0-3 0 16,-1 2 0-16,1 0 128 0,2-2-128 0,0 0 0 16,0 0 0-16,0 0 0 15,0 0-992-15,0 0-80 0,0 0-16 0,0 0-16272 0</inkml:trace>
  <inkml:trace contextRef="#ctx0" brushRef="#br1" timeOffset="-168669.8">22189 5377 2751 0,'-4'3'256'0,"0"0"-256"0,2-1 0 0,-1 2 0 0,2-4 2384 0,0 1 432 16,1 0 96-16,-1 3 16 0,-2 0-992 0,1-2-192 0,-1 4-32 0,1-2-16 0,0-1 400 0,2-2 80 0,0-2 0 0,0 1 16 0,3-3-288 0,-1-3-64 0,2 0-16 0,0-3 0 0,1-1-448 0,1 0-96 0,3-3 0 0,-2-5-16 0,3 1-496 0,0-1-112 0,1-3-16 0,0 1 0 0,0 0-336 0,0 1-80 0,0 1-16 0,2-2 0 0,-2 3-48 0,1-3-16 0,3-2 0 0,0 0 0 0,-3 0-144 0,1 3 192 0,-2-4-192 0,0-1 192 15,-2 1-192-15,-3 5 0 0,0 2 0 0,-2 3 128 0,-2 4-128 0,-1 2 192 0,1 4-192 0,-2 3 192 0,0 0-192 0,0 0 0 0,0 3 0 0,0 4 0 0,0 1 0 0,1 2 0 0,0 2 0 0,2 5 0 0,-1-3 0 0,2 6-176 0,2 0 48 0,1 5 0 0,2-1 128 16,1 5 0-16,4-1 0 0,-2 4 0 0,2-3 0 0,-1-3 0 16,-1-1 0-16,1-4 0 0,-1-2 0 0,-2-3 0 15,0-3 0-15,-5-3 0 0,-1 0 0 0,-3-2 0 16,-1-2 0-16,-1 1 0 0,-3-4 192 0,-2 1 0 15,-4-1 16-15,-2-3 0 0,-1 0 256 0,-3 0 48 16,-2 0 16-16,-2-3 0 0,0 2-128 0,-1-2-16 16,1 1-16-16,0 1 0 0,1 1-96 0,4-3-16 0,2 2 0 15,3 0 0-15,4 1-256 0,3-2 0 16,1 2 0-16,2 0 0 0,4 2 0 16,2-1-224-16,4 3 32 0,4-1-20656 0</inkml:trace>
  <inkml:trace contextRef="#ctx0" brushRef="#br1" timeOffset="-164572.99">15307 6846 6447 0,'2'-5'576'0,"-2"3"-576"0,0 0 0 0,1-2 0 0,-1 2 928 0,0 2 80 0,0-6 16 0,1-2 0 15,-1-3 1088-15,0 1 208 0,-1-2 48 0,-2 4 16 16,1 2-352-16,-3 0-80 0,0 0-16 0,-1 2 0 16,-2-1-416-16,0 4-96 0,-2 1-16 0,-1 0 0 0,-2 4-384 15,1-1-96-15,-3 4-16 0,0 1 0 16,0 2-528-16,1 0-96 0,0 2-32 0,-2 3 0 0,2-1-256 0,1 1 0 15,2-2-128-15,-1 0 128 0,3 3 0 0,0-1 0 16,1-2 128-16,2-1-128 0,1 1 272 16,2-1-48-16,0 2-16 0,2 1 0 0,1-2 64 0,1 2 16 15,0-5 0-15,3 0 0 0,1-1-32 0,1 0 0 16,2-2 0-16,0-1 0 0,1 0-256 0,0-2 128 16,2-3-128-16,0-1 0 0,-3 0 224 0,0-1-64 15,-1 1-16-15,0-4 0 0,1 2 48 0,0-5 0 16,-1-1 0-16,2 0 0 0,-2-4 0 0,1-3 0 15,0-1 0-15,-2-1 0 0,2-2-16 0,-2 1 0 0,-1-2 0 16,-1 1 0-16,1-2-176 0,-2 1 160 0,1 2-160 16,0-2 160-16,-2 2-160 0,1 1 160 0,-1 1-160 0,1 0 160 15,-2 4-32-15,0 0-128 0,0 3 192 0,1 3-64 16,-4 0-128-16,2 2 192 0,0 4-192 0,-1 0 192 16,1 2-192-16,-1 0 0 0,1 4 144 0,-1 2-144 15,1 2 0-15,0 0 0 0,1 3 0 0,0-1 0 16,2-2 0-16,-1 0 0 0,3 1 0 0,-1-1 0 15,1-4 0-15,1 0 0 0,1 0 0 0,1-2 0 16,2-2 0-16,-1 2 0 0,1-1 0 0,1-3 0 16,1 1 0-16,-1 1 0 0,1-2 0 0,-2 0 0 15,1 4 0-15,-1-4 0 0,-3 4 0 0,1 1 0 16,-3 1 0-16,0 0 0 0,-2 1 0 0,0 3 0 16,-2 2 0-16,-1-1 0 0,-1 1 0 0,0 0 0 15,-2 3 0-15,1-1 0 0,-1-2 128 0,2-2-128 16,0 0 336-16,1-1 0 0,1 1 0 0,1-2 0 15,1-2-160-15,-1 1-48 0,3-4 0 0,0 1 0 0,0-2 64 0,1 0 0 16,1-2 0-16,0 0 0 0,-1-2-64 0,2 2-128 16,-2-2 192-16,0-1-64 0,0 2-128 0,-1 1 0 15,-1-2 0-15,-3 4-19952 16</inkml:trace>
  <inkml:trace contextRef="#ctx0" brushRef="#br1" timeOffset="-164137.79">15884 6737 25791 0,'1'-5'2304'0,"-1"-1"-1856"0,1 6-448 0,-1-3 0 0,1 3 1088 0,-1 0 112 0,1-2 16 0,1-2 16 0,-1 0 480 0,0 2 80 0,2-2 32 0,-3 2 0 0,0 4-1312 0,0-1-256 15,-2 6-48-15,1 1-11216 16,-1 1-2256-16</inkml:trace>
  <inkml:trace contextRef="#ctx0" brushRef="#br1" timeOffset="-163987.19">15912 6928 8287 0,'0'0'736'0,"0"0"-592"16,0 0-144-16,0 0 0 0,0 0 2160 0,0 0 400 0,0 0 64 15,0 2 32-15,1 0 1040 0,0 1 208 0,1-3 32 0,-2 0 16 16,0 0-1296-16,0 0-256 0,0 0-48 0,0 0-16 15,0 0-1648-15,0 0-336 0,16 16-64 0,-14-14-18560 16</inkml:trace>
  <inkml:trace contextRef="#ctx0" brushRef="#br1" timeOffset="-162288.02">17409 6715 2751 0,'3'-2'256'0,"-2"0"-256"0,2 2 0 0,-3-3 0 0,1 3 752 0,0-1 96 0,2 1 32 0,0-4 0 0,3-1 544 0,2 2 112 15,-1-3 32-15,-1-2 0 0,-2 3 64 0,1 2 16 16,-1-4 0-16,1 1 0 0,-2 0-112 0,1-1-32 16,0-2 0-16,-2 0 0 0,1 2-208 0,-1-2-32 15,0 2-16-15,-1-3 0 0,-1 4-448 0,-1-3-96 16,-2-1 0-16,-2 4-16 0,0-3-368 0,-2 2-64 0,1 4 0 0,-2 0-16 16,-2-2-240-16,-1 3 176 0,-1 2-176 0,-2 0 160 15,2 0-32-15,-2 3 0 0,2 2 0 0,-2 1 0 16,2 3 16-16,1 1 0 0,0 2 0 0,1 2 0 15,1 3-144-15,0 3 0 0,3-1 144 0,3 3-144 16,-1-4 144-16,3 4-144 0,2-2 192 0,1 1-192 16,2-5 192-16,0 0-192 0,1-3 192 0,0-3-192 15,1-2 240-15,1 0-64 0,1-5-16 0,-1 2 0 16,2-5 48-16,-2 0 16 0,2-2 0 0,-2-2 0 16,2-1 112-16,-1 0 32 0,1-3 0 0,1-2 0 15,1 0 0-15,0-3 0 0,-2 2 0 0,-2 0 0 16,2-4-112-16,0 2-32 0,-3-2 0 0,1-1 0 15,-1 2-96-15,-1 2 0 0,0-1-128 0,0 1 192 16,-1 0-192-16,0 2 144 0,-2 0-144 0,1 1 128 0,-1 3-128 16,-2 2 192-16,1 1-192 0,-1 3 192 0,0 0-16 15,-1 1 0-15,1 3 0 0,-2 2 0 0,0 2-176 16,0 5 160-16,-1-1-160 0,1 2 160 0,0 4-160 0,0 1 128 16,0 4-128-16,2 1 128 0,0 2-128 0,1-4 0 15,0 3 0-15,2-2 128 0,-1-2-128 0,1-1 0 16,-1 5 0-16,1-3 0 0,0 3 0 0,0 1 128 15,-1-1-128-15,2-1 0 0,0 2 160 0,-1 3-160 16,2 2 192-16,0 2-192 0,0-2 192 0,0 0-64 16,0-3 0-16,-1-4-128 0,1-2 160 0,-3-1-160 15,2-1 128-15,-1-2-128 0,-1 1 0 0,0-3 0 16,0-2 128-16,-1-2-128 0,0-1 0 0,-2 0 0 0,0 0 0 16,-2 0 0-16,0 1 0 0,-2-5 0 0,-2 2 0 15,0-6 0-15,-2 4 0 0,-1-5 0 0,-1-1 0 16,-1-1 0-16,3-1 0 0,-1-1 0 0,-1-2 128 15,-1-2-128-15,1 0 0 0,0-4 0 0,2 3 0 0,0-2 0 16,-1-4 0-16,-1-3 0 0,1 1 0 0,0 2 0 16,2-2 0-16,0 1 0 0,2 2 0 0,1-1 128 15,2-1-128-15,-1 3 0 0,1-2 0 0,2 1 0 16,1 6 0-16,0-4 128 0,1-1-128 0,2-1 128 16,1 1-128-16,1 0 160 0,1-1-160 0,0-1 160 15,0 1-160-15,1 0 0 0,2-2 144 0,1-1-144 16,-1 2 0-16,1-3 128 0,2-3-128 0,2 1 0 15,-1-7 0-15,1 3 128 0,-1 2-128 0,1-1 0 16,-2 2 0-16,-2 3 144 0,0 2-144 0,-2 2 0 0,-4 3 144 16,0 2-144-16,-1 3 0 0,-2-1 144 0,-2 2-144 0,-1 0 0 15,0 2 0-15,-3 1 0 0,0 0 0 16,-1 0-192-16,-2 1 32 0,2 2 16 16,-1-3-1248-16,1 2-240 0,-1 2-48 0,0 0-15360 15</inkml:trace>
  <inkml:trace contextRef="#ctx0" brushRef="#br1" timeOffset="-159558">17864 6464 4607 0,'0'-9'400'0,"2"3"-400"0,-1 2 0 0,-1 0 0 0,0 4 448 0,0-2 16 0,1-4 0 0,-1-4 0 0,1-3 1296 0,-1 1 256 0,-1 2 48 0,0 0 16 15,0 4 128-15,-2 0 32 0,1 2 0 0,-1 2 0 16,1 2-528-16,-2 0-112 0,0 2 0 0,1 2-16 16,-1 2-768-16,-1 4-160 0,-1-1-16 0,1 2-16 15,1 1-304-15,-1 3-64 0,2 1-16 0,-1 0 0 16,0-1 96-16,2 5 32 0,0-2 0 0,0 6 0 16,2 0 96-16,0 4 32 0,0-2 0 0,1 0 0 15,2-2 32-15,-2 1 16 0,1-3 0 16,1 1 0-16,1-5-48 0,-1 2-16 0,1-5 0 0,0-2 0 15,-1 0-128-15,0-3-32 0,1-2 0 0,-2 0 0 0,2-2-32 0,-1 0-16 16,0-2 0-16,1-2 0 0,-2 1-144 0,1 0-128 16,-1-3 192-16,1 0-192 0,-1 0 128 0,-1 0-128 15,2 0 0-15,-2-2 0 16,1 1-592-16,1-2-176 0,-1 0-48 0,2-2-16144 0</inkml:trace>
  <inkml:trace contextRef="#ctx0" brushRef="#br1" timeOffset="-158903">18295 6482 8287 0,'2'-11'736'0,"1"4"-592"0,-1-3-144 16,1 5 0-16,-2 3 736 0,1 0 112 0,0-1 32 0,0 0 0 15,3-1 1440-15,0-5 304 0,1 3 48 0,-1 3 16 16,0 0-528-16,-1 3-112 0,-2 5 0 0,1-1-16 16,-1 8-816-16,-2 0-176 0,0 2-16 0,0 1-16 15,-1 1-256-15,-2 3-48 0,0 3-16 0,-1 0 0 16,-1 2-240-16,-1 0-64 0,-1 1 0 0,-2-2 0 16,-2 1 0-16,-3-2-16 0,1 2 0 0,-4-3 0 15,1-5-80-15,0 0-16 0,0-1 0 0,1-2 0 16,-1-4-64-16,1 1-16 0,1-4 0 0,0-2 0 0,3-4 0 15,0 0-16-15,1-3 0 0,0 0 0 0,1-4-32 16,-1 1 0-16,3-1 0 0,0-4 0 0,0 1-144 16,2-3 128-16,2 2-128 0,0-4 128 0,3 2-128 15,0 0 0-15,2 1 0 0,0 0 128 0,2 2-128 0,1-2 0 16,1 2 0-16,0 0 0 0,3 1 0 0,-2 3 0 16,3 0 128-16,0-2-128 15,-1 6 0-15,2-2 0 0,1 2 0 0,0-1 0 0,0 3 0 0,0 3 0 16,-2-1 0-16,1 3 0 0,-1 0 0 0,0 2 0 0,1 2 0 0,-1 0 0 15,1 2 0-15,-1 0 0 0,0 3 0 16,0-2 0-16,-1 0 0 0,0 1 0 0,-2-2 0 0,1 0 0 16,1-1 128-16,-2-3-128 0,0 2 192 0,2 0-64 15,-2-3 0-15,2-1-128 0,-1 1 192 16,-1-1-64-16,0-1 16 0,1-2 0 16,-1-2 0-16,3 0 0 0,0 0-16 0,0-2-128 0,0-2 192 0,0-1-64 15,1 1-128-15,-1-3 0 0,0 1 0 16,-2-1 0-16,1-1 0 0,-2 0 128 0,0 2-128 0,-1-3 0 15,-1 3 0-15,-2-1 0 0,1 1 128 16,-1-1-128-16,-1 5 0 0,-2-2 0 0,0-1 0 0,0 4 0 16,-1-3 0-16,0 2 0 0,-2 2 0 0,1-3 128 15,0 3-128-15,0 0 0 0,-1 0 0 0,2 0 128 16,0 3-128-16,1-3 0 0,-1 0 0 0,1 0 0 16,0 0 0-16,-2 0-144 0,2 2 144 0,0 0-208 15,-1 0-1392-15,0-2-256 0</inkml:trace>
  <inkml:trace contextRef="#ctx0" brushRef="#br1" timeOffset="-158422.38">18668 6237 3679 0,'-2'-3'320'0,"1"0"-320"0,1 2 0 0,0 1 0 0,0 0 848 0,0-3 112 0,-2 2 0 0,1-1 16 0,1-5 1696 0,-1 4 336 0,1 0 64 0,1 1 0 15,0 1-688-15,2 2-144 0,0 1-16 0,1 4-16 16,2 1-720-16,1 0-144 0,0 4-16 0,2 2-16 15,-1 0-432-15,1 3-96 0,0 0-16 0,-2 3 0 16,2-1-80-16,-2 1-32 0,-1-2 0 0,2 7 0 16,-1-1 96-16,1 4 16 0,-1-1 0 0,-1-3 0 15,-1-7-192-15,0 5-16 0,0 1-16 0,0 2 0 16,0 0-224-16,-3 1-64 0,1-3 0 0,-1 3 0 16,-1-5-48-16,-2 4-16 0,0-4 0 0,0 1 0 15,-3-1 0-15,2-1-16 0,-2-3 0 0,0 0 0 16,2-1 0-16,-1 1 0 0,0-4 0 0,0-1 0 0,1 0-48 15,-1-1 0-15,1 0 0 0,-1-4 0 0,2 2-128 16,0-2 128-16,-1 0-128 0,1-1 128 0,0-1-128 16,1-2 128-16,-1-2-128 0,1 1 128 0,0 2-128 0,0-6 0 15,0 3 0-15,0-1 0 0,1-4 0 0,1 2-144 16,2-1 144-16,0-2-19840 16</inkml:trace>
  <inkml:trace contextRef="#ctx0" brushRef="#br1" timeOffset="-156320.75">19210 6583 3679 0,'-3'0'320'0,"2"0"-320"0,0 0 0 0,0 0 0 0,1-2 656 0,0 2 64 0,0 0 16 0,0 0 0 0,0 0 960 0,0 0 192 0,0 0 32 0,0 0 16 0,0 0 160 0,0 0 16 16,0 0 16-16,0 0 0 0,0 0-80 0,0 0 0 16,23-9-16-16,-17 8 0 0,2-1-304 0,-1-1-48 0,1 2-16 15,-2-2 0-15,0 2-560 0,1-1-112 0,1 2-32 0,-2-3 0 16,0 2-528-16,0 1-112 0,1 0-32 0,-1 0 0 15,0 0-288-15,0 0 128 0,-2 1-128 0,1 2 0 16,-3-3 0-16,1 2 0 0,-1-1 0 0,-1 2-144 31,-1-1-1344-31,0 2-272 0,-1 0-48 0,-1 0-13552 0</inkml:trace>
  <inkml:trace contextRef="#ctx0" brushRef="#br1" timeOffset="-156023.4">19249 6686 3679 0,'-1'-1'160'0,"0"1"32"0,1 0-192 0,0 1 0 0,0-1 0 0,0 0 0 0,0 3 1408 15,0-3 224-15,0 2 48 0,0 2 16 16,2-2 1488-16,-2-2 288 0,0 0 64 0,0 0 16 0,0 0-672 0,20 10-128 16,-12-9-16-16,-1-1-16 0,0 0-864 15,2-1-160-15,0 1-32 0,1-2-16 0,-2 0-688 0,1 0-144 16,1-1-32-16,0 0 0 0,0 0-400 0,0 2-96 15,-1-1-16-15,0-2 0 0,-2 4-64 0,1-4-16 16,-1 3 0-16,0 1 0 0,-1-1-48 0,-1 1-16 16,0 0 0-16,-2 0 0 0,0 0-128 0,-1 0 0 15,-1 0 0-15,2 0 0 0,-2 0 0 0,0 0 0 0,1 0 0 16,-1 0 0-16,0 0 0 0,-1 0 0 16,1 0 0-16,-1 0-176 15,2-3-416-15,-2 2-96 0,0 1-16 0,0 0-17712 0</inkml:trace>
  <inkml:trace contextRef="#ctx0" brushRef="#br1" timeOffset="-153564.38">19994 6591 12895 0,'-1'-1'1152'0,"-1"-2"-928"0,2 3-224 0,0 0 0 0,2 0 720 15,-1 0 112-15,0 0 0 0,0 0 16 0,2-2 480 0,2 0 80 0,2 0 32 0,3 0 0 0,0 0-224 0,2-3-32 16,2 2-16-16,1-1 0 0,1-2-192 0,1 0-32 16,2-3-16-16,-1 1 0 15,-1-1-176-15,0-3-48 0,-4 3 0 0,-2-1 0 0,-1 0-128 0,-1-3-48 16,-2 1 0-16,-1-2 0 0,-1 0-128 0,-1-2-16 16,-1-1-16-16,-2 1 0 0,-1-2-48 0,-1 2 0 15,-2-5 0-15,-2 3 0 0,0 4-16 0,-1-2-16 16,-1-1 0-16,0 5 0 0,1 2-16 0,0 4 0 15,0 0 0-15,1 2 0 0,0 4-80 0,0 1 0 16,0 6-16-16,-1 2 0 0,1 6-176 0,0 1 0 16,1 3 144-16,-1 1-144 0,3-2 0 0,-1 1 0 0,3 1 0 15,2 2 0-15,-1 3 0 0,3 3 0 0,-1 0 0 0,3 1 0 16,1-3 0-16,-1 1 0 0,3-1 0 0,-1 2 0 16,2 1 0-16,0 2 0 0,1-2 128 0,-2 2-128 15,1-2 176-15,-3-3-48 16,0-1 0-16,0-3 0 0,-1-4 64 0,-1-2 0 0,0-2 0 0,-2 1 0 15,1-3-192-15,-1 1 128 0,-1-4-128 0,1 1 128 16,-2-1-128-16,0-3 0 16,-1 0 0-16,0 2 0 15,0-4-656-15,-1 0-176 0,1 0-16 0,-3-1-10464 0,0-2-2080 16</inkml:trace>
  <inkml:trace contextRef="#ctx0" brushRef="#br1" timeOffset="-153391.24">20037 6837 7359 0,'-4'-6'656'0,"3"0"-528"15,1 3-128-15,1 2 0 0,2 1 816 0,-2-3 128 16,2 0 16-16,1-3 16 0,4-3 1344 0,4-1 272 16,2 0 48-16,3 1 16 0,3 2-464 0,2-3-80 15,2 4-32-15,0-3 0 0,2 2-880 0,-1-2-176 16,2 3-48-16,-3-3 0 0,-1 2-704 16,0 1-144-16,-2 0-128 0,0-2 192 15,-3 2-1552-15,1-3-304 0,-2-1-64 0,2 1-16 0</inkml:trace>
  <inkml:trace contextRef="#ctx0" brushRef="#br1" timeOffset="-153138.21">20741 6226 9215 0,'-7'-9'400'0,"3"6"96"0,0-2-496 0,0 4 0 0,2-2 0 0,-1 3 0 15,-1 3 1584-15,-2-3 208 0,-2 1 64 0,-6 4 0 16,0 1 1136-16,0 4 224 0,0 2 48 0,3 1 16 15,1 3-1344-15,1 0-272 0,2 2-48 0,2 4-16 16,1-2-512-16,3-1-128 0,0 3 0 0,2 0-16 16,-1 1-240-16,1-2-32 0,0 1-16 0,1 0 0 15,0 4-176-15,1-1-32 0,-1 1-16 0,1-4 0 16,0 0-224-16,1-3-32 0,0-3-16 0,1-1 0 16,1-3-160-16,0-1 0 0,3-2 0 0,1 1 0 15,2-6-768-15,2-2-192 0,2 0-48 16,0-4-16368-16</inkml:trace>
  <inkml:trace contextRef="#ctx0" brushRef="#br1" timeOffset="-152606.47">20903 6400 11055 0,'-3'-12'480'0,"2"6"112"15,0 0-464-15,1-2-128 0,1 6 0 0,0-2 0 0,2 2 1616 0,-1-5 304 16,6-5 64-16,1-2 16 0,4 2 1328 0,2-3 272 15,1 4 48-15,1 3 16 0,0 1-1472 0,2 5-288 16,-1 1-64-16,0 4-16 0,-1 1-1040 0,-2 5-208 16,-1 3-32-16,-3 2-16 0,-4 0-336 0,-1 0-192 15,-1 2 192-15,-2 3-192 0,-3 2 192 0,-3 1-192 16,1-5 192-16,-3 4-192 0,-3-1 192 0,0 1-192 16,0-4 192-16,1-2-192 0,-3 4 160 0,-1-6-160 0,0 2 128 15,1-2-128-15,1-2 0 0,2-3 128 0,1-1-128 0,3-5 0 16,1-1 0-16,0-2 0 0,2 1 128 0,2-6-128 15,0 0 0-15,3-4 0 0,0 1 0 0,2-6 0 16,3-1 0-16,0-2 0 0,3-2 0 0,-1 0 0 16,2-2 0-16,-1 0 0 0,1 1 0 0,-2-2 0 15,-1 1 0-15,-1 2 0 0,1-1-144 0,-2 3 144 16,-2 0 0-16,-1 0 0 0,1 2 0 0,-2 3 0 16,0-1 0-16,-3 4 0 0,1 0 0 0,-2 4 0 15,0-1 0-15,-1 4 0 0,0 3 144 0,0 0-144 16,-1 1 0-16,0 4 0 0,-1 1 0 0,-1 4 0 0,-1 2 0 15,-1 4 0-15,-1 1 0 0,0-1 0 0,-1 2 0 0,1 1 0 16,0-2 0-16,-1 4 0 16,0-2 0-16,2 0 0 0,2 0 0 0,0-1 0 15,0-4 0-15,1 1 0 0,2-5 0 0,0 0 0 0,2 2 128 0,-1-5-128 16,1 2 0-16,2-3 128 0,0 0-128 0,1 1 192 16,3-1-192-16,0-2 192 0,2-1-192 0,-1 0 192 15,4-1-192-15,0-2 192 0,-1 0-192 0,-1 0 0 16,2-2 0-16,1-1 0 0,-3 2 0 0,1-1 0 15,1-2-224-15,-2-1 80 16,-1 0-1264-16,-3 0-240 0,-2 1-48 0,-2-2-15200 0</inkml:trace>
  <inkml:trace contextRef="#ctx0" brushRef="#br1" timeOffset="-152347.88">20983 6504 3679 0,'-4'-6'320'0,"2"1"-320"0,1 4 0 16,1-2 0-16,1 0 1648 0,0 3 256 0,2-4 48 0,0 2 16 0,5-2 1328 0,2-5 272 0,4 1 48 0,4 0 16 0,4-2-336 0,0 4-64 0,4-3-16 0,-1 3 0 15,0 3-1328-15,-3-4-272 0,-1 4-48 0,-2 0-16 16,-1-1-976-16,-2 2-192 0,-1 1-32 0,-1-2-16 16,-2 0-144-16,0 0-16 0,-2 1-16 0,-1 0 0 15,-2 0-160-15,1-2 128 0,-2 2-128 0,0-1 128 16,1 2-128-16,-2-1 0 0,-1 0 0 0,0 0 0 15,-3-1-256-15,0 2-64 0,-1 1-32 0,-2 0-18416 16</inkml:trace>
  <inkml:trace contextRef="#ctx0" brushRef="#br1" timeOffset="-151006.38">21831 6214 10127 0,'-1'-6'896'0,"0"1"-704"0,1 1-192 0,0 3 0 0,0-2 528 0,0 1 80 0,0 2 16 15,0-2 0-15,1 0 1152 0,0-2 224 0,1 2 48 0,-1 2 16 0,0-3 112 0,1 3 0 16,1 3 16-16,1 1 0 0,-4-4-704 0,0 0-144 15,5 22-16-15,-3-11-16 0,-2 5-528 0,0 0-96 16,0 0-32-16,-2 3 0 0,0-1-144 0,1 0-16 16,-1-1-16-16,0-1 0 15,0 0 32-15,1 0 16 0,-2 0 0 0,1 0 0 0,1 0-208 16,-1 2-32-16,1-2-16 0,0-4 0 0,0 2-272 0,-1-2 128 16,2-5-128-16,2 2 0 0,-2 0 0 0,1-4 0 0,0 1 0 0,0-1 0 31,1-1-624-31,-1-4-176 0,0 2-32 0,0-2-16 15,-1 0-2608-15,0-2-512 0</inkml:trace>
  <inkml:trace contextRef="#ctx0" brushRef="#br1" timeOffset="-150806.53">21725 6423 6447 0,'-4'-6'272'0,"3"2"80"0,0-1-352 0,0 4 0 0,1-2 0 0,0 3 0 16,0 0 2048-16,1-4 352 0,0 2 64 0,1-2 16 15,3 2 208-15,0 1 64 0,2-2 0 0,-1 1 0 16,2 2-400-16,4-2-80 0,-1 2-16 0,1-2 0 15,3-1-592-15,1 2-112 0,1-4-16 0,1 0-16 16,1 0-752-16,1-1-160 0,-1 0-32 0,-1 0 0 16,0 1-352-16,-5-1-80 0,0 3-16 0,-2-1 0 0,0 2-128 0,0 0 0 15,-2 0 0-15,-2 0 0 16,-1 2-832-16,-2 2-208 0</inkml:trace>
  <inkml:trace contextRef="#ctx0" brushRef="#br1" timeOffset="-149571.68">22514 6126 7359 0,'2'-9'656'0,"0"4"-528"0,-1 0-128 0,0 2 0 0,-1 0 496 0,1 2 64 0,-1 1 16 0,2-5 0 0,0 0 1600 0,0-1 320 0,1-3 64 15,-1 3 0-15,1-1-64 0,-1 0-32 0,1 2 0 0,-2 2 0 0,3-1-768 0,-2 2-160 16,1-1-16-16,-1 3-16 0,-1 0-736 0,2 3-128 15,-2-1-48-15,2 4 0 0,-2 4-208 16,-1 0-64-16,-1 5 0 0,-2 1 0 0,-1 4 208 0,0 2 48 16,-3 3 0-16,-1-1 0 0,0 2-96 15,0-1-16-15,-2-3 0 0,-1 1 0 0,-2-1-160 0,0 0-48 16,0-3 0-16,1-3 0 0,1 0-112 0,0-4-16 16,-1 2-128-16,0 1 192 0,0-3-192 0,-1 0 128 15,0-2-128-15,0 0 0 0,2-1 128 0,0-3-128 16,1-2 0-16,0-1 144 0,2 0-144 0,-1-3 0 0,2 0 0 15,-1-3 0-15,2 0 0 0,0-1 0 16,2-1 0-16,0-1 0 0,2 0 0 0,-2-2 0 0,3-4 0 0,0 0 0 16,0-2 0-16,1 2 0 0,1-4 0 0,1 3 0 15,1-2 0-15,0 5 0 0,2-2 0 0,0 2 0 16,0 4 0-16,3-4 0 0,-1 4 0 0,2 0 0 16,-2 2 0-16,1-1 0 0,-1 4 0 0,-1-2 0 15,2 3 0-15,-2 0 0 16,0 3 0-16,1-2 0 0,0 4 0 0,0-1 0 15,0-2 0-15,2 4 0 0,-1 2 0 0,-1-2 0 0,0 0 128 0,1 0-128 16,-2 1 0-16,1-1 0 0,2 4 0 0,-2-4 0 16,3 1 0-16,-2 2 0 0,-2-3-144 0,0 0 144 15,2 2 0-15,-1-2 0 0,-1 0 0 0,-1-1 0 16,1 1 0-16,-1 2 0 0,1-2 128 0,-1 0-128 0,2-4 240 16,-3 5-48-16,1-4-16 0,0-1 0 0,2 0-32 15,-1 1 0-15,-1-3 0 0,1 0 0 0,0 0-16 16,0 0-128-16,2-3 192 0,-2 3-64 0,0-2-128 0,0 0 0 15,0 0 144-15,-1 1-144 0,2-2 0 0,-3 1 0 16,0 0 0-16,-1 0 128 0,-2 2-128 16,0-3-192-16,-1 2 64 0,0-1 0 15,0 2-1264-15,-1-3-240 0</inkml:trace>
  <inkml:trace contextRef="#ctx0" brushRef="#br1" timeOffset="-148598.36">22882 6205 11967 0,'-1'3'1072'0,"0"-3"-864"0,1 0-208 0,0 0 0 0,0 0 880 0,0 0 128 0,-1 1 16 0,1 1 16 16,0 1 1296-16,0 0 256 0,1 0 48 0,-1-3 16 16,0 0-1120-16,0 0-208 0,0 0-48 0,0 0-16 15,22 6-288-15,-17-8-48 0,0-2-16 0,1-2 0 16,0 0-144-16,1-1-48 0,-1-1 0 0,-1-2 0 15,-2 1-112-15,1 2-32 0,0-3 0 0,0-3 0 16,-1 1-64-16,0-4-32 0,0 0 0 0,-1-3 0 16,0 3-272-16,-2-2-48 0,3-1-16 0,-3 1 0 15,0 0-16-15,-2 0 0 0,1 2 0 0,0-3 0 16,-2 4-128-16,0 2 0 0,-2-2 0 0,0 1 0 16,-1 1 0-16,-1 0 0 0,3 2 0 0,-3 1 0 15,1 3 0-15,1 1 0 0,0 0 0 0,2 3 0 0,0 2 0 16,-1 1 0-16,2 4 0 0,-2-1 0 15,2 1 0-15,-2 2 0 0,2 4 0 0,-3 1-176 0,0 2 176 0,0-2 0 16,1 1 128-16,0 3-128 0,2 3 0 0,-1 2 0 16,2-4 0-16,0 0-192 0,0 3 192 0,2 1 0 15,0 1 160-15,0-2-160 0,3 3 0 0,0-3 0 16,-1 0 0-16,0-7 0 0,1 1 0 0,-1-1 0 16,0-2 0-16,-1 0 0 0,1-4 0 0,-2 1 0 15,2-2 0-15,-3-1 0 0,1 0 288 0,-1-2-32 16,0 1-16-16,0-3 0 0,0 0-240 0,0 0 0 15,0-3 0-15,-1 3 0 0,1-2 128 0,0 0-128 0,0-2 0 16,-2 2 144-16,2 2-144 0,0 0 0 0,0 0 144 16,0 0-144-16,0 0 0 0,2-21 0 0,-2 20 0 15,0-4 0-15,-2 4 0 0,2-2 0 0,0 1 0 0,0 1 0 16,0-2 0-16,-1 2 0 0,1 0 0 0,0-1 0 16,0 2 0-16,0-2 0 0,0 2 0 0,0 0 0 15,0 0 0-15,0 0 0 0,0-1 0 0,0 1 0 16,0 0 0-16,0 0 0 0,1-3 0 0,-1 3 0 15,0 0 0-15,0 0 0 0,0 0-176 0,0 0 176 16,0 0-1936 0,0 0-304-16</inkml:trace>
  <inkml:trace contextRef="#ctx0" brushRef="#br1" timeOffset="-147853.88">22869 6258 11055 0,'0'0'976'0,"0"-2"-784"0,0 2-192 0,0-1 0 0,0 1 1280 0,0 0 224 0,0-3 32 0,1-1 16 0,1-2 944 0,1 0 192 0,-1-3 48 0,1 2 0 0,1-2-768 0,-1-1-160 0,0 0-16 0,1-1-16 15,-2 0-496-15,2 0-112 0,-2-3-16 0,1 2 0 16,-1 0-368-16,2-2-80 0,-2-2 0 0,2-2-16 16,1-4-256-16,-1 0-48 0,1 2-16 0,-2-2 0 15,1 1-208-15,0 1-32 0,-1-1-128 0,0 2 192 0,-1 3-192 16,0 1 0-16,-1 4 0 0,-1-2 0 15,1 7 128-15,-2 0-128 0,1 3 0 0,0 2 0 0,0 1 0 16,0 1 0-16,1 3 0 0,-1 1 0 0,0-1 0 0,1 2 0 16,-1 3 0-16,0 0 0 0,2 4 0 0,-2 0 0 15,0 2 0-15,1 1 0 0,1-2 0 0,0 1 0 16,0 1 0-16,0 2 0 0,2 0 0 0,1 3 0 16,0 1 0-16,1 0 0 0,2-3 0 0,-1 3 0 15,3 0 0-15,0 3 0 0,1-3 0 16,0-2 0-16,0 1 0 0,0-4 0 15,1-1 0-15,-1 2 0 0,-1-6 128 0,-2 2-128 0,1-2 0 16,-3 0 176-16,1 1-176 0,-2-3 160 0,-1-4-160 0,-1 4 128 0,-1-4-128 16,-1 0 128-16,-1 0-128 0,-2 1 192 15,-2-4-192-15,-1 0 192 0,-2-2 0 0,-3 1 16 0,-3 0 0 16,-1 0 0-16,-1-2 112 0,-3 3 0 0,0-3 16 0,-2 0 0 16,4 0-16-16,-1 0 0 0,-1 0 0 15,2-3 0-15,3 3-128 0,2 0-16 0,3 0-16 0,2-2 0 16,4 4-160-16,2-2 0 0,2 3 0 15,5-3 0-15,3 3-480 16,3-3-128-16,4 4-32 0,4 2-19168 0</inkml:trace>
  <inkml:trace contextRef="#ctx0" brushRef="#br1" timeOffset="-146090.05">23308 5762 5519 0,'-3'-7'496'0,"1"2"-496"0,1 4 0 0,1 1 0 0,-2 0 656 0,1-3 48 0,-3-3 0 0,-1-4 0 0,-1 0 1184 0,0-1 240 0,1 1 48 0,3 3 16 16,0-2-192-16,1 3-32 0,2 0-16 0,2 2 0 15,1 0-384-15,1 4-80 0,2-2-16 0,3 2 0 16,1 2-112-16,1 2-16 0,3 0-16 0,3 2 0 16,-1 3-208-16,1 1-32 0,0 2-16 0,0 2 0 15,1 2-304-15,-1 1-64 0,0 3-16 0,-5-2 0 16,1 1-336-16,-3 3-64 0,0 2-16 0,-1 0 0 15,-3 1-112-15,1 3-32 0,-2 1 0 0,-2 3 0 16,-1-3-128-16,0 1 160 0,-1 6-160 0,-2 3 160 16,0 1-160-16,0 1 128 0,-1-4-128 0,-1-2 128 0,-1-3-128 15,-1-3 0-15,0-1 144 0,0-3-144 0,0-3 0 16,0-2 144-16,1 0-144 0,-2-2 0 0,0-2 208 0,1 0-64 16,-1-3-16-16,1 1 0 0,-2-1 144 0,0-3 32 15,0 2 0-15,0-2 0 0,0-1-144 16,-2-2-32-16,2-1 0 0,1 0 0 0,0-3 0 0,1 1 0 15,2-2 0-15,-1-2 0 0,2 0-128 0,1 0 0 16,0-2 0-16,1 2 0 0,1-3-176 0,0 2-64 16,2-2-16-16,-4 3-19120 0</inkml:trace>
  <inkml:trace contextRef="#ctx0" brushRef="#br1" timeOffset="-142860.78">19019 7282 2751 0,'-1'-2'256'0,"0"-2"-256"0,1 1 0 0,0 0 0 0,0 0 0 0,0 2 0 0,0-1 0 0,1-2 0 0,0-1 0 0,1-2 176 0,-1-2-48 0,0 1-128 0,2 0 320 0,-2-1-64 0,1 2 0 0,0 1 0 16,0-1 448-16,-1 1 64 0,2 0 32 0,-2 2 0 16,0 1 512-16,-1 0 96 15,-1 1 32-15,1 0 0 0,-3 0 240 0,2 2 48 0,0-3 16 0,-1 3 0 16,-1 0-272-16,2 0-48 0,-2 3-16 0,1-3 0 16,1 2-432-16,-1-2-80 0,1 4-32 0,1-1 0 15,-1 0-160-15,1 0-16 0,1 2-16 16,0 3 0-16,1-1-160 0,0 5-16 0,2-2-16 15,1 5 0-15,0-2 48 0,1 2 16 0,-1 2 0 32,1 2 0-32,0-3-224 0,-1 3-64 0,1 0 0 0,1 2 0 0,-3-2 0 0,1-2 0 0,0 1 0 15,0-1 0-15,1 4 0 0,-1-3 0 16,-1-4 0-16,0-2 0 0,0 4-48 0,-1-1-16 16,2-1 0-16,-1 2 0 0,1-1 0 0,0 1 0 0,0 0 0 0,1 0 0 15,0-1-64-15,0 1 0 16,0-2-128-16,1 0 192 0,-2 0-192 0,1 1 128 15,-1-3-128-15,0-2 0 0,0 2 0 0,-2-4 128 0,1 1-128 16,-1 0 0-16,-1-2 0 0,-1-4 0 0,2 1 0 0,-1 1 0 0,-1-4 0 16,1 2 0-16,-1-3 0 0,-1 0 0 0,1 0 0 0,-1-3 0 15,0 2 0-15,0-1 0 16,0-1-464-16,-1 2-96 0,1-3-16 0,-1 2 0 16,-2-5-1024-16,1 4-224 0,-1-2-32 0,0 1-16 15,-2 0 256 1,-2 1 48-16,1 0 16 0,0-1 0 0,-1 0 528 15,-3 0 128-15,1 0 0 0,-1 0 16 0,3 2 560 0,-2-2 96 0,0-1 32 0,2 2 0 0,0-1 192 0,0 1 0 16,2 0 0-16,2 0 0 0,-1 2 368 0,0-2 16 0,2 3 0 16,-1-2 0-16,1 1 480 0,2 1 96 0,0 0 32 15,0 0 0-15,0 0 64 0,1-3 16 0,0 3 0 0,1 0 0 16,-2 0-416-16,0 0-80 16,0 0 0-16,0 0-16 0,0 0-48 0,0 0-16 15,0 0 0-15,21 3 0 0,-18-3 16 16,1 0 0-16,0 3 0 0,1 0 0 0,1-3-64 0,0 0-16 15,0 4 0-15,0-3 0 0,-1 1-112 0,2 1-32 16,-2 1 0-16,-1-2 0 0,0 2-160 0,0-1-128 0,0 1 192 0,-1-1-192 16,1 0 144-16,-1 2-144 0,-1-1 0 15,0 2 144-15,2-3-144 0,-1 0 0 0,0 1 144 0,0 0-144 16,1 1 128-16,-2 1-128 0,2-2 128 0,-2-2-128 0,2 2 144 16,-2-2-144-16,3 2 192 0,0-4-192 15,-1 0 144-15,1 0-144 0,1-4 0 0,-1 2 144 0,1-2-144 16,0-2 0-16,1 1 0 0,-1 1 0 0,0-3 0 0,-1 1 0 15,1-3 0-15,0-1 0 0,-1 0 0 0,0 2 0 16,-1-1 128-16,0 1-128 0,-2-1 0 0,1 0 0 16,-1 2 0-16,-1-2 0 0,0 0 0 0,1 2 0 15,-1-3 0-15,-1 1 128 0,2 3-128 0,-2-1 0 16,2 0 0-16,-2-1 0 0,1 4 0 0,0-2 0 16,-1 2 0-16,0-1 0 0,0 4 160 0,0-1 0 15,0-1 0-15,0 2 0 0,-1 1 160 0,1 1 16 16,-1 2 16-16,-1-1 0 0,1 2-128 0,0-1-32 15,-2 4 0-15,2 1 0 0,-1-2-192 0,-1 2 0 16,0 1 0-16,-1-2 0 0,0 2 144 0,2 0-16 0,-3 0 0 16,1-1 0-16,0 0-128 0,-1 2 0 0,0 0 0 0,0-1 128 15,1-2-128-15,0 2 192 0,-1-3-192 0,0 1 192 16,1 0-192-16,2-1 0 0,-2-1 144 0,2 0-144 16,0 0 128-16,0-4-128 0,1 1 160 0,1 1-160 15,-2 0 0-15,2-3 0 0,2 0 0 0,-2 0 0 16,1 0 0-16,-1 0 0 0,1 0 0 0,-1 0 0 15,0 0-384 1,0 0-80-16,0 0-16 0,0 0-17600 0</inkml:trace>
  <inkml:trace contextRef="#ctx0" brushRef="#br1" timeOffset="-137786.51">19957 7855 6447 0,'1'-3'576'0,"-1"2"-576"0,1-1 0 0,0 2 0 0,-1-3 0 0,2 2 0 0,-1 1 0 0,0-3 0 0,2 0 1648 0,-1-4 272 0,2 1 48 0,-1 0 16 0,2 0-112 0,-1-3-16 0,1 2 0 0,0 1 0 0,-1-4-448 0,-1 4-112 0,2-3-16 0,-2 1 0 0,-2 0-224 0,0-1-48 0,1 2-16 0,-4 1 0 0,0-4-288 0,-1 3-48 0,0-1-16 0,-1 2 0 0,0-1-192 0,-2 0-32 0,0 1-16 0,-3-3 0 0,2 2-208 0,-2 1-64 0,1-1 0 0,0 1 0 0,-1 3-128 0,1-2 0 0,-1 3 0 0,0 0 0 0,1 4 0 16,-2 0 0-16,1 3 0 0,-1 2 0 0,-1 4 0 0,1-1 0 16,-1 2 0-16,0 2 0 0,0 4 0 15,1 1 0-15,0-2-144 0,2 2 144 0,0 2 0 0,2-5 0 16,2 3 0-16,1-6 0 15,1 2 0-15,2-4 0 16,2 0 128-16,0-1-128 0,2 0 128 0,1-1-128 16,1-2 176-16,1-1-176 0,2 0 304 0,0 1-48 0,0-4-16 0,0 0 0 15,0-1 128-15,-1-2 16 0,2 0 16 0,-1 0 0 0,0-2 32 0,-1-2 0 0,1 2 0 0,-2-5 0 16,1 1-48-16,-1 0-16 0,-1-1 0 0,2-2 0 16,-2 0-160-16,-1-1-16 0,0 3-16 0,-1-4 0 15,1 4-176-15,-2-3 128 0,2-2-128 0,-1 1 128 16,0 3-128-16,-1-2 0 0,1 4 0 0,0-4 128 15,-2 4 0-15,1-1-128 0,-2 4 192 0,0-2-64 16,0 1-128-16,1 2 0 0,-2 0 0 0,1 2 0 16,-1 0 192-16,0 0-64 0,1 4 0 0,-1-2 0 15,0 0-128-15,0 3 0 0,0 1 0 0,0-6 0 16,0 0 128-16,-1 22 0 0,1-11 0 0,-1 0 0 0,1 2-128 16,0 0 0-16,-2 0 0 0,2-1 0 0,0 0 0 15,2 2 0-15,-2-2 0 0,1 4 0 0,0-1 0 16,2 1 0-16,-2 0 0 0,1 1 128 0,0-4-128 15,-1 4 192-15,2 1-192 0,0 4 192 0,1 2-192 0,-2-1 160 16,2 2-160-16,-3-3 160 0,2 0-160 16,-2-1 0-16,-1 2 0 0,1-6 0 0,-1 1 0 0,0-2 0 15,0 3 0-15,-1-7 0 0,1 2 0 0,-3-2 0 16,2 1 128-16,-1-5-128 0,-1 2 0 0,1-4 0 16,-2 2 0-16,0-3 0 0,1 1 0 0,-1-2 0 15,-1-2 128-15,-1-1-128 0,1 2 0 0,0-3 128 0,-3 0-128 16,1 0 128-16,1 0-128 0,-2-4 0 0,1 2 144 15,-2-4-144-15,2 2 160 0,-2-2-32 0,3-1-128 0,-1-1 192 16,0 0-192-16,2 0 0 0,-1 0-144 16,1-3 144-16,2 4 0 0,-1-3 0 0,0 1 0 15,2-1 0-15,-1 0 0 0,2-2 0 0,-1 1 0 0,0 0 0 16,2 0 0-16,0 0 0 0,0-2 0 0,0 1 0 16,2 2 0-16,-1-1 0 0,0 0 0 0,1-2 0 15,1 3 0-15,-1 2 0 0,2-2 0 16,0 0 0-16,0-1 0 0,1 1 0 0,1 0 0 15,-1 0 0-15,2 1 128 0,-1 2-128 0,2-2 0 0,-1 1 0 16,3 0 176-16,-1-2-32 0,2 2 0 0,-1 2 0 16,0-2-144-16,-3 2 0 0,2 1 0 0,-3 1 0 15,-1 1 0-15,0 0 0 0,-3 3 0 0,1-2 0 16,-1 0 0-16,1 2 0 0,-2 0 0 0,-1 2 0 16,-1 0-256-16,-3 2-64 0,0 1-32 0,0 1-18320 15</inkml:trace>
  <inkml:trace contextRef="#ctx0" brushRef="#br1" timeOffset="-134901.5">20315 7492 1839 0,'5'-7'160'0,"-2"-2"-160"0,-1 3 0 0,-1 2 0 0,1 2 944 0,-1 1 144 0,-1-3 48 0,1 2 0 16,0-5 864-16,1 1 176 0,-2-1 48 0,0 2 0 0,-2 1-48 0,-1 2 0 0,0 0 0 0,-1 4 0 16,0 0-576-16,-3 2-112 0,1 2-16 0,0 3-16 0,-1 1-560 0,-1-1-96 15,-1 4-32-15,1 2 0 0,2-2-208 0,-2 3-48 16,1-1-16-16,-1 5 0 0,1 2 80 0,1 3 0 16,0 3 16-16,1 1 0 0,1-1 176 15,0 7 16-15,3-1 16 0,0-1 0 0,0 1-80 0,2-5-16 16,0-3 0-16,0-2 0 0,3-4-256 0,-2 1-48 15,3-1-16-15,-1-1 0 0,1-3-160 0,0-4-32 16,1 0-16-16,-1-2 0 0,-1-4-176 0,2 3 160 16,0-5-160-16,-1 2 160 0,1-2-160 0,-1-2 0 15,0-1 0-15,0 2 128 0,-1-3-128 0,0-3 0 16,-2 2 0-16,1-1 0 0,0-2-288 0,0-1-96 0,0 0 0 16,0-1-11680-1,-1 0-2336-15</inkml:trace>
  <inkml:trace contextRef="#ctx0" brushRef="#br1" timeOffset="-134508.13">20610 7759 11967 0,'-2'-11'528'0,"2"6"112"0,0 3-512 0,0-2-128 0,-1 2 0 0,1 2 0 16,0 0 896-16,0-3 128 0,-1 2 48 0,1 1 0 16,-1 0 1472-16,-1 4 288 0,1-2 64 0,1 6 16 0,-1 2-1232 15,1 1-240-15,-1 5-48 0,1-3-16 16,1 6-224-16,0-3-32 0,2 3-16 0,0-3 0 16,2 0-368-16,3-2-80 0,-1-1-16 0,2-3 0 15,1-4-208-15,0 0-48 0,1-2-16 0,0-2 0 0,-1-2 48 0,1-2 16 16,1-2 0-16,-1-5 0 0,0 1-112 0,1-2 0 15,-2-2-16-15,-3 0 0 0,0-2-144 0,-2 0-32 16,-1-1 0-16,-2 2 0 0,-2-5-128 0,-1 2 128 16,-4 0-128-16,-1 2 128 0,0-4-128 0,-3 2 160 15,-1 1-160-15,-2 1 160 0,0 5-16 16,-1 0 0-16,1 3 0 0,-2 2 0 0,-1-1-144 0,1 5 192 16,-2 0-192-16,-1 5 192 0,3-1-192 0,0 4 0 0,2 0 0 0,-1 2 0 31,5 1-320-31,-1 0-80 0,2 4-32 0,0-2-18416 0</inkml:trace>
  <inkml:trace contextRef="#ctx0" brushRef="#br1" timeOffset="-134222.82">20822 7440 14559 0,'6'-16'320'0,"-2"10"64"0,0-2 0 0,-2 4 48 0,1 0-432 15,-2 2 0-15,2 2 0 0,0-4 0 0,2 1 2464 0,1 1 416 0,2 4 64 0,-2 7 32 0,0 5-224 0,-2 4-64 0,1 5 0 0,0 5 0 0,-2 8-1264 0,1 3-256 0,0 3-48 0,-2 2-16 0,1 0-384 0,-1-2-80 0,-2-1 0 0,0-4-16 0,0-2-368 0,-2-6-64 16,-1-1 0-16,0-2-16 0,-2 0-176 0,0-5 0 15,1-5 0-15,-2 2 0 0,-4 2-288 16,-4 5 64-16,1 0 16 0,-3-6-18096 0</inkml:trace>
  <inkml:trace contextRef="#ctx0" brushRef="#br1" timeOffset="-133822.71">20006 7317 8287 0,'-2'-15'736'0,"0"8"-592"0,1-2-144 0,0 3 0 0,0-1 320 16,1 4 48-16,0-3 0 0,0-3 0 0,0-1 1872 15,0-6 384-15,1 4 80 0,0-1 16 0,0 6 336 0,1 2 64 16,-1 4 16-16,3 2 0 0,1 5-1024 0,1 3-192 15,-1 3-32-15,-2 4-16 0,1 3-1024 0,-1 0-208 16,-2 4-32-16,0 1-16 0,-2 5-160 0,0-3-48 16,-2 2 0-16,-1 3 0 0,-2 5-608 0,0 1-128 15,-1 0-32-15,-2 3-17424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7:28:16.88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1 443 4143 0 0,'10'2'6513'0'0,"5"2"-5242"0"0,-13-3-1392 0 0,6 1 247 0 0,-1-1 0 0 0,1 1 0 0 0,0-2 0 0 0,0 1 0 0 0,0-1 0 0 0,0 0 0 0 0,1-1 0 0 0,-1 0 0 0 0,-1 0 0 0 0,1 0 0 0 0,0-1 0 0 0,0 0 0 0 0,0-1 0 0 0,-1 0 0 0 0,0 0 0 0 0,1-1 0 0 0,-1 0 0 0 0,0 0 0 0 0,-1 0 0 0 0,1-1 0 0 0,-1 0 0 0 0,0 0 0 0 0,0-1 0 0 0,-1 0 0 0 0,1 0-1 0 0,-1 0 1 0 0,-1-1 0 0 0,1 1 0 0 0,-1-1 0 0 0,0 0 0 0 0,-1-1 0 0 0,1 1 0 0 0,-1 0 0 0 0,-1-1 0 0 0,0 0 0 0 0,0 0 0 0 0,0 0 0 0 0,1-15 0 0 0,-3-10 86 0 0,-2 0 0 0 0,-1 0 0 0 0,-1 0 0 0 0,-2 1 0 0 0,-15-51 0 0 0,20 80-207 0 0,0 0 0 0 0,-1 0 0 0 0,1 0 0 0 0,-1 0 0 0 0,1 0 0 0 0,-1 1-1 0 0,0-1 1 0 0,-3-2 0 0 0,5 4-3 0 0,0 1-1 0 0,-1 0 0 0 0,1-1 0 0 0,-1 1 1 0 0,1 0-1 0 0,0-1 0 0 0,-1 1 1 0 0,1 0-1 0 0,-1 0 0 0 0,1 0 1 0 0,-1-1-1 0 0,1 1 0 0 0,-1 0 1 0 0,1 0-1 0 0,-1 0 0 0 0,1 0 1 0 0,-1 0-1 0 0,1 0 0 0 0,-1 0 1 0 0,1 0-1 0 0,-1 0 0 0 0,0 0 0 0 0,0 1 0 0 0,0-1 0 0 0,0 1 0 0 0,0-1 0 0 0,1 1 0 0 0,-1 0-1 0 0,0-1 1 0 0,0 1 0 0 0,1 0 0 0 0,-1 0 0 0 0,0 0-1 0 0,1-1 1 0 0,-1 1 0 0 0,1 0 0 0 0,-1 0 0 0 0,1 0-1 0 0,-1 1 1 0 0,-1 5-1 0 0,-1 0 0 0 0,1 0 0 0 0,0 0 0 0 0,1 0 0 0 0,0 0 0 0 0,-1 12 0 0 0,4 46 0 0 0,-1-55 0 0 0,4 48 424 0 0,14 60 0 0 0,20 56 808 0 0,-26-122-1081 0 0,17 59 442 0 0,-26-102-561 0 0,-2-9-16 0 0,0-7 0 0 0,6-56 38 0 0,-8 65-54 0 0,-1 0 1 0 0,0 1-1 0 0,0-1 1 0 0,-1 0 0 0 0,1 0-1 0 0,0 0 1 0 0,-1 0-1 0 0,1-1 1 0 0,-1 1 0 0 0,0 0-1 0 0,1-1 1 0 0,-1 1-1 0 0,0-1 1 0 0,0 1 0 0 0,0-1-1 0 0,0 0 1 0 0,0 0 0 0 0,-3 1-1 0 0,-10 5 1 0 0,-26 8 0 0 0,9-4 7 0 0,30-10-7 0 0,1-1 1 0 0,-1 1-1 0 0,1-1 1 0 0,0 1-1 0 0,0-1 1 0 0,-1 1-1 0 0,1 0 0 0 0,0 0 1 0 0,0 0-1 0 0,0 0 1 0 0,-1 0-1 0 0,1 0 1 0 0,0 0-1 0 0,1 0 1 0 0,-1 0-1 0 0,0 0 0 0 0,0 1 1 0 0,0-1-1 0 0,0 2 1 0 0,1-2-1 0 0,0 0 0 0 0,0 0 1 0 0,0 0-1 0 0,0 0 0 0 0,0 0 0 0 0,0-1 1 0 0,1 1-1 0 0,-1 0 0 0 0,0 0 1 0 0,1 0-1 0 0,-1 0 0 0 0,1-1 0 0 0,-1 1 1 0 0,1 0-1 0 0,-1 0 0 0 0,2 0 1 0 0,1 4 0 0 0,22 42-2 0 0,-41-69-688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2-15T17:28:17.266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3 41 6911 0 0,'-3'1'1302'0'0,"8"1"661"0"0,0 1 150 0 0,-4 10 223 0 0,6-13-1470 0 0,88-4 2617 0 0,34-3-679 0 0,-109 4-2595 0 0,1 0 0 0 0,-1-1 0 0 0,1-1 0 0 0,21-9 0 0 0,-28 8-290 0 0,-10 4-109 0 0,0 0 1 0 0,0 0-1 0 0,1 0 1 0 0,-1 1-1 0 0,1-1 1 0 0,-1 1-1 0 0,5 0 1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388" units="cm"/>
          <inkml:channel name="Y" type="integer" max="18258" units="cm"/>
          <inkml:channel name="F" type="integer" max="65535" units="dev"/>
          <inkml:channel name="T" type="integer" max="2.14748E9" units="dev"/>
        </inkml:traceFormat>
        <inkml:channelProperties>
          <inkml:channelProperty channel="X" name="resolution" value="1000.29218" units="1/cm"/>
          <inkml:channelProperty channel="Y" name="resolution" value="1000.438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5-12-15T16:49:34.12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2969 7751 3391 0,'-4'-6'304'0,"3"2"-304"16,0 1 0-16,1 2 0 0,0 1 0 0,-1 0 0 0,-1-2 272 0,0-4 0 0,-1-1 0 0,1 1 0 0,-1-1-272 0,1 1 0 16,-1 1-208-16,1 1 80 0,1 0 640 0,0 1 128 0,-2 0 16 0,2-1 16 15,0 2-48-15,-1-2-16 0,1 2 0 0,0-1 0 16,0 2-96-16,-1-2-32 16,1 0 0-16,1 0 0 0,-1 2-32 0,1-1 0 0,0 2 0 0,0-3 0 15,1 2-256-15,0 1-48 0,1 0-16 0,-2 0 0 16,0 0-128-16,0 0 0 0,0 0 0 0,0 0 0 15,0 0 0-15,19 13 192 0,-14-10-192 0,0-2 192 16,0 2-192-16,1-1 0 0,1-1 0 0,-1 2 0 16,1-3 0-16,-1 0 0 0,3 2 0 0,-2-2 0 15,3 0 192-15,-1 0 0 0,1 0 0 0,0 0 0 16,1 0 64-16,1-2 32 0,3 4 0 0,-1-2 0 16,1 0 0-16,-2 0 0 0,3 2 0 0,0 0 0 15,0 1-288-15,0-2 0 0,2 1 128 0,0 2-128 0,0-2 0 16,0-2 0-16,1 0 0 0,1 0 0 0,1-2 0 0,2-1 0 15,2 2 0-15,2-5 0 0,0 2 0 0,-1 2 0 16,1-4 0-16,-2 2 0 0,-1 1 0 0,0 0 0 16,4-1 128-16,-1 2-128 0,-1-2 128 0,-2 4-128 15,1-3 192-15,-1 3-192 0,-1 0 0 0,1 0 0 16,-2 3 0 0,0-2 0-16,0 2 0 0,1-1 0 15,-1 2 0-15,0-3 0 0,0 1 0 0,1 1 0 0,-2 1 0 0,0-4 0 0,1 2 0 0,-2-2 0 16,0 1 0-16,-2-1 0 0,-2 0 0 0,2-1 0 15,-1-1 0-15,1-1 0 0,1 2 0 0,-2-4 0 16,3 1 0-16,0 1 0 0,-2-1 208 0,5 1-64 16,-2 0-16-16,1-2 0 0,1 4-128 0,1-2 0 0,-3 1 0 15,1 0 0-15,0 2 0 0,1 0 0 16,1 4 0-16,1-4 0 0,-4 3 0 0,3 0 0 0,0 0 0 0,2-2 0 16,0 1 0-16,3 1-176 0,-2-2 48 0,3 2 0 15,-1-6 128-15,2 2 176 0,1-2-48 0,2 0 0 16,-5 0-128-16,2-3 0 0,2 2 0 15,0 1 0-15,0-4 0 0,2 5 0 0,-4-2 0 0,0 2 0 16,1-2 0-16,0 4-144 0,-2 0 144 0,-3 0-208 16,-1 1 208-16,2 2 128 0,2 1 0 0,2 0-128 15,3 3 0-15,-1-4 0 0,1 4 0 0,2-1 0 16,1-3 0-16,2 1 0 0,0-1 0 0,0-1 0 16,5-2 0-16,1-2 0 0,1-2 0 0,-3 1 0 15,-4-3 0-15,3 0 0 0,3 0 0 0,1-2 0 16,-1 2 0-16,-4 0 0 0,-4 0 0 0,0 0 0 0,4 0 208 0,2 2-64 15,-2-2-16-15,0 3 0 0,0-1 0 0,0 4-128 16,1 2 192-16,-1 0-64 0,-2 4 16 16,2 1 0-16,3-1 0 0,2 4 0 0,3 0-144 15,-2 1 0-15,2 0 0 0,-1 4 0 0,0-3 0 0,1-2 0 16,-2 0 0-16,0-2 0 0,2-1 128 0,-1-1 0 16,3 0 0-16,-2-1 0 0,-1-3-128 0,1 1 0 15,-2-3 0-15,0 1 0 0,-2-1 0 0,0 0 0 16,-1-1 0-16,1 1 0 0,-5 0 336 0,1-3 48 15,2 3 0-15,1 3 0 0,-5-3 48 0,0 0 16 16,4 0 0-16,-1 0 0 0,0-3-112 0,3 3-16 0,0-3 0 16,3 0 0-16,-1 2-320 0,2-2 0 15,4 0 0-15,1 0 0 0,-3-3 128 0,2 0 16 0,2 0 0 16,-3 0 0-16,-6-1-144 0,1 1 0 0,4 0 0 0,0 1 0 16,-3-1 0-16,1 0 0 0,1 0 0 0,0 1 0 15,1 1 0-15,-2 0 0 0,-2 4 0 0,-1-2 0 16,-1 2 0-16,2 0 0 0,4-2-160 0,-1 2 160 15,-1 4 0-15,1-4 0 0,0 3 0 16,1 0 160-16,-2 1-160 0,2-1 0 0,0 0 0 0,1 0 0 16,2 0 0-16,-1 0 0 0,3-2 0 0,0 2 0 15,0-3 0-15,-1 0 0 0,0 2 0 0,1-4 0 16,-6-1 0-16,1 2 192 0,5-5-192 0,-5 1 192 16,-8 4-192-16,3-6 0 0,6 1 0 0,3 0 128 15,-4 2-128-15,-1-2 0 0,1-3 0 0,0 3 0 0,-5 0 240 16,0 2 16-16,1-2 0 0,1 2 0 15,2 1 0-15,1-2 0 0,-3 1 0 0,0 0 0 0,-4 2-112 16,4-2-16-16,-1 4 0 0,1-2 0 0,-2 2 0 0,1 2 0 16,2-2 0-16,-1 0 0 0,-3 0-128 0,-1 0 0 15,-1-2 0-15,1 2 0 0,-8 0 0 16,0 0 0-16,2 0 0 0,1 2 0 0,-4-2 176 0,1 4 0 16,1-4 0-16,-2 2 0 0,-2 0 16 0,-2-2 16 15,1 0 0-15,-1 0 0 0,-5-2-64 16,-1 0-16-16,-1-2 0 0,-3 2 0 0,1-2 0 0,-4-2 0 15,1 2 0-15,-4-2 0 0,-3 1-128 0,-3-1 0 16,-1 1 0-16,-4-1-8464 16,-6-1-1648-16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388" units="cm"/>
          <inkml:channel name="Y" type="integer" max="18258" units="cm"/>
          <inkml:channel name="F" type="integer" max="65535" units="dev"/>
          <inkml:channel name="T" type="integer" max="2.14748E9" units="dev"/>
        </inkml:traceFormat>
        <inkml:channelProperties>
          <inkml:channelProperty channel="X" name="resolution" value="1000.29218" units="1/cm"/>
          <inkml:channelProperty channel="Y" name="resolution" value="1000.438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5-12-15T16:49:51.476"/>
    </inkml:context>
    <inkml:brush xml:id="br0">
      <inkml:brushProperty name="width" value="0.05292" units="cm"/>
      <inkml:brushProperty name="height" value="0.05292" units="cm"/>
      <inkml:brushProperty name="color" value="#FF0000"/>
    </inkml:brush>
    <inkml:context xml:id="ctx1">
      <inkml:inkSource xml:id="inkSrc1">
        <inkml:traceFormat>
          <inkml:channel name="X" type="integer" max="27388" units="cm"/>
          <inkml:channel name="Y" type="integer" max="18258" units="cm"/>
          <inkml:channel name="T" type="integer" max="2.14748E9" units="dev"/>
        </inkml:traceFormat>
        <inkml:channelProperties>
          <inkml:channelProperty channel="X" name="resolution" value="1000.29218" units="1/cm"/>
          <inkml:channelProperty channel="Y" name="resolution" value="1000.43835" units="1/cm"/>
          <inkml:channelProperty channel="T" name="resolution" value="1" units="1/dev"/>
        </inkml:channelProperties>
      </inkml:inkSource>
      <inkml:timestamp xml:id="ts1" timeString="2025-12-15T16:50:10.445"/>
    </inkml:context>
  </inkml:definitions>
  <inkml:trace contextRef="#ctx0" brushRef="#br0">9772 6436 911 0,'-4'-1'0'0,"0"-1"0"0,1 2 0 0,3-3 0 0,0 3 640 0,-2 0 32 0,-1-1 16 0,-3-3 0 0,0-1 336 0,-1-1 64 0,-1 2 0 0,2-2 16 0,2 2 112 0,1 1 0 16,1-2 16-16,1 4 0 0,1 1-304 0,0 0-64 16,3 0-16-16,2 0 0 0,-1 1-528 0,3 1-128 15,0 1 0-15,0 0-16 0,3 1-176 0,0 2 0 16,1-3 0-16,1 1 128 0,-1 2 0 0,1-4 0 16,-1 3 0-16,2 0 0 15,-1-1 112-15,0-1 16 0,2 2 0 0,-1-1 0 16,0-1 80-16,-1 0 32 0,1 1 0 0,-2-1 0 0,0-3 16 0,1 3 16 15,3-3 0-15,2 3 0 0,1 0-16 0,1 0 0 16,2-3 0-16,2 4 0 0,-1-4-128 0,1 0-16 16,0 0-16-16,3 0 0 0,1 0-48 0,3-3-16 0,-2 2 0 15,2-2 0-15,-2 0-32 0,1 0 0 16,1 0 0-16,0 0 0 0,1 3 112 0,0-2 16 0,2 0 0 0,2 2 0 16,1 2 0-16,2-2 0 0,2 2 0 15,-1-4 0-15,1 0-256 0,-3-1 0 0,0 0 128 0,0 1-128 16,-1 0 128-16,1 0-128 0,3-2 176 0,-1 4-176 15,0-2 0-15,0 2 0 0,1 0 0 0,-1 0 0 16,-3-3 160-16,1 0-160 0,0-1 128 0,0 0-128 16,-1-1 192-16,1 2-64 0,3-1 0 0,0-1 0 15,2 4-128-15,0-2 192 0,3 3-192 0,0 0 192 16,-6 0-64-16,5-2 0 0,2 0 0 0,1 2 0 16,-3-2-128-16,-1 1 192 0,2 1-192 0,1 0 192 15,2 3-64-15,0-1 0 0,0 0 0 0,2-2 0 16,0 3-128-16,-1-6 0 0,0-1 0 0,-1 2 0 0,1 1 0 15,-1 1 0-15,-2-3 0 0,-1 3 0 0,1 0 0 16,0 0 0-16,-3-2 0 0,2 1 0 0,-2-2 0 0,0 1 0 16,0 0 0-16,-2 2 0 15,-7 0 128-15,4 0 0 0,3 0 0 0,3 2 0 16,1-2-128-16,-2 0 0 0,-1 0 0 0,0-2 0 0,0 2 0 0,-1-2 0 16,-4-1 0-16,3 2 0 0,-1-1 0 0,1-2 0 15,-2 2 0-15,0 0 0 0,3 4 128 0,0-2 0 16,-1 0 0-16,-2 0 0 0,-1-2-128 0,-1 0 0 15,0-1 0-15,-2 2 0 0,1 1 0 0,1-2 0 16,0 2 0-16,1 0-176 0,1 0 176 0,2 0 0 16,1 0 128-16,-1 0-128 0,1 0 0 0,-1 0 0 15,-2 0 0-15,0 0 0 0,2-3 0 0,1 2 0 0,2 1 0 16,0 0 0-16,1 0 0 0,-1 0 0 0,3 1 0 16,-2-1 0-16,1 0 176 0,0-1-48 0,0-2 0 0,-1 1 0 15,2 1-128-15,2-4 0 0,4 4 0 0,0-2 0 16,3 2 0-16,-1-2 0 0,1 3 0 15,-1-3 0-15,-1 0 0 0,-1 1 0 0,1 0 0 0,-1 2 0 16,1 0 128-16,2 0 0 0,0 0 0 0,1 0 0 16,1 0 16-16,1 0 0 0,-2-2 0 0,1 2 0 15,2-2 48-15,0 4 16 0,3 0 0 0,0-2 0 16,-1 2-208-16,-1-2 0 0,1-2 128 0,-2 2-128 16,0 0 0-16,1 2 176 0,2 0-176 0,-3 2 160 15,2-2 16-15,-2 1 0 0,-1-2 0 0,-1-1 0 16,-1 3-176-16,0-2 0 0,0 4 0 0,2-2 0 15,2 0 0-15,-1 1 0 0,0-2 0 0,-3-2 0 0,-2 0 128 16,1 0-128-16,2 0 192 0,-1 1-64 0,3 2-128 0,-5-1 0 16,2 2 0-16,-2-4 0 0,2 0 0 0,-2 0 0 15,3 0 0-15,-4 0 0 0,-2 0 192 0,0 1-64 16,-1-1 0-16,1 0 0 0,-2 0-128 0,0-1 0 16,1-3 0-16,-1 2 0 0,-6-1 0 0,-1 2 0 15,-1-1 0-15,0 2 0 0,2 2 128 0,0-2-128 16,-1 0 192-16,1-2-64 0,-1 2-128 0,0-3 0 15,-1 2 0-15,0 1 0 0,0-3 0 0,0 3 0 16,-3 0-144-16,-1 0 144 0,0 3 0 0,0-2 0 16,-2-1 128-16,-3 0-128 0,-1-1 0 0,-3 1 0 15,2-3 0-15,-4 1 0 0,-1 1 0 0,-2-2 0 16,-3 0 0-16,-3-1 0 0,-2-1 0 0,-4 4 0 16,-1-4 0-16,-2 1 0 0,-2 0 0 0,-4 2 0 15,1-2 0-15,-2 0 0 0,-2-1 0 0,-2 2 0 16,1-3 0-16,-3 2 0 0,1 0 0 0,-3 2-160 0,-2 2 0 15,-3 6-14400-15</inkml:trace>
  <inkml:trace contextRef="#ctx1" brushRef="#br0">17167 16668 0,'0'0'0,"0"0"15,0 0 1,0 0-1,0 0 1,0 0 0,0 0-1,-15 63 1,4-57 0</inkml:trace>
  <inkml:trace contextRef="#ctx0" brushRef="#br0" timeOffset="28059.82">26907 9395 11055 0,'0'-1'976'0,"0"-1"-784"0,0 2-192 0,0 0 0 0,0 0 640 0,0-1 96 0,0 1 16 0,0-3 0 0,0 3 928 0,2-4 192 16,-1 2 48-16,-1 2 0 0,0 0-128 0,0 0-32 15,0 0 0-15,20-15 0 0,-13 14-288 0,3-3-48 16,2 2-16-16,1-2 0 0,0 1-432 0,3 0-80 16,2-3-32-16,0 2 0 0,4-1-224 0,2 1-64 0,3 0 0 0,3-2 0 15,3 1-144-15,6 0-48 16,0-3 0-16,6 2 0 0,0-4-192 0,4 3-64 0,1-2 0 15,-1 2 0-15,-6 1-128 0,0 0 0 0,2 0 144 0,-3 0-144 16,-2 3 128-16,-4-1-128 0,-4 1 128 0,-3-1-128 16,-3 4 0-16,-5 1 0 0,-3 2 0 15,-4 0 0 1,-3 4-512-16,-5-4-128 0,-3 4-32 0,-6 1-16192 0</inkml:trace>
  <inkml:trace contextRef="#ctx0" brushRef="#br0" timeOffset="28704.25">20739 9417 13823 0,'-1'0'1216'16,"0"0"-960"-16,1 0-256 0,0 0 0 0,0 0 1024 0,0 0 176 0,0-3 16 0,0 2 16 0,0-2 960 0,1 1 192 0,2 1 48 0,-3 1 0 0,0 0-640 0,0 0-112 15,22-10-16-15,-13 7-16 16,-1 3-512-16,3-3-112 0,2 3 0 0,2-3-16 16,2 1-464-16,0 0-96 15,4 0 0-15,1-1-16 0,1 0-272 0,-5 3-160 0,-2-4 192 0,4 2-192 16,6-2 128-16,4 1-128 0,2 0 0 0,1 0 0 0,-1 2 0 16,1 1 0-16,0 0 128 0,-1 4-17264 0</inkml:trace>
  <inkml:trace contextRef="#ctx0" brushRef="#br0" timeOffset="29413.97">29570 9370 1839 0,'1'-2'160'0,"-1"1"-160"16,0 0 0-16,1 1 0 0,0 0 592 0,-1 0 96 0,2 0 16 0,0 0 0 0,2 0 1040 0,1 0 224 0,1 0 32 0,1-3 16 15,2 3-32-15,1 0-16 0,-1 0 0 0,3-1 0 16,-1 1-48-16,3-2 0 0,3-2 0 0,0 1 0 0,6 1-400 0,-1-2-96 16,3 1-16-16,2-4 0 0,0 4-448 0,4-4-80 15,3 1-32-15,4 1 0 0,0 0-464 0,3 0-80 16,-2 2-32-16,3-1 0 0,4 2-272 0,1-2 0 15,1 1 128-15,-1 0-128 0,-1 0 0 0,-3-1-192 16,-2-2 16-16,-4 3-10064 16,-3-4-2000-16</inkml:trace>
  <inkml:trace contextRef="#ctx0" brushRef="#br0" timeOffset="29682.44">31128 9325 7359 0,'10'-6'656'0,"-4"2"-528"0,0 0-128 0,0 2 0 16,-2 2 688-16,0-3 96 0,1 2 32 0,3-1 0 15,6-2 1232-15,6-1 240 0,6-2 48 0,-1 0 16 16,3 1-64-16,-1 0-16 0,0 2 0 0,-1-1 0 15,1 2-608-15,0 2-128 0,-1 1-32 0,0 0 0 16,-1 0-992-16,0 3-208 0,-2-3-48 0,0 4 0 16,-4-2-544-1,0 2-112-15,-4 0-32 0,-3 1-13936 0</inkml:trace>
  <inkml:trace contextRef="#ctx0" brushRef="#br0" timeOffset="34623.14">17523 9912 1839 0,'0'-2'160'0,"0"-2"-160"0,0 2 0 0,0 0 0 0,0 1 272 0,1 0 32 16,-1-3 0-16,0-2 0 0,2-3 528 0,-1 1 96 0,-1 0 32 0,0 0 0 0,0 0 32 0,0 3 16 0,0 2 0 0,-1 1 0 0,1 0 400 0,-2 2 64 0,2 0 32 0,-1 0 0 0,-1 2-144 0,-1 2-16 0,0 2-16 0,-1 2 0 0,-1 3-448 0,-1-1-96 15,1 2-16-15,1-2 0 0,-1 2-192 0,0 1-64 16,0-2 0-16,1 1 0 0,0 3-208 0,1-3-48 16,-1 0-16-16,2 2 0 0,-1-1 176 0,0 3 32 15,-1 4 16-15,0 2 0 0,2 1 80 0,-2 3 16 16,0 3 0-16,1 0 0 0,-2 1-64 0,1 2-16 16,0 0 0-16,-2 1 0 0,0 0-64 0,-1-3-16 0,-1 3 0 0,-1-3 0 15,1 1-160-15,-1-2-48 0,0-1 0 16,1-2 0-16,-1 4 80 0,-2-1 16 0,1 3 0 0,-1-1 0 15,1 4-96-15,-1-6 0 0,2 2-16 0,1-2 0 16,-1-3-48-16,0 1-128 0,3-4 192 16,-1 2-64-16,-1-3 0 0,2-1 0 15,0-1 0-15,1-1 0 0,1-3 48 0,1 0 0 0,0-1 0 0,-1 1 0 16,3-3 16-16,0 0 16 0,1-1 0 16,0-2 0-16,0-1 0 0,2 0 0 0,0-2 0 0,-1-1 0 15,1-2-16-15,1-2-16 0,-1-1 0 0,1 2 0 16,1-3 80-16,0 0 0 0,0 0 16 0,0 0 0 15,1 0-96-15,1 0-32 0,1-3 0 0,1 3 0 16,0 3-144-16,1-3 192 0,2 0-192 0,3 0 192 16,-1 0-192-16,2-3 0 0,3 3 144 0,1-1-144 15,2-1 160-15,3-1-32 0,-1 2-128 0,1-4 192 16,2 4-192-16,0-4-128 0,2 1 128 0,3 0-208 16,-1 1 208-16,2 0 0 0,0-3 0 0,2 2 0 0,-1 0 0 15,2 0 0-15,3 0 0 0,1-2 0 0,1-3 0 0,5 2 0 16,4-2 0-16,0 2 0 0,0 0 0 0,8-3 0 15,12-2 0-15,6 0 0 0,1-1 0 16,-1 1 0-16,3 2 0 0,4 1 0 0,1 2 0 0,-1 1 128 16,1-4 0-16,1 1-128 0,0 2 0 15,0-2 0-15,-1 5 0 0,1-2 0 0,-1-4 0 16,0 2 0-16,2-2 0 0,1 0 0 0,3 5 0 0,-3-2 0 16,1-5-160-16,-1 3 160 0,0 1 0 0,2 0 0 15,3 1 0-15,1 0 0 0,-1-2 0 0,1 1 0 0,-2 3 144 16,0-2-16-16,3 5-128 0,0-4 0 15,3 2 0-15,0-1 0 0,3 0 0 0,3-1-128 16,-2 4 128-16,-2-5-192 0,-3 1 192 0,6 0 128 16,7 0-128-16,2 0 176 0,1 2-176 0,2-5 0 0,0 4 0 15,1-3-176-15,-1 4 176 0,4-5 0 0,4 3 128 0,-1 0-128 16,-1 5 0-16,0-2 0 0,1 0 0 0,-2 0 0 16,0 6 0-16,-1-3 0 0,1 0 0 0,1 1-192 15,3 1 192-15,5 1 0 0,4-3 0 0,3 1 0 16,1 1 0-16,1-2 0 0,4 0 0 0,-2 0 0 15,-8 0 0-15,6 0 0 0,6-2 0 0,-1 1 0 16,-6 1 0-16,2-3-128 0,4 3 128 0,0-2 0 16,0 2 0-16,-1-1 0 0,-2 1 0 0,1 0 0 0,-3 0 0 15,-3 0 0-15,1 0 0 0,1 0 0 0,2-3 0 0,0 3 0 16,2 0 0-16,2 0 0 0,1 0 0 16,-4-2 0-16,-7 2 0 0,7 0 0 15,4 0 0-15,0-2-128 0,-5 4 128 0,-1-2 0 0,4 2 0 16,-1-2 0-16,-1 0 0 0,-1 3 0 0,-4-3 0 0,-5 1 0 15,-3-1 0-15,-6 2 0 0,-5 1 0 0,-1-3 0 16,0 1 0-16,-2 1 0 0,-2-2 0 0,-3 0 0 16,-3 3 0-16,-3-3 0 0,-5 0 0 0,-3-3 0 15,-6 3 0-15,-2 0 0 0,-2-2 0 0,-2 1 0 16,2-4 0-16,-5 1 0 0,-4 2 0 0,-4-3 0 16,-1 0 0-16,-6 1 0 0,-12 0 0 0,-1-2 0 15,-1 0 0-15,-2 0 0 0,-4 0 0 0,-4-3 0 0,-5 1 0 16,-2-1 0-16,-3 0 0 0,-4-1 0 0,0 0 0 15,-2-5 0-15,-1 2 224 0,-4 0-32 0,-2-3 0 0,0 4 0 16,-1-3-32-16,-4 1-16 0,-2 2 0 16,0 0 0-16,-3 2-16 0,-1-3-128 15,-1 1 192-15,-3-2-64 0,0 2 48 16,-1 0 0-16,-2 2 0 0,0-3 0 0,-1 4-176 0,-1-3 0 16,0 3 0-16,0-1 0 0,1 0 0 0,-1 1 0 0,-1 2 0 15,0-2 0-15,-1 0 0 0,0 2 0 0,1-2 0 0,0 2 0 16,0 1-256-16,1-4-64 0,0 4-32 0,0-1-12128 15,3 1-2416-15</inkml:trace>
  <inkml:trace contextRef="#ctx0" brushRef="#br0" timeOffset="36235.28">23100 10099 7359 0,'0'-4'656'0,"0"-1"-528"0,-1 4-128 0,1-1 0 15,0 2 1008-15,0 0 160 0,-1-4 48 0,-1 2 0 0,1-5 448 0,-1 1 80 0,0 0 32 0,1 2 0 16,-1 2-144-16,0 2-32 0,1 2 0 0,0 7 0 16,-2 1-704-16,2 6-128 0,0 2-48 0,-1 8 0 15,-1 3-400-15,-1 3-96 0,2 5-16 0,-2 1 0 16,0 3 0-16,-1 0 0 0,1 1 0 0,-1 1 0 16,1-2-64-1,-2 4-16-15,1 5 0 0,-3 1 0 0,2 0 0 0,-1 2 0 0,-2-2 0 0,0-1 0 16,0-5 0-16,-1 3-128 0,-1 2 192 0,-2 0-64 0,1 2-128 15,-1 4 0-15,2-3 0 0,0-2 0 0,0-3 0 16,0-1 0-16,0-2 0 0,1-3 128 0,-1-3-128 0,1-1 0 16,0 3 0-16,1-2 0 0,-1 1 0 15,2 1 0-15,-1-2 0 0,-1 1 128 0,0-1-128 0,0-5 128 16,2-2-128-16,-1-3 128 0,0-1 192 0,1-2 48 16,0-1 0-16,2-4 0 0,1-5 112 0,0 4 32 15,2-4 0-15,-2 3 0 0,2-3-192 0,1 0-48 16,0 0 0-16,1-1 0 0,0-2-48 0,1 2-16 15,1-3 0-15,-1 1 0 0,3-3 48 16,-2-3 0-16,1 2 0 0,1-3 0 0,2 0-16 0,0-2 0 16,0 0 0-16,0-2 0 0,2 1-16 0,1-3 0 0,0-3 0 15,1 1 0-15,2-2-80 0,0 0-16 0,0-2 0 0,2 0 0 16,-1 0-128-16,0-1 160 0,2 1-160 0,0 0 160 16,0 2-160-16,0 1 0 0,0-2 0 0,-1 3 0 15,1 0 0-15,-1 1 128 0,1-2-128 0,1 1 0 16,1 1 0-16,2-2 0 0,5-1 0 0,3-2 0 15,2 1 0 1,2 0 0-16,1-1 0 0,1 0 0 0,1 0 0 0,1 3 0 16,0-4 0-16,1 2 0 0,1 1 0 0,2-2 0 0,2 2 0 15,-1-2 0-15,4 0 0 0,1 2 0 0,-1-2 0 0,6 0 0 16,8 1 0-16,4 0 0 0,-3-4 0 0,4 3 0 0,5-3 0 16,9 2 0-16,11-2 0 0,4 2 128 15,2-2 0-15,1 2-128 0,3-2 192 0,2 1-64 16,3 4-128-16,0 0 0 0,-2-2 0 0,-5 0 0 0,-2 3 0 0,1 2 0 15,1 2 0-15,0-2 0 0,-1-1 0 16,-1 0 0-16,2 6 0 0,-1-4 0 0,1 1 0 0,-2-2 0 16,-5-1 0-16,3 0 0 0,6 4-128 0,-1-4 128 15,1-3-160-15,-5 2 160 0,1-1-192 0,1 2 48 16,4-2 16-16,-1 1 0 0,5-4 128 0,0 1-160 16,4 3 160-16,-1 0-160 0,-3-4 160 0,-3 2 0 15,3 1 0-15,0 1 0 0,2-1 0 0,1 2-128 16,-2-4 128-16,1 2-128 0,0 4 128 0,-1-3-192 15,0 0 192-15,-5-2-192 0,-8 5 192 0,2 0 0 0,2 0 0 16,-2 0-128-16,-3 0 128 0,2 0 0 0,4 2 0 16,1 1 0-16,2-3 0 0,-7 0 0 0,-3 0 0 0,6 0 0 15,11 1 0-15,2 1 0 0,-1-2 0 0,0 0 0 16,1 3 0-16,-2-3 0 0,-1 4 128 16,-7-4-128-16,-8 2 0 0,4-2 0 15,2 4 0-15,2-2 0 0,-3-2 0 0,-1 0 0 16,-3 0 0-16,1 2 0 0,0 0 0 0,0-2 144 0,2-2-144 0,-3 0 0 15,-7 2 160-15,-1 0-160 0,-1 0 128 0,0 0-128 16,-2-6 176-16,-3 6-48 0,-3-2-128 0,-1 2 192 16,0 0-32-16,-4 0-16 0,-6-3 0 0,-2 2 0 0,-3-2 0 15,-4 3 0-15,-1-2 0 0,-5 2 0 16,-4 0-144-16,-1 2 0 0,-6-4 0 16,-4 1 128-16,-4 1-128 0,-6-4 0 15,-5 2 0-15,-3-2 0 0,-7-1-960 16,-3 1-192-16,-4-2-16 0</inkml:trace>
  <inkml:trace contextRef="#ctx0" brushRef="#br0" timeOffset="37398.78">24722 12928 1839 0,'-3'-6'160'0,"1"3"-160"0,1-2 0 0,0 3 0 0,1 2 3520 0,0 0 688 0,0 0 128 0,1 0 16 0,0 0-2432 0,2 2-480 0,1 0-96 0,-4-2-32 0,0 0 224 0,24 12 64 0,-10-8 0 0,2-1 0 0,4 0-640 0,3-3-128 0,4 0-32 0,2 0 0 16,2-3-160-16,2 0-16 0,3-1-16 0,-3 1 0 16,1-2-144-16,-1 4-16 0,-1-2-16 0,2-1 0 15,-2 2-256-15,0-2-48 0,-2-1-128 0,-2 0 192 16,-1 3-192-16,1-4 0 0,-2 2 0 0,-3-2 0 15,2 0-528-15,0-1-112 0,-4 1 0 16,-2 2-9344-16,-1-2-1872 0</inkml:trace>
  <inkml:trace contextRef="#ctx0" brushRef="#br0" timeOffset="37728.11">25474 12707 6447 0,'-10'-10'272'15,"4"5"80"-15,1 2-352 0,1-1 0 0,2 1 0 0,0 1 0 0,0 1 1264 0,-1 1 176 16,-2-4 32-16,0 1 16 0,-2 0 928 0,4 0 176 15,-1 0 32-15,2 3 16 0,2 3-800 0,0 0-176 16,2 0-16-16,2 4-16 0,2-1-416 0,3 0-64 16,3 4-32-16,2-4 0 0,3 4-288 0,1-1-64 0,5-2-16 15,0 2 0-15,2-3-336 0,-2 1-64 0,1 2-16 0,1-2 0 16,-2 2-128 0,1-3-16-16,-3 0-16 0,-2-2 0 0,0 5 80 0,-3-3 0 15,-1-1 16-15,-3 0 0 0,-1 1 0 0,-1 0 0 16,-2 0 0-16,-2 2 0 0,-2-4-32 0,-2 2-16 0,-1-1 0 15,-2 2 0-15,-1 2 48 0,-3-3 16 0,-3 4 0 16,-3 0 0-16,0-2-64 0,-4 2-16 0,-1 0 0 16,-2 0 0-16,-1 1-32 0,0-3-16 15,2 0 0-15,-3 0 0 0,1 0-32 0,-1 0 0 0,1 0 0 0,2-1 0 16,1-1-128-16,2 0 0 0,4 0 0 0,2-2-176 16,3 0 16-16,1-1 0 0,4 0 0 0,2-1 0 15,6-2-2080-15,2 0-400 16</inkml:trace>
  <inkml:trace contextRef="#ctx0" brushRef="#br0" timeOffset="38092.44">26193 12828 13823 0,'1'-6'608'0,"0"5"128"16,0-2-592-16,-1 3-144 0,0 3 0 0,0-3 0 0,2 4 528 0,-2-1 80 0,0 6 16 15,1 3 0-15,1 4 1440 0,0 0 304 0,0 3 48 0,0 0 16 16,2 0-848-16,0-3-176 0,1 3-16 0,0-3-16 16,1-1-96-16,1-4-32 0,2 1 0 0,0-3 0 0,-1 1-368 0,2-6-80 15,1 1-16-15,0-4 0 0,2 1-80 0,0-2 0 16,1-3-16-16,2 0 0 0,4-1-240 0,-2-4-64 16,1 0 0-16,1 0 0 31,0-2-192-31,-1-3-32 0,1-3-16 0,-1 1 0 0,-3 2-144 0,-3-2 128 0,0 1-128 15,-3 0 128-15,-3 0-128 0,-1-2 160 0,-1 0-160 0,-2 1 160 0,-3-1-32 0,-3 0-128 0,-1 1 192 0,-2-1-64 16,-1-3-128-16,-3 3 192 0,-1 0-192 0,-3 3 192 16,-1 2-192-16,-2 1 0 0,-1 2 144 0,-2 6-144 15,-1 2 144-15,-3 2-144 0,-2 2 192 0,-1 2-192 16,0 4 0-16,0 2 0 16,1 4 0-16,2 3 0 0,4 0 0 0,2 3-304 15,2 0 48-15,2 0-18720 0</inkml:trace>
  <inkml:trace contextRef="#ctx0" brushRef="#br0" timeOffset="42867.46">2719 9941 3679 0,'-7'1'320'0,"-1"-1"-320"0,3 0 0 0,2 0 0 0,0-1 544 0,-3 1 32 0,-5 0 16 0,-6-3 0 0,-6 0 736 0,0-4 144 0,1-1 16 0,3 0 16 16,4-2-48-16,0-1-16 0,3-2 0 0,-3-2 0 15,0-1 0-15,0 0 0 0,4 0 0 0,0 0 0 16,3-3 80-16,0 7 16 0,3-2 0 0,1 5 0 16,2 1-784-16,1 3-160 0,1 2-16 0,1 0-16 15,0 3-224-15,2-3-32 0,-1 6-16 0,2-3 0 16,2 0-288-16,0 3 0 0,3-3 0 0,1 3 0 16,0 1 0-16,2-1 0 0,2 0 0 0,1 0 0 0,1 1 0 15,0 1 0-15,2 0 0 0,0 0 0 0,1 1 0 16,0 0 0-16,1 2 0 0,-2-2 0 0,2 0 0 0,0 3 0 15,1-3 0-15,-1 1 0 0,2 2 0 0,0-3 288 16,2 0-32-16,0-1-16 0,2 0 304 0,4-1 64 16,1-1 16-16,2-2 0 0,2 1-144 0,3-4-32 15,3 1 0-15,0-4 0 0,1 0-128 0,0-2-16 16,0-1-16-16,-4-1 0 0,-1 2 0 0,0 1 0 16,-1-4 0-16,0 1 0 0,0 2-288 0,-3-5 0 15,-2 3 0-15,0 1 0 0,-4-1 0 0,1 3 128 16,-4 0-128-16,0 2 0 0,-3 1 128 0,-1 0-128 15,-2 3 0-15,0 0 0 0,-2 3 0 0,1 0 160 0,2 4-160 16,-2-1 128-16,1 0-128 0,0 0 128 0,0-1-128 0,1 1 128 16,-1 0 64-16,1-1 0 0,-1 2 0 0,2-4 0 15,-1 0-192-15,-2 0 0 0,2-1 0 0,-1-2 0 16,1 0 240-16,-1-2 16 0,3-1 0 0,-1-2 0 16,2 1-256-16,-1-2 176 0,3-3-176 0,-2 2 160 15,0 3-16-15,1-2 0 0,-2 1 0 0,-4 1 0 16,-1 1-144-16,0 0 0 0,1 2 0 0,1 0 128 15,-1 1 0-15,-2 0 0 0,0 1 0 0,-2-1 0 16,2 4 0-16,0-3 0 0,0 4 0 0,0-4 0 16,1 4 0-16,1-1 0 0,0 2 0 0,-1 0 0 15,3 0-128-15,-2 0 0 0,3 1 0 0,0-1-176 16,1 1 176-16,0-4 0 0,4 0 128 0,-3 0-128 16,0 1 176-16,0-4-48 0,-1 0 0 0,0 0 0 0,2 0-128 15,-4 0 0-15,0 0 0 0,-2 0 0 0,1-3 0 16,-1 2 0-16,0-2 144 0,1 1-144 0,0-2 128 0,-1 0-128 15,2-1 160-15,-2 2-160 0,2-1 0 16,-2-2 0-16,-1 0 0 0,0-2 0 0,0 3 192 0,-2 2-48 16,1-4-16-16,-2 4 0 15,2-2-128-15,-1 1 0 0,1 3 0 16,-2 0 0-16,2 1 0 0,-1 2 0 0,-2 1 0 0,-1 0 0 0,0 0 0 0,1 0-176 16,-1 4 48-16,0-4 0 0,1 2 128 0,2 0 0 15,1 0 0-15,1-1 0 0,1 0 0 0,0 1 0 16,2-5 0-16,-2 1 0 0,2 1 0 0,-1-2 0 15,1 0 0-15,-1-2 0 0,0 2 0 0,-1-1 176 0,2-2-48 0,-3 3 0 16,1-2-128-16,0 2 0 16,-1 2 0-16,0-2 0 0,0 4 0 0,2 1 0 0,-2 2 0 0,0-1 0 15,1 3 0-15,-1 1 0 0,2 0 0 0,0-2-176 16,-1 2 176-16,4 0 128 16,3 0-128-16,1 2 176 0,-1-3 32 0,2 1 16 0,3-4 0 0,2 2 0 15,3-2-224-15,2-1 0 0,1-5 0 0,4 0 0 16,1-3 320-16,1 0-48 0,2-6 0 0,2 1 0 15,0 2-144-15,0-2-128 0,2 1 192 16,-4-2-192-16,-3 0 0 0,-2 2 0 0,-3-3 0 0,-3 1 0 16,2-3 192-16,0-1-192 0,1 1 192 0,-4-1-192 15,1 4 0-15,-3 1 0 0,0 2 0 0,-3 0 0 16,-2 6 0-16,0 0 0 0,-1 0-128 0,-3 6 128 16,2-2 0-16,-2 4 0 0,0 2 0 0,0 0 0 0,-1-1 0 15,0 1 0-15,2-4 0 0,-1 4 0 0,1-4 0 0,0 0 0 16,-1-2 0-16,3 0 0 0,1-2 0 0,2 1 0 15,3-2 0-15,0 1 0 0,1-2 0 0,3 0 0 16,2 0 0-16,2-2 0 0,0 1 0 0,0-4 0 16,2-2 0-16,2 2 0 0,1-3 0 0,-1-2 0 15,-1 0 0-15,-1 1 160 0,-1-1-160 0,3 1 0 16,1-3 0-16,1 5 128 0,-2-3-128 0,-1 4 0 16,-1 0-192-16,-1 1 192 0,0 4 0 0,-4 1 0 15,-3-3 0-15,2 6 0 0,1 3 0 0,-4 1 0 16,-1 3 0-16,-1 2-176 0,-2 3 176 0,0 1 0 0,1 3 0 15,2-1 0-15,0-1 0 0,0-5 0 16,-5-2 0-16,3 0 0 0,5-4 0 0,0 0 0 16,-3-4 0-16,5 2 0 0,4-4 0 0,3-2 0 15,4 0 0-15,2 0 0 0,1-4 0 0,-2 0 0 0,-3-3 0 16,0-1 0-16,4-2 0 0,0-2 0 0,-1 2 0 16,-2-3 0-16,-2 4 0 0,0-2 192 0,0 4-64 0,0 2 0 15,-4 1-128-15,0 0-192 0,-1 6 64 0,0 0 0 16,-6 0 128-16,2 4 0 0,-2 4 0 0,1 0 0 15,-2 2 0-15,-4 1 0 0,-1 0 0 0,1 1 0 16,1 3 0-16,1-1 0 0,2 2 0 0,0-1 0 16,2-2 0-16,-1 0 0 0,2-2 0 0,4-4 0 15,-2-1 0-15,0 1 0 0,2-5 0 0,3-1 0 16,4 2 0-16,2-3 0 0,5 2 0 16,1-4 0-16,2-1 0 0,-3-3 0 0,0 0 0 0,2-2 0 0,2-1 0 15,0 2 0-15,-1 1 0 0,1 0 0 0,0 2 0 16,0 2 0-16,-6-2 0 0,2-1 0 0,3 1 0 0,-2 1 0 15,-5 3 0-15,2 1 0 0,1 8 0 16,-2-1 0-16,-8 2 0 0,-3 3 0 0,1 0 0 0,-3 3 0 16,-1 0 0-16,-8-1 0 0,-6-2 0 0,3 0 0 15,2 8 0-15,7 1 0 0,0 2 0 0,3-1 0 16,4 0 0-16,2-6 0 0,6-2 0 0,3-5 0 16,5-4 0-16,2-2 0 0,4-4 0 0,4-4 0 15,2-2 0-15,1-4 0 0,3 0 0 0,2-5 0 16,1 1 0-16,-5 2 0 0,-6-3 0 0,2 2 0 15,1-3 0-15,-1 1 0 0,0 1 0 0,-4-2 0 0,-3 1 0 16,0 2 0-16,-2 0 0 0,-1 7 0 0,0 1 0 16,-4 4 0-16,-4 2 0 0,-2 4 0 15,0 1 0-15,-6 0 0 0,-6 1 0 0,-2 3 0 0,3 3 0 16,0 3 0-16,1 2 0 0,-1 1 0 0,-1 1 0 0,1 1-128 16,0-1 128-16,1 1 0 0,2-1 0 0,0-2 0 15,1-2 0-15,1-2 0 0,2-2 0 0,3-3 0 16,2-3 0-16,0-5 0 0,-1 1 0 0,2-5 0 15,5-3 0-15,0 0 0 0,0-4 0 16,0 0 0-16,-5 1 0 0,-1-1 0 0,3-2 0 0,-3 0 0 16,0 2 0-16,-1-3 0 0,2 4 0 15,-4-1 0-15,1 1 0 0,-1 0 0 0,-2 4 0 0,0-1 0 16,-1 4 0-16,-3-1 0 0,-2 6 0 0,-4-1 0 16,-2 2 0-16,-2 2 0 0,-1 4 0 0,-1-1 0 15,2 2 0-15,0 0 0 0,2 0 0 0,3 0 0 16,0-1 0-16,2-4 0 0,4 0 0 0,0 1 0 0,1-6 0 15,3 1 0-15,-1-5 0 0,1-2 0 0,1-3 0 0,1-2 0 16,-1-1 0-16,-3 0 0 0,-2 0 128 0,-3 0-128 16,3-2 160-16,-3-1-160 0,-3 1 128 0,1 0-128 15,-3 0 0-15,-1 3 0 0,-1 1 416 0,-6 2-16 16,0 2 0-16,-3 4 0 0,0-1-208 0,-1 4-64 16,-3-1 0-16,-1 4 0 0,-2-1-128 0,-2 2 0 15,0 0 0-15,-2-2 0 0,-2 2 0 0,-2-2 0 16,-2 1-192-16,-3-4-13824 15,-4 2-2752-15</inkml:trace>
  <inkml:trace contextRef="#ctx0" brushRef="#br0" timeOffset="52136.17">3811 11968 5519 0,'-2'-3'496'0,"-1"2"-496"0,2 1 0 0,1 0 0 0,0 0 1168 0,-3 0 144 0,2-3 32 0,0 3 0 0,-2 0 496 15,1-2 96-15,0 1 32 0,0 1 0 0,2 0-448 0,0 0-96 0,2 1-16 16,0 1 0-16,2-2-160 0,1 3-32 0,0 1-16 0,1-2 0 16,2 2-176-16,1 0-48 0,-2-2 0 0,2 2 0 15,2-2-480-15,0-1-112 0,3 2 0 0,1-1-16 16,1-2-64-16,1 0-16 16,2 0 0-16,-1-5 0 0,3 2 96 0,-1-3 0 0,0-4 16 15,-2 1 0-15,1-1 16 0,-2-4 0 0,-1 2 0 0,-1-4 0 16,-1-1-144-16,-3-1-16 0,0 0-16 15,-1-2 0-15,-1 2-96 0,-3-1-16 0,0-2 0 0,-2 4 0 16,-2-2-128-16,-2 1 160 0,-2-1-160 0,-3 3 160 16,1 2-160-16,-3-1 0 0,-1 2 0 0,0 3-176 15,-1-2 176-15,0 3 0 0,1 2 0 0,-1 0 0 16,2 5 0-16,-1-2 0 0,2 4 0 0,-1 0 0 0,0 1 0 16,0 4 0-16,-1 2 0 0,2 0 0 0,-1 2 0 15,2 3 0-15,-1-1 0 0,1 4 0 0,2 1 0 0,0 3 0 16,0 3 0-16,3 3 0 0,-1 1 0 15,2-2 0-15,0 2 0 0,3 3 0 0,0 2 0 0,1-2 0 16,0 6 128-16,1-4-128 0,-1-3 256 0,2 7-32 16,2 1 0-16,1 3 0 0,0 1 112 0,1-1 32 15,0 1 0-15,-1-3 0 0,0-2-160 0,-2-4-16 16,0-3-16-16,-1-4 0 0,-1 0-176 0,-2-1 0 16,1-5 0-16,-2 1 0 0,-1-3 0 0,-1-3 192 15,0 2-192-15,-1-2 192 0,0 0-192 0,-1 0 0 16,0-4 0-16,-1 0 0 0,-1-3 0 0,-1-2-144 0,1-2 144 15,-2 0-160 1,1 0-1472-16,-2-2-288 0</inkml:trace>
  <inkml:trace contextRef="#ctx0" brushRef="#br0" timeOffset="52351.28">3851 12284 20271 0,'-5'-7'896'0,"2"1"192"0,2-1-880 0,0 5-208 0,1-1 0 0,1 2 0 0,0 1 128 0,2-2 0 0,0 1-128 0,4-2 192 0,1-1 1952 0,3 2 384 0,3-2 80 0,3 2 16 16,2-2-784-16,1 1-160 0,1 1-16 0,2 1-16 15,-1-3-1120-15,2 2-208 0,-1-2-64 0,1-2 0 16,-1 3-256-16,0-3 0 0,-2-1 0 0,0 0 0 16,-3 1-1488-16,1 0-256 0,1 0-48 0,-2 0-12800 15</inkml:trace>
  <inkml:trace contextRef="#ctx0" brushRef="#br0" timeOffset="52666.04">4502 11686 7775 0,'0'-9'336'0,"-1"3"80"0,0 2-416 15,0 0 0-15,1 4 0 0,0-2 0 0,-2-1 1328 0,1 2 176 0,0-1 32 0,-2-2 16 0,0 2 816 0,-1-1 144 0,0 6 48 0,-2 0 0 16,1 3-576-16,-2 4-96 0,1 3-32 0,-2 3 0 16,1 2-240-16,-1 3-48 0,2 3-16 0,0 1 0 15,1 3-592-15,2-2-128 0,1 1-32 0,1 2 0 16,1-1-464-16,0 1-80 0,1-3-32 0,0 2 0 15,2 3 16-15,0 1 0 0,1 3 0 0,1-4 0 16,1-2-240-16,-1 0 144 0,3-2-144 0,-2-1 128 16,1-4-256-16,1-3-64 0,2-3-16 0,-2-4-11408 15,2-2-2272-15</inkml:trace>
  <inkml:trace contextRef="#ctx0" brushRef="#br0" timeOffset="53133.88">4632 11999 12895 0,'0'-15'1152'0,"0"5"-928"16,0 1-224-16,1 2 0 16,1 2 640-16,0 1 64 0,2 0 32 0,1-6 0 0,5-2 2000 0,3-4 400 15,3-3 64-15,3 3 32 0,-1 4-464 0,2 0-80 16,-1 5-32-16,-1 4 0 0,1 0-1184 0,-3 6-256 16,0 3-32-16,-4 1-16 15,1 6-896-15,-5 2-272 0,1 1 128 0,-4 3-128 0,-3 4 0 0,0-1 0 16,-2 0 0-16,-3 3 128 0,-2 0-128 0,-2-1 128 15,-2 2-128-15,-1-1 128 0,2-1 0 0,-2-3 0 16,1-3 0-16,2-2 0 0,0-3-128 0,4-3 0 0,0-3 0 16,2-2 0-16,1-4 0 0,1-2 0 0,3-2 0 0,0-3 0 15,3 0 0-15,2-6 0 0,-1-2 0 16,4-2 0-16,-1-1 0 0,-1-1 0 0,1 0 0 16,0-4 0-16,-1 3 0 15,0-3-192-15,0 2 64 0,-1-1 0 0,1-1 128 0,-1-1-192 0,-2 7 192 0,0 2-192 16,-2 1 192-16,-3 6 0 0,-1 3 0 0,0 2 0 15,-2-1 0-15,0 6 0 0,-3 0 0 0,1 6 0 16,-2 1 0-16,-3 2 0 0,1 7 0 0,-1-3 0 16,2 0 0-16,0 2 0 0,0 5 0 0,2-1 0 15,0 0 0-15,2-2 0 0,1 1 0 0,2-2 0 16,1-3 0-16,2 0 128 0,2-4-128 0,2-2 176 16,-1-1-176-16,3-2 128 0,1-1-128 0,0-2 128 15,3-2-128-15,-2 1 128 0,3-6-128 0,0 0 128 0,0-3-128 16,-2-1 0-16,0-1 0 0,-2 0 0 15,-1 0-608-15,-4 0-160 0,-2 2-16 0,-3 0-17024 16</inkml:trace>
  <inkml:trace contextRef="#ctx0" brushRef="#br0" timeOffset="53284.18">4804 12088 14735 0,'-11'-3'640'0,"6"2"160"0,1 1-640 0,2 0-160 0,1 0 0 0,1 0 0 0,0 0 1200 0,1 0 208 0,2 0 32 0,2 0 16 0,4 0 624 0,3 0 128 15,3-3 32-15,1 0 0 0,4 0-1168 0,0-1-240 16,3 0-32-16,1-3-16 16,2 2-1168-16,0-1-224 0</inkml:trace>
  <inkml:trace contextRef="#ctx0" brushRef="#br0" timeOffset="53505.85">5175 11714 9215 0,'1'-12'816'0,"0"6"-656"0,1-1-160 0,-1 4 0 15,0 0 1536-15,2 3 288 0,-1 0 48 0,4-2 16 16,3 4 688-16,3 1 144 0,3 3 32 0,1 1 0 16,0 8-112-16,-1 1-16 0,1 6 0 0,-1 1 0 15,-3 1-1056-15,1 5-224 0,-2 3-32 0,-2 3-16 16,-3-1-752-16,-3-5-160 0,0-3-16 0,-3 2-16 16,-4 7-160-16,-2-1-48 0,-1 1 0 0,-5-3 0 15,-1 3-16-15,-2-7-128 0,-1-2 192 0,0-1-64 16,0 0-128-16,1-6 0 0,-1 2 144 0,4-4-144 0,2-1 0 15,5-3-240-15,2-2 48 0,4-3-18464 16</inkml:trace>
  <inkml:trace contextRef="#ctx0" brushRef="#br0" timeOffset="54099.2">6133 12071 12895 0,'-3'-2'1152'0,"-1"-2"-928"0,1 4-224 0,1-2 0 16,1 2 928-16,-2-4 144 0,-2 0 16 0,-1-4 16 15,-4-2 1664-15,0-3 336 0,2-3 64 0,0-2 16 16,3-1-864-16,2 3-160 0,3-2-48 0,1-1 0 16,1 2-880-16,3 1-176 0,1-3-32 0,2 3-16 15,-1-1-560-15,3 3-128 0,0 2 0 0,0 2-16 16,0 1-304-16,0 2 0 0,2 3 128 0,-1 2-128 15,0-1 0-15,0 3 0 0,-1 4 0 0,0 1 0 16,-1 1 0-16,0 1 0 0,-2 5 160 0,2 1-160 0,-2 2 0 16,0 1 0-16,0 4 0 0,-1-2-176 0,0 5 176 15,0-3 0-15,0 1 0 0,1-3 0 16,-2-2 0-16,2-3 0 0,2 3 0 0,-1-4 0 0,2 2 176 0,1-5 16 16,2 0 0-16,-1-3 0 0,-1-2-32 0,1-2 0 15,1-2 0-15,-2-2 0 0,1-2 48 0,-1-2 16 16,-1 0 0-16,0-4 0 0,-1 1 32 0,0-3 0 15,-1-4 0-15,1 0 0 0,-2-4-256 0,-1 3 0 16,-1-1-144-16,-1 1 144 0,0 0 0 0,0 1 0 16,-2 1 0-16,1 1 0 0,-2 3 0 0,-1 1 0 15,1 3 0-15,-1-2 0 0,0 1 0 0,0 3 0 0,0 2 160 0,-1-1-160 16,1 2 0-16,-1 2 0 0,-1 0 0 16,1 4 0-1,-1 1-480-15,-1 5-128 0,1-1-32 0,-2 5-18144 0</inkml:trace>
  <inkml:trace contextRef="#ctx0" brushRef="#br0" timeOffset="54497.01">6178 12311 16575 0,'-14'4'736'0,"7"-4"160"16,-1 4-720-16,3-2-176 0,3-2 0 0,-1 2 0 0,2 0 1440 0,-2 0 256 0,-1 2 48 0,-1-1 16 0,0 0 176 0,2-3 48 0,2 0 0 0,2-3 0 0,3-2-256 0,0-3-32 0,2-2-16 0,1-1 0 16,3-1-976-16,-1-2-192 0,2-2-32 0,-1 0-16 0,2 0-256 0,0 1-48 15,-1 2-16-15,0 0 0 0,-3 5-144 0,1 0 160 16,0 3-160-16,-2 4 160 0,1 1 80 0,-2 1 16 16,-1 3 0-16,1 2 0 15,-1 5-96-15,0 0-16 0,1 4 0 0,-1 0 0 0,0 1-16 16,0-2 0-16,1 2 0 0,0 0 0 0,2-1 112 0,-1-3 16 15,3 0 0-15,1 0 0 0,0-4-256 0,2-2 144 16,1-2-144-16,1-1 128 0,1-6 160 0,2 2 32 16,0-5 0-16,-1-3 0 0,3 2-160 0,-2-6-32 15,-1 1 0-15,-2 0 0 0,1-3-128 0,-4-1 0 16,-2 0 144-16,-1-1-144 0,-1 4 0 0,-3-4 0 0,0 3 0 16,-2 2 0-16,-1 2 0 0,-2 0 0 0,0 4 0 0,-2-1 128 15,-1 4-128-15,-2 0 0 0,-1 3 0 0,-3 0 0 31,0 6-448-31,-4 1-64 0</inkml:trace>
  <inkml:trace contextRef="#ctx0" brushRef="#br0" timeOffset="55615.94">7508 11914 7359 0,'-5'-1'656'0,"2"-1"-528"0,0 2-128 0,2-3 0 0,0 2 688 0,1 1 96 0,0 1 32 0,-1-1 0 0,-2 0 1136 0,1 3 224 0,0-3 64 0,0 2 0 16,2 2 0-16,0-3 0 0,1 4 0 0,2-1 0 16,0-2-832-16,2 2-176 0,3 2-16 0,-1-3-16 15,4 0-432-15,2-1-64 0,0 0-32 0,3-4 0 16,-1 0-96-16,2-1-32 0,3-6 0 0,-1-1 0 15,-2 0 16-15,2-2 0 0,-1-4 0 0,1-5 0 16,0 1-32-16,0-2 0 0,-2-3 0 0,-2-1 0 16,-2-1-208-16,-5 1-32 0,0 0-16 0,-3 1 0 15,-3 0-112-15,-1 1-32 0,-1 4 0 0,-2-2 0 0,-1 1-128 16,-3 1 0-16,0 0 0 0,-1 1 0 0,-2 3 0 0,0 4 128 16,2 6-128-16,-2 0 0 0,2 6 0 0,-1 3 0 15,1 6 128-15,1 3-128 0,1 1 0 0,-1 3 0 16,-1 7 0-16,1 8 0 0,2 4-128 0,2 3 128 15,1 9 0-15,1 1 0 0,1 2 0 0,0-3 0 16,2-1-144-16,-2-7 144 0,0-7 0 0,2 3 0 16,0 6 0-16,1-2 0 0,1 5 0 0,1-4 0 15,-1 1 0-15,1-5 0 0,-1 1 128 0,-1-5-128 16,1-6 176-16,-1-1-176 0,-1-3 144 0,0-1-144 0,-1-3 0 16,1-1 144-16,-2-1-16 0,-1-4-128 0,1 2 192 15,-2-2-64 1,1-2-832-16,-1-1-192 0,0-3-16 0,-2 0-16560 0</inkml:trace>
  <inkml:trace contextRef="#ctx0" brushRef="#br0" timeOffset="55790.16">7515 12258 15887 0,'-3'-12'336'0,"1"2"80"0,0 0 16 0,1 5 32 0,2 4-464 0,1 1 0 0,-2-3 0 0,2 1 0 15,2-2 2160-15,2-4 336 0,3 1 64 0,4 0 0 16,6 1-1024-16,3-3-192 0,3 2-64 0,2 1 0 15,3-3-816-15,1 1-160 0,4-1-48 0,4-4 0 16,-2 1-896-16,0-1-176 0,-1 0-32 0,-2-2-11936 16</inkml:trace>
  <inkml:trace contextRef="#ctx0" brushRef="#br0" timeOffset="56004.11">8315 11655 2751 0,'1'-9'256'0,"0"3"-256"16,-1 2 0-16,0 3 0 0,-1 1 704 0,1-3 112 15,-1 0 16-15,-1-3 0 0,0-1 1632 0,-1 1 336 16,-2 3 64-16,-1 4 16 0,-1 5-272 0,-1 3-48 16,-1 4-16-16,-1 8 0 0,0 5-256 0,-1 5-48 15,1 1-16-15,-1 3 0 0,2 1-560 0,0 1-96 16,3 0-32-16,0-1 0 0,1-5-688 0,2-3-144 16,2-2-16-16,1-1-16 0,1 1-384 0,2-1-80 0,1-1-16 15,-1-1 0-15,4-4-192 0,-1 1 128 0,2 1-128 0,1-5 0 16,2-1 0-16,0-1 0 0,2-6 0 0,0-4-12512 15,1-3-2400-15</inkml:trace>
  <inkml:trace contextRef="#ctx0" brushRef="#br0" timeOffset="56433.98">8430 11931 3679 0,'3'-18'320'0,"0"7"-320"0,-1 0 0 0,1 2 0 15,0 6 1920-15,0-2 304 0,2 1 64 0,3-6 16 16,7-5 1088-16,3-2 208 0,3 0 48 0,0 3 16 15,0 2-464-15,-2 3-80 0,1 5-32 0,-1 3 0 16,-2 5-1440-16,-1-1-304 0,-1 6-48 0,-3 3-16 16,-2 2-832-16,-1 1-160 0,-3 5-32 0,-2-2-16 15,-2 1-240-15,-4 1 0 0,-2 4 0 0,-2-1-160 16,1-5 160-16,-2 2 0 0,-3 2 0 0,0 0 0 16,-1 1 0-16,1-2 128 0,1-5-128 0,2 0 0 15,3-4 0-15,2-4 128 0,0-2-128 0,2-1 0 0,3-5 0 16,0-3 0-16,2 0 0 0,3-4 128 0,0-1-128 0,2-6 0 15,3-1 0-15,-1-3 0 0,0 2 0 0,1-4-160 16,3-5 160-16,-2-3-208 16,-1 2-176-16,-1-3-16 0,0 5-16 0,-2-1 0 15,-2 3-96-15,0 3 0 0,-2 2-16 0,-1 4 0 16,0 1 384-16,-2 6 144 0,-1 2 0 0,-2 2-144 0,0 2 320 0,-2 2 64 16,0 4 16-16,-2 0 0 0,0 6 256 15,-2 0 48-15,0 3 16 0,0 3 0 0,-3 5-416 0,1-1-160 16,0 4 128-16,2-6-128 0,1 1 128 0,0-2-128 0,1 4 128 0,2-1-128 15,1 1 160-15,-1-5-160 0,4-2 192 0,0-1-192 16,3-5 176-16,0-2-176 0,1-2 160 16,2-2-160-16,0-1 0 0,1-6 128 0,1 1-128 0,-1-2 0 15,0-2-208-15,-1-2-96 0,-1 0-16 0,-2-1-18064 16</inkml:trace>
  <inkml:trace contextRef="#ctx0" brushRef="#br0" timeOffset="56585.11">8587 11992 15663 0,'-2'-2'1392'0,"2"2"-1120"0,2 0-272 0,-1 0 0 0,1 2 1184 16,1-2 176-16,2 0 48 0,2 0 0 0,6-2 1360 0,4 2 288 0,8-4 48 0,4-2 16 0,6-3-1872 0,2 2-368 0,4-5-80 0,-3 2-16 16,0-3-1152-16,-3 2-224 0,0 0-48 0,-3 2-14176 15</inkml:trace>
  <inkml:trace contextRef="#ctx0" brushRef="#br0" timeOffset="56786.63">9185 11785 10127 0,'0'-4'448'0,"0"4"96"0,0-3-544 0,-1 3 0 16,1 0 0-16,0 3 0 0,0-2 2048 0,-1 4 288 15,-1 1 64-15,1 7 16 0,-1 3 416 0,-2 3 96 16,2 1 16-16,-1 4 0 0,2-2-496 0,-2 0-80 16,1 1-32-16,-1-1 0 0,2-4-1072 0,-1 2-224 0,0-1-32 15,1-1-16-15,0 2-608 0,0-5-112 0,-1-2-16 0,1-3-16 16,1 0-80-16,-1-4-16 0,1-1 0 0,0-1 0 15,-1-4-144-15,0 0 0 0,-1-4 0 0,0-1 0 32,-2 2-1104-32,-2-5-256 0,0 0-48 0,-4-2-16192 0</inkml:trace>
  <inkml:trace contextRef="#ctx0" brushRef="#br0" timeOffset="56932.08">9014 12012 7359 0,'-3'-6'320'0,"3"2"80"0,0 4-400 0,0 0 0 0,0 0 0 0,1 0 0 15,3 0 3136-15,3 0 560 0,4 0 96 0,4 0 32 16,5 0-496-16,1 0-112 0,2 0-16 0,1-3 0 15,-2 3-2000-15,3-5-416 0,2 1-80 0,2-2 0 16,-2-3-832-16,1 4-176 0,-1-4-16 0,-1 3-16 16,-2-2-2272-16,-2 3-448 0,-1-2-80 15,0-1-8768-15</inkml:trace>
  <inkml:trace contextRef="#ctx0" brushRef="#br0" timeOffset="57532.18">9669 11804 6447 0,'2'-1'576'0,"1"-1"-576"16,-1 0 0-16,-1 2 0 0,0-2 912 0,2-2 80 15,1-1 16-15,3-2 0 0,3-5 1744 0,0-1 368 16,0 0 64-16,-2-5 16 0,1 5-832 0,-4-3-144 16,0 1-48-16,-3 1 0 0,0-1-608 0,-4 2-128 15,1 0-32-15,-3 1 0 0,1 2-288 0,-2 1-64 16,0 3-16-16,0 3 0 0,0 3-528 0,-1 0-128 16,0 6 0-16,-1 0-16 0,1 4-368 0,1 5 0 15,0 1 0-15,0 6 0 0,2 3 176 0,0 3-48 16,3 4 0-16,0-1 0 0,3 1 208 0,-1-2 48 0,2 1 0 0,0 0 0 15,1-1-144-15,-2 0-32 0,0-4 0 16,2 3 0-16,-4 2 80 0,1 0 16 0,0-2 0 16,-1 2 0-16,0-2-144 0,0-3-32 0,1 1 0 0,-1-1 0 15,-2-1 0-15,1-6 0 0,-2 1 0 0,1-3 0 16,0 0-128-16,0-1 0 0,-1-4 0 0,2 0 0 16,-1-2 0-16,0-2 0 15,1-2 0-15,0-4 0 0,1 1 0 0,-1-6 0 16,3 1 0-16,-2-2 0 0,3-5 0 0,-2 0 0 0,1-1 0 0,-1-4 0 15,-1 2-272-15,-2-4-96 0,0-2-16 0,-4 5 0 16,-1-2-1248-16,-5 1-256 0,-1-1-48 0,-2 4-16 16,-1 0-1488-16,-1 1-288 0,2 3-64 0,0 1-16 15,5 1 1584-15,0 1 320 0,1 0 64 0,2 1 16 0,3 0 2640 16,0-1 528-16,2 2 96 0,2-2 32 0,0-1 1248 16,3 2 256-16,2-4 48 0,2 1 16 0,2 3-1056 0,-1-4-224 15,3 1-32-15,1 2-16 0,1-2-752 0,-1 3-128 16,2 0-48-16,0 3 0 0,-1-2-464 0,-1 2-80 15,1 2-32-15,-1 1 0 0,0 3-80 16,-2-3 0-16,0 5-128 0,-1 1 192 0,0-2-192 0,-1 2 0 16,-2 3 0-16,0-3 0 0,1 1 256 0,0-1 0 15,0 0 0-15,0 1 0 0,0-4-112 0,-1 0-16 16,1 2 0-16,-2-2 0 0,-1 0 128 0,0-2 32 16,0 1 0-16,0 0 0 0,-2 0-64 0,1-4-16 15,0 4 0-15,0-4 0 0,1 2-48 0,-1-1-16 0,3 2 0 16,0-4 0-16,2 2-144 0,-1-1 0 0,3 2 0 0,1-3 128 15,0 0-128-15,0 0 128 0,2 0-128 0,-2-3 128 32,2 2-480-32,-2 1-96 0,1-2-32 0,-2 2-19440 0</inkml:trace>
  <inkml:trace contextRef="#ctx0" brushRef="#br0" timeOffset="57969.31">10261 11553 16575 0,'1'-3'1472'0,"0"0"-1168"0,1 1-304 0,-1 0 0 0,0 2 1344 0,0 0 224 0,2 0 32 0,3-2 16 0,1 2 1360 0,3 2 272 16,1 2 48-16,1 6 16 0,0 2-1200 0,2 5-224 15,-1 1-48-15,1 7-16 0,1 3-1152 0,-1 4-224 16,1 3-64-16,-2 0 0 0,-1-3-80 15,-2 2-32-15,0 1 0 0,-4-4 0 0,0 1-16 0,-3 0 0 16,-2-1 0-16,-1-1 0 0,-4 3-96 0,-2-1-32 16,-1-3 0-16,-2-1 0 0,-1-2 64 0,0-1 0 15,0-3 0-15,0-3 0 0,2-3-48 0,0-4 0 0,1-2 0 0,1-1 0 16,2-2-144-16,1-1 0 0,2-3 0 0,0 1 128 31,1-4-448-31,1 0-80 0,2 0-32 0,2 0-19568 0</inkml:trace>
  <inkml:trace contextRef="#ctx0" brushRef="#br0" timeOffset="58292.18">11355 12049 13823 0,'-8'-8'608'0,"3"4"128"0,1-2-592 16,1 3-144-16,2 2 0 0,0 1 0 0,1-3 1552 0,0 3 288 16,-1-2 48-16,2 1 16 0,1-2 544 0,2 0 112 15,4 3 32-15,0-3 0 0,5 1-64 0,1 0-16 16,4 0 0-16,3 2 0 0,2-3-1360 0,2 2-288 0,2 1-48 0,3-2-16 15,1 1-448-15,-2 1-96 0,1-3 0 0,-1-1-16 16,-1-1-240-16,-1 2 0 16,-2-1 0-16,-3-2 0 15,0 2-352-15,-4 2-112 0</inkml:trace>
  <inkml:trace contextRef="#ctx0" brushRef="#br0" timeOffset="58865.75">12686 11822 14735 0,'0'-3'1312'0,"0"3"-1056"16,0-2-256-16,0 2 0 0,0-1-192 0,0 1-112 16,0 0-16-16,0 1 0 0,0-1 2048 0,0 0 384 15,0 0 96-15,0 0 16 0,0 0 672 0,0 0 144 16,0 0 32-16,23-14 0 0,-12 10-928 0,2-4-176 15,2-2-48-15,2 0 0 0,0-2-1152 0,1-4-256 16,-1 3-32-16,-2-3-16 16,-3-2-272-16,-1 1-64 0,-2-1-128 0,-2 2 192 0,-1-3-192 0,-1 1 128 15,-1 2-128-15,-3 0 0 0,1 0 144 0,-2-1-144 0,-3 1 128 16,1 2-128-16,-3-3 0 0,-3 1 0 0,1 0 128 0,1 8-128 16,-2-1 0-16,2 4 0 0,-1 5 0 0,-1 4 0 15,2 2 0-15,0 1 0 0,0 4 0 0,-1 6 0 16,0 0 0-16,1 8 0 0,1 6 0 0,2 1 0 15,1 6 0-15,2 5 0 0,0 4 0 0,1 2 0 16,2-2 0-16,-1-3 0 0,1 1 0 0,-1-7 0 16,-1-1 0-16,-1 4 0 0,2 1 0 0,-4 2 0 15,1 1 0-15,0-4 0 0,0-1 0 0,-2-5 0 16,1-6 0-16,-1-5 0 0,2-4 144 0,-1-1-144 16,-1-6 0-16,2-2 0 0,-2 0 0 0,2-4 0 15,-1-1 0-15,-2-4 0 0,1 1 0 0,-1-3-12480 16,-3-5-2544-16</inkml:trace>
  <inkml:trace contextRef="#ctx0" brushRef="#br0" timeOffset="59019.56">12520 12144 18431 0,'4'-9'816'0,"-2"4"160"0,2 1-784 0,0 0-192 16,-2 4 0-16,2-2 0 0,1 2 1552 0,5-4 272 15,7 0 48-15,7-4 16 0,5-2-1008 0,3 0-208 16,3-3-32-16,2 1-16 0,-1 0-784 0,-3-1-160 15,-1 1-16-15,-1 0-11520 0</inkml:trace>
  <inkml:trace contextRef="#ctx0" brushRef="#br0" timeOffset="59216.18">13346 11464 2239 0,'12'-18'0'0,"-5"8"0"0,-2-1 144 0,-2 3-144 0,0 3 0 0,-2 4 0 0,0-3 0 0,2-2 0 15,-1-5 2944-15,-1 1 496 0,1 0 96 0,-4 4 32 16,0 2 336-16,-3 4 64 0,0 7 0 0,-4 3 16 16,1 3-1872-16,-5 6-368 0,0 5-80 0,-1 1 0 15,1 1-656-15,-2 3-128 0,0 5-32 0,0 1 0 16,3-1-416-16,2 1-96 0,0 0-16 16,4-7 0-16,1 1-320 0,2-3 0 15,2-4 0-15,2-4-11648 0,1 1-2416 0</inkml:trace>
  <inkml:trace contextRef="#ctx0" brushRef="#br0" timeOffset="59496.08">13660 11561 23951 0,'-1'-8'1056'0,"1"2"224"0,0 2-1024 0,-1 2-256 15,1 2 0-15,-2 2 0 0,1-2 1552 0,0 4 256 16,-3 4 48-16,-2 3 16 0,-3 6-288 0,0 7-64 16,-3 1-16-16,0 8 0 0,1 4-224 0,0-1-64 0,3 1 0 15,1-3 0-15,1-2-704 0,1-1-128 0,1-2-48 16,2-3 0-16,2-4-128 0,0-1-16 0,1-5-16 0,1 0 0 16,2 0-176-16,1 0 0 0,0-3 0 0,1-1 0 31,-1-2-512-31,1-4-96 0</inkml:trace>
  <inkml:trace contextRef="#ctx0" brushRef="#br0" timeOffset="59902">13723 11861 7359 0,'4'-7'656'0,"0"-2"-528"0,-1 5-128 0,1 1 0 15,0 0 1552-15,2 0 288 0,5-7 48 0,6-6 16 16,6-2 2032-16,1 1 416 0,0 5 64 0,-3 5 32 15,-1 2-1504-15,-2 7-288 0,1 3-64 0,-4 3-16 16,-3 1-1632-16,-2 5-336 0,-1-2-64 0,-3 0-16 16,-3 4-384-16,-1-2-144 0,-4 3 0 0,-1 1 144 15,-2 0-144-15,-3 1 0 0,0-3 0 0,-3 0 0 0,-2 0 0 0,2-4 0 16,2 1 0-16,0-5 0 0,2 2 0 0,0-4 0 16,3-2 0-16,2-1 0 0,2-3 0 15,2 0 0-15,2-3 0 0,3-6 0 0,4 0 0 16,2-5 0-16,3-2 0 0,-1-3 0 0,1 3-128 0,-1-2-64 15,-2-2-16-15,1 1 0 0,-1-2-16 0,-1 3 0 16,0 1 0-16,-2 0 0 0,-1 5 224 0,-2 0 0 16,-1 6 0-16,-2-1 0 0,-2 5 0 0,-2 4 0 0,-1 1 0 15,-1 4 0-15,-2 6 256 0,-1-1 112 0,-1 4 16 16,0 0 0-16,-2 3-256 0,0-1-128 0,-1 6 128 16,0-1-128-16,2-3 0 0,1-1 144 15,2-1-144-15,0-2 0 0,3 1 128 0,1 1-128 0,2-2 0 16,2-3 0-16,2 0 144 0,4-5-144 0,0-1 0 0,0-1 144 15,2-6-144-15,1-3 0 0,0 1 0 16,1-2 0-16,-2-2 0 0,-1-3 0 0,1 2-192 0,-5 1-18448 16</inkml:trace>
  <inkml:trace contextRef="#ctx0" brushRef="#br0" timeOffset="60075.21">13848 11945 16575 0,'0'0'1472'0,"1"-2"-1168"0,2 1-304 16,-1 1 0-16,2 0 1408 0,1 0 240 0,5-3 32 0,5-1 16 0,7 2 784 0,6-4 144 0,6 2 48 0,-1-2 0 0,3 0-1920 0,-1 0-384 15,1-1-80-15,-3 0-16 16,-1 1-1888-16,-1 0-384 0</inkml:trace>
  <inkml:trace contextRef="#ctx0" brushRef="#br0" timeOffset="60294.9">14397 11531 12895 0,'3'4'576'0,"-1"-4"112"0,1 2-560 0,-1 2-128 15,-1-2 0-15,1 2 0 0,1 2 2176 0,2 7 416 0,3 4 80 16,3 10 16-16,2 8 832 0,0 3 160 0,-1 1 32 0,-1-1 16 16,0-1-1808-16,-3-2-352 0,-1-3-80 15,-3 0-16-15,-2 1-832 0,-2-4-192 0,0-3-16 0,-3 0-16 16,-1 1-176-16,-2-1-48 0,-3-4 0 15,0 0 0-15,0-1-64 0,-1-3-128 0,-1-1 176 0,-2-3-176 16,2-2 128-16,-3 0-128 16,0-4 0-16,-1 0 0 0,-1 0-240 15,2-3-96-15,0 1-32 0,3-5-18768 0</inkml:trace>
  <inkml:trace contextRef="#ctx0" brushRef="#br0" timeOffset="61138.64">15122 11839 13823 0,'1'-1'1216'0,"-2"1"-960"0,-2 0-256 0,2 0 0 0,-1 0 1056 0,-1 0 160 0,1 1 48 0,-3 1 0 0,-1-2 624 0,1 0 128 0,2 3 32 0,1-2 0 15,3-1-688-15,0 0-128 0,4-1-16 0,0 1-16 16,2-3-144-16,1 0-32 0,0-1 0 0,1-1 0 16,-1-1-448-16,-1-1-80 0,-1-2-32 0,0-1 0 15,-1-2-64-15,-1-4-16 0,-2-1 0 0,2-1 0 16,-1-1 16-16,-2 0 0 0,1 0 0 0,0-1 0 15,-1-1-16-15,-1 1-16 0,0-2 0 0,-1 0 0 0,-1 3-192 16,1-3-48-16,-3 0 0 0,1 0 0 0,-1-1-128 16,-1 2 0-16,0 2 0 0,-2 0 0 0,1 3 128 0,-2 6 0 15,2 1 0-15,0 6 0 0,1 3-128 16,0 0 0-16,-1 3 0 0,1 4 0 0,0-1 0 16,0 6 0-16,0 0 0 0,1 2 0 0,2 1 0 15,0 1 0-15,1 0 0 0,1 3 0 0,1 7 0 0,1 4 0 16,1 6 0-16,2 5 0 0,2 0 128 0,0 0 0 15,-1 1 0-15,0-4 0 0,0-3 112 0,-2-2 16 16,1-3 0-16,-1-3 0 0,-2-1 0 0,0-4 0 16,-1 1 0-16,-1-5 0 0,0 1-112 0,0-2-16 15,-1 0 0-15,-2-3 0 0,2-2 0 0,0-2 0 16,-1 0 0-16,1-4 0 0,1-1 112 0,0-4 16 16,0 2 0-16,1-6 0 0,2 2-256 0,1-5 0 0,1 0 0 0,2-3 0 15,3-1 160-15,0-2-160 0,2-2 160 0,-1 2-160 16,-1 2 0-16,2-5 0 0,3 2 0 0,0-5 0 15,0 5 0-15,-3 0 0 0,1 3 0 0,-3 2 0 16,-2 4 0-16,0 2 0 16,-2 2 0-16,0 2 0 0,-2 0 0 15,-1 5 0-15,1 0 0 0,0 2 0 0,0 1 192 16,-1 2-64-16,2 0-128 0,0 4 192 0,1 3 128 0,2-3 32 0,0 0 0 16,1 0 0-16,2 0 48 0,2-3 16 0,0-3 0 0,2-2 0 15,0-2-48-15,1-2-16 0,0-1 0 0,1-3 0 16,1-5-96-16,-1 1 0 0,0-2-16 0,-1-4 0 15,-2 4-112-15,-4-4-128 0,-4 4 176 0,-6-1-22608 16</inkml:trace>
  <inkml:trace contextRef="#ctx0" brushRef="#br0" timeOffset="88573.93">3221 14658 15663 0,'0'0'1392'0,"1"0"-1120"0,1 3-272 0,-2-3 0 0,1 0 656 0,0 0 80 0,2 0 16 0,0 0 0 0,2-3 928 0,1 2 192 0,3-1 48 0,0-1 0 16,-1 0-928-16,2-1-176 0,-1-2-48 0,0 1 0 15,-2 0-16-15,-1 0-16 0,3-1 0 0,-3-2 0 16,2 0 0-16,-4 0 0 0,3-3 0 16,-1 0 0-16,-2-1-208 0,2-5-32 0,-1 0-16 15,0 0 0-15,1-5-112 0,0-1-32 0,-1-1 0 0,0-4 0 16,-1 5-160-16,-2-2-48 0,1 0 0 0,-3 2 0 15,-2 1-128-15,0-3 0 0,-2 3 0 0,-1-3 0 16,-1 5 0-16,1-1 0 0,-1 8 0 0,1 0 0 0,-1 3 0 16,1 4 0-16,-1 4 0 0,1 2 0 15,0 3 224-15,-1 6 16 0,1 0 0 0,-2 7 0 16,2 0-64-16,0 6-16 0,3 3 0 0,1 3 0 0,2-2-160 16,0 3 0-16,0-1 0 0,3 4-176 0,2 3 176 0,1-1 0 15,1 1 0-15,-2-3 0 0,2-5 0 0,-1 6 0 16,3 5 0-16,1-1 128 0,0 1 96 0,-1-5 32 15,0-1 0-15,-2-1 0 0,-1-1-96 0,-1-1-16 16,-1-1 0-16,0 1 0 0,-1-3-144 0,0-1 0 16,-2 0 0-16,0 0 0 0,1 0 0 0,-3-2-144 15,1-2 144-15,-1-1-208 0,1-5-96 0,1-1-16 16,0-6 0-16,-2 2 0 16,1-4-1776-16,-1 1-352 0</inkml:trace>
  <inkml:trace contextRef="#ctx0" brushRef="#br0" timeOffset="88781.97">3189 14949 14735 0,'-1'-4'640'0,"0"2"160"0,1 1-640 0,0-2-160 0,1 1 0 0,0 0 0 0,2 0 896 0,0-2 160 0,6-4 32 0,2-2 0 0,5-3 1488 0,3 0 304 0,0 0 64 0,2 1 16 16,0 2-1104-16,1-2-208 0,0 2-48 0,1-1-16 15,0 1-880-15,-2 2-160 0,0 2-32 0,-3 0-16 16,-2 0-640-16,0 0-128 0,2 2-32 0,-2-2-15760 16</inkml:trace>
  <inkml:trace contextRef="#ctx0" brushRef="#br0" timeOffset="89024.06">3758 14263 13823 0,'-3'-4'1216'0,"1"2"-960"16,-1-1-256-16,2 3 0 0,0 0 960 0,-3-1 128 16,-2-2 48-16,-3 1 0 0,-2 1 1424 0,0 2 304 15,0 1 48-15,2 5 16 0,2 1-1136 0,1 6-240 16,0-2-32-16,2 4-16 0,0 4-864 0,2 4-160 16,-1-2-32-16,2 4-16 0,2 2-144 0,0 1-32 0,1 2 0 15,0-2 0-15,1 2 16 0,-1-2 0 0,1-1 0 0,0 0 0 16,1 1-128-16,0-4-16 0,2-3-128 15,1 0 192-15,1-5-192 0,0-2 0 0,2-1 0 0,0-3 0 32,4 1-1360-32,-1-4-320 0</inkml:trace>
  <inkml:trace contextRef="#ctx0" brushRef="#br0" timeOffset="89510.13">3908 14579 7359 0,'-3'-19'656'16,"2"9"-528"-16,1-2-128 0,0 5 0 0,1 1 1952 0,2 2 352 0,-1-2 80 0,4-6 16 16,4-4 304-16,5-7 64 0,3 2 16 0,2 3 0 0,1 5 16 0,-1 3 0 15,2 4 0-15,-2 5 0 16,0 5-1584-16,-4 2-320 0,-1 1-64 0,-3 6-16 0,-1 2-496 16,-3 1-80-16,-2-4-32 0,-2 4 0 0,-1 3-208 0,-1 0 128 15,-2 2-128-15,-3-1 0 0,-1 0 0 0,-2-1 128 16,0-1-128-16,-1-2 0 0,-1 3 0 0,-1-6 0 15,3 2 128-15,-1-5-128 0,1 0 0 0,1-4 128 16,0 0-128-16,2-2 0 0,1-3 0 0,2-2 0 16,0 0 0-16,2-3 0 0,1-2 0 0,1 0 128 15,2-5-128-15,1-1 0 0,1 0 0 0,0-3 0 0,2 2 0 16,0-6 0-16,0 3-224 0,-1 0 64 0,2-3 16 16,-3 3 0-16,0 1-32 0,-1 2 0 0,-1-3 0 15,2 0 0-15,-2 1 176 0,-1-1 0 0,-1 3 0 16,-2 1 0-16,-1 2 224 0,1 4-32 0,-2 2 0 0,-2 2 0 15,1 2 96-15,-3 2 16 0,2 4 0 16,-3 2 0-16,-1 7-304 0,0 1 160 0,-2 4-160 16,1 2 128-16,-1 3-128 0,2-3 0 0,1-1 0 0,1 1 0 15,1 2 0-15,0 0 0 0,3 1 0 0,0-3 0 16,3-3 0-16,-1-3 0 0,3-4 0 0,1-2 0 16,3-2 0-16,0-3 0 0,1-2 0 0,-1 0 0 15,1-3 0-15,1 0 0 0,6-3 0 0,-1-3 0 16,0 0 0-16,-1 0 128 0,-1 0-128 0,-1-2 0 15,2 2-224-15,-3-3-128 0,-2 2-32 0,-2 1-17600 16</inkml:trace>
  <inkml:trace contextRef="#ctx0" brushRef="#br0" timeOffset="89704">4032 14600 18431 0,'-5'-2'816'0,"3"2"160"0,1-3-784 0,1 3-192 0,1-1 0 0,0 1 0 0,2 0 1328 0,2 0 208 0,2 0 64 0,5 0 0 0,6-2 1152 0,0 2 256 0,5-4 32 0,-1 1 16 0,1 1-2064 0,2 1-416 0,0-4-64 0,2 0-32 0,-2 0-480 0,-1 1 0 16,0-2 0-16,-3-1 0 16,0 0-1248-16,-1 1-240 0,-3-2-48 0,-2 1-13280 0</inkml:trace>
  <inkml:trace contextRef="#ctx0" brushRef="#br0" timeOffset="89989.24">4468 14206 17439 0,'-5'-16'384'0,"2"6"64"0,1 4 32 0,1 0 32 0,1 3-512 15,0-1 0-15,1 2 0 0,0-2 0 0,1-2 1840 0,3 0 272 0,3 0 48 0,0-1 16 16,2 6 144-16,3 1 48 0,2 1 0 0,-1 6 0 15,4 1-1152-15,-1 5-208 0,0 3-48 0,1 3-16 16,0 6-368-16,-3 1-64 0,-1 5 0 0,-3 1-16 16,0 5-224-16,-4-2-32 0,0 1-16 0,-4-2 0 0,0-1 16 0,-2 1 0 15,-1 5 0-15,-3 0 0 16,1-1-64-16,-2 1-16 0,1-5 0 16,-2 1 0-16,-2 0-160 0,3-3 0 0,-3-4 144 15,0 1-144-15,1-5 0 0,-2 1 0 0,2 1 0 0,0-6 128 0,0 1-128 0,2-4 0 16,0 1 0-16,3-2-18480 15</inkml:trace>
  <inkml:trace contextRef="#ctx0" brushRef="#br0" timeOffset="90419.02">5427 14498 24879 0,'-5'-8'1088'0,"3"5"256"0,-1 0-1088 0,2 1-256 0,1 0 0 0,0 0 0 0,1 2 624 0,2-4 64 0,-1-1 16 0,4 0 0 0,3-1 1200 0,1 0 240 0,1 1 48 0,2 1 16 0,1 1-912 0,1 0-176 16,0 2-32-16,0 1-16 0,0 0-512 0,0 0-112 15,-2 1 0-15,0 2-16 0,-2-2-304 16,-3 1-128-16,1 1 0 0,-4 0 128 16,-1 0-448-16,-2 1-80 0,-2-1-32 0,-1 4-17344 0</inkml:trace>
  <inkml:trace contextRef="#ctx0" brushRef="#br0" timeOffset="90585.02">5428 14671 28559 0,'5'-3'1264'0,"-1"2"272"0,1 1-1232 16,-1-4-304-16,1 3 0 0,-2 0 0 0,4-2 1152 0,4 0 160 0,6-3 32 0,4-4 16 0,4 1 608 0,-4-1 112 0,-1 1 32 15,-2 2 0-15,-1 1-1440 0,0 0-288 0,-3 2-48 16,-1 1-16-16,-3 1-320 0,-3 4 0 0,-1 1 0 0,-2 1-12464 16,-2 4-2512-16</inkml:trace>
  <inkml:trace contextRef="#ctx0" brushRef="#br0" timeOffset="100381.98">3576 13464 11055 0,'1'0'976'0,"-1"0"-784"0,2 0-192 0,-2-1 0 0,1 1 544 0,0 0 64 0,0 0 16 0,3-4 0 0,0 3 1184 0,1-3 240 0,-2 3 64 0,2-4 0 0,-2 1-208 0,0 0-48 0,-1-2 0 0,0 0 0 0,1 0-160 0,-1 0-32 0,1-1-16 0,-2 0 0 0,1 1-592 0,-2 0-112 0,-1-3-32 0,-1 3 0 15,-2 2-336-15,0-2-80 0,-2 0-16 0,0 0 0 16,-3 2-240-16,1-2-48 0,-2 2-16 0,1-1 0 16,0 1-176-16,-1 1 0 0,2 0 0 0,-1 3 0 15,2 0 0-15,-1 0 0 0,1 3 0 0,-1-3 0 16,1 3 0-16,0 1 0 0,-1 1 0 0,0 1 0 0,0 2 0 16,1 0 0-16,-1 2 0 0,2 0 0 15,0 0 128-15,0 1-128 0,1 3 192 0,1-1-64 0,0 2-128 0,1-3-176 16,0 5 48-16,3-3 0 0,0 2 128 0,0-4 0 15,3 2 0-15,0-4 0 0,0-1 0 0,-1 1 0 16,3-1 0-16,0 0 0 0,1-1 0 0,2 0 0 16,0 2 0-16,1-3 0 0,0-1 0 0,1 0 0 15,1 0 0-15,0 0 0 0,-1-2 0 0,0-2 176 16,1-2-176-16,0 0 192 0,-1 0 16 0,1 0 16 0,-1-2 0 16,0-2 0-16,0-2-64 0,-2 0-16 0,0 0 0 15,-2 0 0-15,0-1-144 0,0-3 192 0,-2 2-192 16,0-2 192-16,-2-4-192 0,1 3 128 0,-2 1-128 0,0 0 128 15,2-3-128-15,-2-2 128 16,0 0-128-16,0 2 128 0,1-4-128 0,-1 5 0 0,0-1 144 16,0 0-144-16,0 2 0 0,1 4 0 0,-2 0 0 0,1 1 128 15,-1 0-128-15,1 2 0 0,-1 4 0 0,0-2 0 16,0 4 0-16,-1 0 0 0,1 3 0 16,0 1 128-16,-1 1-128 0,1 2 0 0,-2 3 0 0,2-1 0 15,0 4 0-15,0-3 0 0,0 1 0 0,0-1 0 16,2-1 0-16,-1 2 0 0,1 2 0 0,2-3 0 15,1 0 0-15,0 2 0 0,0-2 0 0,1-2 0 16,0 0 0-16,2-1 0 0,-1-2 0 0,1-1 0 16,0 0 128-16,1-1-128 0,0-1 128 0,-1-3-128 15,2 2 288-15,0-1-16 0,2-2 0 0,0-2 0 0,-1 2-112 0,0-4-32 16,1 0 0-16,0 2 0 0,2-4 0 0,0 0 0 16,-2-4 0-16,0 3 0 0,0-1-128 0,-1 0 0 15,0 2 0-15,-3-2 0 0,0 0 0 16,-2 2 0-16,0 0 0 0,-3 0 0 0,-2 2-208 0,-2 1-80 15,-3 0-16-15,-2 3-19024 0</inkml:trace>
  <inkml:trace contextRef="#ctx0" brushRef="#br0" timeOffset="101428.32">3953 13304 13823 0,'-1'-6'1216'0,"0"4"-960"15,1-2-256-15,0 2 0 0,0 0 240 0,-1-3 0 0,-2-2 0 0,1-5 0 0,-3-5 1584 0,0-1 320 16,-1 2 64-16,-1 0 16 0,1 3-288 0,0 1-48 16,-1 2-16-16,-1 2 0 0,1-2-784 0,-2 3-144 15,0-1-48-15,0 0 0 0,-1 2-512 0,-2 0-96 16,1 0-32-16,-1-2 0 0,-3 2-80 0,-1-2-32 16,0 4 0-16,-1-2 0 0,-3-1-144 0,0 4 0 0,2-3 144 0,-1 1-144 15,3 3 192-15,-3 0-16 16,0-2-16-16,-2 1 0 0,0 1-160 0,-2 1 160 0,2 1-160 15,-2 0 160-15,3 1-160 0,3 2 0 0,2-1 0 0,-2 2 0 16,-3 0 0-16,-1 2 0 0,0 2 0 0,0 2 0 16,0 3 128-16,0-3-128 0,1 2 0 0,0 0 128 15,2 1-128-15,-1-1 0 0,2 2 0 0,1 1 0 16,-2-2 0-16,3 2 0 0,1-1 0 0,0 2 0 16,2 0 0-16,1-1 0 0,1 1 0 0,2-4 0 15,1 4 176-15,1 0-48 0,1-1-128 0,1 1 192 16,0 1-64-16,2 2-128 0,1 2 176 0,1-2-176 15,0 3 416-15,0-2-32 0,1-2 0 0,0 2 0 16,3 5 48-16,-1-3 0 0,2 0 0 0,2-2 0 16,-1-2-176-16,0 1-16 0,1 0-16 0,2-1 0 15,1 2-224-15,0-2 176 0,1 1-176 0,1-2 160 0,1 1-32 16,0-5 0-16,2 2 0 0,0-1 0 0,1-4-128 0,1 2 160 16,3-2-160-16,0 0 160 0,-2-2-32 0,1 1-128 15,2-3 192-15,0-1-64 0,0 0-128 16,3-1 128-16,0-2-128 0,0 0 128 0,-1-2 0 0,-2-2-128 15,2 2 192-15,-4-2-64 0,2-2 0 0,-1-1 0 16,-3 0 0-16,1-1 0 0,0 0 0 0,0 0 0 16,-1-1 0-16,0 1 0 0,-1-2-128 0,2 1 128 15,-2 0-128-15,0 1 128 0,-3 0-128 0,2-1 192 16,1-2-192-16,-1 2 192 0,0-2-192 0,0 0 0 16,-3 1 0-16,1 0 0 0,-1-1 0 0,-1-1 0 15,0 0 144-15,-1 0-144 0,0-2 0 0,0 0 128 0,-2 2-128 16,1-3 0-16,-1 1 0 0,-2 2 128 0,0-5-128 15,-1 4 0-15,1-1 0 0,-1-1 0 0,0 1 0 16,-1-1 0-16,1-2 0 0,0 1 0 0,-2 2 0 0,0-1 0 16,0-3 0-16,1 0 0 0,-3 1 0 0,1-3 0 15,-2 1 0-15,-2-1 0 0,1 1 0 0,-3-4 0 16,1 2 0-16,-2 2 0 0,0-2 0 0,-3 1 0 16,2-1 0-16,-1 3 0 0,1 0 0 15,-2 0 0-15,1 4 0 0,1-1 0 16,-2 3 0-16,2 2 0 0,-1 0 128 0,-1 2-128 0,2 3 160 15,-1 0-160-15,-1 3 0 0,1-2 0 0,-1 4 0 0,2 1 0 16,-1 0 0-16,-1 1 0 0,1-2 0 0,-1 5 0 16,4-1 0-16,-4 0 0 0,2 4 0 0,-2-4 0 15,2 4-720 1,1 0-240-16,0 2-64 0,2 1-17584 0</inkml:trace>
  <inkml:trace contextRef="#ctx0" brushRef="#br0" timeOffset="106515.84">3299 15325 6447 0,'-2'0'576'0,"0"2"-576"0,1-2 0 0,1 0 0 0,-1 0 0 0,0 2 0 0,-2 0-160 0,-2 1 160 0,-2 0 704 0,-1 4 272 0,1-4 48 0,1 1 16 15,0 1 880-15,-1-1 160 0,1-2 32 0,1-2 16 16,2 0 48-16,-1 0 0 0,0 0 0 0,2-2 0 16,1-2-576-16,1-1-128 0,0 1 0 0,1-2-16 15,1-1-688-15,1-2-144 0,0-3-32 0,2 2 0 16,2-3-336-16,-1 1-64 0,1 2 0 0,1 0-16 15,-1 4 16-15,2 0 16 0,-2 2 0 0,0 2 0 16,1 2-16-16,-2 2-16 0,-1 2 0 0,0 0 0 16,2 4 16-16,0 2 0 0,-1 2 0 0,1 1 0 15,-2-1-16 1,3 2 0-16,-2 1 0 0,2-4 0 0,1 1-176 0,0-2 0 0,-1-1 144 0,3-1-144 0,3 2 0 16,1-2 128-16,2-2-128 0,-1 2 0 0,-2-4 192 0,1 0-48 15,1 1 0-15,0-4 0 0,-1 2 208 0,0-3 32 16,-1 0 16-16,1 0 0 0,-1-4-16 0,-2 1 0 15,-1 0 0-15,0-2 0 0,-1 1-112 0,1-2-16 16,-1 0-16-16,0-1 0 16,-2 1-112-16,0 1-128 0,1-3 176 0,0 4-176 0,-1-1 240 0,0 4-64 15,0-2-16-15,0 6 0 0,-1-2-160 0,2 4 0 16,-2-1 0-16,2 2 0 0,0 0 0 0,1 0 0 16,-1 2 0-16,3 0 0 0,-1-2 0 0,0 1 0 0,0-1 0 15,1-2 0-15,1-2 0 0,-1-1 0 0,3 2 0 0,-2-3 0 16,2-3 0-16,-2 2 0 0,0-4 0 0,1 1 0 15,-1 1 0-15,1-4 0 0,0-1 0 0,-3 0 0 16,0 2 0-16,1-2 160 0,-1 0-160 0,1 2 160 16,-1 0-160-16,-1 0 0 0,-2 2 0 0,0 1 128 15,-1 3-128-15,-1 0 0 0,2 3 0 0,-2-2 0 16,0 4 128-16,0 2-128 0,3 0 0 0,-2 1 128 16,3 0-128-16,-1 0 160 0,1-1-160 0,0-1 160 15,1-3-160-15,1 0 0 0,0-2 0 0,5-2 0 16,-1-2 0-16,0-3 0 0,3 0 0 0,0-4 0 15,1 0 0-15,0-2 0 0,1 2 128 0,0-2-128 0,-2 3 0 16,-1-1 0-16,-1 4 144 0,-1 0-144 16,-1 3 128-16,-1 2-128 0,-2 2 160 0,-1 2-160 15,-1-1 192-15,0 4-64 0,-1-2-128 0,-1 2 192 0,1 1-16 16,-2 0-16-16,2 2 0 0,-2-3 0 0,2 0 32 16,0 0 16-16,-2-2 0 0,0-2 0 0,1-2-80 0,-1 2 0 15,3-4-128-15,1-3 192 0,3-1-192 0,0-1 0 16,0-3 128-16,1-1-128 0,0 0 0 15,0-1 0-15,-2 3 0 0,-1 1-20064 16</inkml:trace>
  <inkml:trace contextRef="#ctx0" brushRef="#br0" timeOffset="110999.21">6376 14379 19343 0,'0'0'1728'0,"0"0"-1392"0,1 1-336 0,-1 2 0 0,1-3 0 0,0 1-160 0,2 1 16 0,1 2 0 16,2 1 832-16,0 1 160 0,3-2 48 0,-2 0 0 0,2-1 304 0,-1 0 64 16,2-3 16-16,1 0 0 0,0 0-416 0,1 0-80 15,0-4-16-15,0 2 0 0,2 0 0 0,-3 0-16 16,1-2 0-16,-2-1 0 0,1 2-176 0,-2-4-48 15,1 1 0-15,-1-1 0 0,-2-2 0 0,0-1 0 16,1 0 0-16,-3-2 0 0,0 0-176 0,-2-1-32 16,0 0-16-16,-3-2 0 0,0-1-96 0,-1 0-16 15,-2 0 0-15,0 1 0 0,-2 1-16 16,-2-1-16-16,1 3 0 0,0 2 0 0,-1-2-32 0,-1 2 0 0,0 4 0 0,-1-2 0 16,1 6-128-16,1-1 128 15,1 6-128-15,0-3 128 0,1 6-128 0,1 0 0 0,2 0 0 16,-1 7 0-16,2 0 0 0,1 2 0 0,1 5 0 0,0 2 0 15,3 0 0-15,1 3 0 0,-1-3 0 0,1 4 0 16,2 3 0-16,2 2 0 0,-2-2 0 0,2 5 0 16,-1-2 0-16,2 3 0 0,-1 2 0 0,0-5 0 15,-2 0 0-15,-1-4 0 0,0 1 176 0,1-3-176 16,-4-1 272-16,2-1-32 0,0-1-16 0,-1-4 0 16,1 0-64-16,-3-1-16 0,0-2 0 0,0 1 0 15,-1-1-144-15,1-2 0 0,-1 0 0 0,-1 1 0 16,0-3-320-16,-1 1-112 0,1-3-16 0,-3-4-17120 15</inkml:trace>
  <inkml:trace contextRef="#ctx0" brushRef="#br0" timeOffset="111201.83">6449 14722 23039 0,'-2'-3'2048'0,"2"2"-1648"16,0-2-400-16,2 2 0 0,-1 1 256 0,1-2-48 0,2-2 0 0,2-2 0 0,4-3 1312 0,4-1 256 0,3 0 48 0,3 2 16 0,2-2-192 0,2 0-48 16,3 1 0-16,-7 2 0 0,-8 4-1216 0,3-3-240 15,5 2-144-15,3-4 160 16,3 2-736-16,-1-1-128 0,-2 0-48 0,-3 1-14704 0</inkml:trace>
  <inkml:trace contextRef="#ctx0" brushRef="#br0" timeOffset="111431.98">7034 14098 18431 0,'-10'-2'816'0,"3"2"160"0,1 0-784 0,1 2-192 0,3-2 0 0,-1 3 0 16,1 0 896-16,-3 5 128 0,-4 3 16 0,1 9 16 15,-1 2 1008-15,3 3 208 0,1 1 32 0,4 0 16 16,1 1-688-16,2-1-144 0,3 1-16 0,0 2-16 15,2-1-320-15,0 0-64 0,-1 1-16 0,-1-6 0 16,0 2-480-16,0 0-80 0,0 3-32 0,-1 1 0 16,3-3-304-16,-2-2-160 0,1-1 160 0,0-5-160 0,1 2 0 0,2-4 0 15,1-1 0-15,1-1-12304 16,4-2-2448-16</inkml:trace>
  <inkml:trace contextRef="#ctx0" brushRef="#br0" timeOffset="112072.05">7246 14626 20271 0,'-5'-16'896'0,"2"6"192"0,0-2-880 0,2 2-208 0,1 4 0 0,0 1 0 0,0-2 1600 0,1-6 256 16,0-8 64-16,2-7 16 0,3-2 560 0,1 2 128 0,3 3 0 0,1 3 16 15,2 6-1376-15,2-1-288 0,1 8-48 0,0 0-16 16,1 3-624-16,-1 2-128 0,0-1-32 0,-1 5 0 15,0 1-128-15,0 3 0 0,0 0 0 0,-3-1 0 16,0 6 0-16,-1-3 0 0,-1 2 0 0,-1-2 0 16,-2 3 0-16,1-3 0 0,-1 0 0 0,-2 0 0 15,0-2 0-15,-2-1 0 0,0 0 0 0,-1-1 0 16,-1-2 0-16,-1 0 0 0,0 0 0 0,0-2 0 16,-1-2 0-16,-2-2 0 0,1 0 0 0,-2 0 0 15,0-3 0-15,-1 2 0 0,-1-2 0 0,-3 2 0 16,1-2 0-16,-2 3 0 0,0-3 0 0,-1 2 0 15,-2 3 0-15,1-1 0 0,1 4 0 0,0 1 0 16,0 3 0-16,-2 0 0 0,2 4 0 0,-1 2 0 16,-1 3 0-16,2-2 0 0,1 3 0 0,-1 0 0 15,1 3 0-15,-1 3 0 0,3 2 128 0,1-1-128 0,1-2 0 16,3 1 0-16,1 1 0 0,2-2 0 0,2-2 160 0,1-2-160 16,2-3 192-16,1-1-192 15,2-3 176-15,0-1-176 0,2-1 160 0,2-5-160 0,-1 0 160 16,1-2-160-16,2-2 160 0,0-5-160 0,0 2 160 0,0-2-160 15,-2 0 160-15,0-1-160 0,1-5 0 0,-2 1 128 16,-1-1-128-16,-2-1 0 0,2 0 0 0,-2-2 0 16,-1 2 0-16,-2 1 0 0,1 1 0 0,-2 2 0 15,-2 2 0-15,1 0 0 0,-1 4 0 0,0 0 128 16,-2 3-128-16,0 3 0 0,-2 4 192 0,2 1-16 16,-1 5 0-16,1 0 0 0,-1 2-32 0,1 4 0 15,1 0 0-15,0 3 0 0,2-3-144 0,-1 0 160 0,3 5-160 0,0-4 160 16,3 2-32-16,-2-4 0 0,3-2 0 0,-2-1 0 15,2-3-128-15,0-3 192 0,0-1-192 0,0 0 192 16,-2-4-192-16,2-1 192 0,0 0-192 16,-1-1 192-16,0-2-192 0,-1-2 128 0,2 1-128 0,-2-2 128 15,-1-1-128 1,0 1 0-16,1-1 0 0,-2-2 0 0,0 3-704 16,-2-1-208-16</inkml:trace>
  <inkml:trace contextRef="#ctx0" brushRef="#br0" timeOffset="112389.36">7742 14001 27647 0,'-1'-9'1216'0,"1"5"256"0,1 3-1168 0,0-2-304 0,1 1 0 0,-1 2 0 0,1 2 1040 0,3-2 160 0,4 4 16 0,2 2 16 0,4 3 576 0,1 1 112 0,0 6 32 16,1 0 0-16,3 5-1168 0,-1 3-224 0,-2 3-48 0,0 1-16 0,-2 4-80 0,-1 1-16 15,-3 1 0-15,-3-2 0 0,-1 2-64 0,-2-2-16 16,-2-1 0-16,-3 3 0 0,-1-1-64 0,-3 1 0 16,-1-2-16-16,-3-1 0 0,-1 1-32 0,-1-1 0 0,-1 1 0 15,-1-3 0-15,1-1-208 0,-3-3 0 16,2-1 128-16,-2-3-128 0,2 1 0 0,-1-4 144 15,3 0-144-15,0 0 128 0,3-3-272 0,1-1-64 0,2-2-16 0,0 0-19744 16</inkml:trace>
  <inkml:trace contextRef="#ctx1" brushRef="#br0" timeOffset="94415.67">8716 18885 0,'0'0'0,"0"0"16,0 0 0,0 0-16,0 0 31,0 0-31</inkml:trace>
  <inkml:trace contextRef="#ctx0" brushRef="#br0" timeOffset="116645.11">8854 14332 10127 0,'-2'-6'896'0,"1"2"-704"0,1-2-192 15,0 3 0-15,-1 1 0 0,1 1 160 0,0-2-160 0,-1 0 160 0,0-4 1616 0,-1 1 320 0,0 0 64 0,1 0 16 0,-1 2 512 0,1 2 128 16,1 0 0-16,-1 1 16 0,1 1-656 0,0 1-144 15,1 3-32-15,-1 0 0 0,1 2-768 0,1 0-144 16,-1 3-48-16,0 2 0 0,0 4-592 0,-1 1-112 16,-1 0-16-16,1 5-16 0,0 1-176 0,-1 0-128 15,2 4 192-15,0-1-192 0,1-1 192 0,0 3-192 16,0 1 192-16,1 1-192 0,1-4 160 0,-1 0-160 0,0-2 128 0,1-3-128 16,-2 1 0-16,-1-5 0 0,0-3 0 15,2-2 0-15,-2 0 0 0,0-2 0 0,1-3 128 16,-1-2-128-16,-1-1 0 0,1-1-192 0,0-2 32 0,-1-2 16 31,-1 2-1552-31,1-4-304 0,-2-2-64 0,-2 3-14064 0</inkml:trace>
  <inkml:trace contextRef="#ctx0" brushRef="#br0" timeOffset="116867.32">8705 14598 16575 0,'-3'0'736'0,"1"-3"160"0,1 2-720 0,0 1-176 0,1 0 0 0,0 0 0 16,1 0 1088-16,0 0 192 0,3 0 48 0,1 0 0 15,1-2 1680-15,-6 2 352 0,0 0 64 0,27-7 16 16,-15 5-1232-16,0 1-240 0,2-4-48 0,0 1-16 16,1 0-1040-16,1 1-208 0,0 0-32 0,0 3-16 0,2-2-288 0,-3 1-48 15,-2 1-16-15,-3 1 0 0,0 1-256 0,0 1 0 16,-1 0 0-16,-2 0 0 0,0 1 0 0,-2 2 0 16,0-3 0-16,0 0 0 0,-1 1 0 15,0-2 0-15,-1 2 0 0,0-2 0 16,0 2-464-16,0-1-160 0,-2-2-16 0,0 1-11920 15,1-1-2384-15</inkml:trace>
  <inkml:trace contextRef="#ctx0" brushRef="#br0" timeOffset="117809.13">9800 14187 13823 0,'0'0'1216'0,"0"0"-960"0,0 0-256 0,0 0 0 0,0 0 1056 15,0 0 160-15,1 0 48 0,0-1 0 0,3 0 1280 0,1 0 256 0,2-2 48 0,1-1 16 0,2-2-960 0,1 0-192 0,1-1-48 0,2-2 0 0,-1-1-704 0,1-2-160 16,-1-3-32-16,1 1 0 0,-2-2-128 0,0 0-48 16,-1-1 0-16,-1-1 0 0,-1 0-272 0,0-4-48 15,-3-1-16-15,-1-1 0 0,0 1-80 0,-1 1-32 16,-2 0 0-16,0 0 0 0,-2-1-144 0,-2 2 160 15,0 2-160-15,-2-4 160 16,-1 2-160-16,-1 4 0 16,-1 0 0-16,-1 3 128 0,0 2-128 0,0 4 0 0,1 2 0 0,-1 4 0 0,2 2 0 15,0 3 0-15,1 6 0 0,0 1 0 0,1 2 176 0,1 7-48 16,0 1-128-16,2 1 192 0,2 5-192 0,0-2-160 16,3 5 32-16,1 0 0 0,0 4 128 0,2 1 0 0,1 3 0 15,-1 2 0-15,3 4 0 0,-1-2 128 0,1 1-128 16,0-1 128-16,-1-6 16 0,0 3 16 0,-1-4 0 15,-1-3 0-15,-1-2-160 0,-1-3 0 0,-1-2 144 0,0 0-144 16,-2-2 0-16,0-1 0 0,1-2 0 0,-1-3 128 16,0 0-128-16,-2-4 0 0,1-2 0 0,-1-4 0 31,0 0-608-31,-1-4-32 0,1 0-16 0,-3-4-17536 0</inkml:trace>
  <inkml:trace contextRef="#ctx0" brushRef="#br0" timeOffset="117991.89">9815 14360 21183 0,'-3'-5'944'0,"3"4"192"0,0-2-912 0,0 3-224 0,1-3 0 0,1 3 0 15,0-2 752-15,3 0 96 0,4 0 32 0,3-2 0 16,3-2 1264-16,3 0 256 0,3 2 48 0,0-5 16 16,3 1-1680-16,-2 0-336 0,2 2-64 0,-2-2 0 0,-1 1-384 0,-1 0-288 15,-1 1 48-15,-1-4-9872 16,-1-1-1968-16</inkml:trace>
  <inkml:trace contextRef="#ctx0" brushRef="#br0" timeOffset="118254.45">10318 13589 15663 0,'-4'-15'688'0,"3"5"144"0,0 4-656 0,-1 0-176 0,1 2 0 15,0 0 0-15,0 2 1632 0,-1-4 288 16,0-1 64-16,-1-2 16 0,1-1 1104 0,0 1 224 0,0 5 32 0,1 2 16 16,0 2-1696-16,1 2-336 0,1 4-64 0,0 2 0 15,2 4-704-15,0 3-128 0,0 2-16 0,1 4-16 16,-1 5-176-16,1-1-48 0,-1 4 0 0,-1-1 0 16,0-3-192-16,-2 1 144 0,2-4-144 0,-4 0 128 15,0-3-128-15,0 1 192 0,-1-2-192 0,1 1 192 16,-1-6-448-16,2 2-64 0,0 1-32 0,-1 0-18112 15</inkml:trace>
  <inkml:trace contextRef="#ctx0" brushRef="#br0" timeOffset="118571.89">10663 13798 14735 0,'-3'-6'640'0,"2"2"160"0,-1 1-640 0,0 1-160 16,1 1 0-16,0 1 0 0,-2 0 1632 0,-2 0 288 16,-2 0 64-16,-3 3 16 0,-1 0 1408 0,0 4 288 15,0 6 48-15,-2 0 16 0,2 5-2080 0,0 1-400 0,1 0-96 16,-1 6-16-16,1 1-576 0,2 5-112 0,0 2-32 0,2 0 0 15,1-1-256-15,1-1-48 16,2 2-16-16,2-5 0 0,0-2-128 0,4-1 160 0,-1-3-160 0,2-4 160 16,1-1-160-16,1-1 0 0,0-2 0 0,0-1 128 15,0-3-128-15,0 0 0 0,2 0 0 0,-1-2-12560 16,1-4-2400 0</inkml:trace>
  <inkml:trace contextRef="#ctx0" brushRef="#br0" timeOffset="119008.19">10733 14076 11967 0,'-1'-16'1072'0,"1"7"-864"0,0 2-208 0,1-2 0 16,2 5 1536-16,-1 0 272 0,2-3 48 0,3 0 16 16,6-9 1280-16,3 0 256 0,5-5 48 0,1 5 16 0,2 2-1104 15,-2 3-208-15,0 5-48 0,-2 5-16 0,-4 2-1264 16,-1 4-256-16,-4 5-64 0,-2-2 0 15,-3 6-320-15,-3 2-192 0,-1-1 192 0,-2 2-192 16,-3 2 128-16,-2 2-128 0,-2 1 0 0,-2 0 0 0,-1-2 128 0,0 1-128 16,1-4 0-16,0 1 0 0,1-5 0 0,1 0 0 15,2-4 0-15,1 0 0 0,4-5 160 0,2 0-160 16,0-4 128-16,1-2-128 0,1 0 0 0,3-7 0 16,0 2 0-16,2-6 0 0,1 1 0 0,0-4 0 15,1-3 0-15,-1 1 0 0,-2 1 0 0,1-2 0 16,0 0 0-16,-1 0 0 0,-2 0 0 0,2 1 0 0,-3 1 0 15,-2 1 0-15,1 4 0 0,-3 2 0 0,1 4 0 16,-2 2 0-16,-2 4 0 0,0 4 0 0,-1 2 0 16,0 4 0-16,-1 0 192 0,0 5-64 0,-1 5 0 15,0 2 0-15,0 3-128 0,1-1 128 0,-1 2-128 0,2 0 128 16,2-1-128-16,1-3 0 0,0-2 0 0,4-3 0 16,1-3 0-16,2-4 0 0,2-2 0 0,-1-1 0 15,2-4 0-15,1 0 0 0,0-3 0 0,1 0 0 16,-1-3 0-16,-1-3 0 0,-1 2 0 0,-1-4 0 15,-1 2-608-15,-2-2-160 16</inkml:trace>
  <inkml:trace contextRef="#ctx0" brushRef="#br0" timeOffset="119749.24">11046 14041 911 0,'-1'-3'0'0,"0"0"0"0,-1 1 0 0,1 0 0 0,1 0 1008 0,-1 0 112 0,0 0 32 0,-2-3 0 0,0 0 816 0,-2-6 160 0,-2-1 48 0,0-2 0 15,0 2 320-15,-2-2 64 0,1 3 0 0,0 0 16 16,-1 0 48-16,0 1 16 0,1 3 0 0,-2-2 0 15,0 3-720-15,-1 0-160 0,-1 2-32 0,-3 1 0 16,1 2-752-16,-3 1-144 0,1 4-48 0,-3-2 0 16,2 3-464-16,-3 4-112 0,0 1-16 0,1 0 0 15,1 1-192-15,1 0 0 0,0 1 0 0,2 3 0 16,0-2 0-16,4 0 0 0,1 2 176 0,2-1-176 16,0 2 240-16,2 2-64 0,-1-2-16 0,1 3 0 0,3 1-32 15,0-2-128-15,2 1 192 0,0-1-64 16,3-2 48-16,2 0 0 0,1-1 0 0,1-1 0 0,1-4-176 15,2-2 0-15,1 2-192 0,0-3 192 0,2-1 0 0,1-3 0 16,-1 0 0-16,1-3 0 0,4 0 0 0,0-4 0 16,0-1 0-16,0-1 0 0,1-1 0 0,-2-3 0 15,-1 1 128-15,-2-1-128 0,1-2 0 0,-3-1 0 16,-1 0 0-16,-3 1 0 0,1-3 0 0,-2 1 128 16,-1-1-128-16,-1-1 0 0,-1 3 128 15,1-2-128-15,-3 1 128 0,1-1-128 0,-1 2 208 16,-1 2-32-16,0-1-16 0,0 4 0 0,0 2-160 0,0 2 160 0,0 1-160 15,0 1 160-15,0 4-160 0,1 1 0 0,0 3 0 16,0 4 128-16,2 2-128 0,-1 2 0 16,1 2 0-16,1 3 0 0,1 2 0 0,-2 1 0 15,2-2 0-15,-1 2 0 0,1-1 0 0,1-1 0 0,0-5 0 0,0 1 0 16,2-4 128-16,0-2-128 0,1 0 0 0,2-4 128 16,0-2-128-16,2-2 0 0,0-2 0 0,1-2 0 15,2-2-160-15,1-5-64 0,1-1-16 0,0-2 0 16,1 0-1360-1,-3-2-288-15</inkml:trace>
  <inkml:trace contextRef="#ctx0" brushRef="#br0" timeOffset="119973.05">11196 13646 14735 0,'-6'-3'1312'0,"3"1"-1056"0,2 0-256 0,0 2 0 0,1 0 2192 0,0 0 384 0,0 2 80 0,2 0 16 0,2 4 224 0,3 4 48 0,3 5 16 0,4 2 0 0,2 4-1296 0,1 2-256 16,3 1-48-16,-2 2-16 0,-2 5-720 0,-2-1-160 16,-3 1-16-16,-2 0-16 0,-3 2-240 15,-1 4-64-15,-4 4 0 0,-1 1 0 0,-2-1-128 0,-4-3 128 16,-2-1-128-16,-3-2 128 0,-1-3-128 0,-3-3 0 16,0-2 0-16,-1-1 0 0,0-4 0 0,1 0 0 15,1-2-224-15,0-1-18400 0</inkml:trace>
  <inkml:trace contextRef="#ctx0" brushRef="#br0" timeOffset="120416.8">9920 14787 13823 0,'-5'-2'1216'15,"0"-2"-960"-15,2 4-256 0,2-3 0 16,1 3 0-16,-2-3-192 0,-3-1 48 0,-3-5 0 16,0 3 3056-16,3-4 608 0,1 4 128 0,4-3 32 15,4 6-768-15,3-1-160 0,2 2-16 0,3 0-16 16,4 1-1360-16,4 0-272 0,5 2-48 0,3 0-16 0,5 1-544 0,3 0-112 15,0-2-32-15,2 1 0 16,5-1-208-16,1-1-128 0,3 1 128 0,0 0-128 16,1-2 160-16,-2 0-32 0,-1 0-128 15,2-1 192-15,2 2-48 0,0 1-16 0,-2-2 0 0,-2-1 0 0,-4 2-128 0,-2-2 192 16,2 3-192-16,-4-3 192 0,-3 0-32 0,-1 1 0 16,-1 1 0-16,-1-3 0 0,1 3-160 0,-2-1 0 15,-3-1 0-15,-2 0 0 0,-3 3 0 0,-2-4 128 16,-3 2-128-16,-1 0 0 0,-1 0 0 0,-3 0 0 15,0-1 128-15,-3 2-128 0,0-1 0 0,-3-1 0 16,-1 2 0-16,-2-2 0 0,-2 2 0 0,-2 1 0 0,-4 0-160 16,-3 1-12704-1,0 3-2528-15</inkml:trace>
  <inkml:trace contextRef="#ctx0" brushRef="#br0" timeOffset="121299.22">10448 15433 25791 0,'-2'-3'2304'0,"1"2"-1856"0,1 1-448 0,0 0 0 0,1 0 704 0,1-3 32 0,-2 1 16 0,2-3 0 0,1-1 784 0,2-3 144 0,2-1 48 0,0-2 0 15,0-1-688-15,0 0-128 0,2-2-16 0,-2-1-16 16,-1 0-304-16,2 0-48 0,-2-3-16 0,-1 3 0 16,-2 0-144-16,0 1-48 0,-2-1 0 0,0 0 0 15,1 1-128-15,-2-1-16 0,0 3-16 0,0 0 0 16,1 3 16-16,0 2 0 0,0-1 0 0,2 4 0 16,-2 3-176-16,0 2 192 0,2 0-192 0,-1 2 192 15,1 2-192-15,-1 2 0 0,1 4 0 0,-2 0 0 16,3 5 0-16,-2-2 0 0,2 6 0 0,0-1 0 15,-1 1 0-15,0 1 0 0,0-1 0 0,0 0 0 16,1 0 0-16,-2-3 0 0,2 2 128 0,-3-4-128 16,1 1 0-16,0-2 0 0,-2 2 0 0,1-3 0 0,-1 1 0 15,-1-2 0-15,-1 0 0 0,1 1 0 0,-1 2 0 0,-2-2 128 16,0 1-128-16,-2-1 0 0,0-2 0 0,0 0 0 16,-2 0 0-16,0 0 0 0,-1-2 0 0,2 1 0 15,-1-4 0-15,0 0 0 0,0-1 0 0,1-1 0 16,-2 0 0-16,2-1 0 0,-2-2 0 0,2-2 0 15,0 2 0-15,2-3 0 0,1 2 0 16,0-1 0-16,1 2 0 0,2-3 0 0,0 2 0 0,1 1 0 16,0 0 0-16,1 0 0 0,2 0 0 0,0 0 0 0,1 0 0 0,2 0 0 15,-6 0 128-15,0 0-128 16,26 1 128-16,-15-1-128 0,0-1 144 0,1 1-144 0,0-3 160 16,1 2-160-16,2 0 128 0,0 1-128 0,-2-1 0 0,0 1 0 15,2 0 128-15,0 0-128 0,1-3 0 0,-3 2 0 16,1 1 0-16,-2 0 128 0,0 0-128 0,-1 0 0 15,-1 0 0-15,0 0 0 0,-3 0 0 0,-1 0 0 16,3-2 0-16,-3 2 0 0,-1 0 0 0,0 0 0 16,0 0-464-1,0 0-144-15,-2-3-32 0,0 3-18064 0</inkml:trace>
  <inkml:trace contextRef="#ctx0" brushRef="#br0" timeOffset="121669.22">10910 14949 14735 0,'-2'-4'1312'0,"-1"1"-1056"0,2 0-256 0,1 1 0 0,0 2 1824 0,0-2 304 0,-1-3 64 0,-2-2 16 0,2-2 992 0,0 3 208 0,1 0 48 0,1 2 0 0,0 4-1520 0,3 0-288 0,0 3-64 0,-1 3-16 0,2 1-976 0,-1 3-192 0,1 3-32 16,-1 3-16-16,-1 1-176 0,0-1-48 0,-1 1 0 0,-2 4 0 15,0-1-128-15,-1 1 0 0,0 2 144 0,0-1-144 16,-1-2 128-16,1 1-128 0,1-4 160 0,-1 4-160 15,1-5 128-15,1 0-128 0,-1 0 0 16,0-1 144-16,1-3-144 0,2-2 0 0,-2 3 0 16,0-3 0-16,2-2-336 0,-1 0-48 0,2 0-16 15,-2 2-18352-15</inkml:trace>
  <inkml:trace contextRef="#ctx0" brushRef="#br0" timeOffset="122006.65">11009 15648 3279 0,'2'2'0'16,"1"-1"128"-16,-1 2-128 0,0-1 192 0,-1-2-192 0,1 2 0 0,3 3 0 0,3 1 0 0,0 4 2320 0,0-4 432 15,-1 0 96-15,-2-2 16 0,-1-2 224 0,0-2 48 16,-2-2 16-16,1-2 0 0,-1-2-400 0,1-3-64 15,-2 2-32-15,0-4 0 0,0 1-976 0,0 0-192 16,1-5-32-16,-2 4-16 0,0 2-768 0,0-1-160 16,0 2-16-16,-2 4-16 0,1-2-128 0,0 3-32 15,0 2 0-15,0 1 0 0,-2 1-64 0,1 4 0 16,-2 1-16-16,0 2 0 0,0 0-240 0,1-1 176 16,-1 3-176-16,-1-1 160 0,1 0-160 0,1 2 192 15,0-2-192-15,1 0 192 0,0 0-192 0,1-2 128 16,2-4-128-16,1 0 128 0,0-2-128 0,-1-1 0 0,2-1 0 15,-1-4-13120-15,3 1-2608 0</inkml:trace>
  <inkml:trace contextRef="#ctx0" brushRef="#br0" timeOffset="123741.72">11988 14187 911 0,'8'-13'0'0,"-6"7"0"0,2-3 0 0,-2 3 0 0,0 2 2240 0,-1 1 352 0,-1 0 80 0,1-3 16 0,0-2-640 0,1-3-128 0,-2 1-32 0,-3 3 0 0,-1 1 384 0,-2 1 80 0,0 3 16 0,-3 6 0 0,0 0-672 0,-1 2-128 15,0 3-32-15,0 1 0 0,1 3-528 0,1 2-112 0,-1 1-32 0,1 0 0 16,0 3-192-16,0-1-32 0,3 1-16 0,-1 1 0 15,1-2-112-15,0 1 0 0,0 3-16 16,2 0 0 15,-1 0 16-31,2 1 16 0,0-1 0 0,1 3 0 0,1 1-176 0,3 2-32 0,-1 1-16 0,2-1 0 0,1-2 16 0,1-1 16 0,2-1 0 0,1-6 0 0,1-1-192 16,1-5-144-16,-1 2 192 0,0-4-192 0,1-1 144 16,-1-2-144-16,1-2 0 0,0-1 144 0,-1-2-144 0,0-1 0 15,-1 2 0-15,-3-3-12864 16,1 1-2512-16</inkml:trace>
  <inkml:trace contextRef="#ctx0" brushRef="#br0" timeOffset="124450.82">12353 14310 8287 0,'-7'-13'368'0,"3"7"80"0,0 2-448 0,1 0 0 0,1 0 0 0,2 1 0 0,-1 0 1072 0,0-4 128 0,0-2 16 0,1-4 16 0,1 0 1376 0,1 0 272 0,3 1 48 0,0-1 16 0,3 0-304 0,-1 2-48 16,3 0-16-16,0 2 0 15,1-1-720-15,1 4-160 0,1 0-32 0,0 0 0 0,1 2-736 0,-2 1-160 16,1 6-16-16,-2 1-16 0,0 4-496 0,-2 2-112 15,-1 4 0-15,-2 2-128 0,-1 5 144 0,-1 1-144 16,-3 3 0-16,-1 1 144 0,-2-2-144 16,-2 0 0-16,-1 1 0 0,-1-3 128 15,0 3-128-15,-2-6 0 0,2 2 0 0,-1-1 0 0,1-1 0 0,-1-6 0 16,2 2 0-16,1-2 0 0,-1-1 0 0,1 2 0 16,0-5 128-16,3 0-128 0,0-3 0 15,1-2 0-15,0-4 0 0,2 0 0 0,1-4 0 0,0 1 0 0,2-6 0 16,1-1 0-16,1 0 0 0,0-5 0 0,2-1 0 15,-1-2 0-15,4-5 0 0,-3 4 0 16,3-2 0-16,-1 1 0 0,0-1 0 0,-1 1 0 0,1-2 0 16,0 1 0-16,0 1 0 0,0 0 0 0,-1 2 0 0,-1-1 0 15,-1 3 0-15,0 1 0 0,-2 3 0 16,-4 2 0-16,2 4 0 0,-3 2 0 0,-2 4 0 16,-1 0 0-16,-2 3 0 0,-2 3 0 0,-2 4 128 0,-1 2-128 15,-1 4 0-15,-1 3 0 0,1 0 0 0,0 4 0 16,1-2 0-16,2 1 0 0,0-2 0 0,4 2 0 15,0 0 128-15,3 0-128 0,0-3 0 0,2 1 128 16,0 1-128-16,3-5 160 0,1 0-160 0,0-1 160 16,2-3-160-16,2-2 0 0,0 0 144 0,1-4-144 15,0-2 0-15,0-2 0 0,0-2 0 0,0 0 0 16,0-2 0-16,-1 1-240 0,0-4 48 0,-4 1-12400 16,-1 0-2464-16</inkml:trace>
  <inkml:trace contextRef="#ctx0" brushRef="#br0" timeOffset="124646.87">12388 14456 18431 0,'-3'-4'1632'0,"2"1"-1312"15,1 3-320-15,1-2 0 0,1 1 1392 0,0-2 208 0,2 0 32 0,2-6 16 0,4-1 1296 0,5 0 272 0,2-2 48 0,3 2 16 0,4 0-1488 0,4 1-320 0,1 1-48 0,2 0-16 0,1 2-1024 0,-2 2-224 16,-1 2-32-16,-6 2-128 0,-1 0 0 0,-2 0-320 15,-3 4 32-15,-1 2 16 0</inkml:trace>
  <inkml:trace contextRef="#ctx0" brushRef="#br0" timeOffset="124872.87">12949 14395 31327 0,'-5'-2'1392'0,"3"-2"272"0,2 4-1328 0,0-3-336 0,2 3 0 0,1 0 0 16,0 0 576-16,5 3 64 0,4-3 0 0,5 4 0 15,5-2 800-15,1 4 160 0,4-2 48 0,-1-2 0 16,-2 2-976-16,-1-4-192 0,1 0-32 0,-3-4-16 16,-2 2-288-16,0-2-144 0,-2-1 160 0,-2-1-160 0,-4 0 0 0,-1 1 0 15,-2-1 0-15,-5 0-18384 16</inkml:trace>
  <inkml:trace contextRef="#ctx0" brushRef="#br0" timeOffset="129498.58">13778 14336 10127 0,'2'0'896'0,"1"0"-704"0,-2 0-192 0,0 0 0 0,2-3 1280 0,-1 2 208 0,4-3 48 0,2-1 16 0,3-1 880 0,0-1 192 0,0-3 16 0,-1 1 16 0,-1-1-480 0,-2-1-112 0,-1 0-16 0,-1 0 0 0,-2 0-864 16,-2 0-176-16,-2 0-48 0,-2-1 0 0,-1 2-192 16,-1-2-64-16,-1 2 0 0,-2-2 0 0,0 2-272 0,-2 0-64 15,-2-2-16-15,-2 2 0 0,2 1-112 0,-3 2-32 16,-1-2 0-16,0 0 0 0,-1 6-208 0,-1-1 176 16,1 5-176-16,1 2 160 0,-1 5-160 15,2 2 0-15,0 4 0 0,1 1 0 16,3 3 0-16,1 5 0 0,2 0 0 0,2 2 0 15,1 1 0-15,1 1 0 0,1-1 0 0,3-1 0 0,-1-3 0 0,2 0 0 0,3 3 0 16,0-3 0-16,1-3 0 0,0-3 0 0,2-3 0 16,-1 0 0-16,3-5 0 0,2-1 0 0,0-1 0 0,2-6 0 15,-2 0 0-15,1-6 0 0,0 1 0 0,0-5 0 16,1-4 0-16,0-1 0 0,-1-1 0 0,0-4 128 16,-1 2-128-16,-1-1 128 0,-1 1-128 15,-2-1 128-15,0 2-128 0,-3 2 0 0,0 1 0 16,-1 2 128-16,-1 0-128 0,-1 2 0 0,-1-1 0 0,0 6 128 15,-1 2-128-15,-1 3 160 0,0 0-160 0,0 4 160 16,1 5 16-16,-2 1 0 0,2-1 0 0,0 4 0 16,1 2-176-16,1 1 128 0,0 0-128 0,3 0 128 15,-2-3-128-15,3 5 0 0,0-5 0 0,0 2 128 16,1 1-128-16,1-3 0 0,0-2 0 0,-2 0 128 0,0-5-128 16,0 0 0-16,4 2 0 0,-1-5 128 15,3 2-128-15,2-3 0 0,0-2 0 0,2-4-176 16,-1-2-688-16,-1-2-144 0,2 0-16 0,-2-2-16960 15</inkml:trace>
  <inkml:trace contextRef="#ctx0" brushRef="#br0" timeOffset="129822.02">14035 13968 10127 0,'-1'-2'896'0,"-1"-2"-704"0,2 4-192 0,0-2 0 0,0 2 1344 0,0-1 224 0,2 1 48 0,-1-3 16 16,1-1 1312-16,3 4 256 0,1 2 48 0,3 3 16 0,1 2-912 0,0 3-176 0,4 5-48 0,0-2 0 15,1 8-784-15,0-1-144 0,-1 5-48 0,-2 1 0 16,-1 2-480-16,-2 3-96 0,-2 1-32 0,-2 3 0 16,-1-4-224-16,-3-1-32 0,0-2-16 0,-1-1 0 15,-1-1-48-15,-1-4-16 0,-3 3 0 0,0-3 0 16,-1 3-80-16,-2-3 0 0,1-2-128 0,-1-4 192 15,1 3-64-15,-2-1-128 0,1 1 176 0,-5 1-176 16,5-1 144-16,-2 0-144 0,0 0 0 0,0-5 144 16,1 2-144-16,1-2 0 0,1-2 0 0,0-2 0 15,2 0 0-15,1-4 0 0,2 1 0 0,2-2 0 16,0-4-336-16,2 1-112 0,3-4 0 0,1-2-18736 16</inkml:trace>
  <inkml:trace contextRef="#ctx1" brushRef="#br0" timeOffset="113813.34">13106 18203 0,'0'0'0,"0"0"16</inkml:trace>
  <inkml:trace contextRef="#ctx0" brushRef="#br0" timeOffset="133980.76">14307 13907 15663 0,'0'-4'1392'0,"0"0"-1120"0,1 2-272 0,0 0 0 0,2 2 528 0,-1-4 48 0,2-3 16 0,2-4 0 0,2-1 624 0,0-4 128 0,2-2 32 0,0 1 0 15,-3-1 480-15,1 2 112 0,-2-1 16 0,-1 0 0 16,0 1-432-16,-1 2-80 0,-1 0 0 15,0 0-16-15,-1 4-448 0,0 1-96 0,-1 3-16 0,-1-1 0 16,0 4-336-16,-1 0-80 0,1 3-16 0,0 0 0 16,-2 0-144-16,1 3-48 0,0 1 0 0,0 5 0 15,1 1-96-15,-2 3-32 0,1 5 0 0,1-2 0 16,-1 2 64-16,0 2 16 0,1 0 0 0,0 1 0 16,0-3-224-16,0 0 0 0,0-1-144 0,0-1 144 15,-2 0 0-15,2 0 0 0,3-2-128 0,-2-2-18576 16</inkml:trace>
  <inkml:trace contextRef="#ctx0" brushRef="#br0" timeOffset="134489.06">15095 14076 16575 0,'-2'-6'1472'0,"1"0"-1168"0,1 2-304 0,0 1 0 0,0 3 1024 0,0-3 128 0,0-2 48 0,1-3 0 0,-1 2 912 0,0-2 176 0,2 4 32 0,0 4 16 16,-2 4-656-16,1 4-128 0,2 5-16 0,-2 0-16 16,1 6-560-16,1 2-128 0,-1 1 0 0,0 4-16 15,0-1-176-15,1 1-48 0,-1-4 0 0,-1 3 0 16,2-6-224-16,-2 0-48 0,1 0-16 0,0-3 0 16,-1-3-176-16,0 0-128 0,2-1 192 0,-2 0-192 0,0-2 128 0,0-1-128 15,2-2 0-15,-2-1 0 0,-1-1 0 16,1-1-176-16,-1 0 32 0,0-4-18096 15</inkml:trace>
  <inkml:trace contextRef="#ctx0" brushRef="#br0" timeOffset="134689.03">14971 14313 22111 0,'0'-6'976'0,"0"3"208"0,1-2-944 0,0 3-240 15,1 0 0-15,-1 1 0 0,1 1 624 0,3-3 80 16,3 1 0-16,3 0 16 0,2-2 1648 0,4 0 336 0,0 0 64 15,4 0 16-15,2-1-1136 0,2-2-240 0,2 1-32 0,3-4-16 16,0 1-848-16,-2 3-192 0,1-3-16 16,-4 3-16-16,0 1-288 0,-4 0-256 15,0 2 64-15,-3 3-17696 0</inkml:trace>
  <inkml:trace contextRef="#ctx0" brushRef="#br0" timeOffset="135267.1">16163 13799 18431 0,'-7'0'816'0,"3"0"160"0,1 0-784 0,2 0-192 0,1 0 0 0,0 0 0 0,1 0 912 15,2 2 144-15,1-2 32 0,2 3 0 0,4-6 832 0,-10 3 160 16,23-3 32-16,-9-3 16 0,1-1-768 0,1-1-144 16,1 0-48-16,-1-4 0 0,1 0-368 0,-1-4-80 15,0 3-16-15,-1-3 0 0,0-2-224 0,-2-1-48 0,0-1-16 0,-2 0 0 16,0 2-144-16,-2-1-16 0,0-3-16 0,-1 0 0 16,-1 1 16-16,-1-3 0 0,0 0 0 0,-1 1 0 15,-3 1-112-15,1 0-16 0,-2 3 0 16,-3 3 0-16,-3 1-128 0,-2 8 0 0,-1 1 0 0,-2 3 0 15,0 2 0-15,-1 5 0 0,-2 3 0 0,1 4 0 16,0 3 0-16,1 4 0 0,-1 5 0 0,4 1 0 16,0 2 0-16,3 7 0 0,3 4 0 0,1 5 0 15,2 3 128-15,1 0-128 0,2 3 0 0,1-7 128 16,0 0-128-16,0-5 128 0,1-3-128 0,0-1 128 16,1-1-128-16,-2-1 192 0,-1-2-192 0,0 1 192 15,0-2-192-15,0-5 0 0,-3 0 0 0,1-2 128 16,0-1-128-16,-2-7 0 0,1 0 0 0,-2-2 0 0,-1-3-144 15,0-4-64-15,-1 0-16 0,1 0-17952 16</inkml:trace>
  <inkml:trace contextRef="#ctx0" brushRef="#br0" timeOffset="135463.79">16153 13975 18431 0,'0'-13'1632'0,"0"7"-1312"0,0 2-320 0,1-1 0 0,1 4 832 0,0-1 112 15,2-2 16-15,2-1 0 0,5-2 896 0,5-3 176 0,5-3 32 0,1 1 16 16,3 0 96-16,1-1 0 0,0 1 16 0,1 1 0 16,-3 2-1424-16,-2-1-272 0,-1 5-64 0,-2 0-16 15,0 3-416-15,-4-2 0 0,0 4 0 0,-4-2 0 32,-1 2-1264-32,-3 0-336 0,-2 2-64 0,-1 2 0 0</inkml:trace>
  <inkml:trace contextRef="#ctx0" brushRef="#br0" timeOffset="135749.01">16726 13317 5519 0,'2'-13'240'0,"-1"7"64"0,1 1-304 0,-1 2 0 0,0 1 0 0,-1 0 0 16,1-1 1712-16,2 0 272 0,-1-1 64 0,1-2 16 0,-1 3 1200 0,-1 1 256 16,-1 4 32-16,0 2 16 0,-1 5-1200 0,0 1-224 15,-2 4-48-15,1 2-16 0,-2 1-864 16,2 1-192-16,-2 4-16 0,0-3-16 0,-1 1-352 0,2-2-64 16,-1-2 0-16,2 0-16 0,-1-6-304 0,2 1-64 15,0 1-16-15,-1-4 0 0,1 0-176 0,1-3 0 16,0-2 0-16,3 0 0 15,0-6-1984-15,1 1-320 0,2-3-64 0,2-1 0 0</inkml:trace>
  <inkml:trace contextRef="#ctx0" brushRef="#br0" timeOffset="135932.56">16891 13239 6447 0,'0'-8'576'0,"-1"3"-576"0,1 2 0 0,0 0 0 16,0 2 1856-16,-1 1 256 0,1 1 48 0,-3 2 16 15,1-3 1248-15,-2 6 256 0,-1 1 48 0,0 4 16 16,-1 3-1200-16,0 1-240 0,1-1-64 0,0 0 0 15,0 4-1024-15,1-1-192 0,1-1-64 0,0-2 0 16,1 1-512-16,2-3-128 0,0-1 0 0,0 0-16 16,1-1-304-16,0-3 0 0,3 2 128 0,0-5-128 15,1 1-1200-15,-1 0-288 0</inkml:trace>
  <inkml:trace contextRef="#ctx0" brushRef="#br0" timeOffset="136218.22">17189 13334 9215 0,'10'-14'400'0,"-6"8"96"0,1 0-496 0,-1 0 0 16,-2 3 0-16,-1 2 0 0,1-1 1504 0,0-2 208 16,3 0 32-16,-1-2 16 0,-1 4 960 0,-3 2 192 15,-1 3 32-15,-3 6 16 0,-1 1-912 0,-2 2-176 16,-2 4-32-16,-1 3-16 0,-2 3-576 0,0 3-112 15,-1 1-32-15,0 2 0 0,0 1-240 0,1 3-48 16,1 3-16-16,1-1 0 0,1 3-288 0,2-5-64 0,0 3-16 16,2-5 0-16,1-3-240 0,1-2-64 0,2-3 0 0,1-2 0 15,1-4-128-15,1-1 128 0,1 1-128 16,1-4 128-16,1 0-128 0,0 2 0 0,1-2 0 0,0-2 0 31,1 3-432-31,0-3-112 0,-1-2-32 0,0 2-17456 0</inkml:trace>
  <inkml:trace contextRef="#ctx0" brushRef="#br0" timeOffset="136874.47">17317 13873 6447 0,'-3'-2'576'16,"1"2"-576"-16,-1-3 0 0,2 2 0 0,1 1 1648 0,-1-2 208 15,-3-2 64-15,0-2 0 0,-1-1 1408 0,0-2 304 16,3-3 48-16,1 1 16 0,2-1-960 0,3 0-192 16,-1-1-48-16,2-3 0 0,2 0-1056 0,0 0-224 15,0-1-32-15,1-1-16 0,0 2-592 0,1-2-112 16,0 2-16-16,-1-2-16 0,0 2-432 0,0 3 0 16,2-2 0-16,0 5 0 0,0 0 0 0,3 4 0 15,-1 2 0-15,2-1 0 0,-2 5 0 0,0 3 0 16,2-1 0-16,-3 4 0 0,1 1 0 0,-3 2 0 15,1 1 0-15,-4 0 0 0,1 3 0 0,-2-1 0 0,-1-2 0 16,0 0 0-16,-3 1 0 0,0-4 0 0,-1 2 0 16,0-5 0-16,-1 2 0 0,1-6 0 0,0 0 0 15,-2 0 0-15,0-4 0 0,0 2 0 0,-1-5 0 16,0 1 0-16,-1-1 0 0,0 1 0 0,-1-3 0 0,0 0 0 16,-1 2 0-16,0-3 0 0,-1 1 0 15,0 2 0-15,0 1 0 0,0 0 0 0,-1 3 0 0,1 1 0 16,-1 0 0-16,1 6 0 0,1 0 0 0,0 4 0 15,-1 2 0-15,2 3 0 0,0 3 0 16,1 0 0-16,0 2 0 0,0 1 0 0,2 1 0 0,2-2 0 16,-2-2 0-16,2-1 0 0,3 1 0 0,-2-6 0 15,2 0 0-15,0-1 0 0,2-3 0 0,0 0 0 16,1-5 0-16,1-1 0 0,0-1 0 0,2-1 0 16,1-5 128-16,-1 0-128 0,4-2 128 0,-2-3-128 15,1-2 0-15,-1 0 128 0,1 0-128 0,-3-3 0 16,0 1 0-16,0 0 0 0,-2 2 128 0,-2 2-128 15,1-1 0-15,-3 3 0 0,0 2 0 0,-3 4 0 0,2 0 0 16,-4 4 0-16,1 1 0 0,0 4 128 16,-1 3 80-16,-2 2 16 0,3 2 0 0,-2 3 0 0,3 1-64 15,0-2-16-15,1 4 0 0,1-3 0 0,0 1-144 0,2 0 128 16,-1-2-128-16,2-3 128 0,0 0-128 0,2-2 0 16,0-3 0-16,0 0 128 0,3-5-128 0,0 1 0 15,1-4 0-15,0 1 0 0,2-5 0 0,-1-4 0 16,2 0 0-16,-1-1 0 15,1-1-1040-15,-3-2-96 0,1-2-16 0,-2 0-16992 0</inkml:trace>
  <inkml:trace contextRef="#ctx0" brushRef="#br0" timeOffset="137099.44">17836 13317 3679 0,'-1'-9'320'0,"0"3"-320"0,-1 2 0 0,2 2 0 0,0-1 2384 0,0 2 416 0,2 1 80 0,-1 0 0 0,1 0 624 0,1 1 112 0,3 4 32 0,-1 1 0 16,2 7-864-16,-1-2-160 0,2 6-48 0,-2 3 0 15,0 2-1168-15,-1 3-256 0,0 1-32 0,-2 5-16 16,-2 7-560-16,-2 3-112 0,-2 1-32 0,-2 1 0 16,-2-1-192-16,-3-1-32 0,-1-3-16 15,-3-3 0-15,-1-1-160 0,-1-2 0 0,0-4 0 0,-1 1 128 16,2-3-128-16,1-8 0 0,5 1 0 0,-3-2 0 31,-1 1-352-31,-3 1-96 0,0 0-32 0,-3-3-17984 0</inkml:trace>
  <inkml:trace contextRef="#ctx0" brushRef="#br0" timeOffset="137424.07">16408 14338 16575 0,'-15'-2'736'0,"8"2"160"0,0-3-720 0,4 2-176 15,0 1 0-15,3 0 0 0,1 0 592 0,3-2 96 16,2-1 16-16,5 2 0 0,8-3 1360 0,3 2 288 16,7-2 48-16,5 1 16 0,7 1-960 0,7 1-192 0,4-2-48 0,4 0 0 15,2-4-80-15,1 1-32 0,2 0 0 0,0-3 0 16,-3 2-16-16,2 1-16 16,3 2 0-16,-1-5 0 0,-2 1-512 0,-4-2-112 0,0 0 0 0,-3 0-16 15,-2-2-192-15,-4-1-48 0,-3 1 0 0,-3 0 0 16,-1 0-192-16,-4 4 176 0,-4-2-176 0,-4 4 160 15,-3 0-160-15,-3-1 0 0,-2 4 0 0,-1-2 0 16,-5 3 0-16,0-1 0 0,-3 3 0 0,-3-3 0 16,-3 6-336-1,-3-3-112-15,-3 3 0 0,-4 5-18016 0</inkml:trace>
  <inkml:trace contextRef="#ctx0" brushRef="#br0" timeOffset="138088.29">16912 14719 19343 0,'-1'-5'1728'0,"0"0"-1392"0,1 1-336 0,0 2 0 0,1 1 1056 0,-1-4 144 0,1-3 16 0,1-4 16 0,0-7 1200 0,2 3 256 0,1 0 32 0,1 0 16 0,3 4-880 0,0 3-160 0,3 2-32 0,0 3-16 0,2 4-1136 0,-2 7-208 0,0 2-48 0,-2 7-16 15,-1 0-80-15,-2 7-16 0,-1 1 0 0,-3 2 0 16,-3-1-144-16,-1 1 128 0,-4-1-128 0,-2-3 128 15,-2 0-128-15,-3 0 128 0,-1-3-128 0,-1 0 128 16,2-3-128-16,-3 0 128 0,0 0-128 0,3-6 128 0,3-2-128 16,-2 2 128-16,1-4-128 0,-1-3 128 0,1-3-128 15,3-3 0-15,1-3 0 0,1-2 0 0,1-2 0 16,3 0 0-16,2-4 0 0,1 2 0 0,3-4 0 0,2 3 0 16,0 1 0-16,2 0 0 0,3 2 0 0,0 1 0 15,1 5 0-15,-1 1 0 0,0 4 0 0,2 1 0 16,-2 5 0-16,2 0 0 0,0 2 0 0,-1 3 0 15,2-2 0-15,1 2 0 0,-1-2 0 0,1 3 0 16,1-5 0-16,1 0 0 0,-1-2 0 0,-1-3 0 16,0 2 0-16,1-5 0 0,-1-2 0 0,-1-2 0 15,0-1 0-15,0-1 0 0,0-1 0 0,0-2 0 0,-2-1 0 16,0 0 0 0,-1-2-704-16,-2-2-64 0,0 2 0 0,0 0-11136 0,-3 2-2240 0</inkml:trace>
  <inkml:trace contextRef="#ctx0" brushRef="#br0" timeOffset="138288.73">17451 14487 8287 0,'4'-23'368'0,"-3"11"80"0,2 1-448 0,-2 3 0 0,0 2 0 0,-1 2 0 15,0 0 2224-15,2-4 352 0,-1-4 80 0,0-1 16 16,-1 1 592-16,0 5 128 0,0 4 32 0,-1 3 0 16,0 3-960-16,-1 7-192 0,0 2-32 0,-1 4-16 15,1 2-1152-15,-1 8-240 0,1-1-32 0,0 5-16 16,-1 1-480-16,-1 0-112 0,3 1 0 0,-1-4-16 15,0 1 0-15,2-5 0 0,0-1 0 0,2-3 0 16,-1-2-176-16,0 1 0 0,2-3 0 0,-1-3 0 0,2 2-192 0,1-3-64 16,-2 1 0-16,1 0-18304 15</inkml:trace>
  <inkml:trace contextRef="#ctx0" brushRef="#br0" timeOffset="138453.24">17529 15083 24879 0,'-3'0'1088'0,"0"0"256"0,2 0-1088 0,0-2-256 16,1 2 0-16,0 0 0 0,-2 0 1424 0,1-2 240 16,0 1 32-16,-1 1 16 0,0-3 512 0,1-1 96 15,0 4 32-15,0-2 0 0,2-2-2144 0,-1 2-416 16,1-1-96-16,2 0-16 0</inkml:trace>
  <inkml:trace contextRef="#ctx0" brushRef="#br0" timeOffset="138865.6">18569 13808 18431 0,'-6'-13'1632'0,"2"6"-1312"0,-1 1-320 0,3 0 0 0,0 3 768 0,0-1 96 16,1 1 16-16,-3-2 0 0,-1-2 832 0,-1 0 160 15,-1 1 48-15,-2 6 0 0,0 1-128 0,2 8-32 16,-2 1 0-16,-1 5 0 0,1 3-800 0,-4 6-176 16,1 4-16-16,-2 4-16 0,2 3-64 0,0 2-16 15,0 10 0-15,3-3 0 0,1 3-288 0,4-6-64 0,2-2-16 0,2-7 0 16,2-4-160-16,3-3-16 16,3-3-128-16,0-3 192 0,1-6-192 0,1 0 0 0,2-1 0 0,1-2 0 15,0-1 0-15,1-5 0 0,-1 1-128 16,0-3-12128-16,2 0-2416 0</inkml:trace>
  <inkml:trace contextRef="#ctx0" brushRef="#br0" timeOffset="139324.9">18745 14114 9215 0,'0'-10'816'0,"1"4"-656"0,0 0-160 0,-1 2 0 16,2-1 1200-16,0-2 208 0,2-8 32 0,1-8 16 15,3-6 2048-15,5-2 400 0,-1 5 96 0,3 2 16 16,0 5-1328-16,1 5-256 0,1 2-48 0,0 6-16 0,-2 2-1408 0,1 4-304 16,0 0-48-16,-1 5-16 0,-2 4-272 15,-3 1-48-15,-2 2-16 0,-4 4 0 0,0 3-256 0,-4 0 0 16,0 6 0-16,-3 2 0 16,-1 2 0-16,-2-3 0 0,-2 0 0 15,-2-1 0-15,-1-3 0 0,-1-2 0 0,0-2 0 0,0-3 0 0,2-3 0 0,2-4 0 16,2-2 0-16,3-4 0 0,0 0 0 0,3-4 0 15,3 0 0-15,1-4 0 0,3-2 128 0,1-3-128 16,3-2 0-16,1 0 0 0,0-3 0 0,0-2 0 16,2 2 0-16,-2-4 0 0,1-1 0 0,-2-2 0 15,-1 4 0-15,1-4 0 0,-1-1 0 0,-2 1 0 16,1 2 0-16,-3 5 0 0,0 4 0 0,-1 2 0 0,-2 3 0 16,-2 4 0-16,-1 1 0 0,-2 2 0 0,-1 5 0 0,-1-2 0 15,1 7 0-15,-4-1 208 0,1 5-64 16,-1 2-16-16,-1 2 48 0,1 1 0 0,-2 3 0 0,1 4 0 15,-1 1-176-15,-1-1 0 0,3-1 144 0,-1-2-144 16,3-2 0-16,2-2 144 0,-1-3-144 0,4-4 0 16,1-1 144-16,2-2-144 0,2-3 0 0,1-3 144 15,0 0-144-15,3-1 0 0,-2-2 0 0,3-2 0 16,0-1-240-16,-1-3-80 0,-1 3 0 0,0-1-18096 16</inkml:trace>
  <inkml:trace contextRef="#ctx0" brushRef="#br0" timeOffset="139519.88">18878 14092 18431 0,'-2'0'1632'0,"-1"-2"-1312"0,2 0-320 0,2 2 0 0,1 0 1472 0,-1 0 208 0,0-2 48 0,2-1 16 0,3 0 896 0,3-1 176 0,3 0 48 0,4-2 0 0,2 1-1280 0,5 1-256 0,1-2-48 0,4 0-16 0,1 2-928 0,1 1-176 16,0-2-32-16,-2 3-128 0,-1 2-176 0,-2 0-144 15,-4 0-16-15,-4 4-17072 16</inkml:trace>
  <inkml:trace contextRef="#ctx0" brushRef="#br0" timeOffset="139715.97">19408 14096 18431 0,'-2'-4'400'0,"1"0"96"0,1 2 16 16,0-2 0-16,1 4-512 0,1-2 0 0,0-1 0 0,2 0 0 0,2-1 2512 0,1-2 416 0,5-4 80 0,0 1 0 16,2 2-464-16,0-2-112 0,2 3 0 0,1-2-16 15,-1 3-1632-15,-2 2-320 0,3 0-64 0,-4 2-16 32,1 1-752-32,-3 0-144 0,-1 4-48 0,-2-2-16400 0</inkml:trace>
  <inkml:trace contextRef="#ctx0" brushRef="#br0" timeOffset="140199.04">19848 14025 19343 0,'1'-10'848'0,"0"5"192"0,2 2-832 16,-1-3-208-16,1 3 0 0,-1 2 0 0,1-4 1568 0,2 0 272 16,3-6 48-16,5-3 16 15,2 2 688-15,-1-4 144 0,0 3 16 0,0 0 16 16,-2 2-1392-16,-2 1-288 0,0 1-48 0,-4 2-16 0,-1-2-416 0,-3 2-96 15,1 0 0-15,-3 4-16 0,-1-2-240 0,-3 1-32 16,0 4-16-16,-1-2 0 0,-1 4-208 0,1-2 0 16,-1 3 128-16,0 0-128 0,0 0 0 0,-3 3 176 15,1 1-176-15,0 0 160 0,0 1-160 0,0-2 0 16,-2 4 0-16,-1 0 0 0,-3-1 0 0,0 2 0 16,2 0 0-16,-1 0 0 0,1 2 0 0,0-1 0 15,1 0 0-15,0 1 0 0,2-1 0 0,2-2 0 0,-1 2 0 16,3-2 0-16,3 0 0 0,1-1 0 0,1 1 0 0,1-2 128 15,4 0-128-15,0-2 128 0,2 0-128 0,2-2 128 16,1-2-128-16,1-2 0 0,2 0 0 0,1-2 128 16,2-2-128-16,-1-2 0 0,0 0 0 0,-2-4 0 15,1 0 0-15,-2-1 0 0,2 0 0 16,-3-2 0-16,0 1 0 0,-1-4 0 0,0 0 0 0,-1-3 0 16,-3 3 0-16,-1 4 0 0,-1 2 0 0,-2 1 0 15,2 2 0-15,-4 2 0 0,1 4 0 0,-2-2 0 16,1 6 0-16,-2 0 0 0,1 4 0 0,-1 0 0 15,1 4 0-15,-2 0 0 0,2 4 144 0,0-1-144 16,1 4 0-16,-2 1 144 0,2-1-144 0,0 1 0 16,0 1 128-16,3-7-128 0,-2 2 0 0,3-3 0 15,-1-2 0-15,1-1 0 0,2-5 0 0,1-2 0 0,0-1-208 16,0-2-48-16,2-4-16 0,0 2-18848 16</inkml:trace>
  <inkml:trace contextRef="#ctx0" brushRef="#br0" timeOffset="140449.31">20225 13678 24879 0,'-1'-4'1088'0,"1"2"256"0,1 2-1088 0,0 0-256 0,2 0 0 0,-1 2 0 0,2 2 1568 0,2 2 256 0,5 1 48 0,4 8 16 0,4 4 32 0,0 1 16 0,0 4 0 0,0-1 0 15,-5 1-960-15,-3 5-192 16,-1 0-32-16,-2 4-16 0,-5-2-256 0,-1 3-48 0,-4 3-16 15,-1 2 0-15,-2-5-128 0,-3 1-32 0,0-3 0 0,-5-4 0 16,1-2-96-16,-2-1-32 0,0-3 0 0,-4-2 0 16,2-3-128-16,0 0 0 15,0-4 0-15,2-2 0 0,2-1 0 0,1-4 0 0,2 1 0 0,2-3-13024 16,1 1-2688-16</inkml:trace>
  <inkml:trace contextRef="#ctx0" brushRef="#br0" timeOffset="143323.6">20493 13499 6447 0,'-3'-4'576'0,"0"1"-576"0,1 0 0 0,0 0 0 0,2 2 608 0,0-2 16 0,0 2 0 0,-1-1 0 0,1-4 1344 0,0-1 272 0,0 0 48 0,1 1 16 0,-1 0 384 0,0 1 64 0,0 3 32 0,0 0 0 16,0 2-416-16,0 0-64 0,0 0-32 0,0 2 0 15,0 0-848-15,2 0-160 0,-1 2-48 0,0 1 0 16,0-2-672-16,2 4-144 0,-1 0-16 0,1 2-16 15,-1-2-192-15,1 4-48 0,-2-1 0 0,0 0 0 16,-2 2-128-16,0 1 0 0,-2-1 0 0,-2 2 128 16,0-2-128-16,-2 3 0 0,0-4 0 0,0 1 0 15,2-2 128-15,-1-1-128 0,0 1 128 0,-1 0-128 16,2 1 256-16,1-5-16 0,2 2-16 0,-1 0 0 16,3-2-32-16,1 1 0 0,1-1 0 0,0-1 0 15,2 0 64-15,1-2 0 0,1 1 0 16,1-1 0-16,2 0-80 0,1 0-16 0,0-1 0 0,1-2 0 15,-1 0 112-15,2-2 32 0,0-1 0 0,1 0 0 0,0 3 0 16,0-4 0-16,0 1 0 0,0 0 0 0,0 0-304 0,-2-1 128 16,2-2-128-16,-4 3 0 0,0-2 0 15,-2 1 0-15,-2 0 0 0,-5 2 0 16,-2-1-592-16,-3 3-176 0,-5 0-48 0,-2 5-19280 16</inkml:trace>
  <inkml:trace contextRef="#ctx0" brushRef="#br0" timeOffset="144770.6">21417 13808 13823 0,'3'-15'1216'0,"-2"7"-960"16,0-1-256-16,0 2 0 0,0 1 528 0,1 2 64 0,-1-2 16 0,1-2 0 0,1-5 1568 0,1 0 320 0,-1-3 64 0,1 3 16 0,-3 3-112 0,2 4-32 0,-2 0 0 0,-1 3 0 15,1 3-832-15,0 3-192 0,1 3-16 0,-1 0-16 16,0 2-736-16,2 2-160 0,-2 1-32 0,1 2 0 16,0 3-176-16,-2 3-32 0,0 0-16 0,-2 0 0 15,0 2-96-15,-3 2 0 0,0 0-128 0,0-1 192 16,0 1 64-16,0 0 16 0,0 1 0 0,0 3 0 16,2-1-144-16,0-2-128 0,2 0 144 0,1-2-144 15,1-1 128-15,2-2-128 0,-1-3 0 0,2-3 144 16,-1 2-144-16,2-5 0 0,-1 0 0 0,1 0 0 15,-1-1-240-15,-2-3-80 16,-1-4 0-16,1 2-12288 0,-2-1-2464 16</inkml:trace>
  <inkml:trace contextRef="#ctx0" brushRef="#br0" timeOffset="144934.73">21192 14106 18431 0,'0'-5'1632'0,"0"2"-1312"0,1 0-320 0,2 0 0 0,-1 3 1280 0,2-2 192 15,1 0 48-15,4 0 0 0,4-2 688 16,7-2 144-16,5 0 16 0,3-3 16 0,3 2-80 0,2-3-32 16,2 1 0-16,1-1 0 0,0 2-1632 15,-3 0-320-15,0 2-64 0,0 4 0 0,-1-2-512 0,-1 4-80 16</inkml:trace>
  <inkml:trace contextRef="#ctx0" brushRef="#br0" timeOffset="145102.6">22071 14025 26719 0,'0'0'2368'0,"0"-2"-1888"0,1 2-480 0,1 0 0 15,-2 0 592-15,1 0 32 0,0 0 0 0,0 0 0 16,3 0 912-16,1 0 192 0,1 0 48 0,2 0 0 31,0 0-2704-31,2 2-544 0,3 2-96 0,-2-2-32 0</inkml:trace>
  <inkml:trace contextRef="#ctx0" brushRef="#br0" timeOffset="145235.84">22508 14074 7359 0,'8'-4'656'0,"-4"1"-528"0,1 2-128 0,0-1 0 0,-1-2 4992 16,-1 4 960-16,1-3 192 0,4 1 32 0,1-2-2848 16,5 1-560-16,2-4-112 0,1 1-32 0,1 0-1712 0,0-3-336 15,2 4-80-15,0-1-18352 16</inkml:trace>
  <inkml:trace contextRef="#ctx0" brushRef="#br0" timeOffset="145349.43">22971 14044 35007 0,'0'-3'1552'0,"0"0"320"0,2 0-1488 0,-2 1-384 16,0 0 0-16,0 2 0 0,-2-2 1136 0,1 0 144 0,0-2 48 0,-2 0 0 16,1-2-560-16,-3 2-96 0,-1 2-32 0,-2 2 0 15</inkml:trace>
  <inkml:trace contextRef="#ctx0" brushRef="#br0" timeOffset="152872.81">22142 14610 15663 0,'-2'-3'1392'0,"1"0"-1120"0,1 3-272 0,0-2 0 0,-1 2 656 0,0-2 80 0,0 2 16 0,-2-5 0 16,1 4 528-16,-1-1 96 0,2 2 32 0,0 0 0 15,2 3-544-15,0 2-96 0,3 3-32 0,0 4 0 16,0 0-160-16,0 5-16 0,-1 2-16 0,-2 4 0 16,0 1-32-16,-2 1 0 0,-2 1 0 0,0-1 0 15,-2-1-192-15,-1-1-64 0,-2-1 0 0,-1-2 0 16,2-2-256-16,0-2 128 0,-1-1-128 0,0 1 0 15,-1 0 192-15,0 3-192 0,-1-3 192 0,2 3-192 16,-1-6 192-16,2 2-192 0,-1 1 192 0,1-4-192 0,2 0 128 16,-1-1-128-16,2 1 0 0,-1-4 0 0,1 1 0 0,2 0 0 15,-1-3 128-15,1 0-128 0,1 1 176 0,1-4-32 16,0 0 0-16,1 1 0 0,1-4 160 0,1 0 16 16,-1 2 16-16,3-4 0 0,0-1-16 15,1 2 0-15,3-2 0 0,-2 1 0 0,2 1-48 0,1-2-16 0,4-1 0 16,0 1 0-16,3 0-112 0,0 0-16 15,3-2-128-15,2 1 192 0,0 0-48 0,3 2-16 16,1-2 0-16,2 2 0 16,1 0 64-16,4 0 16 0,3 2 0 0,1-4 0 15,0 2-48-15,4-2-16 0,2-2 0 0,7-3 0 0,5 2-144 0,5-6 128 0,3 5-128 16,1-5 128-16,-1 1-128 0,6-2 0 0,7-1 0 16,2 2 0-16,-2 0 144 0,5 1-144 0,4-4 160 0,2 2-160 15,-1 0 160-15,4 0-160 0,4 5 160 0,2-3-160 16,-1-2 192-16,-1 2-48 0,2 0-16 0,2 2 0 15,0 1 112-15,1 2 16 0,2-4 0 0,2 3 0 16,2 4 0-16,-10-2 0 0,-12 0 0 0,0 0 0 16,3 1-112-16,3 1-16 0,3 1 0 0,-6-1 0 15,-8-1 0-15,0-3 0 0,2 2 0 0,1 0 0 16,0 0-128-16,-4 2 0 0,-9-2 0 0,0 0 0 0,-1 0 0 16,-4-1 0-16,-7-1 0 0,-3 0 0 0,-1 2-208 0,-8 0 80 15,-4-3 128-15,-11 3-208 16,-4 1-1520-1,-7 0-320-15</inkml:trace>
  <inkml:trace contextRef="#ctx0" brushRef="#br0" timeOffset="153429.53">23226 15522 13823 0,'-5'-4'1216'0,"1"1"-960"0,2 2-256 0,1 1 0 0,1 0 272 0,-1-2 16 0,-4-2 0 0,-2-1 0 0,1 0 1200 0,0 0 240 0,2 1 64 0,3 1 0 0,1 0 288 0,3 1 64 16,2 1 16-16,1 1 0 0,2 0-816 0,1-3-176 15,1 2-16-15,2 0-16 0,3-1-384 0,4-1-80 16,2-2-16-16,1-1 0 0,1-2-288 15,2 2-64-15,1-3-16 0,1 2 0 0,-1-2-288 0,-1 2 160 16,-1 2-160-16,-3-1 128 0,0-1-128 0,0 3 0 16,-2 1 0-16,0-1 0 0,-1 2 0 0,-1 2 0 15,-3-3-128-15,0 3 128 16,-2-1-2096-16,-2 1-336 0</inkml:trace>
  <inkml:trace contextRef="#ctx0" brushRef="#br0" timeOffset="153725.54">23635 15294 11967 0,'-7'-6'528'0,"2"2"112"0,1 0-512 0,2 1-128 0,1 3 0 0,-1-3 0 16,2 1 768-16,0-2 112 0,0 0 16 0,0-2 16 16,3 0 1136-16,1 0 240 0,1 2 32 0,1 2 16 15,2-2-576-15,1 4-112 0,2 1-32 0,2 4 0 16,0-1-288-16,2 2-64 0,1 0-16 0,-1 2 0 16,2 0-592-16,-2 0-112 0,1 0-32 0,-1 1 0 15,-3 1-304-15,1-3-64 0,-2 2-16 0,-1 0 0 16,0-2 0-16,-3 2 0 0,0-3 0 0,1 0 0 15,-3 1 16-15,-1-3 0 0,-1 1 0 0,-2 1 0 16,-1-1 48-16,-1 0 0 0,0 1 0 0,-4-2 0 16,-1 2-192-1,-4 0 128-15,-1 1-128 0,-4-1 128 0,-4 0-128 0,-2 4 0 0,-1 0 0 0,-3 0 0 0,1 0 0 16,-1-2 0-16,-1 1 0 0,3-2 0 0,0 2 0 0,3-2-192 16,4 2 32-16,4-5 16 15,3 2-1440-15,4-2-272 0,5 1-64 0,5-4-12896 0</inkml:trace>
  <inkml:trace contextRef="#ctx0" brushRef="#br0" timeOffset="154027.47">24066 15410 11967 0,'10'-8'528'0,"-5"4"112"0,0 0-512 0,-2-1-128 0,0 4 0 0,-2 1 0 16,0 0 528-16,2 1 80 0,-1 2 16 0,1 0 0 15,-2 4 880-15,-1 1 176 0,-1 2 48 0,-3 5 0 16,0 1-208-16,-2 0-48 0,0 0 0 0,0 0 0 15,2 3-64-15,0-6-32 0,2 2 0 0,2-2 0 16,1-1-496-16,4-5-112 0,1 0 0 0,2-4-16 16,3 0-272-16,1-6-48 0,3 0-16 0,2-5 0 15,4 0 96-15,0-6 0 0,3-1 16 0,-2-1 0 16,1 0-160-16,-1-3-48 0,-1-3 0 0,-3 1 0 16,-1 1 48-16,-3 1 0 0,-3-4 0 0,-5 2 0 15,-1 2 160-15,-5 0 48 0,-2 0 0 0,-4 3 0 0,-4 4-240 16,-3 5-32-16,-3-2-16 0,-2 5 0 0,-3 4-32 15,-4 4-16-15,-1 5 0 0,-4 0 0 0,1 8-240 16,-2-1 0-16,0 6 0 0,4 3-12768 16,4 3-2592-16</inkml:trace>
  <inkml:trace contextRef="#ctx0" brushRef="#br0" timeOffset="157689.25">3490 15457 4687 0</inkml:trace>
  <inkml:trace contextRef="#ctx0" brushRef="#br0" timeOffset="168066.73">12117 15002 3375 0,'2'0'304'0,"0"-2"-304"16,-1 4 0-16,0-2 0 0,0 0 0 0,1 0 128 15,-2 1-128-15,1 2 0 0,0-3 0 0,2 4 0 16,-1 1 0-16,2 1 0 0,-2 4 0 0,2-3 0 15,-3 4 0-15,2 0 0 0,-2 4 0 0,0-1 0 16,-1 3 0-16,1-1 0 0,1 3 0 0,-1 1 0 16,0 2 144-16,0-4-144 0,2 2 160 0,-1-1-160 15,1-1 0-15,2-2 0 0,-2 0 0 0,2 0 0 16,0-1 0-16,1-2 0 0,2 0 0 0,-2 2 0 16,1-4 0-16,0 2 0 0,0-1 0 0,0 0-160 0,3-3 160 15,2 1 0-15,0 0 0 0,-2-4 0 0,0-2 0 16,-3-1-144-16,1 2 144 0,0-5 0 0,3 2 0 0,3 0 0 15,3-4 0-15,4 0 0 0,4 0 0 16,5-2 0-16,5-1 0 0,6 0 0 0,0 0 0 16,0 2 0-16,0 0 0 0,-3-1 0 0,4 1 0 15,-1-2 0-15,1 1 0 0,1 0 0 0,4 1 0 0,1-2 0 0,3 3 0 0,6 0 0 16,4 2 0-16,5-4 0 0,4-1 0 0,4 0 0 16,5-1 416-16,0 1 32 0,0 4 16 0,2-4 32 15,0 1-240-15,1-2-32 0,-2-1-16 0,-3 1 48 16,-3-1-256-16,-1 4 176 0,1-2-176 0,-2-2 192 15,0 4-192-15,-7-3 0 0,-5-1 0 0,-6 4 0 0,-3 0-128 16,-6 2 128-16,-1-1 0 0,-7-2 0 0,-5 1-144 16,-5 0 144-16,-2-2 0 0,-5 0 0 0,-4 0-160 15,-4 1 160-15,-3 0 0 0,-3-2 0 0,-1 4-160 0,-1-2 160 16,-2-2 0-16,-2 2 0 0,0-1-240 16,-2 1 64-16,-2-2 16 0,-1 0 32 0,-1 0 128 0,-3-2-128 15,0 0 128-15,0-2 0 0,-3-2-144 0,3-1 144 16,-1 1 0-16,-1 1 0 0,1 0-144 0,-2-2 144 15,1 2 0-15,1-1 0 0,1 2-128 0,0 1 128 16,0-1 0-16,2 2 0 0,-2 0 0 0,2 2 0 16,1-3 0-16,-1 2 0 0,1 1 0 0,1 0 0 15,0-1 0-15,2 1 0 0,-1 0-144 0,0-3 16 16,-1-1 0-16,0-2 0 0,0-1 128 0,-1 0 176 16,0 1-48-16,0-4 0 0,1 3 0 0,-1 0 0 15,-1-2 0-15,1 1 0 0,3-1 320 0,-2 2 48 0,2 4 16 16,-1-1 0-16,2 2-80 0,0 1-16 0,2 4 0 0,-2 3 0 15,2 0-192-15,0 2-32 0,0 4-16 0,0 2 0 16,0 0-176-16,-1 2 0 0,1 3 144 0,-1 3-144 16,0-3 0-16,-1 8-128 0,2-1 0 0,-1 1 0 15,1-5 128-15,0 9 0 0,1 8 0 0,-2 18 0 16,-1 17 0-16,-7 6-128 0</inkml:trace>
  <inkml:trace contextRef="#ctx0" brushRef="#br0" timeOffset="169265.59">18652 14509 1839 0,'-9'-6'160'0,"2"-1"-160"0,2 7 0 0,1 0 0 16,3 2 128-16,-3 0-128 0,0 1 192 0,-6-2-64 0,-4 4 208 0,-5-1 48 0,-2 5 0 0,0 6 0 0,3 8-256 0,3 5-128 0,4 2 160 0,6 3-160 15,4 2 304-15,3-2-48 0,6 0 0 0,2-3 0 16,1-1 192-16,0-2 48 0,2-4 0 0,1 1 0 16,0-2-64-16,-6-6-16 0,-2-4 0 0,2 0 0 15,-2 2-416-15,0-1 128 0,0 0-128 0,-1 2 0 16,-1-1 176-16,-1-3-48 0,-2-1-128 0,-2 0 192 15,-2-7-192-15,-2 2 0 0,0-1 0 0,-2-4 0 16,-2 0 192-16,0 0-48 0,1-2-16 0,-2-2 0 16,1 1 112-16,3 2 16 0,0-4 0 0,2 4 0 15,2-1-112-15,-1-2-16 0,2 1 0 0,1 0 0 0,1 0 0 16,3 2 0-16,2-2 0 0,0 3 0 0,3-3-128 16,1 3 192-16,1 0-192 0,3-3 192 0,0 3-192 0,4 0 0 15,3 0 0-15,0 3 128 0,-4-3 0 0,2 1 0 16,4 1 0-16,3 0 0 0,0 0-128 0,4 1 0 15,3 0 0-15,5 0 0 0,1 1 0 0,2-2 0 16,3-1 0-16,4 2-176 0,3-1 176 0,1-2 0 16,0 0 128-16,0-2-128 0,-3-1 0 0,1 0 0 15,3-1 0-15,-4-2 0 0,-2-1 0 0,2 1 0 16,1 0 0-16,-3-3 0 0,-3 3 0 0,-4-1 0 16,0 1 0-16,2-4 0 0,5 1 0 0,4 2 0 15,1-2 0-15,-3 3-128 0,-2 2 128 0,-6 2 0 16,-3 0 0-16,-6 0 0 0,-3-1 128 0,-4 2-128 0,-1-1 128 0,-2-4-128 15,-2 2 0-15,0-5 128 0,-1 2-128 16,-3 1 0-16,0-4 0 0,-1 1 0 0,-2-1 0 16,1 0 0-16,-3-2 0 0,0-3 0 0,0 1 0 15,-1-4 0-15,1-1 0 0,-1 0 0 0,-1-4 0 16,-2 1 0-16,-1-3 128 0,-2-2-128 0,0 1 128 0,-3 4-128 16,-1 0 176-16,-1 6-48 0,1 0 0 0,-3-3 0 15,-2-7 48-15,-3-7 0 0,-3-3 0 0,-1-1 0 16,3 5 336-16,-1 3 64 0,1 1 0 0,2 2 16 15,0 5-368-15,4 5-80 0,1 6-16 0,2 5-7184 16</inkml:trace>
  <inkml:trace contextRef="#ctx0" brushRef="#br0" timeOffset="173265.47">21962 14955 3007 0,'2'0'0'0,"-2"3"0"0,0-3 0 0,0 0 0 0,0 0 0 0,-2 1 0 15,2 1 0-15,0-2 0 0,-1 4 0 0,0 1 0 16,0 0 0-16,-2 4 0 0,-1-1 0 0,1 2 0 15,-1 0 0-15,0 4 0 0,1 1 0 0,-2 1 0 16,1 2 0-16,0 1 0 0,1 3 0 0,0 0 0 16,1 1 0-16,-1 5 0 0,1-3 128 0,0-3-128 15,1 1 128-15,0-2-128 16,0 2 0-16,1-7 0 0,0 2 0 16,0-4 0-16,1 1 0 0,-1-5 0 15,1-2 0-15,0 2 0 0,2-4 0 0,-2-2 0 0,3-1 0 0,0 0 0 16,1-3 0-16,-1 0 0 0,0 3 0 0,1-3 0 0,-1 1-128 0,0-1 128 15,-1 2 0-15,2-2 0 0,0 0 0 0,0 2 0 16,0-2 0-16,0 1 0 0,0-1 0 0,1 0 0 16,2 0 0-16,-1 0 0 0,2-1 0 0,-1 1 0 15,2 0 0-15,1 0 0 0,0 0 0 0,2 1 0 16,2 0 0-16,-1 2 0 0,4-2 0 0,0 4 0 16,0-1 0-16,-2-2 0 0,0 2 0 0,2-1 0 15,3 2 0-15,3-1 0 0,3 2 0 0,5-2 0 0,7-4 0 16,4 0 0-16,9-6 0 0,6 2 0 0,6-6 0 0,5 2 0 15,4-1 0-15,2-2 0 0,2 0 0 0,4-2 0 0,-1 2 0 16,2 0 0-16,-1 4 0 0,4 0 0 0,0 5 0 16,-2 2 0-16,-2 2 0 0,0 1 0 15,-2 3 0-15,1-2 0 0,2-4 0 0,-2 1 0 0,1-2 128 0,4 1-128 16,6-3 0-16,5 2 0 0,3-1 0 0,-2-1 0 16,0 2 0-1,-3-4 0-15,0 1 0 0,-2 1 0 0,4-2 0 0,0 0 0 16,0-2 0-16,-2 2 0 0,-1-1 0 0,0 3 0 15,-3-1 0-15,-2 0 0 0,-1-1 0 0,-3 2 128 0,0-1-128 0,-5 1 0 16,-4 0 0-16,-2-2 0 0,-2 1 0 0,-1 0 0 16,1 1 0-16,-2-4 0 0,1 5 0 0,-2-2 0 15,-1 4 0-15,-1 0 0 0,-2 0 0 0,-3 0 0 0,-6 0 0 16,-2 0 0-16,1 0 0 0,-5 0 0 0,-2 0 0 0,-5 0 0 16,-2 0 0-16,-6 0 0 0,-3-2 240 0,-4 2 48 15,-6 0 16-15,-4-3 32 0,-6 2 48 0,-9 1 0 16,-3-4 0-16,-8 2 0 0,-2-2-256 0,-7 2-128 15,-6-5 128-15,-6 4 0 0,-3-3-128 0,-4-4 0 16</inkml:trace>
  <inkml:trace contextRef="#ctx0" brushRef="#br0" timeOffset="173817.41">22290 15743 1023 0,'24'-1'0'0,"-5"1"0"0,-5 0 1216 0,-7 0 256 0,1 0 64 15,4 0 0-15,12 0-1792 0,15 0-368 0,14-3-64 0,9 3-16 0,6-3 1024 0,-1 0 192 0,1-1 32 0,0-2 16 0,1 0-176 0,3-4-16 16,5-5-16-16,7-1 0 0,7 0 32 0,6-2 16 15,2 1 0-15,4-2 0 0,6 0-96 0,-1 3-32 16,-4 1 0-16,7 2 0 0,8 0 96 0,-2 3 16 16,-13-1 0-16,10 4 0 0,11-2-144 0,3 2-32 15,-8 1 0-15,10-1 0 0,12 4-48 0,-30 0-16 16,-30-1 0-16,11 0 0 0,21 2-144 0,23 2 0 16,28-6 0-16,8 6 128 0,-14 0-128 0,-4 0 0 15,3 0 0-15,-3-2 0 0,-16 2 0 0,-12-2 0 0,-14 0-192 0,-16-1 192 16,-13 6 0-16,-16-2 0 15,-12 4 0-15,-12-4 0 0,-9 2 0 16,-4-1 0-16,-5 2 0 0,-4-2 0 0,-5 2-304 0,-4 2-32 16,-5 2-16-16,-2 0 0 15,-3 1-1232-15,-3 1-240 0,-3-3-48 0,-3 5-16 0,-2-3 1488 0,-4-1 400 0,-4 3-128 0,-5-5 128 16,-6-1 0-16,-10-2 0 0</inkml:trace>
  <inkml:trace contextRef="#ctx0" brushRef="#br0" timeOffset="174205.77">26378 15439 6447 0,'-6'-16'272'0,"1"3"80"0,1 3-352 0,2 4 0 0,2 3 0 0,1 1 0 16,0 1-656-16,1-1-208 0,-1-2-32 0,1 0-16 0,3-2 912 0,3 3 304 15,1 0 0-15,5 0 0 0,1 3-304 0,3 3 0 16,5-2 128-16,3 4-128 15,2-1 304-15,6 4 0 0,3 0 0 0,5 4 0 0,3 0 64 16,5 1 16-16,3-1 0 0,-11-4 0 0,-7-2-208 16,6 0-48-16,8 0 0 0,7 0 0 0,2 2-128 0,2-2 128 15,0-1-128-15,-2-1 128 0,-3-1 32 0,-5 0 0 16,-7 1 0-16,-2-1 0 0,-4 2 96 0,-4 1 0 16,-4 1 16-16,-7 0 0 0,-5 2-272 0,-4 1 0 15,-7-1 0-15,-5 1 0 0,-3 1 0 0,-8 1 0 16,-5-1 0-16,-3-4 0 0,-6 2 0 0,-3-3 0 15,-4 1 0-15,-4-2 0 0,-3 3 0 0,-4-2 0 0,-3 4 0 16,-2 2 0-16,3-2 512 0,-6 5 0 0,0-2 0 0,-1 2 0 16,4-2-64-16,3 0-32 0,0 0 0 15,6-1 0-15,5-5-288 0,4 2-128 0,6 0 128 0,5-3-128 16,6 1 0-16,4 2 0 0,5 1-144 0,0 0 144 16</inkml:trace>
  <inkml:trace contextRef="#ctx0" brushRef="#br0" timeOffset="186826.12">5776 9201 2751 0,'-4'-6'256'0,"2"2"-256"16,-1 0 0-16,2 2 0 0,1 2 0 0,-1 0-192 0,1 0 48 0,0 0 0 0,-1 0 448 0,-1 0 80 0,0 2 32 0,1 0 0 0,-1 2-80 0,2 4-16 0,-1 2 0 0,1 0 0 0,1 2 64 0,1 3 16 16,0 3 0-16,2-1 0 0,1-1-208 0,1 0-32 15,3 0-16-15,0 0 0 0,3-1-144 0,1 1 128 16,5 0-128-16,0 3 128 0,2-3-128 15,3 0 128-15,5 0-128 0,-2-4 128 16,-4 1-128-16,0-6 160 0,3 2-160 0,3-3 160 0,7 0 64 0,3-2 16 0,2-2 0 16,1-2 0-16,1-2 48 0,1-4 16 0,4-2 0 15,0 0 0-15,-3-2-48 0,-3 0 0 0,-3-2 0 16,-2-1 0-16,-2-2-256 0,-2 2 0 0,-4-3 0 0,0-3 0 16,-2 1 0-16,-4-2 0 0,-2-3 0 0,-6-1 0 15,0-2 192-15,-3-3-192 0,-3 5 192 0,-2-2-192 16,-3-2 192-16,0 2-192 0,-1-2 192 15,0-7-192-15,-2-5 416 0,-2-9-32 0,1-6 0 0,-1-3 0 16,-2-5-160-16,-1-1-32 0,1 4-16 0,2 19 0 16,-1 6 48-16,0-5 16 0,-1-10 0 0,-3-12 0 15,-2-3 240-15,-1 2 48 0,-2 2 16 0,-3 8 0 16,0 11-144-16,-1 5-16 0,-1 2-16 0,-6 1 0 16,-1-2-144-16,-6-1-32 0,-1 4 0 0,-1 5 0 0,0 1 16 15,-2 5 0-15,-2 4 0 0,-1 1 0 0,1 3-208 16,-2 4-208-16,2 2 32 0,-2 7 16 0,-2-2 160 15,2 7-192-15,2 2 192 0,0 4-192 0,0 5 192 16,1 3 0-16,0 2 0 0,2 2 0 0,0 4-128 16,3-1 0-16,2 2 0 0,-5 5 0 0,-5 9 128 15,-7 10 0-15,-4 9 0 0,0 1-128 0,7 1 128 0,4-5 0 16,5-5-144-16,9-12 144 0,7-9 0 0,2 4 0 16,4 7 128-16,5 11-128 0,6 5 0 0,5 5 0 15,5 3 0-15,4-7 0 0,2 2 0 0,4-4 0 16,-1-6 0-16,3 2 0 0,4 1 0 0,2-1 0 15,5 4 0-15,0-6 0 0,-1-9 0 0,-2-5 0 0,-1-9 0 16,-1-5 0-16,-1-5 0 0,-1-2 0 0,-1-3 0 0,-2-7 0 16,-2-2 192-16,-2-3-64 0,-1-2 0 15,1-6 0-15,-1-1 0 0,2-3 0 0,0-1 0 16,1-1 0-16,1-3-128 0,2-3 0 0,0 1 0 16,1-1-8176-16</inkml:trace>
  <inkml:trace contextRef="#ctx0" brushRef="#br0" timeOffset="188121.64">16233 8389 1839 0,'8'-6'160'0,"-2"0"-160"0,-1 3 0 0,-3 2 0 0,0-2 320 16,3 0 48-16,1-4 0 0,4-2 0 0,2-6-160 0,-1-1-16 0,-1-3-16 0,-4 3 0 0,-3 2 176 0,-4 0 32 0,-3-2 16 0,-2-1 0 0,-3 5-64 15,-1-3-16-15,-4 2 0 0,-2 0 0 0,0 0 64 0,-1 2 0 16,-2-1 0-16,-3 4 0 0,-3-2-208 0,-2 0-48 15,3 1 0-15,-2 3 0 0,1 0-128 0,-1 0 192 16,-1 5-192-16,-5-2 192 0,-3 3-192 16,-2 3 0-16,-5 0 0 0,0 3 0 0,-3 4 0 15,2 3 0-15,0 0 0 0,1 6 0 0,2-1 192 0,0 7-32 16,3 1-16-16,2 5 0 0,1 1-16 0,3 0 0 16,2 0 0-16,-1 2 0 0,1 0-128 0,10-8 0 15,3-6 0-15,1 1 0 0,-1 5 0 0,-3 9 160 16,-4 12-32-16,-3 11-128 0,3 10 128 0,4-4-128 15,4-2 0-15,5-17 0 0,2-13 0 0,3 5 0 16,3 9 0-16,3 10 0 0,8 10 176 16,5 1-32-16,5-2 0 0,6-8 0 0,3-6-144 15,3-7 0-15,3-8 0 0,-8-7 0 0,-6-8 0 16,3-3 0-16,5 5 0 0,5-6 128 0,4 0 32 0,0-1 0 0,1-3 0 16,2-6 0-16,-1-1 0 0,1-3 0 0,-1-6 0 0,0 1 0 15,-6-2 96-15,2-6 32 0,1 0 0 0,-5-2 0 16,-5 0-80-16,4-5-16 0,6-7 0 0,6-8 0 15,4-6-192-15,-1-2 144 0,-2-5-144 16,-4-1 128-16,-3-3 0 0,-4 4 0 0,-4 5 0 0,-5 4 0 16,-4 5-128-16,2-7 0 0,3-13 0 0,4-15 0 15,-2-7 320-15,-5 0 192 0,-7 0 48 0,-4 4 0 16,-3 2-144-16,-9 4-32 0,-3 0 0 0,-7 6 0 0,-7 0-256 16,-4 3-128-16,-3 5 0 0,-2 4 128 0,0 10-128 15,-1 7 0-15,-5 2 0 0,-2 4 0 16,1 4-1472-1,-5 7-160-15,-1 5-32 0,-2 6-4416 0</inkml:trace>
  <inkml:trace contextRef="#ctx0" brushRef="#br0" timeOffset="189069.59">21860 8149 6447 0,'8'-10'576'0,"0"0"-576"0,-2 4 0 0,-2 1 0 0,-2 4 0 0,1-2 0 0,3-3 0 0,3-4 0 0,7-6 416 0,5-6 32 0,5-3 0 0,-4 1 0 0,-2 4-208 0,-6 1-48 0,-2 6 0 0,-5-2 0 16,-2 1-192-16,-5-1 0 0,-1 2 0 0,-5-3 0 0,-2 1 128 0,-3-1-128 16,-5-3 176-16,-4 1-176 0,-1 0 320 0,-4 3-32 15,-2-1-16-15,-3 4 0 0,0-2 112 0,-4 6 0 16,-2-1 16-16,-1 5 0 0,-1 4-112 0,-3 3-32 15,0 3 0-15,-3 4 0 0,-2 2-256 0,0 2 160 16,-1 1-160-16,-1 3 128 0,-1 2-128 0,-1 2 0 16,1 3 0-16,-1-1 0 0,2 0 0 15,3-3 0-15,2 2 0 0,10-4-176 0,4-4 176 0,-3 5 0 16,-9 6 128-16,-11 7-128 0,-9 9 128 0,-6 5-128 0,-1 4 128 16,5-4-128-16,5-2 0 0,3-5 0 0,5-1 0 15,1-3 0-15,4 1 0 0,6-6 0 0,10-3 0 16,0 0 0-16,2 7 128 0,-2 7 16 0,2 6 0 0,4 2 0 15,3 3-144-15,3-5 0 0,3 0 0 0,4-8 0 16,3-12 0-16,2 7 128 0,1 1-128 0,2 7 128 16,3 5-128-16,1 1 128 0,2 4-128 0,3 0 128 15,3-6 0-15,2-5 0 0,0-4 0 0,4-3 0 16,1-4 0-16,-2-6 0 0,-4-6 0 0,7 2 0 16,4 2 112-16,6-1 16 0,7 2 0 0,2-2 0 15,5 2 0-15,3-2 0 0,3-3 0 0,2-3 0 16,2 3-112-16,3-5-16 0,-1-2 0 0,2-2 0 15,-2-4-128-15,1-4 0 0,-1 1 0 0,-1-8 0 16,-1-1 128-16,0-4 0 0,0-2 0 0,-4-5 0 16,-2 4-128-16,-3-6 0 0,4-3 0 0,-7 3 0 0,-6 1 0 15,0-2 0-15,0-2 0 0,1-7 0 0,3-5 0 16,1-4 0-16,-2-3 0 0,-4-6 0 0,-3 0 0 0,-3-4 0 16,-1-3 0-16,-6 4 0 0,-4 11 0 0,-1-11 0 15,2-8 0-15,-1-11 0 0,-1-3 0 0,-4-3 0 16,0-2 0-16,-2 18 0 0,-3 13 0 0,2-10 0 15,-1-13 0-15,0-14 0 0,1-6 0 0,-1 7 0 16,-2 28 0-16,1-5 0 0,1-6 0 0,-3 0 0 16,-1 8 0-16,-6 6 0 0,-4 10 0 0,-7 10-176 15,-3 8 48-15,-6 7 0 16,-3 7-1136-16,-3 6-208 0,0 6-64 0,-2 7-4480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27388" units="cm"/>
          <inkml:channel name="Y" type="integer" max="18258" units="cm"/>
          <inkml:channel name="F" type="integer" max="65535" units="dev"/>
          <inkml:channel name="T" type="integer" max="2.14748E9" units="dev"/>
        </inkml:traceFormat>
        <inkml:channelProperties>
          <inkml:channelProperty channel="X" name="resolution" value="1000.29218" units="1/cm"/>
          <inkml:channelProperty channel="Y" name="resolution" value="1000.43835" units="1/cm"/>
          <inkml:channelProperty channel="F" name="resolution" value="0" units="1/dev"/>
          <inkml:channelProperty channel="T" name="resolution" value="1" units="1/dev"/>
        </inkml:channelProperties>
      </inkml:inkSource>
      <inkml:timestamp xml:id="ts0" timeString="2025-12-15T16:53:19.52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2699 10166 911 0,'-3'-6'0'0,"-1"-3"0"0,1 4 0 0,2 3 0 0,1 2 928 0,-1-3 96 0,-3-1 32 0,-1-4 0 0,0-2 144 0,-2 0 16 0,0 0 16 0,0 1 0 0,2 3-272 0,2 3-48 16,0-1-16-16,1 4 0 0,-1 0-320 0,3 0-64 16,-1 1 0-16,1 4-16 0,0-1-288 0,0 2-48 15,1 0-16-15,-1 2 0 0,2 0-16 0,-1 1 0 16,-1 2 0-16,1 0 0 0,-1 3-128 0,0 1 128 16,-1 1-128-16,0 1 128 0,-1 4 0 0,0-1-128 15,-1 4 192-15,0 1-64 0,-1-1-128 0,-1 0 160 16,1 4-160-16,-1-2 160 0,0 2-160 0,3-6 128 15,-2-3-128-15,2 1 128 0,-1 4-128 0,1 5 0 16,-2-1 0-16,2 1 0 0,-1 0 0 0,1 1 0 0,-1 0 0 16,2-3 128-16,0-1-128 0,-1-1 0 0,1-2 0 0,0-2 0 15,0-1 0-15,0-2 0 0,1-1 128 0,-2-3-128 16,1 2 128-16,1-3 0 0,-1 0 0 0,1-3 0 16,0 0-128-16,1-1 0 0,0 0 0 0,1-3 0 15,1 1 0-15,0-1 0 0,2 1 0 0,-2-4 0 16,2 1 0-16,-1-2 0 0,1 2 0 0,1-1 0 15,2-1 0-15,1-1 160 0,4 2-160 0,2-1 160 16,-4-2-160-16,2 4 0 0,1-4-160 0,1 0 160 16,-2 0 0-16,1 0 0 0,0-4 128 0,2 4-128 15,1-2 0-15,3-2 0 0,5-1 0 0,2 1 0 16,1 1 0-16,2-1 128 0,1-1-128 0,1 1 0 0,3 1 192 16,0 0-192-16,1-1 192 0,1-1-192 0,3 2 224 15,-2-1-64-15,2 0-16 0,-3 2 0 0,-2-1-16 0,2 2 0 16,3 1 0-16,4 0 0 0,-1 4-128 0,2-2 0 15,0 0 0-15,4-4 128 0,0-3-128 16,-1-4 0-16,0-5 0 0,1-2 0 0,-2-3 0 0,-2 1 0 16,1-5 128-16,-1 2-128 0,-2 2 128 0,0-4-128 15,1 1 192-15,-4 1-64 0,0 4 32 0,-4 1 0 16,-2 3 0-16,-3 1 0 0,0 2-32 0,-1 1-128 16,1 2 192-16,-2 1-64 0,-3 1-128 0,3 1 160 15,-1 1-160-15,2 0 160 0,0 1-160 0,-3 0-192 16,1 0 32-16,1 2 16 0,-2-1 144 0,0 1 0 0,-1 0 0 15,-2-2 0-15,-3 1 0 0,-3-1 0 0,-3 0 0 16,-3-3 0-16,0-1 0 0,-3 0 0 0,0 0 0 0,-1-1 0 16,-2-3 0-16,-3 0 0 0,0-1 0 15,-1-2 128-15,-2 3-128 0,0 0 0 0,-1-2 128 16,0 2-128-16,-2-2 480 0,1 2 32 0,-1 1 0 16,1 2 0-16,1-2 384 0,0 2 64 0,1-2 32 0,0 0 0 15,0 2-432-15,1-2-96 0,0 0-16 0,0-1 0 16,0 1-128-16,1-1-48 0,0-2 0 0,1-1 0 15,-1 2-16-15,1-1 0 0,-2 1 0 0,1 3 0 16,0-2-256-16,-1 4 0 0,0-2 0 0,-1 4 0 16,0 0 0-16,0 2 0 0,0-1 0 0,-1 3-8752 15,0 3-1680-15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CD3BEB-0F3B-4741-9124-3D7FD3D83A9B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400196-6B65-4AF4-BC29-830D1B2E3E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356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E2ADF-E70E-496B-8BD7-550D043405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BB0D65-BE05-4B35-8F6D-73EAB63B38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2886F-86EA-4116-9E71-D470F9877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B46C0E-0136-4C7A-A339-B63AAF8CB76A}" type="datetime1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7DCAFE-0545-4400-A769-7E16ACC95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141ACE-108F-4C93-BB6A-CEF0413C7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00B8D-D664-44F5-A425-7CC54EA75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6811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3FD4-60B4-480B-BC39-9E49D059E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0B314-2A2E-4D6F-B7E0-D13B1C288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0C475C-872C-46AC-9661-9B791F16A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675C13-E780-4412-85A7-2B75B873D13E}" type="datetime1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279430-A6B0-43D7-84F1-FE7D7D70E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5B379-1865-4046-9604-3224DEA46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00B8D-D664-44F5-A425-7CC54EA75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5291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51E9A-DD00-4B47-959E-56ABFF02C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2DD434-D0AE-44E0-9DF7-86835E804B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3C9008-4E7C-4A77-977F-ABE89EA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4E5316-668D-46C6-B8D1-07DF670FE95B}" type="datetime1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BBE6AB-0149-4623-BD61-43B8B7D6F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BD4956-E73C-46D4-8503-4289B0BF6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00B8D-D664-44F5-A425-7CC54EA75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1114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5DE44-C45F-4A5D-A3EE-100964FB5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654B15-ED3C-4777-9DD1-93FD69A52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E7507B-E1E2-4033-B5C3-12781E80E3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4C4450-5481-4A99-840F-883F65E6A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862CE-43F3-47D2-BEA2-AA6679B43CD5}" type="datetime1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164879-4B9C-40B1-9F51-EE2141F07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079143-FA1A-47B7-B069-DE2645E80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00B8D-D664-44F5-A425-7CC54EA75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48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522A6-DA4B-4B6E-9BDB-A9F53E112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38B457-CDAF-4666-AE72-377252B52A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19F650-AF7E-48A0-9BB7-05846747CF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909A52-9E7C-4F2E-AAC0-32F57069A7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F102BC-81B7-4419-B175-DF3F98836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2B3D753-17FE-445D-AF71-5D0BFF9D5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5EB845-5FDD-4FD4-8596-835E5D70A2A5}" type="datetime1">
              <a:rPr lang="en-US" smtClean="0"/>
              <a:t>12/15/25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0DA6D1-D637-45A8-A0A2-A614327EB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5FC514-5653-445A-80EC-231E8BBF2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00B8D-D664-44F5-A425-7CC54EA75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9957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439256-EB34-4248-8195-0D24A498F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3CC509-BA14-4889-ADC3-C9E5133D0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ED1F7-D96E-4D1F-9326-C71C42138379}" type="datetime1">
              <a:rPr lang="en-US" smtClean="0"/>
              <a:t>12/15/25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A48C48-503C-47C5-8E1A-577B4A418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08F587-0DE3-4D5A-A8ED-660E86FF5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00B8D-D664-44F5-A425-7CC54EA75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924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FBC22B-26E7-4EDA-BA4E-1FC9B5611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05B97-B17F-4593-BCB5-A5C78311FA38}" type="datetime1">
              <a:rPr lang="en-US" smtClean="0"/>
              <a:t>12/15/25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0745DB-2D70-4C81-A176-8A6D3D697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CCEB9B-2590-4836-8EE5-DD31B159B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00B8D-D664-44F5-A425-7CC54EA75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866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000D5-15DF-4574-B648-1C5FE107A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C9B5E2-DE3D-46E8-9D55-4FD501046F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EC5B1E-5C00-46C0-BBAF-C5012D5484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C54C6E-A8F2-4E1B-934B-BC047BF11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C911FF-70E0-4F8C-AC4D-1E96EBE06CFA}" type="datetime1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EBD7D6-24C7-4F10-A3F6-B752CA9C6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A16CB3-1182-4948-9DEB-C1092E1E0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00B8D-D664-44F5-A425-7CC54EA75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689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4BB25-A175-424C-994D-EF88BB3B8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02D293-A176-4BDE-B4E4-A1806EFDEA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C36D01-B8F7-429C-A199-51987BF0B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D2E71F-8998-4B38-8CAD-45F22EB65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009F4-3F31-4A58-B941-14F13C202A03}" type="datetime1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711400-E40B-4F2C-9AE2-CD3C4C9A1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FABF31-62A0-46FD-BF87-3DAEE57F3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00B8D-D664-44F5-A425-7CC54EA75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0202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1A2C8-30F7-4E56-A13A-FD9B5A1D5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AAB7F-B7FB-40A9-BF8C-DF858C4901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96C62-DA17-45C5-9838-4F9549BDC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5ADC5-5670-412F-A343-C4271AEC9C88}" type="datetime1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DC8752-ACF5-420E-A608-D03D98462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A68BE-107F-4771-9DB2-0B6DB671D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00B8D-D664-44F5-A425-7CC54EA75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0025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3592905-69F6-4342-A91A-B48F2D961A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DA926A-F93D-46DA-9FF1-FFFAFBEE07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25C14E-3D12-4B7E-B12F-BB48C1347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7D434-B2E8-4317-8FFF-7DDDFF59A5A8}" type="datetime1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1DF5B5-7670-4ACB-A178-C8F2A3837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0D185-27A8-40A6-AEF9-630D91BD0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00B8D-D664-44F5-A425-7CC54EA75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0562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0D1E4-68A0-4846-9D50-2EEC120D0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3F8D5A-3483-4EA0-8A2A-3B80CAB701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C84778-B325-4099-8B34-95A6C4D4C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75E88-5160-45C6-8806-A76E9F8CD273}" type="datetime1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ABCAB-DEE6-4D9C-9ED9-613781201F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4BB522-85AB-4606-AD1C-06E75941E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AEB1-F7B2-490B-AD18-F7E4B1EE04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712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C077F1-FD46-48C9-B5E9-1E7686BE9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35B74-38FA-46EB-98BF-36762AFD46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104A3-2D6C-4282-B371-A7A01D7159E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729C41-92D6-4D1E-A7E4-1C97277E366F}" type="datetime1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A20849-7022-488C-AE62-4C2F26C738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24C19B-8DBF-45AF-B843-27523CFFCA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000B8D-D664-44F5-A425-7CC54EA75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253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customXml" Target="../ink/ink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3" Type="http://schemas.openxmlformats.org/officeDocument/2006/relationships/image" Target="../media/image15.svg"/><Relationship Id="rId7" Type="http://schemas.openxmlformats.org/officeDocument/2006/relationships/image" Target="../media/image19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Relationship Id="rId9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3.png"/><Relationship Id="rId4" Type="http://schemas.openxmlformats.org/officeDocument/2006/relationships/customXml" Target="../ink/ink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5.png"/><Relationship Id="rId4" Type="http://schemas.openxmlformats.org/officeDocument/2006/relationships/customXml" Target="../ink/ink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customXml" Target="../ink/ink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9.png"/><Relationship Id="rId4" Type="http://schemas.openxmlformats.org/officeDocument/2006/relationships/customXml" Target="../ink/ink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3.png"/><Relationship Id="rId5" Type="http://schemas.openxmlformats.org/officeDocument/2006/relationships/customXml" Target="../ink/ink10.xml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C88D6-3997-4F72-8DC3-AAC3DB72CC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>
                <a:latin typeface="TeXGyrePagella-Italic" panose="02000603020200000004" pitchFamily="50" charset="0"/>
              </a:rPr>
              <a:t>Derivatives and Gradients</a:t>
            </a:r>
            <a:endParaRPr lang="en-US" b="0" i="0" u="none" strike="noStrike" baseline="0">
              <a:latin typeface="TeXGyrePagella-Regular" panose="02000603020200000003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0123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4CD83A1D-75A3-487B-B688-85F17973C6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Derivatives tell us which direction to search for a solution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832C68-EF42-4EFB-9AB8-C1E75443D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>
                <a:latin typeface="TeXGyrePagella-Italic" panose="02000603020200000004" pitchFamily="50" charset="0"/>
              </a:rPr>
              <a:t>Derivatives</a:t>
            </a:r>
            <a:endParaRPr lang="en-US" b="0" i="0" u="none" strike="noStrike" baseline="0">
              <a:latin typeface="TeXGyrePagella-Regular" panose="02000603020200000003" pitchFamily="50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B8458D-F011-43B4-A2BD-C40B9DAE6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AEB1-F7B2-490B-AD18-F7E4B1EE049E}" type="slidenum">
              <a:rPr lang="en-US" smtClean="0"/>
              <a:t>2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C8DDE2C-F6C1-EEC4-DC13-41788BB89738}"/>
                  </a:ext>
                </a:extLst>
              </p14:cNvPr>
              <p14:cNvContentPartPr/>
              <p14:nvPr/>
            </p14:nvContentPartPr>
            <p14:xfrm>
              <a:off x="1763280" y="2173320"/>
              <a:ext cx="6780960" cy="32461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C8DDE2C-F6C1-EEC4-DC13-41788BB8973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53920" y="2163960"/>
                <a:ext cx="6799680" cy="3264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9775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32C68-EF42-4EFB-9AB8-C1E75443D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>
                <a:latin typeface="TeXGyrePagella-Italic" panose="02000603020200000004" pitchFamily="50" charset="0"/>
              </a:rPr>
              <a:t>Derivatives</a:t>
            </a:r>
            <a:endParaRPr lang="en-US" b="0" i="0" u="none" strike="noStrike" baseline="0">
              <a:latin typeface="TeXGyrePagella-Regular" panose="02000603020200000003" pitchFamily="50" charset="0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9491970-50DB-4AAA-949E-6DF4099DE8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1400779"/>
            <a:ext cx="4490286" cy="4056442"/>
          </a:xfrm>
          <a:prstGeom prst="rect">
            <a:avLst/>
          </a:prstGeom>
        </p:spPr>
      </p:pic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4CD83A1D-75A3-487B-B688-85F17973C6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Slope of Tangent Line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8F40EDDC-21E5-462E-A3E8-66406E48C3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9258" r="38629"/>
          <a:stretch/>
        </p:blipFill>
        <p:spPr>
          <a:xfrm>
            <a:off x="1001865" y="2507034"/>
            <a:ext cx="3371353" cy="101419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A3633B-C362-481C-9F29-F5DC825B6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AEB1-F7B2-490B-AD18-F7E4B1EE049E}" type="slidenum">
              <a:rPr lang="en-US" smtClean="0"/>
              <a:t>3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26836DB-C526-D10A-FCC4-A0F5C3CD1C8C}"/>
                  </a:ext>
                </a:extLst>
              </p14:cNvPr>
              <p14:cNvContentPartPr/>
              <p14:nvPr/>
            </p14:nvContentPartPr>
            <p14:xfrm>
              <a:off x="1097280" y="831600"/>
              <a:ext cx="9086400" cy="58330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26836DB-C526-D10A-FCC4-A0F5C3CD1C8C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87920" y="822240"/>
                <a:ext cx="9105120" cy="5851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23590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32C68-EF42-4EFB-9AB8-C1E75443D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>
                <a:latin typeface="TeXGyrePagella-Italic" panose="02000603020200000004" pitchFamily="50" charset="0"/>
              </a:rPr>
              <a:t>Derivatives</a:t>
            </a:r>
            <a:endParaRPr lang="en-US" b="0" i="0" u="none" strike="noStrike" baseline="0">
              <a:latin typeface="TeXGyrePagella-Regular" panose="02000603020200000003" pitchFamily="50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EA7210B-67EE-4A42-8427-E762B69503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6370" y="3559795"/>
            <a:ext cx="11299259" cy="306387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D15AB88A-BACB-4DF2-9222-09CD354D8E3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0778" r="31186"/>
          <a:stretch/>
        </p:blipFill>
        <p:spPr>
          <a:xfrm>
            <a:off x="693087" y="1339969"/>
            <a:ext cx="6176840" cy="836375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55A13D02-5D6B-4F65-B8C2-D6E523C9C1D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38392" r="40039"/>
          <a:stretch/>
        </p:blipFill>
        <p:spPr>
          <a:xfrm>
            <a:off x="516473" y="2311281"/>
            <a:ext cx="3720247" cy="1147432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182046-0CD3-46D7-A159-448B00D74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AEB1-F7B2-490B-AD18-F7E4B1EE049E}" type="slidenum">
              <a:rPr lang="en-US" smtClean="0"/>
              <a:t>4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5A47840-C178-2BB6-A6B4-BB1439CE9AC9}"/>
                  </a:ext>
                </a:extLst>
              </p14:cNvPr>
              <p14:cNvContentPartPr/>
              <p14:nvPr/>
            </p14:nvContentPartPr>
            <p14:xfrm>
              <a:off x="1048680" y="1157040"/>
              <a:ext cx="9599760" cy="53730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5A47840-C178-2BB6-A6B4-BB1439CE9AC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39320" y="1147680"/>
                <a:ext cx="9618480" cy="5391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96936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791D9-BDE9-4F7C-AC8C-55FA21FA4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fr-FR" b="0" i="1" u="none" strike="noStrike" baseline="0" err="1">
                <a:latin typeface="TeXGyrePagella-Italic" panose="02000603020200000004" pitchFamily="50" charset="0"/>
              </a:rPr>
              <a:t>Derivatives</a:t>
            </a:r>
            <a:r>
              <a:rPr lang="fr-FR" b="0" i="1" u="none" strike="noStrike" baseline="0">
                <a:latin typeface="TeXGyrePagella-Italic" panose="02000603020200000004" pitchFamily="50" charset="0"/>
              </a:rPr>
              <a:t> in Multiple Dimensions</a:t>
            </a:r>
            <a:endParaRPr lang="fr-FR" b="0" i="0" u="none" strike="noStrike" baseline="0">
              <a:latin typeface="TeXGyrePagella-Regular" panose="02000603020200000003" pitchFamily="50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DED00FBA-DA92-4C50-A383-1ACB2A9054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16618" y="1300017"/>
            <a:ext cx="5537585" cy="4401671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7FA8869-4675-450B-B0EF-CD0FBBBCD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Gradient Vector</a:t>
            </a:r>
          </a:p>
          <a:p>
            <a:endParaRPr lang="en-US">
              <a:latin typeface="TeX Gyre Pagella" panose="02000603020200000003" pitchFamily="50" charset="0"/>
              <a:ea typeface="TeX Gyre Pagella" panose="02000603020200000003" pitchFamily="50" charset="0"/>
              <a:cs typeface="TeX Gyre Pagella" panose="02000603020200000003" pitchFamily="50" charset="0"/>
            </a:endParaRPr>
          </a:p>
          <a:p>
            <a:endParaRPr lang="en-US">
              <a:latin typeface="TeX Gyre Pagella" panose="02000603020200000003" pitchFamily="50" charset="0"/>
              <a:ea typeface="TeX Gyre Pagella" panose="02000603020200000003" pitchFamily="50" charset="0"/>
              <a:cs typeface="TeX Gyre Pagella" panose="02000603020200000003" pitchFamily="50" charset="0"/>
            </a:endParaRPr>
          </a:p>
          <a:p>
            <a:endParaRPr lang="en-US">
              <a:latin typeface="TeX Gyre Pagella" panose="02000603020200000003" pitchFamily="50" charset="0"/>
              <a:ea typeface="TeX Gyre Pagella" panose="02000603020200000003" pitchFamily="50" charset="0"/>
              <a:cs typeface="TeX Gyre Pagella" panose="02000603020200000003" pitchFamily="50" charset="0"/>
            </a:endParaRPr>
          </a:p>
          <a:p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Hessian Matrix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EC8D712-6407-4DFF-A451-AE007FF527E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4511" r="25650"/>
          <a:stretch/>
        </p:blipFill>
        <p:spPr>
          <a:xfrm>
            <a:off x="648182" y="2581939"/>
            <a:ext cx="5903089" cy="737102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C3CB081D-AD9C-4061-9841-617C5151DFC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 l="22543" r="22967"/>
          <a:stretch/>
        </p:blipFill>
        <p:spPr>
          <a:xfrm>
            <a:off x="775503" y="4634873"/>
            <a:ext cx="5537585" cy="161380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ED0EB6-088E-46D8-A6A6-BEA368108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AEB1-F7B2-490B-AD18-F7E4B1EE049E}" type="slidenum">
              <a:rPr lang="en-US" smtClean="0"/>
              <a:t>5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03E8FEC-61AE-169F-AEA4-20BD6FD98C59}"/>
                  </a:ext>
                </a:extLst>
              </p14:cNvPr>
              <p14:cNvContentPartPr/>
              <p14:nvPr/>
            </p14:nvContentPartPr>
            <p14:xfrm>
              <a:off x="1074960" y="1400400"/>
              <a:ext cx="8821440" cy="46508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03E8FEC-61AE-169F-AEA4-20BD6FD98C59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65600" y="1391040"/>
                <a:ext cx="8840160" cy="4669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33484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791D9-BDE9-4F7C-AC8C-55FA21FA4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fr-FR" b="0" i="1" u="none" strike="noStrike" baseline="0" err="1">
                <a:latin typeface="TeXGyrePagella-Italic" panose="02000603020200000004" pitchFamily="50" charset="0"/>
              </a:rPr>
              <a:t>Derivatives</a:t>
            </a:r>
            <a:r>
              <a:rPr lang="fr-FR" b="0" i="1" u="none" strike="noStrike" baseline="0">
                <a:latin typeface="TeXGyrePagella-Italic" panose="02000603020200000004" pitchFamily="50" charset="0"/>
              </a:rPr>
              <a:t> in Multiple Dimensions</a:t>
            </a:r>
            <a:endParaRPr lang="fr-FR" b="0" i="0" u="none" strike="noStrike" baseline="0">
              <a:latin typeface="TeXGyrePagella-Regular" panose="02000603020200000003" pitchFamily="50" charset="0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C7FA8869-4675-450B-B0EF-CD0FBBBCD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i="1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Directional Derivative</a:t>
            </a:r>
          </a:p>
          <a:p>
            <a:endParaRPr lang="en-US">
              <a:latin typeface="TeX Gyre Pagella" panose="02000603020200000003" pitchFamily="50" charset="0"/>
              <a:ea typeface="TeX Gyre Pagella" panose="02000603020200000003" pitchFamily="50" charset="0"/>
              <a:cs typeface="TeX Gyre Pagella" panose="02000603020200000003" pitchFamily="50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01728487-E2A1-4A0B-976B-E553FD7F6BE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3094" b="85391"/>
          <a:stretch/>
        </p:blipFill>
        <p:spPr>
          <a:xfrm>
            <a:off x="-89853" y="2289382"/>
            <a:ext cx="4725463" cy="2104307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F666D197-9C2E-45DC-BBC3-87D9CECE050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6958" t="217" r="36898" b="88575"/>
          <a:stretch/>
        </p:blipFill>
        <p:spPr>
          <a:xfrm>
            <a:off x="4635610" y="3425619"/>
            <a:ext cx="3347499" cy="1614461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560599FD-6B20-4B7F-8363-66D17F14113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2803" t="2262" r="14903" b="90345"/>
          <a:stretch/>
        </p:blipFill>
        <p:spPr>
          <a:xfrm>
            <a:off x="7983109" y="5040080"/>
            <a:ext cx="2854518" cy="106493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B8D379-BAC3-4B56-AC1D-1C6921CD0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AEB1-F7B2-490B-AD18-F7E4B1EE049E}" type="slidenum">
              <a:rPr lang="en-US" smtClean="0"/>
              <a:t>6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77E23DC-AB28-6D88-2388-2D13C52F35F6}"/>
                  </a:ext>
                </a:extLst>
              </p14:cNvPr>
              <p14:cNvContentPartPr/>
              <p14:nvPr/>
            </p14:nvContentPartPr>
            <p14:xfrm>
              <a:off x="1638360" y="1584000"/>
              <a:ext cx="8496000" cy="45990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77E23DC-AB28-6D88-2388-2D13C52F35F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629000" y="1574640"/>
                <a:ext cx="8514720" cy="4617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06269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85C899-DE58-81C9-0CAC-7D8DEC2A5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AEB1-F7B2-490B-AD18-F7E4B1EE049E}" type="slidenum">
              <a:rPr lang="en-US" smtClean="0"/>
              <a:t>7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FEAAA3-71F0-7600-D91D-00A811BCF6CB}"/>
              </a:ext>
            </a:extLst>
          </p:cNvPr>
          <p:cNvGrpSpPr/>
          <p:nvPr/>
        </p:nvGrpSpPr>
        <p:grpSpPr>
          <a:xfrm>
            <a:off x="865594" y="348215"/>
            <a:ext cx="151200" cy="272160"/>
            <a:chOff x="865594" y="348215"/>
            <a:chExt cx="151200" cy="27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6F8065C-94C9-F15C-7F3A-1A3160EC8F96}"/>
                    </a:ext>
                  </a:extLst>
                </p14:cNvPr>
                <p14:cNvContentPartPr/>
                <p14:nvPr/>
              </p14:nvContentPartPr>
              <p14:xfrm>
                <a:off x="875672" y="348215"/>
                <a:ext cx="106920" cy="2721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6F8065C-94C9-F15C-7F3A-1A3160EC8F96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69531" y="342095"/>
                  <a:ext cx="119201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3634EFDD-A4C4-0118-13BC-5F6DA0EA0009}"/>
                    </a:ext>
                  </a:extLst>
                </p14:cNvPr>
                <p14:cNvContentPartPr/>
                <p14:nvPr/>
              </p14:nvContentPartPr>
              <p14:xfrm>
                <a:off x="865594" y="552222"/>
                <a:ext cx="151200" cy="21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3634EFDD-A4C4-0118-13BC-5F6DA0EA000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59474" y="546000"/>
                  <a:ext cx="163440" cy="34404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4550309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321E4-D499-44CB-B94D-E39586DFF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>
                <a:latin typeface="TeXGyrePagella-Italic" panose="02000603020200000004" pitchFamily="50" charset="0"/>
              </a:rPr>
              <a:t>Numerical Differentiation</a:t>
            </a:r>
            <a:endParaRPr lang="en-US" b="0" i="0" u="none" strike="noStrike" baseline="0">
              <a:latin typeface="TeXGyrePagella-Regular" panose="02000603020200000003" pitchFamily="50" charset="0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56C7E5-527F-427C-8723-720A90730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i="1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Finite Difference Methods</a:t>
            </a:r>
          </a:p>
          <a:p>
            <a:r>
              <a:rPr lang="en-US" i="1">
                <a:solidFill>
                  <a:schemeClr val="bg2">
                    <a:lumMod val="75000"/>
                  </a:schemeClr>
                </a:solidFill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Complex Step Method</a:t>
            </a:r>
          </a:p>
          <a:p>
            <a:endParaRPr lang="en-US" i="1">
              <a:latin typeface="TeX Gyre Pagella" panose="02000603020200000003" pitchFamily="50" charset="0"/>
              <a:ea typeface="TeX Gyre Pagella" panose="02000603020200000003" pitchFamily="50" charset="0"/>
              <a:cs typeface="TeX Gyre Pagella" panose="02000603020200000003" pitchFamily="50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28222C-265A-496A-B3CB-12F91B5B83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AEB1-F7B2-490B-AD18-F7E4B1EE049E}" type="slidenum">
              <a:rPr lang="en-US" smtClean="0"/>
              <a:t>8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B3485D88-FEC4-650D-1EEA-4685B998CDBC}"/>
                  </a:ext>
                </a:extLst>
              </p14:cNvPr>
              <p14:cNvContentPartPr/>
              <p14:nvPr/>
            </p14:nvContentPartPr>
            <p14:xfrm>
              <a:off x="1053720" y="2701080"/>
              <a:ext cx="3418560" cy="8964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B3485D88-FEC4-650D-1EEA-4685B998CDB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44360" y="2691720"/>
                <a:ext cx="3437280" cy="108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722342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321E4-D499-44CB-B94D-E39586DFF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>
                <a:latin typeface="TeXGyrePagella-Italic" panose="02000603020200000004" pitchFamily="50" charset="0"/>
              </a:rPr>
              <a:t>Numerical Differentiation: Finite Difference</a:t>
            </a:r>
            <a:endParaRPr lang="en-US" b="0" i="0" u="none" strike="noStrike" baseline="0">
              <a:latin typeface="TeXGyrePagella-Regular" panose="02000603020200000003" pitchFamily="50" charset="0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56C7E5-527F-427C-8723-720A90730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i="1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Derivation from Taylor series expansion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1C6B743-C401-42BC-8351-8C9E239F420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687" r="14825"/>
          <a:stretch/>
        </p:blipFill>
        <p:spPr>
          <a:xfrm>
            <a:off x="716280" y="2583180"/>
            <a:ext cx="10637520" cy="103632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3C6C3B-AB48-4418-88BF-91EDE5D5C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AEB1-F7B2-490B-AD18-F7E4B1EE049E}" type="slidenum">
              <a:rPr lang="en-US" smtClean="0"/>
              <a:t>9</a:t>
            </a:fld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3D61A72-2FC2-8FF8-7212-ADC1DED0C8A1}"/>
                  </a:ext>
                </a:extLst>
              </p14:cNvPr>
              <p14:cNvContentPartPr/>
              <p14:nvPr/>
            </p14:nvContentPartPr>
            <p14:xfrm>
              <a:off x="876600" y="2263320"/>
              <a:ext cx="10966320" cy="453564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3D61A72-2FC2-8FF8-7212-ADC1DED0C8A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67240" y="2253960"/>
                <a:ext cx="10985040" cy="4554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881675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321E4-D499-44CB-B94D-E39586DFF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>
                <a:latin typeface="TeXGyrePagella-Italic" panose="02000603020200000004" pitchFamily="50" charset="0"/>
              </a:rPr>
              <a:t>Numerical Differentiation: Finite Difference</a:t>
            </a:r>
            <a:endParaRPr lang="en-US" b="0" i="0" u="none" strike="noStrike" baseline="0">
              <a:latin typeface="TeXGyrePagella-Regular" panose="02000603020200000003" pitchFamily="50" charset="0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56C7E5-527F-427C-8723-720A90730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 i="1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Neighboring points are used to approximate the derivative</a:t>
            </a:r>
          </a:p>
          <a:p>
            <a:endParaRPr lang="en-US" i="1">
              <a:latin typeface="TeX Gyre Pagella" panose="02000603020200000003" pitchFamily="50" charset="0"/>
              <a:ea typeface="TeX Gyre Pagella" panose="02000603020200000003" pitchFamily="50" charset="0"/>
              <a:cs typeface="TeX Gyre Pagella" panose="02000603020200000003" pitchFamily="50" charset="0"/>
            </a:endParaRPr>
          </a:p>
          <a:p>
            <a:endParaRPr lang="en-US" i="1">
              <a:latin typeface="TeX Gyre Pagella" panose="02000603020200000003" pitchFamily="50" charset="0"/>
              <a:ea typeface="TeX Gyre Pagella" panose="02000603020200000003" pitchFamily="50" charset="0"/>
              <a:cs typeface="TeX Gyre Pagella" panose="02000603020200000003" pitchFamily="50" charset="0"/>
            </a:endParaRPr>
          </a:p>
          <a:p>
            <a:endParaRPr lang="en-US" i="1">
              <a:latin typeface="TeX Gyre Pagella" panose="02000603020200000003" pitchFamily="50" charset="0"/>
              <a:ea typeface="TeX Gyre Pagella" panose="02000603020200000003" pitchFamily="50" charset="0"/>
              <a:cs typeface="TeX Gyre Pagella" panose="02000603020200000003" pitchFamily="50" charset="0"/>
            </a:endParaRPr>
          </a:p>
          <a:p>
            <a:endParaRPr lang="en-US" i="1">
              <a:latin typeface="TeX Gyre Pagella" panose="02000603020200000003" pitchFamily="50" charset="0"/>
              <a:ea typeface="TeX Gyre Pagella" panose="02000603020200000003" pitchFamily="50" charset="0"/>
              <a:cs typeface="TeX Gyre Pagella" panose="02000603020200000003" pitchFamily="50" charset="0"/>
            </a:endParaRPr>
          </a:p>
          <a:p>
            <a:endParaRPr lang="en-US" i="1">
              <a:latin typeface="TeX Gyre Pagella" panose="02000603020200000003" pitchFamily="50" charset="0"/>
              <a:ea typeface="TeX Gyre Pagella" panose="02000603020200000003" pitchFamily="50" charset="0"/>
              <a:cs typeface="TeX Gyre Pagella" panose="02000603020200000003" pitchFamily="50" charset="0"/>
            </a:endParaRPr>
          </a:p>
          <a:p>
            <a:endParaRPr lang="en-US" i="1">
              <a:latin typeface="TeX Gyre Pagella" panose="02000603020200000003" pitchFamily="50" charset="0"/>
              <a:ea typeface="TeX Gyre Pagella" panose="02000603020200000003" pitchFamily="50" charset="0"/>
              <a:cs typeface="TeX Gyre Pagella" panose="02000603020200000003" pitchFamily="50" charset="0"/>
            </a:endParaRPr>
          </a:p>
          <a:p>
            <a:r>
              <a:rPr lang="en-US" i="1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h too small causes numerical cancellation errors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8FF81C1-EBC2-4BA9-8E91-9D6A7925A54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8200"/>
          <a:stretch/>
        </p:blipFill>
        <p:spPr>
          <a:xfrm>
            <a:off x="535835" y="2770822"/>
            <a:ext cx="11120329" cy="154209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15F7B1-F5CE-4540-809D-D371952C7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AEB1-F7B2-490B-AD18-F7E4B1EE049E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F202F3-3B4D-AC4E-D035-3353645CBC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2000" y="4492306"/>
            <a:ext cx="5511800" cy="8001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60A7DAF-71BF-2981-4C53-16D600B0CC1F}"/>
                  </a:ext>
                </a:extLst>
              </p14:cNvPr>
              <p14:cNvContentPartPr/>
              <p14:nvPr/>
            </p14:nvContentPartPr>
            <p14:xfrm>
              <a:off x="923760" y="3627720"/>
              <a:ext cx="830520" cy="33732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60A7DAF-71BF-2981-4C53-16D600B0CC1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14400" y="3618360"/>
                <a:ext cx="849240" cy="356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36571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321E4-D499-44CB-B94D-E39586DFF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1" u="none" strike="noStrike" baseline="0">
                <a:latin typeface="TeXGyrePagella-Italic" panose="02000603020200000004" pitchFamily="50" charset="0"/>
              </a:rPr>
              <a:t>Automatic Differentiation</a:t>
            </a:r>
            <a:endParaRPr lang="en-US" b="0" i="0" u="none" strike="noStrike" baseline="0">
              <a:latin typeface="TeXGyrePagella-Regular" panose="02000603020200000003" pitchFamily="50" charset="0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56C7E5-527F-427C-8723-720A90730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Evaluate a function and compute partial derivatives simultaneously using the chain rule of differentiation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72E35BD-BFAD-452C-A683-F050C81B61D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753" r="26721"/>
          <a:stretch/>
        </p:blipFill>
        <p:spPr>
          <a:xfrm>
            <a:off x="2324100" y="2837497"/>
            <a:ext cx="7543800" cy="118300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B401C8-BE11-4F55-A1F9-6E49256CC4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AEB1-F7B2-490B-AD18-F7E4B1EE049E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356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321E4-D499-44CB-B94D-E39586DFF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1" u="none" strike="noStrike" baseline="0">
                <a:latin typeface="TeXGyrePagella-Italic" panose="02000603020200000004" pitchFamily="50" charset="0"/>
              </a:rPr>
              <a:t>Automatic Differentiation</a:t>
            </a:r>
            <a:endParaRPr lang="en-US" b="0" i="0" u="none" strike="noStrike" baseline="0">
              <a:latin typeface="TeXGyrePagella-Regular" panose="02000603020200000003" pitchFamily="50" charset="0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56C7E5-527F-427C-8723-720A90730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Forward Accumulation is equivalent to expanding a function using the chain rule and computing the derivatives inside-out</a:t>
            </a:r>
          </a:p>
          <a:p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Requires </a:t>
            </a:r>
            <a:r>
              <a:rPr lang="en-US" i="1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n</a:t>
            </a:r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-passes to compute </a:t>
            </a:r>
            <a:r>
              <a:rPr lang="en-US" i="1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n</a:t>
            </a:r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-dimensional gradient</a:t>
            </a:r>
          </a:p>
          <a:p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Example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83A47B6-7C83-44E8-B412-93B2A68A359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6306" t="26222" r="37645" b="70324"/>
          <a:stretch/>
        </p:blipFill>
        <p:spPr>
          <a:xfrm>
            <a:off x="2846566" y="3856383"/>
            <a:ext cx="5931674" cy="101776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93B382-856C-4472-BC0B-B56BFC2C7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AEB1-F7B2-490B-AD18-F7E4B1EE049E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663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321E4-D499-44CB-B94D-E39586DFF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1" u="none" strike="noStrike" baseline="0">
                <a:latin typeface="TeXGyrePagella-Italic" panose="02000603020200000004" pitchFamily="50" charset="0"/>
              </a:rPr>
              <a:t>Automatic Differentiation</a:t>
            </a:r>
            <a:endParaRPr lang="en-US" b="0" i="0" u="none" strike="noStrike" baseline="0">
              <a:latin typeface="TeXGyrePagella-Regular" panose="02000603020200000003" pitchFamily="50" charset="0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56C7E5-527F-427C-8723-720A90730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Forward Accumulation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AD4481C3-481A-405E-A2F7-9938570B17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41438" y="2586725"/>
            <a:ext cx="6982700" cy="344510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CC3E2AE-67CF-4FD5-8708-A635910F32A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6306" t="26222" r="37645" b="70324"/>
          <a:stretch/>
        </p:blipFill>
        <p:spPr>
          <a:xfrm>
            <a:off x="5168347" y="1568957"/>
            <a:ext cx="5931674" cy="101776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AF0162F-B9CA-429B-BA99-6714F03CD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AEB1-F7B2-490B-AD18-F7E4B1EE049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7466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321E4-D499-44CB-B94D-E39586DFF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>
                <a:latin typeface="TeXGyrePagella-Italic" panose="02000603020200000004" pitchFamily="50" charset="0"/>
              </a:rPr>
              <a:t>Automatic Differentiation</a:t>
            </a:r>
            <a:endParaRPr lang="en-US" b="0" i="0" u="none" strike="noStrike" baseline="0">
              <a:latin typeface="TeXGyrePagella-Regular" panose="02000603020200000003" pitchFamily="50" charset="0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56C7E5-527F-427C-8723-720A90730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Forward Accumulation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2A0DDE8-B6B9-4E66-B745-3D40ED05B8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0150" y="2379013"/>
            <a:ext cx="8000851" cy="3643039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E698D5B5-95A9-4760-9242-16EBBF8A4CC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6306" t="26222" r="37645" b="70324"/>
          <a:stretch/>
        </p:blipFill>
        <p:spPr>
          <a:xfrm>
            <a:off x="5168347" y="1568957"/>
            <a:ext cx="5931674" cy="101776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4334C5-1098-47F1-8781-05E6ECBE8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AEB1-F7B2-490B-AD18-F7E4B1EE049E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0949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321E4-D499-44CB-B94D-E39586DFF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1" u="none" strike="noStrike" baseline="0">
                <a:latin typeface="TeXGyrePagella-Italic" panose="02000603020200000004" pitchFamily="50" charset="0"/>
              </a:rPr>
              <a:t>Automatic Differentiation</a:t>
            </a:r>
            <a:endParaRPr lang="en-US" b="0" i="0" u="none" strike="noStrike" baseline="0">
              <a:latin typeface="TeXGyrePagella-Regular" panose="02000603020200000003" pitchFamily="50" charset="0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56C7E5-527F-427C-8723-720A90730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Forward Accumulation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3DE9173-848D-41A1-AD66-3D35AF4DDF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0150" y="2379013"/>
            <a:ext cx="9153957" cy="4461979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D1C3A1D3-AA9F-4684-AC95-A6FEFA2BB495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6306" t="26222" r="37645" b="70324"/>
          <a:stretch/>
        </p:blipFill>
        <p:spPr>
          <a:xfrm>
            <a:off x="5168347" y="1568957"/>
            <a:ext cx="5931674" cy="101776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77ECD3-AC7A-4001-A757-5D33E658D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AEB1-F7B2-490B-AD18-F7E4B1EE049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3136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321E4-D499-44CB-B94D-E39586DFF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1" u="none" strike="noStrike" baseline="0">
                <a:latin typeface="TeXGyrePagella-Italic" panose="02000603020200000004" pitchFamily="50" charset="0"/>
              </a:rPr>
              <a:t>Automatic Differentiation</a:t>
            </a:r>
            <a:endParaRPr lang="en-US" b="0" i="0" u="none" strike="noStrike" baseline="0">
              <a:latin typeface="TeXGyrePagella-Regular" panose="02000603020200000003" pitchFamily="50" charset="0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56C7E5-527F-427C-8723-720A90730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Reverse accumulation is performed in single run using two passes over an </a:t>
            </a:r>
            <a:r>
              <a:rPr lang="en-US" i="1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n</a:t>
            </a:r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-dimensional function (forward and back)</a:t>
            </a:r>
          </a:p>
          <a:p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Note: this is central to the backpropagation algorithm used to train neural networks</a:t>
            </a:r>
          </a:p>
          <a:p>
            <a:r>
              <a:rPr lang="en-US">
                <a:latin typeface="TeX Gyre Pagella" panose="02000603020200000003" pitchFamily="50" charset="0"/>
                <a:ea typeface="TeX Gyre Pagella" panose="02000603020200000003" pitchFamily="50" charset="0"/>
                <a:cs typeface="TeX Gyre Pagella" panose="02000603020200000003" pitchFamily="50" charset="0"/>
              </a:rPr>
              <a:t>Many open-source software implementations are available</a:t>
            </a:r>
          </a:p>
          <a:p>
            <a:endParaRPr lang="en-US">
              <a:latin typeface="TeX Gyre Pagella" panose="02000603020200000003" pitchFamily="50" charset="0"/>
              <a:ea typeface="TeX Gyre Pagella" panose="02000603020200000003" pitchFamily="50" charset="0"/>
              <a:cs typeface="TeX Gyre Pagella" panose="02000603020200000003" pitchFamily="50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903B8E-0DB4-4E59-B82F-B1EDDF86C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AAEB1-F7B2-490B-AD18-F7E4B1EE049E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2736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7D16-8ACE-4EED-BA8E-351948033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>
                <a:latin typeface="TeXGyrePagella-Italic" panose="02000603020200000004" pitchFamily="50" charset="0"/>
              </a:rPr>
              <a:t>Summary</a:t>
            </a:r>
            <a:endParaRPr lang="en-US" b="0" i="0" u="none" strike="noStrike" baseline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BFF61-09DE-44CB-999A-9065C8176C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948392"/>
          </a:xfrm>
        </p:spPr>
        <p:txBody>
          <a:bodyPr>
            <a:normAutofit/>
          </a:bodyPr>
          <a:lstStyle/>
          <a:p>
            <a:r>
              <a:rPr lang="en-US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Derivatives are useful in optimization because they provide information about how to change a given point in order to improve the objective function</a:t>
            </a:r>
          </a:p>
          <a:p>
            <a:r>
              <a:rPr lang="en-US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For multivariate functions, various derivative-based concepts are useful for directing the search for an optimum, including the gradient, the Hessian, and the directional derivative</a:t>
            </a:r>
          </a:p>
          <a:p>
            <a:r>
              <a:rPr lang="en-US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One approach to numerical differentiation includes finite difference approximations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12027D-0C9D-4D11-8735-C5A5D1B33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00B8D-D664-44F5-A425-7CC54EA75C9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455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chemeClr val="accent3">
              <a:lumMod val="20000"/>
              <a:lumOff val="80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7D16-8ACE-4EED-BA8E-351948033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R="0" rtl="0"/>
            <a:r>
              <a:rPr lang="en-US" b="0" i="1" u="none" strike="noStrike" baseline="0">
                <a:latin typeface="TeXGyrePagella-Italic" panose="02000603020200000004" pitchFamily="50" charset="0"/>
              </a:rPr>
              <a:t>Summary</a:t>
            </a:r>
            <a:endParaRPr lang="en-US" b="0" i="0" u="none" strike="noStrike" baseline="0">
              <a:latin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BFF61-09DE-44CB-999A-9065C8176C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948392"/>
          </a:xfrm>
        </p:spPr>
        <p:txBody>
          <a:bodyPr>
            <a:normAutofit/>
          </a:bodyPr>
          <a:lstStyle/>
          <a:p>
            <a:r>
              <a:rPr lang="en-US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Complex step method can eliminate the effect of subtractive cancellation error when taking small steps</a:t>
            </a:r>
          </a:p>
          <a:p>
            <a:r>
              <a:rPr lang="en-US">
                <a:latin typeface="TeXGyrePagella-Regular" panose="02000603020200000003" pitchFamily="50" charset="0"/>
                <a:ea typeface="TeXGyrePagella-Regular" panose="02000603020200000003" pitchFamily="50" charset="0"/>
                <a:cs typeface="TeXGyrePagella-Regular" panose="02000603020200000003" pitchFamily="50" charset="0"/>
              </a:rPr>
              <a:t>Analytic differentiation methods include forward and reverse accumulation on computational graphs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58F742-38F5-47C5-A7B1-DC92C2B90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000B8D-D664-44F5-A425-7CC54EA75C9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92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272</Words>
  <Application>Microsoft Macintosh PowerPoint</Application>
  <PresentationFormat>Widescreen</PresentationFormat>
  <Paragraphs>68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Arial</vt:lpstr>
      <vt:lpstr>Calibri</vt:lpstr>
      <vt:lpstr>Calibri Light</vt:lpstr>
      <vt:lpstr>TeX Gyre Pagella</vt:lpstr>
      <vt:lpstr>TeXGyrePagella-Italic</vt:lpstr>
      <vt:lpstr>TeXGyrePagella-Regular</vt:lpstr>
      <vt:lpstr>Times New Roman</vt:lpstr>
      <vt:lpstr>Office Theme</vt:lpstr>
      <vt:lpstr>Derivatives and Gradients</vt:lpstr>
      <vt:lpstr>Derivatives</vt:lpstr>
      <vt:lpstr>Derivatives</vt:lpstr>
      <vt:lpstr>Derivatives</vt:lpstr>
      <vt:lpstr>Derivatives in Multiple Dimensions</vt:lpstr>
      <vt:lpstr>Derivatives in Multiple Dimensions</vt:lpstr>
      <vt:lpstr>PowerPoint Presentation</vt:lpstr>
      <vt:lpstr>Numerical Differentiation</vt:lpstr>
      <vt:lpstr>Numerical Differentiation: Finite Difference</vt:lpstr>
      <vt:lpstr>Numerical Differentiation: Finite Difference</vt:lpstr>
      <vt:lpstr>Automatic Differentiation</vt:lpstr>
      <vt:lpstr>Automatic Differentiation</vt:lpstr>
      <vt:lpstr>Automatic Differentiation</vt:lpstr>
      <vt:lpstr>Automatic Differentiation</vt:lpstr>
      <vt:lpstr>Automatic Differentiation</vt:lpstr>
      <vt:lpstr>Automatic Differentiation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 Derivatives and Gradients</dc:title>
  <dc:creator>M Gobbs</dc:creator>
  <cp:lastModifiedBy>Rodica Ioana Lung</cp:lastModifiedBy>
  <cp:revision>1</cp:revision>
  <dcterms:created xsi:type="dcterms:W3CDTF">2019-01-30T07:43:29Z</dcterms:created>
  <dcterms:modified xsi:type="dcterms:W3CDTF">2025-12-15T20:46:37Z</dcterms:modified>
</cp:coreProperties>
</file>