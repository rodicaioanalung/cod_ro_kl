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7" r:id="rId4"/>
    <p:sldId id="264" r:id="rId5"/>
    <p:sldId id="265" r:id="rId6"/>
    <p:sldId id="258" r:id="rId7"/>
    <p:sldId id="266" r:id="rId8"/>
    <p:sldId id="279" r:id="rId9"/>
    <p:sldId id="267" r:id="rId10"/>
    <p:sldId id="281" r:id="rId11"/>
    <p:sldId id="268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9C660-97EC-D44E-90D8-EE7075FF4F37}" v="3" dt="2025-01-15T13:29:59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/>
    <p:restoredTop sz="94658"/>
  </p:normalViewPr>
  <p:slideViewPr>
    <p:cSldViewPr snapToGrid="0">
      <p:cViewPr varScale="1">
        <p:scale>
          <a:sx n="106" d="100"/>
          <a:sy n="106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kel Kochenderfer" userId="a25b768c097423ca" providerId="LiveId" clId="{9D032C5A-FCEF-4CB6-B872-722F97D68892}"/>
    <pc:docChg chg="modSld">
      <pc:chgData name="Mykel Kochenderfer" userId="a25b768c097423ca" providerId="LiveId" clId="{9D032C5A-FCEF-4CB6-B872-722F97D68892}" dt="2020-05-25T04:46:45.741" v="29" actId="20577"/>
      <pc:docMkLst>
        <pc:docMk/>
      </pc:docMkLst>
      <pc:sldChg chg="modSp mod">
        <pc:chgData name="Mykel Kochenderfer" userId="a25b768c097423ca" providerId="LiveId" clId="{9D032C5A-FCEF-4CB6-B872-722F97D68892}" dt="2020-05-25T04:46:45.741" v="29" actId="20577"/>
        <pc:sldMkLst>
          <pc:docMk/>
          <pc:sldMk cId="2399456220" sldId="263"/>
        </pc:sldMkLst>
      </pc:sldChg>
    </pc:docChg>
  </pc:docChgLst>
  <pc:docChgLst>
    <pc:chgData name="Rodica Ioana Lung" userId="64ee56e8d7162e1e" providerId="LiveId" clId="{C589C660-97EC-D44E-90D8-EE7075FF4F37}"/>
    <pc:docChg chg="addSld delSld modSld sldOrd">
      <pc:chgData name="Rodica Ioana Lung" userId="64ee56e8d7162e1e" providerId="LiveId" clId="{C589C660-97EC-D44E-90D8-EE7075FF4F37}" dt="2025-01-15T14:05:49.916" v="23" actId="20577"/>
      <pc:docMkLst>
        <pc:docMk/>
      </pc:docMkLst>
      <pc:sldChg chg="del">
        <pc:chgData name="Rodica Ioana Lung" userId="64ee56e8d7162e1e" providerId="LiveId" clId="{C589C660-97EC-D44E-90D8-EE7075FF4F37}" dt="2025-01-15T14:05:25.984" v="12" actId="2696"/>
        <pc:sldMkLst>
          <pc:docMk/>
          <pc:sldMk cId="3944908981" sldId="259"/>
        </pc:sldMkLst>
      </pc:sldChg>
      <pc:sldChg chg="del">
        <pc:chgData name="Rodica Ioana Lung" userId="64ee56e8d7162e1e" providerId="LiveId" clId="{C589C660-97EC-D44E-90D8-EE7075FF4F37}" dt="2025-01-15T14:05:31.521" v="19" actId="2696"/>
        <pc:sldMkLst>
          <pc:docMk/>
          <pc:sldMk cId="3646046206" sldId="260"/>
        </pc:sldMkLst>
      </pc:sldChg>
      <pc:sldChg chg="del">
        <pc:chgData name="Rodica Ioana Lung" userId="64ee56e8d7162e1e" providerId="LiveId" clId="{C589C660-97EC-D44E-90D8-EE7075FF4F37}" dt="2025-01-15T14:05:32.448" v="20" actId="2696"/>
        <pc:sldMkLst>
          <pc:docMk/>
          <pc:sldMk cId="3148585315" sldId="261"/>
        </pc:sldMkLst>
      </pc:sldChg>
      <pc:sldChg chg="ord">
        <pc:chgData name="Rodica Ioana Lung" userId="64ee56e8d7162e1e" providerId="LiveId" clId="{C589C660-97EC-D44E-90D8-EE7075FF4F37}" dt="2025-01-15T13:29:28.530" v="9" actId="20578"/>
        <pc:sldMkLst>
          <pc:docMk/>
          <pc:sldMk cId="3719559370" sldId="268"/>
        </pc:sldMkLst>
      </pc:sldChg>
      <pc:sldChg chg="del">
        <pc:chgData name="Rodica Ioana Lung" userId="64ee56e8d7162e1e" providerId="LiveId" clId="{C589C660-97EC-D44E-90D8-EE7075FF4F37}" dt="2025-01-15T14:05:29.465" v="17" actId="2696"/>
        <pc:sldMkLst>
          <pc:docMk/>
          <pc:sldMk cId="2435026986" sldId="269"/>
        </pc:sldMkLst>
      </pc:sldChg>
      <pc:sldChg chg="del">
        <pc:chgData name="Rodica Ioana Lung" userId="64ee56e8d7162e1e" providerId="LiveId" clId="{C589C660-97EC-D44E-90D8-EE7075FF4F37}" dt="2025-01-15T14:05:27.711" v="13" actId="2696"/>
        <pc:sldMkLst>
          <pc:docMk/>
          <pc:sldMk cId="137299870" sldId="270"/>
        </pc:sldMkLst>
      </pc:sldChg>
      <pc:sldChg chg="del">
        <pc:chgData name="Rodica Ioana Lung" userId="64ee56e8d7162e1e" providerId="LiveId" clId="{C589C660-97EC-D44E-90D8-EE7075FF4F37}" dt="2025-01-15T14:05:28.225" v="14" actId="2696"/>
        <pc:sldMkLst>
          <pc:docMk/>
          <pc:sldMk cId="1942241379" sldId="271"/>
        </pc:sldMkLst>
      </pc:sldChg>
      <pc:sldChg chg="del">
        <pc:chgData name="Rodica Ioana Lung" userId="64ee56e8d7162e1e" providerId="LiveId" clId="{C589C660-97EC-D44E-90D8-EE7075FF4F37}" dt="2025-01-15T14:05:28.703" v="15" actId="2696"/>
        <pc:sldMkLst>
          <pc:docMk/>
          <pc:sldMk cId="1538662540" sldId="274"/>
        </pc:sldMkLst>
      </pc:sldChg>
      <pc:sldChg chg="del">
        <pc:chgData name="Rodica Ioana Lung" userId="64ee56e8d7162e1e" providerId="LiveId" clId="{C589C660-97EC-D44E-90D8-EE7075FF4F37}" dt="2025-01-15T14:05:29.106" v="16" actId="2696"/>
        <pc:sldMkLst>
          <pc:docMk/>
          <pc:sldMk cId="4191947109" sldId="275"/>
        </pc:sldMkLst>
      </pc:sldChg>
      <pc:sldChg chg="del">
        <pc:chgData name="Rodica Ioana Lung" userId="64ee56e8d7162e1e" providerId="LiveId" clId="{C589C660-97EC-D44E-90D8-EE7075FF4F37}" dt="2025-01-15T14:05:30.924" v="18" actId="2696"/>
        <pc:sldMkLst>
          <pc:docMk/>
          <pc:sldMk cId="1228043877" sldId="276"/>
        </pc:sldMkLst>
      </pc:sldChg>
      <pc:sldChg chg="del">
        <pc:chgData name="Rodica Ioana Lung" userId="64ee56e8d7162e1e" providerId="LiveId" clId="{C589C660-97EC-D44E-90D8-EE7075FF4F37}" dt="2025-01-15T14:05:33" v="21" actId="2696"/>
        <pc:sldMkLst>
          <pc:docMk/>
          <pc:sldMk cId="2623459781" sldId="277"/>
        </pc:sldMkLst>
      </pc:sldChg>
      <pc:sldChg chg="del">
        <pc:chgData name="Rodica Ioana Lung" userId="64ee56e8d7162e1e" providerId="LiveId" clId="{C589C660-97EC-D44E-90D8-EE7075FF4F37}" dt="2025-01-15T14:05:35.197" v="22" actId="2696"/>
        <pc:sldMkLst>
          <pc:docMk/>
          <pc:sldMk cId="4202746035" sldId="278"/>
        </pc:sldMkLst>
      </pc:sldChg>
      <pc:sldChg chg="addSp modSp new mod">
        <pc:chgData name="Rodica Ioana Lung" userId="64ee56e8d7162e1e" providerId="LiveId" clId="{C589C660-97EC-D44E-90D8-EE7075FF4F37}" dt="2025-01-15T13:10:58.018" v="4" actId="1076"/>
        <pc:sldMkLst>
          <pc:docMk/>
          <pc:sldMk cId="654313417" sldId="279"/>
        </pc:sldMkLst>
        <pc:picChg chg="add mod modCrop">
          <ac:chgData name="Rodica Ioana Lung" userId="64ee56e8d7162e1e" providerId="LiveId" clId="{C589C660-97EC-D44E-90D8-EE7075FF4F37}" dt="2025-01-15T13:10:58.018" v="4" actId="1076"/>
          <ac:picMkLst>
            <pc:docMk/>
            <pc:sldMk cId="654313417" sldId="279"/>
            <ac:picMk id="3" creationId="{7F0546FB-B7A5-5351-135F-74716315A2C5}"/>
          </ac:picMkLst>
        </pc:picChg>
      </pc:sldChg>
      <pc:sldChg chg="addSp modSp new mod">
        <pc:chgData name="Rodica Ioana Lung" userId="64ee56e8d7162e1e" providerId="LiveId" clId="{C589C660-97EC-D44E-90D8-EE7075FF4F37}" dt="2025-01-15T14:05:49.916" v="23" actId="20577"/>
        <pc:sldMkLst>
          <pc:docMk/>
          <pc:sldMk cId="2457830100" sldId="280"/>
        </pc:sldMkLst>
        <pc:spChg chg="mod">
          <ac:chgData name="Rodica Ioana Lung" userId="64ee56e8d7162e1e" providerId="LiveId" clId="{C589C660-97EC-D44E-90D8-EE7075FF4F37}" dt="2025-01-15T14:05:49.916" v="23" actId="20577"/>
          <ac:spMkLst>
            <pc:docMk/>
            <pc:sldMk cId="2457830100" sldId="280"/>
            <ac:spMk id="2" creationId="{70EFE345-8A29-D9E8-6A11-EF944D3F2D3D}"/>
          </ac:spMkLst>
        </pc:spChg>
        <pc:picChg chg="add mod modCrop">
          <ac:chgData name="Rodica Ioana Lung" userId="64ee56e8d7162e1e" providerId="LiveId" clId="{C589C660-97EC-D44E-90D8-EE7075FF4F37}" dt="2025-01-15T13:29:04.133" v="7" actId="732"/>
          <ac:picMkLst>
            <pc:docMk/>
            <pc:sldMk cId="2457830100" sldId="280"/>
            <ac:picMk id="3" creationId="{50D7119D-0AB3-F9CB-32B3-B3B4E92BDD50}"/>
          </ac:picMkLst>
        </pc:picChg>
      </pc:sldChg>
      <pc:sldChg chg="addSp modSp new ord">
        <pc:chgData name="Rodica Ioana Lung" userId="64ee56e8d7162e1e" providerId="LiveId" clId="{C589C660-97EC-D44E-90D8-EE7075FF4F37}" dt="2025-01-15T13:29:59.610" v="11"/>
        <pc:sldMkLst>
          <pc:docMk/>
          <pc:sldMk cId="456635581" sldId="281"/>
        </pc:sldMkLst>
        <pc:picChg chg="add mod">
          <ac:chgData name="Rodica Ioana Lung" userId="64ee56e8d7162e1e" providerId="LiveId" clId="{C589C660-97EC-D44E-90D8-EE7075FF4F37}" dt="2025-01-15T13:29:59.610" v="11"/>
          <ac:picMkLst>
            <pc:docMk/>
            <pc:sldMk cId="456635581" sldId="281"/>
            <ac:picMk id="3" creationId="{D2137F32-0535-EEAA-969C-D21B97E87A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258E6-A79D-4253-8299-1076F93E30DC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01ECC-CF18-4A29-8970-342AC44C3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21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BC3E-EECA-49BC-A43A-ADC4F74C4F72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7C75-1DD8-4D5F-A6D1-537C04C4CB44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8B12-829C-4489-8498-B12D341C0639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06D2-6FE3-423C-A51D-EE8AF28B551A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5125-FA03-4E7A-A721-78729FB558F9}" type="datetime1">
              <a:rPr lang="en-US" smtClean="0"/>
              <a:t>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443-E8CC-407C-8B1A-E454B2A6DD58}" type="datetime1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2665C-4C6D-4782-83BD-1E5846C09746}" type="datetime1">
              <a:rPr lang="en-US" smtClean="0"/>
              <a:t>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3F241-1B90-4F26-854E-87CE20CF9B00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AF67-E16D-4EF7-A249-8B4A8CAAC2FC}" type="datetime1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7083-ECB8-495A-A53A-F7D684645272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40CA-902C-4283-A735-086B872A0486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DA11-369E-4C22-A658-2FEDEA3C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061D-A943-485D-8892-3077C6E2C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FAFD8-E7FB-4D0B-8716-AA86830F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5687C-B286-4022-99D0-9A458F17BBE0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4539-C43B-4A00-8C93-87F0111B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D3AF8-DA43-4132-8D77-356CC841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2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0C0EF-43BB-400E-AD3C-4AE366005F5B}" type="datetime1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36E4-B1A9-4835-ADFE-6109C417C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Expression Optimization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D7F6414-57A1-4D67-AEC6-EB86940AE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1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36E4-B1A9-4835-ADFE-6109C417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Expression Optimization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B0B2E-6368-42EC-A42C-3DB3F8231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 some problems, the number of variables is unknown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Finding optimal solutions of problems with unknown parameters requires optimizing over the set 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of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expressions</a:t>
            </a:r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D8327-FFEA-48C6-816A-44E1AD82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5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3CC4-534E-421D-8834-3A604981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Grammars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A506D-9620-4727-A4DB-12815C30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6769735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Expressions can be represented by a tree of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symbols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Grammars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constrain the space of possible expressions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 grammar is represented by a set of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production rules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Production rules involve symbols and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types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Types are defined sets of expression trees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Production rules are used to form expression trees by expanding types into new expressions with more types and symbols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If a type is expanded into just symbols, preventing further expansion, then it is called a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terminal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97662-6C9D-4DBC-A764-273C30FC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7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3CC4-534E-421D-8834-3A604981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Grammars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A506D-9620-4727-A4DB-12815C30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6769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Representing the expression x + ln 2 as a tree</a:t>
            </a: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DFC4D2-B7BF-48B0-BAD7-50042628B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003" y="2627204"/>
            <a:ext cx="2111340" cy="25832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224EC-27D8-49AA-A926-610BD3E5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3CC4-534E-421D-8834-3A604981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Grammars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95A506D-9620-4727-A4DB-12815C3038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67697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Constructing the expression tree using a grammar</a:t>
                </a: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↦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TeXGyrePagella-Regular" panose="02000603020200000003" pitchFamily="50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TeXGyrePagella-Regular" panose="02000603020200000003" pitchFamily="50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↦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x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TeXGyrePagella-Regular" panose="02000603020200000003" pitchFamily="50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↦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ln(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ℝ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TeXGyrePagella-Regular" panose="02000603020200000003" pitchFamily="50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↦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2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95A506D-9620-4727-A4DB-12815C303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6769735"/>
              </a:xfrm>
              <a:blipFill>
                <a:blip r:embed="rId2"/>
                <a:stretch>
                  <a:fillRect l="-1217" t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E6E83549-EE6E-4771-BB1C-EEB909BE1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8278" y="3523275"/>
            <a:ext cx="7170667" cy="16872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4AE84-152E-4E6C-A118-41133FE6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7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7A19-F869-45EF-9004-963B62156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Genetic programming 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represents individuals as trees and optimizes over them using mutation and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tree crossover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2A031-B66D-4D0F-8985-A71186DD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Genetic Programming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BAEE3D-5FD3-44D6-A0A2-9BC23455D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5083" y="3214314"/>
            <a:ext cx="5356322" cy="30344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6645A-6654-4CC8-92DA-E38DDA0B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7A19-F869-45EF-9004-963B62156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593484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Tree crossover combines two parent trees into a child tree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Over many generations, tree crossover tends to increase tree depth and overall complexity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It is common to introduce a bias for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parsimony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or simplicity in the solution based on the tree’s depth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2A031-B66D-4D0F-8985-A71186DD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Genetic Programming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43585C-059E-43E4-A1E8-CED72F68C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7031" y="2518767"/>
            <a:ext cx="7127583" cy="18204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2247C-7B21-4728-923D-C57DA5BB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5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FF6C8E-6BBC-FE04-6E1F-8B392BB9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0546FB-B7A5-5351-135F-74716315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1"/>
          <a:stretch/>
        </p:blipFill>
        <p:spPr>
          <a:xfrm>
            <a:off x="1632284" y="428095"/>
            <a:ext cx="8474407" cy="496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1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7A19-F869-45EF-9004-963B62156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Random variation can be added in multiple ways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Tree mutation 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is when a random tree is generated and its root replaces a random node in the tree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2A031-B66D-4D0F-8985-A71186DD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Genetic Programming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D63CCE-ECB7-4E40-B807-ACA47AA6D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8156" y="3624896"/>
            <a:ext cx="6967993" cy="268700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8A1FF-ADFF-4D57-8C19-4A973C76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2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51329A-DFD7-F6CB-0255-12F26D32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37F32-0535-EEAA-969C-D21B97E8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02827"/>
            <a:ext cx="7772400" cy="405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3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7A19-F869-45EF-9004-963B62156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Tree permutation 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is when randomly chosen nodes are permuted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Often combined with tree mutation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2A031-B66D-4D0F-8985-A71186DD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Genetic Programming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1C0070E-1B69-425C-BD16-F034EF1D8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329" y="3105357"/>
            <a:ext cx="6484414" cy="26336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69C6-3288-44B9-9FCC-1012F2D9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64B10-6CFE-4712-A516-8AB3B440D1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59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FE345-8A29-D9E8-6A11-EF944D3F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7119D-0AB3-F9CB-32B3-B3B4E92BDD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44"/>
          <a:stretch/>
        </p:blipFill>
        <p:spPr>
          <a:xfrm>
            <a:off x="2209800" y="238360"/>
            <a:ext cx="7535779" cy="638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3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261</Words>
  <Application>Microsoft Macintosh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TeXGyrePagella-Italic</vt:lpstr>
      <vt:lpstr>TeXGyrePagella-Regular</vt:lpstr>
      <vt:lpstr>Office Theme</vt:lpstr>
      <vt:lpstr>Expression Optimization</vt:lpstr>
      <vt:lpstr>Expression Optimization</vt:lpstr>
      <vt:lpstr>Grammars</vt:lpstr>
      <vt:lpstr>Grammars</vt:lpstr>
      <vt:lpstr>Grammars</vt:lpstr>
      <vt:lpstr>Genetic Programming</vt:lpstr>
      <vt:lpstr>Genetic Programming</vt:lpstr>
      <vt:lpstr>PowerPoint Presentation</vt:lpstr>
      <vt:lpstr>Genetic Programming</vt:lpstr>
      <vt:lpstr>PowerPoint Presentation</vt:lpstr>
      <vt:lpstr>Genetic Programming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32</cp:revision>
  <dcterms:created xsi:type="dcterms:W3CDTF">2019-02-03T01:23:24Z</dcterms:created>
  <dcterms:modified xsi:type="dcterms:W3CDTF">2025-01-15T14:05:59Z</dcterms:modified>
</cp:coreProperties>
</file>