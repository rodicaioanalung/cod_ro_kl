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79" r:id="rId2"/>
    <p:sldId id="280" r:id="rId3"/>
    <p:sldId id="257" r:id="rId4"/>
    <p:sldId id="286" r:id="rId5"/>
    <p:sldId id="269" r:id="rId6"/>
    <p:sldId id="287" r:id="rId7"/>
    <p:sldId id="281" r:id="rId8"/>
    <p:sldId id="288" r:id="rId9"/>
    <p:sldId id="282" r:id="rId10"/>
    <p:sldId id="289" r:id="rId11"/>
    <p:sldId id="277" r:id="rId12"/>
  </p:sldIdLst>
  <p:sldSz cx="12192000" cy="6858000"/>
  <p:notesSz cx="9312275" cy="7026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undo custSel addSld delSld modSld">
      <pc:chgData name="Rodica Ioana Lung" userId="64ee56e8d7162e1e" providerId="LiveId" clId="{FBA19D0F-677B-56B8-863E-85AFCD084619}" dt="2026-08-31T10:54:06.026" v="72" actId="2696"/>
      <pc:docMkLst>
        <pc:docMk/>
      </pc:docMkLst>
      <pc:sldChg chg="delSp mod">
        <pc:chgData name="Rodica Ioana Lung" userId="64ee56e8d7162e1e" providerId="LiveId" clId="{FBA19D0F-677B-56B8-863E-85AFCD084619}" dt="2026-08-31T10:51:36.612" v="34" actId="478"/>
        <pc:sldMkLst>
          <pc:docMk/>
          <pc:sldMk cId="3139560907" sldId="257"/>
        </pc:sldMkLst>
        <pc:grpChg chg="del">
          <ac:chgData name="Rodica Ioana Lung" userId="64ee56e8d7162e1e" providerId="LiveId" clId="{FBA19D0F-677B-56B8-863E-85AFCD084619}" dt="2026-08-31T10:51:25.526" v="28" actId="478"/>
          <ac:grpSpMkLst>
            <pc:docMk/>
            <pc:sldMk cId="3139560907" sldId="257"/>
            <ac:grpSpMk id="22" creationId="{A1B616C6-8003-D9F8-6415-CCDD0CA0F7DA}"/>
          </ac:grpSpMkLst>
        </pc:grpChg>
        <pc:grpChg chg="del">
          <ac:chgData name="Rodica Ioana Lung" userId="64ee56e8d7162e1e" providerId="LiveId" clId="{FBA19D0F-677B-56B8-863E-85AFCD084619}" dt="2026-08-31T10:51:26.737" v="29" actId="478"/>
          <ac:grpSpMkLst>
            <pc:docMk/>
            <pc:sldMk cId="3139560907" sldId="257"/>
            <ac:grpSpMk id="33" creationId="{06B596E5-9E32-B446-1C76-AB469230ED25}"/>
          </ac:grpSpMkLst>
        </pc:grpChg>
        <pc:grpChg chg="del">
          <ac:chgData name="Rodica Ioana Lung" userId="64ee56e8d7162e1e" providerId="LiveId" clId="{FBA19D0F-677B-56B8-863E-85AFCD084619}" dt="2026-08-31T10:51:30.053" v="31" actId="478"/>
          <ac:grpSpMkLst>
            <pc:docMk/>
            <pc:sldMk cId="3139560907" sldId="257"/>
            <ac:grpSpMk id="37" creationId="{FAF36B49-9D99-E58C-4A74-015F22952D13}"/>
          </ac:grpSpMkLst>
        </pc:grpChg>
        <pc:grpChg chg="del">
          <ac:chgData name="Rodica Ioana Lung" userId="64ee56e8d7162e1e" providerId="LiveId" clId="{FBA19D0F-677B-56B8-863E-85AFCD084619}" dt="2026-08-31T10:51:28.167" v="30" actId="478"/>
          <ac:grpSpMkLst>
            <pc:docMk/>
            <pc:sldMk cId="3139560907" sldId="257"/>
            <ac:grpSpMk id="52" creationId="{83B629E2-5795-4FC2-37D0-161C78AFE64A}"/>
          </ac:grpSpMkLst>
        </pc:grpChg>
        <pc:grpChg chg="del">
          <ac:chgData name="Rodica Ioana Lung" userId="64ee56e8d7162e1e" providerId="LiveId" clId="{FBA19D0F-677B-56B8-863E-85AFCD084619}" dt="2026-08-31T10:51:32.525" v="32" actId="478"/>
          <ac:grpSpMkLst>
            <pc:docMk/>
            <pc:sldMk cId="3139560907" sldId="257"/>
            <ac:grpSpMk id="58" creationId="{FA884AA2-193C-5894-01B5-8B08C143278E}"/>
          </ac:grpSpMkLst>
        </pc:grpChg>
        <pc:grpChg chg="del">
          <ac:chgData name="Rodica Ioana Lung" userId="64ee56e8d7162e1e" providerId="LiveId" clId="{FBA19D0F-677B-56B8-863E-85AFCD084619}" dt="2026-08-31T10:51:34.117" v="33" actId="478"/>
          <ac:grpSpMkLst>
            <pc:docMk/>
            <pc:sldMk cId="3139560907" sldId="257"/>
            <ac:grpSpMk id="64" creationId="{602B04BC-4751-742B-ED3D-4A757ECD0D52}"/>
          </ac:grpSpMkLst>
        </pc:grpChg>
        <pc:grpChg chg="del">
          <ac:chgData name="Rodica Ioana Lung" userId="64ee56e8d7162e1e" providerId="LiveId" clId="{FBA19D0F-677B-56B8-863E-85AFCD084619}" dt="2026-08-31T10:51:18.875" v="25" actId="478"/>
          <ac:grpSpMkLst>
            <pc:docMk/>
            <pc:sldMk cId="3139560907" sldId="257"/>
            <ac:grpSpMk id="89" creationId="{FE9ADE66-A1C4-D67C-C2F9-010BA68CB767}"/>
          </ac:grpSpMkLst>
        </pc:grpChg>
        <pc:grpChg chg="del">
          <ac:chgData name="Rodica Ioana Lung" userId="64ee56e8d7162e1e" providerId="LiveId" clId="{FBA19D0F-677B-56B8-863E-85AFCD084619}" dt="2026-08-31T10:51:23.096" v="27" actId="478"/>
          <ac:grpSpMkLst>
            <pc:docMk/>
            <pc:sldMk cId="3139560907" sldId="257"/>
            <ac:grpSpMk id="94" creationId="{0FD521BA-EB79-67FA-EF85-47CC172F07AC}"/>
          </ac:grpSpMkLst>
        </pc:grpChg>
        <pc:grpChg chg="del">
          <ac:chgData name="Rodica Ioana Lung" userId="64ee56e8d7162e1e" providerId="LiveId" clId="{FBA19D0F-677B-56B8-863E-85AFCD084619}" dt="2026-08-31T10:51:21.254" v="26" actId="478"/>
          <ac:grpSpMkLst>
            <pc:docMk/>
            <pc:sldMk cId="3139560907" sldId="257"/>
            <ac:grpSpMk id="95" creationId="{77F859EE-A90B-3E9E-500E-C410889B1E31}"/>
          </ac:grpSpMkLst>
        </pc:grpChg>
        <pc:inkChg chg="del">
          <ac:chgData name="Rodica Ioana Lung" userId="64ee56e8d7162e1e" providerId="LiveId" clId="{FBA19D0F-677B-56B8-863E-85AFCD084619}" dt="2026-08-31T10:51:36.612" v="34" actId="478"/>
          <ac:inkMkLst>
            <pc:docMk/>
            <pc:sldMk cId="3139560907" sldId="257"/>
            <ac:inkMk id="23" creationId="{2FB9F1C6-5F6F-96C5-226D-394FB88D8109}"/>
          </ac:inkMkLst>
        </pc:inkChg>
        <pc:inkChg chg="del">
          <ac:chgData name="Rodica Ioana Lung" userId="64ee56e8d7162e1e" providerId="LiveId" clId="{FBA19D0F-677B-56B8-863E-85AFCD084619}" dt="2026-08-31T10:51:17.108" v="24" actId="478"/>
          <ac:inkMkLst>
            <pc:docMk/>
            <pc:sldMk cId="3139560907" sldId="257"/>
            <ac:inkMk id="79" creationId="{3A07E43E-42C0-7857-AE30-AF35A0E8AA1C}"/>
          </ac:inkMkLst>
        </pc:inkChg>
      </pc:sldChg>
      <pc:sldChg chg="addSp delSp mod">
        <pc:chgData name="Rodica Ioana Lung" userId="64ee56e8d7162e1e" providerId="LiveId" clId="{FBA19D0F-677B-56B8-863E-85AFCD084619}" dt="2026-08-31T10:52:52.711" v="53" actId="478"/>
        <pc:sldMkLst>
          <pc:docMk/>
          <pc:sldMk cId="1160623736" sldId="269"/>
        </pc:sldMkLst>
        <pc:grpChg chg="del">
          <ac:chgData name="Rodica Ioana Lung" userId="64ee56e8d7162e1e" providerId="LiveId" clId="{FBA19D0F-677B-56B8-863E-85AFCD084619}" dt="2026-08-31T10:52:05.123" v="43" actId="478"/>
          <ac:grpSpMkLst>
            <pc:docMk/>
            <pc:sldMk cId="1160623736" sldId="269"/>
            <ac:grpSpMk id="7" creationId="{84A34471-6186-2B96-65BD-F4DD9E692A7C}"/>
          </ac:grpSpMkLst>
        </pc:grpChg>
        <pc:grpChg chg="del">
          <ac:chgData name="Rodica Ioana Lung" userId="64ee56e8d7162e1e" providerId="LiveId" clId="{FBA19D0F-677B-56B8-863E-85AFCD084619}" dt="2026-08-31T10:52:00.924" v="41" actId="478"/>
          <ac:grpSpMkLst>
            <pc:docMk/>
            <pc:sldMk cId="1160623736" sldId="269"/>
            <ac:grpSpMk id="19" creationId="{0C1EF7AD-0D00-481E-705F-9C9C1C29994D}"/>
          </ac:grpSpMkLst>
        </pc:grpChg>
        <pc:grpChg chg="add del">
          <ac:chgData name="Rodica Ioana Lung" userId="64ee56e8d7162e1e" providerId="LiveId" clId="{FBA19D0F-677B-56B8-863E-85AFCD084619}" dt="2026-08-31T10:51:58.246" v="39" actId="478"/>
          <ac:grpSpMkLst>
            <pc:docMk/>
            <pc:sldMk cId="1160623736" sldId="269"/>
            <ac:grpSpMk id="45" creationId="{BD1D4640-D21C-8C9A-00DA-57E6E7210535}"/>
          </ac:grpSpMkLst>
        </pc:grpChg>
        <pc:inkChg chg="del">
          <ac:chgData name="Rodica Ioana Lung" userId="64ee56e8d7162e1e" providerId="LiveId" clId="{FBA19D0F-677B-56B8-863E-85AFCD084619}" dt="2026-08-31T10:52:50.582" v="52" actId="478"/>
          <ac:inkMkLst>
            <pc:docMk/>
            <pc:sldMk cId="1160623736" sldId="269"/>
            <ac:inkMk id="12" creationId="{F6F80D5F-76BA-E5B3-35EA-581860F337B8}"/>
          </ac:inkMkLst>
        </pc:inkChg>
        <pc:inkChg chg="add del">
          <ac:chgData name="Rodica Ioana Lung" userId="64ee56e8d7162e1e" providerId="LiveId" clId="{FBA19D0F-677B-56B8-863E-85AFCD084619}" dt="2026-08-31T10:52:48.143" v="51" actId="478"/>
          <ac:inkMkLst>
            <pc:docMk/>
            <pc:sldMk cId="1160623736" sldId="269"/>
            <ac:inkMk id="15" creationId="{1EC965EA-D746-0596-205D-1EAE23701218}"/>
          </ac:inkMkLst>
        </pc:inkChg>
        <pc:inkChg chg="del">
          <ac:chgData name="Rodica Ioana Lung" userId="64ee56e8d7162e1e" providerId="LiveId" clId="{FBA19D0F-677B-56B8-863E-85AFCD084619}" dt="2026-08-31T10:51:59.649" v="40" actId="478"/>
          <ac:inkMkLst>
            <pc:docMk/>
            <pc:sldMk cId="1160623736" sldId="269"/>
            <ac:inkMk id="16" creationId="{00D3ED66-0A9A-0DDD-5152-FC0A59602B48}"/>
          </ac:inkMkLst>
        </pc:inkChg>
        <pc:inkChg chg="del">
          <ac:chgData name="Rodica Ioana Lung" userId="64ee56e8d7162e1e" providerId="LiveId" clId="{FBA19D0F-677B-56B8-863E-85AFCD084619}" dt="2026-08-31T10:52:52.711" v="53" actId="478"/>
          <ac:inkMkLst>
            <pc:docMk/>
            <pc:sldMk cId="1160623736" sldId="269"/>
            <ac:inkMk id="17" creationId="{E9E9BA6D-C27C-11CD-F605-A260D46FD93F}"/>
          </ac:inkMkLst>
        </pc:inkChg>
        <pc:inkChg chg="del">
          <ac:chgData name="Rodica Ioana Lung" userId="64ee56e8d7162e1e" providerId="LiveId" clId="{FBA19D0F-677B-56B8-863E-85AFCD084619}" dt="2026-08-31T10:52:03.197" v="42" actId="478"/>
          <ac:inkMkLst>
            <pc:docMk/>
            <pc:sldMk cId="1160623736" sldId="269"/>
            <ac:inkMk id="37" creationId="{0CEE48A7-6C38-CC74-6DAE-A0E024B6D56F}"/>
          </ac:inkMkLst>
        </pc:inkChg>
      </pc:sldChg>
      <pc:sldChg chg="del">
        <pc:chgData name="Rodica Ioana Lung" userId="64ee56e8d7162e1e" providerId="LiveId" clId="{FBA19D0F-677B-56B8-863E-85AFCD084619}" dt="2026-08-31T10:53:58.541" v="68" actId="2696"/>
        <pc:sldMkLst>
          <pc:docMk/>
          <pc:sldMk cId="3477617302" sldId="270"/>
        </pc:sldMkLst>
      </pc:sldChg>
      <pc:sldChg chg="del">
        <pc:chgData name="Rodica Ioana Lung" userId="64ee56e8d7162e1e" providerId="LiveId" clId="{FBA19D0F-677B-56B8-863E-85AFCD084619}" dt="2026-08-31T10:54:00.617" v="70" actId="2696"/>
        <pc:sldMkLst>
          <pc:docMk/>
          <pc:sldMk cId="549464606" sldId="271"/>
        </pc:sldMkLst>
      </pc:sldChg>
      <pc:sldChg chg="del">
        <pc:chgData name="Rodica Ioana Lung" userId="64ee56e8d7162e1e" providerId="LiveId" clId="{FBA19D0F-677B-56B8-863E-85AFCD084619}" dt="2026-08-31T10:54:06.026" v="72" actId="2696"/>
        <pc:sldMkLst>
          <pc:docMk/>
          <pc:sldMk cId="2419108356" sldId="278"/>
        </pc:sldMkLst>
      </pc:sldChg>
      <pc:sldChg chg="delSp mod">
        <pc:chgData name="Rodica Ioana Lung" userId="64ee56e8d7162e1e" providerId="LiveId" clId="{FBA19D0F-677B-56B8-863E-85AFCD084619}" dt="2026-08-31T10:52:44.358" v="50" actId="478"/>
        <pc:sldMkLst>
          <pc:docMk/>
          <pc:sldMk cId="2060971615" sldId="281"/>
        </pc:sldMkLst>
        <pc:grpChg chg="del">
          <ac:chgData name="Rodica Ioana Lung" userId="64ee56e8d7162e1e" providerId="LiveId" clId="{FBA19D0F-677B-56B8-863E-85AFCD084619}" dt="2026-08-31T10:52:39.385" v="48" actId="478"/>
          <ac:grpSpMkLst>
            <pc:docMk/>
            <pc:sldMk cId="2060971615" sldId="281"/>
            <ac:grpSpMk id="58" creationId="{D92719CD-AA53-1EA8-CC99-8E6DDC45BBC0}"/>
          </ac:grpSpMkLst>
        </pc:grpChg>
        <pc:grpChg chg="del">
          <ac:chgData name="Rodica Ioana Lung" userId="64ee56e8d7162e1e" providerId="LiveId" clId="{FBA19D0F-677B-56B8-863E-85AFCD084619}" dt="2026-08-31T10:52:39.385" v="48" actId="478"/>
          <ac:grpSpMkLst>
            <pc:docMk/>
            <pc:sldMk cId="2060971615" sldId="281"/>
            <ac:grpSpMk id="61" creationId="{78380693-360E-92FA-0928-08DE41615991}"/>
          </ac:grpSpMkLst>
        </pc:grpChg>
        <pc:grpChg chg="del">
          <ac:chgData name="Rodica Ioana Lung" userId="64ee56e8d7162e1e" providerId="LiveId" clId="{FBA19D0F-677B-56B8-863E-85AFCD084619}" dt="2026-08-31T10:52:39.385" v="48" actId="478"/>
          <ac:grpSpMkLst>
            <pc:docMk/>
            <pc:sldMk cId="2060971615" sldId="281"/>
            <ac:grpSpMk id="81" creationId="{F3D1AD73-F61B-7F2D-0874-28534C1E9133}"/>
          </ac:grpSpMkLst>
        </pc:grpChg>
        <pc:grpChg chg="del">
          <ac:chgData name="Rodica Ioana Lung" userId="64ee56e8d7162e1e" providerId="LiveId" clId="{FBA19D0F-677B-56B8-863E-85AFCD084619}" dt="2026-08-31T10:52:42.791" v="49" actId="478"/>
          <ac:grpSpMkLst>
            <pc:docMk/>
            <pc:sldMk cId="2060971615" sldId="281"/>
            <ac:grpSpMk id="89" creationId="{DF4DB89F-C2E6-1729-EC32-E8CDDCE15745}"/>
          </ac:grpSpMkLst>
        </pc:grpChg>
        <pc:inkChg chg="del">
          <ac:chgData name="Rodica Ioana Lung" userId="64ee56e8d7162e1e" providerId="LiveId" clId="{FBA19D0F-677B-56B8-863E-85AFCD084619}" dt="2026-08-31T10:52:44.358" v="50" actId="478"/>
          <ac:inkMkLst>
            <pc:docMk/>
            <pc:sldMk cId="2060971615" sldId="281"/>
            <ac:inkMk id="6" creationId="{BA142AD0-FA44-DBB8-70DE-7AA2BE7576B9}"/>
          </ac:inkMkLst>
        </pc:inkChg>
        <pc:inkChg chg="del">
          <ac:chgData name="Rodica Ioana Lung" userId="64ee56e8d7162e1e" providerId="LiveId" clId="{FBA19D0F-677B-56B8-863E-85AFCD084619}" dt="2026-08-31T10:52:39.385" v="48" actId="478"/>
          <ac:inkMkLst>
            <pc:docMk/>
            <pc:sldMk cId="2060971615" sldId="281"/>
            <ac:inkMk id="7" creationId="{C8894093-3290-04BA-C0F0-CFF3677D4AC8}"/>
          </ac:inkMkLst>
        </pc:inkChg>
        <pc:inkChg chg="del">
          <ac:chgData name="Rodica Ioana Lung" userId="64ee56e8d7162e1e" providerId="LiveId" clId="{FBA19D0F-677B-56B8-863E-85AFCD084619}" dt="2026-08-31T10:52:39.385" v="48" actId="478"/>
          <ac:inkMkLst>
            <pc:docMk/>
            <pc:sldMk cId="2060971615" sldId="281"/>
            <ac:inkMk id="8" creationId="{00C4CDE4-5BB2-8C59-F939-F2DB84C5746E}"/>
          </ac:inkMkLst>
        </pc:inkChg>
        <pc:inkChg chg="del">
          <ac:chgData name="Rodica Ioana Lung" userId="64ee56e8d7162e1e" providerId="LiveId" clId="{FBA19D0F-677B-56B8-863E-85AFCD084619}" dt="2026-08-31T10:52:30.395" v="47" actId="478"/>
          <ac:inkMkLst>
            <pc:docMk/>
            <pc:sldMk cId="2060971615" sldId="281"/>
            <ac:inkMk id="62" creationId="{5079095E-FB5D-39D1-34B1-700C49BDC878}"/>
          </ac:inkMkLst>
        </pc:inkChg>
      </pc:sldChg>
      <pc:sldChg chg="delSp modSp mod">
        <pc:chgData name="Rodica Ioana Lung" userId="64ee56e8d7162e1e" providerId="LiveId" clId="{FBA19D0F-677B-56B8-863E-85AFCD084619}" dt="2026-08-31T10:53:43.723" v="65" actId="478"/>
        <pc:sldMkLst>
          <pc:docMk/>
          <pc:sldMk cId="1092716820" sldId="282"/>
        </pc:sldMkLst>
        <pc:spChg chg="del">
          <ac:chgData name="Rodica Ioana Lung" userId="64ee56e8d7162e1e" providerId="LiveId" clId="{FBA19D0F-677B-56B8-863E-85AFCD084619}" dt="2026-08-31T10:53:43.723" v="65" actId="478"/>
          <ac:spMkLst>
            <pc:docMk/>
            <pc:sldMk cId="1092716820" sldId="282"/>
            <ac:spMk id="4" creationId="{7F2993A8-3E63-4201-8368-CF984684D891}"/>
          </ac:spMkLst>
        </pc:spChg>
        <pc:grpChg chg="del">
          <ac:chgData name="Rodica Ioana Lung" userId="64ee56e8d7162e1e" providerId="LiveId" clId="{FBA19D0F-677B-56B8-863E-85AFCD084619}" dt="2026-08-31T10:53:43.723" v="65" actId="478"/>
          <ac:grpSpMkLst>
            <pc:docMk/>
            <pc:sldMk cId="1092716820" sldId="282"/>
            <ac:grpSpMk id="14" creationId="{8339FBE1-AF0D-14B5-A2D8-44CF6E5CAEA3}"/>
          </ac:grpSpMkLst>
        </pc:grpChg>
        <pc:grpChg chg="del">
          <ac:chgData name="Rodica Ioana Lung" userId="64ee56e8d7162e1e" providerId="LiveId" clId="{FBA19D0F-677B-56B8-863E-85AFCD084619}" dt="2026-08-31T10:53:43.723" v="65" actId="478"/>
          <ac:grpSpMkLst>
            <pc:docMk/>
            <pc:sldMk cId="1092716820" sldId="282"/>
            <ac:grpSpMk id="17" creationId="{9103BE00-9B02-3250-0501-388057DD1E9C}"/>
          </ac:grpSpMkLst>
        </pc:grpChg>
        <pc:grpChg chg="del">
          <ac:chgData name="Rodica Ioana Lung" userId="64ee56e8d7162e1e" providerId="LiveId" clId="{FBA19D0F-677B-56B8-863E-85AFCD084619}" dt="2026-08-31T10:53:43.723" v="65" actId="478"/>
          <ac:grpSpMkLst>
            <pc:docMk/>
            <pc:sldMk cId="1092716820" sldId="282"/>
            <ac:grpSpMk id="24" creationId="{38F5041F-7330-1E49-B5BE-81A77A6FFCB8}"/>
          </ac:grpSpMkLst>
        </pc:grpChg>
        <pc:grpChg chg="del mod">
          <ac:chgData name="Rodica Ioana Lung" userId="64ee56e8d7162e1e" providerId="LiveId" clId="{FBA19D0F-677B-56B8-863E-85AFCD084619}" dt="2026-08-31T10:53:19.263" v="57" actId="478"/>
          <ac:grpSpMkLst>
            <pc:docMk/>
            <pc:sldMk cId="1092716820" sldId="282"/>
            <ac:grpSpMk id="54" creationId="{EFAD04C6-7A0F-A6FC-6E43-5F7C9229E6DB}"/>
          </ac:grpSpMkLst>
        </pc:grpChg>
        <pc:grpChg chg="del">
          <ac:chgData name="Rodica Ioana Lung" userId="64ee56e8d7162e1e" providerId="LiveId" clId="{FBA19D0F-677B-56B8-863E-85AFCD084619}" dt="2026-08-31T10:53:15.995" v="55" actId="478"/>
          <ac:grpSpMkLst>
            <pc:docMk/>
            <pc:sldMk cId="1092716820" sldId="282"/>
            <ac:grpSpMk id="60" creationId="{937F19FD-22C2-B936-CF73-0BC9AF1A6F7B}"/>
          </ac:grpSpMkLst>
        </pc:grpChg>
        <pc:grpChg chg="del mod">
          <ac:chgData name="Rodica Ioana Lung" userId="64ee56e8d7162e1e" providerId="LiveId" clId="{FBA19D0F-677B-56B8-863E-85AFCD084619}" dt="2026-08-31T10:53:23.121" v="60" actId="478"/>
          <ac:grpSpMkLst>
            <pc:docMk/>
            <pc:sldMk cId="1092716820" sldId="282"/>
            <ac:grpSpMk id="66" creationId="{383F1F1E-9281-516A-D68B-E75A640F5A6F}"/>
          </ac:grpSpMkLst>
        </pc:grpChg>
        <pc:grpChg chg="del">
          <ac:chgData name="Rodica Ioana Lung" userId="64ee56e8d7162e1e" providerId="LiveId" clId="{FBA19D0F-677B-56B8-863E-85AFCD084619}" dt="2026-08-31T10:53:43.723" v="65" actId="478"/>
          <ac:grpSpMkLst>
            <pc:docMk/>
            <pc:sldMk cId="1092716820" sldId="282"/>
            <ac:grpSpMk id="80" creationId="{EB19F2CE-B3AD-0658-668E-2A8B7660F004}"/>
          </ac:grpSpMkLst>
        </pc:grpChg>
        <pc:grpChg chg="del">
          <ac:chgData name="Rodica Ioana Lung" userId="64ee56e8d7162e1e" providerId="LiveId" clId="{FBA19D0F-677B-56B8-863E-85AFCD084619}" dt="2026-08-31T10:53:43.723" v="65" actId="478"/>
          <ac:grpSpMkLst>
            <pc:docMk/>
            <pc:sldMk cId="1092716820" sldId="282"/>
            <ac:grpSpMk id="97" creationId="{0A42DB7B-8636-7F7B-A81A-BAD1C423BBBB}"/>
          </ac:grpSpMkLst>
        </pc:grpChg>
        <pc:grpChg chg="del">
          <ac:chgData name="Rodica Ioana Lung" userId="64ee56e8d7162e1e" providerId="LiveId" clId="{FBA19D0F-677B-56B8-863E-85AFCD084619}" dt="2026-08-31T10:53:26.967" v="62" actId="478"/>
          <ac:grpSpMkLst>
            <pc:docMk/>
            <pc:sldMk cId="1092716820" sldId="282"/>
            <ac:grpSpMk id="105" creationId="{F321734D-3172-73B4-73E4-C4BE48779E15}"/>
          </ac:grpSpMkLst>
        </pc:grpChg>
        <pc:grpChg chg="del">
          <ac:chgData name="Rodica Ioana Lung" userId="64ee56e8d7162e1e" providerId="LiveId" clId="{FBA19D0F-677B-56B8-863E-85AFCD084619}" dt="2026-08-31T10:53:25.344" v="61" actId="478"/>
          <ac:grpSpMkLst>
            <pc:docMk/>
            <pc:sldMk cId="1092716820" sldId="282"/>
            <ac:grpSpMk id="106" creationId="{0DF6586C-ADE3-89E6-5E39-F91CEB584A41}"/>
          </ac:grpSpMkLst>
        </pc:grpChg>
        <pc:grpChg chg="del">
          <ac:chgData name="Rodica Ioana Lung" userId="64ee56e8d7162e1e" providerId="LiveId" clId="{FBA19D0F-677B-56B8-863E-85AFCD084619}" dt="2026-08-31T10:53:43.723" v="65" actId="478"/>
          <ac:grpSpMkLst>
            <pc:docMk/>
            <pc:sldMk cId="1092716820" sldId="282"/>
            <ac:grpSpMk id="119" creationId="{697413A5-0E0B-EC83-121A-DC5CB333BE06}"/>
          </ac:grpSpMkLst>
        </pc:grpChg>
        <pc:grpChg chg="del">
          <ac:chgData name="Rodica Ioana Lung" userId="64ee56e8d7162e1e" providerId="LiveId" clId="{FBA19D0F-677B-56B8-863E-85AFCD084619}" dt="2026-08-31T10:53:43.723" v="65" actId="478"/>
          <ac:grpSpMkLst>
            <pc:docMk/>
            <pc:sldMk cId="1092716820" sldId="282"/>
            <ac:grpSpMk id="121" creationId="{A9BBAE27-00B9-0276-208A-677200FA9FA7}"/>
          </ac:grpSpMkLst>
        </pc:grpChg>
        <pc:inkChg chg="del">
          <ac:chgData name="Rodica Ioana Lung" userId="64ee56e8d7162e1e" providerId="LiveId" clId="{FBA19D0F-677B-56B8-863E-85AFCD084619}" dt="2026-08-31T10:53:43.723" v="65" actId="478"/>
          <ac:inkMkLst>
            <pc:docMk/>
            <pc:sldMk cId="1092716820" sldId="282"/>
            <ac:inkMk id="3" creationId="{340DA79D-C386-9E88-5781-85BF2C3D1C4F}"/>
          </ac:inkMkLst>
        </pc:inkChg>
        <pc:inkChg chg="del">
          <ac:chgData name="Rodica Ioana Lung" userId="64ee56e8d7162e1e" providerId="LiveId" clId="{FBA19D0F-677B-56B8-863E-85AFCD084619}" dt="2026-08-31T10:53:20.855" v="58" actId="478"/>
          <ac:inkMkLst>
            <pc:docMk/>
            <pc:sldMk cId="1092716820" sldId="282"/>
            <ac:inkMk id="67" creationId="{9C451F45-5990-0F5D-B775-ADE77420FE05}"/>
          </ac:inkMkLst>
        </pc:inkChg>
        <pc:inkChg chg="del">
          <ac:chgData name="Rodica Ioana Lung" userId="64ee56e8d7162e1e" providerId="LiveId" clId="{FBA19D0F-677B-56B8-863E-85AFCD084619}" dt="2026-08-31T10:53:28.251" v="63" actId="478"/>
          <ac:inkMkLst>
            <pc:docMk/>
            <pc:sldMk cId="1092716820" sldId="282"/>
            <ac:inkMk id="68" creationId="{271BBB4D-661A-629C-FD4F-987671478E86}"/>
          </ac:inkMkLst>
        </pc:inkChg>
        <pc:inkChg chg="del">
          <ac:chgData name="Rodica Ioana Lung" userId="64ee56e8d7162e1e" providerId="LiveId" clId="{FBA19D0F-677B-56B8-863E-85AFCD084619}" dt="2026-08-31T10:53:43.723" v="65" actId="478"/>
          <ac:inkMkLst>
            <pc:docMk/>
            <pc:sldMk cId="1092716820" sldId="282"/>
            <ac:inkMk id="81" creationId="{5EC665A1-CDC3-7C67-7306-9910A350DC8B}"/>
          </ac:inkMkLst>
        </pc:inkChg>
        <pc:inkChg chg="del">
          <ac:chgData name="Rodica Ioana Lung" userId="64ee56e8d7162e1e" providerId="LiveId" clId="{FBA19D0F-677B-56B8-863E-85AFCD084619}" dt="2026-08-31T10:53:29.658" v="64" actId="478"/>
          <ac:inkMkLst>
            <pc:docMk/>
            <pc:sldMk cId="1092716820" sldId="282"/>
            <ac:inkMk id="104" creationId="{1991CD9B-59A9-04C4-44F2-52D27383B68C}"/>
          </ac:inkMkLst>
        </pc:inkChg>
      </pc:sldChg>
      <pc:sldChg chg="del">
        <pc:chgData name="Rodica Ioana Lung" userId="64ee56e8d7162e1e" providerId="LiveId" clId="{FBA19D0F-677B-56B8-863E-85AFCD084619}" dt="2026-08-31T10:53:56.579" v="67" actId="2696"/>
        <pc:sldMkLst>
          <pc:docMk/>
          <pc:sldMk cId="2958327888" sldId="283"/>
        </pc:sldMkLst>
      </pc:sldChg>
      <pc:sldChg chg="del">
        <pc:chgData name="Rodica Ioana Lung" userId="64ee56e8d7162e1e" providerId="LiveId" clId="{FBA19D0F-677B-56B8-863E-85AFCD084619}" dt="2026-08-31T10:53:59.782" v="69" actId="2696"/>
        <pc:sldMkLst>
          <pc:docMk/>
          <pc:sldMk cId="1893867996" sldId="284"/>
        </pc:sldMkLst>
      </pc:sldChg>
      <pc:sldChg chg="del">
        <pc:chgData name="Rodica Ioana Lung" userId="64ee56e8d7162e1e" providerId="LiveId" clId="{FBA19D0F-677B-56B8-863E-85AFCD084619}" dt="2026-08-31T10:54:01.715" v="71" actId="2696"/>
        <pc:sldMkLst>
          <pc:docMk/>
          <pc:sldMk cId="898009227" sldId="285"/>
        </pc:sldMkLst>
      </pc:sldChg>
      <pc:sldChg chg="delSp mod">
        <pc:chgData name="Rodica Ioana Lung" userId="64ee56e8d7162e1e" providerId="LiveId" clId="{FBA19D0F-677B-56B8-863E-85AFCD084619}" dt="2026-08-31T10:51:48.719" v="36" actId="478"/>
        <pc:sldMkLst>
          <pc:docMk/>
          <pc:sldMk cId="498150424" sldId="286"/>
        </pc:sldMkLst>
        <pc:spChg chg="del">
          <ac:chgData name="Rodica Ioana Lung" userId="64ee56e8d7162e1e" providerId="LiveId" clId="{FBA19D0F-677B-56B8-863E-85AFCD084619}" dt="2026-08-31T10:51:48.719" v="36" actId="478"/>
          <ac:spMkLst>
            <pc:docMk/>
            <pc:sldMk cId="498150424" sldId="286"/>
            <ac:spMk id="2" creationId="{F8B3ACA0-5EB3-B472-63AC-B71EFBDF33B8}"/>
          </ac:spMkLst>
        </pc:s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10" creationId="{8BCC15D8-EA69-19DF-DECE-9FBA7611625F}"/>
          </ac:grpSpMkLst>
        </pc:gr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13" creationId="{C3F93430-BDF7-ED27-B1E0-8595CF25C18C}"/>
          </ac:grpSpMkLst>
        </pc:gr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18" creationId="{C4C5C4BB-0B6B-933D-6164-D3962F5E256C}"/>
          </ac:grpSpMkLst>
        </pc:gr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22" creationId="{19A982A7-6E7E-470E-95A2-D132C2112777}"/>
          </ac:grpSpMkLst>
        </pc:gr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38" creationId="{7204112B-06B5-FDEA-467C-D55E0DAA6E87}"/>
          </ac:grpSpMkLst>
        </pc:gr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73" creationId="{84487038-C0D5-F1AA-33DB-04F0BF211C50}"/>
          </ac:grpSpMkLst>
        </pc:gr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76" creationId="{5180965C-9FE7-1ECB-13DB-96B9E4B399F9}"/>
          </ac:grpSpMkLst>
        </pc:gr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92" creationId="{002FD62A-1CDA-5FAF-3E0B-686930296E3C}"/>
          </ac:grpSpMkLst>
        </pc:grpChg>
        <pc:grpChg chg="del">
          <ac:chgData name="Rodica Ioana Lung" userId="64ee56e8d7162e1e" providerId="LiveId" clId="{FBA19D0F-677B-56B8-863E-85AFCD084619}" dt="2026-08-31T10:51:48.719" v="36" actId="478"/>
          <ac:grpSpMkLst>
            <pc:docMk/>
            <pc:sldMk cId="498150424" sldId="286"/>
            <ac:grpSpMk id="95" creationId="{F90FF125-FE21-60AE-3C42-9D39CB41C246}"/>
          </ac:grpSpMkLst>
        </pc:grpChg>
        <pc:inkChg chg="del">
          <ac:chgData name="Rodica Ioana Lung" userId="64ee56e8d7162e1e" providerId="LiveId" clId="{FBA19D0F-677B-56B8-863E-85AFCD084619}" dt="2026-08-31T10:51:42.040" v="35" actId="478"/>
          <ac:inkMkLst>
            <pc:docMk/>
            <pc:sldMk cId="498150424" sldId="286"/>
            <ac:inkMk id="69" creationId="{C1032455-2167-F107-358E-A022A4188137}"/>
          </ac:inkMkLst>
        </pc:inkChg>
      </pc:sldChg>
      <pc:sldChg chg="delSp mod">
        <pc:chgData name="Rodica Ioana Lung" userId="64ee56e8d7162e1e" providerId="LiveId" clId="{FBA19D0F-677B-56B8-863E-85AFCD084619}" dt="2026-08-31T10:52:24.324" v="46" actId="478"/>
        <pc:sldMkLst>
          <pc:docMk/>
          <pc:sldMk cId="2772335340" sldId="287"/>
        </pc:sldMkLst>
        <pc:grpChg chg="del">
          <ac:chgData name="Rodica Ioana Lung" userId="64ee56e8d7162e1e" providerId="LiveId" clId="{FBA19D0F-677B-56B8-863E-85AFCD084619}" dt="2026-08-31T10:52:24.324" v="46" actId="478"/>
          <ac:grpSpMkLst>
            <pc:docMk/>
            <pc:sldMk cId="2772335340" sldId="287"/>
            <ac:grpSpMk id="7" creationId="{CA968BC0-6FDB-5AE7-EC4D-EBE9A0E9363F}"/>
          </ac:grpSpMkLst>
        </pc:grpChg>
        <pc:grpChg chg="del">
          <ac:chgData name="Rodica Ioana Lung" userId="64ee56e8d7162e1e" providerId="LiveId" clId="{FBA19D0F-677B-56B8-863E-85AFCD084619}" dt="2026-08-31T10:52:24.324" v="46" actId="478"/>
          <ac:grpSpMkLst>
            <pc:docMk/>
            <pc:sldMk cId="2772335340" sldId="287"/>
            <ac:grpSpMk id="10" creationId="{464A8DCE-5455-B7FC-C1E0-1F0BC55C1EB4}"/>
          </ac:grpSpMkLst>
        </pc:grpChg>
        <pc:inkChg chg="del">
          <ac:chgData name="Rodica Ioana Lung" userId="64ee56e8d7162e1e" providerId="LiveId" clId="{FBA19D0F-677B-56B8-863E-85AFCD084619}" dt="2026-08-31T10:52:24.324" v="46" actId="478"/>
          <ac:inkMkLst>
            <pc:docMk/>
            <pc:sldMk cId="2772335340" sldId="287"/>
            <ac:inkMk id="4" creationId="{CA6BAA69-5A1F-8940-BBFE-E8CF858416E5}"/>
          </ac:inkMkLst>
        </pc:inkChg>
        <pc:inkChg chg="del">
          <ac:chgData name="Rodica Ioana Lung" userId="64ee56e8d7162e1e" providerId="LiveId" clId="{FBA19D0F-677B-56B8-863E-85AFCD084619}" dt="2026-08-31T10:52:24.324" v="46" actId="478"/>
          <ac:inkMkLst>
            <pc:docMk/>
            <pc:sldMk cId="2772335340" sldId="287"/>
            <ac:inkMk id="11" creationId="{B36D4170-8880-C4BD-8DA7-A0479C34B29C}"/>
          </ac:inkMkLst>
        </pc:inkChg>
      </pc:sldChg>
      <pc:sldChg chg="delSp mod">
        <pc:chgData name="Rodica Ioana Lung" userId="64ee56e8d7162e1e" providerId="LiveId" clId="{FBA19D0F-677B-56B8-863E-85AFCD084619}" dt="2026-08-31T10:53:10.421" v="54" actId="478"/>
        <pc:sldMkLst>
          <pc:docMk/>
          <pc:sldMk cId="438869947" sldId="288"/>
        </pc:sldMkLst>
        <pc:spChg chg="del">
          <ac:chgData name="Rodica Ioana Lung" userId="64ee56e8d7162e1e" providerId="LiveId" clId="{FBA19D0F-677B-56B8-863E-85AFCD084619}" dt="2026-08-31T10:53:10.421" v="54" actId="478"/>
          <ac:spMkLst>
            <pc:docMk/>
            <pc:sldMk cId="438869947" sldId="288"/>
            <ac:spMk id="2" creationId="{7B4D717A-5C44-B717-7142-2D89D079CE8E}"/>
          </ac:spMkLst>
        </pc:spChg>
        <pc:grpChg chg="del">
          <ac:chgData name="Rodica Ioana Lung" userId="64ee56e8d7162e1e" providerId="LiveId" clId="{FBA19D0F-677B-56B8-863E-85AFCD084619}" dt="2026-08-31T10:53:10.421" v="54" actId="478"/>
          <ac:grpSpMkLst>
            <pc:docMk/>
            <pc:sldMk cId="438869947" sldId="288"/>
            <ac:grpSpMk id="27" creationId="{8B9E97B7-A04C-6169-4704-732D7BA68022}"/>
          </ac:grpSpMkLst>
        </pc:grpChg>
        <pc:grpChg chg="del">
          <ac:chgData name="Rodica Ioana Lung" userId="64ee56e8d7162e1e" providerId="LiveId" clId="{FBA19D0F-677B-56B8-863E-85AFCD084619}" dt="2026-08-31T10:53:10.421" v="54" actId="478"/>
          <ac:grpSpMkLst>
            <pc:docMk/>
            <pc:sldMk cId="438869947" sldId="288"/>
            <ac:grpSpMk id="30" creationId="{3F2C9AFC-A362-F1E7-41ED-73D5B422D8ED}"/>
          </ac:grpSpMkLst>
        </pc:grpChg>
        <pc:grpChg chg="del">
          <ac:chgData name="Rodica Ioana Lung" userId="64ee56e8d7162e1e" providerId="LiveId" clId="{FBA19D0F-677B-56B8-863E-85AFCD084619}" dt="2026-08-31T10:53:10.421" v="54" actId="478"/>
          <ac:grpSpMkLst>
            <pc:docMk/>
            <pc:sldMk cId="438869947" sldId="288"/>
            <ac:grpSpMk id="38" creationId="{469D93F8-7E24-5519-F79E-855756DC89EE}"/>
          </ac:grpSpMkLst>
        </pc:grpChg>
        <pc:grpChg chg="del">
          <ac:chgData name="Rodica Ioana Lung" userId="64ee56e8d7162e1e" providerId="LiveId" clId="{FBA19D0F-677B-56B8-863E-85AFCD084619}" dt="2026-08-31T10:53:10.421" v="54" actId="478"/>
          <ac:grpSpMkLst>
            <pc:docMk/>
            <pc:sldMk cId="438869947" sldId="288"/>
            <ac:grpSpMk id="40" creationId="{8E0D77B2-B248-A179-EB9D-94F86A18F769}"/>
          </ac:grpSpMkLst>
        </pc:grpChg>
        <pc:grpChg chg="del">
          <ac:chgData name="Rodica Ioana Lung" userId="64ee56e8d7162e1e" providerId="LiveId" clId="{FBA19D0F-677B-56B8-863E-85AFCD084619}" dt="2026-08-31T10:53:10.421" v="54" actId="478"/>
          <ac:grpSpMkLst>
            <pc:docMk/>
            <pc:sldMk cId="438869947" sldId="288"/>
            <ac:grpSpMk id="46" creationId="{2613EF99-4861-D587-4DDD-6DE27A3DB96D}"/>
          </ac:grpSpMkLst>
        </pc:grpChg>
        <pc:grpChg chg="del">
          <ac:chgData name="Rodica Ioana Lung" userId="64ee56e8d7162e1e" providerId="LiveId" clId="{FBA19D0F-677B-56B8-863E-85AFCD084619}" dt="2026-08-31T10:53:10.421" v="54" actId="478"/>
          <ac:grpSpMkLst>
            <pc:docMk/>
            <pc:sldMk cId="438869947" sldId="288"/>
            <ac:grpSpMk id="48" creationId="{CC56EAE5-CA47-48BE-F23B-558D00514635}"/>
          </ac:grpSpMkLst>
        </pc:grpChg>
        <pc:grpChg chg="del">
          <ac:chgData name="Rodica Ioana Lung" userId="64ee56e8d7162e1e" providerId="LiveId" clId="{FBA19D0F-677B-56B8-863E-85AFCD084619}" dt="2026-08-31T10:53:10.421" v="54" actId="478"/>
          <ac:grpSpMkLst>
            <pc:docMk/>
            <pc:sldMk cId="438869947" sldId="288"/>
            <ac:grpSpMk id="52" creationId="{03598D73-9323-8797-82FD-20F74854B090}"/>
          </ac:grpSpMkLst>
        </pc:grpChg>
        <pc:grpChg chg="del">
          <ac:chgData name="Rodica Ioana Lung" userId="64ee56e8d7162e1e" providerId="LiveId" clId="{FBA19D0F-677B-56B8-863E-85AFCD084619}" dt="2026-08-31T10:53:10.421" v="54" actId="478"/>
          <ac:grpSpMkLst>
            <pc:docMk/>
            <pc:sldMk cId="438869947" sldId="288"/>
            <ac:grpSpMk id="55" creationId="{CAFD9BFF-8E2F-757E-FBE6-5DC27BF5BBAA}"/>
          </ac:grpSpMkLst>
        </pc:grpChg>
        <pc:inkChg chg="del">
          <ac:chgData name="Rodica Ioana Lung" userId="64ee56e8d7162e1e" providerId="LiveId" clId="{FBA19D0F-677B-56B8-863E-85AFCD084619}" dt="2026-08-31T10:53:10.421" v="54" actId="478"/>
          <ac:inkMkLst>
            <pc:docMk/>
            <pc:sldMk cId="438869947" sldId="288"/>
            <ac:inkMk id="4" creationId="{76B77EE8-6B45-4162-1341-7EF067DD3506}"/>
          </ac:inkMkLst>
        </pc:inkChg>
      </pc:sldChg>
      <pc:sldChg chg="delSp mod">
        <pc:chgData name="Rodica Ioana Lung" userId="64ee56e8d7162e1e" providerId="LiveId" clId="{FBA19D0F-677B-56B8-863E-85AFCD084619}" dt="2026-08-31T10:53:52.236" v="66" actId="478"/>
        <pc:sldMkLst>
          <pc:docMk/>
          <pc:sldMk cId="3300132112" sldId="289"/>
        </pc:sldMkLst>
        <pc:spChg chg="del">
          <ac:chgData name="Rodica Ioana Lung" userId="64ee56e8d7162e1e" providerId="LiveId" clId="{FBA19D0F-677B-56B8-863E-85AFCD084619}" dt="2026-08-31T10:53:52.236" v="66" actId="478"/>
          <ac:spMkLst>
            <pc:docMk/>
            <pc:sldMk cId="3300132112" sldId="289"/>
            <ac:spMk id="2" creationId="{2D7D179F-0D2A-20D6-CD30-BCAC80322B22}"/>
          </ac:spMkLst>
        </pc:spChg>
        <pc:grpChg chg="del">
          <ac:chgData name="Rodica Ioana Lung" userId="64ee56e8d7162e1e" providerId="LiveId" clId="{FBA19D0F-677B-56B8-863E-85AFCD084619}" dt="2026-08-31T10:53:52.236" v="66" actId="478"/>
          <ac:grpSpMkLst>
            <pc:docMk/>
            <pc:sldMk cId="3300132112" sldId="289"/>
            <ac:grpSpMk id="15" creationId="{819E97D4-7208-8C6C-4286-97F6853E0997}"/>
          </ac:grpSpMkLst>
        </pc:grpChg>
        <pc:grpChg chg="del">
          <ac:chgData name="Rodica Ioana Lung" userId="64ee56e8d7162e1e" providerId="LiveId" clId="{FBA19D0F-677B-56B8-863E-85AFCD084619}" dt="2026-08-31T10:53:52.236" v="66" actId="478"/>
          <ac:grpSpMkLst>
            <pc:docMk/>
            <pc:sldMk cId="3300132112" sldId="289"/>
            <ac:grpSpMk id="19" creationId="{237FF801-4F84-C7A9-548C-92AC7C7AC416}"/>
          </ac:grpSpMkLst>
        </pc:grpChg>
        <pc:grpChg chg="del">
          <ac:chgData name="Rodica Ioana Lung" userId="64ee56e8d7162e1e" providerId="LiveId" clId="{FBA19D0F-677B-56B8-863E-85AFCD084619}" dt="2026-08-31T10:53:52.236" v="66" actId="478"/>
          <ac:grpSpMkLst>
            <pc:docMk/>
            <pc:sldMk cId="3300132112" sldId="289"/>
            <ac:grpSpMk id="22" creationId="{F85E5511-1416-B718-D697-925DBD4A02DB}"/>
          </ac:grpSpMkLst>
        </pc:grpChg>
        <pc:grpChg chg="del">
          <ac:chgData name="Rodica Ioana Lung" userId="64ee56e8d7162e1e" providerId="LiveId" clId="{FBA19D0F-677B-56B8-863E-85AFCD084619}" dt="2026-08-31T10:53:52.236" v="66" actId="478"/>
          <ac:grpSpMkLst>
            <pc:docMk/>
            <pc:sldMk cId="3300132112" sldId="289"/>
            <ac:grpSpMk id="26" creationId="{C7D2E4E5-9794-427C-A45C-8A6E86208D25}"/>
          </ac:grpSpMkLst>
        </pc:grpChg>
        <pc:grpChg chg="del">
          <ac:chgData name="Rodica Ioana Lung" userId="64ee56e8d7162e1e" providerId="LiveId" clId="{FBA19D0F-677B-56B8-863E-85AFCD084619}" dt="2026-08-31T10:53:52.236" v="66" actId="478"/>
          <ac:grpSpMkLst>
            <pc:docMk/>
            <pc:sldMk cId="3300132112" sldId="289"/>
            <ac:grpSpMk id="29" creationId="{752434E1-8049-F285-D3C9-0CD95E571F34}"/>
          </ac:grpSpMkLst>
        </pc:grpChg>
        <pc:grpChg chg="del">
          <ac:chgData name="Rodica Ioana Lung" userId="64ee56e8d7162e1e" providerId="LiveId" clId="{FBA19D0F-677B-56B8-863E-85AFCD084619}" dt="2026-08-31T10:53:52.236" v="66" actId="478"/>
          <ac:grpSpMkLst>
            <pc:docMk/>
            <pc:sldMk cId="3300132112" sldId="289"/>
            <ac:grpSpMk id="38" creationId="{B80EEECF-6E0E-A936-48C2-75DAA26539B0}"/>
          </ac:grpSpMkLst>
        </pc:grpChg>
        <pc:grpChg chg="del">
          <ac:chgData name="Rodica Ioana Lung" userId="64ee56e8d7162e1e" providerId="LiveId" clId="{FBA19D0F-677B-56B8-863E-85AFCD084619}" dt="2026-08-31T10:53:52.236" v="66" actId="478"/>
          <ac:grpSpMkLst>
            <pc:docMk/>
            <pc:sldMk cId="3300132112" sldId="289"/>
            <ac:grpSpMk id="41" creationId="{E87A6333-4566-7E7B-F1B0-646FF0E719A7}"/>
          </ac:grpSpMkLst>
        </pc:grpChg>
        <pc:grpChg chg="del">
          <ac:chgData name="Rodica Ioana Lung" userId="64ee56e8d7162e1e" providerId="LiveId" clId="{FBA19D0F-677B-56B8-863E-85AFCD084619}" dt="2026-08-31T10:53:52.236" v="66" actId="478"/>
          <ac:grpSpMkLst>
            <pc:docMk/>
            <pc:sldMk cId="3300132112" sldId="289"/>
            <ac:grpSpMk id="46" creationId="{7B33F6CA-7401-E196-825E-DD50652E0B09}"/>
          </ac:grpSpMkLst>
        </pc:grpChg>
        <pc:inkChg chg="del">
          <ac:chgData name="Rodica Ioana Lung" userId="64ee56e8d7162e1e" providerId="LiveId" clId="{FBA19D0F-677B-56B8-863E-85AFCD084619}" dt="2026-08-31T10:53:52.236" v="66" actId="478"/>
          <ac:inkMkLst>
            <pc:docMk/>
            <pc:sldMk cId="3300132112" sldId="289"/>
            <ac:inkMk id="4" creationId="{26DD4F4D-64FC-3C52-918F-1FE92FF8078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1:35.5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208 85 3223 0 0,'-10'-26'811'0'0,"8"21"-294"0"0,1 0 0 0 0,-1 0-1 0 0,0 0 1 0 0,0 1 0 0 0,-1-1-1 0 0,1 0 1 0 0,-1 1 0 0 0,-4-5 0 0 0,6 8-434 0 0,0 0 0 0 0,0 0 0 0 0,0 0 0 0 0,0 0 0 0 0,0 0 0 0 0,0 1 0 0 0,-1-1 0 0 0,1 0 0 0 0,0 1 0 0 0,0-1 0 0 0,0 1 0 0 0,-1-1-1 0 0,1 1 1 0 0,0-1 0 0 0,-1 1 0 0 0,1 0 0 0 0,0 0 0 0 0,-1 0 0 0 0,1 0 0 0 0,0 0 0 0 0,-1 0 0 0 0,1 0 0 0 0,0 0 0 0 0,-1 0 0 0 0,1 1 0 0 0,0-1 0 0 0,0 1 0 0 0,-1-1 0 0 0,1 1 0 0 0,0-1 0 0 0,0 1 0 0 0,-1 0 0 0 0,1-1 0 0 0,0 1 0 0 0,0 0 0 0 0,0 0 0 0 0,0 0 0 0 0,0 0 0 0 0,-1 2 0 0 0,-4 4 72 0 0,0 1 1 0 0,0-1-1 0 0,1 1 0 0 0,-6 13 0 0 0,9-16-32 0 0,-5 7-22 0 0,-4 8 375 0 0,1 0 0 0 0,-14 40 0 0 0,22-54-371 0 0,0 0 0 0 0,1 0 0 0 0,0 0 0 0 0,0 0 0 0 0,1 0 0 0 0,-1 0 0 0 0,1 1 0 0 0,1-1 0 0 0,-1 0 0 0 0,1 0 0 0 0,0 0 0 0 0,0 0 0 0 0,1 0 1 0 0,0 0-1 0 0,3 8 0 0 0,-2-8-9 0 0,0 0 1 0 0,0 0 0 0 0,1-1 0 0 0,-1 0 0 0 0,1 1 0 0 0,0-1 0 0 0,7 6-1 0 0,-9-9-90 0 0,0-1 0 0 0,0 0 0 0 0,0 0 0 0 0,0 0 0 0 0,0 0 0 0 0,0 0 0 0 0,0 0 0 0 0,0-1 0 0 0,0 1 0 0 0,0-1 0 0 0,1 1 0 0 0,-1-1 0 0 0,0 0 0 0 0,0 0 0 0 0,0 0 0 0 0,1 0 0 0 0,-1 0 0 0 0,0 0 0 0 0,0-1 0 0 0,0 1 0 0 0,1-1 0 0 0,-1 1 0 0 0,0-1 0 0 0,0 0 0 0 0,2-1 0 0 0,0 0 10 0 0,1-1 0 0 0,-1 1 0 0 0,0-1 0 0 0,-1 1 0 0 0,1-1 0 0 0,-1 0 0 0 0,1 0 0 0 0,-1-1 0 0 0,0 1 0 0 0,0-1 0 0 0,0 0 0 0 0,0 0 0 0 0,-1 0 0 0 0,0 0 0 0 0,0 0 0 0 0,0 0 0 0 0,0 0 0 0 0,0-1 0 0 0,-1 1-1 0 0,0-1 1 0 0,0 0 0 0 0,0 1 0 0 0,-1-1 0 0 0,1-4 0 0 0,-1-10 165 0 0,-1 0-1 0 0,0 0 0 0 0,-1 1 0 0 0,-7-29 0 0 0,8 43-160 0 0,0 0-1 0 0,0 0 0 0 0,-1 0 0 0 0,1 0 1 0 0,-1 0-1 0 0,0 1 0 0 0,0-1 1 0 0,0 0-1 0 0,0 1 0 0 0,-1 0 1 0 0,1 0-1 0 0,-1-1 0 0 0,0 1 1 0 0,0 1-1 0 0,-3-4 0 0 0,3 5-12 0 0,1-1 0 0 0,0 1 0 0 0,-1 0 0 0 0,1 0 0 0 0,-1 0 0 0 0,0 0 0 0 0,1 0 0 0 0,-1 1 0 0 0,1-1 0 0 0,-1 1 0 0 0,0 0 0 0 0,0-1 0 0 0,1 1 0 0 0,-1 0 0 0 0,0 1 0 0 0,1-1 0 0 0,-1 0 0 0 0,0 1 0 0 0,1 0 0 0 0,-1 0 0 0 0,1-1 0 0 0,-1 1 1 0 0,-3 3-1 0 0,0-1 4 0 0,1 1 0 0 0,-1 0 0 0 0,1 0 0 0 0,0 0 0 0 0,1 1 0 0 0,-1 0 1 0 0,1 0-1 0 0,0 0 0 0 0,0 0 0 0 0,0 1 0 0 0,1 0 0 0 0,0 0 0 0 0,0 0 1 0 0,0 0-1 0 0,1 0 0 0 0,0 0 0 0 0,-2 7 0 0 0,1-1 3 0 0,1 0-1 0 0,0 1 1 0 0,1-1-1 0 0,0 0 1 0 0,0 0 0 0 0,2 1-1 0 0,-1-1 1 0 0,5 18-1 0 0,-5-26-2 0 0,1 0 0 0 0,0 0-1 0 0,0-1 1 0 0,1 1 0 0 0,-1 0-1 0 0,1-1 1 0 0,0 1 0 0 0,0-1-1 0 0,0 1 1 0 0,0-1 0 0 0,1 0-1 0 0,-1 0 1 0 0,1 0 0 0 0,0 0-1 0 0,0-1 1 0 0,0 1 0 0 0,0-1-1 0 0,0 1 1 0 0,1-1 0 0 0,-1 0-1 0 0,1 0 1 0 0,-1-1 0 0 0,1 1-1 0 0,0-1 1 0 0,0 0 0 0 0,-1 0-1 0 0,1 0 1 0 0,0 0 0 0 0,0-1-1 0 0,0 1 1 0 0,0-1 0 0 0,6-1-1 0 0,-3 1 5 0 0,-1-1 1 0 0,0 0-1 0 0,1 0 0 0 0,-1 0 1 0 0,0-1-1 0 0,0 0 0 0 0,0 0 1 0 0,0-1-1 0 0,6-3 0 0 0,-9 4 6 0 0,-1 1 0 0 0,0-1 0 0 0,0 0 0 0 0,0 0 0 0 0,0 0 0 0 0,0 0 0 0 0,0 0 0 0 0,-1 0 0 0 0,1-1 0 0 0,-1 1 0 0 0,0 0 0 0 0,1-1 1 0 0,-1 1-1 0 0,0-1 0 0 0,0 0 0 0 0,-1 1 0 0 0,1-1 0 0 0,-1 0 0 0 0,1 1 0 0 0,-1-1 0 0 0,0 0 0 0 0,0 0 0 0 0,0 1 0 0 0,0-4 0 0 0,-2-8 61 0 0,1-1-1 0 0,-2 1 1 0 0,0 1 0 0 0,0-1 0 0 0,-1 0 0 0 0,-1 1 0 0 0,0 0-1 0 0,-1 0 1 0 0,-1 0 0 0 0,-9-13 0 0 0,15 24-77 0 0,0 1 0 0 0,0-1 0 0 0,0 1 0 0 0,0 0 0 0 0,0-1 0 0 0,-1 1 0 0 0,1 0-1 0 0,-1 0 1 0 0,1 0 0 0 0,-1 0 0 0 0,1 0 0 0 0,-1 0 0 0 0,0 0 0 0 0,1 1 0 0 0,-1-1 0 0 0,0 0 0 0 0,0 1 0 0 0,1 0 0 0 0,-1-1 0 0 0,0 1 0 0 0,0 0 0 0 0,0 0 0 0 0,0 0 0 0 0,1 0 0 0 0,-1 0 0 0 0,0 0 0 0 0,-3 2 0 0 0,2-2 1 0 0,1 1 0 0 0,-1 1 0 0 0,1-1 0 0 0,0 0 0 0 0,0 1 0 0 0,0-1 0 0 0,0 1 1 0 0,0-1-1 0 0,0 1 0 0 0,0 0 0 0 0,0 0 0 0 0,0 0 0 0 0,1 0 0 0 0,-1 0 1 0 0,1 1-1 0 0,0-1 0 0 0,0 0 0 0 0,0 1 0 0 0,-2 3 0 0 0,2 0-6 0 0,0 0 0 0 0,0 0 0 0 0,0 0 0 0 0,0 0 0 0 0,1 0 0 0 0,0 1 0 0 0,1-1 0 0 0,-1 0 0 0 0,1 0 0 0 0,0 0 0 0 0,1 0 0 0 0,-1 0 0 0 0,1 0 0 0 0,4 8 0 0 0,-3-7 0 0 0,1 0 0 0 0,-1-1 0 0 0,1 1 0 0 0,0-1 0 0 0,1 0 0 0 0,-1 0 0 0 0,1-1 0 0 0,0 1 0 0 0,1-1 0 0 0,-1 0 0 0 0,12 7 0 0 0,-14-11 0 0 0,0 1 0 0 0,1-1 0 0 0,-1 1 0 0 0,1-1 0 0 0,-1 0 0 0 0,1 0 0 0 0,0-1 0 0 0,-1 1 0 0 0,1-1 0 0 0,0 1 0 0 0,-1-1 0 0 0,1-1 0 0 0,0 1 0 0 0,0 0 0 0 0,-1-1 0 0 0,1 0 0 0 0,-1 0 0 0 0,1 0 0 0 0,0 0 0 0 0,-1 0 0 0 0,0-1 0 0 0,5-2 0 0 0,-5 3 0 0 0,0-1 0 0 0,0 0 0 0 0,-1 0 0 0 0,1 0 0 0 0,-1-1 0 0 0,1 1 0 0 0,-1 0 0 0 0,0-1 0 0 0,1 0 0 0 0,-1 1 0 0 0,-1-1 0 0 0,1 0 0 0 0,0 0 0 0 0,-1 0 0 0 0,1 0 0 0 0,-1 0 0 0 0,0-1 0 0 0,0 1 0 0 0,0 0 0 0 0,-1-1 0 0 0,1 1 0 0 0,-1 0 0 0 0,0-1 0 0 0,0-3 0 0 0,-1-6 0 0 0,-1 1 0 0 0,0 0 0 0 0,-1 0 0 0 0,-4-12 0 0 0,5 19 0 0 0,1 1 0 0 0,-1 0 0 0 0,0 0 0 0 0,0 0 0 0 0,0 0 0 0 0,-1 0 0 0 0,1 1 0 0 0,-1-1 0 0 0,0 1 0 0 0,0 0 0 0 0,0 0 0 0 0,0 0 0 0 0,-1 0 0 0 0,-5-4 0 0 0,8 6 1 0 0,0 1-1 0 0,-1-1 1 0 0,1 1-1 0 0,0 0 1 0 0,0-1-1 0 0,0 1 1 0 0,0 0-1 0 0,0 0 0 0 0,0 0 1 0 0,-1 0-1 0 0,1 0 1 0 0,0 0-1 0 0,0 0 1 0 0,0 0-1 0 0,0 0 1 0 0,0 1-1 0 0,0-1 1 0 0,-1 0-1 0 0,1 1 1 0 0,-1 0-1 0 0,0 0 3 0 0,-1 1-1 0 0,1-1 1 0 0,0 1-1 0 0,0 0 0 0 0,0 0 1 0 0,0-1-1 0 0,0 2 1 0 0,-2 2-1 0 0,-1 3 6 0 0,0 0 0 0 0,0 0 0 0 0,-6 19 0 0 0,8-17 1 0 0,-1 1 1 0 0,2 0-1 0 0,0 0 0 0 0,0 0 0 0 0,0 14 1 0 0,2-18-2 0 0,0 0 1 0 0,0 0 0 0 0,0 1 0 0 0,1-1 0 0 0,1 0 0 0 0,-1 0 0 0 0,1 0-1 0 0,0 0 1 0 0,4 7 0 0 0,-5-12-4 0 0,-1 0 0 0 0,1-1 0 0 0,0 1 0 0 0,0-1 0 0 0,0 1 0 0 0,0-1 0 0 0,1 1 0 0 0,-1-1 0 0 0,0 1 0 0 0,1-1 0 0 0,-1 0 0 0 0,0 0 0 0 0,1 0 0 0 0,0 0 0 0 0,-1 0 0 0 0,1 0 0 0 0,0 0 0 0 0,-1 0 0 0 0,1-1 0 0 0,2 2 0 0 0,-1-2-3 0 0,-1 0-1 0 0,0 0 0 0 0,0 0 0 0 0,1-1 0 0 0,-1 1 0 0 0,0 0 0 0 0,1-1 0 0 0,-1 1 0 0 0,0-1 0 0 0,0 0 1 0 0,0 0-1 0 0,0 0 0 0 0,0 0 0 0 0,3-2 0 0 0,1-1-2 0 0,0-1 0 0 0,0 0 0 0 0,-1 0 0 0 0,1 0 0 0 0,-1-1 0 0 0,-1 0 0 0 0,1 0 0 0 0,-1 0 0 0 0,5-8 0 0 0,-6 6 1 0 0,0 1 0 0 0,0-1 0 0 0,-1 1 0 0 0,0-1 0 0 0,0 0 0 0 0,-1 0 0 0 0,1-16 0 0 0,-2 21 0 0 0,0 0 0 0 0,0-1 0 0 0,0 1 0 0 0,0 0 0 0 0,-1 0 0 0 0,1-1 0 0 0,-1 1 0 0 0,0 0 0 0 0,0 0 0 0 0,0 0 0 0 0,0 0 0 0 0,-1 0 0 0 0,1 0 0 0 0,-1 0 0 0 0,0 1 0 0 0,0-1 0 0 0,0 0 0 0 0,0 1 0 0 0,0-1 0 0 0,-1 1 0 0 0,1 0 0 0 0,-3-2 0 0 0,4 3 0 0 0,0 1 0 0 0,1 0 0 0 0,-1-1 0 0 0,1 1 0 0 0,-1 0 0 0 0,0 0 0 0 0,1 0 0 0 0,-1 0 0 0 0,0-1 0 0 0,0 1 0 0 0,1 0 0 0 0,-1 0 0 0 0,0 0 0 0 0,1 0 0 0 0,-1 0 0 0 0,0 0 0 0 0,1 1 0 0 0,-1-1 0 0 0,0 0 0 0 0,1 0 0 0 0,-1 0 0 0 0,0 1 0 0 0,0-1 0 0 0,-1 1 0 0 0,1 1 0 0 0,-1-1 0 0 0,1 0 0 0 0,0 0 0 0 0,-1 0 0 0 0,1 1 0 0 0,0-1 0 0 0,-2 3 0 0 0,0 1 0 0 0,1-1 0 0 0,0 0 0 0 0,0 1 0 0 0,0-1 0 0 0,-3 10 0 0 0,1 19 6 0 0,3-22 158 0 0,0-1-1 0 0,-6 19 0 0 0,6-23-41 0 0,4-7 30 0 0,4-6-185 0 0,-6 6-189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04.6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2119 0 0,'15'2'0'0'0,"-6"-2"0"0"0,-4 0 0 0 0,-3 0 0 0 0,-1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0.3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212 122 1375 0 0,'1'-3'20'0'0,"1"1"-1"0"0,0-1 0 0 0,-1 1 0 0 0,0-1 0 0 0,0 1 0 0 0,0-1 0 0 0,0 0 0 0 0,0 0 0 0 0,1-5 0 0 0,2-26 481 0 0,-4 30-246 0 0,0-1 1 0 0,0 1-1 0 0,-1 0 0 0 0,1 0 1 0 0,-1 0-1 0 0,0 0 0 0 0,0 1 1 0 0,-1-6-1 0 0,1 8-192 0 0,0 0 1 0 0,1 0-1 0 0,-1 0 1 0 0,0 0-1 0 0,0 0 1 0 0,0 1-1 0 0,0-1 0 0 0,1 0 1 0 0,-1 0-1 0 0,0 1 1 0 0,0-1-1 0 0,0 0 1 0 0,-1 1-1 0 0,1-1 0 0 0,0 1 1 0 0,0-1-1 0 0,0 1 1 0 0,0 0-1 0 0,0-1 1 0 0,-1 1-1 0 0,1 0 0 0 0,0 0 1 0 0,0 0-1 0 0,0 0 1 0 0,-1 0-1 0 0,1 0 1 0 0,0 0-1 0 0,0 0 0 0 0,-1 0 1 0 0,1 1-1 0 0,-1 0 1 0 0,-7 1-7 0 0,1 0 1 0 0,0 1 0 0 0,0 1-1 0 0,0-1 1 0 0,0 1 0 0 0,0 1-1 0 0,1-1 1 0 0,0 1 0 0 0,0 1-1 0 0,0-1 1 0 0,-8 10 0 0 0,3-2 269 0 0,1 0 0 0 0,0 1 0 0 0,1 0 0 0 0,-14 26 0 0 0,21-34-199 0 0,0 0-1 0 0,0 0 0 0 0,1 1 0 0 0,0-1 0 0 0,0 1 1 0 0,1-1-1 0 0,-1 1 0 0 0,2-1 0 0 0,-1 13 0 0 0,1-17-95 0 0,0 0 0 0 0,0 1 0 0 0,0-1 1 0 0,1 0-1 0 0,-1 0 0 0 0,1 0 0 0 0,0 1 0 0 0,-1-1 0 0 0,1 0 0 0 0,0 0 0 0 0,0 0 0 0 0,0 0 0 0 0,1 0 0 0 0,-1 0 0 0 0,0-1 0 0 0,1 1 0 0 0,0 0 0 0 0,-1-1 1 0 0,1 1-1 0 0,0-1 0 0 0,-1 1 0 0 0,1-1 0 0 0,0 0 0 0 0,0 0 0 0 0,0 0 0 0 0,0 0 0 0 0,0 0 0 0 0,1 0 0 0 0,-1-1 0 0 0,0 1 0 0 0,4 0 0 0 0,3 0 50 0 0,0 0 0 0 0,0 0 0 0 0,0-1 0 0 0,0 0 0 0 0,0-1 0 0 0,0 0 0 0 0,-1 0 0 0 0,1-1 0 0 0,0 0 0 0 0,0-1 0 0 0,14-6 0 0 0,-11 3 56 0 0,-1 0 0 0 0,1 0 0 0 0,-1-1 0 0 0,-1-1 0 0 0,1 0 0 0 0,-1-1 0 0 0,13-13 0 0 0,-21 19-82 0 0,0 1-1 0 0,0-1 1 0 0,0 0-1 0 0,0 1 0 0 0,0-1 1 0 0,-1 0-1 0 0,1 0 1 0 0,-1 0-1 0 0,0-1 0 0 0,0 1 1 0 0,0 0-1 0 0,0 0 1 0 0,-1-1-1 0 0,1 1 1 0 0,-1 0-1 0 0,0-1 0 0 0,0 1 1 0 0,0 0-1 0 0,0-1 1 0 0,0 1-1 0 0,-1 0 0 0 0,0-1 1 0 0,0 1-1 0 0,0 0 1 0 0,0 0-1 0 0,0 0 1 0 0,0 0-1 0 0,-3-4 0 0 0,2 3-16 0 0,0 1 1 0 0,-1-1-1 0 0,0 1 0 0 0,1 0 0 0 0,-1 0 0 0 0,0 0 0 0 0,-1 0 1 0 0,1 0-1 0 0,0 1 0 0 0,-1-1 0 0 0,0 1 0 0 0,1 0 0 0 0,-1 0 0 0 0,0 0 1 0 0,0 1-1 0 0,0-1 0 0 0,0 1 0 0 0,0 0 0 0 0,-1 0 0 0 0,1 1 0 0 0,-8-1 1 0 0,5 1-38 0 0,-1 1 1 0 0,1 0-1 0 0,-1 0 1 0 0,1 1-1 0 0,-1 0 1 0 0,1 0-1 0 0,0 0 1 0 0,0 1 0 0 0,0 0-1 0 0,0 1 1 0 0,1 0-1 0 0,-1 0 1 0 0,1 0-1 0 0,-11 10 1 0 0,13-10-2 0 0,0 0 0 0 0,0 0-1 0 0,1 0 1 0 0,0 0 0 0 0,0 1 0 0 0,0-1 0 0 0,0 1-1 0 0,0 0 1 0 0,1 0 0 0 0,0 0 0 0 0,0 0-1 0 0,1 0 1 0 0,-1 0 0 0 0,1 0 0 0 0,0 1 0 0 0,1-1-1 0 0,-1 0 1 0 0,1 1 0 0 0,0-1 0 0 0,0 1 0 0 0,1-1-1 0 0,0 6 1 0 0,0-7 13 0 0,1-1 1 0 0,-1 1-1 0 0,0 0 0 0 0,1-1 0 0 0,0 1 0 0 0,0-1 0 0 0,0 0 1 0 0,0 0-1 0 0,0 0 0 0 0,1 0 0 0 0,-1 0 0 0 0,1 0 0 0 0,0 0 0 0 0,0-1 1 0 0,0 1-1 0 0,0-1 0 0 0,0 0 0 0 0,1 0 0 0 0,-1 0 0 0 0,1-1 1 0 0,-1 1-1 0 0,1-1 0 0 0,0 0 0 0 0,6 2 0 0 0,-5-2 7 0 0,1 0-1 0 0,-1 0 0 0 0,0-1 0 0 0,1 0 1 0 0,-1 0-1 0 0,1 0 0 0 0,-1-1 0 0 0,0 1 1 0 0,1-1-1 0 0,-1-1 0 0 0,0 1 1 0 0,0-1-1 0 0,0 0 0 0 0,0 0 0 0 0,0 0 1 0 0,0-1-1 0 0,6-3 0 0 0,-5 1 18 0 0,-1 0 0 0 0,1 0 0 0 0,-1-1-1 0 0,0 1 1 0 0,0-1 0 0 0,-1 0 0 0 0,1-1-1 0 0,-1 1 1 0 0,-1-1 0 0 0,1 0 0 0 0,-1 1-1 0 0,2-9 1 0 0,-4 11-4 0 0,0 1 0 0 0,0-1-1 0 0,-1 1 1 0 0,1 0 0 0 0,-1-1 0 0 0,0 1-1 0 0,0-1 1 0 0,0 1 0 0 0,0-1 0 0 0,-1 1 0 0 0,1-1-1 0 0,-1 1 1 0 0,0 0 0 0 0,0-1 0 0 0,0 1-1 0 0,-1 0 1 0 0,1 0 0 0 0,-1 0 0 0 0,0 0-1 0 0,0 0 1 0 0,0 0 0 0 0,0 0 0 0 0,0 0-1 0 0,0 1 1 0 0,-1-1 0 0 0,1 1 0 0 0,-1 0 0 0 0,-4-3-1 0 0,5 3-17 0 0,-1 1 0 0 0,0-1 0 0 0,1 1 0 0 0,-1 0 0 0 0,0-1 0 0 0,0 1 0 0 0,0 0 0 0 0,0 1 0 0 0,0-1 0 0 0,0 1 0 0 0,0-1 0 0 0,0 1 1 0 0,0 0-1 0 0,0 0 0 0 0,-1 0 0 0 0,-3 1 0 0 0,2 0 4 0 0,0 0 0 0 0,0 1 0 0 0,0 0 0 0 0,1 0 1 0 0,-1 0-1 0 0,0 0 0 0 0,1 1 0 0 0,-1 0 0 0 0,-4 4 1 0 0,2-2 9 0 0,1 1 0 0 0,-1 0 1 0 0,1 1-1 0 0,0-1 1 0 0,1 1-1 0 0,0 0 0 0 0,0 1 1 0 0,0-1-1 0 0,1 1 0 0 0,0 0 1 0 0,-3 11-1 0 0,6-17-17 0 0,0 0-1 0 0,1 1 0 0 0,-1-1 0 0 0,1 0 1 0 0,0 0-1 0 0,0 0 0 0 0,-1 1 1 0 0,2-1-1 0 0,-1 0 0 0 0,0 0 0 0 0,0 1 1 0 0,1-1-1 0 0,-1 0 0 0 0,1 0 1 0 0,-1 0-1 0 0,1 1 0 0 0,1 1 0 0 0,0-2-1 0 0,-1-1 0 0 0,0 0 0 0 0,0 1 0 0 0,1-1-1 0 0,-1 0 1 0 0,0 0 0 0 0,1 0 0 0 0,0 0 0 0 0,-1 0-1 0 0,1 0 1 0 0,-1 0 0 0 0,1-1 0 0 0,0 1 0 0 0,0 0-1 0 0,-1-1 1 0 0,1 0 0 0 0,0 1 0 0 0,0-1 0 0 0,0 0-1 0 0,-1 0 1 0 0,5 0 0 0 0,2-1 26 0 0,-1 0 0 0 0,1 0 1 0 0,0-1-1 0 0,0-1 0 0 0,-1 1 1 0 0,1-1-1 0 0,-1 0 0 0 0,0-1 1 0 0,0 1-1 0 0,0-2 0 0 0,0 1 0 0 0,0-1 1 0 0,-1 0-1 0 0,0 0 0 0 0,0 0 1 0 0,-1-1-1 0 0,10-12 0 0 0,-14 17-27 0 0,0-1-1 0 0,0 0 0 0 0,0 0 0 0 0,0 1 1 0 0,0-1-1 0 0,0 0 0 0 0,0 0 1 0 0,-1 0-1 0 0,1 0 0 0 0,-1 0 1 0 0,0 0-1 0 0,1 0 0 0 0,-1-1 1 0 0,0 1-1 0 0,0 0 0 0 0,0 0 1 0 0,0 0-1 0 0,-1 0 0 0 0,1 0 1 0 0,0 0-1 0 0,-1 0 0 0 0,0 0 1 0 0,1 0-1 0 0,-1 0 0 0 0,0 0 0 0 0,-2-3 1 0 0,2 3 1 0 0,-1 0 1 0 0,0 1-1 0 0,1-1 0 0 0,-1 0 1 0 0,0 1-1 0 0,0-1 1 0 0,0 1-1 0 0,0 0 0 0 0,0-1 1 0 0,0 1-1 0 0,-1 0 1 0 0,1 0-1 0 0,0 1 1 0 0,-1-1-1 0 0,1 0 0 0 0,0 1 1 0 0,-1-1-1 0 0,1 1 1 0 0,-1 0-1 0 0,1 0 0 0 0,0 0 1 0 0,-5 0-1 0 0,-3 2 33 0 0,1-1 0 0 0,0 1-1 0 0,0 1 1 0 0,-15 5 0 0 0,22-7-41 0 0,0 0 1 0 0,0 0-1 0 0,0 0 0 0 0,-1 0 1 0 0,2 0-1 0 0,-1 0 0 0 0,0 0 1 0 0,0 1-1 0 0,0-1 0 0 0,0 1 1 0 0,1 0-1 0 0,-1-1 0 0 0,1 1 1 0 0,-1 0-1 0 0,1 0 0 0 0,0 0 1 0 0,0 0-1 0 0,0 0 0 0 0,0 0 1 0 0,0 0-1 0 0,0 0 0 0 0,0 0 1 0 0,1 1-1 0 0,-1 3 0 0 0,1-5-1 0 0,0 1 1 0 0,1-1-1 0 0,-1 1 0 0 0,0-1 0 0 0,1 1 0 0 0,0-1 1 0 0,-1 0-1 0 0,1 1 0 0 0,0-1 0 0 0,-1 0 1 0 0,1 0-1 0 0,0 0 0 0 0,0 0 0 0 0,0 1 0 0 0,0-1 1 0 0,0 0-1 0 0,0-1 0 0 0,2 2 0 0 0,26 16-260 0 0,-19-12-226 0 0,-2-1-1108 0 0,1 0-4845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4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1 141 919 0 0,'6'-4'102'0'0,"0"0"-1"0"0,0 1 0 0 0,0-1 0 0 0,0 1 0 0 0,1 0 0 0 0,7-2 0 0 0,2-1-1 0 0,14-6-27 0 0,1 2-1 0 0,1 1 1 0 0,52-9-1 0 0,102-2 263 0 0,-118 15-296 0 0,50-8-39 0 0,113-7 0 0 0,-187 18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9:34.1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51 54 2303 0 0,'0'-7'840'0'0,"0"1"0"0"0,-1 0 0 0 0,0-1 0 0 0,0 1-1 0 0,0 0 1 0 0,-3-7 0 0 0,3 13-777 0 0,1 0-1 0 0,0 0 1 0 0,0-1-1 0 0,0 1 1 0 0,0 0-1 0 0,0 0 1 0 0,0 0-1 0 0,-1 0 1 0 0,1 0-1 0 0,0-1 1 0 0,0 1-1 0 0,0 0 1 0 0,-1 0 0 0 0,1 0-1 0 0,0 0 1 0 0,0 0-1 0 0,0 0 1 0 0,0 0-1 0 0,-1 0 1 0 0,1 0-1 0 0,0 0 1 0 0,0 0-1 0 0,0 0 1 0 0,-1 0-1 0 0,1 0 1 0 0,0 0-1 0 0,0 0 1 0 0,0 0 0 0 0,-1 0-1 0 0,1 0 1 0 0,0 0-1 0 0,0 0 1 0 0,0 0-1 0 0,-1 0 1 0 0,1 0-1 0 0,0 1 1 0 0,0-1-1 0 0,0 0 1 0 0,0 0-1 0 0,-1 0 1 0 0,1 0-1 0 0,0 0 1 0 0,0 0 0 0 0,0 1-1 0 0,0-1 1 0 0,0 0-1 0 0,0 0 1 0 0,-1 0-1 0 0,1 1 1 0 0,0-1-1 0 0,0 0 1 0 0,0 0-1 0 0,0 0 1 0 0,0 1-1 0 0,-8 12 969 0 0,7-11-856 0 0,1-2-147 0 0,-4 8 326 0 0,0-1 0 0 0,0 0 0 0 0,1 1 0 0 0,-4 14 1 0 0,6-20-312 0 0,1 0 0 0 0,-1 0 1 0 0,1 1-1 0 0,0-1 1 0 0,0 0-1 0 0,0 0 1 0 0,0 0-1 0 0,0 0 0 0 0,1 0 1 0 0,-1 1-1 0 0,1-1 1 0 0,-1 0-1 0 0,1 0 1 0 0,0 0-1 0 0,0 0 0 0 0,0 0 1 0 0,0 0-1 0 0,0 0 1 0 0,0-1-1 0 0,0 1 1 0 0,1 0-1 0 0,-1-1 0 0 0,0 1 1 0 0,3 1-1 0 0,2 2 10 0 0,-1-1 0 0 0,1 0 0 0 0,1 0-1 0 0,-1-1 1 0 0,0 0 0 0 0,1 0 0 0 0,0 0 0 0 0,-1-1-1 0 0,8 2 1 0 0,-12-4-40 0 0,0 1-1 0 0,0-1 0 0 0,0 1 0 0 0,-1-1 1 0 0,1 0-1 0 0,0 0 0 0 0,0 0 1 0 0,0 0-1 0 0,0 0 0 0 0,0 0 1 0 0,0-1-1 0 0,-1 1 0 0 0,1-1 1 0 0,0 1-1 0 0,0-1 0 0 0,0 0 0 0 0,-1 1 1 0 0,1-1-1 0 0,0 0 0 0 0,-1 0 1 0 0,1 0-1 0 0,-1-1 0 0 0,1 1 1 0 0,-1 0-1 0 0,0 0 0 0 0,1-1 1 0 0,-1 1-1 0 0,0-1 0 0 0,0 1 0 0 0,0-1 1 0 0,0 0-1 0 0,0 1 0 0 0,0-1 1 0 0,-1 0-1 0 0,1 0 0 0 0,-1 1 1 0 0,1-1-1 0 0,0-3 0 0 0,-1 2-4 0 0,0 1 0 0 0,0 0-1 0 0,0-1 1 0 0,0 1 0 0 0,0 0 0 0 0,0 0-1 0 0,-1-1 1 0 0,1 1 0 0 0,-1 0 0 0 0,1 0-1 0 0,-1-1 1 0 0,0 1 0 0 0,0 0 0 0 0,0 0-1 0 0,0 0 1 0 0,-1 0 0 0 0,1 0 0 0 0,0 1-1 0 0,-1-1 1 0 0,1 0 0 0 0,-1 0 0 0 0,0 1-1 0 0,-3-3 1 0 0,1 1 14 0 0,0 0 0 0 0,0 1-1 0 0,0-1 1 0 0,0 1-1 0 0,-1 0 1 0 0,1 0 0 0 0,-1 1-1 0 0,1-1 1 0 0,-1 1 0 0 0,-7-1-1 0 0,10 2 54 0 0,0 0 0 0 0,-1 0 0 0 0,1 0 1 0 0,0 1-1 0 0,-1-1 0 0 0,1 1 0 0 0,0-1 0 0 0,0 1 0 0 0,0 0 0 0 0,0 0 0 0 0,0 0 0 0 0,0 0 0 0 0,0 0 0 0 0,0 0 0 0 0,0 1 1 0 0,0-1-1 0 0,0 1 0 0 0,1-1 0 0 0,-1 1 0 0 0,1 0 0 0 0,-1-1 0 0 0,1 1 0 0 0,-1 0 0 0 0,1 0 0 0 0,0 0 0 0 0,0 0 0 0 0,0 0 1 0 0,-1 4-1 0 0,1-3-18 0 0,0-1 1 0 0,0 1 0 0 0,0 0 0 0 0,1 0 0 0 0,-1 1 0 0 0,1-1-1 0 0,-1 0 1 0 0,1 0 0 0 0,0 0 0 0 0,0 0 0 0 0,1 0 0 0 0,-1 0-1 0 0,1 0 1 0 0,-1 0 0 0 0,1 0 0 0 0,0 0 0 0 0,0 0 0 0 0,0 0 0 0 0,1 0-1 0 0,2 4 1 0 0,-2-4-40 0 0,0-1 0 0 0,0 0 1 0 0,0 1-1 0 0,0-1 0 0 0,1 0 0 0 0,-1-1 0 0 0,1 1 0 0 0,-1 0 0 0 0,1-1 0 0 0,0 1 0 0 0,5 1 0 0 0,0-1-150 0 0,0 0 0 0 0,16 1-1 0 0,-5 0-927 0 0,-2 0-5860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5319" cy="35253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4801" y="0"/>
            <a:ext cx="4035319" cy="35253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C46A8ACA-9AED-4D59-95E2-B5DC2945C1B1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7938" y="877888"/>
            <a:ext cx="4216400" cy="23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60" tIns="46680" rIns="93360" bIns="466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1228" y="3381394"/>
            <a:ext cx="7449820" cy="2766596"/>
          </a:xfrm>
          <a:prstGeom prst="rect">
            <a:avLst/>
          </a:prstGeom>
        </p:spPr>
        <p:txBody>
          <a:bodyPr vert="horz" lIns="93360" tIns="46680" rIns="93360" bIns="466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73742"/>
            <a:ext cx="4035319" cy="352533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4801" y="6673742"/>
            <a:ext cx="4035319" cy="352533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C30D3445-513F-408C-A5DD-E15B215B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9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357D-BE3E-4199-AA87-3C5B843739AA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B24A-E0B9-46AA-9606-C25D282D54A9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7A36-982B-4C9E-AC40-422EC8668A28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E202-6CC2-4186-BD33-70F0F643968D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8A1DD-5558-4231-AE03-9D4E68802FC6}" type="datetime1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FB16-0689-4D0F-A38A-489160F52493}" type="datetime1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327A-2A02-49BF-A01E-C32E8994C9E1}" type="datetime1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FB00-F151-4D6E-A1B5-41158121222B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2979-354B-45B8-9296-612FFFD37E23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7BC08-293E-47EA-95E2-EF742AC7EB6E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87799-5D50-4226-95B9-42061E1EFC6A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ADA6-CE5D-4089-9139-DA8F20E8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05534-6F56-4D03-BCAE-F660817CA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74F0E-19B3-4B80-A300-6A94FEBB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7C286-0441-4959-9A04-94E9CCFCCD2C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02AA0-CAED-4098-B3EA-04D9FCAF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1B3E0-6725-4929-9F6D-3349C1CA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0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29556-1626-480D-B8D0-09C6EADB59D5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42" Type="http://schemas.openxmlformats.org/officeDocument/2006/relationships/customXml" Target="../ink/ink4.xml"/><Relationship Id="rId47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image" Target="../media/image1.svg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5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1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39F5-C297-40A9-9E72-E9EE395138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Direct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26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39F5-C297-40A9-9E72-E9EE3951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Direct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D46D8-3E65-4D48-A011-8A73D80F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Direct method search using function evaluations only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Also called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zero-order, black box, pattern search,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or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derivative-free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D9235-A5AC-4874-BB0F-731F6F3B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5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AB4F-684E-42AA-BF58-63B70D9B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Cyclic Coordinate Search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9746-58E7-4897-B338-51A0EE88D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Also known as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coordinate descent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or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taxicab search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Performs line search in alternating coordinate directions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EB0D92-6AEE-466E-B65A-4B523A357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8762" y="3118400"/>
            <a:ext cx="3374475" cy="33744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17671-88C7-41E2-9254-7E3E47B9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FD73E9-225C-66BE-B8E2-076CD1B8AAE4}"/>
                  </a:ext>
                </a:extLst>
              </p14:cNvPr>
              <p14:cNvContentPartPr/>
              <p14:nvPr/>
            </p14:nvContentPartPr>
            <p14:xfrm>
              <a:off x="5247154" y="5550102"/>
              <a:ext cx="97560" cy="132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FD73E9-225C-66BE-B8E2-076CD1B8AA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8154" y="5541102"/>
                <a:ext cx="1152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973F836-3875-6FF8-4994-D37F17BF54AF}"/>
                  </a:ext>
                </a:extLst>
              </p14:cNvPr>
              <p14:cNvContentPartPr/>
              <p14:nvPr/>
            </p14:nvContentPartPr>
            <p14:xfrm>
              <a:off x="5349754" y="5768622"/>
              <a:ext cx="11880" cy="1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973F836-3875-6FF8-4994-D37F17BF54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40754" y="5759622"/>
                <a:ext cx="295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51E1847-BEFD-6979-A098-A9BE4D504BA8}"/>
                  </a:ext>
                </a:extLst>
              </p14:cNvPr>
              <p14:cNvContentPartPr/>
              <p14:nvPr/>
            </p14:nvContentPartPr>
            <p14:xfrm>
              <a:off x="5251834" y="5568102"/>
              <a:ext cx="104400" cy="103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51E1847-BEFD-6979-A098-A9BE4D504BA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42803" y="5559102"/>
                <a:ext cx="122101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CEDFEFA-5287-3DC0-C702-4FF55D4625B9}"/>
                  </a:ext>
                </a:extLst>
              </p14:cNvPr>
              <p14:cNvContentPartPr/>
              <p14:nvPr/>
            </p14:nvContentPartPr>
            <p14:xfrm>
              <a:off x="5355874" y="5735502"/>
              <a:ext cx="321120" cy="511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CEDFEFA-5287-3DC0-C702-4FF55D4625B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46874" y="5726502"/>
                <a:ext cx="338760" cy="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956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DFAB8C-F82D-D972-BD7C-4D8D41185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86" y="231209"/>
            <a:ext cx="7772400" cy="708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9B034A-39AE-485D-C2F4-0D92D53E6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78" y="1526213"/>
            <a:ext cx="10605523" cy="419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5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AB4F-684E-42AA-BF58-63B70D9B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Cyclic Coordinate Search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9746-58E7-4897-B338-51A0EE88D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Can be augmented to accelerate convergence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07D1F6F-B74C-4048-9752-59DDD0E078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9580" y="2437660"/>
            <a:ext cx="3332840" cy="41912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45AA2-53DB-4B60-9FF9-56CAC7B2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464593-9D73-FDF3-3A81-A6BAC1072598}"/>
                  </a:ext>
                </a:extLst>
              </p14:cNvPr>
              <p14:cNvContentPartPr/>
              <p14:nvPr/>
            </p14:nvContentPartPr>
            <p14:xfrm>
              <a:off x="5304754" y="4840542"/>
              <a:ext cx="52560" cy="68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464593-9D73-FDF3-3A81-A6BAC10725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95754" y="4831542"/>
                <a:ext cx="70200" cy="8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062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91B1E-7694-2DF9-B91C-D147D233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75248"/>
            <a:ext cx="10905066" cy="43075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B9B042-7B60-FE2D-0ACB-B8C2DA4BA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3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166E-BF7E-4F47-9294-B076A4EF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Powell’s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F56CD-5695-4821-B112-11BA9D4D6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Similar to Cyclic Coordinate Search, but can search in non-orthogonal directions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6D2526C-368D-4ABD-A3E6-1057F1473B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9143" y="2821553"/>
            <a:ext cx="3843379" cy="38433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E4D65-F13A-488B-86E5-661168B5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7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6AAF22-1036-9B19-87E8-EA0A5C501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67" y="643466"/>
            <a:ext cx="956406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6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4D24-A775-47B8-A16B-52D712B4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Hooke-Jeeves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89D9FC-D352-4B07-A7A8-60E9DF82CA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4488" y="2494851"/>
            <a:ext cx="11030283" cy="274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1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583C9-8966-F761-B481-F72833CB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9" y="643466"/>
            <a:ext cx="867092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3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7E9F-236B-453E-9AE8-EED28ABD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>
                <a:latin typeface="TeXGyrePagella-Regular" panose="02000603020200000003" pitchFamily="50" charset="0"/>
              </a:rPr>
              <a:t>Summary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AAC1B10-530E-4C77-887D-B6C07382D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9465227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Direct methods rely solely on the objective function and do not use derivative information.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Cyclic coordinate search optimizes one coordinate direction at a time.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Powell’s method adapts the set of search directions based on the direction of progress.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Hooke-Jeeves searches in each coordinate direction from the current point using a step size that is adapted over time.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3411D9-A510-42FD-9995-D5D87CDE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70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</Words>
  <Application>Microsoft Macintosh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TeXGyrePagella-Italic</vt:lpstr>
      <vt:lpstr>TeXGyrePagella-Regular</vt:lpstr>
      <vt:lpstr>Office Theme</vt:lpstr>
      <vt:lpstr>Direct Methods</vt:lpstr>
      <vt:lpstr>Direct Methods</vt:lpstr>
      <vt:lpstr>Cyclic Coordinate Search</vt:lpstr>
      <vt:lpstr>PowerPoint Presentation</vt:lpstr>
      <vt:lpstr>Cyclic Coordinate Search</vt:lpstr>
      <vt:lpstr>PowerPoint Presentation</vt:lpstr>
      <vt:lpstr>Powell’s Method</vt:lpstr>
      <vt:lpstr>PowerPoint Presentation</vt:lpstr>
      <vt:lpstr>Hooke-Jeeves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lastModifiedBy>Rodica Ioana Lung</cp:lastModifiedBy>
  <cp:revision>1</cp:revision>
  <cp:lastPrinted>2019-04-10T20:23:58Z</cp:lastPrinted>
  <dcterms:created xsi:type="dcterms:W3CDTF">2019-02-03T01:23:24Z</dcterms:created>
  <dcterms:modified xsi:type="dcterms:W3CDTF">2026-08-31T10:54:12Z</dcterms:modified>
</cp:coreProperties>
</file>