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79" r:id="rId2"/>
    <p:sldId id="280" r:id="rId3"/>
    <p:sldId id="257" r:id="rId4"/>
    <p:sldId id="286" r:id="rId5"/>
    <p:sldId id="269" r:id="rId6"/>
    <p:sldId id="287" r:id="rId7"/>
    <p:sldId id="281" r:id="rId8"/>
    <p:sldId id="288" r:id="rId9"/>
    <p:sldId id="282" r:id="rId10"/>
    <p:sldId id="289" r:id="rId11"/>
    <p:sldId id="283" r:id="rId12"/>
    <p:sldId id="270" r:id="rId13"/>
    <p:sldId id="284" r:id="rId14"/>
    <p:sldId id="271" r:id="rId15"/>
    <p:sldId id="285" r:id="rId16"/>
    <p:sldId id="277" r:id="rId17"/>
    <p:sldId id="278" r:id="rId18"/>
  </p:sldIdLst>
  <p:sldSz cx="12192000" cy="6858000"/>
  <p:notesSz cx="9312275" cy="7026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2D2E3-488C-4398-93D3-5C82D9EC198B}" v="693" dt="2026-01-09T16:22:00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custSel addSld delSld modSld">
      <pc:chgData name="Rodica Ioana Lung" userId="64ee56e8d7162e1e" providerId="LiveId" clId="{FBA19D0F-677B-56B8-863E-85AFCD084619}" dt="2025-12-18T17:53:54.319" v="23" actId="26606"/>
      <pc:docMkLst>
        <pc:docMk/>
      </pc:docMkLst>
      <pc:sldChg chg="del">
        <pc:chgData name="Rodica Ioana Lung" userId="64ee56e8d7162e1e" providerId="LiveId" clId="{FBA19D0F-677B-56B8-863E-85AFCD084619}" dt="2025-12-18T17:50:19.797" v="1" actId="2696"/>
        <pc:sldMkLst>
          <pc:docMk/>
          <pc:sldMk cId="3384766530" sldId="272"/>
        </pc:sldMkLst>
      </pc:sldChg>
      <pc:sldChg chg="del">
        <pc:chgData name="Rodica Ioana Lung" userId="64ee56e8d7162e1e" providerId="LiveId" clId="{FBA19D0F-677B-56B8-863E-85AFCD084619}" dt="2025-12-18T17:50:20.264" v="2" actId="2696"/>
        <pc:sldMkLst>
          <pc:docMk/>
          <pc:sldMk cId="3796977304" sldId="273"/>
        </pc:sldMkLst>
      </pc:sldChg>
      <pc:sldChg chg="del">
        <pc:chgData name="Rodica Ioana Lung" userId="64ee56e8d7162e1e" providerId="LiveId" clId="{FBA19D0F-677B-56B8-863E-85AFCD084619}" dt="2025-12-18T17:50:20.796" v="4" actId="2696"/>
        <pc:sldMkLst>
          <pc:docMk/>
          <pc:sldMk cId="3667505509" sldId="274"/>
        </pc:sldMkLst>
      </pc:sldChg>
      <pc:sldChg chg="del">
        <pc:chgData name="Rodica Ioana Lung" userId="64ee56e8d7162e1e" providerId="LiveId" clId="{FBA19D0F-677B-56B8-863E-85AFCD084619}" dt="2025-12-18T17:50:21.284" v="6" actId="2696"/>
        <pc:sldMkLst>
          <pc:docMk/>
          <pc:sldMk cId="3376029297" sldId="275"/>
        </pc:sldMkLst>
      </pc:sldChg>
      <pc:sldChg chg="del">
        <pc:chgData name="Rodica Ioana Lung" userId="64ee56e8d7162e1e" providerId="LiveId" clId="{FBA19D0F-677B-56B8-863E-85AFCD084619}" dt="2025-12-18T17:50:22.296" v="8" actId="2696"/>
        <pc:sldMkLst>
          <pc:docMk/>
          <pc:sldMk cId="1601045434" sldId="276"/>
        </pc:sldMkLst>
      </pc:sldChg>
      <pc:sldChg chg="delSp mod">
        <pc:chgData name="Rodica Ioana Lung" userId="64ee56e8d7162e1e" providerId="LiveId" clId="{FBA19D0F-677B-56B8-863E-85AFCD084619}" dt="2025-12-18T17:49:26.889" v="0" actId="478"/>
        <pc:sldMkLst>
          <pc:docMk/>
          <pc:sldMk cId="1092716820" sldId="282"/>
        </pc:sldMkLst>
        <pc:spChg chg="del">
          <ac:chgData name="Rodica Ioana Lung" userId="64ee56e8d7162e1e" providerId="LiveId" clId="{FBA19D0F-677B-56B8-863E-85AFCD084619}" dt="2025-12-18T17:49:26.889" v="0" actId="478"/>
          <ac:spMkLst>
            <pc:docMk/>
            <pc:sldMk cId="1092716820" sldId="282"/>
            <ac:spMk id="3" creationId="{3B158EC7-6A37-4DCC-A734-F3A060E3482C}"/>
          </ac:spMkLst>
        </pc:spChg>
      </pc:sldChg>
      <pc:sldChg chg="addSp modSp new mod">
        <pc:chgData name="Rodica Ioana Lung" userId="64ee56e8d7162e1e" providerId="LiveId" clId="{FBA19D0F-677B-56B8-863E-85AFCD084619}" dt="2025-12-18T17:52:28.851" v="14" actId="1076"/>
        <pc:sldMkLst>
          <pc:docMk/>
          <pc:sldMk cId="498150424" sldId="286"/>
        </pc:sldMkLst>
        <pc:picChg chg="add mod">
          <ac:chgData name="Rodica Ioana Lung" userId="64ee56e8d7162e1e" providerId="LiveId" clId="{FBA19D0F-677B-56B8-863E-85AFCD084619}" dt="2025-12-18T17:51:52.035" v="11" actId="1076"/>
          <ac:picMkLst>
            <pc:docMk/>
            <pc:sldMk cId="498150424" sldId="286"/>
            <ac:picMk id="3" creationId="{61DFAB8C-F82D-D972-BD7C-4D8D41185222}"/>
          </ac:picMkLst>
        </pc:picChg>
        <pc:picChg chg="add mod">
          <ac:chgData name="Rodica Ioana Lung" userId="64ee56e8d7162e1e" providerId="LiveId" clId="{FBA19D0F-677B-56B8-863E-85AFCD084619}" dt="2025-12-18T17:52:28.851" v="14" actId="1076"/>
          <ac:picMkLst>
            <pc:docMk/>
            <pc:sldMk cId="498150424" sldId="286"/>
            <ac:picMk id="4" creationId="{2E9B034A-39AE-485D-C2F4-0D92D53E65CC}"/>
          </ac:picMkLst>
        </pc:picChg>
      </pc:sldChg>
      <pc:sldChg chg="del">
        <pc:chgData name="Rodica Ioana Lung" userId="64ee56e8d7162e1e" providerId="LiveId" clId="{FBA19D0F-677B-56B8-863E-85AFCD084619}" dt="2025-12-18T17:50:20.582" v="3" actId="2696"/>
        <pc:sldMkLst>
          <pc:docMk/>
          <pc:sldMk cId="898737150" sldId="286"/>
        </pc:sldMkLst>
      </pc:sldChg>
      <pc:sldChg chg="addSp modSp new mod setBg">
        <pc:chgData name="Rodica Ioana Lung" userId="64ee56e8d7162e1e" providerId="LiveId" clId="{FBA19D0F-677B-56B8-863E-85AFCD084619}" dt="2025-12-18T17:53:00.076" v="17" actId="26606"/>
        <pc:sldMkLst>
          <pc:docMk/>
          <pc:sldMk cId="2772335340" sldId="287"/>
        </pc:sldMkLst>
        <pc:spChg chg="mod ord">
          <ac:chgData name="Rodica Ioana Lung" userId="64ee56e8d7162e1e" providerId="LiveId" clId="{FBA19D0F-677B-56B8-863E-85AFCD084619}" dt="2025-12-18T17:53:00.076" v="17" actId="26606"/>
          <ac:spMkLst>
            <pc:docMk/>
            <pc:sldMk cId="2772335340" sldId="287"/>
            <ac:spMk id="2" creationId="{2CB9B042-7B60-FE2D-0ACB-B8C2DA4BA237}"/>
          </ac:spMkLst>
        </pc:spChg>
        <pc:picChg chg="add mod">
          <ac:chgData name="Rodica Ioana Lung" userId="64ee56e8d7162e1e" providerId="LiveId" clId="{FBA19D0F-677B-56B8-863E-85AFCD084619}" dt="2025-12-18T17:53:00.076" v="17" actId="26606"/>
          <ac:picMkLst>
            <pc:docMk/>
            <pc:sldMk cId="2772335340" sldId="287"/>
            <ac:picMk id="3" creationId="{0BF91B1E-7694-2DF9-B91C-D147D2335706}"/>
          </ac:picMkLst>
        </pc:picChg>
      </pc:sldChg>
      <pc:sldChg chg="del">
        <pc:chgData name="Rodica Ioana Lung" userId="64ee56e8d7162e1e" providerId="LiveId" clId="{FBA19D0F-677B-56B8-863E-85AFCD084619}" dt="2025-12-18T17:50:20.984" v="5" actId="2696"/>
        <pc:sldMkLst>
          <pc:docMk/>
          <pc:sldMk cId="3460276723" sldId="287"/>
        </pc:sldMkLst>
      </pc:sldChg>
      <pc:sldChg chg="addSp modSp new mod setBg">
        <pc:chgData name="Rodica Ioana Lung" userId="64ee56e8d7162e1e" providerId="LiveId" clId="{FBA19D0F-677B-56B8-863E-85AFCD084619}" dt="2025-12-18T17:53:28.445" v="20" actId="26606"/>
        <pc:sldMkLst>
          <pc:docMk/>
          <pc:sldMk cId="438869947" sldId="288"/>
        </pc:sldMkLst>
        <pc:spChg chg="mod ord">
          <ac:chgData name="Rodica Ioana Lung" userId="64ee56e8d7162e1e" providerId="LiveId" clId="{FBA19D0F-677B-56B8-863E-85AFCD084619}" dt="2025-12-18T17:53:28.445" v="20" actId="26606"/>
          <ac:spMkLst>
            <pc:docMk/>
            <pc:sldMk cId="438869947" sldId="288"/>
            <ac:spMk id="2" creationId="{7B4D717A-5C44-B717-7142-2D89D079CE8E}"/>
          </ac:spMkLst>
        </pc:spChg>
        <pc:picChg chg="add mod">
          <ac:chgData name="Rodica Ioana Lung" userId="64ee56e8d7162e1e" providerId="LiveId" clId="{FBA19D0F-677B-56B8-863E-85AFCD084619}" dt="2025-12-18T17:53:28.445" v="20" actId="26606"/>
          <ac:picMkLst>
            <pc:docMk/>
            <pc:sldMk cId="438869947" sldId="288"/>
            <ac:picMk id="3" creationId="{3A6AAF22-1036-9B19-87E8-EA0A5C501792}"/>
          </ac:picMkLst>
        </pc:picChg>
      </pc:sldChg>
      <pc:sldChg chg="del">
        <pc:chgData name="Rodica Ioana Lung" userId="64ee56e8d7162e1e" providerId="LiveId" clId="{FBA19D0F-677B-56B8-863E-85AFCD084619}" dt="2025-12-18T17:50:21.634" v="7" actId="2696"/>
        <pc:sldMkLst>
          <pc:docMk/>
          <pc:sldMk cId="2096671105" sldId="288"/>
        </pc:sldMkLst>
      </pc:sldChg>
      <pc:sldChg chg="addSp modSp new mod setBg">
        <pc:chgData name="Rodica Ioana Lung" userId="64ee56e8d7162e1e" providerId="LiveId" clId="{FBA19D0F-677B-56B8-863E-85AFCD084619}" dt="2025-12-18T17:53:54.319" v="23" actId="26606"/>
        <pc:sldMkLst>
          <pc:docMk/>
          <pc:sldMk cId="3300132112" sldId="289"/>
        </pc:sldMkLst>
        <pc:spChg chg="mod ord">
          <ac:chgData name="Rodica Ioana Lung" userId="64ee56e8d7162e1e" providerId="LiveId" clId="{FBA19D0F-677B-56B8-863E-85AFCD084619}" dt="2025-12-18T17:53:54.319" v="23" actId="26606"/>
          <ac:spMkLst>
            <pc:docMk/>
            <pc:sldMk cId="3300132112" sldId="289"/>
            <ac:spMk id="2" creationId="{2D7D179F-0D2A-20D6-CD30-BCAC80322B22}"/>
          </ac:spMkLst>
        </pc:spChg>
        <pc:picChg chg="add mod">
          <ac:chgData name="Rodica Ioana Lung" userId="64ee56e8d7162e1e" providerId="LiveId" clId="{FBA19D0F-677B-56B8-863E-85AFCD084619}" dt="2025-12-18T17:53:54.319" v="23" actId="26606"/>
          <ac:picMkLst>
            <pc:docMk/>
            <pc:sldMk cId="3300132112" sldId="289"/>
            <ac:picMk id="3" creationId="{F09583C9-8966-F761-B481-F72833CBBA3D}"/>
          </ac:picMkLst>
        </pc:picChg>
      </pc:sldChg>
    </pc:docChg>
  </pc:docChgLst>
  <pc:docChgLst>
    <pc:chgData name="Rodica Ioana Lung" userId="64ee56e8d7162e1e" providerId="LiveId" clId="{0F6830A5-18AB-4F1B-8BBB-DA235794CEC1}"/>
    <pc:docChg chg="addSld modSld">
      <pc:chgData name="Rodica Ioana Lung" userId="64ee56e8d7162e1e" providerId="LiveId" clId="{0F6830A5-18AB-4F1B-8BBB-DA235794CEC1}" dt="2026-01-09T16:22:00.340" v="1830" actId="9405"/>
      <pc:docMkLst>
        <pc:docMk/>
      </pc:docMkLst>
      <pc:sldChg chg="addSp delSp modSp mod">
        <pc:chgData name="Rodica Ioana Lung" userId="64ee56e8d7162e1e" providerId="LiveId" clId="{0F6830A5-18AB-4F1B-8BBB-DA235794CEC1}" dt="2026-01-09T15:44:51.889" v="1250"/>
        <pc:sldMkLst>
          <pc:docMk/>
          <pc:sldMk cId="3139560907" sldId="257"/>
        </pc:sldMkLst>
        <pc:grpChg chg="del mod">
          <ac:chgData name="Rodica Ioana Lung" userId="64ee56e8d7162e1e" providerId="LiveId" clId="{0F6830A5-18AB-4F1B-8BBB-DA235794CEC1}" dt="2026-01-09T15:42:04.179" v="1145"/>
          <ac:grpSpMkLst>
            <pc:docMk/>
            <pc:sldMk cId="3139560907" sldId="257"/>
            <ac:grpSpMk id="9" creationId="{00E46E8A-8F26-C2DF-D186-3FAC417D4481}"/>
          </ac:grpSpMkLst>
        </pc:grpChg>
        <pc:grpChg chg="del mod">
          <ac:chgData name="Rodica Ioana Lung" userId="64ee56e8d7162e1e" providerId="LiveId" clId="{0F6830A5-18AB-4F1B-8BBB-DA235794CEC1}" dt="2026-01-09T15:44:40.733" v="1232"/>
          <ac:grpSpMkLst>
            <pc:docMk/>
            <pc:sldMk cId="3139560907" sldId="257"/>
            <ac:grpSpMk id="13" creationId="{87EEDA17-59B8-A669-3B9B-D174752CC04F}"/>
          </ac:grpSpMkLst>
        </pc:grpChg>
        <pc:grpChg chg="mod">
          <ac:chgData name="Rodica Ioana Lung" userId="64ee56e8d7162e1e" providerId="LiveId" clId="{0F6830A5-18AB-4F1B-8BBB-DA235794CEC1}" dt="2026-01-09T15:42:19.199" v="1154"/>
          <ac:grpSpMkLst>
            <pc:docMk/>
            <pc:sldMk cId="3139560907" sldId="257"/>
            <ac:grpSpMk id="22" creationId="{A1B616C6-8003-D9F8-6415-CCDD0CA0F7DA}"/>
          </ac:grpSpMkLst>
        </pc:grpChg>
        <pc:grpChg chg="del mod">
          <ac:chgData name="Rodica Ioana Lung" userId="64ee56e8d7162e1e" providerId="LiveId" clId="{0F6830A5-18AB-4F1B-8BBB-DA235794CEC1}" dt="2026-01-09T15:42:38.104" v="1165"/>
          <ac:grpSpMkLst>
            <pc:docMk/>
            <pc:sldMk cId="3139560907" sldId="257"/>
            <ac:grpSpMk id="26" creationId="{288E8122-3080-2415-16A2-141C3A551449}"/>
          </ac:grpSpMkLst>
        </pc:grpChg>
        <pc:grpChg chg="mod">
          <ac:chgData name="Rodica Ioana Lung" userId="64ee56e8d7162e1e" providerId="LiveId" clId="{0F6830A5-18AB-4F1B-8BBB-DA235794CEC1}" dt="2026-01-09T15:42:38.104" v="1165"/>
          <ac:grpSpMkLst>
            <pc:docMk/>
            <pc:sldMk cId="3139560907" sldId="257"/>
            <ac:grpSpMk id="33" creationId="{06B596E5-9E32-B446-1C76-AB469230ED25}"/>
          </ac:grpSpMkLst>
        </pc:grpChg>
        <pc:grpChg chg="mod">
          <ac:chgData name="Rodica Ioana Lung" userId="64ee56e8d7162e1e" providerId="LiveId" clId="{0F6830A5-18AB-4F1B-8BBB-DA235794CEC1}" dt="2026-01-09T15:42:43.228" v="1169"/>
          <ac:grpSpMkLst>
            <pc:docMk/>
            <pc:sldMk cId="3139560907" sldId="257"/>
            <ac:grpSpMk id="37" creationId="{FAF36B49-9D99-E58C-4A74-015F22952D13}"/>
          </ac:grpSpMkLst>
        </pc:grpChg>
        <pc:grpChg chg="del mod">
          <ac:chgData name="Rodica Ioana Lung" userId="64ee56e8d7162e1e" providerId="LiveId" clId="{0F6830A5-18AB-4F1B-8BBB-DA235794CEC1}" dt="2026-01-09T15:44:40.732" v="1229"/>
          <ac:grpSpMkLst>
            <pc:docMk/>
            <pc:sldMk cId="3139560907" sldId="257"/>
            <ac:grpSpMk id="41" creationId="{5321F971-9595-AD98-37FF-DF5FFB8F40B8}"/>
          </ac:grpSpMkLst>
        </pc:grpChg>
        <pc:grpChg chg="del mod">
          <ac:chgData name="Rodica Ioana Lung" userId="64ee56e8d7162e1e" providerId="LiveId" clId="{0F6830A5-18AB-4F1B-8BBB-DA235794CEC1}" dt="2026-01-09T15:42:49.263" v="1181"/>
          <ac:grpSpMkLst>
            <pc:docMk/>
            <pc:sldMk cId="3139560907" sldId="257"/>
            <ac:grpSpMk id="47" creationId="{2C11EAB7-EC1F-3658-1DD9-326060E4EDB0}"/>
          </ac:grpSpMkLst>
        </pc:grpChg>
        <pc:grpChg chg="del mod">
          <ac:chgData name="Rodica Ioana Lung" userId="64ee56e8d7162e1e" providerId="LiveId" clId="{0F6830A5-18AB-4F1B-8BBB-DA235794CEC1}" dt="2026-01-09T15:42:50.652" v="1184"/>
          <ac:grpSpMkLst>
            <pc:docMk/>
            <pc:sldMk cId="3139560907" sldId="257"/>
            <ac:grpSpMk id="49" creationId="{D8D9B1C9-F998-C4C9-BCD7-F06C3F8563CA}"/>
          </ac:grpSpMkLst>
        </pc:grpChg>
        <pc:grpChg chg="mod">
          <ac:chgData name="Rodica Ioana Lung" userId="64ee56e8d7162e1e" providerId="LiveId" clId="{0F6830A5-18AB-4F1B-8BBB-DA235794CEC1}" dt="2026-01-09T15:42:50.652" v="1184"/>
          <ac:grpSpMkLst>
            <pc:docMk/>
            <pc:sldMk cId="3139560907" sldId="257"/>
            <ac:grpSpMk id="52" creationId="{83B629E2-5795-4FC2-37D0-161C78AFE64A}"/>
          </ac:grpSpMkLst>
        </pc:grpChg>
        <pc:grpChg chg="mod">
          <ac:chgData name="Rodica Ioana Lung" userId="64ee56e8d7162e1e" providerId="LiveId" clId="{0F6830A5-18AB-4F1B-8BBB-DA235794CEC1}" dt="2026-01-09T15:42:52.968" v="1190"/>
          <ac:grpSpMkLst>
            <pc:docMk/>
            <pc:sldMk cId="3139560907" sldId="257"/>
            <ac:grpSpMk id="58" creationId="{FA884AA2-193C-5894-01B5-8B08C143278E}"/>
          </ac:grpSpMkLst>
        </pc:grpChg>
        <pc:grpChg chg="del mod">
          <ac:chgData name="Rodica Ioana Lung" userId="64ee56e8d7162e1e" providerId="LiveId" clId="{0F6830A5-18AB-4F1B-8BBB-DA235794CEC1}" dt="2026-01-09T15:44:43.752" v="1236"/>
          <ac:grpSpMkLst>
            <pc:docMk/>
            <pc:sldMk cId="3139560907" sldId="257"/>
            <ac:grpSpMk id="61" creationId="{8F96DF9C-7187-B2B8-89CA-E49791F2F3E8}"/>
          </ac:grpSpMkLst>
        </pc:grpChg>
        <pc:grpChg chg="mod">
          <ac:chgData name="Rodica Ioana Lung" userId="64ee56e8d7162e1e" providerId="LiveId" clId="{0F6830A5-18AB-4F1B-8BBB-DA235794CEC1}" dt="2026-01-09T15:43:02.931" v="1196"/>
          <ac:grpSpMkLst>
            <pc:docMk/>
            <pc:sldMk cId="3139560907" sldId="257"/>
            <ac:grpSpMk id="64" creationId="{602B04BC-4751-742B-ED3D-4A757ECD0D52}"/>
          </ac:grpSpMkLst>
        </pc:grpChg>
        <pc:grpChg chg="del mod">
          <ac:chgData name="Rodica Ioana Lung" userId="64ee56e8d7162e1e" providerId="LiveId" clId="{0F6830A5-18AB-4F1B-8BBB-DA235794CEC1}" dt="2026-01-09T15:43:22.393" v="1206"/>
          <ac:grpSpMkLst>
            <pc:docMk/>
            <pc:sldMk cId="3139560907" sldId="257"/>
            <ac:grpSpMk id="68" creationId="{B29CDF35-875E-1316-D9CA-921137EF30D0}"/>
          </ac:grpSpMkLst>
        </pc:grpChg>
        <pc:grpChg chg="del mod">
          <ac:chgData name="Rodica Ioana Lung" userId="64ee56e8d7162e1e" providerId="LiveId" clId="{0F6830A5-18AB-4F1B-8BBB-DA235794CEC1}" dt="2026-01-09T15:43:24.047" v="1208"/>
          <ac:grpSpMkLst>
            <pc:docMk/>
            <pc:sldMk cId="3139560907" sldId="257"/>
            <ac:grpSpMk id="74" creationId="{3ED53FC6-CEBE-6FB8-CF0D-CB417180DE4C}"/>
          </ac:grpSpMkLst>
        </pc:grpChg>
        <pc:grpChg chg="del mod">
          <ac:chgData name="Rodica Ioana Lung" userId="64ee56e8d7162e1e" providerId="LiveId" clId="{0F6830A5-18AB-4F1B-8BBB-DA235794CEC1}" dt="2026-01-09T15:43:24.047" v="1208"/>
          <ac:grpSpMkLst>
            <pc:docMk/>
            <pc:sldMk cId="3139560907" sldId="257"/>
            <ac:grpSpMk id="75" creationId="{31FCD526-3D9D-19FA-9EC7-93E7E0819276}"/>
          </ac:grpSpMkLst>
        </pc:grpChg>
        <pc:grpChg chg="del mod">
          <ac:chgData name="Rodica Ioana Lung" userId="64ee56e8d7162e1e" providerId="LiveId" clId="{0F6830A5-18AB-4F1B-8BBB-DA235794CEC1}" dt="2026-01-09T15:44:43.758" v="1244"/>
          <ac:grpSpMkLst>
            <pc:docMk/>
            <pc:sldMk cId="3139560907" sldId="257"/>
            <ac:grpSpMk id="77" creationId="{7ADDC7B6-7F63-BF7A-BEB7-A565E3519C64}"/>
          </ac:grpSpMkLst>
        </pc:grpChg>
        <pc:grpChg chg="del mod">
          <ac:chgData name="Rodica Ioana Lung" userId="64ee56e8d7162e1e" providerId="LiveId" clId="{0F6830A5-18AB-4F1B-8BBB-DA235794CEC1}" dt="2026-01-09T15:44:19.070" v="1226"/>
          <ac:grpSpMkLst>
            <pc:docMk/>
            <pc:sldMk cId="3139560907" sldId="257"/>
            <ac:grpSpMk id="82" creationId="{62BEA2C4-3AA5-D4C2-94E1-49556FCA3A18}"/>
          </ac:grpSpMkLst>
        </pc:grpChg>
        <pc:grpChg chg="mod">
          <ac:chgData name="Rodica Ioana Lung" userId="64ee56e8d7162e1e" providerId="LiveId" clId="{0F6830A5-18AB-4F1B-8BBB-DA235794CEC1}" dt="2026-01-09T15:44:19.070" v="1226"/>
          <ac:grpSpMkLst>
            <pc:docMk/>
            <pc:sldMk cId="3139560907" sldId="257"/>
            <ac:grpSpMk id="89" creationId="{FE9ADE66-A1C4-D67C-C2F9-010BA68CB767}"/>
          </ac:grpSpMkLst>
        </pc:grpChg>
        <pc:grpChg chg="mod">
          <ac:chgData name="Rodica Ioana Lung" userId="64ee56e8d7162e1e" providerId="LiveId" clId="{0F6830A5-18AB-4F1B-8BBB-DA235794CEC1}" dt="2026-01-09T15:44:51.889" v="1250"/>
          <ac:grpSpMkLst>
            <pc:docMk/>
            <pc:sldMk cId="3139560907" sldId="257"/>
            <ac:grpSpMk id="94" creationId="{0FD521BA-EB79-67FA-EF85-47CC172F07AC}"/>
          </ac:grpSpMkLst>
        </pc:grpChg>
        <pc:grpChg chg="mod">
          <ac:chgData name="Rodica Ioana Lung" userId="64ee56e8d7162e1e" providerId="LiveId" clId="{0F6830A5-18AB-4F1B-8BBB-DA235794CEC1}" dt="2026-01-09T15:44:51.889" v="1250"/>
          <ac:grpSpMkLst>
            <pc:docMk/>
            <pc:sldMk cId="3139560907" sldId="257"/>
            <ac:grpSpMk id="95" creationId="{77F859EE-A90B-3E9E-500E-C410889B1E31}"/>
          </ac:grpSpMkLst>
        </pc:grpChg>
        <pc:inkChg chg="add">
          <ac:chgData name="Rodica Ioana Lung" userId="64ee56e8d7162e1e" providerId="LiveId" clId="{0F6830A5-18AB-4F1B-8BBB-DA235794CEC1}" dt="2026-01-09T15:41:35.511" v="1138" actId="9405"/>
          <ac:inkMkLst>
            <pc:docMk/>
            <pc:sldMk cId="3139560907" sldId="257"/>
            <ac:inkMk id="5" creationId="{77FD73E9-225C-66BE-B8E2-076CD1B8AAE4}"/>
          </ac:inkMkLst>
        </pc:inkChg>
        <pc:inkChg chg="add del mod">
          <ac:chgData name="Rodica Ioana Lung" userId="64ee56e8d7162e1e" providerId="LiveId" clId="{0F6830A5-18AB-4F1B-8BBB-DA235794CEC1}" dt="2026-01-09T15:44:41.270" v="1233"/>
          <ac:inkMkLst>
            <pc:docMk/>
            <pc:sldMk cId="3139560907" sldId="257"/>
            <ac:inkMk id="6" creationId="{86041A66-8AA8-A426-7F9E-3BE1516C43FB}"/>
          </ac:inkMkLst>
        </pc:inkChg>
        <pc:inkChg chg="add del mod">
          <ac:chgData name="Rodica Ioana Lung" userId="64ee56e8d7162e1e" providerId="LiveId" clId="{0F6830A5-18AB-4F1B-8BBB-DA235794CEC1}" dt="2026-01-09T15:44:40.731" v="1228"/>
          <ac:inkMkLst>
            <pc:docMk/>
            <pc:sldMk cId="3139560907" sldId="257"/>
            <ac:inkMk id="7" creationId="{DCF13D03-958F-19A4-24ED-3596B49F1452}"/>
          </ac:inkMkLst>
        </pc:inkChg>
        <pc:inkChg chg="add del">
          <ac:chgData name="Rodica Ioana Lung" userId="64ee56e8d7162e1e" providerId="LiveId" clId="{0F6830A5-18AB-4F1B-8BBB-DA235794CEC1}" dt="2026-01-09T15:44:41.270" v="1235"/>
          <ac:inkMkLst>
            <pc:docMk/>
            <pc:sldMk cId="3139560907" sldId="257"/>
            <ac:inkMk id="10" creationId="{123CDFD4-30A3-00D9-B3D6-02C595E74FEF}"/>
          </ac:inkMkLst>
        </pc:inkChg>
        <pc:inkChg chg="add del mod">
          <ac:chgData name="Rodica Ioana Lung" userId="64ee56e8d7162e1e" providerId="LiveId" clId="{0F6830A5-18AB-4F1B-8BBB-DA235794CEC1}" dt="2026-01-09T15:44:40.733" v="1232"/>
          <ac:inkMkLst>
            <pc:docMk/>
            <pc:sldMk cId="3139560907" sldId="257"/>
            <ac:inkMk id="11" creationId="{F048BA98-BDF0-F988-D730-B9C8F1FE54D2}"/>
          </ac:inkMkLst>
        </pc:inkChg>
        <pc:inkChg chg="add del mod">
          <ac:chgData name="Rodica Ioana Lung" userId="64ee56e8d7162e1e" providerId="LiveId" clId="{0F6830A5-18AB-4F1B-8BBB-DA235794CEC1}" dt="2026-01-09T15:44:40.733" v="1230"/>
          <ac:inkMkLst>
            <pc:docMk/>
            <pc:sldMk cId="3139560907" sldId="257"/>
            <ac:inkMk id="12" creationId="{1D475413-958A-1C0A-77AC-A362443C935A}"/>
          </ac:inkMkLst>
        </pc:inkChg>
        <pc:inkChg chg="add">
          <ac:chgData name="Rodica Ioana Lung" userId="64ee56e8d7162e1e" providerId="LiveId" clId="{0F6830A5-18AB-4F1B-8BBB-DA235794CEC1}" dt="2026-01-09T15:42:04.662" v="1146" actId="9405"/>
          <ac:inkMkLst>
            <pc:docMk/>
            <pc:sldMk cId="3139560907" sldId="257"/>
            <ac:inkMk id="14" creationId="{E973F836-3875-6FF8-4994-D37F17BF54AF}"/>
          </ac:inkMkLst>
        </pc:inkChg>
        <pc:inkChg chg="add mod">
          <ac:chgData name="Rodica Ioana Lung" userId="64ee56e8d7162e1e" providerId="LiveId" clId="{0F6830A5-18AB-4F1B-8BBB-DA235794CEC1}" dt="2026-01-09T15:42:19.199" v="1154"/>
          <ac:inkMkLst>
            <pc:docMk/>
            <pc:sldMk cId="3139560907" sldId="257"/>
            <ac:inkMk id="15" creationId="{20B275BC-2B5F-30F0-8C35-9EC4CE7CE7FC}"/>
          </ac:inkMkLst>
        </pc:inkChg>
        <pc:inkChg chg="add mod">
          <ac:chgData name="Rodica Ioana Lung" userId="64ee56e8d7162e1e" providerId="LiveId" clId="{0F6830A5-18AB-4F1B-8BBB-DA235794CEC1}" dt="2026-01-09T15:42:19.199" v="1154"/>
          <ac:inkMkLst>
            <pc:docMk/>
            <pc:sldMk cId="3139560907" sldId="257"/>
            <ac:inkMk id="16" creationId="{2C81B582-7337-12A5-01EA-EA00465A27A2}"/>
          </ac:inkMkLst>
        </pc:inkChg>
        <pc:inkChg chg="add mod">
          <ac:chgData name="Rodica Ioana Lung" userId="64ee56e8d7162e1e" providerId="LiveId" clId="{0F6830A5-18AB-4F1B-8BBB-DA235794CEC1}" dt="2026-01-09T15:42:19.199" v="1154"/>
          <ac:inkMkLst>
            <pc:docMk/>
            <pc:sldMk cId="3139560907" sldId="257"/>
            <ac:inkMk id="17" creationId="{C08F8CCC-D9F3-FE23-4AD1-93E1D3554F54}"/>
          </ac:inkMkLst>
        </pc:inkChg>
        <pc:inkChg chg="add mod">
          <ac:chgData name="Rodica Ioana Lung" userId="64ee56e8d7162e1e" providerId="LiveId" clId="{0F6830A5-18AB-4F1B-8BBB-DA235794CEC1}" dt="2026-01-09T15:42:19.199" v="1154"/>
          <ac:inkMkLst>
            <pc:docMk/>
            <pc:sldMk cId="3139560907" sldId="257"/>
            <ac:inkMk id="18" creationId="{542F793F-4677-0144-5BA9-21B32C9E6770}"/>
          </ac:inkMkLst>
        </pc:inkChg>
        <pc:inkChg chg="add mod">
          <ac:chgData name="Rodica Ioana Lung" userId="64ee56e8d7162e1e" providerId="LiveId" clId="{0F6830A5-18AB-4F1B-8BBB-DA235794CEC1}" dt="2026-01-09T15:42:19.199" v="1154"/>
          <ac:inkMkLst>
            <pc:docMk/>
            <pc:sldMk cId="3139560907" sldId="257"/>
            <ac:inkMk id="19" creationId="{BB62C8CE-A1EC-29F9-5D1B-A153C558DF4D}"/>
          </ac:inkMkLst>
        </pc:inkChg>
        <pc:inkChg chg="add mod">
          <ac:chgData name="Rodica Ioana Lung" userId="64ee56e8d7162e1e" providerId="LiveId" clId="{0F6830A5-18AB-4F1B-8BBB-DA235794CEC1}" dt="2026-01-09T15:42:19.199" v="1154"/>
          <ac:inkMkLst>
            <pc:docMk/>
            <pc:sldMk cId="3139560907" sldId="257"/>
            <ac:inkMk id="20" creationId="{B663F9B8-21C2-F981-5738-B728C1DF5E2E}"/>
          </ac:inkMkLst>
        </pc:inkChg>
        <pc:inkChg chg="add mod">
          <ac:chgData name="Rodica Ioana Lung" userId="64ee56e8d7162e1e" providerId="LiveId" clId="{0F6830A5-18AB-4F1B-8BBB-DA235794CEC1}" dt="2026-01-09T15:42:19.199" v="1154"/>
          <ac:inkMkLst>
            <pc:docMk/>
            <pc:sldMk cId="3139560907" sldId="257"/>
            <ac:inkMk id="21" creationId="{8223866E-02F8-FA36-32AF-A292C23380FB}"/>
          </ac:inkMkLst>
        </pc:inkChg>
        <pc:inkChg chg="add">
          <ac:chgData name="Rodica Ioana Lung" userId="64ee56e8d7162e1e" providerId="LiveId" clId="{0F6830A5-18AB-4F1B-8BBB-DA235794CEC1}" dt="2026-01-09T15:42:24.193" v="1155" actId="9405"/>
          <ac:inkMkLst>
            <pc:docMk/>
            <pc:sldMk cId="3139560907" sldId="257"/>
            <ac:inkMk id="23" creationId="{2FB9F1C6-5F6F-96C5-226D-394FB88D8109}"/>
          </ac:inkMkLst>
        </pc:inkChg>
        <pc:inkChg chg="add mod">
          <ac:chgData name="Rodica Ioana Lung" userId="64ee56e8d7162e1e" providerId="LiveId" clId="{0F6830A5-18AB-4F1B-8BBB-DA235794CEC1}" dt="2026-01-09T15:42:38.104" v="1165"/>
          <ac:inkMkLst>
            <pc:docMk/>
            <pc:sldMk cId="3139560907" sldId="257"/>
            <ac:inkMk id="24" creationId="{3B9ABB01-D09D-FC15-1985-D5C083F8279E}"/>
          </ac:inkMkLst>
        </pc:inkChg>
        <pc:inkChg chg="add mod">
          <ac:chgData name="Rodica Ioana Lung" userId="64ee56e8d7162e1e" providerId="LiveId" clId="{0F6830A5-18AB-4F1B-8BBB-DA235794CEC1}" dt="2026-01-09T15:42:38.104" v="1165"/>
          <ac:inkMkLst>
            <pc:docMk/>
            <pc:sldMk cId="3139560907" sldId="257"/>
            <ac:inkMk id="25" creationId="{930BE8C1-BE77-8648-E102-0010FFDE5603}"/>
          </ac:inkMkLst>
        </pc:inkChg>
        <pc:inkChg chg="add mod">
          <ac:chgData name="Rodica Ioana Lung" userId="64ee56e8d7162e1e" providerId="LiveId" clId="{0F6830A5-18AB-4F1B-8BBB-DA235794CEC1}" dt="2026-01-09T15:42:38.104" v="1165"/>
          <ac:inkMkLst>
            <pc:docMk/>
            <pc:sldMk cId="3139560907" sldId="257"/>
            <ac:inkMk id="27" creationId="{D53BEFF3-16D7-BF80-0EFA-7910C6DC0088}"/>
          </ac:inkMkLst>
        </pc:inkChg>
        <pc:inkChg chg="add mod">
          <ac:chgData name="Rodica Ioana Lung" userId="64ee56e8d7162e1e" providerId="LiveId" clId="{0F6830A5-18AB-4F1B-8BBB-DA235794CEC1}" dt="2026-01-09T15:42:38.104" v="1165"/>
          <ac:inkMkLst>
            <pc:docMk/>
            <pc:sldMk cId="3139560907" sldId="257"/>
            <ac:inkMk id="28" creationId="{CC03051C-002D-9571-570A-248302957742}"/>
          </ac:inkMkLst>
        </pc:inkChg>
        <pc:inkChg chg="add mod">
          <ac:chgData name="Rodica Ioana Lung" userId="64ee56e8d7162e1e" providerId="LiveId" clId="{0F6830A5-18AB-4F1B-8BBB-DA235794CEC1}" dt="2026-01-09T15:42:38.104" v="1165"/>
          <ac:inkMkLst>
            <pc:docMk/>
            <pc:sldMk cId="3139560907" sldId="257"/>
            <ac:inkMk id="29" creationId="{A85AF8B5-6999-881A-48C3-414856A65BB8}"/>
          </ac:inkMkLst>
        </pc:inkChg>
        <pc:inkChg chg="add mod">
          <ac:chgData name="Rodica Ioana Lung" userId="64ee56e8d7162e1e" providerId="LiveId" clId="{0F6830A5-18AB-4F1B-8BBB-DA235794CEC1}" dt="2026-01-09T15:42:38.104" v="1165"/>
          <ac:inkMkLst>
            <pc:docMk/>
            <pc:sldMk cId="3139560907" sldId="257"/>
            <ac:inkMk id="30" creationId="{DE1FC591-69FB-FBE6-59F1-39199C1DBDA5}"/>
          </ac:inkMkLst>
        </pc:inkChg>
        <pc:inkChg chg="add mod">
          <ac:chgData name="Rodica Ioana Lung" userId="64ee56e8d7162e1e" providerId="LiveId" clId="{0F6830A5-18AB-4F1B-8BBB-DA235794CEC1}" dt="2026-01-09T15:42:38.104" v="1165"/>
          <ac:inkMkLst>
            <pc:docMk/>
            <pc:sldMk cId="3139560907" sldId="257"/>
            <ac:inkMk id="31" creationId="{7543ABBA-64E7-912B-102C-A3D4E9DF1A74}"/>
          </ac:inkMkLst>
        </pc:inkChg>
        <pc:inkChg chg="add mod">
          <ac:chgData name="Rodica Ioana Lung" userId="64ee56e8d7162e1e" providerId="LiveId" clId="{0F6830A5-18AB-4F1B-8BBB-DA235794CEC1}" dt="2026-01-09T15:42:38.104" v="1165"/>
          <ac:inkMkLst>
            <pc:docMk/>
            <pc:sldMk cId="3139560907" sldId="257"/>
            <ac:inkMk id="32" creationId="{D706DEB9-3971-7256-917E-DA606CC06CB8}"/>
          </ac:inkMkLst>
        </pc:inkChg>
        <pc:inkChg chg="add">
          <ac:chgData name="Rodica Ioana Lung" userId="64ee56e8d7162e1e" providerId="LiveId" clId="{0F6830A5-18AB-4F1B-8BBB-DA235794CEC1}" dt="2026-01-09T15:42:40.347" v="1166" actId="9405"/>
          <ac:inkMkLst>
            <pc:docMk/>
            <pc:sldMk cId="3139560907" sldId="257"/>
            <ac:inkMk id="34" creationId="{651E1847-BEFD-6979-A098-A9BE4D504BA8}"/>
          </ac:inkMkLst>
        </pc:inkChg>
        <pc:inkChg chg="add mod">
          <ac:chgData name="Rodica Ioana Lung" userId="64ee56e8d7162e1e" providerId="LiveId" clId="{0F6830A5-18AB-4F1B-8BBB-DA235794CEC1}" dt="2026-01-09T15:42:43.228" v="1169"/>
          <ac:inkMkLst>
            <pc:docMk/>
            <pc:sldMk cId="3139560907" sldId="257"/>
            <ac:inkMk id="35" creationId="{BACAEE22-C991-CF31-CEC7-40A4AFA758BB}"/>
          </ac:inkMkLst>
        </pc:inkChg>
        <pc:inkChg chg="add mod">
          <ac:chgData name="Rodica Ioana Lung" userId="64ee56e8d7162e1e" providerId="LiveId" clId="{0F6830A5-18AB-4F1B-8BBB-DA235794CEC1}" dt="2026-01-09T15:42:43.228" v="1169"/>
          <ac:inkMkLst>
            <pc:docMk/>
            <pc:sldMk cId="3139560907" sldId="257"/>
            <ac:inkMk id="36" creationId="{07E7FC72-C518-DDAA-D85E-1895A4AE10C1}"/>
          </ac:inkMkLst>
        </pc:inkChg>
        <pc:inkChg chg="add mod">
          <ac:chgData name="Rodica Ioana Lung" userId="64ee56e8d7162e1e" providerId="LiveId" clId="{0F6830A5-18AB-4F1B-8BBB-DA235794CEC1}" dt="2026-01-09T15:44:40.732" v="1229"/>
          <ac:inkMkLst>
            <pc:docMk/>
            <pc:sldMk cId="3139560907" sldId="257"/>
            <ac:inkMk id="38" creationId="{DCEDFEFA-5287-3DC0-C702-4FF55D4625B9}"/>
          </ac:inkMkLst>
        </pc:inkChg>
        <pc:inkChg chg="add del mod">
          <ac:chgData name="Rodica Ioana Lung" userId="64ee56e8d7162e1e" providerId="LiveId" clId="{0F6830A5-18AB-4F1B-8BBB-DA235794CEC1}" dt="2026-01-09T15:44:40.732" v="1229"/>
          <ac:inkMkLst>
            <pc:docMk/>
            <pc:sldMk cId="3139560907" sldId="257"/>
            <ac:inkMk id="39" creationId="{472C3A7E-53B7-4B1A-69B2-DAA6DFC081F0}"/>
          </ac:inkMkLst>
        </pc:inkChg>
        <pc:inkChg chg="add del mod">
          <ac:chgData name="Rodica Ioana Lung" userId="64ee56e8d7162e1e" providerId="LiveId" clId="{0F6830A5-18AB-4F1B-8BBB-DA235794CEC1}" dt="2026-01-09T15:44:40.730" v="1227"/>
          <ac:inkMkLst>
            <pc:docMk/>
            <pc:sldMk cId="3139560907" sldId="257"/>
            <ac:inkMk id="40" creationId="{2A3CF6BD-23B7-CFF6-4DA4-AA40FD40A3A4}"/>
          </ac:inkMkLst>
        </pc:inkChg>
        <pc:inkChg chg="add mod">
          <ac:chgData name="Rodica Ioana Lung" userId="64ee56e8d7162e1e" providerId="LiveId" clId="{0F6830A5-18AB-4F1B-8BBB-DA235794CEC1}" dt="2026-01-09T15:42:50.652" v="1184"/>
          <ac:inkMkLst>
            <pc:docMk/>
            <pc:sldMk cId="3139560907" sldId="257"/>
            <ac:inkMk id="42" creationId="{B2A00B3F-5E01-9960-FBDE-178DAF9BAFF8}"/>
          </ac:inkMkLst>
        </pc:inkChg>
        <pc:inkChg chg="add mod">
          <ac:chgData name="Rodica Ioana Lung" userId="64ee56e8d7162e1e" providerId="LiveId" clId="{0F6830A5-18AB-4F1B-8BBB-DA235794CEC1}" dt="2026-01-09T15:42:50.652" v="1184"/>
          <ac:inkMkLst>
            <pc:docMk/>
            <pc:sldMk cId="3139560907" sldId="257"/>
            <ac:inkMk id="43" creationId="{FC44E78F-5A4E-907C-3434-D70268D5398A}"/>
          </ac:inkMkLst>
        </pc:inkChg>
        <pc:inkChg chg="add mod">
          <ac:chgData name="Rodica Ioana Lung" userId="64ee56e8d7162e1e" providerId="LiveId" clId="{0F6830A5-18AB-4F1B-8BBB-DA235794CEC1}" dt="2026-01-09T15:42:50.652" v="1184"/>
          <ac:inkMkLst>
            <pc:docMk/>
            <pc:sldMk cId="3139560907" sldId="257"/>
            <ac:inkMk id="44" creationId="{6882EDE3-AFFE-7B19-599F-5DC24D79991F}"/>
          </ac:inkMkLst>
        </pc:inkChg>
        <pc:inkChg chg="add mod">
          <ac:chgData name="Rodica Ioana Lung" userId="64ee56e8d7162e1e" providerId="LiveId" clId="{0F6830A5-18AB-4F1B-8BBB-DA235794CEC1}" dt="2026-01-09T15:42:50.652" v="1184"/>
          <ac:inkMkLst>
            <pc:docMk/>
            <pc:sldMk cId="3139560907" sldId="257"/>
            <ac:inkMk id="45" creationId="{1FCFF4DE-9DCF-B04F-883B-5F2629732425}"/>
          </ac:inkMkLst>
        </pc:inkChg>
        <pc:inkChg chg="add mod">
          <ac:chgData name="Rodica Ioana Lung" userId="64ee56e8d7162e1e" providerId="LiveId" clId="{0F6830A5-18AB-4F1B-8BBB-DA235794CEC1}" dt="2026-01-09T15:42:50.652" v="1184"/>
          <ac:inkMkLst>
            <pc:docMk/>
            <pc:sldMk cId="3139560907" sldId="257"/>
            <ac:inkMk id="46" creationId="{75E47BF6-2D2E-2A7F-8349-E95D1A967815}"/>
          </ac:inkMkLst>
        </pc:inkChg>
        <pc:inkChg chg="add mod">
          <ac:chgData name="Rodica Ioana Lung" userId="64ee56e8d7162e1e" providerId="LiveId" clId="{0F6830A5-18AB-4F1B-8BBB-DA235794CEC1}" dt="2026-01-09T15:42:50.652" v="1184"/>
          <ac:inkMkLst>
            <pc:docMk/>
            <pc:sldMk cId="3139560907" sldId="257"/>
            <ac:inkMk id="48" creationId="{B405857F-E245-5EE2-A1B3-C34304347A95}"/>
          </ac:inkMkLst>
        </pc:inkChg>
        <pc:inkChg chg="add mod">
          <ac:chgData name="Rodica Ioana Lung" userId="64ee56e8d7162e1e" providerId="LiveId" clId="{0F6830A5-18AB-4F1B-8BBB-DA235794CEC1}" dt="2026-01-09T15:42:50.652" v="1184"/>
          <ac:inkMkLst>
            <pc:docMk/>
            <pc:sldMk cId="3139560907" sldId="257"/>
            <ac:inkMk id="50" creationId="{10BE1B1B-CA3A-8174-A222-E572B336E291}"/>
          </ac:inkMkLst>
        </pc:inkChg>
        <pc:inkChg chg="add mod">
          <ac:chgData name="Rodica Ioana Lung" userId="64ee56e8d7162e1e" providerId="LiveId" clId="{0F6830A5-18AB-4F1B-8BBB-DA235794CEC1}" dt="2026-01-09T15:42:50.652" v="1184"/>
          <ac:inkMkLst>
            <pc:docMk/>
            <pc:sldMk cId="3139560907" sldId="257"/>
            <ac:inkMk id="51" creationId="{A3721EA2-DB14-3A1D-961F-B427FC7802F3}"/>
          </ac:inkMkLst>
        </pc:inkChg>
        <pc:inkChg chg="add mod">
          <ac:chgData name="Rodica Ioana Lung" userId="64ee56e8d7162e1e" providerId="LiveId" clId="{0F6830A5-18AB-4F1B-8BBB-DA235794CEC1}" dt="2026-01-09T15:42:52.968" v="1190"/>
          <ac:inkMkLst>
            <pc:docMk/>
            <pc:sldMk cId="3139560907" sldId="257"/>
            <ac:inkMk id="53" creationId="{9BFC48E6-0682-72C1-D289-FB0522EA479B}"/>
          </ac:inkMkLst>
        </pc:inkChg>
        <pc:inkChg chg="add mod">
          <ac:chgData name="Rodica Ioana Lung" userId="64ee56e8d7162e1e" providerId="LiveId" clId="{0F6830A5-18AB-4F1B-8BBB-DA235794CEC1}" dt="2026-01-09T15:42:52.968" v="1190"/>
          <ac:inkMkLst>
            <pc:docMk/>
            <pc:sldMk cId="3139560907" sldId="257"/>
            <ac:inkMk id="54" creationId="{E7D489FF-CBC9-BB7D-23CD-AC38263EE7A3}"/>
          </ac:inkMkLst>
        </pc:inkChg>
        <pc:inkChg chg="add mod">
          <ac:chgData name="Rodica Ioana Lung" userId="64ee56e8d7162e1e" providerId="LiveId" clId="{0F6830A5-18AB-4F1B-8BBB-DA235794CEC1}" dt="2026-01-09T15:42:52.968" v="1190"/>
          <ac:inkMkLst>
            <pc:docMk/>
            <pc:sldMk cId="3139560907" sldId="257"/>
            <ac:inkMk id="55" creationId="{63044490-37B7-C21D-63FC-894FC4F26253}"/>
          </ac:inkMkLst>
        </pc:inkChg>
        <pc:inkChg chg="add mod">
          <ac:chgData name="Rodica Ioana Lung" userId="64ee56e8d7162e1e" providerId="LiveId" clId="{0F6830A5-18AB-4F1B-8BBB-DA235794CEC1}" dt="2026-01-09T15:42:52.968" v="1190"/>
          <ac:inkMkLst>
            <pc:docMk/>
            <pc:sldMk cId="3139560907" sldId="257"/>
            <ac:inkMk id="56" creationId="{04E72C99-B864-3913-C332-FB246B5C8F50}"/>
          </ac:inkMkLst>
        </pc:inkChg>
        <pc:inkChg chg="add mod">
          <ac:chgData name="Rodica Ioana Lung" userId="64ee56e8d7162e1e" providerId="LiveId" clId="{0F6830A5-18AB-4F1B-8BBB-DA235794CEC1}" dt="2026-01-09T15:42:52.968" v="1190"/>
          <ac:inkMkLst>
            <pc:docMk/>
            <pc:sldMk cId="3139560907" sldId="257"/>
            <ac:inkMk id="57" creationId="{A368EA28-171A-3063-8731-EAF22121733B}"/>
          </ac:inkMkLst>
        </pc:inkChg>
        <pc:inkChg chg="add del mod">
          <ac:chgData name="Rodica Ioana Lung" userId="64ee56e8d7162e1e" providerId="LiveId" clId="{0F6830A5-18AB-4F1B-8BBB-DA235794CEC1}" dt="2026-01-09T15:44:43.752" v="1236"/>
          <ac:inkMkLst>
            <pc:docMk/>
            <pc:sldMk cId="3139560907" sldId="257"/>
            <ac:inkMk id="59" creationId="{7CA98353-3272-BB56-26FC-05D0CCC57C40}"/>
          </ac:inkMkLst>
        </pc:inkChg>
        <pc:inkChg chg="add del mod">
          <ac:chgData name="Rodica Ioana Lung" userId="64ee56e8d7162e1e" providerId="LiveId" clId="{0F6830A5-18AB-4F1B-8BBB-DA235794CEC1}" dt="2026-01-09T15:44:43.758" v="1243"/>
          <ac:inkMkLst>
            <pc:docMk/>
            <pc:sldMk cId="3139560907" sldId="257"/>
            <ac:inkMk id="60" creationId="{1DF81E2C-0FA8-5523-ABF0-D98479484EEF}"/>
          </ac:inkMkLst>
        </pc:inkChg>
        <pc:inkChg chg="add mod">
          <ac:chgData name="Rodica Ioana Lung" userId="64ee56e8d7162e1e" providerId="LiveId" clId="{0F6830A5-18AB-4F1B-8BBB-DA235794CEC1}" dt="2026-01-09T15:43:02.931" v="1196"/>
          <ac:inkMkLst>
            <pc:docMk/>
            <pc:sldMk cId="3139560907" sldId="257"/>
            <ac:inkMk id="62" creationId="{D7B48BBC-6541-7DBB-051B-67B7D9A88A2E}"/>
          </ac:inkMkLst>
        </pc:inkChg>
        <pc:inkChg chg="add mod">
          <ac:chgData name="Rodica Ioana Lung" userId="64ee56e8d7162e1e" providerId="LiveId" clId="{0F6830A5-18AB-4F1B-8BBB-DA235794CEC1}" dt="2026-01-09T15:43:02.931" v="1196"/>
          <ac:inkMkLst>
            <pc:docMk/>
            <pc:sldMk cId="3139560907" sldId="257"/>
            <ac:inkMk id="63" creationId="{95A707DF-C571-253C-86B9-DD3572021004}"/>
          </ac:inkMkLst>
        </pc:inkChg>
        <pc:inkChg chg="add del">
          <ac:chgData name="Rodica Ioana Lung" userId="64ee56e8d7162e1e" providerId="LiveId" clId="{0F6830A5-18AB-4F1B-8BBB-DA235794CEC1}" dt="2026-01-09T15:44:40.733" v="1231"/>
          <ac:inkMkLst>
            <pc:docMk/>
            <pc:sldMk cId="3139560907" sldId="257"/>
            <ac:inkMk id="65" creationId="{64D145E6-9BD2-E92C-921F-6C77D978D260}"/>
          </ac:inkMkLst>
        </pc:inkChg>
        <pc:inkChg chg="add del mod">
          <ac:chgData name="Rodica Ioana Lung" userId="64ee56e8d7162e1e" providerId="LiveId" clId="{0F6830A5-18AB-4F1B-8BBB-DA235794CEC1}" dt="2026-01-09T15:44:43.757" v="1240"/>
          <ac:inkMkLst>
            <pc:docMk/>
            <pc:sldMk cId="3139560907" sldId="257"/>
            <ac:inkMk id="66" creationId="{D73F6320-62FD-42C2-8222-3935B5E0603A}"/>
          </ac:inkMkLst>
        </pc:inkChg>
        <pc:inkChg chg="add del mod">
          <ac:chgData name="Rodica Ioana Lung" userId="64ee56e8d7162e1e" providerId="LiveId" clId="{0F6830A5-18AB-4F1B-8BBB-DA235794CEC1}" dt="2026-01-09T15:44:43.758" v="1242"/>
          <ac:inkMkLst>
            <pc:docMk/>
            <pc:sldMk cId="3139560907" sldId="257"/>
            <ac:inkMk id="67" creationId="{B4F23172-E13A-4B2F-53A7-7B498F68618F}"/>
          </ac:inkMkLst>
        </pc:inkChg>
        <pc:inkChg chg="add del mod">
          <ac:chgData name="Rodica Ioana Lung" userId="64ee56e8d7162e1e" providerId="LiveId" clId="{0F6830A5-18AB-4F1B-8BBB-DA235794CEC1}" dt="2026-01-09T15:44:43.758" v="1245"/>
          <ac:inkMkLst>
            <pc:docMk/>
            <pc:sldMk cId="3139560907" sldId="257"/>
            <ac:inkMk id="69" creationId="{CFC0B86D-96B1-AE63-855D-E115305A4EE2}"/>
          </ac:inkMkLst>
        </pc:inkChg>
        <pc:inkChg chg="add del mod">
          <ac:chgData name="Rodica Ioana Lung" userId="64ee56e8d7162e1e" providerId="LiveId" clId="{0F6830A5-18AB-4F1B-8BBB-DA235794CEC1}" dt="2026-01-09T15:44:43.757" v="1241"/>
          <ac:inkMkLst>
            <pc:docMk/>
            <pc:sldMk cId="3139560907" sldId="257"/>
            <ac:inkMk id="70" creationId="{86B23B4A-99D1-31A3-24C1-568E21C519EA}"/>
          </ac:inkMkLst>
        </pc:inkChg>
        <pc:inkChg chg="add del mod">
          <ac:chgData name="Rodica Ioana Lung" userId="64ee56e8d7162e1e" providerId="LiveId" clId="{0F6830A5-18AB-4F1B-8BBB-DA235794CEC1}" dt="2026-01-09T15:44:43.756" v="1238"/>
          <ac:inkMkLst>
            <pc:docMk/>
            <pc:sldMk cId="3139560907" sldId="257"/>
            <ac:inkMk id="71" creationId="{9BFAE708-0F3A-6718-EDF2-F88084254088}"/>
          </ac:inkMkLst>
        </pc:inkChg>
        <pc:inkChg chg="add del mod">
          <ac:chgData name="Rodica Ioana Lung" userId="64ee56e8d7162e1e" providerId="LiveId" clId="{0F6830A5-18AB-4F1B-8BBB-DA235794CEC1}" dt="2026-01-09T15:44:43.757" v="1239"/>
          <ac:inkMkLst>
            <pc:docMk/>
            <pc:sldMk cId="3139560907" sldId="257"/>
            <ac:inkMk id="72" creationId="{A9475CAA-181F-939A-D851-2F4A30BE8FB1}"/>
          </ac:inkMkLst>
        </pc:inkChg>
        <pc:inkChg chg="add del mod">
          <ac:chgData name="Rodica Ioana Lung" userId="64ee56e8d7162e1e" providerId="LiveId" clId="{0F6830A5-18AB-4F1B-8BBB-DA235794CEC1}" dt="2026-01-09T15:44:43.758" v="1244"/>
          <ac:inkMkLst>
            <pc:docMk/>
            <pc:sldMk cId="3139560907" sldId="257"/>
            <ac:inkMk id="73" creationId="{60A908DB-DC3E-CB3F-4193-A62482D5FC31}"/>
          </ac:inkMkLst>
        </pc:inkChg>
        <pc:inkChg chg="add del mod">
          <ac:chgData name="Rodica Ioana Lung" userId="64ee56e8d7162e1e" providerId="LiveId" clId="{0F6830A5-18AB-4F1B-8BBB-DA235794CEC1}" dt="2026-01-09T15:44:43.754" v="1237"/>
          <ac:inkMkLst>
            <pc:docMk/>
            <pc:sldMk cId="3139560907" sldId="257"/>
            <ac:inkMk id="76" creationId="{4295186F-A566-DF17-29D3-31F2D253B032}"/>
          </ac:inkMkLst>
        </pc:inkChg>
        <pc:inkChg chg="add del">
          <ac:chgData name="Rodica Ioana Lung" userId="64ee56e8d7162e1e" providerId="LiveId" clId="{0F6830A5-18AB-4F1B-8BBB-DA235794CEC1}" dt="2026-01-09T15:44:41.270" v="1234"/>
          <ac:inkMkLst>
            <pc:docMk/>
            <pc:sldMk cId="3139560907" sldId="257"/>
            <ac:inkMk id="78" creationId="{A3CD163C-7850-F4A3-6B03-8B61DF8A4E72}"/>
          </ac:inkMkLst>
        </pc:inkChg>
        <pc:inkChg chg="add">
          <ac:chgData name="Rodica Ioana Lung" userId="64ee56e8d7162e1e" providerId="LiveId" clId="{0F6830A5-18AB-4F1B-8BBB-DA235794CEC1}" dt="2026-01-09T15:44:07.812" v="1216" actId="9405"/>
          <ac:inkMkLst>
            <pc:docMk/>
            <pc:sldMk cId="3139560907" sldId="257"/>
            <ac:inkMk id="79" creationId="{3A07E43E-42C0-7857-AE30-AF35A0E8AA1C}"/>
          </ac:inkMkLst>
        </pc:inkChg>
        <pc:inkChg chg="add mod">
          <ac:chgData name="Rodica Ioana Lung" userId="64ee56e8d7162e1e" providerId="LiveId" clId="{0F6830A5-18AB-4F1B-8BBB-DA235794CEC1}" dt="2026-01-09T15:44:19.070" v="1226"/>
          <ac:inkMkLst>
            <pc:docMk/>
            <pc:sldMk cId="3139560907" sldId="257"/>
            <ac:inkMk id="80" creationId="{C57F0DC0-60C2-3DB4-B98A-E58718F98729}"/>
          </ac:inkMkLst>
        </pc:inkChg>
        <pc:inkChg chg="add mod">
          <ac:chgData name="Rodica Ioana Lung" userId="64ee56e8d7162e1e" providerId="LiveId" clId="{0F6830A5-18AB-4F1B-8BBB-DA235794CEC1}" dt="2026-01-09T15:44:19.070" v="1226"/>
          <ac:inkMkLst>
            <pc:docMk/>
            <pc:sldMk cId="3139560907" sldId="257"/>
            <ac:inkMk id="81" creationId="{84EE7471-CFAC-ABCA-8601-26C3D604A100}"/>
          </ac:inkMkLst>
        </pc:inkChg>
        <pc:inkChg chg="add mod">
          <ac:chgData name="Rodica Ioana Lung" userId="64ee56e8d7162e1e" providerId="LiveId" clId="{0F6830A5-18AB-4F1B-8BBB-DA235794CEC1}" dt="2026-01-09T15:44:19.070" v="1226"/>
          <ac:inkMkLst>
            <pc:docMk/>
            <pc:sldMk cId="3139560907" sldId="257"/>
            <ac:inkMk id="83" creationId="{9B6BE8C1-11A3-766A-5831-91CFB23568D0}"/>
          </ac:inkMkLst>
        </pc:inkChg>
        <pc:inkChg chg="add mod">
          <ac:chgData name="Rodica Ioana Lung" userId="64ee56e8d7162e1e" providerId="LiveId" clId="{0F6830A5-18AB-4F1B-8BBB-DA235794CEC1}" dt="2026-01-09T15:44:19.070" v="1226"/>
          <ac:inkMkLst>
            <pc:docMk/>
            <pc:sldMk cId="3139560907" sldId="257"/>
            <ac:inkMk id="84" creationId="{2519BE2A-7083-B034-2A50-E1003A1D750F}"/>
          </ac:inkMkLst>
        </pc:inkChg>
        <pc:inkChg chg="add mod">
          <ac:chgData name="Rodica Ioana Lung" userId="64ee56e8d7162e1e" providerId="LiveId" clId="{0F6830A5-18AB-4F1B-8BBB-DA235794CEC1}" dt="2026-01-09T15:44:19.070" v="1226"/>
          <ac:inkMkLst>
            <pc:docMk/>
            <pc:sldMk cId="3139560907" sldId="257"/>
            <ac:inkMk id="85" creationId="{1B2CB7E9-D254-0A20-386E-2D1049E6D2FD}"/>
          </ac:inkMkLst>
        </pc:inkChg>
        <pc:inkChg chg="add mod">
          <ac:chgData name="Rodica Ioana Lung" userId="64ee56e8d7162e1e" providerId="LiveId" clId="{0F6830A5-18AB-4F1B-8BBB-DA235794CEC1}" dt="2026-01-09T15:44:19.070" v="1226"/>
          <ac:inkMkLst>
            <pc:docMk/>
            <pc:sldMk cId="3139560907" sldId="257"/>
            <ac:inkMk id="86" creationId="{7E6DD7B0-4A92-1F7B-DE7C-BE755501D6EB}"/>
          </ac:inkMkLst>
        </pc:inkChg>
        <pc:inkChg chg="add mod">
          <ac:chgData name="Rodica Ioana Lung" userId="64ee56e8d7162e1e" providerId="LiveId" clId="{0F6830A5-18AB-4F1B-8BBB-DA235794CEC1}" dt="2026-01-09T15:44:19.070" v="1226"/>
          <ac:inkMkLst>
            <pc:docMk/>
            <pc:sldMk cId="3139560907" sldId="257"/>
            <ac:inkMk id="87" creationId="{C45B1C84-D197-A9EF-55AC-D009CFEE3FDB}"/>
          </ac:inkMkLst>
        </pc:inkChg>
        <pc:inkChg chg="add mod">
          <ac:chgData name="Rodica Ioana Lung" userId="64ee56e8d7162e1e" providerId="LiveId" clId="{0F6830A5-18AB-4F1B-8BBB-DA235794CEC1}" dt="2026-01-09T15:44:19.070" v="1226"/>
          <ac:inkMkLst>
            <pc:docMk/>
            <pc:sldMk cId="3139560907" sldId="257"/>
            <ac:inkMk id="88" creationId="{67E68A80-D76E-E827-82D3-6F0C8EAD709B}"/>
          </ac:inkMkLst>
        </pc:inkChg>
        <pc:inkChg chg="add mod">
          <ac:chgData name="Rodica Ioana Lung" userId="64ee56e8d7162e1e" providerId="LiveId" clId="{0F6830A5-18AB-4F1B-8BBB-DA235794CEC1}" dt="2026-01-09T15:44:51.889" v="1250"/>
          <ac:inkMkLst>
            <pc:docMk/>
            <pc:sldMk cId="3139560907" sldId="257"/>
            <ac:inkMk id="90" creationId="{B8FF7A8D-5170-BA56-94DE-4DE6959B94CB}"/>
          </ac:inkMkLst>
        </pc:inkChg>
        <pc:inkChg chg="add mod">
          <ac:chgData name="Rodica Ioana Lung" userId="64ee56e8d7162e1e" providerId="LiveId" clId="{0F6830A5-18AB-4F1B-8BBB-DA235794CEC1}" dt="2026-01-09T15:44:51.889" v="1250"/>
          <ac:inkMkLst>
            <pc:docMk/>
            <pc:sldMk cId="3139560907" sldId="257"/>
            <ac:inkMk id="91" creationId="{E11FE8A7-63FD-C9D7-545E-431604E6A6D6}"/>
          </ac:inkMkLst>
        </pc:inkChg>
        <pc:inkChg chg="add mod">
          <ac:chgData name="Rodica Ioana Lung" userId="64ee56e8d7162e1e" providerId="LiveId" clId="{0F6830A5-18AB-4F1B-8BBB-DA235794CEC1}" dt="2026-01-09T15:44:51.889" v="1250"/>
          <ac:inkMkLst>
            <pc:docMk/>
            <pc:sldMk cId="3139560907" sldId="257"/>
            <ac:inkMk id="92" creationId="{2F4BCE0B-39BD-D02B-D007-451F6BECAAA6}"/>
          </ac:inkMkLst>
        </pc:inkChg>
        <pc:inkChg chg="add mod">
          <ac:chgData name="Rodica Ioana Lung" userId="64ee56e8d7162e1e" providerId="LiveId" clId="{0F6830A5-18AB-4F1B-8BBB-DA235794CEC1}" dt="2026-01-09T15:44:51.889" v="1250"/>
          <ac:inkMkLst>
            <pc:docMk/>
            <pc:sldMk cId="3139560907" sldId="257"/>
            <ac:inkMk id="93" creationId="{19091E10-F521-2383-F90E-37ACADB155C0}"/>
          </ac:inkMkLst>
        </pc:inkChg>
      </pc:sldChg>
      <pc:sldChg chg="addSp delSp modSp mod">
        <pc:chgData name="Rodica Ioana Lung" userId="64ee56e8d7162e1e" providerId="LiveId" clId="{0F6830A5-18AB-4F1B-8BBB-DA235794CEC1}" dt="2026-01-09T15:51:32.093" v="1380"/>
        <pc:sldMkLst>
          <pc:docMk/>
          <pc:sldMk cId="1160623736" sldId="269"/>
        </pc:sldMkLst>
        <pc:grpChg chg="mod">
          <ac:chgData name="Rodica Ioana Lung" userId="64ee56e8d7162e1e" providerId="LiveId" clId="{0F6830A5-18AB-4F1B-8BBB-DA235794CEC1}" dt="2026-01-09T15:49:12.528" v="1336"/>
          <ac:grpSpMkLst>
            <pc:docMk/>
            <pc:sldMk cId="1160623736" sldId="269"/>
            <ac:grpSpMk id="7" creationId="{84A34471-6186-2B96-65BD-F4DD9E692A7C}"/>
          </ac:grpSpMkLst>
        </pc:grpChg>
        <pc:grpChg chg="del mod">
          <ac:chgData name="Rodica Ioana Lung" userId="64ee56e8d7162e1e" providerId="LiveId" clId="{0F6830A5-18AB-4F1B-8BBB-DA235794CEC1}" dt="2026-01-09T15:49:33.633" v="1341"/>
          <ac:grpSpMkLst>
            <pc:docMk/>
            <pc:sldMk cId="1160623736" sldId="269"/>
            <ac:grpSpMk id="11" creationId="{25A96DCC-839C-338F-6B56-16E6BC2FA17C}"/>
          </ac:grpSpMkLst>
        </pc:grpChg>
        <pc:grpChg chg="del mod">
          <ac:chgData name="Rodica Ioana Lung" userId="64ee56e8d7162e1e" providerId="LiveId" clId="{0F6830A5-18AB-4F1B-8BBB-DA235794CEC1}" dt="2026-01-09T15:50:27.210" v="1347"/>
          <ac:grpSpMkLst>
            <pc:docMk/>
            <pc:sldMk cId="1160623736" sldId="269"/>
            <ac:grpSpMk id="13" creationId="{4C8D9F44-50FC-068F-C0B6-8BD4123DDA22}"/>
          </ac:grpSpMkLst>
        </pc:grpChg>
        <pc:grpChg chg="mod">
          <ac:chgData name="Rodica Ioana Lung" userId="64ee56e8d7162e1e" providerId="LiveId" clId="{0F6830A5-18AB-4F1B-8BBB-DA235794CEC1}" dt="2026-01-09T15:50:27.210" v="1347"/>
          <ac:grpSpMkLst>
            <pc:docMk/>
            <pc:sldMk cId="1160623736" sldId="269"/>
            <ac:grpSpMk id="19" creationId="{0C1EF7AD-0D00-481E-705F-9C9C1C29994D}"/>
          </ac:grpSpMkLst>
        </pc:grpChg>
        <pc:grpChg chg="del mod">
          <ac:chgData name="Rodica Ioana Lung" userId="64ee56e8d7162e1e" providerId="LiveId" clId="{0F6830A5-18AB-4F1B-8BBB-DA235794CEC1}" dt="2026-01-09T15:50:37.283" v="1354"/>
          <ac:grpSpMkLst>
            <pc:docMk/>
            <pc:sldMk cId="1160623736" sldId="269"/>
            <ac:grpSpMk id="24" creationId="{FCE34B31-CC9B-CBC2-6F33-3BE66EE39FCB}"/>
          </ac:grpSpMkLst>
        </pc:grpChg>
        <pc:grpChg chg="del mod">
          <ac:chgData name="Rodica Ioana Lung" userId="64ee56e8d7162e1e" providerId="LiveId" clId="{0F6830A5-18AB-4F1B-8BBB-DA235794CEC1}" dt="2026-01-09T15:50:43.852" v="1361"/>
          <ac:grpSpMkLst>
            <pc:docMk/>
            <pc:sldMk cId="1160623736" sldId="269"/>
            <ac:grpSpMk id="26" creationId="{E5C33A67-E799-E7EE-6EC2-4800A6BD2DEA}"/>
          </ac:grpSpMkLst>
        </pc:grpChg>
        <pc:grpChg chg="del mod">
          <ac:chgData name="Rodica Ioana Lung" userId="64ee56e8d7162e1e" providerId="LiveId" clId="{0F6830A5-18AB-4F1B-8BBB-DA235794CEC1}" dt="2026-01-09T15:50:45.339" v="1364"/>
          <ac:grpSpMkLst>
            <pc:docMk/>
            <pc:sldMk cId="1160623736" sldId="269"/>
            <ac:grpSpMk id="33" creationId="{7F20ABDF-71AB-86FF-CCAD-CE2588F67BF6}"/>
          </ac:grpSpMkLst>
        </pc:grpChg>
        <pc:grpChg chg="del mod">
          <ac:chgData name="Rodica Ioana Lung" userId="64ee56e8d7162e1e" providerId="LiveId" clId="{0F6830A5-18AB-4F1B-8BBB-DA235794CEC1}" dt="2026-01-09T15:50:48.622" v="1366"/>
          <ac:grpSpMkLst>
            <pc:docMk/>
            <pc:sldMk cId="1160623736" sldId="269"/>
            <ac:grpSpMk id="36" creationId="{60FEA0BD-75D2-635C-9196-26337402BDA6}"/>
          </ac:grpSpMkLst>
        </pc:grpChg>
        <pc:grpChg chg="del mod">
          <ac:chgData name="Rodica Ioana Lung" userId="64ee56e8d7162e1e" providerId="LiveId" clId="{0F6830A5-18AB-4F1B-8BBB-DA235794CEC1}" dt="2026-01-09T15:51:26.912" v="1376"/>
          <ac:grpSpMkLst>
            <pc:docMk/>
            <pc:sldMk cId="1160623736" sldId="269"/>
            <ac:grpSpMk id="38" creationId="{9C9034B3-19C9-EA87-F0D8-6C33BFB91070}"/>
          </ac:grpSpMkLst>
        </pc:grpChg>
        <pc:grpChg chg="del mod">
          <ac:chgData name="Rodica Ioana Lung" userId="64ee56e8d7162e1e" providerId="LiveId" clId="{0F6830A5-18AB-4F1B-8BBB-DA235794CEC1}" dt="2026-01-09T15:51:30.325" v="1378"/>
          <ac:grpSpMkLst>
            <pc:docMk/>
            <pc:sldMk cId="1160623736" sldId="269"/>
            <ac:grpSpMk id="41" creationId="{80F5F5E0-0957-38FA-A9A9-684423C536F0}"/>
          </ac:grpSpMkLst>
        </pc:grpChg>
        <pc:grpChg chg="del mod">
          <ac:chgData name="Rodica Ioana Lung" userId="64ee56e8d7162e1e" providerId="LiveId" clId="{0F6830A5-18AB-4F1B-8BBB-DA235794CEC1}" dt="2026-01-09T15:51:32.093" v="1380"/>
          <ac:grpSpMkLst>
            <pc:docMk/>
            <pc:sldMk cId="1160623736" sldId="269"/>
            <ac:grpSpMk id="43" creationId="{C4F3CF98-FF16-6037-1F8C-3D11A797AEB1}"/>
          </ac:grpSpMkLst>
        </pc:grpChg>
        <pc:grpChg chg="mod">
          <ac:chgData name="Rodica Ioana Lung" userId="64ee56e8d7162e1e" providerId="LiveId" clId="{0F6830A5-18AB-4F1B-8BBB-DA235794CEC1}" dt="2026-01-09T15:51:32.093" v="1380"/>
          <ac:grpSpMkLst>
            <pc:docMk/>
            <pc:sldMk cId="1160623736" sldId="269"/>
            <ac:grpSpMk id="45" creationId="{BD1D4640-D21C-8C9A-00DA-57E6E7210535}"/>
          </ac:grpSpMkLst>
        </pc:grpChg>
        <pc:inkChg chg="add mod">
          <ac:chgData name="Rodica Ioana Lung" userId="64ee56e8d7162e1e" providerId="LiveId" clId="{0F6830A5-18AB-4F1B-8BBB-DA235794CEC1}" dt="2026-01-09T15:49:12.528" v="1336"/>
          <ac:inkMkLst>
            <pc:docMk/>
            <pc:sldMk cId="1160623736" sldId="269"/>
            <ac:inkMk id="5" creationId="{EFFAFE5A-1F86-409A-0CE5-A18962008BB0}"/>
          </ac:inkMkLst>
        </pc:inkChg>
        <pc:inkChg chg="add mod">
          <ac:chgData name="Rodica Ioana Lung" userId="64ee56e8d7162e1e" providerId="LiveId" clId="{0F6830A5-18AB-4F1B-8BBB-DA235794CEC1}" dt="2026-01-09T15:49:12.528" v="1336"/>
          <ac:inkMkLst>
            <pc:docMk/>
            <pc:sldMk cId="1160623736" sldId="269"/>
            <ac:inkMk id="6" creationId="{C6942CAA-24E2-7739-8999-A85CE2274510}"/>
          </ac:inkMkLst>
        </pc:inkChg>
        <pc:inkChg chg="add mod">
          <ac:chgData name="Rodica Ioana Lung" userId="64ee56e8d7162e1e" providerId="LiveId" clId="{0F6830A5-18AB-4F1B-8BBB-DA235794CEC1}" dt="2026-01-09T15:50:27.210" v="1347"/>
          <ac:inkMkLst>
            <pc:docMk/>
            <pc:sldMk cId="1160623736" sldId="269"/>
            <ac:inkMk id="8" creationId="{345A5D48-B1F0-59B2-D00C-43E291793D51}"/>
          </ac:inkMkLst>
        </pc:inkChg>
        <pc:inkChg chg="add mod">
          <ac:chgData name="Rodica Ioana Lung" userId="64ee56e8d7162e1e" providerId="LiveId" clId="{0F6830A5-18AB-4F1B-8BBB-DA235794CEC1}" dt="2026-01-09T15:50:27.210" v="1347"/>
          <ac:inkMkLst>
            <pc:docMk/>
            <pc:sldMk cId="1160623736" sldId="269"/>
            <ac:inkMk id="10" creationId="{1105AD56-BF2F-3F29-58CB-16BE835D8D5B}"/>
          </ac:inkMkLst>
        </pc:inkChg>
        <pc:inkChg chg="add mod">
          <ac:chgData name="Rodica Ioana Lung" userId="64ee56e8d7162e1e" providerId="LiveId" clId="{0F6830A5-18AB-4F1B-8BBB-DA235794CEC1}" dt="2026-01-09T15:50:27.210" v="1347"/>
          <ac:inkMkLst>
            <pc:docMk/>
            <pc:sldMk cId="1160623736" sldId="269"/>
            <ac:inkMk id="12" creationId="{F6F80D5F-76BA-E5B3-35EA-581860F337B8}"/>
          </ac:inkMkLst>
        </pc:inkChg>
        <pc:inkChg chg="add">
          <ac:chgData name="Rodica Ioana Lung" userId="64ee56e8d7162e1e" providerId="LiveId" clId="{0F6830A5-18AB-4F1B-8BBB-DA235794CEC1}" dt="2026-01-09T15:49:34.115" v="1342" actId="9405"/>
          <ac:inkMkLst>
            <pc:docMk/>
            <pc:sldMk cId="1160623736" sldId="269"/>
            <ac:inkMk id="14" creationId="{9D464593-9D73-FDF3-3A81-A6BAC1072598}"/>
          </ac:inkMkLst>
        </pc:inkChg>
        <pc:inkChg chg="add">
          <ac:chgData name="Rodica Ioana Lung" userId="64ee56e8d7162e1e" providerId="LiveId" clId="{0F6830A5-18AB-4F1B-8BBB-DA235794CEC1}" dt="2026-01-09T15:49:41.834" v="1343" actId="9405"/>
          <ac:inkMkLst>
            <pc:docMk/>
            <pc:sldMk cId="1160623736" sldId="269"/>
            <ac:inkMk id="15" creationId="{1EC965EA-D746-0596-205D-1EAE23701218}"/>
          </ac:inkMkLst>
        </pc:inkChg>
        <pc:inkChg chg="add">
          <ac:chgData name="Rodica Ioana Lung" userId="64ee56e8d7162e1e" providerId="LiveId" clId="{0F6830A5-18AB-4F1B-8BBB-DA235794CEC1}" dt="2026-01-09T15:50:21.232" v="1344" actId="9405"/>
          <ac:inkMkLst>
            <pc:docMk/>
            <pc:sldMk cId="1160623736" sldId="269"/>
            <ac:inkMk id="16" creationId="{00D3ED66-0A9A-0DDD-5152-FC0A59602B48}"/>
          </ac:inkMkLst>
        </pc:inkChg>
        <pc:inkChg chg="add">
          <ac:chgData name="Rodica Ioana Lung" userId="64ee56e8d7162e1e" providerId="LiveId" clId="{0F6830A5-18AB-4F1B-8BBB-DA235794CEC1}" dt="2026-01-09T15:50:25.760" v="1345" actId="9405"/>
          <ac:inkMkLst>
            <pc:docMk/>
            <pc:sldMk cId="1160623736" sldId="269"/>
            <ac:inkMk id="17" creationId="{E9E9BA6D-C27C-11CD-F605-A260D46FD93F}"/>
          </ac:inkMkLst>
        </pc:inkChg>
        <pc:inkChg chg="add mod">
          <ac:chgData name="Rodica Ioana Lung" userId="64ee56e8d7162e1e" providerId="LiveId" clId="{0F6830A5-18AB-4F1B-8BBB-DA235794CEC1}" dt="2026-01-09T15:50:27.210" v="1347"/>
          <ac:inkMkLst>
            <pc:docMk/>
            <pc:sldMk cId="1160623736" sldId="269"/>
            <ac:inkMk id="18" creationId="{6F73D53F-9E41-8726-F610-6ADA062DFC1F}"/>
          </ac:inkMkLst>
        </pc:inkChg>
        <pc:inkChg chg="add mod">
          <ac:chgData name="Rodica Ioana Lung" userId="64ee56e8d7162e1e" providerId="LiveId" clId="{0F6830A5-18AB-4F1B-8BBB-DA235794CEC1}" dt="2026-01-09T15:51:32.093" v="1380"/>
          <ac:inkMkLst>
            <pc:docMk/>
            <pc:sldMk cId="1160623736" sldId="269"/>
            <ac:inkMk id="20" creationId="{F4B353EA-7FC8-CE77-4664-425412991B96}"/>
          </ac:inkMkLst>
        </pc:inkChg>
        <pc:inkChg chg="add mod">
          <ac:chgData name="Rodica Ioana Lung" userId="64ee56e8d7162e1e" providerId="LiveId" clId="{0F6830A5-18AB-4F1B-8BBB-DA235794CEC1}" dt="2026-01-09T15:51:32.093" v="1380"/>
          <ac:inkMkLst>
            <pc:docMk/>
            <pc:sldMk cId="1160623736" sldId="269"/>
            <ac:inkMk id="21" creationId="{EFE48EE0-CCA0-092E-6D01-F6B778D34C39}"/>
          </ac:inkMkLst>
        </pc:inkChg>
        <pc:inkChg chg="add mod">
          <ac:chgData name="Rodica Ioana Lung" userId="64ee56e8d7162e1e" providerId="LiveId" clId="{0F6830A5-18AB-4F1B-8BBB-DA235794CEC1}" dt="2026-01-09T15:50:43.852" v="1361"/>
          <ac:inkMkLst>
            <pc:docMk/>
            <pc:sldMk cId="1160623736" sldId="269"/>
            <ac:inkMk id="22" creationId="{A1641554-BCB5-2002-DC47-E72A7E300D5A}"/>
          </ac:inkMkLst>
        </pc:inkChg>
        <pc:inkChg chg="add mod">
          <ac:chgData name="Rodica Ioana Lung" userId="64ee56e8d7162e1e" providerId="LiveId" clId="{0F6830A5-18AB-4F1B-8BBB-DA235794CEC1}" dt="2026-01-09T15:50:37.283" v="1354"/>
          <ac:inkMkLst>
            <pc:docMk/>
            <pc:sldMk cId="1160623736" sldId="269"/>
            <ac:inkMk id="23" creationId="{B55F0853-4D64-31B8-6B65-BEE375110E7B}"/>
          </ac:inkMkLst>
        </pc:inkChg>
        <pc:inkChg chg="add mod">
          <ac:chgData name="Rodica Ioana Lung" userId="64ee56e8d7162e1e" providerId="LiveId" clId="{0F6830A5-18AB-4F1B-8BBB-DA235794CEC1}" dt="2026-01-09T15:51:32.093" v="1380"/>
          <ac:inkMkLst>
            <pc:docMk/>
            <pc:sldMk cId="1160623736" sldId="269"/>
            <ac:inkMk id="25" creationId="{B325B5A2-9AA0-DCC7-BB09-5C30D9589E38}"/>
          </ac:inkMkLst>
        </pc:inkChg>
        <pc:inkChg chg="add mod">
          <ac:chgData name="Rodica Ioana Lung" userId="64ee56e8d7162e1e" providerId="LiveId" clId="{0F6830A5-18AB-4F1B-8BBB-DA235794CEC1}" dt="2026-01-09T15:50:43.852" v="1361"/>
          <ac:inkMkLst>
            <pc:docMk/>
            <pc:sldMk cId="1160623736" sldId="269"/>
            <ac:inkMk id="27" creationId="{B5B97DBA-904E-F371-AA24-8B97F8D8A0BA}"/>
          </ac:inkMkLst>
        </pc:inkChg>
        <pc:inkChg chg="add mod">
          <ac:chgData name="Rodica Ioana Lung" userId="64ee56e8d7162e1e" providerId="LiveId" clId="{0F6830A5-18AB-4F1B-8BBB-DA235794CEC1}" dt="2026-01-09T15:50:43.852" v="1361"/>
          <ac:inkMkLst>
            <pc:docMk/>
            <pc:sldMk cId="1160623736" sldId="269"/>
            <ac:inkMk id="28" creationId="{84E5128C-FF1D-27FB-1C01-30955A99657D}"/>
          </ac:inkMkLst>
        </pc:inkChg>
        <pc:inkChg chg="add mod">
          <ac:chgData name="Rodica Ioana Lung" userId="64ee56e8d7162e1e" providerId="LiveId" clId="{0F6830A5-18AB-4F1B-8BBB-DA235794CEC1}" dt="2026-01-09T15:51:32.093" v="1380"/>
          <ac:inkMkLst>
            <pc:docMk/>
            <pc:sldMk cId="1160623736" sldId="269"/>
            <ac:inkMk id="29" creationId="{E33F44C5-9D10-787C-CB30-B97387367174}"/>
          </ac:inkMkLst>
        </pc:inkChg>
        <pc:inkChg chg="add mod">
          <ac:chgData name="Rodica Ioana Lung" userId="64ee56e8d7162e1e" providerId="LiveId" clId="{0F6830A5-18AB-4F1B-8BBB-DA235794CEC1}" dt="2026-01-09T15:51:32.093" v="1380"/>
          <ac:inkMkLst>
            <pc:docMk/>
            <pc:sldMk cId="1160623736" sldId="269"/>
            <ac:inkMk id="30" creationId="{EDBAD04C-C788-C127-A7DF-07646F05506C}"/>
          </ac:inkMkLst>
        </pc:inkChg>
        <pc:inkChg chg="add mod">
          <ac:chgData name="Rodica Ioana Lung" userId="64ee56e8d7162e1e" providerId="LiveId" clId="{0F6830A5-18AB-4F1B-8BBB-DA235794CEC1}" dt="2026-01-09T15:51:32.093" v="1380"/>
          <ac:inkMkLst>
            <pc:docMk/>
            <pc:sldMk cId="1160623736" sldId="269"/>
            <ac:inkMk id="31" creationId="{E8488DF0-A675-069D-0CD8-2F0D31BFF778}"/>
          </ac:inkMkLst>
        </pc:inkChg>
        <pc:inkChg chg="add mod">
          <ac:chgData name="Rodica Ioana Lung" userId="64ee56e8d7162e1e" providerId="LiveId" clId="{0F6830A5-18AB-4F1B-8BBB-DA235794CEC1}" dt="2026-01-09T15:51:32.093" v="1380"/>
          <ac:inkMkLst>
            <pc:docMk/>
            <pc:sldMk cId="1160623736" sldId="269"/>
            <ac:inkMk id="32" creationId="{B55E85DE-0AD3-4EE8-ED29-7D0B61AA703B}"/>
          </ac:inkMkLst>
        </pc:inkChg>
        <pc:inkChg chg="add mod">
          <ac:chgData name="Rodica Ioana Lung" userId="64ee56e8d7162e1e" providerId="LiveId" clId="{0F6830A5-18AB-4F1B-8BBB-DA235794CEC1}" dt="2026-01-09T15:50:45.339" v="1364"/>
          <ac:inkMkLst>
            <pc:docMk/>
            <pc:sldMk cId="1160623736" sldId="269"/>
            <ac:inkMk id="34" creationId="{47E224E5-6E78-945D-876C-3800E3596CEB}"/>
          </ac:inkMkLst>
        </pc:inkChg>
        <pc:inkChg chg="add">
          <ac:chgData name="Rodica Ioana Lung" userId="64ee56e8d7162e1e" providerId="LiveId" clId="{0F6830A5-18AB-4F1B-8BBB-DA235794CEC1}" dt="2026-01-09T15:50:44.615" v="1363" actId="9405"/>
          <ac:inkMkLst>
            <pc:docMk/>
            <pc:sldMk cId="1160623736" sldId="269"/>
            <ac:inkMk id="35" creationId="{91B5D032-311A-3ABB-8691-AE45EE20ACD8}"/>
          </ac:inkMkLst>
        </pc:inkChg>
        <pc:inkChg chg="add mod">
          <ac:chgData name="Rodica Ioana Lung" userId="64ee56e8d7162e1e" providerId="LiveId" clId="{0F6830A5-18AB-4F1B-8BBB-DA235794CEC1}" dt="2026-01-09T15:51:26.912" v="1376"/>
          <ac:inkMkLst>
            <pc:docMk/>
            <pc:sldMk cId="1160623736" sldId="269"/>
            <ac:inkMk id="37" creationId="{0CEE48A7-6C38-CC74-6DAE-A0E024B6D56F}"/>
          </ac:inkMkLst>
        </pc:inkChg>
        <pc:inkChg chg="add">
          <ac:chgData name="Rodica Ioana Lung" userId="64ee56e8d7162e1e" providerId="LiveId" clId="{0F6830A5-18AB-4F1B-8BBB-DA235794CEC1}" dt="2026-01-09T15:51:25.418" v="1374" actId="9405"/>
          <ac:inkMkLst>
            <pc:docMk/>
            <pc:sldMk cId="1160623736" sldId="269"/>
            <ac:inkMk id="39" creationId="{1EBE1463-DC8D-7E60-6BFB-AE54B91A8272}"/>
          </ac:inkMkLst>
        </pc:inkChg>
        <pc:inkChg chg="add">
          <ac:chgData name="Rodica Ioana Lung" userId="64ee56e8d7162e1e" providerId="LiveId" clId="{0F6830A5-18AB-4F1B-8BBB-DA235794CEC1}" dt="2026-01-09T15:51:26.179" v="1375" actId="9405"/>
          <ac:inkMkLst>
            <pc:docMk/>
            <pc:sldMk cId="1160623736" sldId="269"/>
            <ac:inkMk id="40" creationId="{DC3A244E-5754-4DD4-D2D8-5120DBB8D25C}"/>
          </ac:inkMkLst>
        </pc:inkChg>
        <pc:inkChg chg="add mod">
          <ac:chgData name="Rodica Ioana Lung" userId="64ee56e8d7162e1e" providerId="LiveId" clId="{0F6830A5-18AB-4F1B-8BBB-DA235794CEC1}" dt="2026-01-09T15:51:32.093" v="1380"/>
          <ac:inkMkLst>
            <pc:docMk/>
            <pc:sldMk cId="1160623736" sldId="269"/>
            <ac:inkMk id="42" creationId="{CEE668CA-E62B-7B28-E2E2-5D7BEF9D3B50}"/>
          </ac:inkMkLst>
        </pc:inkChg>
        <pc:inkChg chg="add">
          <ac:chgData name="Rodica Ioana Lung" userId="64ee56e8d7162e1e" providerId="LiveId" clId="{0F6830A5-18AB-4F1B-8BBB-DA235794CEC1}" dt="2026-01-09T15:51:31.128" v="1379" actId="9405"/>
          <ac:inkMkLst>
            <pc:docMk/>
            <pc:sldMk cId="1160623736" sldId="269"/>
            <ac:inkMk id="44" creationId="{2FCA6BEE-C084-EC59-CF05-139822787B16}"/>
          </ac:inkMkLst>
        </pc:inkChg>
      </pc:sldChg>
      <pc:sldChg chg="addSp delSp modSp mod">
        <pc:chgData name="Rodica Ioana Lung" userId="64ee56e8d7162e1e" providerId="LiveId" clId="{0F6830A5-18AB-4F1B-8BBB-DA235794CEC1}" dt="2026-01-09T16:08:12.165" v="1730" actId="9405"/>
        <pc:sldMkLst>
          <pc:docMk/>
          <pc:sldMk cId="3477617302" sldId="270"/>
        </pc:sldMkLst>
        <pc:grpChg chg="mod">
          <ac:chgData name="Rodica Ioana Lung" userId="64ee56e8d7162e1e" providerId="LiveId" clId="{0F6830A5-18AB-4F1B-8BBB-DA235794CEC1}" dt="2026-01-09T16:07:10.704" v="1688"/>
          <ac:grpSpMkLst>
            <pc:docMk/>
            <pc:sldMk cId="3477617302" sldId="270"/>
            <ac:grpSpMk id="19" creationId="{DD8CD8F6-3EB5-1934-53D7-E17CFCF021B3}"/>
          </ac:grpSpMkLst>
        </pc:grpChg>
        <pc:grpChg chg="mod">
          <ac:chgData name="Rodica Ioana Lung" userId="64ee56e8d7162e1e" providerId="LiveId" clId="{0F6830A5-18AB-4F1B-8BBB-DA235794CEC1}" dt="2026-01-09T16:07:10.704" v="1688"/>
          <ac:grpSpMkLst>
            <pc:docMk/>
            <pc:sldMk cId="3477617302" sldId="270"/>
            <ac:grpSpMk id="20" creationId="{C29CAD19-FC39-F510-3AD3-BCBEA3E9EAF1}"/>
          </ac:grpSpMkLst>
        </pc:grpChg>
        <pc:grpChg chg="mod">
          <ac:chgData name="Rodica Ioana Lung" userId="64ee56e8d7162e1e" providerId="LiveId" clId="{0F6830A5-18AB-4F1B-8BBB-DA235794CEC1}" dt="2026-01-09T16:07:10.704" v="1688"/>
          <ac:grpSpMkLst>
            <pc:docMk/>
            <pc:sldMk cId="3477617302" sldId="270"/>
            <ac:grpSpMk id="21" creationId="{25D07137-F447-3127-332C-5F0692B9DF9C}"/>
          </ac:grpSpMkLst>
        </pc:grpChg>
        <pc:grpChg chg="del mod">
          <ac:chgData name="Rodica Ioana Lung" userId="64ee56e8d7162e1e" providerId="LiveId" clId="{0F6830A5-18AB-4F1B-8BBB-DA235794CEC1}" dt="2026-01-09T16:07:42.138" v="1708"/>
          <ac:grpSpMkLst>
            <pc:docMk/>
            <pc:sldMk cId="3477617302" sldId="270"/>
            <ac:grpSpMk id="26" creationId="{3E8D5D10-5A46-0230-7A6B-60BD9DB5BAB0}"/>
          </ac:grpSpMkLst>
        </pc:grpChg>
        <pc:grpChg chg="del mod">
          <ac:chgData name="Rodica Ioana Lung" userId="64ee56e8d7162e1e" providerId="LiveId" clId="{0F6830A5-18AB-4F1B-8BBB-DA235794CEC1}" dt="2026-01-09T16:07:36.185" v="1702"/>
          <ac:grpSpMkLst>
            <pc:docMk/>
            <pc:sldMk cId="3477617302" sldId="270"/>
            <ac:grpSpMk id="29" creationId="{8C42FF73-6C42-D6B5-E910-97A5D9B1E8A7}"/>
          </ac:grpSpMkLst>
        </pc:grpChg>
        <pc:grpChg chg="del mod">
          <ac:chgData name="Rodica Ioana Lung" userId="64ee56e8d7162e1e" providerId="LiveId" clId="{0F6830A5-18AB-4F1B-8BBB-DA235794CEC1}" dt="2026-01-09T16:07:39.125" v="1705"/>
          <ac:grpSpMkLst>
            <pc:docMk/>
            <pc:sldMk cId="3477617302" sldId="270"/>
            <ac:grpSpMk id="35" creationId="{0A4FF03B-D0D1-60E5-1D14-D1908A624F3D}"/>
          </ac:grpSpMkLst>
        </pc:grpChg>
        <pc:grpChg chg="del mod">
          <ac:chgData name="Rodica Ioana Lung" userId="64ee56e8d7162e1e" providerId="LiveId" clId="{0F6830A5-18AB-4F1B-8BBB-DA235794CEC1}" dt="2026-01-09T16:07:42.138" v="1708"/>
          <ac:grpSpMkLst>
            <pc:docMk/>
            <pc:sldMk cId="3477617302" sldId="270"/>
            <ac:grpSpMk id="38" creationId="{CF3D9264-C2A9-E94B-3F80-1D47901F05BB}"/>
          </ac:grpSpMkLst>
        </pc:grpChg>
        <pc:grpChg chg="del mod">
          <ac:chgData name="Rodica Ioana Lung" userId="64ee56e8d7162e1e" providerId="LiveId" clId="{0F6830A5-18AB-4F1B-8BBB-DA235794CEC1}" dt="2026-01-09T16:07:43.944" v="1710"/>
          <ac:grpSpMkLst>
            <pc:docMk/>
            <pc:sldMk cId="3477617302" sldId="270"/>
            <ac:grpSpMk id="41" creationId="{525C9F51-356D-D2BD-9CA0-64088562F330}"/>
          </ac:grpSpMkLst>
        </pc:grpChg>
        <pc:grpChg chg="mod">
          <ac:chgData name="Rodica Ioana Lung" userId="64ee56e8d7162e1e" providerId="LiveId" clId="{0F6830A5-18AB-4F1B-8BBB-DA235794CEC1}" dt="2026-01-09T16:07:43.944" v="1710"/>
          <ac:grpSpMkLst>
            <pc:docMk/>
            <pc:sldMk cId="3477617302" sldId="270"/>
            <ac:grpSpMk id="43" creationId="{B8985F7D-7BD7-108A-4BEF-2C0F07437F7C}"/>
          </ac:grpSpMkLst>
        </pc:grpChg>
        <pc:grpChg chg="mod">
          <ac:chgData name="Rodica Ioana Lung" userId="64ee56e8d7162e1e" providerId="LiveId" clId="{0F6830A5-18AB-4F1B-8BBB-DA235794CEC1}" dt="2026-01-09T16:07:48.975" v="1717"/>
          <ac:grpSpMkLst>
            <pc:docMk/>
            <pc:sldMk cId="3477617302" sldId="270"/>
            <ac:grpSpMk id="50" creationId="{D196D7AE-D365-5BF5-FDA9-D8015139A42A}"/>
          </ac:grpSpMkLst>
        </pc:grpChg>
        <pc:grpChg chg="mod">
          <ac:chgData name="Rodica Ioana Lung" userId="64ee56e8d7162e1e" providerId="LiveId" clId="{0F6830A5-18AB-4F1B-8BBB-DA235794CEC1}" dt="2026-01-09T16:08:01.110" v="1724"/>
          <ac:grpSpMkLst>
            <pc:docMk/>
            <pc:sldMk cId="3477617302" sldId="270"/>
            <ac:grpSpMk id="57" creationId="{8B2A7BEB-F84C-1DDA-3283-429AC8C5CB35}"/>
          </ac:grpSpMkLst>
        </pc:grpChg>
        <pc:inkChg chg="add">
          <ac:chgData name="Rodica Ioana Lung" userId="64ee56e8d7162e1e" providerId="LiveId" clId="{0F6830A5-18AB-4F1B-8BBB-DA235794CEC1}" dt="2026-01-09T16:06:04.475" v="1674" actId="9405"/>
          <ac:inkMkLst>
            <pc:docMk/>
            <pc:sldMk cId="3477617302" sldId="270"/>
            <ac:inkMk id="4" creationId="{F23A9DA5-5158-205C-8839-00EC754B3B9C}"/>
          </ac:inkMkLst>
        </pc:inkChg>
        <pc:inkChg chg="add">
          <ac:chgData name="Rodica Ioana Lung" userId="64ee56e8d7162e1e" providerId="LiveId" clId="{0F6830A5-18AB-4F1B-8BBB-DA235794CEC1}" dt="2026-01-09T16:06:08.817" v="1675" actId="9405"/>
          <ac:inkMkLst>
            <pc:docMk/>
            <pc:sldMk cId="3477617302" sldId="270"/>
            <ac:inkMk id="5" creationId="{A343567B-9340-B09D-5342-0DC69C54FCF8}"/>
          </ac:inkMkLst>
        </pc:inkChg>
        <pc:inkChg chg="add">
          <ac:chgData name="Rodica Ioana Lung" userId="64ee56e8d7162e1e" providerId="LiveId" clId="{0F6830A5-18AB-4F1B-8BBB-DA235794CEC1}" dt="2026-01-09T16:06:09.882" v="1676" actId="9405"/>
          <ac:inkMkLst>
            <pc:docMk/>
            <pc:sldMk cId="3477617302" sldId="270"/>
            <ac:inkMk id="6" creationId="{37DD8668-5B54-3F42-8DDC-E779FA6DF95B}"/>
          </ac:inkMkLst>
        </pc:inkChg>
        <pc:inkChg chg="add">
          <ac:chgData name="Rodica Ioana Lung" userId="64ee56e8d7162e1e" providerId="LiveId" clId="{0F6830A5-18AB-4F1B-8BBB-DA235794CEC1}" dt="2026-01-09T16:06:10.956" v="1677" actId="9405"/>
          <ac:inkMkLst>
            <pc:docMk/>
            <pc:sldMk cId="3477617302" sldId="270"/>
            <ac:inkMk id="8" creationId="{BDA640F8-64B6-94B9-5439-1A11A6B4A34F}"/>
          </ac:inkMkLst>
        </pc:inkChg>
        <pc:inkChg chg="add">
          <ac:chgData name="Rodica Ioana Lung" userId="64ee56e8d7162e1e" providerId="LiveId" clId="{0F6830A5-18AB-4F1B-8BBB-DA235794CEC1}" dt="2026-01-09T16:06:32.666" v="1678" actId="9405"/>
          <ac:inkMkLst>
            <pc:docMk/>
            <pc:sldMk cId="3477617302" sldId="270"/>
            <ac:inkMk id="9" creationId="{39708C2D-C578-8E1F-2F17-81FA98125B18}"/>
          </ac:inkMkLst>
        </pc:inkChg>
        <pc:inkChg chg="add">
          <ac:chgData name="Rodica Ioana Lung" userId="64ee56e8d7162e1e" providerId="LiveId" clId="{0F6830A5-18AB-4F1B-8BBB-DA235794CEC1}" dt="2026-01-09T16:06:33.636" v="1679" actId="9405"/>
          <ac:inkMkLst>
            <pc:docMk/>
            <pc:sldMk cId="3477617302" sldId="270"/>
            <ac:inkMk id="10" creationId="{2FF3F093-F3DA-C805-482D-CA6563F6DF5C}"/>
          </ac:inkMkLst>
        </pc:inkChg>
        <pc:inkChg chg="add">
          <ac:chgData name="Rodica Ioana Lung" userId="64ee56e8d7162e1e" providerId="LiveId" clId="{0F6830A5-18AB-4F1B-8BBB-DA235794CEC1}" dt="2026-01-09T16:06:34.569" v="1680" actId="9405"/>
          <ac:inkMkLst>
            <pc:docMk/>
            <pc:sldMk cId="3477617302" sldId="270"/>
            <ac:inkMk id="11" creationId="{A5653B24-BE6C-1A70-286B-2384354A3B2F}"/>
          </ac:inkMkLst>
        </pc:inkChg>
        <pc:inkChg chg="add">
          <ac:chgData name="Rodica Ioana Lung" userId="64ee56e8d7162e1e" providerId="LiveId" clId="{0F6830A5-18AB-4F1B-8BBB-DA235794CEC1}" dt="2026-01-09T16:06:36.228" v="1681" actId="9405"/>
          <ac:inkMkLst>
            <pc:docMk/>
            <pc:sldMk cId="3477617302" sldId="270"/>
            <ac:inkMk id="12" creationId="{EBC79E29-F1B9-B205-060A-645156DA3EB9}"/>
          </ac:inkMkLst>
        </pc:inkChg>
        <pc:inkChg chg="add mod">
          <ac:chgData name="Rodica Ioana Lung" userId="64ee56e8d7162e1e" providerId="LiveId" clId="{0F6830A5-18AB-4F1B-8BBB-DA235794CEC1}" dt="2026-01-09T16:07:10.704" v="1688"/>
          <ac:inkMkLst>
            <pc:docMk/>
            <pc:sldMk cId="3477617302" sldId="270"/>
            <ac:inkMk id="13" creationId="{CF906550-3A31-8965-72F9-1B6982DBB791}"/>
          </ac:inkMkLst>
        </pc:inkChg>
        <pc:inkChg chg="add mod">
          <ac:chgData name="Rodica Ioana Lung" userId="64ee56e8d7162e1e" providerId="LiveId" clId="{0F6830A5-18AB-4F1B-8BBB-DA235794CEC1}" dt="2026-01-09T16:07:10.704" v="1688"/>
          <ac:inkMkLst>
            <pc:docMk/>
            <pc:sldMk cId="3477617302" sldId="270"/>
            <ac:inkMk id="14" creationId="{5B34A1C9-EC6B-F331-E32B-DA5489223D77}"/>
          </ac:inkMkLst>
        </pc:inkChg>
        <pc:inkChg chg="add mod">
          <ac:chgData name="Rodica Ioana Lung" userId="64ee56e8d7162e1e" providerId="LiveId" clId="{0F6830A5-18AB-4F1B-8BBB-DA235794CEC1}" dt="2026-01-09T16:07:10.704" v="1688"/>
          <ac:inkMkLst>
            <pc:docMk/>
            <pc:sldMk cId="3477617302" sldId="270"/>
            <ac:inkMk id="15" creationId="{1C4D0889-D09F-1C8B-E57E-2ED26A6C961B}"/>
          </ac:inkMkLst>
        </pc:inkChg>
        <pc:inkChg chg="add mod">
          <ac:chgData name="Rodica Ioana Lung" userId="64ee56e8d7162e1e" providerId="LiveId" clId="{0F6830A5-18AB-4F1B-8BBB-DA235794CEC1}" dt="2026-01-09T16:07:10.704" v="1688"/>
          <ac:inkMkLst>
            <pc:docMk/>
            <pc:sldMk cId="3477617302" sldId="270"/>
            <ac:inkMk id="16" creationId="{1E196A48-6DDE-6B5F-4D08-36365AD42542}"/>
          </ac:inkMkLst>
        </pc:inkChg>
        <pc:inkChg chg="add mod">
          <ac:chgData name="Rodica Ioana Lung" userId="64ee56e8d7162e1e" providerId="LiveId" clId="{0F6830A5-18AB-4F1B-8BBB-DA235794CEC1}" dt="2026-01-09T16:07:10.704" v="1688"/>
          <ac:inkMkLst>
            <pc:docMk/>
            <pc:sldMk cId="3477617302" sldId="270"/>
            <ac:inkMk id="17" creationId="{F4B419A4-E755-AA2F-ADBF-B54969AB6B91}"/>
          </ac:inkMkLst>
        </pc:inkChg>
        <pc:inkChg chg="add mod">
          <ac:chgData name="Rodica Ioana Lung" userId="64ee56e8d7162e1e" providerId="LiveId" clId="{0F6830A5-18AB-4F1B-8BBB-DA235794CEC1}" dt="2026-01-09T16:07:10.704" v="1688"/>
          <ac:inkMkLst>
            <pc:docMk/>
            <pc:sldMk cId="3477617302" sldId="270"/>
            <ac:inkMk id="18" creationId="{B5875B6F-AAC6-2DC3-DFE9-D93918472393}"/>
          </ac:inkMkLst>
        </pc:inkChg>
        <pc:inkChg chg="add mod">
          <ac:chgData name="Rodica Ioana Lung" userId="64ee56e8d7162e1e" providerId="LiveId" clId="{0F6830A5-18AB-4F1B-8BBB-DA235794CEC1}" dt="2026-01-09T16:07:43.944" v="1710"/>
          <ac:inkMkLst>
            <pc:docMk/>
            <pc:sldMk cId="3477617302" sldId="270"/>
            <ac:inkMk id="22" creationId="{07D957AC-559A-4AE2-6470-42FAF9D163F0}"/>
          </ac:inkMkLst>
        </pc:inkChg>
        <pc:inkChg chg="add mod">
          <ac:chgData name="Rodica Ioana Lung" userId="64ee56e8d7162e1e" providerId="LiveId" clId="{0F6830A5-18AB-4F1B-8BBB-DA235794CEC1}" dt="2026-01-09T16:07:43.944" v="1710"/>
          <ac:inkMkLst>
            <pc:docMk/>
            <pc:sldMk cId="3477617302" sldId="270"/>
            <ac:inkMk id="23" creationId="{49D600A1-23F6-98F9-51AE-8F250C6903AA}"/>
          </ac:inkMkLst>
        </pc:inkChg>
        <pc:inkChg chg="add mod">
          <ac:chgData name="Rodica Ioana Lung" userId="64ee56e8d7162e1e" providerId="LiveId" clId="{0F6830A5-18AB-4F1B-8BBB-DA235794CEC1}" dt="2026-01-09T16:07:43.944" v="1710"/>
          <ac:inkMkLst>
            <pc:docMk/>
            <pc:sldMk cId="3477617302" sldId="270"/>
            <ac:inkMk id="24" creationId="{A05A027F-3321-DDE5-00E4-C8427FBFB9E0}"/>
          </ac:inkMkLst>
        </pc:inkChg>
        <pc:inkChg chg="add mod">
          <ac:chgData name="Rodica Ioana Lung" userId="64ee56e8d7162e1e" providerId="LiveId" clId="{0F6830A5-18AB-4F1B-8BBB-DA235794CEC1}" dt="2026-01-09T16:07:27.640" v="1693"/>
          <ac:inkMkLst>
            <pc:docMk/>
            <pc:sldMk cId="3477617302" sldId="270"/>
            <ac:inkMk id="25" creationId="{88661A5E-640F-E946-D0F9-6247427F188C}"/>
          </ac:inkMkLst>
        </pc:inkChg>
        <pc:inkChg chg="add mod">
          <ac:chgData name="Rodica Ioana Lung" userId="64ee56e8d7162e1e" providerId="LiveId" clId="{0F6830A5-18AB-4F1B-8BBB-DA235794CEC1}" dt="2026-01-09T16:07:39.125" v="1705"/>
          <ac:inkMkLst>
            <pc:docMk/>
            <pc:sldMk cId="3477617302" sldId="270"/>
            <ac:inkMk id="27" creationId="{06FA9C34-268E-8A51-46FB-C0B63E407046}"/>
          </ac:inkMkLst>
        </pc:inkChg>
        <pc:inkChg chg="add mod">
          <ac:chgData name="Rodica Ioana Lung" userId="64ee56e8d7162e1e" providerId="LiveId" clId="{0F6830A5-18AB-4F1B-8BBB-DA235794CEC1}" dt="2026-01-09T16:07:43.944" v="1710"/>
          <ac:inkMkLst>
            <pc:docMk/>
            <pc:sldMk cId="3477617302" sldId="270"/>
            <ac:inkMk id="28" creationId="{83D1C99A-57FC-519E-19F0-CC77A8F2C073}"/>
          </ac:inkMkLst>
        </pc:inkChg>
        <pc:inkChg chg="add mod">
          <ac:chgData name="Rodica Ioana Lung" userId="64ee56e8d7162e1e" providerId="LiveId" clId="{0F6830A5-18AB-4F1B-8BBB-DA235794CEC1}" dt="2026-01-09T16:07:36.185" v="1702"/>
          <ac:inkMkLst>
            <pc:docMk/>
            <pc:sldMk cId="3477617302" sldId="270"/>
            <ac:inkMk id="30" creationId="{0924A254-8D6A-4046-20E2-E4897AA67A80}"/>
          </ac:inkMkLst>
        </pc:inkChg>
        <pc:inkChg chg="add mod">
          <ac:chgData name="Rodica Ioana Lung" userId="64ee56e8d7162e1e" providerId="LiveId" clId="{0F6830A5-18AB-4F1B-8BBB-DA235794CEC1}" dt="2026-01-09T16:07:43.944" v="1710"/>
          <ac:inkMkLst>
            <pc:docMk/>
            <pc:sldMk cId="3477617302" sldId="270"/>
            <ac:inkMk id="31" creationId="{EFFE8B31-0449-25A4-7851-A1EB5C8F78D4}"/>
          </ac:inkMkLst>
        </pc:inkChg>
        <pc:inkChg chg="add mod">
          <ac:chgData name="Rodica Ioana Lung" userId="64ee56e8d7162e1e" providerId="LiveId" clId="{0F6830A5-18AB-4F1B-8BBB-DA235794CEC1}" dt="2026-01-09T16:07:39.125" v="1705"/>
          <ac:inkMkLst>
            <pc:docMk/>
            <pc:sldMk cId="3477617302" sldId="270"/>
            <ac:inkMk id="32" creationId="{99D2A5B0-7E78-AAB1-353E-30C69D64973E}"/>
          </ac:inkMkLst>
        </pc:inkChg>
        <pc:inkChg chg="add mod">
          <ac:chgData name="Rodica Ioana Lung" userId="64ee56e8d7162e1e" providerId="LiveId" clId="{0F6830A5-18AB-4F1B-8BBB-DA235794CEC1}" dt="2026-01-09T16:07:43.944" v="1710"/>
          <ac:inkMkLst>
            <pc:docMk/>
            <pc:sldMk cId="3477617302" sldId="270"/>
            <ac:inkMk id="33" creationId="{3351BCF6-9627-C6B3-D4B9-A85075E6550E}"/>
          </ac:inkMkLst>
        </pc:inkChg>
        <pc:inkChg chg="add mod">
          <ac:chgData name="Rodica Ioana Lung" userId="64ee56e8d7162e1e" providerId="LiveId" clId="{0F6830A5-18AB-4F1B-8BBB-DA235794CEC1}" dt="2026-01-09T16:07:43.944" v="1710"/>
          <ac:inkMkLst>
            <pc:docMk/>
            <pc:sldMk cId="3477617302" sldId="270"/>
            <ac:inkMk id="34" creationId="{7C6EAE15-4C2C-146F-70B6-EF8D1657E763}"/>
          </ac:inkMkLst>
        </pc:inkChg>
        <pc:inkChg chg="add mod">
          <ac:chgData name="Rodica Ioana Lung" userId="64ee56e8d7162e1e" providerId="LiveId" clId="{0F6830A5-18AB-4F1B-8BBB-DA235794CEC1}" dt="2026-01-09T16:07:43.944" v="1710"/>
          <ac:inkMkLst>
            <pc:docMk/>
            <pc:sldMk cId="3477617302" sldId="270"/>
            <ac:inkMk id="36" creationId="{62CCB07D-CF79-135A-A5A1-8BF6CD94E975}"/>
          </ac:inkMkLst>
        </pc:inkChg>
        <pc:inkChg chg="add mod">
          <ac:chgData name="Rodica Ioana Lung" userId="64ee56e8d7162e1e" providerId="LiveId" clId="{0F6830A5-18AB-4F1B-8BBB-DA235794CEC1}" dt="2026-01-09T16:07:39.125" v="1705"/>
          <ac:inkMkLst>
            <pc:docMk/>
            <pc:sldMk cId="3477617302" sldId="270"/>
            <ac:inkMk id="37" creationId="{EEF3462F-0488-6952-4F0C-A9BC943FD69F}"/>
          </ac:inkMkLst>
        </pc:inkChg>
        <pc:inkChg chg="add">
          <ac:chgData name="Rodica Ioana Lung" userId="64ee56e8d7162e1e" providerId="LiveId" clId="{0F6830A5-18AB-4F1B-8BBB-DA235794CEC1}" dt="2026-01-09T16:07:40.574" v="1706" actId="9405"/>
          <ac:inkMkLst>
            <pc:docMk/>
            <pc:sldMk cId="3477617302" sldId="270"/>
            <ac:inkMk id="39" creationId="{A3A617B7-AEF5-C18B-ACA9-5A56D79F23E1}"/>
          </ac:inkMkLst>
        </pc:inkChg>
        <pc:inkChg chg="add">
          <ac:chgData name="Rodica Ioana Lung" userId="64ee56e8d7162e1e" providerId="LiveId" clId="{0F6830A5-18AB-4F1B-8BBB-DA235794CEC1}" dt="2026-01-09T16:07:41.611" v="1707" actId="9405"/>
          <ac:inkMkLst>
            <pc:docMk/>
            <pc:sldMk cId="3477617302" sldId="270"/>
            <ac:inkMk id="40" creationId="{4F5CBDAA-DDF6-31C3-2C0A-93BAC2406F93}"/>
          </ac:inkMkLst>
        </pc:inkChg>
        <pc:inkChg chg="add">
          <ac:chgData name="Rodica Ioana Lung" userId="64ee56e8d7162e1e" providerId="LiveId" clId="{0F6830A5-18AB-4F1B-8BBB-DA235794CEC1}" dt="2026-01-09T16:07:43.333" v="1709" actId="9405"/>
          <ac:inkMkLst>
            <pc:docMk/>
            <pc:sldMk cId="3477617302" sldId="270"/>
            <ac:inkMk id="42" creationId="{BDAA7245-6C77-5480-5AD4-546C0732FEF3}"/>
          </ac:inkMkLst>
        </pc:inkChg>
        <pc:inkChg chg="add mod">
          <ac:chgData name="Rodica Ioana Lung" userId="64ee56e8d7162e1e" providerId="LiveId" clId="{0F6830A5-18AB-4F1B-8BBB-DA235794CEC1}" dt="2026-01-09T16:07:48.975" v="1717"/>
          <ac:inkMkLst>
            <pc:docMk/>
            <pc:sldMk cId="3477617302" sldId="270"/>
            <ac:inkMk id="44" creationId="{E51672F4-EC38-F97A-21AC-6DF79DCE552F}"/>
          </ac:inkMkLst>
        </pc:inkChg>
        <pc:inkChg chg="add mod">
          <ac:chgData name="Rodica Ioana Lung" userId="64ee56e8d7162e1e" providerId="LiveId" clId="{0F6830A5-18AB-4F1B-8BBB-DA235794CEC1}" dt="2026-01-09T16:07:48.975" v="1717"/>
          <ac:inkMkLst>
            <pc:docMk/>
            <pc:sldMk cId="3477617302" sldId="270"/>
            <ac:inkMk id="45" creationId="{339E66C9-04CF-28F0-EA29-909F51E39944}"/>
          </ac:inkMkLst>
        </pc:inkChg>
        <pc:inkChg chg="add mod">
          <ac:chgData name="Rodica Ioana Lung" userId="64ee56e8d7162e1e" providerId="LiveId" clId="{0F6830A5-18AB-4F1B-8BBB-DA235794CEC1}" dt="2026-01-09T16:07:48.975" v="1717"/>
          <ac:inkMkLst>
            <pc:docMk/>
            <pc:sldMk cId="3477617302" sldId="270"/>
            <ac:inkMk id="46" creationId="{781A41D0-807A-78C7-B5C6-7A1B68CE6785}"/>
          </ac:inkMkLst>
        </pc:inkChg>
        <pc:inkChg chg="add mod">
          <ac:chgData name="Rodica Ioana Lung" userId="64ee56e8d7162e1e" providerId="LiveId" clId="{0F6830A5-18AB-4F1B-8BBB-DA235794CEC1}" dt="2026-01-09T16:07:48.975" v="1717"/>
          <ac:inkMkLst>
            <pc:docMk/>
            <pc:sldMk cId="3477617302" sldId="270"/>
            <ac:inkMk id="47" creationId="{A44843B9-CE66-6F2C-BFCE-064DC8C8DD28}"/>
          </ac:inkMkLst>
        </pc:inkChg>
        <pc:inkChg chg="add mod">
          <ac:chgData name="Rodica Ioana Lung" userId="64ee56e8d7162e1e" providerId="LiveId" clId="{0F6830A5-18AB-4F1B-8BBB-DA235794CEC1}" dt="2026-01-09T16:07:48.975" v="1717"/>
          <ac:inkMkLst>
            <pc:docMk/>
            <pc:sldMk cId="3477617302" sldId="270"/>
            <ac:inkMk id="48" creationId="{04F98869-29CB-6380-4C5F-1C1C4F662DE2}"/>
          </ac:inkMkLst>
        </pc:inkChg>
        <pc:inkChg chg="add mod">
          <ac:chgData name="Rodica Ioana Lung" userId="64ee56e8d7162e1e" providerId="LiveId" clId="{0F6830A5-18AB-4F1B-8BBB-DA235794CEC1}" dt="2026-01-09T16:07:48.975" v="1717"/>
          <ac:inkMkLst>
            <pc:docMk/>
            <pc:sldMk cId="3477617302" sldId="270"/>
            <ac:inkMk id="49" creationId="{703027CB-A573-83B7-45E5-5A18E60B6D8D}"/>
          </ac:inkMkLst>
        </pc:inkChg>
        <pc:inkChg chg="add">
          <ac:chgData name="Rodica Ioana Lung" userId="64ee56e8d7162e1e" providerId="LiveId" clId="{0F6830A5-18AB-4F1B-8BBB-DA235794CEC1}" dt="2026-01-09T16:07:50.904" v="1718" actId="9405"/>
          <ac:inkMkLst>
            <pc:docMk/>
            <pc:sldMk cId="3477617302" sldId="270"/>
            <ac:inkMk id="51" creationId="{D61E5D73-E984-29F9-3663-4910B10B2F93}"/>
          </ac:inkMkLst>
        </pc:inkChg>
        <pc:inkChg chg="add">
          <ac:chgData name="Rodica Ioana Lung" userId="64ee56e8d7162e1e" providerId="LiveId" clId="{0F6830A5-18AB-4F1B-8BBB-DA235794CEC1}" dt="2026-01-09T16:07:51.700" v="1719" actId="9405"/>
          <ac:inkMkLst>
            <pc:docMk/>
            <pc:sldMk cId="3477617302" sldId="270"/>
            <ac:inkMk id="52" creationId="{886394C4-54B7-47A0-CA02-68F42D23CBD8}"/>
          </ac:inkMkLst>
        </pc:inkChg>
        <pc:inkChg chg="add">
          <ac:chgData name="Rodica Ioana Lung" userId="64ee56e8d7162e1e" providerId="LiveId" clId="{0F6830A5-18AB-4F1B-8BBB-DA235794CEC1}" dt="2026-01-09T16:07:52.649" v="1720" actId="9405"/>
          <ac:inkMkLst>
            <pc:docMk/>
            <pc:sldMk cId="3477617302" sldId="270"/>
            <ac:inkMk id="53" creationId="{6F77861E-69CA-EA31-10F3-05EFB5A2C8E3}"/>
          </ac:inkMkLst>
        </pc:inkChg>
        <pc:inkChg chg="add">
          <ac:chgData name="Rodica Ioana Lung" userId="64ee56e8d7162e1e" providerId="LiveId" clId="{0F6830A5-18AB-4F1B-8BBB-DA235794CEC1}" dt="2026-01-09T16:07:58.526" v="1721" actId="9405"/>
          <ac:inkMkLst>
            <pc:docMk/>
            <pc:sldMk cId="3477617302" sldId="270"/>
            <ac:inkMk id="54" creationId="{BDEC68A1-43B7-586F-BDF6-47211AB1BBAB}"/>
          </ac:inkMkLst>
        </pc:inkChg>
        <pc:inkChg chg="add mod">
          <ac:chgData name="Rodica Ioana Lung" userId="64ee56e8d7162e1e" providerId="LiveId" clId="{0F6830A5-18AB-4F1B-8BBB-DA235794CEC1}" dt="2026-01-09T16:08:01.110" v="1724"/>
          <ac:inkMkLst>
            <pc:docMk/>
            <pc:sldMk cId="3477617302" sldId="270"/>
            <ac:inkMk id="55" creationId="{9ED72BAA-84BA-398E-7210-24A4585E497C}"/>
          </ac:inkMkLst>
        </pc:inkChg>
        <pc:inkChg chg="add mod">
          <ac:chgData name="Rodica Ioana Lung" userId="64ee56e8d7162e1e" providerId="LiveId" clId="{0F6830A5-18AB-4F1B-8BBB-DA235794CEC1}" dt="2026-01-09T16:08:01.110" v="1724"/>
          <ac:inkMkLst>
            <pc:docMk/>
            <pc:sldMk cId="3477617302" sldId="270"/>
            <ac:inkMk id="56" creationId="{E99B6C07-1A28-263D-FC87-4218D968070B}"/>
          </ac:inkMkLst>
        </pc:inkChg>
        <pc:inkChg chg="add">
          <ac:chgData name="Rodica Ioana Lung" userId="64ee56e8d7162e1e" providerId="LiveId" clId="{0F6830A5-18AB-4F1B-8BBB-DA235794CEC1}" dt="2026-01-09T16:08:03.169" v="1725" actId="9405"/>
          <ac:inkMkLst>
            <pc:docMk/>
            <pc:sldMk cId="3477617302" sldId="270"/>
            <ac:inkMk id="58" creationId="{C087CEC5-01B1-9732-886B-C90C6B85E773}"/>
          </ac:inkMkLst>
        </pc:inkChg>
        <pc:inkChg chg="add">
          <ac:chgData name="Rodica Ioana Lung" userId="64ee56e8d7162e1e" providerId="LiveId" clId="{0F6830A5-18AB-4F1B-8BBB-DA235794CEC1}" dt="2026-01-09T16:08:03.906" v="1726" actId="9405"/>
          <ac:inkMkLst>
            <pc:docMk/>
            <pc:sldMk cId="3477617302" sldId="270"/>
            <ac:inkMk id="59" creationId="{F5A900CF-D72D-E954-32E1-36DAD8D4DBEF}"/>
          </ac:inkMkLst>
        </pc:inkChg>
        <pc:inkChg chg="add">
          <ac:chgData name="Rodica Ioana Lung" userId="64ee56e8d7162e1e" providerId="LiveId" clId="{0F6830A5-18AB-4F1B-8BBB-DA235794CEC1}" dt="2026-01-09T16:08:04.669" v="1727" actId="9405"/>
          <ac:inkMkLst>
            <pc:docMk/>
            <pc:sldMk cId="3477617302" sldId="270"/>
            <ac:inkMk id="60" creationId="{8A10EC93-D88B-39D9-1B11-2C6DE7369751}"/>
          </ac:inkMkLst>
        </pc:inkChg>
        <pc:inkChg chg="add">
          <ac:chgData name="Rodica Ioana Lung" userId="64ee56e8d7162e1e" providerId="LiveId" clId="{0F6830A5-18AB-4F1B-8BBB-DA235794CEC1}" dt="2026-01-09T16:08:10.529" v="1728" actId="9405"/>
          <ac:inkMkLst>
            <pc:docMk/>
            <pc:sldMk cId="3477617302" sldId="270"/>
            <ac:inkMk id="61" creationId="{394281F5-9982-F737-A09A-C29E8C66029B}"/>
          </ac:inkMkLst>
        </pc:inkChg>
        <pc:inkChg chg="add">
          <ac:chgData name="Rodica Ioana Lung" userId="64ee56e8d7162e1e" providerId="LiveId" clId="{0F6830A5-18AB-4F1B-8BBB-DA235794CEC1}" dt="2026-01-09T16:08:11.344" v="1729" actId="9405"/>
          <ac:inkMkLst>
            <pc:docMk/>
            <pc:sldMk cId="3477617302" sldId="270"/>
            <ac:inkMk id="62" creationId="{C344B66C-7BC8-9632-6485-DF56F876141E}"/>
          </ac:inkMkLst>
        </pc:inkChg>
        <pc:inkChg chg="add">
          <ac:chgData name="Rodica Ioana Lung" userId="64ee56e8d7162e1e" providerId="LiveId" clId="{0F6830A5-18AB-4F1B-8BBB-DA235794CEC1}" dt="2026-01-09T16:08:12.165" v="1730" actId="9405"/>
          <ac:inkMkLst>
            <pc:docMk/>
            <pc:sldMk cId="3477617302" sldId="270"/>
            <ac:inkMk id="63" creationId="{05E10BC7-7E8D-AD51-D0BF-89A19F6A98D4}"/>
          </ac:inkMkLst>
        </pc:inkChg>
      </pc:sldChg>
      <pc:sldChg chg="addSp modSp mod">
        <pc:chgData name="Rodica Ioana Lung" userId="64ee56e8d7162e1e" providerId="LiveId" clId="{0F6830A5-18AB-4F1B-8BBB-DA235794CEC1}" dt="2026-01-09T16:17:59.478" v="1817"/>
        <pc:sldMkLst>
          <pc:docMk/>
          <pc:sldMk cId="549464606" sldId="271"/>
        </pc:sldMkLst>
        <pc:grpChg chg="mod">
          <ac:chgData name="Rodica Ioana Lung" userId="64ee56e8d7162e1e" providerId="LiveId" clId="{0F6830A5-18AB-4F1B-8BBB-DA235794CEC1}" dt="2026-01-09T16:15:59.384" v="1793"/>
          <ac:grpSpMkLst>
            <pc:docMk/>
            <pc:sldMk cId="549464606" sldId="271"/>
            <ac:grpSpMk id="6" creationId="{3D7D128E-700C-6EB2-A83B-09270033C819}"/>
          </ac:grpSpMkLst>
        </pc:grpChg>
        <pc:grpChg chg="mod">
          <ac:chgData name="Rodica Ioana Lung" userId="64ee56e8d7162e1e" providerId="LiveId" clId="{0F6830A5-18AB-4F1B-8BBB-DA235794CEC1}" dt="2026-01-09T16:17:05.792" v="1800"/>
          <ac:grpSpMkLst>
            <pc:docMk/>
            <pc:sldMk cId="549464606" sldId="271"/>
            <ac:grpSpMk id="14" creationId="{E5257F99-4519-3895-8BD1-8C349982B241}"/>
          </ac:grpSpMkLst>
        </pc:grpChg>
        <pc:grpChg chg="mod">
          <ac:chgData name="Rodica Ioana Lung" userId="64ee56e8d7162e1e" providerId="LiveId" clId="{0F6830A5-18AB-4F1B-8BBB-DA235794CEC1}" dt="2026-01-09T16:17:59.478" v="1817"/>
          <ac:grpSpMkLst>
            <pc:docMk/>
            <pc:sldMk cId="549464606" sldId="271"/>
            <ac:grpSpMk id="20" creationId="{F7447F2B-BF03-F9C6-7DD9-872AD7F592B0}"/>
          </ac:grpSpMkLst>
        </pc:grpChg>
        <pc:inkChg chg="add mod">
          <ac:chgData name="Rodica Ioana Lung" userId="64ee56e8d7162e1e" providerId="LiveId" clId="{0F6830A5-18AB-4F1B-8BBB-DA235794CEC1}" dt="2026-01-09T16:15:59.384" v="1793"/>
          <ac:inkMkLst>
            <pc:docMk/>
            <pc:sldMk cId="549464606" sldId="271"/>
            <ac:inkMk id="4" creationId="{79BEFB29-DDA9-2438-9B52-8A6A4408787B}"/>
          </ac:inkMkLst>
        </pc:inkChg>
        <pc:inkChg chg="add mod">
          <ac:chgData name="Rodica Ioana Lung" userId="64ee56e8d7162e1e" providerId="LiveId" clId="{0F6830A5-18AB-4F1B-8BBB-DA235794CEC1}" dt="2026-01-09T16:15:59.384" v="1793"/>
          <ac:inkMkLst>
            <pc:docMk/>
            <pc:sldMk cId="549464606" sldId="271"/>
            <ac:inkMk id="5" creationId="{99E8E1E1-ACFB-0799-CBF6-07E330CACB3C}"/>
          </ac:inkMkLst>
        </pc:inkChg>
        <pc:inkChg chg="add">
          <ac:chgData name="Rodica Ioana Lung" userId="64ee56e8d7162e1e" providerId="LiveId" clId="{0F6830A5-18AB-4F1B-8BBB-DA235794CEC1}" dt="2026-01-09T16:16:02.407" v="1794" actId="9405"/>
          <ac:inkMkLst>
            <pc:docMk/>
            <pc:sldMk cId="549464606" sldId="271"/>
            <ac:inkMk id="8" creationId="{17955491-D2A5-7105-D5DE-CF6ED9099961}"/>
          </ac:inkMkLst>
        </pc:inkChg>
        <pc:inkChg chg="add">
          <ac:chgData name="Rodica Ioana Lung" userId="64ee56e8d7162e1e" providerId="LiveId" clId="{0F6830A5-18AB-4F1B-8BBB-DA235794CEC1}" dt="2026-01-09T16:16:04.139" v="1795" actId="9405"/>
          <ac:inkMkLst>
            <pc:docMk/>
            <pc:sldMk cId="549464606" sldId="271"/>
            <ac:inkMk id="9" creationId="{E8638D5C-F10C-65AB-CD4C-63F7FF1E41A0}"/>
          </ac:inkMkLst>
        </pc:inkChg>
        <pc:inkChg chg="add">
          <ac:chgData name="Rodica Ioana Lung" userId="64ee56e8d7162e1e" providerId="LiveId" clId="{0F6830A5-18AB-4F1B-8BBB-DA235794CEC1}" dt="2026-01-09T16:16:46.353" v="1796" actId="9405"/>
          <ac:inkMkLst>
            <pc:docMk/>
            <pc:sldMk cId="549464606" sldId="271"/>
            <ac:inkMk id="10" creationId="{4DC82F0D-0074-6FD9-6CAB-33F212F9F2DE}"/>
          </ac:inkMkLst>
        </pc:inkChg>
        <pc:inkChg chg="add mod">
          <ac:chgData name="Rodica Ioana Lung" userId="64ee56e8d7162e1e" providerId="LiveId" clId="{0F6830A5-18AB-4F1B-8BBB-DA235794CEC1}" dt="2026-01-09T16:17:05.792" v="1800"/>
          <ac:inkMkLst>
            <pc:docMk/>
            <pc:sldMk cId="549464606" sldId="271"/>
            <ac:inkMk id="11" creationId="{D9F9DB9E-B590-60EE-4CFE-6C3A78919C7E}"/>
          </ac:inkMkLst>
        </pc:inkChg>
        <pc:inkChg chg="add mod">
          <ac:chgData name="Rodica Ioana Lung" userId="64ee56e8d7162e1e" providerId="LiveId" clId="{0F6830A5-18AB-4F1B-8BBB-DA235794CEC1}" dt="2026-01-09T16:17:05.792" v="1800"/>
          <ac:inkMkLst>
            <pc:docMk/>
            <pc:sldMk cId="549464606" sldId="271"/>
            <ac:inkMk id="12" creationId="{A15597E8-5EE6-918C-8810-8CE9B6A48C64}"/>
          </ac:inkMkLst>
        </pc:inkChg>
        <pc:inkChg chg="add">
          <ac:chgData name="Rodica Ioana Lung" userId="64ee56e8d7162e1e" providerId="LiveId" clId="{0F6830A5-18AB-4F1B-8BBB-DA235794CEC1}" dt="2026-01-09T16:17:04.871" v="1799" actId="9405"/>
          <ac:inkMkLst>
            <pc:docMk/>
            <pc:sldMk cId="549464606" sldId="271"/>
            <ac:inkMk id="13" creationId="{DB92926E-6BDE-4B06-A504-F475683990BB}"/>
          </ac:inkMkLst>
        </pc:inkChg>
        <pc:inkChg chg="add mod">
          <ac:chgData name="Rodica Ioana Lung" userId="64ee56e8d7162e1e" providerId="LiveId" clId="{0F6830A5-18AB-4F1B-8BBB-DA235794CEC1}" dt="2026-01-09T16:17:59.478" v="1817"/>
          <ac:inkMkLst>
            <pc:docMk/>
            <pc:sldMk cId="549464606" sldId="271"/>
            <ac:inkMk id="15" creationId="{3B08211F-9D14-0729-A4AB-DF39E227F6AB}"/>
          </ac:inkMkLst>
        </pc:inkChg>
        <pc:inkChg chg="add mod">
          <ac:chgData name="Rodica Ioana Lung" userId="64ee56e8d7162e1e" providerId="LiveId" clId="{0F6830A5-18AB-4F1B-8BBB-DA235794CEC1}" dt="2026-01-09T16:17:59.478" v="1817"/>
          <ac:inkMkLst>
            <pc:docMk/>
            <pc:sldMk cId="549464606" sldId="271"/>
            <ac:inkMk id="16" creationId="{AA0F75DC-F616-666B-8C38-88A57E382D34}"/>
          </ac:inkMkLst>
        </pc:inkChg>
        <pc:inkChg chg="add">
          <ac:chgData name="Rodica Ioana Lung" userId="64ee56e8d7162e1e" providerId="LiveId" clId="{0F6830A5-18AB-4F1B-8BBB-DA235794CEC1}" dt="2026-01-09T16:17:56.006" v="1814" actId="9405"/>
          <ac:inkMkLst>
            <pc:docMk/>
            <pc:sldMk cId="549464606" sldId="271"/>
            <ac:inkMk id="17" creationId="{07AC7399-22EB-71EF-48E0-8C4DDD923A32}"/>
          </ac:inkMkLst>
        </pc:inkChg>
        <pc:inkChg chg="add">
          <ac:chgData name="Rodica Ioana Lung" userId="64ee56e8d7162e1e" providerId="LiveId" clId="{0F6830A5-18AB-4F1B-8BBB-DA235794CEC1}" dt="2026-01-09T16:17:57.155" v="1815" actId="9405"/>
          <ac:inkMkLst>
            <pc:docMk/>
            <pc:sldMk cId="549464606" sldId="271"/>
            <ac:inkMk id="18" creationId="{B2DE71DB-A53A-6B3E-8CBF-06BEE34E86C2}"/>
          </ac:inkMkLst>
        </pc:inkChg>
        <pc:inkChg chg="add">
          <ac:chgData name="Rodica Ioana Lung" userId="64ee56e8d7162e1e" providerId="LiveId" clId="{0F6830A5-18AB-4F1B-8BBB-DA235794CEC1}" dt="2026-01-09T16:17:58.920" v="1816" actId="9405"/>
          <ac:inkMkLst>
            <pc:docMk/>
            <pc:sldMk cId="549464606" sldId="271"/>
            <ac:inkMk id="19" creationId="{6A29B38F-EBE7-4765-389E-41E7D5701A16}"/>
          </ac:inkMkLst>
        </pc:inkChg>
      </pc:sldChg>
      <pc:sldChg chg="addSp delSp modSp mod">
        <pc:chgData name="Rodica Ioana Lung" userId="64ee56e8d7162e1e" providerId="LiveId" clId="{0F6830A5-18AB-4F1B-8BBB-DA235794CEC1}" dt="2026-01-09T15:56:07.871" v="1462"/>
        <pc:sldMkLst>
          <pc:docMk/>
          <pc:sldMk cId="2060971615" sldId="281"/>
        </pc:sldMkLst>
        <pc:grpChg chg="del mod">
          <ac:chgData name="Rodica Ioana Lung" userId="64ee56e8d7162e1e" providerId="LiveId" clId="{0F6830A5-18AB-4F1B-8BBB-DA235794CEC1}" dt="2026-01-09T15:54:54.470" v="1436"/>
          <ac:grpSpMkLst>
            <pc:docMk/>
            <pc:sldMk cId="2060971615" sldId="281"/>
            <ac:grpSpMk id="11" creationId="{E6F6BF4D-1724-9819-1AC0-714748B687CF}"/>
          </ac:grpSpMkLst>
        </pc:grpChg>
        <pc:grpChg chg="del mod">
          <ac:chgData name="Rodica Ioana Lung" userId="64ee56e8d7162e1e" providerId="LiveId" clId="{0F6830A5-18AB-4F1B-8BBB-DA235794CEC1}" dt="2026-01-09T15:54:10.373" v="1394"/>
          <ac:grpSpMkLst>
            <pc:docMk/>
            <pc:sldMk cId="2060971615" sldId="281"/>
            <ac:grpSpMk id="16" creationId="{1119E2BC-1CE5-8F1B-50E8-9C2E801BC11D}"/>
          </ac:grpSpMkLst>
        </pc:grpChg>
        <pc:grpChg chg="del mod">
          <ac:chgData name="Rodica Ioana Lung" userId="64ee56e8d7162e1e" providerId="LiveId" clId="{0F6830A5-18AB-4F1B-8BBB-DA235794CEC1}" dt="2026-01-09T15:54:12.773" v="1396"/>
          <ac:grpSpMkLst>
            <pc:docMk/>
            <pc:sldMk cId="2060971615" sldId="281"/>
            <ac:grpSpMk id="18" creationId="{ACD923D9-CE89-D9C1-5628-0385907836B1}"/>
          </ac:grpSpMkLst>
        </pc:grpChg>
        <pc:grpChg chg="del mod">
          <ac:chgData name="Rodica Ioana Lung" userId="64ee56e8d7162e1e" providerId="LiveId" clId="{0F6830A5-18AB-4F1B-8BBB-DA235794CEC1}" dt="2026-01-09T15:54:14.367" v="1399"/>
          <ac:grpSpMkLst>
            <pc:docMk/>
            <pc:sldMk cId="2060971615" sldId="281"/>
            <ac:grpSpMk id="20" creationId="{3CD349C0-228E-C7E8-E555-F5F206E9D41F}"/>
          </ac:grpSpMkLst>
        </pc:grpChg>
        <pc:grpChg chg="del mod">
          <ac:chgData name="Rodica Ioana Lung" userId="64ee56e8d7162e1e" providerId="LiveId" clId="{0F6830A5-18AB-4F1B-8BBB-DA235794CEC1}" dt="2026-01-09T15:54:17.585" v="1407"/>
          <ac:grpSpMkLst>
            <pc:docMk/>
            <pc:sldMk cId="2060971615" sldId="281"/>
            <ac:grpSpMk id="23" creationId="{6CFDAFAD-BBFB-CB4B-6680-2DCC5994E64B}"/>
          </ac:grpSpMkLst>
        </pc:grpChg>
        <pc:grpChg chg="del mod">
          <ac:chgData name="Rodica Ioana Lung" userId="64ee56e8d7162e1e" providerId="LiveId" clId="{0F6830A5-18AB-4F1B-8BBB-DA235794CEC1}" dt="2026-01-09T15:54:17.585" v="1407"/>
          <ac:grpSpMkLst>
            <pc:docMk/>
            <pc:sldMk cId="2060971615" sldId="281"/>
            <ac:grpSpMk id="31" creationId="{E04C3B98-E806-CB52-2FE6-68B82C640FA7}"/>
          </ac:grpSpMkLst>
        </pc:grpChg>
        <pc:grpChg chg="del mod">
          <ac:chgData name="Rodica Ioana Lung" userId="64ee56e8d7162e1e" providerId="LiveId" clId="{0F6830A5-18AB-4F1B-8BBB-DA235794CEC1}" dt="2026-01-09T15:54:22.026" v="1413"/>
          <ac:grpSpMkLst>
            <pc:docMk/>
            <pc:sldMk cId="2060971615" sldId="281"/>
            <ac:grpSpMk id="32" creationId="{BE89C679-8BDA-6C2A-59EF-417BDEEC0FFA}"/>
          </ac:grpSpMkLst>
        </pc:grpChg>
        <pc:grpChg chg="del mod">
          <ac:chgData name="Rodica Ioana Lung" userId="64ee56e8d7162e1e" providerId="LiveId" clId="{0F6830A5-18AB-4F1B-8BBB-DA235794CEC1}" dt="2026-01-09T15:55:56.668" v="1452"/>
          <ac:grpSpMkLst>
            <pc:docMk/>
            <pc:sldMk cId="2060971615" sldId="281"/>
            <ac:grpSpMk id="38" creationId="{400305F6-9952-EDC2-B9C3-64AC9C1CB6A4}"/>
          </ac:grpSpMkLst>
        </pc:grpChg>
        <pc:grpChg chg="del mod">
          <ac:chgData name="Rodica Ioana Lung" userId="64ee56e8d7162e1e" providerId="LiveId" clId="{0F6830A5-18AB-4F1B-8BBB-DA235794CEC1}" dt="2026-01-09T15:54:34.475" v="1430"/>
          <ac:grpSpMkLst>
            <pc:docMk/>
            <pc:sldMk cId="2060971615" sldId="281"/>
            <ac:grpSpMk id="44" creationId="{2E9AB80E-F271-A773-9398-440A279FFC32}"/>
          </ac:grpSpMkLst>
        </pc:grpChg>
        <pc:grpChg chg="del mod">
          <ac:chgData name="Rodica Ioana Lung" userId="64ee56e8d7162e1e" providerId="LiveId" clId="{0F6830A5-18AB-4F1B-8BBB-DA235794CEC1}" dt="2026-01-09T15:55:57.706" v="1454"/>
          <ac:grpSpMkLst>
            <pc:docMk/>
            <pc:sldMk cId="2060971615" sldId="281"/>
            <ac:grpSpMk id="55" creationId="{E269C28C-DD31-C34D-E9A3-9F19E5A67B32}"/>
          </ac:grpSpMkLst>
        </pc:grpChg>
        <pc:grpChg chg="mod">
          <ac:chgData name="Rodica Ioana Lung" userId="64ee56e8d7162e1e" providerId="LiveId" clId="{0F6830A5-18AB-4F1B-8BBB-DA235794CEC1}" dt="2026-01-09T15:54:38.530" v="1433"/>
          <ac:grpSpMkLst>
            <pc:docMk/>
            <pc:sldMk cId="2060971615" sldId="281"/>
            <ac:grpSpMk id="58" creationId="{D92719CD-AA53-1EA8-CC99-8E6DDC45BBC0}"/>
          </ac:grpSpMkLst>
        </pc:grpChg>
        <pc:grpChg chg="mod">
          <ac:chgData name="Rodica Ioana Lung" userId="64ee56e8d7162e1e" providerId="LiveId" clId="{0F6830A5-18AB-4F1B-8BBB-DA235794CEC1}" dt="2026-01-09T15:54:54.470" v="1436"/>
          <ac:grpSpMkLst>
            <pc:docMk/>
            <pc:sldMk cId="2060971615" sldId="281"/>
            <ac:grpSpMk id="61" creationId="{78380693-360E-92FA-0928-08DE41615991}"/>
          </ac:grpSpMkLst>
        </pc:grpChg>
        <pc:grpChg chg="del mod">
          <ac:chgData name="Rodica Ioana Lung" userId="64ee56e8d7162e1e" providerId="LiveId" clId="{0F6830A5-18AB-4F1B-8BBB-DA235794CEC1}" dt="2026-01-09T15:55:57.706" v="1454"/>
          <ac:grpSpMkLst>
            <pc:docMk/>
            <pc:sldMk cId="2060971615" sldId="281"/>
            <ac:grpSpMk id="77" creationId="{A951FCFC-8FFA-5BAC-95CC-748DD0735737}"/>
          </ac:grpSpMkLst>
        </pc:grpChg>
        <pc:grpChg chg="del mod">
          <ac:chgData name="Rodica Ioana Lung" userId="64ee56e8d7162e1e" providerId="LiveId" clId="{0F6830A5-18AB-4F1B-8BBB-DA235794CEC1}" dt="2026-01-09T15:55:56.668" v="1452"/>
          <ac:grpSpMkLst>
            <pc:docMk/>
            <pc:sldMk cId="2060971615" sldId="281"/>
            <ac:grpSpMk id="78" creationId="{90357CC7-2AE9-BEB9-CB01-2DC67ACFB574}"/>
          </ac:grpSpMkLst>
        </pc:grpChg>
        <pc:grpChg chg="del mod">
          <ac:chgData name="Rodica Ioana Lung" userId="64ee56e8d7162e1e" providerId="LiveId" clId="{0F6830A5-18AB-4F1B-8BBB-DA235794CEC1}" dt="2026-01-09T15:55:57.706" v="1454"/>
          <ac:grpSpMkLst>
            <pc:docMk/>
            <pc:sldMk cId="2060971615" sldId="281"/>
            <ac:grpSpMk id="79" creationId="{9F7E2DF0-3230-6E2A-7626-280FECFDEFB6}"/>
          </ac:grpSpMkLst>
        </pc:grpChg>
        <pc:grpChg chg="mod">
          <ac:chgData name="Rodica Ioana Lung" userId="64ee56e8d7162e1e" providerId="LiveId" clId="{0F6830A5-18AB-4F1B-8BBB-DA235794CEC1}" dt="2026-01-09T15:55:57.706" v="1454"/>
          <ac:grpSpMkLst>
            <pc:docMk/>
            <pc:sldMk cId="2060971615" sldId="281"/>
            <ac:grpSpMk id="81" creationId="{F3D1AD73-F61B-7F2D-0874-28534C1E9133}"/>
          </ac:grpSpMkLst>
        </pc:grpChg>
        <pc:grpChg chg="mod">
          <ac:chgData name="Rodica Ioana Lung" userId="64ee56e8d7162e1e" providerId="LiveId" clId="{0F6830A5-18AB-4F1B-8BBB-DA235794CEC1}" dt="2026-01-09T15:56:07.871" v="1462"/>
          <ac:grpSpMkLst>
            <pc:docMk/>
            <pc:sldMk cId="2060971615" sldId="281"/>
            <ac:grpSpMk id="89" creationId="{DF4DB89F-C2E6-1729-EC32-E8CDDCE15745}"/>
          </ac:grpSpMkLst>
        </pc:grpChg>
        <pc:inkChg chg="add">
          <ac:chgData name="Rodica Ioana Lung" userId="64ee56e8d7162e1e" providerId="LiveId" clId="{0F6830A5-18AB-4F1B-8BBB-DA235794CEC1}" dt="2026-01-09T15:53:00.136" v="1382" actId="9405"/>
          <ac:inkMkLst>
            <pc:docMk/>
            <pc:sldMk cId="2060971615" sldId="281"/>
            <ac:inkMk id="6" creationId="{BA142AD0-FA44-DBB8-70DE-7AA2BE7576B9}"/>
          </ac:inkMkLst>
        </pc:inkChg>
        <pc:inkChg chg="add">
          <ac:chgData name="Rodica Ioana Lung" userId="64ee56e8d7162e1e" providerId="LiveId" clId="{0F6830A5-18AB-4F1B-8BBB-DA235794CEC1}" dt="2026-01-09T15:53:21.091" v="1383" actId="9405"/>
          <ac:inkMkLst>
            <pc:docMk/>
            <pc:sldMk cId="2060971615" sldId="281"/>
            <ac:inkMk id="7" creationId="{C8894093-3290-04BA-C0F0-CFF3677D4AC8}"/>
          </ac:inkMkLst>
        </pc:inkChg>
        <pc:inkChg chg="add">
          <ac:chgData name="Rodica Ioana Lung" userId="64ee56e8d7162e1e" providerId="LiveId" clId="{0F6830A5-18AB-4F1B-8BBB-DA235794CEC1}" dt="2026-01-09T15:53:33.400" v="1384" actId="9405"/>
          <ac:inkMkLst>
            <pc:docMk/>
            <pc:sldMk cId="2060971615" sldId="281"/>
            <ac:inkMk id="8" creationId="{00C4CDE4-5BB2-8C59-F939-F2DB84C5746E}"/>
          </ac:inkMkLst>
        </pc:inkChg>
        <pc:inkChg chg="add mod">
          <ac:chgData name="Rodica Ioana Lung" userId="64ee56e8d7162e1e" providerId="LiveId" clId="{0F6830A5-18AB-4F1B-8BBB-DA235794CEC1}" dt="2026-01-09T15:54:54.470" v="1436"/>
          <ac:inkMkLst>
            <pc:docMk/>
            <pc:sldMk cId="2060971615" sldId="281"/>
            <ac:inkMk id="9" creationId="{E4BEBD30-78E9-F9DE-ADE6-51C80CE25351}"/>
          </ac:inkMkLst>
        </pc:inkChg>
        <pc:inkChg chg="add mod">
          <ac:chgData name="Rodica Ioana Lung" userId="64ee56e8d7162e1e" providerId="LiveId" clId="{0F6830A5-18AB-4F1B-8BBB-DA235794CEC1}" dt="2026-01-09T15:54:54.470" v="1436"/>
          <ac:inkMkLst>
            <pc:docMk/>
            <pc:sldMk cId="2060971615" sldId="281"/>
            <ac:inkMk id="10" creationId="{D39DE67B-8F40-CED7-A8F3-D16083F353A5}"/>
          </ac:inkMkLst>
        </pc:inkChg>
        <pc:inkChg chg="add mod">
          <ac:chgData name="Rodica Ioana Lung" userId="64ee56e8d7162e1e" providerId="LiveId" clId="{0F6830A5-18AB-4F1B-8BBB-DA235794CEC1}" dt="2026-01-09T15:54:17.585" v="1407"/>
          <ac:inkMkLst>
            <pc:docMk/>
            <pc:sldMk cId="2060971615" sldId="281"/>
            <ac:inkMk id="12" creationId="{CD960F59-C60B-5821-FB1C-CD4922C5BD57}"/>
          </ac:inkMkLst>
        </pc:inkChg>
        <pc:inkChg chg="add mod">
          <ac:chgData name="Rodica Ioana Lung" userId="64ee56e8d7162e1e" providerId="LiveId" clId="{0F6830A5-18AB-4F1B-8BBB-DA235794CEC1}" dt="2026-01-09T15:55:56.668" v="1452"/>
          <ac:inkMkLst>
            <pc:docMk/>
            <pc:sldMk cId="2060971615" sldId="281"/>
            <ac:inkMk id="13" creationId="{74BF36AF-EF94-E9C6-F8E4-EF2EC2D77396}"/>
          </ac:inkMkLst>
        </pc:inkChg>
        <pc:inkChg chg="add mod">
          <ac:chgData name="Rodica Ioana Lung" userId="64ee56e8d7162e1e" providerId="LiveId" clId="{0F6830A5-18AB-4F1B-8BBB-DA235794CEC1}" dt="2026-01-09T15:54:22.026" v="1413"/>
          <ac:inkMkLst>
            <pc:docMk/>
            <pc:sldMk cId="2060971615" sldId="281"/>
            <ac:inkMk id="14" creationId="{38A2A057-5636-6832-3F36-91BF4A544FB8}"/>
          </ac:inkMkLst>
        </pc:inkChg>
        <pc:inkChg chg="add mod">
          <ac:chgData name="Rodica Ioana Lung" userId="64ee56e8d7162e1e" providerId="LiveId" clId="{0F6830A5-18AB-4F1B-8BBB-DA235794CEC1}" dt="2026-01-09T15:54:22.026" v="1413"/>
          <ac:inkMkLst>
            <pc:docMk/>
            <pc:sldMk cId="2060971615" sldId="281"/>
            <ac:inkMk id="15" creationId="{302B7BCA-4652-F45E-9E9C-204C23DF0B3C}"/>
          </ac:inkMkLst>
        </pc:inkChg>
        <pc:inkChg chg="add mod">
          <ac:chgData name="Rodica Ioana Lung" userId="64ee56e8d7162e1e" providerId="LiveId" clId="{0F6830A5-18AB-4F1B-8BBB-DA235794CEC1}" dt="2026-01-09T15:55:57.706" v="1454"/>
          <ac:inkMkLst>
            <pc:docMk/>
            <pc:sldMk cId="2060971615" sldId="281"/>
            <ac:inkMk id="17" creationId="{DC75DC41-AB72-BF58-6174-A120E94F76CE}"/>
          </ac:inkMkLst>
        </pc:inkChg>
        <pc:inkChg chg="add mod">
          <ac:chgData name="Rodica Ioana Lung" userId="64ee56e8d7162e1e" providerId="LiveId" clId="{0F6830A5-18AB-4F1B-8BBB-DA235794CEC1}" dt="2026-01-09T15:54:14.367" v="1399"/>
          <ac:inkMkLst>
            <pc:docMk/>
            <pc:sldMk cId="2060971615" sldId="281"/>
            <ac:inkMk id="19" creationId="{CC4F054D-5476-38EC-2ADB-2C97C6D548E4}"/>
          </ac:inkMkLst>
        </pc:inkChg>
        <pc:inkChg chg="add mod">
          <ac:chgData name="Rodica Ioana Lung" userId="64ee56e8d7162e1e" providerId="LiveId" clId="{0F6830A5-18AB-4F1B-8BBB-DA235794CEC1}" dt="2026-01-09T15:55:56.668" v="1452"/>
          <ac:inkMkLst>
            <pc:docMk/>
            <pc:sldMk cId="2060971615" sldId="281"/>
            <ac:inkMk id="21" creationId="{0869E2A0-F26C-0FB5-C919-91FDBB1AED38}"/>
          </ac:inkMkLst>
        </pc:inkChg>
        <pc:inkChg chg="add mod">
          <ac:chgData name="Rodica Ioana Lung" userId="64ee56e8d7162e1e" providerId="LiveId" clId="{0F6830A5-18AB-4F1B-8BBB-DA235794CEC1}" dt="2026-01-09T15:54:22.026" v="1413"/>
          <ac:inkMkLst>
            <pc:docMk/>
            <pc:sldMk cId="2060971615" sldId="281"/>
            <ac:inkMk id="22" creationId="{C5B0AD16-D625-4547-ACC6-5D350F67BBF6}"/>
          </ac:inkMkLst>
        </pc:inkChg>
        <pc:inkChg chg="add mod">
          <ac:chgData name="Rodica Ioana Lung" userId="64ee56e8d7162e1e" providerId="LiveId" clId="{0F6830A5-18AB-4F1B-8BBB-DA235794CEC1}" dt="2026-01-09T15:54:17.585" v="1407"/>
          <ac:inkMkLst>
            <pc:docMk/>
            <pc:sldMk cId="2060971615" sldId="281"/>
            <ac:inkMk id="24" creationId="{E71F80E0-B769-2C4E-5483-1202EBFACF46}"/>
          </ac:inkMkLst>
        </pc:inkChg>
        <pc:inkChg chg="add mod">
          <ac:chgData name="Rodica Ioana Lung" userId="64ee56e8d7162e1e" providerId="LiveId" clId="{0F6830A5-18AB-4F1B-8BBB-DA235794CEC1}" dt="2026-01-09T15:54:22.026" v="1413"/>
          <ac:inkMkLst>
            <pc:docMk/>
            <pc:sldMk cId="2060971615" sldId="281"/>
            <ac:inkMk id="25" creationId="{3AB28EC6-23CF-208C-CB1B-C285142D63F5}"/>
          </ac:inkMkLst>
        </pc:inkChg>
        <pc:inkChg chg="add mod">
          <ac:chgData name="Rodica Ioana Lung" userId="64ee56e8d7162e1e" providerId="LiveId" clId="{0F6830A5-18AB-4F1B-8BBB-DA235794CEC1}" dt="2026-01-09T15:54:17.585" v="1407"/>
          <ac:inkMkLst>
            <pc:docMk/>
            <pc:sldMk cId="2060971615" sldId="281"/>
            <ac:inkMk id="26" creationId="{D0287BC1-02E9-E775-912A-F1AD0C2D0EFD}"/>
          </ac:inkMkLst>
        </pc:inkChg>
        <pc:inkChg chg="add">
          <ac:chgData name="Rodica Ioana Lung" userId="64ee56e8d7162e1e" providerId="LiveId" clId="{0F6830A5-18AB-4F1B-8BBB-DA235794CEC1}" dt="2026-01-09T15:54:16.527" v="1403" actId="9405"/>
          <ac:inkMkLst>
            <pc:docMk/>
            <pc:sldMk cId="2060971615" sldId="281"/>
            <ac:inkMk id="27" creationId="{0A93E2B5-8CE1-3291-9E4E-268367BB3DC7}"/>
          </ac:inkMkLst>
        </pc:inkChg>
        <pc:inkChg chg="add mod">
          <ac:chgData name="Rodica Ioana Lung" userId="64ee56e8d7162e1e" providerId="LiveId" clId="{0F6830A5-18AB-4F1B-8BBB-DA235794CEC1}" dt="2026-01-09T15:55:56.668" v="1452"/>
          <ac:inkMkLst>
            <pc:docMk/>
            <pc:sldMk cId="2060971615" sldId="281"/>
            <ac:inkMk id="28" creationId="{70063612-03B9-BC73-C9D7-CD5830AF1A2C}"/>
          </ac:inkMkLst>
        </pc:inkChg>
        <pc:inkChg chg="add">
          <ac:chgData name="Rodica Ioana Lung" userId="64ee56e8d7162e1e" providerId="LiveId" clId="{0F6830A5-18AB-4F1B-8BBB-DA235794CEC1}" dt="2026-01-09T15:54:16.869" v="1405" actId="9405"/>
          <ac:inkMkLst>
            <pc:docMk/>
            <pc:sldMk cId="2060971615" sldId="281"/>
            <ac:inkMk id="29" creationId="{BF4422A1-3FB3-9FD5-ADEA-28D3FF72A1D4}"/>
          </ac:inkMkLst>
        </pc:inkChg>
        <pc:inkChg chg="add mod">
          <ac:chgData name="Rodica Ioana Lung" userId="64ee56e8d7162e1e" providerId="LiveId" clId="{0F6830A5-18AB-4F1B-8BBB-DA235794CEC1}" dt="2026-01-09T15:54:22.026" v="1413"/>
          <ac:inkMkLst>
            <pc:docMk/>
            <pc:sldMk cId="2060971615" sldId="281"/>
            <ac:inkMk id="30" creationId="{9846020D-34EC-95E8-B0C4-D480A78BE781}"/>
          </ac:inkMkLst>
        </pc:inkChg>
        <pc:inkChg chg="add">
          <ac:chgData name="Rodica Ioana Lung" userId="64ee56e8d7162e1e" providerId="LiveId" clId="{0F6830A5-18AB-4F1B-8BBB-DA235794CEC1}" dt="2026-01-09T15:54:18.524" v="1408" actId="9405"/>
          <ac:inkMkLst>
            <pc:docMk/>
            <pc:sldMk cId="2060971615" sldId="281"/>
            <ac:inkMk id="33" creationId="{024A946B-3DD2-573A-1394-82365BD4FE6C}"/>
          </ac:inkMkLst>
        </pc:inkChg>
        <pc:inkChg chg="add">
          <ac:chgData name="Rodica Ioana Lung" userId="64ee56e8d7162e1e" providerId="LiveId" clId="{0F6830A5-18AB-4F1B-8BBB-DA235794CEC1}" dt="2026-01-09T15:54:19.003" v="1409" actId="9405"/>
          <ac:inkMkLst>
            <pc:docMk/>
            <pc:sldMk cId="2060971615" sldId="281"/>
            <ac:inkMk id="34" creationId="{84F40F34-7265-031E-EE4D-DF74462F5455}"/>
          </ac:inkMkLst>
        </pc:inkChg>
        <pc:inkChg chg="add mod">
          <ac:chgData name="Rodica Ioana Lung" userId="64ee56e8d7162e1e" providerId="LiveId" clId="{0F6830A5-18AB-4F1B-8BBB-DA235794CEC1}" dt="2026-01-09T15:55:56.668" v="1452"/>
          <ac:inkMkLst>
            <pc:docMk/>
            <pc:sldMk cId="2060971615" sldId="281"/>
            <ac:inkMk id="35" creationId="{ECD0F48B-DC13-BBB6-3D64-6847340CB4AF}"/>
          </ac:inkMkLst>
        </pc:inkChg>
        <pc:inkChg chg="add mod">
          <ac:chgData name="Rodica Ioana Lung" userId="64ee56e8d7162e1e" providerId="LiveId" clId="{0F6830A5-18AB-4F1B-8BBB-DA235794CEC1}" dt="2026-01-09T15:55:56.668" v="1452"/>
          <ac:inkMkLst>
            <pc:docMk/>
            <pc:sldMk cId="2060971615" sldId="281"/>
            <ac:inkMk id="36" creationId="{2502EBB9-6117-6553-207E-8D76631AA157}"/>
          </ac:inkMkLst>
        </pc:inkChg>
        <pc:inkChg chg="add">
          <ac:chgData name="Rodica Ioana Lung" userId="64ee56e8d7162e1e" providerId="LiveId" clId="{0F6830A5-18AB-4F1B-8BBB-DA235794CEC1}" dt="2026-01-09T15:54:21.139" v="1412" actId="9405"/>
          <ac:inkMkLst>
            <pc:docMk/>
            <pc:sldMk cId="2060971615" sldId="281"/>
            <ac:inkMk id="37" creationId="{0DB58F70-CD5C-D175-3C7D-AFD65949D9AE}"/>
          </ac:inkMkLst>
        </pc:inkChg>
        <pc:inkChg chg="add mod">
          <ac:chgData name="Rodica Ioana Lung" userId="64ee56e8d7162e1e" providerId="LiveId" clId="{0F6830A5-18AB-4F1B-8BBB-DA235794CEC1}" dt="2026-01-09T15:54:34.475" v="1430"/>
          <ac:inkMkLst>
            <pc:docMk/>
            <pc:sldMk cId="2060971615" sldId="281"/>
            <ac:inkMk id="39" creationId="{5045EBDB-BB4D-90FE-FDBB-C1F29B3C4DA4}"/>
          </ac:inkMkLst>
        </pc:inkChg>
        <pc:inkChg chg="add mod">
          <ac:chgData name="Rodica Ioana Lung" userId="64ee56e8d7162e1e" providerId="LiveId" clId="{0F6830A5-18AB-4F1B-8BBB-DA235794CEC1}" dt="2026-01-09T15:54:34.475" v="1430"/>
          <ac:inkMkLst>
            <pc:docMk/>
            <pc:sldMk cId="2060971615" sldId="281"/>
            <ac:inkMk id="40" creationId="{46B9F92A-7457-7A57-DC55-7CD246E70132}"/>
          </ac:inkMkLst>
        </pc:inkChg>
        <pc:inkChg chg="add mod">
          <ac:chgData name="Rodica Ioana Lung" userId="64ee56e8d7162e1e" providerId="LiveId" clId="{0F6830A5-18AB-4F1B-8BBB-DA235794CEC1}" dt="2026-01-09T15:54:28.969" v="1419"/>
          <ac:inkMkLst>
            <pc:docMk/>
            <pc:sldMk cId="2060971615" sldId="281"/>
            <ac:inkMk id="41" creationId="{3ED3AE23-E954-AFE9-CA52-791115116153}"/>
          </ac:inkMkLst>
        </pc:inkChg>
        <pc:inkChg chg="add mod">
          <ac:chgData name="Rodica Ioana Lung" userId="64ee56e8d7162e1e" providerId="LiveId" clId="{0F6830A5-18AB-4F1B-8BBB-DA235794CEC1}" dt="2026-01-09T15:54:34.475" v="1430"/>
          <ac:inkMkLst>
            <pc:docMk/>
            <pc:sldMk cId="2060971615" sldId="281"/>
            <ac:inkMk id="42" creationId="{4740FF4A-4C21-29B7-436E-EC0EC6912410}"/>
          </ac:inkMkLst>
        </pc:inkChg>
        <pc:inkChg chg="add mod">
          <ac:chgData name="Rodica Ioana Lung" userId="64ee56e8d7162e1e" providerId="LiveId" clId="{0F6830A5-18AB-4F1B-8BBB-DA235794CEC1}" dt="2026-01-09T15:54:34.475" v="1430"/>
          <ac:inkMkLst>
            <pc:docMk/>
            <pc:sldMk cId="2060971615" sldId="281"/>
            <ac:inkMk id="43" creationId="{BF955983-13E8-0731-9D57-B389BB81A50C}"/>
          </ac:inkMkLst>
        </pc:inkChg>
        <pc:inkChg chg="add mod">
          <ac:chgData name="Rodica Ioana Lung" userId="64ee56e8d7162e1e" providerId="LiveId" clId="{0F6830A5-18AB-4F1B-8BBB-DA235794CEC1}" dt="2026-01-09T15:55:57.706" v="1454"/>
          <ac:inkMkLst>
            <pc:docMk/>
            <pc:sldMk cId="2060971615" sldId="281"/>
            <ac:inkMk id="45" creationId="{5E848981-0DF8-20E4-AA8C-93BBFB87E91A}"/>
          </ac:inkMkLst>
        </pc:inkChg>
        <pc:inkChg chg="add mod">
          <ac:chgData name="Rodica Ioana Lung" userId="64ee56e8d7162e1e" providerId="LiveId" clId="{0F6830A5-18AB-4F1B-8BBB-DA235794CEC1}" dt="2026-01-09T15:54:34.475" v="1430"/>
          <ac:inkMkLst>
            <pc:docMk/>
            <pc:sldMk cId="2060971615" sldId="281"/>
            <ac:inkMk id="46" creationId="{FFD42EEF-E216-7746-DF58-68304C7E9A45}"/>
          </ac:inkMkLst>
        </pc:inkChg>
        <pc:inkChg chg="add">
          <ac:chgData name="Rodica Ioana Lung" userId="64ee56e8d7162e1e" providerId="LiveId" clId="{0F6830A5-18AB-4F1B-8BBB-DA235794CEC1}" dt="2026-01-09T15:54:31.882" v="1422" actId="9405"/>
          <ac:inkMkLst>
            <pc:docMk/>
            <pc:sldMk cId="2060971615" sldId="281"/>
            <ac:inkMk id="47" creationId="{8B74B669-F96E-4FDC-25EB-00DE4014B425}"/>
          </ac:inkMkLst>
        </pc:inkChg>
        <pc:inkChg chg="add">
          <ac:chgData name="Rodica Ioana Lung" userId="64ee56e8d7162e1e" providerId="LiveId" clId="{0F6830A5-18AB-4F1B-8BBB-DA235794CEC1}" dt="2026-01-09T15:54:32.193" v="1423" actId="9405"/>
          <ac:inkMkLst>
            <pc:docMk/>
            <pc:sldMk cId="2060971615" sldId="281"/>
            <ac:inkMk id="48" creationId="{1A80544F-3D00-0833-8D46-87E6A35E7EDF}"/>
          </ac:inkMkLst>
        </pc:inkChg>
        <pc:inkChg chg="add mod">
          <ac:chgData name="Rodica Ioana Lung" userId="64ee56e8d7162e1e" providerId="LiveId" clId="{0F6830A5-18AB-4F1B-8BBB-DA235794CEC1}" dt="2026-01-09T15:54:34.475" v="1430"/>
          <ac:inkMkLst>
            <pc:docMk/>
            <pc:sldMk cId="2060971615" sldId="281"/>
            <ac:inkMk id="49" creationId="{55B78F82-DFFD-1053-E684-56DE8341B390}"/>
          </ac:inkMkLst>
        </pc:inkChg>
        <pc:inkChg chg="add mod">
          <ac:chgData name="Rodica Ioana Lung" userId="64ee56e8d7162e1e" providerId="LiveId" clId="{0F6830A5-18AB-4F1B-8BBB-DA235794CEC1}" dt="2026-01-09T15:54:34.475" v="1430"/>
          <ac:inkMkLst>
            <pc:docMk/>
            <pc:sldMk cId="2060971615" sldId="281"/>
            <ac:inkMk id="50" creationId="{0C4AD813-4DBF-948B-CCFC-3C3364319565}"/>
          </ac:inkMkLst>
        </pc:inkChg>
        <pc:inkChg chg="add">
          <ac:chgData name="Rodica Ioana Lung" userId="64ee56e8d7162e1e" providerId="LiveId" clId="{0F6830A5-18AB-4F1B-8BBB-DA235794CEC1}" dt="2026-01-09T15:54:33.238" v="1426" actId="9405"/>
          <ac:inkMkLst>
            <pc:docMk/>
            <pc:sldMk cId="2060971615" sldId="281"/>
            <ac:inkMk id="51" creationId="{E9C141DC-2EF1-5217-1DB0-B4E2DB429742}"/>
          </ac:inkMkLst>
        </pc:inkChg>
        <pc:inkChg chg="add mod">
          <ac:chgData name="Rodica Ioana Lung" userId="64ee56e8d7162e1e" providerId="LiveId" clId="{0F6830A5-18AB-4F1B-8BBB-DA235794CEC1}" dt="2026-01-09T15:55:57.706" v="1454"/>
          <ac:inkMkLst>
            <pc:docMk/>
            <pc:sldMk cId="2060971615" sldId="281"/>
            <ac:inkMk id="52" creationId="{B16CBBED-CC76-A3FB-356D-7D2F36EA9681}"/>
          </ac:inkMkLst>
        </pc:inkChg>
        <pc:inkChg chg="add">
          <ac:chgData name="Rodica Ioana Lung" userId="64ee56e8d7162e1e" providerId="LiveId" clId="{0F6830A5-18AB-4F1B-8BBB-DA235794CEC1}" dt="2026-01-09T15:54:33.669" v="1428" actId="9405"/>
          <ac:inkMkLst>
            <pc:docMk/>
            <pc:sldMk cId="2060971615" sldId="281"/>
            <ac:inkMk id="53" creationId="{9F188AEE-7DD2-1D8C-3525-AF7FB57FFCE5}"/>
          </ac:inkMkLst>
        </pc:inkChg>
        <pc:inkChg chg="add mod">
          <ac:chgData name="Rodica Ioana Lung" userId="64ee56e8d7162e1e" providerId="LiveId" clId="{0F6830A5-18AB-4F1B-8BBB-DA235794CEC1}" dt="2026-01-09T15:54:34.475" v="1430"/>
          <ac:inkMkLst>
            <pc:docMk/>
            <pc:sldMk cId="2060971615" sldId="281"/>
            <ac:inkMk id="54" creationId="{AB0FAF02-8097-970D-CBAE-F02316E57F16}"/>
          </ac:inkMkLst>
        </pc:inkChg>
        <pc:inkChg chg="add mod">
          <ac:chgData name="Rodica Ioana Lung" userId="64ee56e8d7162e1e" providerId="LiveId" clId="{0F6830A5-18AB-4F1B-8BBB-DA235794CEC1}" dt="2026-01-09T15:54:38.530" v="1433"/>
          <ac:inkMkLst>
            <pc:docMk/>
            <pc:sldMk cId="2060971615" sldId="281"/>
            <ac:inkMk id="56" creationId="{94A81B25-97C7-31FA-F895-AFDB556E76AF}"/>
          </ac:inkMkLst>
        </pc:inkChg>
        <pc:inkChg chg="add mod">
          <ac:chgData name="Rodica Ioana Lung" userId="64ee56e8d7162e1e" providerId="LiveId" clId="{0F6830A5-18AB-4F1B-8BBB-DA235794CEC1}" dt="2026-01-09T15:54:38.530" v="1433"/>
          <ac:inkMkLst>
            <pc:docMk/>
            <pc:sldMk cId="2060971615" sldId="281"/>
            <ac:inkMk id="57" creationId="{CC9D9B61-C008-D6F9-F58D-D39FC0CCFF75}"/>
          </ac:inkMkLst>
        </pc:inkChg>
        <pc:inkChg chg="add mod">
          <ac:chgData name="Rodica Ioana Lung" userId="64ee56e8d7162e1e" providerId="LiveId" clId="{0F6830A5-18AB-4F1B-8BBB-DA235794CEC1}" dt="2026-01-09T15:54:54.470" v="1436"/>
          <ac:inkMkLst>
            <pc:docMk/>
            <pc:sldMk cId="2060971615" sldId="281"/>
            <ac:inkMk id="59" creationId="{AE29C7F3-B0F7-5039-71FF-EFFD79562079}"/>
          </ac:inkMkLst>
        </pc:inkChg>
        <pc:inkChg chg="add mod">
          <ac:chgData name="Rodica Ioana Lung" userId="64ee56e8d7162e1e" providerId="LiveId" clId="{0F6830A5-18AB-4F1B-8BBB-DA235794CEC1}" dt="2026-01-09T15:54:54.470" v="1436"/>
          <ac:inkMkLst>
            <pc:docMk/>
            <pc:sldMk cId="2060971615" sldId="281"/>
            <ac:inkMk id="60" creationId="{8940F0BA-0D42-B011-B266-5BE27D24D91A}"/>
          </ac:inkMkLst>
        </pc:inkChg>
        <pc:inkChg chg="add">
          <ac:chgData name="Rodica Ioana Lung" userId="64ee56e8d7162e1e" providerId="LiveId" clId="{0F6830A5-18AB-4F1B-8BBB-DA235794CEC1}" dt="2026-01-09T15:55:02.769" v="1437" actId="9405"/>
          <ac:inkMkLst>
            <pc:docMk/>
            <pc:sldMk cId="2060971615" sldId="281"/>
            <ac:inkMk id="62" creationId="{5079095E-FB5D-39D1-34B1-700C49BDC878}"/>
          </ac:inkMkLst>
        </pc:inkChg>
        <pc:inkChg chg="add">
          <ac:chgData name="Rodica Ioana Lung" userId="64ee56e8d7162e1e" providerId="LiveId" clId="{0F6830A5-18AB-4F1B-8BBB-DA235794CEC1}" dt="2026-01-09T15:55:50.327" v="1438" actId="9405"/>
          <ac:inkMkLst>
            <pc:docMk/>
            <pc:sldMk cId="2060971615" sldId="281"/>
            <ac:inkMk id="63" creationId="{253D785B-2C1B-59E6-9FDE-D2248ECC2E85}"/>
          </ac:inkMkLst>
        </pc:inkChg>
        <pc:inkChg chg="add">
          <ac:chgData name="Rodica Ioana Lung" userId="64ee56e8d7162e1e" providerId="LiveId" clId="{0F6830A5-18AB-4F1B-8BBB-DA235794CEC1}" dt="2026-01-09T15:55:51.708" v="1439" actId="9405"/>
          <ac:inkMkLst>
            <pc:docMk/>
            <pc:sldMk cId="2060971615" sldId="281"/>
            <ac:inkMk id="64" creationId="{89799DD9-BD88-A0D8-B71A-CB9DAE1A0370}"/>
          </ac:inkMkLst>
        </pc:inkChg>
        <pc:inkChg chg="add">
          <ac:chgData name="Rodica Ioana Lung" userId="64ee56e8d7162e1e" providerId="LiveId" clId="{0F6830A5-18AB-4F1B-8BBB-DA235794CEC1}" dt="2026-01-09T15:55:51.971" v="1440" actId="9405"/>
          <ac:inkMkLst>
            <pc:docMk/>
            <pc:sldMk cId="2060971615" sldId="281"/>
            <ac:inkMk id="65" creationId="{4DFC86B4-09E3-97D7-6FF5-53956CF1CDC7}"/>
          </ac:inkMkLst>
        </pc:inkChg>
        <pc:inkChg chg="add">
          <ac:chgData name="Rodica Ioana Lung" userId="64ee56e8d7162e1e" providerId="LiveId" clId="{0F6830A5-18AB-4F1B-8BBB-DA235794CEC1}" dt="2026-01-09T15:55:52.179" v="1441" actId="9405"/>
          <ac:inkMkLst>
            <pc:docMk/>
            <pc:sldMk cId="2060971615" sldId="281"/>
            <ac:inkMk id="66" creationId="{4040A525-4B1C-4BBD-E2E0-3473E0D34F05}"/>
          </ac:inkMkLst>
        </pc:inkChg>
        <pc:inkChg chg="add">
          <ac:chgData name="Rodica Ioana Lung" userId="64ee56e8d7162e1e" providerId="LiveId" clId="{0F6830A5-18AB-4F1B-8BBB-DA235794CEC1}" dt="2026-01-09T15:55:52.535" v="1442" actId="9405"/>
          <ac:inkMkLst>
            <pc:docMk/>
            <pc:sldMk cId="2060971615" sldId="281"/>
            <ac:inkMk id="67" creationId="{7C067806-F492-EF60-4F9D-F66F81BDEC27}"/>
          </ac:inkMkLst>
        </pc:inkChg>
        <pc:inkChg chg="add">
          <ac:chgData name="Rodica Ioana Lung" userId="64ee56e8d7162e1e" providerId="LiveId" clId="{0F6830A5-18AB-4F1B-8BBB-DA235794CEC1}" dt="2026-01-09T15:55:52.756" v="1443" actId="9405"/>
          <ac:inkMkLst>
            <pc:docMk/>
            <pc:sldMk cId="2060971615" sldId="281"/>
            <ac:inkMk id="68" creationId="{F6BA3BB1-BB8F-D718-D892-7B486A04879B}"/>
          </ac:inkMkLst>
        </pc:inkChg>
        <pc:inkChg chg="add mod">
          <ac:chgData name="Rodica Ioana Lung" userId="64ee56e8d7162e1e" providerId="LiveId" clId="{0F6830A5-18AB-4F1B-8BBB-DA235794CEC1}" dt="2026-01-09T15:55:56.668" v="1452"/>
          <ac:inkMkLst>
            <pc:docMk/>
            <pc:sldMk cId="2060971615" sldId="281"/>
            <ac:inkMk id="69" creationId="{E4279514-F828-38AC-F8CE-8ABC3FA6E05C}"/>
          </ac:inkMkLst>
        </pc:inkChg>
        <pc:inkChg chg="add mod">
          <ac:chgData name="Rodica Ioana Lung" userId="64ee56e8d7162e1e" providerId="LiveId" clId="{0F6830A5-18AB-4F1B-8BBB-DA235794CEC1}" dt="2026-01-09T15:55:57.706" v="1454"/>
          <ac:inkMkLst>
            <pc:docMk/>
            <pc:sldMk cId="2060971615" sldId="281"/>
            <ac:inkMk id="70" creationId="{41C7A47F-F5DB-1C48-04DB-387D27FAA102}"/>
          </ac:inkMkLst>
        </pc:inkChg>
        <pc:inkChg chg="add">
          <ac:chgData name="Rodica Ioana Lung" userId="64ee56e8d7162e1e" providerId="LiveId" clId="{0F6830A5-18AB-4F1B-8BBB-DA235794CEC1}" dt="2026-01-09T15:55:53.823" v="1446" actId="9405"/>
          <ac:inkMkLst>
            <pc:docMk/>
            <pc:sldMk cId="2060971615" sldId="281"/>
            <ac:inkMk id="71" creationId="{595F49B1-8280-198F-FCFD-86CE202B0E8C}"/>
          </ac:inkMkLst>
        </pc:inkChg>
        <pc:inkChg chg="add mod">
          <ac:chgData name="Rodica Ioana Lung" userId="64ee56e8d7162e1e" providerId="LiveId" clId="{0F6830A5-18AB-4F1B-8BBB-DA235794CEC1}" dt="2026-01-09T15:55:57.706" v="1454"/>
          <ac:inkMkLst>
            <pc:docMk/>
            <pc:sldMk cId="2060971615" sldId="281"/>
            <ac:inkMk id="72" creationId="{09D7F0BC-657F-17E4-4630-CA0DEA4A9651}"/>
          </ac:inkMkLst>
        </pc:inkChg>
        <pc:inkChg chg="add">
          <ac:chgData name="Rodica Ioana Lung" userId="64ee56e8d7162e1e" providerId="LiveId" clId="{0F6830A5-18AB-4F1B-8BBB-DA235794CEC1}" dt="2026-01-09T15:55:54.228" v="1448" actId="9405"/>
          <ac:inkMkLst>
            <pc:docMk/>
            <pc:sldMk cId="2060971615" sldId="281"/>
            <ac:inkMk id="73" creationId="{17C56B3A-EBA7-35E0-2734-614F6BD16F04}"/>
          </ac:inkMkLst>
        </pc:inkChg>
        <pc:inkChg chg="add">
          <ac:chgData name="Rodica Ioana Lung" userId="64ee56e8d7162e1e" providerId="LiveId" clId="{0F6830A5-18AB-4F1B-8BBB-DA235794CEC1}" dt="2026-01-09T15:55:54.387" v="1449" actId="9405"/>
          <ac:inkMkLst>
            <pc:docMk/>
            <pc:sldMk cId="2060971615" sldId="281"/>
            <ac:inkMk id="74" creationId="{171330F7-D31B-46B7-9599-C2808FF5D300}"/>
          </ac:inkMkLst>
        </pc:inkChg>
        <pc:inkChg chg="add">
          <ac:chgData name="Rodica Ioana Lung" userId="64ee56e8d7162e1e" providerId="LiveId" clId="{0F6830A5-18AB-4F1B-8BBB-DA235794CEC1}" dt="2026-01-09T15:55:54.520" v="1450" actId="9405"/>
          <ac:inkMkLst>
            <pc:docMk/>
            <pc:sldMk cId="2060971615" sldId="281"/>
            <ac:inkMk id="75" creationId="{4B37EA57-7304-1E3C-964D-7E3CFCBB341D}"/>
          </ac:inkMkLst>
        </pc:inkChg>
        <pc:inkChg chg="add mod">
          <ac:chgData name="Rodica Ioana Lung" userId="64ee56e8d7162e1e" providerId="LiveId" clId="{0F6830A5-18AB-4F1B-8BBB-DA235794CEC1}" dt="2026-01-09T15:55:57.706" v="1454"/>
          <ac:inkMkLst>
            <pc:docMk/>
            <pc:sldMk cId="2060971615" sldId="281"/>
            <ac:inkMk id="76" creationId="{4BC7F6C3-F842-9E63-1399-BFE38535CC14}"/>
          </ac:inkMkLst>
        </pc:inkChg>
        <pc:inkChg chg="add">
          <ac:chgData name="Rodica Ioana Lung" userId="64ee56e8d7162e1e" providerId="LiveId" clId="{0F6830A5-18AB-4F1B-8BBB-DA235794CEC1}" dt="2026-01-09T15:55:56.743" v="1453" actId="9405"/>
          <ac:inkMkLst>
            <pc:docMk/>
            <pc:sldMk cId="2060971615" sldId="281"/>
            <ac:inkMk id="80" creationId="{0913E6E8-042A-C121-74C9-DD173A334A4A}"/>
          </ac:inkMkLst>
        </pc:inkChg>
        <pc:inkChg chg="add mod">
          <ac:chgData name="Rodica Ioana Lung" userId="64ee56e8d7162e1e" providerId="LiveId" clId="{0F6830A5-18AB-4F1B-8BBB-DA235794CEC1}" dt="2026-01-09T15:56:07.871" v="1462"/>
          <ac:inkMkLst>
            <pc:docMk/>
            <pc:sldMk cId="2060971615" sldId="281"/>
            <ac:inkMk id="82" creationId="{52254C66-7CA5-91B0-C86F-4ABCCA2A5461}"/>
          </ac:inkMkLst>
        </pc:inkChg>
        <pc:inkChg chg="add mod">
          <ac:chgData name="Rodica Ioana Lung" userId="64ee56e8d7162e1e" providerId="LiveId" clId="{0F6830A5-18AB-4F1B-8BBB-DA235794CEC1}" dt="2026-01-09T15:56:07.871" v="1462"/>
          <ac:inkMkLst>
            <pc:docMk/>
            <pc:sldMk cId="2060971615" sldId="281"/>
            <ac:inkMk id="83" creationId="{D5F30DB6-8E98-8141-47F8-A0DA0DBF3D67}"/>
          </ac:inkMkLst>
        </pc:inkChg>
        <pc:inkChg chg="add mod">
          <ac:chgData name="Rodica Ioana Lung" userId="64ee56e8d7162e1e" providerId="LiveId" clId="{0F6830A5-18AB-4F1B-8BBB-DA235794CEC1}" dt="2026-01-09T15:56:07.871" v="1462"/>
          <ac:inkMkLst>
            <pc:docMk/>
            <pc:sldMk cId="2060971615" sldId="281"/>
            <ac:inkMk id="84" creationId="{6CF0E94B-2D5B-415B-D459-5AB83916C8C3}"/>
          </ac:inkMkLst>
        </pc:inkChg>
        <pc:inkChg chg="add mod">
          <ac:chgData name="Rodica Ioana Lung" userId="64ee56e8d7162e1e" providerId="LiveId" clId="{0F6830A5-18AB-4F1B-8BBB-DA235794CEC1}" dt="2026-01-09T15:56:07.871" v="1462"/>
          <ac:inkMkLst>
            <pc:docMk/>
            <pc:sldMk cId="2060971615" sldId="281"/>
            <ac:inkMk id="85" creationId="{BA8F1FD0-6F84-AD20-704C-F93215C709F1}"/>
          </ac:inkMkLst>
        </pc:inkChg>
        <pc:inkChg chg="add mod">
          <ac:chgData name="Rodica Ioana Lung" userId="64ee56e8d7162e1e" providerId="LiveId" clId="{0F6830A5-18AB-4F1B-8BBB-DA235794CEC1}" dt="2026-01-09T15:56:07.871" v="1462"/>
          <ac:inkMkLst>
            <pc:docMk/>
            <pc:sldMk cId="2060971615" sldId="281"/>
            <ac:inkMk id="86" creationId="{209DFD5F-B923-FAD2-52DB-3DA7358C321A}"/>
          </ac:inkMkLst>
        </pc:inkChg>
        <pc:inkChg chg="add mod">
          <ac:chgData name="Rodica Ioana Lung" userId="64ee56e8d7162e1e" providerId="LiveId" clId="{0F6830A5-18AB-4F1B-8BBB-DA235794CEC1}" dt="2026-01-09T15:56:07.871" v="1462"/>
          <ac:inkMkLst>
            <pc:docMk/>
            <pc:sldMk cId="2060971615" sldId="281"/>
            <ac:inkMk id="87" creationId="{5EC3961D-2FDD-7BDB-47AC-11C2807FA061}"/>
          </ac:inkMkLst>
        </pc:inkChg>
        <pc:inkChg chg="add mod">
          <ac:chgData name="Rodica Ioana Lung" userId="64ee56e8d7162e1e" providerId="LiveId" clId="{0F6830A5-18AB-4F1B-8BBB-DA235794CEC1}" dt="2026-01-09T15:56:07.871" v="1462"/>
          <ac:inkMkLst>
            <pc:docMk/>
            <pc:sldMk cId="2060971615" sldId="281"/>
            <ac:inkMk id="88" creationId="{CBB79424-7833-2A3B-7B6D-CC22CEFA5C80}"/>
          </ac:inkMkLst>
        </pc:inkChg>
      </pc:sldChg>
      <pc:sldChg chg="addSp delSp modSp mod">
        <pc:chgData name="Rodica Ioana Lung" userId="64ee56e8d7162e1e" providerId="LiveId" clId="{0F6830A5-18AB-4F1B-8BBB-DA235794CEC1}" dt="2026-01-09T16:02:55.802" v="1649"/>
        <pc:sldMkLst>
          <pc:docMk/>
          <pc:sldMk cId="1092716820" sldId="282"/>
        </pc:sldMkLst>
        <pc:grpChg chg="mod">
          <ac:chgData name="Rodica Ioana Lung" userId="64ee56e8d7162e1e" providerId="LiveId" clId="{0F6830A5-18AB-4F1B-8BBB-DA235794CEC1}" dt="2026-01-09T15:59:17.745" v="1524"/>
          <ac:grpSpMkLst>
            <pc:docMk/>
            <pc:sldMk cId="1092716820" sldId="282"/>
            <ac:grpSpMk id="14" creationId="{8339FBE1-AF0D-14B5-A2D8-44CF6E5CAEA3}"/>
          </ac:grpSpMkLst>
        </pc:grpChg>
        <pc:grpChg chg="mod">
          <ac:chgData name="Rodica Ioana Lung" userId="64ee56e8d7162e1e" providerId="LiveId" clId="{0F6830A5-18AB-4F1B-8BBB-DA235794CEC1}" dt="2026-01-09T15:59:33.927" v="1527"/>
          <ac:grpSpMkLst>
            <pc:docMk/>
            <pc:sldMk cId="1092716820" sldId="282"/>
            <ac:grpSpMk id="17" creationId="{9103BE00-9B02-3250-0501-388057DD1E9C}"/>
          </ac:grpSpMkLst>
        </pc:grpChg>
        <pc:grpChg chg="mod">
          <ac:chgData name="Rodica Ioana Lung" userId="64ee56e8d7162e1e" providerId="LiveId" clId="{0F6830A5-18AB-4F1B-8BBB-DA235794CEC1}" dt="2026-01-09T15:59:38.654" v="1534"/>
          <ac:grpSpMkLst>
            <pc:docMk/>
            <pc:sldMk cId="1092716820" sldId="282"/>
            <ac:grpSpMk id="24" creationId="{38F5041F-7330-1E49-B5BE-81A77A6FFCB8}"/>
          </ac:grpSpMkLst>
        </pc:grpChg>
        <pc:grpChg chg="del mod">
          <ac:chgData name="Rodica Ioana Lung" userId="64ee56e8d7162e1e" providerId="LiveId" clId="{0F6830A5-18AB-4F1B-8BBB-DA235794CEC1}" dt="2026-01-09T16:00:10.795" v="1549"/>
          <ac:grpSpMkLst>
            <pc:docMk/>
            <pc:sldMk cId="1092716820" sldId="282"/>
            <ac:grpSpMk id="33" creationId="{F7472C39-957E-51ED-CAE7-72D0E062F831}"/>
          </ac:grpSpMkLst>
        </pc:grpChg>
        <pc:grpChg chg="del mod">
          <ac:chgData name="Rodica Ioana Lung" userId="64ee56e8d7162e1e" providerId="LiveId" clId="{0F6830A5-18AB-4F1B-8BBB-DA235794CEC1}" dt="2026-01-09T16:00:10.795" v="1549"/>
          <ac:grpSpMkLst>
            <pc:docMk/>
            <pc:sldMk cId="1092716820" sldId="282"/>
            <ac:grpSpMk id="37" creationId="{3D1A1138-FA1B-78EB-F04B-F86D5D2B7A45}"/>
          </ac:grpSpMkLst>
        </pc:grpChg>
        <pc:grpChg chg="del mod">
          <ac:chgData name="Rodica Ioana Lung" userId="64ee56e8d7162e1e" providerId="LiveId" clId="{0F6830A5-18AB-4F1B-8BBB-DA235794CEC1}" dt="2026-01-09T16:00:39.775" v="1586"/>
          <ac:grpSpMkLst>
            <pc:docMk/>
            <pc:sldMk cId="1092716820" sldId="282"/>
            <ac:grpSpMk id="39" creationId="{7D73A896-28CE-ABEB-3685-3BC707628998}"/>
          </ac:grpSpMkLst>
        </pc:grpChg>
        <pc:grpChg chg="del mod">
          <ac:chgData name="Rodica Ioana Lung" userId="64ee56e8d7162e1e" providerId="LiveId" clId="{0F6830A5-18AB-4F1B-8BBB-DA235794CEC1}" dt="2026-01-09T16:00:15.869" v="1563"/>
          <ac:grpSpMkLst>
            <pc:docMk/>
            <pc:sldMk cId="1092716820" sldId="282"/>
            <ac:grpSpMk id="43" creationId="{0F7E8638-8E4E-AEB4-C0CF-6D93DF8C9077}"/>
          </ac:grpSpMkLst>
        </pc:grpChg>
        <pc:grpChg chg="del mod">
          <ac:chgData name="Rodica Ioana Lung" userId="64ee56e8d7162e1e" providerId="LiveId" clId="{0F6830A5-18AB-4F1B-8BBB-DA235794CEC1}" dt="2026-01-09T16:00:19.196" v="1567"/>
          <ac:grpSpMkLst>
            <pc:docMk/>
            <pc:sldMk cId="1092716820" sldId="282"/>
            <ac:grpSpMk id="53" creationId="{9AB1540F-D453-2DC7-E2E8-5329388D3D08}"/>
          </ac:grpSpMkLst>
        </pc:grpChg>
        <pc:grpChg chg="mod">
          <ac:chgData name="Rodica Ioana Lung" userId="64ee56e8d7162e1e" providerId="LiveId" clId="{0F6830A5-18AB-4F1B-8BBB-DA235794CEC1}" dt="2026-01-09T16:00:15.869" v="1563"/>
          <ac:grpSpMkLst>
            <pc:docMk/>
            <pc:sldMk cId="1092716820" sldId="282"/>
            <ac:grpSpMk id="54" creationId="{EFAD04C6-7A0F-A6FC-6E43-5F7C9229E6DB}"/>
          </ac:grpSpMkLst>
        </pc:grpChg>
        <pc:grpChg chg="del mod">
          <ac:chgData name="Rodica Ioana Lung" userId="64ee56e8d7162e1e" providerId="LiveId" clId="{0F6830A5-18AB-4F1B-8BBB-DA235794CEC1}" dt="2026-01-09T16:00:20.740" v="1569"/>
          <ac:grpSpMkLst>
            <pc:docMk/>
            <pc:sldMk cId="1092716820" sldId="282"/>
            <ac:grpSpMk id="58" creationId="{B7559E81-14E7-512E-CB39-9A40F84DD15F}"/>
          </ac:grpSpMkLst>
        </pc:grpChg>
        <pc:grpChg chg="mod">
          <ac:chgData name="Rodica Ioana Lung" userId="64ee56e8d7162e1e" providerId="LiveId" clId="{0F6830A5-18AB-4F1B-8BBB-DA235794CEC1}" dt="2026-01-09T16:00:20.740" v="1569"/>
          <ac:grpSpMkLst>
            <pc:docMk/>
            <pc:sldMk cId="1092716820" sldId="282"/>
            <ac:grpSpMk id="60" creationId="{937F19FD-22C2-B936-CF73-0BC9AF1A6F7B}"/>
          </ac:grpSpMkLst>
        </pc:grpChg>
        <pc:grpChg chg="mod">
          <ac:chgData name="Rodica Ioana Lung" userId="64ee56e8d7162e1e" providerId="LiveId" clId="{0F6830A5-18AB-4F1B-8BBB-DA235794CEC1}" dt="2026-01-09T16:00:28.435" v="1575"/>
          <ac:grpSpMkLst>
            <pc:docMk/>
            <pc:sldMk cId="1092716820" sldId="282"/>
            <ac:grpSpMk id="66" creationId="{383F1F1E-9281-516A-D68B-E75A640F5A6F}"/>
          </ac:grpSpMkLst>
        </pc:grpChg>
        <pc:grpChg chg="del mod">
          <ac:chgData name="Rodica Ioana Lung" userId="64ee56e8d7162e1e" providerId="LiveId" clId="{0F6830A5-18AB-4F1B-8BBB-DA235794CEC1}" dt="2026-01-09T16:01:02.063" v="1591"/>
          <ac:grpSpMkLst>
            <pc:docMk/>
            <pc:sldMk cId="1092716820" sldId="282"/>
            <ac:grpSpMk id="77" creationId="{7B8E4058-E715-F906-2863-2126AECAA735}"/>
          </ac:grpSpMkLst>
        </pc:grpChg>
        <pc:grpChg chg="mod">
          <ac:chgData name="Rodica Ioana Lung" userId="64ee56e8d7162e1e" providerId="LiveId" clId="{0F6830A5-18AB-4F1B-8BBB-DA235794CEC1}" dt="2026-01-09T16:00:54.648" v="1589"/>
          <ac:grpSpMkLst>
            <pc:docMk/>
            <pc:sldMk cId="1092716820" sldId="282"/>
            <ac:grpSpMk id="80" creationId="{EB19F2CE-B3AD-0658-668E-2A8B7660F004}"/>
          </ac:grpSpMkLst>
        </pc:grpChg>
        <pc:grpChg chg="del mod">
          <ac:chgData name="Rodica Ioana Lung" userId="64ee56e8d7162e1e" providerId="LiveId" clId="{0F6830A5-18AB-4F1B-8BBB-DA235794CEC1}" dt="2026-01-09T16:02:55.802" v="1649"/>
          <ac:grpSpMkLst>
            <pc:docMk/>
            <pc:sldMk cId="1092716820" sldId="282"/>
            <ac:grpSpMk id="82" creationId="{2A8BBB3F-B6F2-3CCF-5F4E-1F4DDEB90B63}"/>
          </ac:grpSpMkLst>
        </pc:grpChg>
        <pc:grpChg chg="del mod">
          <ac:chgData name="Rodica Ioana Lung" userId="64ee56e8d7162e1e" providerId="LiveId" clId="{0F6830A5-18AB-4F1B-8BBB-DA235794CEC1}" dt="2026-01-09T16:01:11.794" v="1596"/>
          <ac:grpSpMkLst>
            <pc:docMk/>
            <pc:sldMk cId="1092716820" sldId="282"/>
            <ac:grpSpMk id="85" creationId="{F2C40422-49B2-4A7D-7157-D9388A62507C}"/>
          </ac:grpSpMkLst>
        </pc:grpChg>
        <pc:grpChg chg="del mod">
          <ac:chgData name="Rodica Ioana Lung" userId="64ee56e8d7162e1e" providerId="LiveId" clId="{0F6830A5-18AB-4F1B-8BBB-DA235794CEC1}" dt="2026-01-09T16:01:16.293" v="1606"/>
          <ac:grpSpMkLst>
            <pc:docMk/>
            <pc:sldMk cId="1092716820" sldId="282"/>
            <ac:grpSpMk id="87" creationId="{EDD4120A-C516-0735-68D6-1858D61C7667}"/>
          </ac:grpSpMkLst>
        </pc:grpChg>
        <pc:grpChg chg="mod">
          <ac:chgData name="Rodica Ioana Lung" userId="64ee56e8d7162e1e" providerId="LiveId" clId="{0F6830A5-18AB-4F1B-8BBB-DA235794CEC1}" dt="2026-01-09T16:01:16.293" v="1606"/>
          <ac:grpSpMkLst>
            <pc:docMk/>
            <pc:sldMk cId="1092716820" sldId="282"/>
            <ac:grpSpMk id="97" creationId="{0A42DB7B-8636-7F7B-A81A-BAD1C423BBBB}"/>
          </ac:grpSpMkLst>
        </pc:grpChg>
        <pc:grpChg chg="mod">
          <ac:chgData name="Rodica Ioana Lung" userId="64ee56e8d7162e1e" providerId="LiveId" clId="{0F6830A5-18AB-4F1B-8BBB-DA235794CEC1}" dt="2026-01-09T16:01:25.910" v="1614"/>
          <ac:grpSpMkLst>
            <pc:docMk/>
            <pc:sldMk cId="1092716820" sldId="282"/>
            <ac:grpSpMk id="105" creationId="{F321734D-3172-73B4-73E4-C4BE48779E15}"/>
          </ac:grpSpMkLst>
        </pc:grpChg>
        <pc:grpChg chg="mod">
          <ac:chgData name="Rodica Ioana Lung" userId="64ee56e8d7162e1e" providerId="LiveId" clId="{0F6830A5-18AB-4F1B-8BBB-DA235794CEC1}" dt="2026-01-09T16:01:25.910" v="1614"/>
          <ac:grpSpMkLst>
            <pc:docMk/>
            <pc:sldMk cId="1092716820" sldId="282"/>
            <ac:grpSpMk id="106" creationId="{0DF6586C-ADE3-89E6-5E39-F91CEB584A41}"/>
          </ac:grpSpMkLst>
        </pc:grpChg>
        <pc:grpChg chg="del mod">
          <ac:chgData name="Rodica Ioana Lung" userId="64ee56e8d7162e1e" providerId="LiveId" clId="{0F6830A5-18AB-4F1B-8BBB-DA235794CEC1}" dt="2026-01-09T16:01:31.151" v="1627"/>
          <ac:grpSpMkLst>
            <pc:docMk/>
            <pc:sldMk cId="1092716820" sldId="282"/>
            <ac:grpSpMk id="116" creationId="{48C1425C-46D9-0D33-B7DE-C97FD864532C}"/>
          </ac:grpSpMkLst>
        </pc:grpChg>
        <pc:grpChg chg="mod">
          <ac:chgData name="Rodica Ioana Lung" userId="64ee56e8d7162e1e" providerId="LiveId" clId="{0F6830A5-18AB-4F1B-8BBB-DA235794CEC1}" dt="2026-01-09T16:01:31.151" v="1627"/>
          <ac:grpSpMkLst>
            <pc:docMk/>
            <pc:sldMk cId="1092716820" sldId="282"/>
            <ac:grpSpMk id="119" creationId="{697413A5-0E0B-EC83-121A-DC5CB333BE06}"/>
          </ac:grpSpMkLst>
        </pc:grpChg>
        <pc:grpChg chg="mod">
          <ac:chgData name="Rodica Ioana Lung" userId="64ee56e8d7162e1e" providerId="LiveId" clId="{0F6830A5-18AB-4F1B-8BBB-DA235794CEC1}" dt="2026-01-09T16:02:55.802" v="1649"/>
          <ac:grpSpMkLst>
            <pc:docMk/>
            <pc:sldMk cId="1092716820" sldId="282"/>
            <ac:grpSpMk id="121" creationId="{A9BBAE27-00B9-0276-208A-677200FA9FA7}"/>
          </ac:grpSpMkLst>
        </pc:grpChg>
        <pc:inkChg chg="add">
          <ac:chgData name="Rodica Ioana Lung" userId="64ee56e8d7162e1e" providerId="LiveId" clId="{0F6830A5-18AB-4F1B-8BBB-DA235794CEC1}" dt="2026-01-09T15:59:10.146" v="1515" actId="9405"/>
          <ac:inkMkLst>
            <pc:docMk/>
            <pc:sldMk cId="1092716820" sldId="282"/>
            <ac:inkMk id="3" creationId="{340DA79D-C386-9E88-5781-85BF2C3D1C4F}"/>
          </ac:inkMkLst>
        </pc:inkChg>
        <pc:inkChg chg="add mod">
          <ac:chgData name="Rodica Ioana Lung" userId="64ee56e8d7162e1e" providerId="LiveId" clId="{0F6830A5-18AB-4F1B-8BBB-DA235794CEC1}" dt="2026-01-09T15:59:17.745" v="1524"/>
          <ac:inkMkLst>
            <pc:docMk/>
            <pc:sldMk cId="1092716820" sldId="282"/>
            <ac:inkMk id="6" creationId="{FED5B753-7F34-BE71-FF81-7BD9F7E2D8FD}"/>
          </ac:inkMkLst>
        </pc:inkChg>
        <pc:inkChg chg="add mod">
          <ac:chgData name="Rodica Ioana Lung" userId="64ee56e8d7162e1e" providerId="LiveId" clId="{0F6830A5-18AB-4F1B-8BBB-DA235794CEC1}" dt="2026-01-09T15:59:17.745" v="1524"/>
          <ac:inkMkLst>
            <pc:docMk/>
            <pc:sldMk cId="1092716820" sldId="282"/>
            <ac:inkMk id="7" creationId="{DDD11647-1996-E05C-61C2-DBAAA11F08E0}"/>
          </ac:inkMkLst>
        </pc:inkChg>
        <pc:inkChg chg="add mod">
          <ac:chgData name="Rodica Ioana Lung" userId="64ee56e8d7162e1e" providerId="LiveId" clId="{0F6830A5-18AB-4F1B-8BBB-DA235794CEC1}" dt="2026-01-09T15:59:17.745" v="1524"/>
          <ac:inkMkLst>
            <pc:docMk/>
            <pc:sldMk cId="1092716820" sldId="282"/>
            <ac:inkMk id="8" creationId="{EC3C6A64-0EA9-8939-4D7E-0491D3FD8EB6}"/>
          </ac:inkMkLst>
        </pc:inkChg>
        <pc:inkChg chg="add mod">
          <ac:chgData name="Rodica Ioana Lung" userId="64ee56e8d7162e1e" providerId="LiveId" clId="{0F6830A5-18AB-4F1B-8BBB-DA235794CEC1}" dt="2026-01-09T15:59:17.745" v="1524"/>
          <ac:inkMkLst>
            <pc:docMk/>
            <pc:sldMk cId="1092716820" sldId="282"/>
            <ac:inkMk id="9" creationId="{AE301064-3ADE-4A45-31EF-E11E0196815F}"/>
          </ac:inkMkLst>
        </pc:inkChg>
        <pc:inkChg chg="add mod">
          <ac:chgData name="Rodica Ioana Lung" userId="64ee56e8d7162e1e" providerId="LiveId" clId="{0F6830A5-18AB-4F1B-8BBB-DA235794CEC1}" dt="2026-01-09T15:59:17.745" v="1524"/>
          <ac:inkMkLst>
            <pc:docMk/>
            <pc:sldMk cId="1092716820" sldId="282"/>
            <ac:inkMk id="10" creationId="{3151554B-CD84-2D1E-A109-2E2239183C80}"/>
          </ac:inkMkLst>
        </pc:inkChg>
        <pc:inkChg chg="add mod">
          <ac:chgData name="Rodica Ioana Lung" userId="64ee56e8d7162e1e" providerId="LiveId" clId="{0F6830A5-18AB-4F1B-8BBB-DA235794CEC1}" dt="2026-01-09T15:59:17.745" v="1524"/>
          <ac:inkMkLst>
            <pc:docMk/>
            <pc:sldMk cId="1092716820" sldId="282"/>
            <ac:inkMk id="11" creationId="{36B4F945-341D-DCB4-96A4-E1B6C132B42D}"/>
          </ac:inkMkLst>
        </pc:inkChg>
        <pc:inkChg chg="add mod">
          <ac:chgData name="Rodica Ioana Lung" userId="64ee56e8d7162e1e" providerId="LiveId" clId="{0F6830A5-18AB-4F1B-8BBB-DA235794CEC1}" dt="2026-01-09T15:59:17.745" v="1524"/>
          <ac:inkMkLst>
            <pc:docMk/>
            <pc:sldMk cId="1092716820" sldId="282"/>
            <ac:inkMk id="12" creationId="{5C840B57-E9BC-0118-A5A8-DF2D40DFA6F7}"/>
          </ac:inkMkLst>
        </pc:inkChg>
        <pc:inkChg chg="add mod">
          <ac:chgData name="Rodica Ioana Lung" userId="64ee56e8d7162e1e" providerId="LiveId" clId="{0F6830A5-18AB-4F1B-8BBB-DA235794CEC1}" dt="2026-01-09T15:59:17.745" v="1524"/>
          <ac:inkMkLst>
            <pc:docMk/>
            <pc:sldMk cId="1092716820" sldId="282"/>
            <ac:inkMk id="13" creationId="{06DAC041-12A9-FA6C-1158-1A4772694850}"/>
          </ac:inkMkLst>
        </pc:inkChg>
        <pc:inkChg chg="add mod">
          <ac:chgData name="Rodica Ioana Lung" userId="64ee56e8d7162e1e" providerId="LiveId" clId="{0F6830A5-18AB-4F1B-8BBB-DA235794CEC1}" dt="2026-01-09T15:59:33.927" v="1527"/>
          <ac:inkMkLst>
            <pc:docMk/>
            <pc:sldMk cId="1092716820" sldId="282"/>
            <ac:inkMk id="15" creationId="{36D2DE49-6F87-45F1-4BD2-D77657273FAB}"/>
          </ac:inkMkLst>
        </pc:inkChg>
        <pc:inkChg chg="add mod">
          <ac:chgData name="Rodica Ioana Lung" userId="64ee56e8d7162e1e" providerId="LiveId" clId="{0F6830A5-18AB-4F1B-8BBB-DA235794CEC1}" dt="2026-01-09T15:59:33.927" v="1527"/>
          <ac:inkMkLst>
            <pc:docMk/>
            <pc:sldMk cId="1092716820" sldId="282"/>
            <ac:inkMk id="16" creationId="{F9A08162-3E95-852A-156D-011A2656D5F3}"/>
          </ac:inkMkLst>
        </pc:inkChg>
        <pc:inkChg chg="add mod">
          <ac:chgData name="Rodica Ioana Lung" userId="64ee56e8d7162e1e" providerId="LiveId" clId="{0F6830A5-18AB-4F1B-8BBB-DA235794CEC1}" dt="2026-01-09T15:59:38.654" v="1534"/>
          <ac:inkMkLst>
            <pc:docMk/>
            <pc:sldMk cId="1092716820" sldId="282"/>
            <ac:inkMk id="18" creationId="{2E5A0B13-F0E0-A47D-3DBD-AB231EF2C50C}"/>
          </ac:inkMkLst>
        </pc:inkChg>
        <pc:inkChg chg="add mod">
          <ac:chgData name="Rodica Ioana Lung" userId="64ee56e8d7162e1e" providerId="LiveId" clId="{0F6830A5-18AB-4F1B-8BBB-DA235794CEC1}" dt="2026-01-09T15:59:38.654" v="1534"/>
          <ac:inkMkLst>
            <pc:docMk/>
            <pc:sldMk cId="1092716820" sldId="282"/>
            <ac:inkMk id="19" creationId="{C19FE1A0-3B06-FE8B-999D-1F87A9EADAFC}"/>
          </ac:inkMkLst>
        </pc:inkChg>
        <pc:inkChg chg="add mod">
          <ac:chgData name="Rodica Ioana Lung" userId="64ee56e8d7162e1e" providerId="LiveId" clId="{0F6830A5-18AB-4F1B-8BBB-DA235794CEC1}" dt="2026-01-09T15:59:38.654" v="1534"/>
          <ac:inkMkLst>
            <pc:docMk/>
            <pc:sldMk cId="1092716820" sldId="282"/>
            <ac:inkMk id="20" creationId="{D245753A-EE64-8D27-54AB-C94046EBE99A}"/>
          </ac:inkMkLst>
        </pc:inkChg>
        <pc:inkChg chg="add mod">
          <ac:chgData name="Rodica Ioana Lung" userId="64ee56e8d7162e1e" providerId="LiveId" clId="{0F6830A5-18AB-4F1B-8BBB-DA235794CEC1}" dt="2026-01-09T15:59:38.654" v="1534"/>
          <ac:inkMkLst>
            <pc:docMk/>
            <pc:sldMk cId="1092716820" sldId="282"/>
            <ac:inkMk id="21" creationId="{CCB1E2A9-9213-2F30-0579-237E0C383D40}"/>
          </ac:inkMkLst>
        </pc:inkChg>
        <pc:inkChg chg="add mod">
          <ac:chgData name="Rodica Ioana Lung" userId="64ee56e8d7162e1e" providerId="LiveId" clId="{0F6830A5-18AB-4F1B-8BBB-DA235794CEC1}" dt="2026-01-09T15:59:38.654" v="1534"/>
          <ac:inkMkLst>
            <pc:docMk/>
            <pc:sldMk cId="1092716820" sldId="282"/>
            <ac:inkMk id="22" creationId="{F7C01438-9349-4BEB-1E42-60CCF48F2724}"/>
          </ac:inkMkLst>
        </pc:inkChg>
        <pc:inkChg chg="add mod">
          <ac:chgData name="Rodica Ioana Lung" userId="64ee56e8d7162e1e" providerId="LiveId" clId="{0F6830A5-18AB-4F1B-8BBB-DA235794CEC1}" dt="2026-01-09T15:59:38.654" v="1534"/>
          <ac:inkMkLst>
            <pc:docMk/>
            <pc:sldMk cId="1092716820" sldId="282"/>
            <ac:inkMk id="23" creationId="{1CAB3C36-9350-AF41-872D-AB4886A3835F}"/>
          </ac:inkMkLst>
        </pc:inkChg>
        <pc:inkChg chg="add mod">
          <ac:chgData name="Rodica Ioana Lung" userId="64ee56e8d7162e1e" providerId="LiveId" clId="{0F6830A5-18AB-4F1B-8BBB-DA235794CEC1}" dt="2026-01-09T16:02:55.802" v="1649"/>
          <ac:inkMkLst>
            <pc:docMk/>
            <pc:sldMk cId="1092716820" sldId="282"/>
            <ac:inkMk id="25" creationId="{23555395-5785-23C8-F27F-A3C7A7D02CCE}"/>
          </ac:inkMkLst>
        </pc:inkChg>
        <pc:inkChg chg="add mod">
          <ac:chgData name="Rodica Ioana Lung" userId="64ee56e8d7162e1e" providerId="LiveId" clId="{0F6830A5-18AB-4F1B-8BBB-DA235794CEC1}" dt="2026-01-09T16:00:10.795" v="1549"/>
          <ac:inkMkLst>
            <pc:docMk/>
            <pc:sldMk cId="1092716820" sldId="282"/>
            <ac:inkMk id="26" creationId="{C3DB9DE0-267C-90CD-1C51-4DA4B397E351}"/>
          </ac:inkMkLst>
        </pc:inkChg>
        <pc:inkChg chg="add">
          <ac:chgData name="Rodica Ioana Lung" userId="64ee56e8d7162e1e" providerId="LiveId" clId="{0F6830A5-18AB-4F1B-8BBB-DA235794CEC1}" dt="2026-01-09T15:59:40.489" v="1537" actId="9405"/>
          <ac:inkMkLst>
            <pc:docMk/>
            <pc:sldMk cId="1092716820" sldId="282"/>
            <ac:inkMk id="27" creationId="{082D1C0E-4F3A-E349-5EC5-93123EEF9FEA}"/>
          </ac:inkMkLst>
        </pc:inkChg>
        <pc:inkChg chg="add mod">
          <ac:chgData name="Rodica Ioana Lung" userId="64ee56e8d7162e1e" providerId="LiveId" clId="{0F6830A5-18AB-4F1B-8BBB-DA235794CEC1}" dt="2026-01-09T16:02:55.802" v="1649"/>
          <ac:inkMkLst>
            <pc:docMk/>
            <pc:sldMk cId="1092716820" sldId="282"/>
            <ac:inkMk id="28" creationId="{BC58545D-894C-B745-5F13-0F6E106FED88}"/>
          </ac:inkMkLst>
        </pc:inkChg>
        <pc:inkChg chg="add mod">
          <ac:chgData name="Rodica Ioana Lung" userId="64ee56e8d7162e1e" providerId="LiveId" clId="{0F6830A5-18AB-4F1B-8BBB-DA235794CEC1}" dt="2026-01-09T16:00:10.795" v="1549"/>
          <ac:inkMkLst>
            <pc:docMk/>
            <pc:sldMk cId="1092716820" sldId="282"/>
            <ac:inkMk id="29" creationId="{B0C8A745-C376-67BF-DFB6-4A0B9936822B}"/>
          </ac:inkMkLst>
        </pc:inkChg>
        <pc:inkChg chg="add mod">
          <ac:chgData name="Rodica Ioana Lung" userId="64ee56e8d7162e1e" providerId="LiveId" clId="{0F6830A5-18AB-4F1B-8BBB-DA235794CEC1}" dt="2026-01-09T16:00:10.795" v="1549"/>
          <ac:inkMkLst>
            <pc:docMk/>
            <pc:sldMk cId="1092716820" sldId="282"/>
            <ac:inkMk id="30" creationId="{4D18DB14-171C-1BAC-C727-0B1F330503CD}"/>
          </ac:inkMkLst>
        </pc:inkChg>
        <pc:inkChg chg="add mod">
          <ac:chgData name="Rodica Ioana Lung" userId="64ee56e8d7162e1e" providerId="LiveId" clId="{0F6830A5-18AB-4F1B-8BBB-DA235794CEC1}" dt="2026-01-09T16:02:55.802" v="1649"/>
          <ac:inkMkLst>
            <pc:docMk/>
            <pc:sldMk cId="1092716820" sldId="282"/>
            <ac:inkMk id="31" creationId="{3085511D-4B91-F4AF-7A7B-3E065CF1CCFC}"/>
          </ac:inkMkLst>
        </pc:inkChg>
        <pc:inkChg chg="add mod">
          <ac:chgData name="Rodica Ioana Lung" userId="64ee56e8d7162e1e" providerId="LiveId" clId="{0F6830A5-18AB-4F1B-8BBB-DA235794CEC1}" dt="2026-01-09T16:00:10.795" v="1549"/>
          <ac:inkMkLst>
            <pc:docMk/>
            <pc:sldMk cId="1092716820" sldId="282"/>
            <ac:inkMk id="32" creationId="{03A54F19-B039-5532-F922-2384FD38693B}"/>
          </ac:inkMkLst>
        </pc:inkChg>
        <pc:inkChg chg="add mod">
          <ac:chgData name="Rodica Ioana Lung" userId="64ee56e8d7162e1e" providerId="LiveId" clId="{0F6830A5-18AB-4F1B-8BBB-DA235794CEC1}" dt="2026-01-09T16:02:55.802" v="1649"/>
          <ac:inkMkLst>
            <pc:docMk/>
            <pc:sldMk cId="1092716820" sldId="282"/>
            <ac:inkMk id="34" creationId="{E1616C99-B7A8-2E87-06FA-B15C9E7A1773}"/>
          </ac:inkMkLst>
        </pc:inkChg>
        <pc:inkChg chg="add mod">
          <ac:chgData name="Rodica Ioana Lung" userId="64ee56e8d7162e1e" providerId="LiveId" clId="{0F6830A5-18AB-4F1B-8BBB-DA235794CEC1}" dt="2026-01-09T15:59:57.003" v="1547"/>
          <ac:inkMkLst>
            <pc:docMk/>
            <pc:sldMk cId="1092716820" sldId="282"/>
            <ac:inkMk id="35" creationId="{01856682-4208-1860-42CF-69D1BE6687A2}"/>
          </ac:inkMkLst>
        </pc:inkChg>
        <pc:inkChg chg="add mod">
          <ac:chgData name="Rodica Ioana Lung" userId="64ee56e8d7162e1e" providerId="LiveId" clId="{0F6830A5-18AB-4F1B-8BBB-DA235794CEC1}" dt="2026-01-09T15:59:57.003" v="1547"/>
          <ac:inkMkLst>
            <pc:docMk/>
            <pc:sldMk cId="1092716820" sldId="282"/>
            <ac:inkMk id="36" creationId="{872ABD88-8242-7EE1-C5F5-97A21E22E131}"/>
          </ac:inkMkLst>
        </pc:inkChg>
        <pc:inkChg chg="add">
          <ac:chgData name="Rodica Ioana Lung" userId="64ee56e8d7162e1e" providerId="LiveId" clId="{0F6830A5-18AB-4F1B-8BBB-DA235794CEC1}" dt="2026-01-09T16:00:10.246" v="1548" actId="9405"/>
          <ac:inkMkLst>
            <pc:docMk/>
            <pc:sldMk cId="1092716820" sldId="282"/>
            <ac:inkMk id="38" creationId="{BFD3469F-CED1-2B83-8627-B3A817A72E19}"/>
          </ac:inkMkLst>
        </pc:inkChg>
        <pc:inkChg chg="add mod">
          <ac:chgData name="Rodica Ioana Lung" userId="64ee56e8d7162e1e" providerId="LiveId" clId="{0F6830A5-18AB-4F1B-8BBB-DA235794CEC1}" dt="2026-01-09T16:00:15.869" v="1563"/>
          <ac:inkMkLst>
            <pc:docMk/>
            <pc:sldMk cId="1092716820" sldId="282"/>
            <ac:inkMk id="40" creationId="{FDF094C3-2477-DD5C-3DA9-08AA3BDDE26B}"/>
          </ac:inkMkLst>
        </pc:inkChg>
        <pc:inkChg chg="add mod">
          <ac:chgData name="Rodica Ioana Lung" userId="64ee56e8d7162e1e" providerId="LiveId" clId="{0F6830A5-18AB-4F1B-8BBB-DA235794CEC1}" dt="2026-01-09T16:00:15.869" v="1563"/>
          <ac:inkMkLst>
            <pc:docMk/>
            <pc:sldMk cId="1092716820" sldId="282"/>
            <ac:inkMk id="41" creationId="{3F16E9B0-24DC-3BDE-8A3E-97F758280157}"/>
          </ac:inkMkLst>
        </pc:inkChg>
        <pc:inkChg chg="add mod">
          <ac:chgData name="Rodica Ioana Lung" userId="64ee56e8d7162e1e" providerId="LiveId" clId="{0F6830A5-18AB-4F1B-8BBB-DA235794CEC1}" dt="2026-01-09T16:00:12.385" v="1553"/>
          <ac:inkMkLst>
            <pc:docMk/>
            <pc:sldMk cId="1092716820" sldId="282"/>
            <ac:inkMk id="42" creationId="{D7B25F92-DC4D-54F3-FD42-E528E7C429F9}"/>
          </ac:inkMkLst>
        </pc:inkChg>
        <pc:inkChg chg="add mod">
          <ac:chgData name="Rodica Ioana Lung" userId="64ee56e8d7162e1e" providerId="LiveId" clId="{0F6830A5-18AB-4F1B-8BBB-DA235794CEC1}" dt="2026-01-09T16:00:15.869" v="1563"/>
          <ac:inkMkLst>
            <pc:docMk/>
            <pc:sldMk cId="1092716820" sldId="282"/>
            <ac:inkMk id="44" creationId="{A698FF25-090A-00A8-C0C1-58FC6F746D98}"/>
          </ac:inkMkLst>
        </pc:inkChg>
        <pc:inkChg chg="add mod">
          <ac:chgData name="Rodica Ioana Lung" userId="64ee56e8d7162e1e" providerId="LiveId" clId="{0F6830A5-18AB-4F1B-8BBB-DA235794CEC1}" dt="2026-01-09T16:00:15.869" v="1563"/>
          <ac:inkMkLst>
            <pc:docMk/>
            <pc:sldMk cId="1092716820" sldId="282"/>
            <ac:inkMk id="45" creationId="{916C5F79-EF7A-8934-20B2-4A3978DF14FA}"/>
          </ac:inkMkLst>
        </pc:inkChg>
        <pc:inkChg chg="add">
          <ac:chgData name="Rodica Ioana Lung" userId="64ee56e8d7162e1e" providerId="LiveId" clId="{0F6830A5-18AB-4F1B-8BBB-DA235794CEC1}" dt="2026-01-09T16:00:12.867" v="1556" actId="9405"/>
          <ac:inkMkLst>
            <pc:docMk/>
            <pc:sldMk cId="1092716820" sldId="282"/>
            <ac:inkMk id="46" creationId="{266A9F01-B897-36DC-BD69-CD08563033D1}"/>
          </ac:inkMkLst>
        </pc:inkChg>
        <pc:inkChg chg="add mod">
          <ac:chgData name="Rodica Ioana Lung" userId="64ee56e8d7162e1e" providerId="LiveId" clId="{0F6830A5-18AB-4F1B-8BBB-DA235794CEC1}" dt="2026-01-09T16:00:15.869" v="1563"/>
          <ac:inkMkLst>
            <pc:docMk/>
            <pc:sldMk cId="1092716820" sldId="282"/>
            <ac:inkMk id="47" creationId="{ABB3F1D1-E4BD-3D63-D1D5-9A763BC9F234}"/>
          </ac:inkMkLst>
        </pc:inkChg>
        <pc:inkChg chg="add mod">
          <ac:chgData name="Rodica Ioana Lung" userId="64ee56e8d7162e1e" providerId="LiveId" clId="{0F6830A5-18AB-4F1B-8BBB-DA235794CEC1}" dt="2026-01-09T16:00:20.740" v="1569"/>
          <ac:inkMkLst>
            <pc:docMk/>
            <pc:sldMk cId="1092716820" sldId="282"/>
            <ac:inkMk id="48" creationId="{44CF4803-D51E-C43F-8DD5-71CCEF2BE913}"/>
          </ac:inkMkLst>
        </pc:inkChg>
        <pc:inkChg chg="add mod">
          <ac:chgData name="Rodica Ioana Lung" userId="64ee56e8d7162e1e" providerId="LiveId" clId="{0F6830A5-18AB-4F1B-8BBB-DA235794CEC1}" dt="2026-01-09T16:00:20.740" v="1569"/>
          <ac:inkMkLst>
            <pc:docMk/>
            <pc:sldMk cId="1092716820" sldId="282"/>
            <ac:inkMk id="49" creationId="{06CCC2EF-0158-077F-1863-3F922857784F}"/>
          </ac:inkMkLst>
        </pc:inkChg>
        <pc:inkChg chg="add mod">
          <ac:chgData name="Rodica Ioana Lung" userId="64ee56e8d7162e1e" providerId="LiveId" clId="{0F6830A5-18AB-4F1B-8BBB-DA235794CEC1}" dt="2026-01-09T16:00:20.740" v="1569"/>
          <ac:inkMkLst>
            <pc:docMk/>
            <pc:sldMk cId="1092716820" sldId="282"/>
            <ac:inkMk id="50" creationId="{D70CDEB4-1172-6FB1-00CB-BB1E00316C34}"/>
          </ac:inkMkLst>
        </pc:inkChg>
        <pc:inkChg chg="add mod">
          <ac:chgData name="Rodica Ioana Lung" userId="64ee56e8d7162e1e" providerId="LiveId" clId="{0F6830A5-18AB-4F1B-8BBB-DA235794CEC1}" dt="2026-01-09T16:00:20.740" v="1569"/>
          <ac:inkMkLst>
            <pc:docMk/>
            <pc:sldMk cId="1092716820" sldId="282"/>
            <ac:inkMk id="51" creationId="{11B1E28A-1357-7CC7-2B81-3B5EBF3F9706}"/>
          </ac:inkMkLst>
        </pc:inkChg>
        <pc:inkChg chg="add mod">
          <ac:chgData name="Rodica Ioana Lung" userId="64ee56e8d7162e1e" providerId="LiveId" clId="{0F6830A5-18AB-4F1B-8BBB-DA235794CEC1}" dt="2026-01-09T16:00:19.196" v="1567"/>
          <ac:inkMkLst>
            <pc:docMk/>
            <pc:sldMk cId="1092716820" sldId="282"/>
            <ac:inkMk id="52" creationId="{A8FF251D-E7DB-6001-F41B-464DE3AE36B4}"/>
          </ac:inkMkLst>
        </pc:inkChg>
        <pc:inkChg chg="add mod">
          <ac:chgData name="Rodica Ioana Lung" userId="64ee56e8d7162e1e" providerId="LiveId" clId="{0F6830A5-18AB-4F1B-8BBB-DA235794CEC1}" dt="2026-01-09T16:00:20.740" v="1569"/>
          <ac:inkMkLst>
            <pc:docMk/>
            <pc:sldMk cId="1092716820" sldId="282"/>
            <ac:inkMk id="55" creationId="{4DB74D82-4EDD-83DF-EA32-7BC6C4B9FA9F}"/>
          </ac:inkMkLst>
        </pc:inkChg>
        <pc:inkChg chg="add mod">
          <ac:chgData name="Rodica Ioana Lung" userId="64ee56e8d7162e1e" providerId="LiveId" clId="{0F6830A5-18AB-4F1B-8BBB-DA235794CEC1}" dt="2026-01-09T16:00:20.740" v="1569"/>
          <ac:inkMkLst>
            <pc:docMk/>
            <pc:sldMk cId="1092716820" sldId="282"/>
            <ac:inkMk id="56" creationId="{F5C6BF9B-027D-E8EA-79FC-DBB27423650F}"/>
          </ac:inkMkLst>
        </pc:inkChg>
        <pc:inkChg chg="add mod">
          <ac:chgData name="Rodica Ioana Lung" userId="64ee56e8d7162e1e" providerId="LiveId" clId="{0F6830A5-18AB-4F1B-8BBB-DA235794CEC1}" dt="2026-01-09T16:00:20.740" v="1569"/>
          <ac:inkMkLst>
            <pc:docMk/>
            <pc:sldMk cId="1092716820" sldId="282"/>
            <ac:inkMk id="57" creationId="{F75070D7-E7C1-5B2E-8D13-F6C699B92929}"/>
          </ac:inkMkLst>
        </pc:inkChg>
        <pc:inkChg chg="add mod">
          <ac:chgData name="Rodica Ioana Lung" userId="64ee56e8d7162e1e" providerId="LiveId" clId="{0F6830A5-18AB-4F1B-8BBB-DA235794CEC1}" dt="2026-01-09T16:00:20.740" v="1569"/>
          <ac:inkMkLst>
            <pc:docMk/>
            <pc:sldMk cId="1092716820" sldId="282"/>
            <ac:inkMk id="59" creationId="{38654DFD-46EF-1E07-8465-AC5676F3490C}"/>
          </ac:inkMkLst>
        </pc:inkChg>
        <pc:inkChg chg="add mod">
          <ac:chgData name="Rodica Ioana Lung" userId="64ee56e8d7162e1e" providerId="LiveId" clId="{0F6830A5-18AB-4F1B-8BBB-DA235794CEC1}" dt="2026-01-09T16:00:28.435" v="1575"/>
          <ac:inkMkLst>
            <pc:docMk/>
            <pc:sldMk cId="1092716820" sldId="282"/>
            <ac:inkMk id="61" creationId="{B476860E-C916-67AF-407B-A7E04C4030A1}"/>
          </ac:inkMkLst>
        </pc:inkChg>
        <pc:inkChg chg="add mod">
          <ac:chgData name="Rodica Ioana Lung" userId="64ee56e8d7162e1e" providerId="LiveId" clId="{0F6830A5-18AB-4F1B-8BBB-DA235794CEC1}" dt="2026-01-09T16:00:28.435" v="1575"/>
          <ac:inkMkLst>
            <pc:docMk/>
            <pc:sldMk cId="1092716820" sldId="282"/>
            <ac:inkMk id="62" creationId="{D4AFAE18-A4DA-3680-9AC7-38A7A5D65674}"/>
          </ac:inkMkLst>
        </pc:inkChg>
        <pc:inkChg chg="add mod">
          <ac:chgData name="Rodica Ioana Lung" userId="64ee56e8d7162e1e" providerId="LiveId" clId="{0F6830A5-18AB-4F1B-8BBB-DA235794CEC1}" dt="2026-01-09T16:00:28.435" v="1575"/>
          <ac:inkMkLst>
            <pc:docMk/>
            <pc:sldMk cId="1092716820" sldId="282"/>
            <ac:inkMk id="63" creationId="{9EE94E5C-06AE-5BDA-4160-56C533D40D4F}"/>
          </ac:inkMkLst>
        </pc:inkChg>
        <pc:inkChg chg="add mod">
          <ac:chgData name="Rodica Ioana Lung" userId="64ee56e8d7162e1e" providerId="LiveId" clId="{0F6830A5-18AB-4F1B-8BBB-DA235794CEC1}" dt="2026-01-09T16:00:28.435" v="1575"/>
          <ac:inkMkLst>
            <pc:docMk/>
            <pc:sldMk cId="1092716820" sldId="282"/>
            <ac:inkMk id="64" creationId="{5F2028E3-C948-0C45-D956-3EF4F3684EB4}"/>
          </ac:inkMkLst>
        </pc:inkChg>
        <pc:inkChg chg="add mod">
          <ac:chgData name="Rodica Ioana Lung" userId="64ee56e8d7162e1e" providerId="LiveId" clId="{0F6830A5-18AB-4F1B-8BBB-DA235794CEC1}" dt="2026-01-09T16:00:28.435" v="1575"/>
          <ac:inkMkLst>
            <pc:docMk/>
            <pc:sldMk cId="1092716820" sldId="282"/>
            <ac:inkMk id="65" creationId="{4BC05179-1F15-8E29-E821-DB1303747F8D}"/>
          </ac:inkMkLst>
        </pc:inkChg>
        <pc:inkChg chg="add">
          <ac:chgData name="Rodica Ioana Lung" userId="64ee56e8d7162e1e" providerId="LiveId" clId="{0F6830A5-18AB-4F1B-8BBB-DA235794CEC1}" dt="2026-01-09T16:00:29.958" v="1576" actId="9405"/>
          <ac:inkMkLst>
            <pc:docMk/>
            <pc:sldMk cId="1092716820" sldId="282"/>
            <ac:inkMk id="67" creationId="{9C451F45-5990-0F5D-B775-ADE77420FE05}"/>
          </ac:inkMkLst>
        </pc:inkChg>
        <pc:inkChg chg="add">
          <ac:chgData name="Rodica Ioana Lung" userId="64ee56e8d7162e1e" providerId="LiveId" clId="{0F6830A5-18AB-4F1B-8BBB-DA235794CEC1}" dt="2026-01-09T16:00:30.862" v="1577" actId="9405"/>
          <ac:inkMkLst>
            <pc:docMk/>
            <pc:sldMk cId="1092716820" sldId="282"/>
            <ac:inkMk id="68" creationId="{271BBB4D-661A-629C-FD4F-987671478E86}"/>
          </ac:inkMkLst>
        </pc:inkChg>
        <pc:inkChg chg="add mod">
          <ac:chgData name="Rodica Ioana Lung" userId="64ee56e8d7162e1e" providerId="LiveId" clId="{0F6830A5-18AB-4F1B-8BBB-DA235794CEC1}" dt="2026-01-09T16:02:55.802" v="1649"/>
          <ac:inkMkLst>
            <pc:docMk/>
            <pc:sldMk cId="1092716820" sldId="282"/>
            <ac:inkMk id="69" creationId="{D1EC3F5A-64E1-4933-C3E3-89D143CCBE83}"/>
          </ac:inkMkLst>
        </pc:inkChg>
        <pc:inkChg chg="add mod">
          <ac:chgData name="Rodica Ioana Lung" userId="64ee56e8d7162e1e" providerId="LiveId" clId="{0F6830A5-18AB-4F1B-8BBB-DA235794CEC1}" dt="2026-01-09T16:02:55.802" v="1649"/>
          <ac:inkMkLst>
            <pc:docMk/>
            <pc:sldMk cId="1092716820" sldId="282"/>
            <ac:inkMk id="70" creationId="{2142907E-CD30-1B6F-848F-0EE04B1C5038}"/>
          </ac:inkMkLst>
        </pc:inkChg>
        <pc:inkChg chg="add">
          <ac:chgData name="Rodica Ioana Lung" userId="64ee56e8d7162e1e" providerId="LiveId" clId="{0F6830A5-18AB-4F1B-8BBB-DA235794CEC1}" dt="2026-01-09T16:00:37.102" v="1580" actId="9405"/>
          <ac:inkMkLst>
            <pc:docMk/>
            <pc:sldMk cId="1092716820" sldId="282"/>
            <ac:inkMk id="71" creationId="{2D268F8C-3CBC-8E6C-6C32-574D339875F8}"/>
          </ac:inkMkLst>
        </pc:inkChg>
        <pc:inkChg chg="add mod">
          <ac:chgData name="Rodica Ioana Lung" userId="64ee56e8d7162e1e" providerId="LiveId" clId="{0F6830A5-18AB-4F1B-8BBB-DA235794CEC1}" dt="2026-01-09T16:02:55.802" v="1649"/>
          <ac:inkMkLst>
            <pc:docMk/>
            <pc:sldMk cId="1092716820" sldId="282"/>
            <ac:inkMk id="72" creationId="{64028E0E-5EA8-C300-078C-261937B74A0D}"/>
          </ac:inkMkLst>
        </pc:inkChg>
        <pc:inkChg chg="add">
          <ac:chgData name="Rodica Ioana Lung" userId="64ee56e8d7162e1e" providerId="LiveId" clId="{0F6830A5-18AB-4F1B-8BBB-DA235794CEC1}" dt="2026-01-09T16:00:37.698" v="1582" actId="9405"/>
          <ac:inkMkLst>
            <pc:docMk/>
            <pc:sldMk cId="1092716820" sldId="282"/>
            <ac:inkMk id="73" creationId="{E2C09EEA-C1CC-9DD2-016F-3998DC2CB33A}"/>
          </ac:inkMkLst>
        </pc:inkChg>
        <pc:inkChg chg="add">
          <ac:chgData name="Rodica Ioana Lung" userId="64ee56e8d7162e1e" providerId="LiveId" clId="{0F6830A5-18AB-4F1B-8BBB-DA235794CEC1}" dt="2026-01-09T16:00:38.010" v="1583" actId="9405"/>
          <ac:inkMkLst>
            <pc:docMk/>
            <pc:sldMk cId="1092716820" sldId="282"/>
            <ac:inkMk id="74" creationId="{4010F4BA-ABBB-EA55-F071-3130FEEAC105}"/>
          </ac:inkMkLst>
        </pc:inkChg>
        <pc:inkChg chg="add">
          <ac:chgData name="Rodica Ioana Lung" userId="64ee56e8d7162e1e" providerId="LiveId" clId="{0F6830A5-18AB-4F1B-8BBB-DA235794CEC1}" dt="2026-01-09T16:00:38.433" v="1584" actId="9405"/>
          <ac:inkMkLst>
            <pc:docMk/>
            <pc:sldMk cId="1092716820" sldId="282"/>
            <ac:inkMk id="75" creationId="{6AF03958-E970-8D88-1D74-47FD2FE9D6AB}"/>
          </ac:inkMkLst>
        </pc:inkChg>
        <pc:inkChg chg="add mod">
          <ac:chgData name="Rodica Ioana Lung" userId="64ee56e8d7162e1e" providerId="LiveId" clId="{0F6830A5-18AB-4F1B-8BBB-DA235794CEC1}" dt="2026-01-09T16:02:55.802" v="1649"/>
          <ac:inkMkLst>
            <pc:docMk/>
            <pc:sldMk cId="1092716820" sldId="282"/>
            <ac:inkMk id="76" creationId="{D008C688-6AAD-40E5-985F-D83833311384}"/>
          </ac:inkMkLst>
        </pc:inkChg>
        <pc:inkChg chg="add mod">
          <ac:chgData name="Rodica Ioana Lung" userId="64ee56e8d7162e1e" providerId="LiveId" clId="{0F6830A5-18AB-4F1B-8BBB-DA235794CEC1}" dt="2026-01-09T16:00:54.648" v="1589"/>
          <ac:inkMkLst>
            <pc:docMk/>
            <pc:sldMk cId="1092716820" sldId="282"/>
            <ac:inkMk id="78" creationId="{E076232A-C96D-FF6E-E8DE-0B2AF7018A49}"/>
          </ac:inkMkLst>
        </pc:inkChg>
        <pc:inkChg chg="add mod">
          <ac:chgData name="Rodica Ioana Lung" userId="64ee56e8d7162e1e" providerId="LiveId" clId="{0F6830A5-18AB-4F1B-8BBB-DA235794CEC1}" dt="2026-01-09T16:00:54.648" v="1589"/>
          <ac:inkMkLst>
            <pc:docMk/>
            <pc:sldMk cId="1092716820" sldId="282"/>
            <ac:inkMk id="79" creationId="{500D1A2B-E8D8-AB68-2FF6-1AB9632A68AA}"/>
          </ac:inkMkLst>
        </pc:inkChg>
        <pc:inkChg chg="add">
          <ac:chgData name="Rodica Ioana Lung" userId="64ee56e8d7162e1e" providerId="LiveId" clId="{0F6830A5-18AB-4F1B-8BBB-DA235794CEC1}" dt="2026-01-09T16:01:00.910" v="1590" actId="9405"/>
          <ac:inkMkLst>
            <pc:docMk/>
            <pc:sldMk cId="1092716820" sldId="282"/>
            <ac:inkMk id="81" creationId="{5EC665A1-CDC3-7C67-7306-9910A350DC8B}"/>
          </ac:inkMkLst>
        </pc:inkChg>
        <pc:inkChg chg="add mod">
          <ac:chgData name="Rodica Ioana Lung" userId="64ee56e8d7162e1e" providerId="LiveId" clId="{0F6830A5-18AB-4F1B-8BBB-DA235794CEC1}" dt="2026-01-09T16:01:16.293" v="1606"/>
          <ac:inkMkLst>
            <pc:docMk/>
            <pc:sldMk cId="1092716820" sldId="282"/>
            <ac:inkMk id="83" creationId="{73D18C65-DCA2-1785-75BB-49157442C3D6}"/>
          </ac:inkMkLst>
        </pc:inkChg>
        <pc:inkChg chg="add mod">
          <ac:chgData name="Rodica Ioana Lung" userId="64ee56e8d7162e1e" providerId="LiveId" clId="{0F6830A5-18AB-4F1B-8BBB-DA235794CEC1}" dt="2026-01-09T16:01:16.293" v="1606"/>
          <ac:inkMkLst>
            <pc:docMk/>
            <pc:sldMk cId="1092716820" sldId="282"/>
            <ac:inkMk id="84" creationId="{108E5468-3393-7D2B-9E0E-E50FB5A17E25}"/>
          </ac:inkMkLst>
        </pc:inkChg>
        <pc:inkChg chg="add mod">
          <ac:chgData name="Rodica Ioana Lung" userId="64ee56e8d7162e1e" providerId="LiveId" clId="{0F6830A5-18AB-4F1B-8BBB-DA235794CEC1}" dt="2026-01-09T16:01:16.293" v="1606"/>
          <ac:inkMkLst>
            <pc:docMk/>
            <pc:sldMk cId="1092716820" sldId="282"/>
            <ac:inkMk id="86" creationId="{E78CDBF1-35E2-F7AB-BEF3-5F4487684E5B}"/>
          </ac:inkMkLst>
        </pc:inkChg>
        <pc:inkChg chg="add">
          <ac:chgData name="Rodica Ioana Lung" userId="64ee56e8d7162e1e" providerId="LiveId" clId="{0F6830A5-18AB-4F1B-8BBB-DA235794CEC1}" dt="2026-01-09T16:01:12.160" v="1597" actId="9405"/>
          <ac:inkMkLst>
            <pc:docMk/>
            <pc:sldMk cId="1092716820" sldId="282"/>
            <ac:inkMk id="88" creationId="{9D4640FB-726C-3669-7DD2-8FAB7CB6325D}"/>
          </ac:inkMkLst>
        </pc:inkChg>
        <pc:inkChg chg="add">
          <ac:chgData name="Rodica Ioana Lung" userId="64ee56e8d7162e1e" providerId="LiveId" clId="{0F6830A5-18AB-4F1B-8BBB-DA235794CEC1}" dt="2026-01-09T16:01:12.656" v="1598" actId="9405"/>
          <ac:inkMkLst>
            <pc:docMk/>
            <pc:sldMk cId="1092716820" sldId="282"/>
            <ac:inkMk id="89" creationId="{757C219C-E2BF-1D2F-3308-EDD75B0147D4}"/>
          </ac:inkMkLst>
        </pc:inkChg>
        <pc:inkChg chg="add mod">
          <ac:chgData name="Rodica Ioana Lung" userId="64ee56e8d7162e1e" providerId="LiveId" clId="{0F6830A5-18AB-4F1B-8BBB-DA235794CEC1}" dt="2026-01-09T16:01:16.293" v="1606"/>
          <ac:inkMkLst>
            <pc:docMk/>
            <pc:sldMk cId="1092716820" sldId="282"/>
            <ac:inkMk id="90" creationId="{F0278DFD-96EA-61C2-8387-7143243F6B9F}"/>
          </ac:inkMkLst>
        </pc:inkChg>
        <pc:inkChg chg="add mod">
          <ac:chgData name="Rodica Ioana Lung" userId="64ee56e8d7162e1e" providerId="LiveId" clId="{0F6830A5-18AB-4F1B-8BBB-DA235794CEC1}" dt="2026-01-09T16:01:16.293" v="1606"/>
          <ac:inkMkLst>
            <pc:docMk/>
            <pc:sldMk cId="1092716820" sldId="282"/>
            <ac:inkMk id="91" creationId="{1CFD270D-EAF0-D157-28D1-6D2B97D4BAE3}"/>
          </ac:inkMkLst>
        </pc:inkChg>
        <pc:inkChg chg="add mod">
          <ac:chgData name="Rodica Ioana Lung" userId="64ee56e8d7162e1e" providerId="LiveId" clId="{0F6830A5-18AB-4F1B-8BBB-DA235794CEC1}" dt="2026-01-09T16:01:16.293" v="1606"/>
          <ac:inkMkLst>
            <pc:docMk/>
            <pc:sldMk cId="1092716820" sldId="282"/>
            <ac:inkMk id="92" creationId="{1FD9B885-8052-9B31-AE35-EC886B5E73DD}"/>
          </ac:inkMkLst>
        </pc:inkChg>
        <pc:inkChg chg="add">
          <ac:chgData name="Rodica Ioana Lung" userId="64ee56e8d7162e1e" providerId="LiveId" clId="{0F6830A5-18AB-4F1B-8BBB-DA235794CEC1}" dt="2026-01-09T16:01:14.164" v="1602" actId="9405"/>
          <ac:inkMkLst>
            <pc:docMk/>
            <pc:sldMk cId="1092716820" sldId="282"/>
            <ac:inkMk id="93" creationId="{623AC7C4-4182-FE9C-88F4-7FA00643CD38}"/>
          </ac:inkMkLst>
        </pc:inkChg>
        <pc:inkChg chg="add mod">
          <ac:chgData name="Rodica Ioana Lung" userId="64ee56e8d7162e1e" providerId="LiveId" clId="{0F6830A5-18AB-4F1B-8BBB-DA235794CEC1}" dt="2026-01-09T16:01:16.293" v="1606"/>
          <ac:inkMkLst>
            <pc:docMk/>
            <pc:sldMk cId="1092716820" sldId="282"/>
            <ac:inkMk id="94" creationId="{5FED9EE9-8ED2-97F3-C217-9289F8DC536B}"/>
          </ac:inkMkLst>
        </pc:inkChg>
        <pc:inkChg chg="add mod">
          <ac:chgData name="Rodica Ioana Lung" userId="64ee56e8d7162e1e" providerId="LiveId" clId="{0F6830A5-18AB-4F1B-8BBB-DA235794CEC1}" dt="2026-01-09T16:01:16.293" v="1606"/>
          <ac:inkMkLst>
            <pc:docMk/>
            <pc:sldMk cId="1092716820" sldId="282"/>
            <ac:inkMk id="95" creationId="{AC7EEB01-1118-2173-FB00-A9EAE9B8B036}"/>
          </ac:inkMkLst>
        </pc:inkChg>
        <pc:inkChg chg="add">
          <ac:chgData name="Rodica Ioana Lung" userId="64ee56e8d7162e1e" providerId="LiveId" clId="{0F6830A5-18AB-4F1B-8BBB-DA235794CEC1}" dt="2026-01-09T16:01:15.141" v="1605" actId="9405"/>
          <ac:inkMkLst>
            <pc:docMk/>
            <pc:sldMk cId="1092716820" sldId="282"/>
            <ac:inkMk id="96" creationId="{809CC002-97ED-6674-2E86-B15571751DAE}"/>
          </ac:inkMkLst>
        </pc:inkChg>
        <pc:inkChg chg="add mod">
          <ac:chgData name="Rodica Ioana Lung" userId="64ee56e8d7162e1e" providerId="LiveId" clId="{0F6830A5-18AB-4F1B-8BBB-DA235794CEC1}" dt="2026-01-09T16:01:25.910" v="1614"/>
          <ac:inkMkLst>
            <pc:docMk/>
            <pc:sldMk cId="1092716820" sldId="282"/>
            <ac:inkMk id="98" creationId="{387A19A6-7459-E658-42C9-678C7DD66A9B}"/>
          </ac:inkMkLst>
        </pc:inkChg>
        <pc:inkChg chg="add mod">
          <ac:chgData name="Rodica Ioana Lung" userId="64ee56e8d7162e1e" providerId="LiveId" clId="{0F6830A5-18AB-4F1B-8BBB-DA235794CEC1}" dt="2026-01-09T16:01:25.910" v="1614"/>
          <ac:inkMkLst>
            <pc:docMk/>
            <pc:sldMk cId="1092716820" sldId="282"/>
            <ac:inkMk id="99" creationId="{31E2717F-C275-0E5C-1F19-9A7EB9877C3C}"/>
          </ac:inkMkLst>
        </pc:inkChg>
        <pc:inkChg chg="add mod">
          <ac:chgData name="Rodica Ioana Lung" userId="64ee56e8d7162e1e" providerId="LiveId" clId="{0F6830A5-18AB-4F1B-8BBB-DA235794CEC1}" dt="2026-01-09T16:01:25.910" v="1614"/>
          <ac:inkMkLst>
            <pc:docMk/>
            <pc:sldMk cId="1092716820" sldId="282"/>
            <ac:inkMk id="100" creationId="{BCBB3950-49C1-690F-E287-215C96C7E21F}"/>
          </ac:inkMkLst>
        </pc:inkChg>
        <pc:inkChg chg="add mod">
          <ac:chgData name="Rodica Ioana Lung" userId="64ee56e8d7162e1e" providerId="LiveId" clId="{0F6830A5-18AB-4F1B-8BBB-DA235794CEC1}" dt="2026-01-09T16:01:25.910" v="1614"/>
          <ac:inkMkLst>
            <pc:docMk/>
            <pc:sldMk cId="1092716820" sldId="282"/>
            <ac:inkMk id="101" creationId="{C407968F-49D6-C323-2CE8-AAB26E36920C}"/>
          </ac:inkMkLst>
        </pc:inkChg>
        <pc:inkChg chg="add mod">
          <ac:chgData name="Rodica Ioana Lung" userId="64ee56e8d7162e1e" providerId="LiveId" clId="{0F6830A5-18AB-4F1B-8BBB-DA235794CEC1}" dt="2026-01-09T16:01:25.910" v="1614"/>
          <ac:inkMkLst>
            <pc:docMk/>
            <pc:sldMk cId="1092716820" sldId="282"/>
            <ac:inkMk id="102" creationId="{4CB4B0C2-781D-EFBB-12C1-E816CFC8E309}"/>
          </ac:inkMkLst>
        </pc:inkChg>
        <pc:inkChg chg="add mod">
          <ac:chgData name="Rodica Ioana Lung" userId="64ee56e8d7162e1e" providerId="LiveId" clId="{0F6830A5-18AB-4F1B-8BBB-DA235794CEC1}" dt="2026-01-09T16:01:25.910" v="1614"/>
          <ac:inkMkLst>
            <pc:docMk/>
            <pc:sldMk cId="1092716820" sldId="282"/>
            <ac:inkMk id="103" creationId="{709948B0-04AD-C12B-FB6B-21EDA6802646}"/>
          </ac:inkMkLst>
        </pc:inkChg>
        <pc:inkChg chg="add">
          <ac:chgData name="Rodica Ioana Lung" userId="64ee56e8d7162e1e" providerId="LiveId" clId="{0F6830A5-18AB-4F1B-8BBB-DA235794CEC1}" dt="2026-01-09T16:01:24.959" v="1613" actId="9405"/>
          <ac:inkMkLst>
            <pc:docMk/>
            <pc:sldMk cId="1092716820" sldId="282"/>
            <ac:inkMk id="104" creationId="{1991CD9B-59A9-04C4-44F2-52D27383B68C}"/>
          </ac:inkMkLst>
        </pc:inkChg>
        <pc:inkChg chg="add mod">
          <ac:chgData name="Rodica Ioana Lung" userId="64ee56e8d7162e1e" providerId="LiveId" clId="{0F6830A5-18AB-4F1B-8BBB-DA235794CEC1}" dt="2026-01-09T16:01:31.151" v="1627"/>
          <ac:inkMkLst>
            <pc:docMk/>
            <pc:sldMk cId="1092716820" sldId="282"/>
            <ac:inkMk id="107" creationId="{E4FAE304-FAF2-5854-78EC-E9994BDC3ED3}"/>
          </ac:inkMkLst>
        </pc:inkChg>
        <pc:inkChg chg="add mod">
          <ac:chgData name="Rodica Ioana Lung" userId="64ee56e8d7162e1e" providerId="LiveId" clId="{0F6830A5-18AB-4F1B-8BBB-DA235794CEC1}" dt="2026-01-09T16:01:31.151" v="1627"/>
          <ac:inkMkLst>
            <pc:docMk/>
            <pc:sldMk cId="1092716820" sldId="282"/>
            <ac:inkMk id="108" creationId="{48E0A050-0093-A854-6A2E-2EB754583444}"/>
          </ac:inkMkLst>
        </pc:inkChg>
        <pc:inkChg chg="add mod">
          <ac:chgData name="Rodica Ioana Lung" userId="64ee56e8d7162e1e" providerId="LiveId" clId="{0F6830A5-18AB-4F1B-8BBB-DA235794CEC1}" dt="2026-01-09T16:01:31.151" v="1627"/>
          <ac:inkMkLst>
            <pc:docMk/>
            <pc:sldMk cId="1092716820" sldId="282"/>
            <ac:inkMk id="109" creationId="{D9505554-FEA3-C79A-DD7C-42F9EDB0502B}"/>
          </ac:inkMkLst>
        </pc:inkChg>
        <pc:inkChg chg="add mod">
          <ac:chgData name="Rodica Ioana Lung" userId="64ee56e8d7162e1e" providerId="LiveId" clId="{0F6830A5-18AB-4F1B-8BBB-DA235794CEC1}" dt="2026-01-09T16:01:31.151" v="1627"/>
          <ac:inkMkLst>
            <pc:docMk/>
            <pc:sldMk cId="1092716820" sldId="282"/>
            <ac:inkMk id="110" creationId="{7C0B680B-6815-D61B-CDFC-CF04AB0B15EF}"/>
          </ac:inkMkLst>
        </pc:inkChg>
        <pc:inkChg chg="add mod">
          <ac:chgData name="Rodica Ioana Lung" userId="64ee56e8d7162e1e" providerId="LiveId" clId="{0F6830A5-18AB-4F1B-8BBB-DA235794CEC1}" dt="2026-01-09T16:01:29.285" v="1624"/>
          <ac:inkMkLst>
            <pc:docMk/>
            <pc:sldMk cId="1092716820" sldId="282"/>
            <ac:inkMk id="111" creationId="{29EB52B1-F8F9-16BA-10E8-D60594F832A2}"/>
          </ac:inkMkLst>
        </pc:inkChg>
        <pc:inkChg chg="add mod">
          <ac:chgData name="Rodica Ioana Lung" userId="64ee56e8d7162e1e" providerId="LiveId" clId="{0F6830A5-18AB-4F1B-8BBB-DA235794CEC1}" dt="2026-01-09T16:01:31.151" v="1627"/>
          <ac:inkMkLst>
            <pc:docMk/>
            <pc:sldMk cId="1092716820" sldId="282"/>
            <ac:inkMk id="112" creationId="{D902FF93-F825-0EA4-0605-D707C6A652BC}"/>
          </ac:inkMkLst>
        </pc:inkChg>
        <pc:inkChg chg="add mod">
          <ac:chgData name="Rodica Ioana Lung" userId="64ee56e8d7162e1e" providerId="LiveId" clId="{0F6830A5-18AB-4F1B-8BBB-DA235794CEC1}" dt="2026-01-09T16:01:31.151" v="1627"/>
          <ac:inkMkLst>
            <pc:docMk/>
            <pc:sldMk cId="1092716820" sldId="282"/>
            <ac:inkMk id="113" creationId="{26BD7226-60ED-391A-E778-32A552597D8C}"/>
          </ac:inkMkLst>
        </pc:inkChg>
        <pc:inkChg chg="add mod">
          <ac:chgData name="Rodica Ioana Lung" userId="64ee56e8d7162e1e" providerId="LiveId" clId="{0F6830A5-18AB-4F1B-8BBB-DA235794CEC1}" dt="2026-01-09T16:01:29.285" v="1624"/>
          <ac:inkMkLst>
            <pc:docMk/>
            <pc:sldMk cId="1092716820" sldId="282"/>
            <ac:inkMk id="114" creationId="{DB64B7EA-021B-BBDE-3313-1FEF186997F4}"/>
          </ac:inkMkLst>
        </pc:inkChg>
        <pc:inkChg chg="add mod">
          <ac:chgData name="Rodica Ioana Lung" userId="64ee56e8d7162e1e" providerId="LiveId" clId="{0F6830A5-18AB-4F1B-8BBB-DA235794CEC1}" dt="2026-01-09T16:01:31.151" v="1627"/>
          <ac:inkMkLst>
            <pc:docMk/>
            <pc:sldMk cId="1092716820" sldId="282"/>
            <ac:inkMk id="115" creationId="{F32B6D12-3313-EDD2-C4AA-31DCA1E87BD1}"/>
          </ac:inkMkLst>
        </pc:inkChg>
        <pc:inkChg chg="add">
          <ac:chgData name="Rodica Ioana Lung" userId="64ee56e8d7162e1e" providerId="LiveId" clId="{0F6830A5-18AB-4F1B-8BBB-DA235794CEC1}" dt="2026-01-09T16:01:29.702" v="1625" actId="9405"/>
          <ac:inkMkLst>
            <pc:docMk/>
            <pc:sldMk cId="1092716820" sldId="282"/>
            <ac:inkMk id="117" creationId="{1D2BBF82-6625-1075-9EB5-713DB4B7B951}"/>
          </ac:inkMkLst>
        </pc:inkChg>
        <pc:inkChg chg="add mod">
          <ac:chgData name="Rodica Ioana Lung" userId="64ee56e8d7162e1e" providerId="LiveId" clId="{0F6830A5-18AB-4F1B-8BBB-DA235794CEC1}" dt="2026-01-09T16:01:31.151" v="1627"/>
          <ac:inkMkLst>
            <pc:docMk/>
            <pc:sldMk cId="1092716820" sldId="282"/>
            <ac:inkMk id="118" creationId="{4431C214-1B67-482B-B6BD-5BA92F9EB571}"/>
          </ac:inkMkLst>
        </pc:inkChg>
        <pc:inkChg chg="add">
          <ac:chgData name="Rodica Ioana Lung" userId="64ee56e8d7162e1e" providerId="LiveId" clId="{0F6830A5-18AB-4F1B-8BBB-DA235794CEC1}" dt="2026-01-09T16:02:54.717" v="1648" actId="9405"/>
          <ac:inkMkLst>
            <pc:docMk/>
            <pc:sldMk cId="1092716820" sldId="282"/>
            <ac:inkMk id="120" creationId="{C32AC941-A879-00EF-A248-9A5A082D6B33}"/>
          </ac:inkMkLst>
        </pc:inkChg>
      </pc:sldChg>
      <pc:sldChg chg="addSp delSp modSp mod">
        <pc:chgData name="Rodica Ioana Lung" userId="64ee56e8d7162e1e" providerId="LiveId" clId="{0F6830A5-18AB-4F1B-8BBB-DA235794CEC1}" dt="2026-01-09T16:20:45.687" v="1824"/>
        <pc:sldMkLst>
          <pc:docMk/>
          <pc:sldMk cId="1893867996" sldId="284"/>
        </pc:sldMkLst>
        <pc:grpChg chg="del mod">
          <ac:chgData name="Rodica Ioana Lung" userId="64ee56e8d7162e1e" providerId="LiveId" clId="{0F6830A5-18AB-4F1B-8BBB-DA235794CEC1}" dt="2026-01-09T16:14:09.744" v="1755"/>
          <ac:grpSpMkLst>
            <pc:docMk/>
            <pc:sldMk cId="1893867996" sldId="284"/>
            <ac:grpSpMk id="11" creationId="{D7CF04CC-50EB-BF9E-FFEF-DE50649F99E6}"/>
          </ac:grpSpMkLst>
        </pc:grpChg>
        <pc:grpChg chg="mod">
          <ac:chgData name="Rodica Ioana Lung" userId="64ee56e8d7162e1e" providerId="LiveId" clId="{0F6830A5-18AB-4F1B-8BBB-DA235794CEC1}" dt="2026-01-09T16:13:08.832" v="1736"/>
          <ac:grpSpMkLst>
            <pc:docMk/>
            <pc:sldMk cId="1893867996" sldId="284"/>
            <ac:grpSpMk id="12" creationId="{FECDCE09-64E9-C6FF-4AC0-6D0674B77E47}"/>
          </ac:grpSpMkLst>
        </pc:grpChg>
        <pc:grpChg chg="del mod">
          <ac:chgData name="Rodica Ioana Lung" userId="64ee56e8d7162e1e" providerId="LiveId" clId="{0F6830A5-18AB-4F1B-8BBB-DA235794CEC1}" dt="2026-01-09T16:20:40.456" v="1820"/>
          <ac:grpSpMkLst>
            <pc:docMk/>
            <pc:sldMk cId="1893867996" sldId="284"/>
            <ac:grpSpMk id="21" creationId="{EEDD4033-7F41-1202-510F-88FFE60E4C13}"/>
          </ac:grpSpMkLst>
        </pc:grpChg>
        <pc:grpChg chg="mod">
          <ac:chgData name="Rodica Ioana Lung" userId="64ee56e8d7162e1e" providerId="LiveId" clId="{0F6830A5-18AB-4F1B-8BBB-DA235794CEC1}" dt="2026-01-09T16:13:58.364" v="1750"/>
          <ac:grpSpMkLst>
            <pc:docMk/>
            <pc:sldMk cId="1893867996" sldId="284"/>
            <ac:grpSpMk id="26" creationId="{3D8F6993-EFF9-E148-FAD4-1915A59BE893}"/>
          </ac:grpSpMkLst>
        </pc:grpChg>
        <pc:grpChg chg="del mod">
          <ac:chgData name="Rodica Ioana Lung" userId="64ee56e8d7162e1e" providerId="LiveId" clId="{0F6830A5-18AB-4F1B-8BBB-DA235794CEC1}" dt="2026-01-09T16:15:05.031" v="1778"/>
          <ac:grpSpMkLst>
            <pc:docMk/>
            <pc:sldMk cId="1893867996" sldId="284"/>
            <ac:grpSpMk id="31" creationId="{E80E35D8-9914-5DFE-1977-204FAAE6D1B4}"/>
          </ac:grpSpMkLst>
        </pc:grpChg>
        <pc:grpChg chg="mod">
          <ac:chgData name="Rodica Ioana Lung" userId="64ee56e8d7162e1e" providerId="LiveId" clId="{0F6830A5-18AB-4F1B-8BBB-DA235794CEC1}" dt="2026-01-09T16:14:45.672" v="1761"/>
          <ac:grpSpMkLst>
            <pc:docMk/>
            <pc:sldMk cId="1893867996" sldId="284"/>
            <ac:grpSpMk id="37" creationId="{39A53EDF-4895-C57F-BF44-E25F1C24E100}"/>
          </ac:grpSpMkLst>
        </pc:grpChg>
        <pc:grpChg chg="mod">
          <ac:chgData name="Rodica Ioana Lung" userId="64ee56e8d7162e1e" providerId="LiveId" clId="{0F6830A5-18AB-4F1B-8BBB-DA235794CEC1}" dt="2026-01-09T16:14:50.776" v="1765"/>
          <ac:grpSpMkLst>
            <pc:docMk/>
            <pc:sldMk cId="1893867996" sldId="284"/>
            <ac:grpSpMk id="41" creationId="{5F9862BB-8468-5823-9138-6F11C868958B}"/>
          </ac:grpSpMkLst>
        </pc:grpChg>
        <pc:grpChg chg="del mod">
          <ac:chgData name="Rodica Ioana Lung" userId="64ee56e8d7162e1e" providerId="LiveId" clId="{0F6830A5-18AB-4F1B-8BBB-DA235794CEC1}" dt="2026-01-09T16:14:57.727" v="1772"/>
          <ac:grpSpMkLst>
            <pc:docMk/>
            <pc:sldMk cId="1893867996" sldId="284"/>
            <ac:grpSpMk id="44" creationId="{A12C0A34-3305-15FF-3C1A-F0D44128CE3E}"/>
          </ac:grpSpMkLst>
        </pc:grpChg>
        <pc:grpChg chg="mod">
          <ac:chgData name="Rodica Ioana Lung" userId="64ee56e8d7162e1e" providerId="LiveId" clId="{0F6830A5-18AB-4F1B-8BBB-DA235794CEC1}" dt="2026-01-09T16:14:57.727" v="1772"/>
          <ac:grpSpMkLst>
            <pc:docMk/>
            <pc:sldMk cId="1893867996" sldId="284"/>
            <ac:grpSpMk id="48" creationId="{60A456A4-B8B1-0218-B01D-2FD6D20C2E79}"/>
          </ac:grpSpMkLst>
        </pc:grpChg>
        <pc:grpChg chg="del mod">
          <ac:chgData name="Rodica Ioana Lung" userId="64ee56e8d7162e1e" providerId="LiveId" clId="{0F6830A5-18AB-4F1B-8BBB-DA235794CEC1}" dt="2026-01-09T16:20:45.687" v="1824"/>
          <ac:grpSpMkLst>
            <pc:docMk/>
            <pc:sldMk cId="1893867996" sldId="284"/>
            <ac:grpSpMk id="49" creationId="{A68CD643-C1B7-1353-7B21-5937A5158CC1}"/>
          </ac:grpSpMkLst>
        </pc:grpChg>
        <pc:grpChg chg="del mod">
          <ac:chgData name="Rodica Ioana Lung" userId="64ee56e8d7162e1e" providerId="LiveId" clId="{0F6830A5-18AB-4F1B-8BBB-DA235794CEC1}" dt="2026-01-09T16:15:08.492" v="1783"/>
          <ac:grpSpMkLst>
            <pc:docMk/>
            <pc:sldMk cId="1893867996" sldId="284"/>
            <ac:grpSpMk id="55" creationId="{E6A41A51-BCAB-9DF9-F67D-B5C11EF196AF}"/>
          </ac:grpSpMkLst>
        </pc:grpChg>
        <pc:grpChg chg="del mod">
          <ac:chgData name="Rodica Ioana Lung" userId="64ee56e8d7162e1e" providerId="LiveId" clId="{0F6830A5-18AB-4F1B-8BBB-DA235794CEC1}" dt="2026-01-09T16:20:45.687" v="1824"/>
          <ac:grpSpMkLst>
            <pc:docMk/>
            <pc:sldMk cId="1893867996" sldId="284"/>
            <ac:grpSpMk id="60" creationId="{2F4B23AC-1E48-7567-7169-B9126D5B5F1B}"/>
          </ac:grpSpMkLst>
        </pc:grpChg>
        <pc:grpChg chg="del mod">
          <ac:chgData name="Rodica Ioana Lung" userId="64ee56e8d7162e1e" providerId="LiveId" clId="{0F6830A5-18AB-4F1B-8BBB-DA235794CEC1}" dt="2026-01-09T16:20:45.687" v="1824"/>
          <ac:grpSpMkLst>
            <pc:docMk/>
            <pc:sldMk cId="1893867996" sldId="284"/>
            <ac:grpSpMk id="67" creationId="{5C1A86E4-675D-35FD-5C48-8C62B7475514}"/>
          </ac:grpSpMkLst>
        </pc:grpChg>
        <pc:grpChg chg="mod">
          <ac:chgData name="Rodica Ioana Lung" userId="64ee56e8d7162e1e" providerId="LiveId" clId="{0F6830A5-18AB-4F1B-8BBB-DA235794CEC1}" dt="2026-01-09T16:17:19.089" v="1804"/>
          <ac:grpSpMkLst>
            <pc:docMk/>
            <pc:sldMk cId="1893867996" sldId="284"/>
            <ac:grpSpMk id="71" creationId="{A56876FF-9EEA-5FF2-D2A9-16C570FAEE02}"/>
          </ac:grpSpMkLst>
        </pc:grpChg>
        <pc:grpChg chg="mod">
          <ac:chgData name="Rodica Ioana Lung" userId="64ee56e8d7162e1e" providerId="LiveId" clId="{0F6830A5-18AB-4F1B-8BBB-DA235794CEC1}" dt="2026-01-09T16:17:47.668" v="1811"/>
          <ac:grpSpMkLst>
            <pc:docMk/>
            <pc:sldMk cId="1893867996" sldId="284"/>
            <ac:grpSpMk id="78" creationId="{8715A939-4B93-6229-48E0-83E06E8841E3}"/>
          </ac:grpSpMkLst>
        </pc:grpChg>
        <pc:grpChg chg="del mod">
          <ac:chgData name="Rodica Ioana Lung" userId="64ee56e8d7162e1e" providerId="LiveId" clId="{0F6830A5-18AB-4F1B-8BBB-DA235794CEC1}" dt="2026-01-09T16:20:45.687" v="1824"/>
          <ac:grpSpMkLst>
            <pc:docMk/>
            <pc:sldMk cId="1893867996" sldId="284"/>
            <ac:grpSpMk id="81" creationId="{B3D438A1-EC41-F6C2-BD40-BB08B63F5507}"/>
          </ac:grpSpMkLst>
        </pc:grpChg>
        <pc:grpChg chg="mod">
          <ac:chgData name="Rodica Ioana Lung" userId="64ee56e8d7162e1e" providerId="LiveId" clId="{0F6830A5-18AB-4F1B-8BBB-DA235794CEC1}" dt="2026-01-09T16:20:45.687" v="1824"/>
          <ac:grpSpMkLst>
            <pc:docMk/>
            <pc:sldMk cId="1893867996" sldId="284"/>
            <ac:grpSpMk id="85" creationId="{EB1E1CD4-3B29-D721-5144-9467083CC11F}"/>
          </ac:grpSpMkLst>
        </pc:grpChg>
        <pc:grpChg chg="mod">
          <ac:chgData name="Rodica Ioana Lung" userId="64ee56e8d7162e1e" providerId="LiveId" clId="{0F6830A5-18AB-4F1B-8BBB-DA235794CEC1}" dt="2026-01-09T16:20:45.687" v="1824"/>
          <ac:grpSpMkLst>
            <pc:docMk/>
            <pc:sldMk cId="1893867996" sldId="284"/>
            <ac:grpSpMk id="86" creationId="{C52453B1-BB48-0A4A-2ADB-E5EBAEE538EA}"/>
          </ac:grpSpMkLst>
        </pc:grpChg>
        <pc:inkChg chg="add mod">
          <ac:chgData name="Rodica Ioana Lung" userId="64ee56e8d7162e1e" providerId="LiveId" clId="{0F6830A5-18AB-4F1B-8BBB-DA235794CEC1}" dt="2026-01-09T16:13:08.832" v="1736"/>
          <ac:inkMkLst>
            <pc:docMk/>
            <pc:sldMk cId="1893867996" sldId="284"/>
            <ac:inkMk id="5" creationId="{7C7BB058-41D4-1F07-D153-ED8CFF49C393}"/>
          </ac:inkMkLst>
        </pc:inkChg>
        <pc:inkChg chg="add mod">
          <ac:chgData name="Rodica Ioana Lung" userId="64ee56e8d7162e1e" providerId="LiveId" clId="{0F6830A5-18AB-4F1B-8BBB-DA235794CEC1}" dt="2026-01-09T16:13:08.832" v="1736"/>
          <ac:inkMkLst>
            <pc:docMk/>
            <pc:sldMk cId="1893867996" sldId="284"/>
            <ac:inkMk id="6" creationId="{1A1E2FC7-DAF8-F2FF-56F4-0150E0D2D57A}"/>
          </ac:inkMkLst>
        </pc:inkChg>
        <pc:inkChg chg="add">
          <ac:chgData name="Rodica Ioana Lung" userId="64ee56e8d7162e1e" providerId="LiveId" clId="{0F6830A5-18AB-4F1B-8BBB-DA235794CEC1}" dt="2026-01-09T16:13:06.854" v="1733" actId="9405"/>
          <ac:inkMkLst>
            <pc:docMk/>
            <pc:sldMk cId="1893867996" sldId="284"/>
            <ac:inkMk id="7" creationId="{BBC235BD-AD20-DB66-4318-FE0370FF67A7}"/>
          </ac:inkMkLst>
        </pc:inkChg>
        <pc:inkChg chg="add mod">
          <ac:chgData name="Rodica Ioana Lung" userId="64ee56e8d7162e1e" providerId="LiveId" clId="{0F6830A5-18AB-4F1B-8BBB-DA235794CEC1}" dt="2026-01-09T16:15:08.492" v="1783"/>
          <ac:inkMkLst>
            <pc:docMk/>
            <pc:sldMk cId="1893867996" sldId="284"/>
            <ac:inkMk id="8" creationId="{93428F74-0515-89EB-53F2-D0AA08EEE53D}"/>
          </ac:inkMkLst>
        </pc:inkChg>
        <pc:inkChg chg="add mod">
          <ac:chgData name="Rodica Ioana Lung" userId="64ee56e8d7162e1e" providerId="LiveId" clId="{0F6830A5-18AB-4F1B-8BBB-DA235794CEC1}" dt="2026-01-09T16:15:08.492" v="1783"/>
          <ac:inkMkLst>
            <pc:docMk/>
            <pc:sldMk cId="1893867996" sldId="284"/>
            <ac:inkMk id="10" creationId="{032CA500-96E1-5F73-AAFA-D22488505697}"/>
          </ac:inkMkLst>
        </pc:inkChg>
        <pc:inkChg chg="add">
          <ac:chgData name="Rodica Ioana Lung" userId="64ee56e8d7162e1e" providerId="LiveId" clId="{0F6830A5-18AB-4F1B-8BBB-DA235794CEC1}" dt="2026-01-09T16:13:09.490" v="1737" actId="9405"/>
          <ac:inkMkLst>
            <pc:docMk/>
            <pc:sldMk cId="1893867996" sldId="284"/>
            <ac:inkMk id="13" creationId="{CFCE9F0C-7730-826A-3151-F8A74818215D}"/>
          </ac:inkMkLst>
        </pc:inkChg>
        <pc:inkChg chg="add">
          <ac:chgData name="Rodica Ioana Lung" userId="64ee56e8d7162e1e" providerId="LiveId" clId="{0F6830A5-18AB-4F1B-8BBB-DA235794CEC1}" dt="2026-01-09T16:13:10.140" v="1738" actId="9405"/>
          <ac:inkMkLst>
            <pc:docMk/>
            <pc:sldMk cId="1893867996" sldId="284"/>
            <ac:inkMk id="14" creationId="{928C526B-6DA3-CB37-73C5-129B2BFA0DE9}"/>
          </ac:inkMkLst>
        </pc:inkChg>
        <pc:inkChg chg="add">
          <ac:chgData name="Rodica Ioana Lung" userId="64ee56e8d7162e1e" providerId="LiveId" clId="{0F6830A5-18AB-4F1B-8BBB-DA235794CEC1}" dt="2026-01-09T16:13:10.941" v="1739" actId="9405"/>
          <ac:inkMkLst>
            <pc:docMk/>
            <pc:sldMk cId="1893867996" sldId="284"/>
            <ac:inkMk id="15" creationId="{1F57C54F-DB4B-181A-7FAC-92E020B2F0B8}"/>
          </ac:inkMkLst>
        </pc:inkChg>
        <pc:inkChg chg="add">
          <ac:chgData name="Rodica Ioana Lung" userId="64ee56e8d7162e1e" providerId="LiveId" clId="{0F6830A5-18AB-4F1B-8BBB-DA235794CEC1}" dt="2026-01-09T16:13:14.164" v="1740" actId="9405"/>
          <ac:inkMkLst>
            <pc:docMk/>
            <pc:sldMk cId="1893867996" sldId="284"/>
            <ac:inkMk id="16" creationId="{D4EE5C82-1CAD-A38F-4731-B7E67470A1BA}"/>
          </ac:inkMkLst>
        </pc:inkChg>
        <pc:inkChg chg="add">
          <ac:chgData name="Rodica Ioana Lung" userId="64ee56e8d7162e1e" providerId="LiveId" clId="{0F6830A5-18AB-4F1B-8BBB-DA235794CEC1}" dt="2026-01-09T16:13:15.381" v="1741" actId="9405"/>
          <ac:inkMkLst>
            <pc:docMk/>
            <pc:sldMk cId="1893867996" sldId="284"/>
            <ac:inkMk id="17" creationId="{B8DFB54F-6C5B-C2F6-BA4F-BDFD6C97DF45}"/>
          </ac:inkMkLst>
        </pc:inkChg>
        <pc:inkChg chg="add">
          <ac:chgData name="Rodica Ioana Lung" userId="64ee56e8d7162e1e" providerId="LiveId" clId="{0F6830A5-18AB-4F1B-8BBB-DA235794CEC1}" dt="2026-01-09T16:13:16.546" v="1742" actId="9405"/>
          <ac:inkMkLst>
            <pc:docMk/>
            <pc:sldMk cId="1893867996" sldId="284"/>
            <ac:inkMk id="18" creationId="{A98C5B97-E1DB-1F28-9187-BA7200879E47}"/>
          </ac:inkMkLst>
        </pc:inkChg>
        <pc:inkChg chg="add mod">
          <ac:chgData name="Rodica Ioana Lung" userId="64ee56e8d7162e1e" providerId="LiveId" clId="{0F6830A5-18AB-4F1B-8BBB-DA235794CEC1}" dt="2026-01-09T16:20:40.456" v="1820"/>
          <ac:inkMkLst>
            <pc:docMk/>
            <pc:sldMk cId="1893867996" sldId="284"/>
            <ac:inkMk id="19" creationId="{80315E71-4C30-BFCA-3A57-01AA0020A8A3}"/>
          </ac:inkMkLst>
        </pc:inkChg>
        <pc:inkChg chg="add mod">
          <ac:chgData name="Rodica Ioana Lung" userId="64ee56e8d7162e1e" providerId="LiveId" clId="{0F6830A5-18AB-4F1B-8BBB-DA235794CEC1}" dt="2026-01-09T16:20:40.456" v="1820"/>
          <ac:inkMkLst>
            <pc:docMk/>
            <pc:sldMk cId="1893867996" sldId="284"/>
            <ac:inkMk id="20" creationId="{8C77948D-EAF6-5189-FA8A-79F22FD03F03}"/>
          </ac:inkMkLst>
        </pc:inkChg>
        <pc:inkChg chg="add mod">
          <ac:chgData name="Rodica Ioana Lung" userId="64ee56e8d7162e1e" providerId="LiveId" clId="{0F6830A5-18AB-4F1B-8BBB-DA235794CEC1}" dt="2026-01-09T16:13:58.364" v="1750"/>
          <ac:inkMkLst>
            <pc:docMk/>
            <pc:sldMk cId="1893867996" sldId="284"/>
            <ac:inkMk id="22" creationId="{4E9AB974-7902-262B-DD01-93DCF1662E43}"/>
          </ac:inkMkLst>
        </pc:inkChg>
        <pc:inkChg chg="add mod">
          <ac:chgData name="Rodica Ioana Lung" userId="64ee56e8d7162e1e" providerId="LiveId" clId="{0F6830A5-18AB-4F1B-8BBB-DA235794CEC1}" dt="2026-01-09T16:13:58.364" v="1750"/>
          <ac:inkMkLst>
            <pc:docMk/>
            <pc:sldMk cId="1893867996" sldId="284"/>
            <ac:inkMk id="23" creationId="{6EF12480-C935-EAE0-A510-92CE5F56AAE5}"/>
          </ac:inkMkLst>
        </pc:inkChg>
        <pc:inkChg chg="add mod">
          <ac:chgData name="Rodica Ioana Lung" userId="64ee56e8d7162e1e" providerId="LiveId" clId="{0F6830A5-18AB-4F1B-8BBB-DA235794CEC1}" dt="2026-01-09T16:13:58.364" v="1750"/>
          <ac:inkMkLst>
            <pc:docMk/>
            <pc:sldMk cId="1893867996" sldId="284"/>
            <ac:inkMk id="24" creationId="{D28D0929-7D3D-B164-91C4-8A0825E65C47}"/>
          </ac:inkMkLst>
        </pc:inkChg>
        <pc:inkChg chg="add mod">
          <ac:chgData name="Rodica Ioana Lung" userId="64ee56e8d7162e1e" providerId="LiveId" clId="{0F6830A5-18AB-4F1B-8BBB-DA235794CEC1}" dt="2026-01-09T16:13:58.364" v="1750"/>
          <ac:inkMkLst>
            <pc:docMk/>
            <pc:sldMk cId="1893867996" sldId="284"/>
            <ac:inkMk id="25" creationId="{B6AB07BE-B6D0-3F47-C0EC-98F73FCB7AEB}"/>
          </ac:inkMkLst>
        </pc:inkChg>
        <pc:inkChg chg="add mod">
          <ac:chgData name="Rodica Ioana Lung" userId="64ee56e8d7162e1e" providerId="LiveId" clId="{0F6830A5-18AB-4F1B-8BBB-DA235794CEC1}" dt="2026-01-09T16:20:45.687" v="1824"/>
          <ac:inkMkLst>
            <pc:docMk/>
            <pc:sldMk cId="1893867996" sldId="284"/>
            <ac:inkMk id="27" creationId="{B3948F24-01EB-2455-D282-B5DD5E09290F}"/>
          </ac:inkMkLst>
        </pc:inkChg>
        <pc:inkChg chg="add mod">
          <ac:chgData name="Rodica Ioana Lung" userId="64ee56e8d7162e1e" providerId="LiveId" clId="{0F6830A5-18AB-4F1B-8BBB-DA235794CEC1}" dt="2026-01-09T16:20:45.687" v="1824"/>
          <ac:inkMkLst>
            <pc:docMk/>
            <pc:sldMk cId="1893867996" sldId="284"/>
            <ac:inkMk id="28" creationId="{E1AB3F0D-2BB5-CC0A-8A9D-A11FC74AB8B8}"/>
          </ac:inkMkLst>
        </pc:inkChg>
        <pc:inkChg chg="add mod">
          <ac:chgData name="Rodica Ioana Lung" userId="64ee56e8d7162e1e" providerId="LiveId" clId="{0F6830A5-18AB-4F1B-8BBB-DA235794CEC1}" dt="2026-01-09T16:15:05.031" v="1778"/>
          <ac:inkMkLst>
            <pc:docMk/>
            <pc:sldMk cId="1893867996" sldId="284"/>
            <ac:inkMk id="29" creationId="{D84B97C2-7708-BDEA-D226-017FA20B1975}"/>
          </ac:inkMkLst>
        </pc:inkChg>
        <pc:inkChg chg="add mod">
          <ac:chgData name="Rodica Ioana Lung" userId="64ee56e8d7162e1e" providerId="LiveId" clId="{0F6830A5-18AB-4F1B-8BBB-DA235794CEC1}" dt="2026-01-09T16:14:09.744" v="1755"/>
          <ac:inkMkLst>
            <pc:docMk/>
            <pc:sldMk cId="1893867996" sldId="284"/>
            <ac:inkMk id="30" creationId="{E44195FA-F52F-9864-DD1D-488EAA92C117}"/>
          </ac:inkMkLst>
        </pc:inkChg>
        <pc:inkChg chg="add mod">
          <ac:chgData name="Rodica Ioana Lung" userId="64ee56e8d7162e1e" providerId="LiveId" clId="{0F6830A5-18AB-4F1B-8BBB-DA235794CEC1}" dt="2026-01-09T16:14:45.672" v="1761"/>
          <ac:inkMkLst>
            <pc:docMk/>
            <pc:sldMk cId="1893867996" sldId="284"/>
            <ac:inkMk id="32" creationId="{F231BB73-5741-661D-E9E8-7F0A8BCE932C}"/>
          </ac:inkMkLst>
        </pc:inkChg>
        <pc:inkChg chg="add mod">
          <ac:chgData name="Rodica Ioana Lung" userId="64ee56e8d7162e1e" providerId="LiveId" clId="{0F6830A5-18AB-4F1B-8BBB-DA235794CEC1}" dt="2026-01-09T16:14:45.672" v="1761"/>
          <ac:inkMkLst>
            <pc:docMk/>
            <pc:sldMk cId="1893867996" sldId="284"/>
            <ac:inkMk id="33" creationId="{A5D92203-34A7-E906-1B56-CCACA1DE2EB8}"/>
          </ac:inkMkLst>
        </pc:inkChg>
        <pc:inkChg chg="add mod">
          <ac:chgData name="Rodica Ioana Lung" userId="64ee56e8d7162e1e" providerId="LiveId" clId="{0F6830A5-18AB-4F1B-8BBB-DA235794CEC1}" dt="2026-01-09T16:14:45.672" v="1761"/>
          <ac:inkMkLst>
            <pc:docMk/>
            <pc:sldMk cId="1893867996" sldId="284"/>
            <ac:inkMk id="34" creationId="{A324AF82-875F-EF1B-F200-2C6FE78297AD}"/>
          </ac:inkMkLst>
        </pc:inkChg>
        <pc:inkChg chg="add mod">
          <ac:chgData name="Rodica Ioana Lung" userId="64ee56e8d7162e1e" providerId="LiveId" clId="{0F6830A5-18AB-4F1B-8BBB-DA235794CEC1}" dt="2026-01-09T16:14:45.672" v="1761"/>
          <ac:inkMkLst>
            <pc:docMk/>
            <pc:sldMk cId="1893867996" sldId="284"/>
            <ac:inkMk id="35" creationId="{4A952E74-93A8-313C-298E-CFF46675078C}"/>
          </ac:inkMkLst>
        </pc:inkChg>
        <pc:inkChg chg="add mod">
          <ac:chgData name="Rodica Ioana Lung" userId="64ee56e8d7162e1e" providerId="LiveId" clId="{0F6830A5-18AB-4F1B-8BBB-DA235794CEC1}" dt="2026-01-09T16:14:45.672" v="1761"/>
          <ac:inkMkLst>
            <pc:docMk/>
            <pc:sldMk cId="1893867996" sldId="284"/>
            <ac:inkMk id="36" creationId="{B7F9B79D-9387-CEB8-1C22-CB5FC14B1E91}"/>
          </ac:inkMkLst>
        </pc:inkChg>
        <pc:inkChg chg="add mod">
          <ac:chgData name="Rodica Ioana Lung" userId="64ee56e8d7162e1e" providerId="LiveId" clId="{0F6830A5-18AB-4F1B-8BBB-DA235794CEC1}" dt="2026-01-09T16:14:50.776" v="1765"/>
          <ac:inkMkLst>
            <pc:docMk/>
            <pc:sldMk cId="1893867996" sldId="284"/>
            <ac:inkMk id="38" creationId="{6B3FA37F-A6F5-C470-7F7D-533B6BA2E310}"/>
          </ac:inkMkLst>
        </pc:inkChg>
        <pc:inkChg chg="add mod">
          <ac:chgData name="Rodica Ioana Lung" userId="64ee56e8d7162e1e" providerId="LiveId" clId="{0F6830A5-18AB-4F1B-8BBB-DA235794CEC1}" dt="2026-01-09T16:14:50.776" v="1765"/>
          <ac:inkMkLst>
            <pc:docMk/>
            <pc:sldMk cId="1893867996" sldId="284"/>
            <ac:inkMk id="39" creationId="{B139713E-9A96-34BC-C612-42A33D330AB0}"/>
          </ac:inkMkLst>
        </pc:inkChg>
        <pc:inkChg chg="add mod">
          <ac:chgData name="Rodica Ioana Lung" userId="64ee56e8d7162e1e" providerId="LiveId" clId="{0F6830A5-18AB-4F1B-8BBB-DA235794CEC1}" dt="2026-01-09T16:14:50.776" v="1765"/>
          <ac:inkMkLst>
            <pc:docMk/>
            <pc:sldMk cId="1893867996" sldId="284"/>
            <ac:inkMk id="40" creationId="{32269E10-D3F5-C4DB-3BCE-3731C6D5FB1A}"/>
          </ac:inkMkLst>
        </pc:inkChg>
        <pc:inkChg chg="add mod">
          <ac:chgData name="Rodica Ioana Lung" userId="64ee56e8d7162e1e" providerId="LiveId" clId="{0F6830A5-18AB-4F1B-8BBB-DA235794CEC1}" dt="2026-01-09T16:14:57.727" v="1772"/>
          <ac:inkMkLst>
            <pc:docMk/>
            <pc:sldMk cId="1893867996" sldId="284"/>
            <ac:inkMk id="42" creationId="{7C72B0D9-A89B-6783-05E4-5EF68086C7E8}"/>
          </ac:inkMkLst>
        </pc:inkChg>
        <pc:inkChg chg="add mod">
          <ac:chgData name="Rodica Ioana Lung" userId="64ee56e8d7162e1e" providerId="LiveId" clId="{0F6830A5-18AB-4F1B-8BBB-DA235794CEC1}" dt="2026-01-09T16:14:57.727" v="1772"/>
          <ac:inkMkLst>
            <pc:docMk/>
            <pc:sldMk cId="1893867996" sldId="284"/>
            <ac:inkMk id="43" creationId="{2B4F98B5-E11C-0EF3-FD03-C96DC10FB954}"/>
          </ac:inkMkLst>
        </pc:inkChg>
        <pc:inkChg chg="add mod">
          <ac:chgData name="Rodica Ioana Lung" userId="64ee56e8d7162e1e" providerId="LiveId" clId="{0F6830A5-18AB-4F1B-8BBB-DA235794CEC1}" dt="2026-01-09T16:20:45.687" v="1824"/>
          <ac:inkMkLst>
            <pc:docMk/>
            <pc:sldMk cId="1893867996" sldId="284"/>
            <ac:inkMk id="45" creationId="{089BA6AA-3F18-BEBB-1CA3-E774BF22AA15}"/>
          </ac:inkMkLst>
        </pc:inkChg>
        <pc:inkChg chg="add mod">
          <ac:chgData name="Rodica Ioana Lung" userId="64ee56e8d7162e1e" providerId="LiveId" clId="{0F6830A5-18AB-4F1B-8BBB-DA235794CEC1}" dt="2026-01-09T16:14:57.727" v="1772"/>
          <ac:inkMkLst>
            <pc:docMk/>
            <pc:sldMk cId="1893867996" sldId="284"/>
            <ac:inkMk id="46" creationId="{252C4142-47B0-43A1-5876-7D865622D386}"/>
          </ac:inkMkLst>
        </pc:inkChg>
        <pc:inkChg chg="add mod">
          <ac:chgData name="Rodica Ioana Lung" userId="64ee56e8d7162e1e" providerId="LiveId" clId="{0F6830A5-18AB-4F1B-8BBB-DA235794CEC1}" dt="2026-01-09T16:14:57.727" v="1772"/>
          <ac:inkMkLst>
            <pc:docMk/>
            <pc:sldMk cId="1893867996" sldId="284"/>
            <ac:inkMk id="47" creationId="{3E2245A7-70FF-E218-6064-1416DC4BDAA4}"/>
          </ac:inkMkLst>
        </pc:inkChg>
        <pc:inkChg chg="add mod">
          <ac:chgData name="Rodica Ioana Lung" userId="64ee56e8d7162e1e" providerId="LiveId" clId="{0F6830A5-18AB-4F1B-8BBB-DA235794CEC1}" dt="2026-01-09T16:15:05.031" v="1778"/>
          <ac:inkMkLst>
            <pc:docMk/>
            <pc:sldMk cId="1893867996" sldId="284"/>
            <ac:inkMk id="50" creationId="{57E2D15D-564C-9C07-F070-6B45824C3FE3}"/>
          </ac:inkMkLst>
        </pc:inkChg>
        <pc:inkChg chg="add mod">
          <ac:chgData name="Rodica Ioana Lung" userId="64ee56e8d7162e1e" providerId="LiveId" clId="{0F6830A5-18AB-4F1B-8BBB-DA235794CEC1}" dt="2026-01-09T16:15:05.031" v="1778"/>
          <ac:inkMkLst>
            <pc:docMk/>
            <pc:sldMk cId="1893867996" sldId="284"/>
            <ac:inkMk id="51" creationId="{44BBA7EE-DEA1-E3C9-9AFE-439420220D13}"/>
          </ac:inkMkLst>
        </pc:inkChg>
        <pc:inkChg chg="add mod">
          <ac:chgData name="Rodica Ioana Lung" userId="64ee56e8d7162e1e" providerId="LiveId" clId="{0F6830A5-18AB-4F1B-8BBB-DA235794CEC1}" dt="2026-01-09T16:20:45.687" v="1824"/>
          <ac:inkMkLst>
            <pc:docMk/>
            <pc:sldMk cId="1893867996" sldId="284"/>
            <ac:inkMk id="52" creationId="{E824C62E-E06E-E406-A9C1-4AEEA9AEC260}"/>
          </ac:inkMkLst>
        </pc:inkChg>
        <pc:inkChg chg="add mod">
          <ac:chgData name="Rodica Ioana Lung" userId="64ee56e8d7162e1e" providerId="LiveId" clId="{0F6830A5-18AB-4F1B-8BBB-DA235794CEC1}" dt="2026-01-09T16:15:05.031" v="1778"/>
          <ac:inkMkLst>
            <pc:docMk/>
            <pc:sldMk cId="1893867996" sldId="284"/>
            <ac:inkMk id="53" creationId="{40353E35-6850-90EC-8E29-ACF8725A449B}"/>
          </ac:inkMkLst>
        </pc:inkChg>
        <pc:inkChg chg="add mod">
          <ac:chgData name="Rodica Ioana Lung" userId="64ee56e8d7162e1e" providerId="LiveId" clId="{0F6830A5-18AB-4F1B-8BBB-DA235794CEC1}" dt="2026-01-09T16:15:08.492" v="1783"/>
          <ac:inkMkLst>
            <pc:docMk/>
            <pc:sldMk cId="1893867996" sldId="284"/>
            <ac:inkMk id="54" creationId="{BA7D5264-359B-6733-54FB-143CC104CE0C}"/>
          </ac:inkMkLst>
        </pc:inkChg>
        <pc:inkChg chg="add mod">
          <ac:chgData name="Rodica Ioana Lung" userId="64ee56e8d7162e1e" providerId="LiveId" clId="{0F6830A5-18AB-4F1B-8BBB-DA235794CEC1}" dt="2026-01-09T16:15:08.492" v="1783"/>
          <ac:inkMkLst>
            <pc:docMk/>
            <pc:sldMk cId="1893867996" sldId="284"/>
            <ac:inkMk id="56" creationId="{84A13F64-AC7E-1F20-AFD0-688F073B1C8A}"/>
          </ac:inkMkLst>
        </pc:inkChg>
        <pc:inkChg chg="add">
          <ac:chgData name="Rodica Ioana Lung" userId="64ee56e8d7162e1e" providerId="LiveId" clId="{0F6830A5-18AB-4F1B-8BBB-DA235794CEC1}" dt="2026-01-09T16:15:06.698" v="1780" actId="9405"/>
          <ac:inkMkLst>
            <pc:docMk/>
            <pc:sldMk cId="1893867996" sldId="284"/>
            <ac:inkMk id="57" creationId="{72218A47-DC8F-4DA5-C79C-08797E6B2241}"/>
          </ac:inkMkLst>
        </pc:inkChg>
        <pc:inkChg chg="add">
          <ac:chgData name="Rodica Ioana Lung" userId="64ee56e8d7162e1e" providerId="LiveId" clId="{0F6830A5-18AB-4F1B-8BBB-DA235794CEC1}" dt="2026-01-09T16:15:07.275" v="1781" actId="9405"/>
          <ac:inkMkLst>
            <pc:docMk/>
            <pc:sldMk cId="1893867996" sldId="284"/>
            <ac:inkMk id="58" creationId="{80852815-82C9-F9F1-4DFC-3F40A042DF8C}"/>
          </ac:inkMkLst>
        </pc:inkChg>
        <pc:inkChg chg="add mod">
          <ac:chgData name="Rodica Ioana Lung" userId="64ee56e8d7162e1e" providerId="LiveId" clId="{0F6830A5-18AB-4F1B-8BBB-DA235794CEC1}" dt="2026-01-09T16:15:08.492" v="1783"/>
          <ac:inkMkLst>
            <pc:docMk/>
            <pc:sldMk cId="1893867996" sldId="284"/>
            <ac:inkMk id="59" creationId="{2B096533-4678-1F96-8A0E-2A6497D11B47}"/>
          </ac:inkMkLst>
        </pc:inkChg>
        <pc:inkChg chg="add">
          <ac:chgData name="Rodica Ioana Lung" userId="64ee56e8d7162e1e" providerId="LiveId" clId="{0F6830A5-18AB-4F1B-8BBB-DA235794CEC1}" dt="2026-01-09T16:15:11.175" v="1784" actId="9405"/>
          <ac:inkMkLst>
            <pc:docMk/>
            <pc:sldMk cId="1893867996" sldId="284"/>
            <ac:inkMk id="61" creationId="{F8798E6C-2730-86D2-F65C-F4CF9ABE82C9}"/>
          </ac:inkMkLst>
        </pc:inkChg>
        <pc:inkChg chg="add">
          <ac:chgData name="Rodica Ioana Lung" userId="64ee56e8d7162e1e" providerId="LiveId" clId="{0F6830A5-18AB-4F1B-8BBB-DA235794CEC1}" dt="2026-01-09T16:15:14.942" v="1785" actId="9405"/>
          <ac:inkMkLst>
            <pc:docMk/>
            <pc:sldMk cId="1893867996" sldId="284"/>
            <ac:inkMk id="62" creationId="{76A4A866-EBF4-E9A5-0638-399247B7BCD1}"/>
          </ac:inkMkLst>
        </pc:inkChg>
        <pc:inkChg chg="add">
          <ac:chgData name="Rodica Ioana Lung" userId="64ee56e8d7162e1e" providerId="LiveId" clId="{0F6830A5-18AB-4F1B-8BBB-DA235794CEC1}" dt="2026-01-09T16:15:17.165" v="1786" actId="9405"/>
          <ac:inkMkLst>
            <pc:docMk/>
            <pc:sldMk cId="1893867996" sldId="284"/>
            <ac:inkMk id="63" creationId="{3171FFFE-4C5D-A83F-DF47-DB7C03A17E37}"/>
          </ac:inkMkLst>
        </pc:inkChg>
        <pc:inkChg chg="add mod">
          <ac:chgData name="Rodica Ioana Lung" userId="64ee56e8d7162e1e" providerId="LiveId" clId="{0F6830A5-18AB-4F1B-8BBB-DA235794CEC1}" dt="2026-01-09T16:15:26.687" v="1790"/>
          <ac:inkMkLst>
            <pc:docMk/>
            <pc:sldMk cId="1893867996" sldId="284"/>
            <ac:inkMk id="64" creationId="{AD6A1398-9A9E-8B11-920A-36F6E4C55D66}"/>
          </ac:inkMkLst>
        </pc:inkChg>
        <pc:inkChg chg="add mod">
          <ac:chgData name="Rodica Ioana Lung" userId="64ee56e8d7162e1e" providerId="LiveId" clId="{0F6830A5-18AB-4F1B-8BBB-DA235794CEC1}" dt="2026-01-09T16:15:26.687" v="1790"/>
          <ac:inkMkLst>
            <pc:docMk/>
            <pc:sldMk cId="1893867996" sldId="284"/>
            <ac:inkMk id="65" creationId="{2B48957B-FD30-A8F3-94D9-65CD0F9D6EDA}"/>
          </ac:inkMkLst>
        </pc:inkChg>
        <pc:inkChg chg="add mod">
          <ac:chgData name="Rodica Ioana Lung" userId="64ee56e8d7162e1e" providerId="LiveId" clId="{0F6830A5-18AB-4F1B-8BBB-DA235794CEC1}" dt="2026-01-09T16:15:26.687" v="1790"/>
          <ac:inkMkLst>
            <pc:docMk/>
            <pc:sldMk cId="1893867996" sldId="284"/>
            <ac:inkMk id="66" creationId="{B19831FA-BE41-E6F7-D8D5-A07E3F215BF7}"/>
          </ac:inkMkLst>
        </pc:inkChg>
        <pc:inkChg chg="add">
          <ac:chgData name="Rodica Ioana Lung" userId="64ee56e8d7162e1e" providerId="LiveId" clId="{0F6830A5-18AB-4F1B-8BBB-DA235794CEC1}" dt="2026-01-09T16:17:17.635" v="1801" actId="9405"/>
          <ac:inkMkLst>
            <pc:docMk/>
            <pc:sldMk cId="1893867996" sldId="284"/>
            <ac:inkMk id="68" creationId="{8787C0F6-05D0-80BF-1AE7-3E4E46147A12}"/>
          </ac:inkMkLst>
        </pc:inkChg>
        <pc:inkChg chg="add mod">
          <ac:chgData name="Rodica Ioana Lung" userId="64ee56e8d7162e1e" providerId="LiveId" clId="{0F6830A5-18AB-4F1B-8BBB-DA235794CEC1}" dt="2026-01-09T16:17:19.089" v="1804"/>
          <ac:inkMkLst>
            <pc:docMk/>
            <pc:sldMk cId="1893867996" sldId="284"/>
            <ac:inkMk id="69" creationId="{98682DB0-B33B-E450-33F9-75B7B12A62F7}"/>
          </ac:inkMkLst>
        </pc:inkChg>
        <pc:inkChg chg="add mod">
          <ac:chgData name="Rodica Ioana Lung" userId="64ee56e8d7162e1e" providerId="LiveId" clId="{0F6830A5-18AB-4F1B-8BBB-DA235794CEC1}" dt="2026-01-09T16:17:19.089" v="1804"/>
          <ac:inkMkLst>
            <pc:docMk/>
            <pc:sldMk cId="1893867996" sldId="284"/>
            <ac:inkMk id="70" creationId="{F6018BD6-728C-6CDF-9E00-436C80BAC2A4}"/>
          </ac:inkMkLst>
        </pc:inkChg>
        <pc:inkChg chg="add">
          <ac:chgData name="Rodica Ioana Lung" userId="64ee56e8d7162e1e" providerId="LiveId" clId="{0F6830A5-18AB-4F1B-8BBB-DA235794CEC1}" dt="2026-01-09T16:17:22.670" v="1805" actId="9405"/>
          <ac:inkMkLst>
            <pc:docMk/>
            <pc:sldMk cId="1893867996" sldId="284"/>
            <ac:inkMk id="72" creationId="{58BB25D7-23D1-2292-EB5C-5CA832C28A7B}"/>
          </ac:inkMkLst>
        </pc:inkChg>
        <pc:inkChg chg="add">
          <ac:chgData name="Rodica Ioana Lung" userId="64ee56e8d7162e1e" providerId="LiveId" clId="{0F6830A5-18AB-4F1B-8BBB-DA235794CEC1}" dt="2026-01-09T16:17:33.158" v="1806" actId="9405"/>
          <ac:inkMkLst>
            <pc:docMk/>
            <pc:sldMk cId="1893867996" sldId="284"/>
            <ac:inkMk id="73" creationId="{DF15CB98-0F56-39DB-D139-2B245A8895D1}"/>
          </ac:inkMkLst>
        </pc:inkChg>
        <pc:inkChg chg="add mod">
          <ac:chgData name="Rodica Ioana Lung" userId="64ee56e8d7162e1e" providerId="LiveId" clId="{0F6830A5-18AB-4F1B-8BBB-DA235794CEC1}" dt="2026-01-09T16:17:47.668" v="1811"/>
          <ac:inkMkLst>
            <pc:docMk/>
            <pc:sldMk cId="1893867996" sldId="284"/>
            <ac:inkMk id="74" creationId="{4E9C513B-7D8D-1FB8-D429-D9ABFDA12556}"/>
          </ac:inkMkLst>
        </pc:inkChg>
        <pc:inkChg chg="add mod">
          <ac:chgData name="Rodica Ioana Lung" userId="64ee56e8d7162e1e" providerId="LiveId" clId="{0F6830A5-18AB-4F1B-8BBB-DA235794CEC1}" dt="2026-01-09T16:17:47.668" v="1811"/>
          <ac:inkMkLst>
            <pc:docMk/>
            <pc:sldMk cId="1893867996" sldId="284"/>
            <ac:inkMk id="75" creationId="{0861E98B-25E7-6CA3-4CFC-1E15FD4FA176}"/>
          </ac:inkMkLst>
        </pc:inkChg>
        <pc:inkChg chg="add mod">
          <ac:chgData name="Rodica Ioana Lung" userId="64ee56e8d7162e1e" providerId="LiveId" clId="{0F6830A5-18AB-4F1B-8BBB-DA235794CEC1}" dt="2026-01-09T16:17:47.668" v="1811"/>
          <ac:inkMkLst>
            <pc:docMk/>
            <pc:sldMk cId="1893867996" sldId="284"/>
            <ac:inkMk id="76" creationId="{9F7002FD-38C9-43B9-C54F-6B2655D2D147}"/>
          </ac:inkMkLst>
        </pc:inkChg>
        <pc:inkChg chg="add mod">
          <ac:chgData name="Rodica Ioana Lung" userId="64ee56e8d7162e1e" providerId="LiveId" clId="{0F6830A5-18AB-4F1B-8BBB-DA235794CEC1}" dt="2026-01-09T16:17:47.668" v="1811"/>
          <ac:inkMkLst>
            <pc:docMk/>
            <pc:sldMk cId="1893867996" sldId="284"/>
            <ac:inkMk id="77" creationId="{480B0724-00F2-D077-0152-8FE7E0380CEC}"/>
          </ac:inkMkLst>
        </pc:inkChg>
        <pc:inkChg chg="add mod">
          <ac:chgData name="Rodica Ioana Lung" userId="64ee56e8d7162e1e" providerId="LiveId" clId="{0F6830A5-18AB-4F1B-8BBB-DA235794CEC1}" dt="2026-01-09T16:20:40.456" v="1820"/>
          <ac:inkMkLst>
            <pc:docMk/>
            <pc:sldMk cId="1893867996" sldId="284"/>
            <ac:inkMk id="79" creationId="{C2363EBD-B141-C003-9F06-D3E1172B204E}"/>
          </ac:inkMkLst>
        </pc:inkChg>
        <pc:inkChg chg="add mod">
          <ac:chgData name="Rodica Ioana Lung" userId="64ee56e8d7162e1e" providerId="LiveId" clId="{0F6830A5-18AB-4F1B-8BBB-DA235794CEC1}" dt="2026-01-09T16:20:40.456" v="1820"/>
          <ac:inkMkLst>
            <pc:docMk/>
            <pc:sldMk cId="1893867996" sldId="284"/>
            <ac:inkMk id="80" creationId="{5AAD83FB-E038-6512-1402-403D4E64B260}"/>
          </ac:inkMkLst>
        </pc:inkChg>
        <pc:inkChg chg="add">
          <ac:chgData name="Rodica Ioana Lung" userId="64ee56e8d7162e1e" providerId="LiveId" clId="{0F6830A5-18AB-4F1B-8BBB-DA235794CEC1}" dt="2026-01-09T16:20:42.613" v="1821" actId="9405"/>
          <ac:inkMkLst>
            <pc:docMk/>
            <pc:sldMk cId="1893867996" sldId="284"/>
            <ac:inkMk id="82" creationId="{A951746B-7686-2071-E5A3-D205E8968A9D}"/>
          </ac:inkMkLst>
        </pc:inkChg>
        <pc:inkChg chg="add">
          <ac:chgData name="Rodica Ioana Lung" userId="64ee56e8d7162e1e" providerId="LiveId" clId="{0F6830A5-18AB-4F1B-8BBB-DA235794CEC1}" dt="2026-01-09T16:20:43.861" v="1822" actId="9405"/>
          <ac:inkMkLst>
            <pc:docMk/>
            <pc:sldMk cId="1893867996" sldId="284"/>
            <ac:inkMk id="83" creationId="{75ABAB0F-8473-3D7E-327B-822D6C476A9E}"/>
          </ac:inkMkLst>
        </pc:inkChg>
        <pc:inkChg chg="add">
          <ac:chgData name="Rodica Ioana Lung" userId="64ee56e8d7162e1e" providerId="LiveId" clId="{0F6830A5-18AB-4F1B-8BBB-DA235794CEC1}" dt="2026-01-09T16:20:44.622" v="1823" actId="9405"/>
          <ac:inkMkLst>
            <pc:docMk/>
            <pc:sldMk cId="1893867996" sldId="284"/>
            <ac:inkMk id="84" creationId="{736750A2-2B6B-85FD-75E6-380270D6B80C}"/>
          </ac:inkMkLst>
        </pc:inkChg>
      </pc:sldChg>
      <pc:sldChg chg="addSp delSp mod">
        <pc:chgData name="Rodica Ioana Lung" userId="64ee56e8d7162e1e" providerId="LiveId" clId="{0F6830A5-18AB-4F1B-8BBB-DA235794CEC1}" dt="2026-01-09T16:22:00.340" v="1830" actId="9405"/>
        <pc:sldMkLst>
          <pc:docMk/>
          <pc:sldMk cId="898009227" sldId="285"/>
        </pc:sldMkLst>
        <pc:inkChg chg="add">
          <ac:chgData name="Rodica Ioana Lung" userId="64ee56e8d7162e1e" providerId="LiveId" clId="{0F6830A5-18AB-4F1B-8BBB-DA235794CEC1}" dt="2026-01-09T16:21:41.012" v="1825" actId="9405"/>
          <ac:inkMkLst>
            <pc:docMk/>
            <pc:sldMk cId="898009227" sldId="285"/>
            <ac:inkMk id="4" creationId="{964E8059-5968-08B6-E82F-D3BCE56410C1}"/>
          </ac:inkMkLst>
        </pc:inkChg>
        <pc:inkChg chg="add">
          <ac:chgData name="Rodica Ioana Lung" userId="64ee56e8d7162e1e" providerId="LiveId" clId="{0F6830A5-18AB-4F1B-8BBB-DA235794CEC1}" dt="2026-01-09T16:21:42.659" v="1826" actId="9405"/>
          <ac:inkMkLst>
            <pc:docMk/>
            <pc:sldMk cId="898009227" sldId="285"/>
            <ac:inkMk id="5" creationId="{2F2D8935-F79F-3B66-7706-CF67F77BA6A3}"/>
          </ac:inkMkLst>
        </pc:inkChg>
        <pc:inkChg chg="add">
          <ac:chgData name="Rodica Ioana Lung" userId="64ee56e8d7162e1e" providerId="LiveId" clId="{0F6830A5-18AB-4F1B-8BBB-DA235794CEC1}" dt="2026-01-09T16:21:47.032" v="1827" actId="9405"/>
          <ac:inkMkLst>
            <pc:docMk/>
            <pc:sldMk cId="898009227" sldId="285"/>
            <ac:inkMk id="7" creationId="{14D6F863-A9C2-F01E-15F6-9F7845A55067}"/>
          </ac:inkMkLst>
        </pc:inkChg>
        <pc:inkChg chg="add del">
          <ac:chgData name="Rodica Ioana Lung" userId="64ee56e8d7162e1e" providerId="LiveId" clId="{0F6830A5-18AB-4F1B-8BBB-DA235794CEC1}" dt="2026-01-09T16:21:58.600" v="1829"/>
          <ac:inkMkLst>
            <pc:docMk/>
            <pc:sldMk cId="898009227" sldId="285"/>
            <ac:inkMk id="8" creationId="{F0A98683-0862-7376-94A7-AA5787586C70}"/>
          </ac:inkMkLst>
        </pc:inkChg>
        <pc:inkChg chg="add">
          <ac:chgData name="Rodica Ioana Lung" userId="64ee56e8d7162e1e" providerId="LiveId" clId="{0F6830A5-18AB-4F1B-8BBB-DA235794CEC1}" dt="2026-01-09T16:22:00.340" v="1830" actId="9405"/>
          <ac:inkMkLst>
            <pc:docMk/>
            <pc:sldMk cId="898009227" sldId="285"/>
            <ac:inkMk id="9" creationId="{2BCDD827-AF3A-6862-B244-5585958B1D64}"/>
          </ac:inkMkLst>
        </pc:inkChg>
      </pc:sldChg>
      <pc:sldChg chg="addSp delSp modSp mod">
        <pc:chgData name="Rodica Ioana Lung" userId="64ee56e8d7162e1e" providerId="LiveId" clId="{0F6830A5-18AB-4F1B-8BBB-DA235794CEC1}" dt="2026-01-09T15:47:38.539" v="1333"/>
        <pc:sldMkLst>
          <pc:docMk/>
          <pc:sldMk cId="498150424" sldId="286"/>
        </pc:sldMkLst>
        <pc:grpChg chg="del mod">
          <ac:chgData name="Rodica Ioana Lung" userId="64ee56e8d7162e1e" providerId="LiveId" clId="{0F6830A5-18AB-4F1B-8BBB-DA235794CEC1}" dt="2026-01-09T15:46:41.869" v="1302"/>
          <ac:grpSpMkLst>
            <pc:docMk/>
            <pc:sldMk cId="498150424" sldId="286"/>
            <ac:grpSpMk id="7" creationId="{0FB73432-6018-520D-2145-4C243FFA4374}"/>
          </ac:grpSpMkLst>
        </pc:grpChg>
        <pc:grpChg chg="mod">
          <ac:chgData name="Rodica Ioana Lung" userId="64ee56e8d7162e1e" providerId="LiveId" clId="{0F6830A5-18AB-4F1B-8BBB-DA235794CEC1}" dt="2026-01-09T15:43:50.647" v="1215"/>
          <ac:grpSpMkLst>
            <pc:docMk/>
            <pc:sldMk cId="498150424" sldId="286"/>
            <ac:grpSpMk id="10" creationId="{8BCC15D8-EA69-19DF-DECE-9FBA7611625F}"/>
          </ac:grpSpMkLst>
        </pc:grpChg>
        <pc:grpChg chg="mod">
          <ac:chgData name="Rodica Ioana Lung" userId="64ee56e8d7162e1e" providerId="LiveId" clId="{0F6830A5-18AB-4F1B-8BBB-DA235794CEC1}" dt="2026-01-09T15:45:04.505" v="1253"/>
          <ac:grpSpMkLst>
            <pc:docMk/>
            <pc:sldMk cId="498150424" sldId="286"/>
            <ac:grpSpMk id="13" creationId="{C3F93430-BDF7-ED27-B1E0-8595CF25C18C}"/>
          </ac:grpSpMkLst>
        </pc:grpChg>
        <pc:grpChg chg="mod">
          <ac:chgData name="Rodica Ioana Lung" userId="64ee56e8d7162e1e" providerId="LiveId" clId="{0F6830A5-18AB-4F1B-8BBB-DA235794CEC1}" dt="2026-01-09T15:45:13.838" v="1258"/>
          <ac:grpSpMkLst>
            <pc:docMk/>
            <pc:sldMk cId="498150424" sldId="286"/>
            <ac:grpSpMk id="18" creationId="{C4C5C4BB-0B6B-933D-6164-D3962F5E256C}"/>
          </ac:grpSpMkLst>
        </pc:grpChg>
        <pc:grpChg chg="mod">
          <ac:chgData name="Rodica Ioana Lung" userId="64ee56e8d7162e1e" providerId="LiveId" clId="{0F6830A5-18AB-4F1B-8BBB-DA235794CEC1}" dt="2026-01-09T15:45:24.885" v="1262"/>
          <ac:grpSpMkLst>
            <pc:docMk/>
            <pc:sldMk cId="498150424" sldId="286"/>
            <ac:grpSpMk id="22" creationId="{19A982A7-6E7E-470E-95A2-D132C2112777}"/>
          </ac:grpSpMkLst>
        </pc:grpChg>
        <pc:grpChg chg="mod">
          <ac:chgData name="Rodica Ioana Lung" userId="64ee56e8d7162e1e" providerId="LiveId" clId="{0F6830A5-18AB-4F1B-8BBB-DA235794CEC1}" dt="2026-01-09T15:46:03.787" v="1268"/>
          <ac:grpSpMkLst>
            <pc:docMk/>
            <pc:sldMk cId="498150424" sldId="286"/>
            <ac:grpSpMk id="28" creationId="{0FC7239C-ECF6-54C3-BCB6-3C528D0201FC}"/>
          </ac:grpSpMkLst>
        </pc:grpChg>
        <pc:grpChg chg="del mod">
          <ac:chgData name="Rodica Ioana Lung" userId="64ee56e8d7162e1e" providerId="LiveId" clId="{0F6830A5-18AB-4F1B-8BBB-DA235794CEC1}" dt="2026-01-09T15:46:13.782" v="1277"/>
          <ac:grpSpMkLst>
            <pc:docMk/>
            <pc:sldMk cId="498150424" sldId="286"/>
            <ac:grpSpMk id="32" creationId="{E916E871-3E8D-1E03-C749-02A7AE603904}"/>
          </ac:grpSpMkLst>
        </pc:grpChg>
        <pc:grpChg chg="mod">
          <ac:chgData name="Rodica Ioana Lung" userId="64ee56e8d7162e1e" providerId="LiveId" clId="{0F6830A5-18AB-4F1B-8BBB-DA235794CEC1}" dt="2026-01-09T15:46:13.782" v="1277"/>
          <ac:grpSpMkLst>
            <pc:docMk/>
            <pc:sldMk cId="498150424" sldId="286"/>
            <ac:grpSpMk id="37" creationId="{AFF6210B-F0A8-B607-C01D-CB905A393EC5}"/>
          </ac:grpSpMkLst>
        </pc:grpChg>
        <pc:grpChg chg="mod">
          <ac:chgData name="Rodica Ioana Lung" userId="64ee56e8d7162e1e" providerId="LiveId" clId="{0F6830A5-18AB-4F1B-8BBB-DA235794CEC1}" dt="2026-01-09T15:46:13.782" v="1277"/>
          <ac:grpSpMkLst>
            <pc:docMk/>
            <pc:sldMk cId="498150424" sldId="286"/>
            <ac:grpSpMk id="38" creationId="{7204112B-06B5-FDEA-467C-D55E0DAA6E87}"/>
          </ac:grpSpMkLst>
        </pc:grpChg>
        <pc:grpChg chg="del mod">
          <ac:chgData name="Rodica Ioana Lung" userId="64ee56e8d7162e1e" providerId="LiveId" clId="{0F6830A5-18AB-4F1B-8BBB-DA235794CEC1}" dt="2026-01-09T15:46:22.452" v="1296"/>
          <ac:grpSpMkLst>
            <pc:docMk/>
            <pc:sldMk cId="498150424" sldId="286"/>
            <ac:grpSpMk id="57" creationId="{743FB9F7-03B6-1237-8353-F80DC839BBC9}"/>
          </ac:grpSpMkLst>
        </pc:grpChg>
        <pc:grpChg chg="del mod">
          <ac:chgData name="Rodica Ioana Lung" userId="64ee56e8d7162e1e" providerId="LiveId" clId="{0F6830A5-18AB-4F1B-8BBB-DA235794CEC1}" dt="2026-01-09T15:46:43.820" v="1304"/>
          <ac:grpSpMkLst>
            <pc:docMk/>
            <pc:sldMk cId="498150424" sldId="286"/>
            <ac:grpSpMk id="58" creationId="{5FBA8F28-3956-45F2-5E8B-DB9D6199AC53}"/>
          </ac:grpSpMkLst>
        </pc:grpChg>
        <pc:grpChg chg="del mod">
          <ac:chgData name="Rodica Ioana Lung" userId="64ee56e8d7162e1e" providerId="LiveId" clId="{0F6830A5-18AB-4F1B-8BBB-DA235794CEC1}" dt="2026-01-09T15:46:43.820" v="1304"/>
          <ac:grpSpMkLst>
            <pc:docMk/>
            <pc:sldMk cId="498150424" sldId="286"/>
            <ac:grpSpMk id="64" creationId="{43461EDE-6BA9-D539-D8EE-B1574EC2F2DC}"/>
          </ac:grpSpMkLst>
        </pc:grpChg>
        <pc:grpChg chg="mod">
          <ac:chgData name="Rodica Ioana Lung" userId="64ee56e8d7162e1e" providerId="LiveId" clId="{0F6830A5-18AB-4F1B-8BBB-DA235794CEC1}" dt="2026-01-09T15:46:43.820" v="1304"/>
          <ac:grpSpMkLst>
            <pc:docMk/>
            <pc:sldMk cId="498150424" sldId="286"/>
            <ac:grpSpMk id="66" creationId="{C3D759F6-CD6C-3505-4BFD-EEE8D6684182}"/>
          </ac:grpSpMkLst>
        </pc:grpChg>
        <pc:grpChg chg="mod">
          <ac:chgData name="Rodica Ioana Lung" userId="64ee56e8d7162e1e" providerId="LiveId" clId="{0F6830A5-18AB-4F1B-8BBB-DA235794CEC1}" dt="2026-01-09T15:47:09.946" v="1311"/>
          <ac:grpSpMkLst>
            <pc:docMk/>
            <pc:sldMk cId="498150424" sldId="286"/>
            <ac:grpSpMk id="73" creationId="{84487038-C0D5-F1AA-33DB-04F0BF211C50}"/>
          </ac:grpSpMkLst>
        </pc:grpChg>
        <pc:grpChg chg="mod">
          <ac:chgData name="Rodica Ioana Lung" userId="64ee56e8d7162e1e" providerId="LiveId" clId="{0F6830A5-18AB-4F1B-8BBB-DA235794CEC1}" dt="2026-01-09T15:47:14.610" v="1314"/>
          <ac:grpSpMkLst>
            <pc:docMk/>
            <pc:sldMk cId="498150424" sldId="286"/>
            <ac:grpSpMk id="76" creationId="{5180965C-9FE7-1ECB-13DB-96B9E4B399F9}"/>
          </ac:grpSpMkLst>
        </pc:grpChg>
        <pc:grpChg chg="del mod">
          <ac:chgData name="Rodica Ioana Lung" userId="64ee56e8d7162e1e" providerId="LiveId" clId="{0F6830A5-18AB-4F1B-8BBB-DA235794CEC1}" dt="2026-01-09T15:47:30.931" v="1326"/>
          <ac:grpSpMkLst>
            <pc:docMk/>
            <pc:sldMk cId="498150424" sldId="286"/>
            <ac:grpSpMk id="85" creationId="{7D9267AB-704D-8A1B-42E6-7475D45B571E}"/>
          </ac:grpSpMkLst>
        </pc:grpChg>
        <pc:grpChg chg="del mod">
          <ac:chgData name="Rodica Ioana Lung" userId="64ee56e8d7162e1e" providerId="LiveId" clId="{0F6830A5-18AB-4F1B-8BBB-DA235794CEC1}" dt="2026-01-09T15:47:32.686" v="1330"/>
          <ac:grpSpMkLst>
            <pc:docMk/>
            <pc:sldMk cId="498150424" sldId="286"/>
            <ac:grpSpMk id="88" creationId="{555DAE04-66D7-ED38-8F8E-DC024FE9FAB6}"/>
          </ac:grpSpMkLst>
        </pc:grpChg>
        <pc:grpChg chg="mod">
          <ac:chgData name="Rodica Ioana Lung" userId="64ee56e8d7162e1e" providerId="LiveId" clId="{0F6830A5-18AB-4F1B-8BBB-DA235794CEC1}" dt="2026-01-09T15:47:32.686" v="1330"/>
          <ac:grpSpMkLst>
            <pc:docMk/>
            <pc:sldMk cId="498150424" sldId="286"/>
            <ac:grpSpMk id="92" creationId="{002FD62A-1CDA-5FAF-3E0B-686930296E3C}"/>
          </ac:grpSpMkLst>
        </pc:grpChg>
        <pc:grpChg chg="mod">
          <ac:chgData name="Rodica Ioana Lung" userId="64ee56e8d7162e1e" providerId="LiveId" clId="{0F6830A5-18AB-4F1B-8BBB-DA235794CEC1}" dt="2026-01-09T15:47:38.539" v="1333"/>
          <ac:grpSpMkLst>
            <pc:docMk/>
            <pc:sldMk cId="498150424" sldId="286"/>
            <ac:grpSpMk id="95" creationId="{F90FF125-FE21-60AE-3C42-9D39CB41C246}"/>
          </ac:grpSpMkLst>
        </pc:grpChg>
        <pc:inkChg chg="add mod">
          <ac:chgData name="Rodica Ioana Lung" userId="64ee56e8d7162e1e" providerId="LiveId" clId="{0F6830A5-18AB-4F1B-8BBB-DA235794CEC1}" dt="2026-01-09T15:46:43.820" v="1304"/>
          <ac:inkMkLst>
            <pc:docMk/>
            <pc:sldMk cId="498150424" sldId="286"/>
            <ac:inkMk id="5" creationId="{BD528163-0EAF-B0E4-9B26-BBFD21060E1C}"/>
          </ac:inkMkLst>
        </pc:inkChg>
        <pc:inkChg chg="add mod">
          <ac:chgData name="Rodica Ioana Lung" userId="64ee56e8d7162e1e" providerId="LiveId" clId="{0F6830A5-18AB-4F1B-8BBB-DA235794CEC1}" dt="2026-01-09T15:46:43.820" v="1304"/>
          <ac:inkMkLst>
            <pc:docMk/>
            <pc:sldMk cId="498150424" sldId="286"/>
            <ac:inkMk id="6" creationId="{33E64BB4-74A1-385D-E7E3-5EA87DADED76}"/>
          </ac:inkMkLst>
        </pc:inkChg>
        <pc:inkChg chg="add mod">
          <ac:chgData name="Rodica Ioana Lung" userId="64ee56e8d7162e1e" providerId="LiveId" clId="{0F6830A5-18AB-4F1B-8BBB-DA235794CEC1}" dt="2026-01-09T15:43:50.647" v="1215"/>
          <ac:inkMkLst>
            <pc:docMk/>
            <pc:sldMk cId="498150424" sldId="286"/>
            <ac:inkMk id="8" creationId="{3E008898-C849-381F-7FAB-4B8FF39B7610}"/>
          </ac:inkMkLst>
        </pc:inkChg>
        <pc:inkChg chg="add mod">
          <ac:chgData name="Rodica Ioana Lung" userId="64ee56e8d7162e1e" providerId="LiveId" clId="{0F6830A5-18AB-4F1B-8BBB-DA235794CEC1}" dt="2026-01-09T15:43:50.647" v="1215"/>
          <ac:inkMkLst>
            <pc:docMk/>
            <pc:sldMk cId="498150424" sldId="286"/>
            <ac:inkMk id="9" creationId="{EE46B58B-35A6-FD92-3B9E-A10F12B4A570}"/>
          </ac:inkMkLst>
        </pc:inkChg>
        <pc:inkChg chg="add mod">
          <ac:chgData name="Rodica Ioana Lung" userId="64ee56e8d7162e1e" providerId="LiveId" clId="{0F6830A5-18AB-4F1B-8BBB-DA235794CEC1}" dt="2026-01-09T15:45:04.505" v="1253"/>
          <ac:inkMkLst>
            <pc:docMk/>
            <pc:sldMk cId="498150424" sldId="286"/>
            <ac:inkMk id="11" creationId="{6B7B67ED-0205-CCB4-86DE-C629A2673E1C}"/>
          </ac:inkMkLst>
        </pc:inkChg>
        <pc:inkChg chg="add mod">
          <ac:chgData name="Rodica Ioana Lung" userId="64ee56e8d7162e1e" providerId="LiveId" clId="{0F6830A5-18AB-4F1B-8BBB-DA235794CEC1}" dt="2026-01-09T15:45:04.505" v="1253"/>
          <ac:inkMkLst>
            <pc:docMk/>
            <pc:sldMk cId="498150424" sldId="286"/>
            <ac:inkMk id="12" creationId="{9250EBA4-A619-72E4-22D9-E7C00EAAF9D7}"/>
          </ac:inkMkLst>
        </pc:inkChg>
        <pc:inkChg chg="add">
          <ac:chgData name="Rodica Ioana Lung" userId="64ee56e8d7162e1e" providerId="LiveId" clId="{0F6830A5-18AB-4F1B-8BBB-DA235794CEC1}" dt="2026-01-09T15:45:07.273" v="1254" actId="9405"/>
          <ac:inkMkLst>
            <pc:docMk/>
            <pc:sldMk cId="498150424" sldId="286"/>
            <ac:inkMk id="14" creationId="{612B2B29-D7B3-6086-D9B7-A793CD9922B8}"/>
          </ac:inkMkLst>
        </pc:inkChg>
        <pc:inkChg chg="add mod">
          <ac:chgData name="Rodica Ioana Lung" userId="64ee56e8d7162e1e" providerId="LiveId" clId="{0F6830A5-18AB-4F1B-8BBB-DA235794CEC1}" dt="2026-01-09T15:45:13.838" v="1258"/>
          <ac:inkMkLst>
            <pc:docMk/>
            <pc:sldMk cId="498150424" sldId="286"/>
            <ac:inkMk id="15" creationId="{92FE7CB9-409D-D5D5-DB0D-0B97802E8650}"/>
          </ac:inkMkLst>
        </pc:inkChg>
        <pc:inkChg chg="add mod">
          <ac:chgData name="Rodica Ioana Lung" userId="64ee56e8d7162e1e" providerId="LiveId" clId="{0F6830A5-18AB-4F1B-8BBB-DA235794CEC1}" dt="2026-01-09T15:45:13.838" v="1258"/>
          <ac:inkMkLst>
            <pc:docMk/>
            <pc:sldMk cId="498150424" sldId="286"/>
            <ac:inkMk id="16" creationId="{6A2BDC51-4CC5-898E-722A-9317A9EDE0A9}"/>
          </ac:inkMkLst>
        </pc:inkChg>
        <pc:inkChg chg="add mod">
          <ac:chgData name="Rodica Ioana Lung" userId="64ee56e8d7162e1e" providerId="LiveId" clId="{0F6830A5-18AB-4F1B-8BBB-DA235794CEC1}" dt="2026-01-09T15:45:13.838" v="1258"/>
          <ac:inkMkLst>
            <pc:docMk/>
            <pc:sldMk cId="498150424" sldId="286"/>
            <ac:inkMk id="17" creationId="{F5B379CE-04A9-7EF4-08CA-9835D70E73C8}"/>
          </ac:inkMkLst>
        </pc:inkChg>
        <pc:inkChg chg="add mod">
          <ac:chgData name="Rodica Ioana Lung" userId="64ee56e8d7162e1e" providerId="LiveId" clId="{0F6830A5-18AB-4F1B-8BBB-DA235794CEC1}" dt="2026-01-09T15:45:24.885" v="1262"/>
          <ac:inkMkLst>
            <pc:docMk/>
            <pc:sldMk cId="498150424" sldId="286"/>
            <ac:inkMk id="19" creationId="{5C38C09B-B97B-5C7B-1A5F-D62731DA4AAA}"/>
          </ac:inkMkLst>
        </pc:inkChg>
        <pc:inkChg chg="add mod">
          <ac:chgData name="Rodica Ioana Lung" userId="64ee56e8d7162e1e" providerId="LiveId" clId="{0F6830A5-18AB-4F1B-8BBB-DA235794CEC1}" dt="2026-01-09T15:45:24.885" v="1262"/>
          <ac:inkMkLst>
            <pc:docMk/>
            <pc:sldMk cId="498150424" sldId="286"/>
            <ac:inkMk id="20" creationId="{2B4E7881-C414-5B7A-2BA8-F2B4DEB62E45}"/>
          </ac:inkMkLst>
        </pc:inkChg>
        <pc:inkChg chg="add mod">
          <ac:chgData name="Rodica Ioana Lung" userId="64ee56e8d7162e1e" providerId="LiveId" clId="{0F6830A5-18AB-4F1B-8BBB-DA235794CEC1}" dt="2026-01-09T15:45:24.885" v="1262"/>
          <ac:inkMkLst>
            <pc:docMk/>
            <pc:sldMk cId="498150424" sldId="286"/>
            <ac:inkMk id="21" creationId="{CD176E03-97E4-460A-4E4D-447168FA2B94}"/>
          </ac:inkMkLst>
        </pc:inkChg>
        <pc:inkChg chg="add">
          <ac:chgData name="Rodica Ioana Lung" userId="64ee56e8d7162e1e" providerId="LiveId" clId="{0F6830A5-18AB-4F1B-8BBB-DA235794CEC1}" dt="2026-01-09T15:45:36.303" v="1263" actId="9405"/>
          <ac:inkMkLst>
            <pc:docMk/>
            <pc:sldMk cId="498150424" sldId="286"/>
            <ac:inkMk id="23" creationId="{242D148D-46ED-968A-0593-D92F76F9135A}"/>
          </ac:inkMkLst>
        </pc:inkChg>
        <pc:inkChg chg="add">
          <ac:chgData name="Rodica Ioana Lung" userId="64ee56e8d7162e1e" providerId="LiveId" clId="{0F6830A5-18AB-4F1B-8BBB-DA235794CEC1}" dt="2026-01-09T15:45:53.747" v="1264" actId="9405"/>
          <ac:inkMkLst>
            <pc:docMk/>
            <pc:sldMk cId="498150424" sldId="286"/>
            <ac:inkMk id="24" creationId="{AE02F2DA-DD39-F3F6-90DF-5CAA888B6BC0}"/>
          </ac:inkMkLst>
        </pc:inkChg>
        <pc:inkChg chg="add">
          <ac:chgData name="Rodica Ioana Lung" userId="64ee56e8d7162e1e" providerId="LiveId" clId="{0F6830A5-18AB-4F1B-8BBB-DA235794CEC1}" dt="2026-01-09T15:45:57.463" v="1265" actId="9405"/>
          <ac:inkMkLst>
            <pc:docMk/>
            <pc:sldMk cId="498150424" sldId="286"/>
            <ac:inkMk id="25" creationId="{D7884884-9CAA-F540-E9E6-3AB59D8F7E41}"/>
          </ac:inkMkLst>
        </pc:inkChg>
        <pc:inkChg chg="add mod">
          <ac:chgData name="Rodica Ioana Lung" userId="64ee56e8d7162e1e" providerId="LiveId" clId="{0F6830A5-18AB-4F1B-8BBB-DA235794CEC1}" dt="2026-01-09T15:46:03.787" v="1268"/>
          <ac:inkMkLst>
            <pc:docMk/>
            <pc:sldMk cId="498150424" sldId="286"/>
            <ac:inkMk id="26" creationId="{9ECFC80B-5446-34CC-2EBC-A1FAF286B4B1}"/>
          </ac:inkMkLst>
        </pc:inkChg>
        <pc:inkChg chg="add mod">
          <ac:chgData name="Rodica Ioana Lung" userId="64ee56e8d7162e1e" providerId="LiveId" clId="{0F6830A5-18AB-4F1B-8BBB-DA235794CEC1}" dt="2026-01-09T15:46:03.787" v="1268"/>
          <ac:inkMkLst>
            <pc:docMk/>
            <pc:sldMk cId="498150424" sldId="286"/>
            <ac:inkMk id="27" creationId="{101FCAF4-53A3-A531-3EBE-A6957154764D}"/>
          </ac:inkMkLst>
        </pc:inkChg>
        <pc:inkChg chg="add mod">
          <ac:chgData name="Rodica Ioana Lung" userId="64ee56e8d7162e1e" providerId="LiveId" clId="{0F6830A5-18AB-4F1B-8BBB-DA235794CEC1}" dt="2026-01-09T15:46:13.782" v="1277"/>
          <ac:inkMkLst>
            <pc:docMk/>
            <pc:sldMk cId="498150424" sldId="286"/>
            <ac:inkMk id="29" creationId="{B660D581-D53C-B2AC-9DAF-0AD8DF93E07F}"/>
          </ac:inkMkLst>
        </pc:inkChg>
        <pc:inkChg chg="add mod">
          <ac:chgData name="Rodica Ioana Lung" userId="64ee56e8d7162e1e" providerId="LiveId" clId="{0F6830A5-18AB-4F1B-8BBB-DA235794CEC1}" dt="2026-01-09T15:46:13.782" v="1277"/>
          <ac:inkMkLst>
            <pc:docMk/>
            <pc:sldMk cId="498150424" sldId="286"/>
            <ac:inkMk id="30" creationId="{0EBE2963-C287-EB99-71DB-2E60C0430C16}"/>
          </ac:inkMkLst>
        </pc:inkChg>
        <pc:inkChg chg="add mod">
          <ac:chgData name="Rodica Ioana Lung" userId="64ee56e8d7162e1e" providerId="LiveId" clId="{0F6830A5-18AB-4F1B-8BBB-DA235794CEC1}" dt="2026-01-09T15:46:13.782" v="1277"/>
          <ac:inkMkLst>
            <pc:docMk/>
            <pc:sldMk cId="498150424" sldId="286"/>
            <ac:inkMk id="31" creationId="{C8E8AEBB-CFAA-C87B-AB5B-D0E0E213B93F}"/>
          </ac:inkMkLst>
        </pc:inkChg>
        <pc:inkChg chg="add">
          <ac:chgData name="Rodica Ioana Lung" userId="64ee56e8d7162e1e" providerId="LiveId" clId="{0F6830A5-18AB-4F1B-8BBB-DA235794CEC1}" dt="2026-01-09T15:46:11.035" v="1273" actId="9405"/>
          <ac:inkMkLst>
            <pc:docMk/>
            <pc:sldMk cId="498150424" sldId="286"/>
            <ac:inkMk id="33" creationId="{3DBB2B2E-2773-BC53-5D76-53F0BD1EAEE2}"/>
          </ac:inkMkLst>
        </pc:inkChg>
        <pc:inkChg chg="add mod">
          <ac:chgData name="Rodica Ioana Lung" userId="64ee56e8d7162e1e" providerId="LiveId" clId="{0F6830A5-18AB-4F1B-8BBB-DA235794CEC1}" dt="2026-01-09T15:46:13.782" v="1277"/>
          <ac:inkMkLst>
            <pc:docMk/>
            <pc:sldMk cId="498150424" sldId="286"/>
            <ac:inkMk id="34" creationId="{09B76AF8-2916-9583-65ED-F15AA369CBF3}"/>
          </ac:inkMkLst>
        </pc:inkChg>
        <pc:inkChg chg="add mod">
          <ac:chgData name="Rodica Ioana Lung" userId="64ee56e8d7162e1e" providerId="LiveId" clId="{0F6830A5-18AB-4F1B-8BBB-DA235794CEC1}" dt="2026-01-09T15:46:13.782" v="1277"/>
          <ac:inkMkLst>
            <pc:docMk/>
            <pc:sldMk cId="498150424" sldId="286"/>
            <ac:inkMk id="35" creationId="{1D7372C2-E268-5C75-234D-0EB4730638C1}"/>
          </ac:inkMkLst>
        </pc:inkChg>
        <pc:inkChg chg="add mod">
          <ac:chgData name="Rodica Ioana Lung" userId="64ee56e8d7162e1e" providerId="LiveId" clId="{0F6830A5-18AB-4F1B-8BBB-DA235794CEC1}" dt="2026-01-09T15:46:13.782" v="1277"/>
          <ac:inkMkLst>
            <pc:docMk/>
            <pc:sldMk cId="498150424" sldId="286"/>
            <ac:inkMk id="36" creationId="{2320FB40-CF51-71C7-6840-B7F80490E27B}"/>
          </ac:inkMkLst>
        </pc:inkChg>
        <pc:inkChg chg="add">
          <ac:chgData name="Rodica Ioana Lung" userId="64ee56e8d7162e1e" providerId="LiveId" clId="{0F6830A5-18AB-4F1B-8BBB-DA235794CEC1}" dt="2026-01-09T15:46:15.992" v="1278" actId="9405"/>
          <ac:inkMkLst>
            <pc:docMk/>
            <pc:sldMk cId="498150424" sldId="286"/>
            <ac:inkMk id="39" creationId="{BDA89E1F-75CE-7AAD-A369-FB736B13E3E0}"/>
          </ac:inkMkLst>
        </pc:inkChg>
        <pc:inkChg chg="add mod">
          <ac:chgData name="Rodica Ioana Lung" userId="64ee56e8d7162e1e" providerId="LiveId" clId="{0F6830A5-18AB-4F1B-8BBB-DA235794CEC1}" dt="2026-01-09T15:46:43.820" v="1304"/>
          <ac:inkMkLst>
            <pc:docMk/>
            <pc:sldMk cId="498150424" sldId="286"/>
            <ac:inkMk id="40" creationId="{49FF9503-3318-C140-F3ED-4F4D725AC8C2}"/>
          </ac:inkMkLst>
        </pc:inkChg>
        <pc:inkChg chg="add">
          <ac:chgData name="Rodica Ioana Lung" userId="64ee56e8d7162e1e" providerId="LiveId" clId="{0F6830A5-18AB-4F1B-8BBB-DA235794CEC1}" dt="2026-01-09T15:46:16.603" v="1280" actId="9405"/>
          <ac:inkMkLst>
            <pc:docMk/>
            <pc:sldMk cId="498150424" sldId="286"/>
            <ac:inkMk id="41" creationId="{E0926F52-DD25-D2F2-FEC2-CBF2A88FD922}"/>
          </ac:inkMkLst>
        </pc:inkChg>
        <pc:inkChg chg="add mod">
          <ac:chgData name="Rodica Ioana Lung" userId="64ee56e8d7162e1e" providerId="LiveId" clId="{0F6830A5-18AB-4F1B-8BBB-DA235794CEC1}" dt="2026-01-09T15:46:22.452" v="1296"/>
          <ac:inkMkLst>
            <pc:docMk/>
            <pc:sldMk cId="498150424" sldId="286"/>
            <ac:inkMk id="42" creationId="{7850E64A-0FC1-A2DC-B34F-CE81AA0527FD}"/>
          </ac:inkMkLst>
        </pc:inkChg>
        <pc:inkChg chg="add mod">
          <ac:chgData name="Rodica Ioana Lung" userId="64ee56e8d7162e1e" providerId="LiveId" clId="{0F6830A5-18AB-4F1B-8BBB-DA235794CEC1}" dt="2026-01-09T15:46:22.452" v="1296"/>
          <ac:inkMkLst>
            <pc:docMk/>
            <pc:sldMk cId="498150424" sldId="286"/>
            <ac:inkMk id="43" creationId="{270F3434-2908-A5BF-D231-18BC04D99F71}"/>
          </ac:inkMkLst>
        </pc:inkChg>
        <pc:inkChg chg="add">
          <ac:chgData name="Rodica Ioana Lung" userId="64ee56e8d7162e1e" providerId="LiveId" clId="{0F6830A5-18AB-4F1B-8BBB-DA235794CEC1}" dt="2026-01-09T15:46:17.826" v="1283" actId="9405"/>
          <ac:inkMkLst>
            <pc:docMk/>
            <pc:sldMk cId="498150424" sldId="286"/>
            <ac:inkMk id="44" creationId="{A31D29C5-8AED-11C9-1A03-EC0CB3B00C8D}"/>
          </ac:inkMkLst>
        </pc:inkChg>
        <pc:inkChg chg="add">
          <ac:chgData name="Rodica Ioana Lung" userId="64ee56e8d7162e1e" providerId="LiveId" clId="{0F6830A5-18AB-4F1B-8BBB-DA235794CEC1}" dt="2026-01-09T15:46:17.961" v="1284" actId="9405"/>
          <ac:inkMkLst>
            <pc:docMk/>
            <pc:sldMk cId="498150424" sldId="286"/>
            <ac:inkMk id="45" creationId="{949B6228-501E-3B4B-8C8A-CC82098558B1}"/>
          </ac:inkMkLst>
        </pc:inkChg>
        <pc:inkChg chg="add mod">
          <ac:chgData name="Rodica Ioana Lung" userId="64ee56e8d7162e1e" providerId="LiveId" clId="{0F6830A5-18AB-4F1B-8BBB-DA235794CEC1}" dt="2026-01-09T15:46:43.820" v="1304"/>
          <ac:inkMkLst>
            <pc:docMk/>
            <pc:sldMk cId="498150424" sldId="286"/>
            <ac:inkMk id="46" creationId="{1A952D8F-E78F-53A0-52B3-3FA202669745}"/>
          </ac:inkMkLst>
        </pc:inkChg>
        <pc:inkChg chg="add">
          <ac:chgData name="Rodica Ioana Lung" userId="64ee56e8d7162e1e" providerId="LiveId" clId="{0F6830A5-18AB-4F1B-8BBB-DA235794CEC1}" dt="2026-01-09T15:46:18.446" v="1286" actId="9405"/>
          <ac:inkMkLst>
            <pc:docMk/>
            <pc:sldMk cId="498150424" sldId="286"/>
            <ac:inkMk id="47" creationId="{1237A0FE-69C1-4AC7-8423-3459418D3C50}"/>
          </ac:inkMkLst>
        </pc:inkChg>
        <pc:inkChg chg="add">
          <ac:chgData name="Rodica Ioana Lung" userId="64ee56e8d7162e1e" providerId="LiveId" clId="{0F6830A5-18AB-4F1B-8BBB-DA235794CEC1}" dt="2026-01-09T15:46:19.069" v="1287" actId="9405"/>
          <ac:inkMkLst>
            <pc:docMk/>
            <pc:sldMk cId="498150424" sldId="286"/>
            <ac:inkMk id="48" creationId="{BCDA0D96-61F6-990A-E74A-D53B2151E7C2}"/>
          </ac:inkMkLst>
        </pc:inkChg>
        <pc:inkChg chg="add mod">
          <ac:chgData name="Rodica Ioana Lung" userId="64ee56e8d7162e1e" providerId="LiveId" clId="{0F6830A5-18AB-4F1B-8BBB-DA235794CEC1}" dt="2026-01-09T15:46:22.452" v="1296"/>
          <ac:inkMkLst>
            <pc:docMk/>
            <pc:sldMk cId="498150424" sldId="286"/>
            <ac:inkMk id="49" creationId="{706E0AC2-F229-48C5-CADC-976C1DF8D42C}"/>
          </ac:inkMkLst>
        </pc:inkChg>
        <pc:inkChg chg="add">
          <ac:chgData name="Rodica Ioana Lung" userId="64ee56e8d7162e1e" providerId="LiveId" clId="{0F6830A5-18AB-4F1B-8BBB-DA235794CEC1}" dt="2026-01-09T15:46:19.705" v="1289" actId="9405"/>
          <ac:inkMkLst>
            <pc:docMk/>
            <pc:sldMk cId="498150424" sldId="286"/>
            <ac:inkMk id="50" creationId="{43CAA7D6-6DEC-B74D-C6AA-D60E9BFB8220}"/>
          </ac:inkMkLst>
        </pc:inkChg>
        <pc:inkChg chg="add mod">
          <ac:chgData name="Rodica Ioana Lung" userId="64ee56e8d7162e1e" providerId="LiveId" clId="{0F6830A5-18AB-4F1B-8BBB-DA235794CEC1}" dt="2026-01-09T15:46:43.820" v="1304"/>
          <ac:inkMkLst>
            <pc:docMk/>
            <pc:sldMk cId="498150424" sldId="286"/>
            <ac:inkMk id="51" creationId="{9732D903-394C-CBA9-51D1-7B6DFB408460}"/>
          </ac:inkMkLst>
        </pc:inkChg>
        <pc:inkChg chg="add mod">
          <ac:chgData name="Rodica Ioana Lung" userId="64ee56e8d7162e1e" providerId="LiveId" clId="{0F6830A5-18AB-4F1B-8BBB-DA235794CEC1}" dt="2026-01-09T15:46:43.820" v="1304"/>
          <ac:inkMkLst>
            <pc:docMk/>
            <pc:sldMk cId="498150424" sldId="286"/>
            <ac:inkMk id="52" creationId="{D0E30A7A-A514-1DAB-8A3B-FDA955FCDDFA}"/>
          </ac:inkMkLst>
        </pc:inkChg>
        <pc:inkChg chg="add mod">
          <ac:chgData name="Rodica Ioana Lung" userId="64ee56e8d7162e1e" providerId="LiveId" clId="{0F6830A5-18AB-4F1B-8BBB-DA235794CEC1}" dt="2026-01-09T15:46:43.820" v="1304"/>
          <ac:inkMkLst>
            <pc:docMk/>
            <pc:sldMk cId="498150424" sldId="286"/>
            <ac:inkMk id="53" creationId="{CEFC938F-14BD-7883-0631-4C1DBDF81FAC}"/>
          </ac:inkMkLst>
        </pc:inkChg>
        <pc:inkChg chg="add">
          <ac:chgData name="Rodica Ioana Lung" userId="64ee56e8d7162e1e" providerId="LiveId" clId="{0F6830A5-18AB-4F1B-8BBB-DA235794CEC1}" dt="2026-01-09T15:46:21.012" v="1293" actId="9405"/>
          <ac:inkMkLst>
            <pc:docMk/>
            <pc:sldMk cId="498150424" sldId="286"/>
            <ac:inkMk id="54" creationId="{E48D8216-B5EB-944E-9DFF-CF2788AAC7D6}"/>
          </ac:inkMkLst>
        </pc:inkChg>
        <pc:inkChg chg="add">
          <ac:chgData name="Rodica Ioana Lung" userId="64ee56e8d7162e1e" providerId="LiveId" clId="{0F6830A5-18AB-4F1B-8BBB-DA235794CEC1}" dt="2026-01-09T15:46:21.410" v="1294" actId="9405"/>
          <ac:inkMkLst>
            <pc:docMk/>
            <pc:sldMk cId="498150424" sldId="286"/>
            <ac:inkMk id="55" creationId="{ADAE2F0E-ED41-A8B6-6445-04855E8371BC}"/>
          </ac:inkMkLst>
        </pc:inkChg>
        <pc:inkChg chg="add">
          <ac:chgData name="Rodica Ioana Lung" userId="64ee56e8d7162e1e" providerId="LiveId" clId="{0F6830A5-18AB-4F1B-8BBB-DA235794CEC1}" dt="2026-01-09T15:46:21.649" v="1295" actId="9405"/>
          <ac:inkMkLst>
            <pc:docMk/>
            <pc:sldMk cId="498150424" sldId="286"/>
            <ac:inkMk id="56" creationId="{555262C6-D046-93C7-F5B3-9E412470011F}"/>
          </ac:inkMkLst>
        </pc:inkChg>
        <pc:inkChg chg="add">
          <ac:chgData name="Rodica Ioana Lung" userId="64ee56e8d7162e1e" providerId="LiveId" clId="{0F6830A5-18AB-4F1B-8BBB-DA235794CEC1}" dt="2026-01-09T15:46:23.666" v="1297" actId="9405"/>
          <ac:inkMkLst>
            <pc:docMk/>
            <pc:sldMk cId="498150424" sldId="286"/>
            <ac:inkMk id="59" creationId="{E65CE7CF-5D59-7B57-C8E4-84AB6E8E7D70}"/>
          </ac:inkMkLst>
        </pc:inkChg>
        <pc:inkChg chg="add">
          <ac:chgData name="Rodica Ioana Lung" userId="64ee56e8d7162e1e" providerId="LiveId" clId="{0F6830A5-18AB-4F1B-8BBB-DA235794CEC1}" dt="2026-01-09T15:46:30.578" v="1298" actId="9405"/>
          <ac:inkMkLst>
            <pc:docMk/>
            <pc:sldMk cId="498150424" sldId="286"/>
            <ac:inkMk id="60" creationId="{3E829A56-3003-74EE-562C-C78D344A236A}"/>
          </ac:inkMkLst>
        </pc:inkChg>
        <pc:inkChg chg="add">
          <ac:chgData name="Rodica Ioana Lung" userId="64ee56e8d7162e1e" providerId="LiveId" clId="{0F6830A5-18AB-4F1B-8BBB-DA235794CEC1}" dt="2026-01-09T15:46:32.204" v="1299" actId="9405"/>
          <ac:inkMkLst>
            <pc:docMk/>
            <pc:sldMk cId="498150424" sldId="286"/>
            <ac:inkMk id="61" creationId="{D40E8CAC-4267-3C69-8AE6-15513A85CB9A}"/>
          </ac:inkMkLst>
        </pc:inkChg>
        <pc:inkChg chg="add mod">
          <ac:chgData name="Rodica Ioana Lung" userId="64ee56e8d7162e1e" providerId="LiveId" clId="{0F6830A5-18AB-4F1B-8BBB-DA235794CEC1}" dt="2026-01-09T15:46:41.869" v="1302"/>
          <ac:inkMkLst>
            <pc:docMk/>
            <pc:sldMk cId="498150424" sldId="286"/>
            <ac:inkMk id="62" creationId="{15AFB95E-B21C-98B4-E196-A1A070BFDBFB}"/>
          </ac:inkMkLst>
        </pc:inkChg>
        <pc:inkChg chg="add mod">
          <ac:chgData name="Rodica Ioana Lung" userId="64ee56e8d7162e1e" providerId="LiveId" clId="{0F6830A5-18AB-4F1B-8BBB-DA235794CEC1}" dt="2026-01-09T15:46:41.869" v="1302"/>
          <ac:inkMkLst>
            <pc:docMk/>
            <pc:sldMk cId="498150424" sldId="286"/>
            <ac:inkMk id="63" creationId="{5D68B817-662C-ADC0-8FE6-24E6C45718AC}"/>
          </ac:inkMkLst>
        </pc:inkChg>
        <pc:inkChg chg="add">
          <ac:chgData name="Rodica Ioana Lung" userId="64ee56e8d7162e1e" providerId="LiveId" clId="{0F6830A5-18AB-4F1B-8BBB-DA235794CEC1}" dt="2026-01-09T15:46:43.194" v="1303" actId="9405"/>
          <ac:inkMkLst>
            <pc:docMk/>
            <pc:sldMk cId="498150424" sldId="286"/>
            <ac:inkMk id="65" creationId="{22B62F60-A02F-3239-5B3A-E2FCA9129B9E}"/>
          </ac:inkMkLst>
        </pc:inkChg>
        <pc:inkChg chg="add mod">
          <ac:chgData name="Rodica Ioana Lung" userId="64ee56e8d7162e1e" providerId="LiveId" clId="{0F6830A5-18AB-4F1B-8BBB-DA235794CEC1}" dt="2026-01-09T15:47:09.946" v="1311"/>
          <ac:inkMkLst>
            <pc:docMk/>
            <pc:sldMk cId="498150424" sldId="286"/>
            <ac:inkMk id="67" creationId="{BDB4229F-2A3A-B5A7-F8A4-378F42C0157B}"/>
          </ac:inkMkLst>
        </pc:inkChg>
        <pc:inkChg chg="add mod">
          <ac:chgData name="Rodica Ioana Lung" userId="64ee56e8d7162e1e" providerId="LiveId" clId="{0F6830A5-18AB-4F1B-8BBB-DA235794CEC1}" dt="2026-01-09T15:47:09.946" v="1311"/>
          <ac:inkMkLst>
            <pc:docMk/>
            <pc:sldMk cId="498150424" sldId="286"/>
            <ac:inkMk id="68" creationId="{67776610-A90C-9675-012E-8A7E09D13ADE}"/>
          </ac:inkMkLst>
        </pc:inkChg>
        <pc:inkChg chg="add">
          <ac:chgData name="Rodica Ioana Lung" userId="64ee56e8d7162e1e" providerId="LiveId" clId="{0F6830A5-18AB-4F1B-8BBB-DA235794CEC1}" dt="2026-01-09T15:47:03.317" v="1307" actId="9405"/>
          <ac:inkMkLst>
            <pc:docMk/>
            <pc:sldMk cId="498150424" sldId="286"/>
            <ac:inkMk id="69" creationId="{C1032455-2167-F107-358E-A022A4188137}"/>
          </ac:inkMkLst>
        </pc:inkChg>
        <pc:inkChg chg="add mod">
          <ac:chgData name="Rodica Ioana Lung" userId="64ee56e8d7162e1e" providerId="LiveId" clId="{0F6830A5-18AB-4F1B-8BBB-DA235794CEC1}" dt="2026-01-09T15:47:09.946" v="1311"/>
          <ac:inkMkLst>
            <pc:docMk/>
            <pc:sldMk cId="498150424" sldId="286"/>
            <ac:inkMk id="70" creationId="{35F5DF89-A347-128E-B7E2-72DD0C73C691}"/>
          </ac:inkMkLst>
        </pc:inkChg>
        <pc:inkChg chg="add mod">
          <ac:chgData name="Rodica Ioana Lung" userId="64ee56e8d7162e1e" providerId="LiveId" clId="{0F6830A5-18AB-4F1B-8BBB-DA235794CEC1}" dt="2026-01-09T15:47:09.946" v="1311"/>
          <ac:inkMkLst>
            <pc:docMk/>
            <pc:sldMk cId="498150424" sldId="286"/>
            <ac:inkMk id="71" creationId="{0314BE04-C15E-B67D-029A-8ECF7824ABE0}"/>
          </ac:inkMkLst>
        </pc:inkChg>
        <pc:inkChg chg="add mod">
          <ac:chgData name="Rodica Ioana Lung" userId="64ee56e8d7162e1e" providerId="LiveId" clId="{0F6830A5-18AB-4F1B-8BBB-DA235794CEC1}" dt="2026-01-09T15:47:09.946" v="1311"/>
          <ac:inkMkLst>
            <pc:docMk/>
            <pc:sldMk cId="498150424" sldId="286"/>
            <ac:inkMk id="72" creationId="{C87F1315-790E-0A39-BAD4-45AFA56368F5}"/>
          </ac:inkMkLst>
        </pc:inkChg>
        <pc:inkChg chg="add mod">
          <ac:chgData name="Rodica Ioana Lung" userId="64ee56e8d7162e1e" providerId="LiveId" clId="{0F6830A5-18AB-4F1B-8BBB-DA235794CEC1}" dt="2026-01-09T15:47:14.610" v="1314"/>
          <ac:inkMkLst>
            <pc:docMk/>
            <pc:sldMk cId="498150424" sldId="286"/>
            <ac:inkMk id="74" creationId="{7F590D4B-53D1-ABD5-62E2-0FC6481076E1}"/>
          </ac:inkMkLst>
        </pc:inkChg>
        <pc:inkChg chg="add mod">
          <ac:chgData name="Rodica Ioana Lung" userId="64ee56e8d7162e1e" providerId="LiveId" clId="{0F6830A5-18AB-4F1B-8BBB-DA235794CEC1}" dt="2026-01-09T15:47:14.610" v="1314"/>
          <ac:inkMkLst>
            <pc:docMk/>
            <pc:sldMk cId="498150424" sldId="286"/>
            <ac:inkMk id="75" creationId="{5488A668-8720-0755-2A76-F7A732F4DA66}"/>
          </ac:inkMkLst>
        </pc:inkChg>
        <pc:inkChg chg="add mod">
          <ac:chgData name="Rodica Ioana Lung" userId="64ee56e8d7162e1e" providerId="LiveId" clId="{0F6830A5-18AB-4F1B-8BBB-DA235794CEC1}" dt="2026-01-09T15:47:32.686" v="1330"/>
          <ac:inkMkLst>
            <pc:docMk/>
            <pc:sldMk cId="498150424" sldId="286"/>
            <ac:inkMk id="77" creationId="{8067960F-767D-0F19-E45D-856DCBA90C89}"/>
          </ac:inkMkLst>
        </pc:inkChg>
        <pc:inkChg chg="add mod">
          <ac:chgData name="Rodica Ioana Lung" userId="64ee56e8d7162e1e" providerId="LiveId" clId="{0F6830A5-18AB-4F1B-8BBB-DA235794CEC1}" dt="2026-01-09T15:47:30.931" v="1326"/>
          <ac:inkMkLst>
            <pc:docMk/>
            <pc:sldMk cId="498150424" sldId="286"/>
            <ac:inkMk id="78" creationId="{403D31BE-F26C-6E5F-3589-DDF964639A40}"/>
          </ac:inkMkLst>
        </pc:inkChg>
        <pc:inkChg chg="add mod">
          <ac:chgData name="Rodica Ioana Lung" userId="64ee56e8d7162e1e" providerId="LiveId" clId="{0F6830A5-18AB-4F1B-8BBB-DA235794CEC1}" dt="2026-01-09T15:47:32.686" v="1330"/>
          <ac:inkMkLst>
            <pc:docMk/>
            <pc:sldMk cId="498150424" sldId="286"/>
            <ac:inkMk id="79" creationId="{9A8F7CDD-864D-FD9E-A552-415739E263E5}"/>
          </ac:inkMkLst>
        </pc:inkChg>
        <pc:inkChg chg="add mod">
          <ac:chgData name="Rodica Ioana Lung" userId="64ee56e8d7162e1e" providerId="LiveId" clId="{0F6830A5-18AB-4F1B-8BBB-DA235794CEC1}" dt="2026-01-09T15:47:32.686" v="1330"/>
          <ac:inkMkLst>
            <pc:docMk/>
            <pc:sldMk cId="498150424" sldId="286"/>
            <ac:inkMk id="80" creationId="{3FDA0D3D-AF29-EF02-567D-327148EC898C}"/>
          </ac:inkMkLst>
        </pc:inkChg>
        <pc:inkChg chg="add mod">
          <ac:chgData name="Rodica Ioana Lung" userId="64ee56e8d7162e1e" providerId="LiveId" clId="{0F6830A5-18AB-4F1B-8BBB-DA235794CEC1}" dt="2026-01-09T15:47:30.931" v="1326"/>
          <ac:inkMkLst>
            <pc:docMk/>
            <pc:sldMk cId="498150424" sldId="286"/>
            <ac:inkMk id="81" creationId="{23763D13-C7C0-A3F6-DE67-C33512C1FCEA}"/>
          </ac:inkMkLst>
        </pc:inkChg>
        <pc:inkChg chg="add mod">
          <ac:chgData name="Rodica Ioana Lung" userId="64ee56e8d7162e1e" providerId="LiveId" clId="{0F6830A5-18AB-4F1B-8BBB-DA235794CEC1}" dt="2026-01-09T15:47:32.686" v="1330"/>
          <ac:inkMkLst>
            <pc:docMk/>
            <pc:sldMk cId="498150424" sldId="286"/>
            <ac:inkMk id="82" creationId="{59A800D6-7D17-AC5B-4507-85F801F515C5}"/>
          </ac:inkMkLst>
        </pc:inkChg>
        <pc:inkChg chg="add mod">
          <ac:chgData name="Rodica Ioana Lung" userId="64ee56e8d7162e1e" providerId="LiveId" clId="{0F6830A5-18AB-4F1B-8BBB-DA235794CEC1}" dt="2026-01-09T15:47:32.686" v="1330"/>
          <ac:inkMkLst>
            <pc:docMk/>
            <pc:sldMk cId="498150424" sldId="286"/>
            <ac:inkMk id="83" creationId="{4BD00CB2-3BF3-4E7A-AD20-5C9721C61ABF}"/>
          </ac:inkMkLst>
        </pc:inkChg>
        <pc:inkChg chg="add mod">
          <ac:chgData name="Rodica Ioana Lung" userId="64ee56e8d7162e1e" providerId="LiveId" clId="{0F6830A5-18AB-4F1B-8BBB-DA235794CEC1}" dt="2026-01-09T15:47:30.931" v="1326"/>
          <ac:inkMkLst>
            <pc:docMk/>
            <pc:sldMk cId="498150424" sldId="286"/>
            <ac:inkMk id="84" creationId="{8ED00D1B-FDEF-225D-7829-01AFBFB7799F}"/>
          </ac:inkMkLst>
        </pc:inkChg>
        <pc:inkChg chg="add">
          <ac:chgData name="Rodica Ioana Lung" userId="64ee56e8d7162e1e" providerId="LiveId" clId="{0F6830A5-18AB-4F1B-8BBB-DA235794CEC1}" dt="2026-01-09T15:47:29.479" v="1324" actId="9405"/>
          <ac:inkMkLst>
            <pc:docMk/>
            <pc:sldMk cId="498150424" sldId="286"/>
            <ac:inkMk id="86" creationId="{EF49B659-65DC-1D5D-F040-38053BF8CE2C}"/>
          </ac:inkMkLst>
        </pc:inkChg>
        <pc:inkChg chg="add mod">
          <ac:chgData name="Rodica Ioana Lung" userId="64ee56e8d7162e1e" providerId="LiveId" clId="{0F6830A5-18AB-4F1B-8BBB-DA235794CEC1}" dt="2026-01-09T15:47:30.931" v="1326"/>
          <ac:inkMkLst>
            <pc:docMk/>
            <pc:sldMk cId="498150424" sldId="286"/>
            <ac:inkMk id="87" creationId="{6FDC9B11-1603-83C3-F7D7-4EB6DCC9E358}"/>
          </ac:inkMkLst>
        </pc:inkChg>
        <pc:inkChg chg="add mod">
          <ac:chgData name="Rodica Ioana Lung" userId="64ee56e8d7162e1e" providerId="LiveId" clId="{0F6830A5-18AB-4F1B-8BBB-DA235794CEC1}" dt="2026-01-09T15:47:32.686" v="1330"/>
          <ac:inkMkLst>
            <pc:docMk/>
            <pc:sldMk cId="498150424" sldId="286"/>
            <ac:inkMk id="89" creationId="{73104E4A-5BEF-70F8-1216-73F22C39C43B}"/>
          </ac:inkMkLst>
        </pc:inkChg>
        <pc:inkChg chg="add mod">
          <ac:chgData name="Rodica Ioana Lung" userId="64ee56e8d7162e1e" providerId="LiveId" clId="{0F6830A5-18AB-4F1B-8BBB-DA235794CEC1}" dt="2026-01-09T15:47:32.686" v="1330"/>
          <ac:inkMkLst>
            <pc:docMk/>
            <pc:sldMk cId="498150424" sldId="286"/>
            <ac:inkMk id="90" creationId="{A9252C3E-0797-5341-03DB-30753DE4CC44}"/>
          </ac:inkMkLst>
        </pc:inkChg>
        <pc:inkChg chg="add mod">
          <ac:chgData name="Rodica Ioana Lung" userId="64ee56e8d7162e1e" providerId="LiveId" clId="{0F6830A5-18AB-4F1B-8BBB-DA235794CEC1}" dt="2026-01-09T15:47:32.686" v="1330"/>
          <ac:inkMkLst>
            <pc:docMk/>
            <pc:sldMk cId="498150424" sldId="286"/>
            <ac:inkMk id="91" creationId="{F34E65FF-3DEA-428A-A91C-D74CFA97BE9E}"/>
          </ac:inkMkLst>
        </pc:inkChg>
        <pc:inkChg chg="add mod">
          <ac:chgData name="Rodica Ioana Lung" userId="64ee56e8d7162e1e" providerId="LiveId" clId="{0F6830A5-18AB-4F1B-8BBB-DA235794CEC1}" dt="2026-01-09T15:47:38.539" v="1333"/>
          <ac:inkMkLst>
            <pc:docMk/>
            <pc:sldMk cId="498150424" sldId="286"/>
            <ac:inkMk id="93" creationId="{289107C4-1515-8303-6E6F-22F62E1A2E4E}"/>
          </ac:inkMkLst>
        </pc:inkChg>
        <pc:inkChg chg="add mod">
          <ac:chgData name="Rodica Ioana Lung" userId="64ee56e8d7162e1e" providerId="LiveId" clId="{0F6830A5-18AB-4F1B-8BBB-DA235794CEC1}" dt="2026-01-09T15:47:38.539" v="1333"/>
          <ac:inkMkLst>
            <pc:docMk/>
            <pc:sldMk cId="498150424" sldId="286"/>
            <ac:inkMk id="94" creationId="{1DE998BB-AF6F-9DE1-45BF-049204A37CF2}"/>
          </ac:inkMkLst>
        </pc:inkChg>
      </pc:sldChg>
      <pc:sldChg chg="addSp modSp mod">
        <pc:chgData name="Rodica Ioana Lung" userId="64ee56e8d7162e1e" providerId="LiveId" clId="{0F6830A5-18AB-4F1B-8BBB-DA235794CEC1}" dt="2026-01-09T15:52:44.147" v="1381" actId="9405"/>
        <pc:sldMkLst>
          <pc:docMk/>
          <pc:sldMk cId="2772335340" sldId="287"/>
        </pc:sldMkLst>
        <pc:grpChg chg="mod">
          <ac:chgData name="Rodica Ioana Lung" userId="64ee56e8d7162e1e" providerId="LiveId" clId="{0F6830A5-18AB-4F1B-8BBB-DA235794CEC1}" dt="2026-01-09T15:51:15.006" v="1370"/>
          <ac:grpSpMkLst>
            <pc:docMk/>
            <pc:sldMk cId="2772335340" sldId="287"/>
            <ac:grpSpMk id="7" creationId="{CA968BC0-6FDB-5AE7-EC4D-EBE9A0E9363F}"/>
          </ac:grpSpMkLst>
        </pc:grpChg>
        <pc:grpChg chg="mod">
          <ac:chgData name="Rodica Ioana Lung" userId="64ee56e8d7162e1e" providerId="LiveId" clId="{0F6830A5-18AB-4F1B-8BBB-DA235794CEC1}" dt="2026-01-09T15:51:19.560" v="1373"/>
          <ac:grpSpMkLst>
            <pc:docMk/>
            <pc:sldMk cId="2772335340" sldId="287"/>
            <ac:grpSpMk id="10" creationId="{464A8DCE-5455-B7FC-C1E0-1F0BC55C1EB4}"/>
          </ac:grpSpMkLst>
        </pc:grpChg>
        <pc:inkChg chg="add">
          <ac:chgData name="Rodica Ioana Lung" userId="64ee56e8d7162e1e" providerId="LiveId" clId="{0F6830A5-18AB-4F1B-8BBB-DA235794CEC1}" dt="2026-01-09T15:51:12.652" v="1367" actId="9405"/>
          <ac:inkMkLst>
            <pc:docMk/>
            <pc:sldMk cId="2772335340" sldId="287"/>
            <ac:inkMk id="4" creationId="{CA6BAA69-5A1F-8940-BBFE-E8CF858416E5}"/>
          </ac:inkMkLst>
        </pc:inkChg>
        <pc:inkChg chg="add mod">
          <ac:chgData name="Rodica Ioana Lung" userId="64ee56e8d7162e1e" providerId="LiveId" clId="{0F6830A5-18AB-4F1B-8BBB-DA235794CEC1}" dt="2026-01-09T15:51:15.006" v="1370"/>
          <ac:inkMkLst>
            <pc:docMk/>
            <pc:sldMk cId="2772335340" sldId="287"/>
            <ac:inkMk id="5" creationId="{4BBD6F5B-DAD2-A9AF-CBB9-D63B06FACB1D}"/>
          </ac:inkMkLst>
        </pc:inkChg>
        <pc:inkChg chg="add mod">
          <ac:chgData name="Rodica Ioana Lung" userId="64ee56e8d7162e1e" providerId="LiveId" clId="{0F6830A5-18AB-4F1B-8BBB-DA235794CEC1}" dt="2026-01-09T15:51:15.006" v="1370"/>
          <ac:inkMkLst>
            <pc:docMk/>
            <pc:sldMk cId="2772335340" sldId="287"/>
            <ac:inkMk id="6" creationId="{638C255D-3C27-DB56-F48F-DBE78256DD9F}"/>
          </ac:inkMkLst>
        </pc:inkChg>
        <pc:inkChg chg="add mod">
          <ac:chgData name="Rodica Ioana Lung" userId="64ee56e8d7162e1e" providerId="LiveId" clId="{0F6830A5-18AB-4F1B-8BBB-DA235794CEC1}" dt="2026-01-09T15:51:19.560" v="1373"/>
          <ac:inkMkLst>
            <pc:docMk/>
            <pc:sldMk cId="2772335340" sldId="287"/>
            <ac:inkMk id="8" creationId="{7EC66423-9668-06AE-42FD-752513B02FAA}"/>
          </ac:inkMkLst>
        </pc:inkChg>
        <pc:inkChg chg="add mod">
          <ac:chgData name="Rodica Ioana Lung" userId="64ee56e8d7162e1e" providerId="LiveId" clId="{0F6830A5-18AB-4F1B-8BBB-DA235794CEC1}" dt="2026-01-09T15:51:19.560" v="1373"/>
          <ac:inkMkLst>
            <pc:docMk/>
            <pc:sldMk cId="2772335340" sldId="287"/>
            <ac:inkMk id="9" creationId="{8A89E11B-A8A2-707C-BDE0-2E6378DBBD03}"/>
          </ac:inkMkLst>
        </pc:inkChg>
        <pc:inkChg chg="add">
          <ac:chgData name="Rodica Ioana Lung" userId="64ee56e8d7162e1e" providerId="LiveId" clId="{0F6830A5-18AB-4F1B-8BBB-DA235794CEC1}" dt="2026-01-09T15:52:44.147" v="1381" actId="9405"/>
          <ac:inkMkLst>
            <pc:docMk/>
            <pc:sldMk cId="2772335340" sldId="287"/>
            <ac:inkMk id="11" creationId="{B36D4170-8880-C4BD-8DA7-A0479C34B29C}"/>
          </ac:inkMkLst>
        </pc:inkChg>
      </pc:sldChg>
      <pc:sldChg chg="addSp delSp modSp mod">
        <pc:chgData name="Rodica Ioana Lung" userId="64ee56e8d7162e1e" providerId="LiveId" clId="{0F6830A5-18AB-4F1B-8BBB-DA235794CEC1}" dt="2026-01-09T15:58:28.672" v="1514"/>
        <pc:sldMkLst>
          <pc:docMk/>
          <pc:sldMk cId="438869947" sldId="288"/>
        </pc:sldMkLst>
        <pc:grpChg chg="del mod">
          <ac:chgData name="Rodica Ioana Lung" userId="64ee56e8d7162e1e" providerId="LiveId" clId="{0F6830A5-18AB-4F1B-8BBB-DA235794CEC1}" dt="2026-01-09T15:57:56.806" v="1498"/>
          <ac:grpSpMkLst>
            <pc:docMk/>
            <pc:sldMk cId="438869947" sldId="288"/>
            <ac:grpSpMk id="7" creationId="{6D904182-AF35-C044-6DB9-2795FE595CC0}"/>
          </ac:grpSpMkLst>
        </pc:grpChg>
        <pc:grpChg chg="del mod">
          <ac:chgData name="Rodica Ioana Lung" userId="64ee56e8d7162e1e" providerId="LiveId" clId="{0F6830A5-18AB-4F1B-8BBB-DA235794CEC1}" dt="2026-01-09T15:56:51.448" v="1471"/>
          <ac:grpSpMkLst>
            <pc:docMk/>
            <pc:sldMk cId="438869947" sldId="288"/>
            <ac:grpSpMk id="10" creationId="{40C00A58-5835-05C6-02C7-A59E16E1AF59}"/>
          </ac:grpSpMkLst>
        </pc:grpChg>
        <pc:grpChg chg="del mod">
          <ac:chgData name="Rodica Ioana Lung" userId="64ee56e8d7162e1e" providerId="LiveId" clId="{0F6830A5-18AB-4F1B-8BBB-DA235794CEC1}" dt="2026-01-09T15:56:53.060" v="1475"/>
          <ac:grpSpMkLst>
            <pc:docMk/>
            <pc:sldMk cId="438869947" sldId="288"/>
            <ac:grpSpMk id="12" creationId="{13C771D2-3141-B30D-AE71-696BAF4F886E}"/>
          </ac:grpSpMkLst>
        </pc:grpChg>
        <pc:grpChg chg="del mod">
          <ac:chgData name="Rodica Ioana Lung" userId="64ee56e8d7162e1e" providerId="LiveId" clId="{0F6830A5-18AB-4F1B-8BBB-DA235794CEC1}" dt="2026-01-09T15:57:13.716" v="1485"/>
          <ac:grpSpMkLst>
            <pc:docMk/>
            <pc:sldMk cId="438869947" sldId="288"/>
            <ac:grpSpMk id="16" creationId="{53FC1CBA-A57F-C2A9-FA6C-6EDAEA2BFB0C}"/>
          </ac:grpSpMkLst>
        </pc:grpChg>
        <pc:grpChg chg="del mod">
          <ac:chgData name="Rodica Ioana Lung" userId="64ee56e8d7162e1e" providerId="LiveId" clId="{0F6830A5-18AB-4F1B-8BBB-DA235794CEC1}" dt="2026-01-09T15:57:13.716" v="1485"/>
          <ac:grpSpMkLst>
            <pc:docMk/>
            <pc:sldMk cId="438869947" sldId="288"/>
            <ac:grpSpMk id="17" creationId="{C5118D2D-DEED-D0DF-D202-6A67D7CB6891}"/>
          </ac:grpSpMkLst>
        </pc:grpChg>
        <pc:grpChg chg="del mod">
          <ac:chgData name="Rodica Ioana Lung" userId="64ee56e8d7162e1e" providerId="LiveId" clId="{0F6830A5-18AB-4F1B-8BBB-DA235794CEC1}" dt="2026-01-09T15:57:13.716" v="1485"/>
          <ac:grpSpMkLst>
            <pc:docMk/>
            <pc:sldMk cId="438869947" sldId="288"/>
            <ac:grpSpMk id="20" creationId="{1ED769AD-E04E-E33B-91FA-FFBCE8570DA2}"/>
          </ac:grpSpMkLst>
        </pc:grpChg>
        <pc:grpChg chg="del mod">
          <ac:chgData name="Rodica Ioana Lung" userId="64ee56e8d7162e1e" providerId="LiveId" clId="{0F6830A5-18AB-4F1B-8BBB-DA235794CEC1}" dt="2026-01-09T15:57:13.716" v="1485"/>
          <ac:grpSpMkLst>
            <pc:docMk/>
            <pc:sldMk cId="438869947" sldId="288"/>
            <ac:grpSpMk id="23" creationId="{00BB8396-8EC1-4EE8-294A-CD3A3DFD605D}"/>
          </ac:grpSpMkLst>
        </pc:grpChg>
        <pc:grpChg chg="mod">
          <ac:chgData name="Rodica Ioana Lung" userId="64ee56e8d7162e1e" providerId="LiveId" clId="{0F6830A5-18AB-4F1B-8BBB-DA235794CEC1}" dt="2026-01-09T15:57:13.716" v="1485"/>
          <ac:grpSpMkLst>
            <pc:docMk/>
            <pc:sldMk cId="438869947" sldId="288"/>
            <ac:grpSpMk id="27" creationId="{8B9E97B7-A04C-6169-4704-732D7BA68022}"/>
          </ac:grpSpMkLst>
        </pc:grpChg>
        <pc:grpChg chg="mod">
          <ac:chgData name="Rodica Ioana Lung" userId="64ee56e8d7162e1e" providerId="LiveId" clId="{0F6830A5-18AB-4F1B-8BBB-DA235794CEC1}" dt="2026-01-09T15:57:25.539" v="1488"/>
          <ac:grpSpMkLst>
            <pc:docMk/>
            <pc:sldMk cId="438869947" sldId="288"/>
            <ac:grpSpMk id="30" creationId="{3F2C9AFC-A362-F1E7-41ED-73D5B422D8ED}"/>
          </ac:grpSpMkLst>
        </pc:grpChg>
        <pc:grpChg chg="del mod">
          <ac:chgData name="Rodica Ioana Lung" userId="64ee56e8d7162e1e" providerId="LiveId" clId="{0F6830A5-18AB-4F1B-8BBB-DA235794CEC1}" dt="2026-01-09T15:58:04.478" v="1504"/>
          <ac:grpSpMkLst>
            <pc:docMk/>
            <pc:sldMk cId="438869947" sldId="288"/>
            <ac:grpSpMk id="34" creationId="{C256F317-E363-7CF5-71C0-E7DDBB9B66D2}"/>
          </ac:grpSpMkLst>
        </pc:grpChg>
        <pc:grpChg chg="mod">
          <ac:chgData name="Rodica Ioana Lung" userId="64ee56e8d7162e1e" providerId="LiveId" clId="{0F6830A5-18AB-4F1B-8BBB-DA235794CEC1}" dt="2026-01-09T15:57:48.794" v="1496"/>
          <ac:grpSpMkLst>
            <pc:docMk/>
            <pc:sldMk cId="438869947" sldId="288"/>
            <ac:grpSpMk id="38" creationId="{469D93F8-7E24-5519-F79E-855756DC89EE}"/>
          </ac:grpSpMkLst>
        </pc:grpChg>
        <pc:grpChg chg="mod">
          <ac:chgData name="Rodica Ioana Lung" userId="64ee56e8d7162e1e" providerId="LiveId" clId="{0F6830A5-18AB-4F1B-8BBB-DA235794CEC1}" dt="2026-01-09T15:57:56.806" v="1498"/>
          <ac:grpSpMkLst>
            <pc:docMk/>
            <pc:sldMk cId="438869947" sldId="288"/>
            <ac:grpSpMk id="40" creationId="{8E0D77B2-B248-A179-EB9D-94F86A18F769}"/>
          </ac:grpSpMkLst>
        </pc:grpChg>
        <pc:grpChg chg="del mod">
          <ac:chgData name="Rodica Ioana Lung" userId="64ee56e8d7162e1e" providerId="LiveId" clId="{0F6830A5-18AB-4F1B-8BBB-DA235794CEC1}" dt="2026-01-09T15:58:06.249" v="1506"/>
          <ac:grpSpMkLst>
            <pc:docMk/>
            <pc:sldMk cId="438869947" sldId="288"/>
            <ac:grpSpMk id="43" creationId="{AFCA4981-ADC5-BB7A-0ACD-60501B0753EA}"/>
          </ac:grpSpMkLst>
        </pc:grpChg>
        <pc:grpChg chg="mod">
          <ac:chgData name="Rodica Ioana Lung" userId="64ee56e8d7162e1e" providerId="LiveId" clId="{0F6830A5-18AB-4F1B-8BBB-DA235794CEC1}" dt="2026-01-09T15:58:04.478" v="1504"/>
          <ac:grpSpMkLst>
            <pc:docMk/>
            <pc:sldMk cId="438869947" sldId="288"/>
            <ac:grpSpMk id="46" creationId="{2613EF99-4861-D587-4DDD-6DE27A3DB96D}"/>
          </ac:grpSpMkLst>
        </pc:grpChg>
        <pc:grpChg chg="mod">
          <ac:chgData name="Rodica Ioana Lung" userId="64ee56e8d7162e1e" providerId="LiveId" clId="{0F6830A5-18AB-4F1B-8BBB-DA235794CEC1}" dt="2026-01-09T15:58:06.249" v="1506"/>
          <ac:grpSpMkLst>
            <pc:docMk/>
            <pc:sldMk cId="438869947" sldId="288"/>
            <ac:grpSpMk id="48" creationId="{CC56EAE5-CA47-48BE-F23B-558D00514635}"/>
          </ac:grpSpMkLst>
        </pc:grpChg>
        <pc:grpChg chg="mod">
          <ac:chgData name="Rodica Ioana Lung" userId="64ee56e8d7162e1e" providerId="LiveId" clId="{0F6830A5-18AB-4F1B-8BBB-DA235794CEC1}" dt="2026-01-09T15:58:16.269" v="1511"/>
          <ac:grpSpMkLst>
            <pc:docMk/>
            <pc:sldMk cId="438869947" sldId="288"/>
            <ac:grpSpMk id="52" creationId="{03598D73-9323-8797-82FD-20F74854B090}"/>
          </ac:grpSpMkLst>
        </pc:grpChg>
        <pc:grpChg chg="mod">
          <ac:chgData name="Rodica Ioana Lung" userId="64ee56e8d7162e1e" providerId="LiveId" clId="{0F6830A5-18AB-4F1B-8BBB-DA235794CEC1}" dt="2026-01-09T15:58:28.672" v="1514"/>
          <ac:grpSpMkLst>
            <pc:docMk/>
            <pc:sldMk cId="438869947" sldId="288"/>
            <ac:grpSpMk id="55" creationId="{CAFD9BFF-8E2F-757E-FBE6-5DC27BF5BBAA}"/>
          </ac:grpSpMkLst>
        </pc:grpChg>
        <pc:inkChg chg="add">
          <ac:chgData name="Rodica Ioana Lung" userId="64ee56e8d7162e1e" providerId="LiveId" clId="{0F6830A5-18AB-4F1B-8BBB-DA235794CEC1}" dt="2026-01-09T15:56:41.755" v="1463" actId="9405"/>
          <ac:inkMkLst>
            <pc:docMk/>
            <pc:sldMk cId="438869947" sldId="288"/>
            <ac:inkMk id="4" creationId="{76B77EE8-6B45-4162-1341-7EF067DD3506}"/>
          </ac:inkMkLst>
        </pc:inkChg>
        <pc:inkChg chg="add mod">
          <ac:chgData name="Rodica Ioana Lung" userId="64ee56e8d7162e1e" providerId="LiveId" clId="{0F6830A5-18AB-4F1B-8BBB-DA235794CEC1}" dt="2026-01-09T15:57:56.806" v="1498"/>
          <ac:inkMkLst>
            <pc:docMk/>
            <pc:sldMk cId="438869947" sldId="288"/>
            <ac:inkMk id="5" creationId="{3B1D073E-D9CF-9A0B-8B80-38C12209B299}"/>
          </ac:inkMkLst>
        </pc:inkChg>
        <pc:inkChg chg="add mod">
          <ac:chgData name="Rodica Ioana Lung" userId="64ee56e8d7162e1e" providerId="LiveId" clId="{0F6830A5-18AB-4F1B-8BBB-DA235794CEC1}" dt="2026-01-09T15:57:56.806" v="1498"/>
          <ac:inkMkLst>
            <pc:docMk/>
            <pc:sldMk cId="438869947" sldId="288"/>
            <ac:inkMk id="6" creationId="{FBF4E2C7-6BE9-5EC3-0477-6BE0BE055E65}"/>
          </ac:inkMkLst>
        </pc:inkChg>
        <pc:inkChg chg="add mod">
          <ac:chgData name="Rodica Ioana Lung" userId="64ee56e8d7162e1e" providerId="LiveId" clId="{0F6830A5-18AB-4F1B-8BBB-DA235794CEC1}" dt="2026-01-09T15:56:53.060" v="1475"/>
          <ac:inkMkLst>
            <pc:docMk/>
            <pc:sldMk cId="438869947" sldId="288"/>
            <ac:inkMk id="8" creationId="{D4FDAA59-EAB8-45A9-9C64-2FC302077C3C}"/>
          </ac:inkMkLst>
        </pc:inkChg>
        <pc:inkChg chg="add mod">
          <ac:chgData name="Rodica Ioana Lung" userId="64ee56e8d7162e1e" providerId="LiveId" clId="{0F6830A5-18AB-4F1B-8BBB-DA235794CEC1}" dt="2026-01-09T15:57:13.716" v="1485"/>
          <ac:inkMkLst>
            <pc:docMk/>
            <pc:sldMk cId="438869947" sldId="288"/>
            <ac:inkMk id="9" creationId="{96EEFD8E-4E51-D03D-223A-F2C6B05A581D}"/>
          </ac:inkMkLst>
        </pc:inkChg>
        <pc:inkChg chg="add mod">
          <ac:chgData name="Rodica Ioana Lung" userId="64ee56e8d7162e1e" providerId="LiveId" clId="{0F6830A5-18AB-4F1B-8BBB-DA235794CEC1}" dt="2026-01-09T15:56:53.060" v="1475"/>
          <ac:inkMkLst>
            <pc:docMk/>
            <pc:sldMk cId="438869947" sldId="288"/>
            <ac:inkMk id="11" creationId="{BB2C9F3B-9554-7FE7-714E-4794EBA2C616}"/>
          </ac:inkMkLst>
        </pc:inkChg>
        <pc:inkChg chg="add mod">
          <ac:chgData name="Rodica Ioana Lung" userId="64ee56e8d7162e1e" providerId="LiveId" clId="{0F6830A5-18AB-4F1B-8BBB-DA235794CEC1}" dt="2026-01-09T15:56:53.060" v="1475"/>
          <ac:inkMkLst>
            <pc:docMk/>
            <pc:sldMk cId="438869947" sldId="288"/>
            <ac:inkMk id="13" creationId="{1E3A7464-4786-EC8C-BF85-D96A2E31692C}"/>
          </ac:inkMkLst>
        </pc:inkChg>
        <pc:inkChg chg="add mod">
          <ac:chgData name="Rodica Ioana Lung" userId="64ee56e8d7162e1e" providerId="LiveId" clId="{0F6830A5-18AB-4F1B-8BBB-DA235794CEC1}" dt="2026-01-09T15:56:53.060" v="1475"/>
          <ac:inkMkLst>
            <pc:docMk/>
            <pc:sldMk cId="438869947" sldId="288"/>
            <ac:inkMk id="14" creationId="{3D1F379B-9182-F3D2-EAC6-0E78513C3780}"/>
          </ac:inkMkLst>
        </pc:inkChg>
        <pc:inkChg chg="add mod">
          <ac:chgData name="Rodica Ioana Lung" userId="64ee56e8d7162e1e" providerId="LiveId" clId="{0F6830A5-18AB-4F1B-8BBB-DA235794CEC1}" dt="2026-01-09T15:56:53.060" v="1475"/>
          <ac:inkMkLst>
            <pc:docMk/>
            <pc:sldMk cId="438869947" sldId="288"/>
            <ac:inkMk id="15" creationId="{94C2C1CD-451A-24B1-E676-79F94EE4436F}"/>
          </ac:inkMkLst>
        </pc:inkChg>
        <pc:inkChg chg="add mod">
          <ac:chgData name="Rodica Ioana Lung" userId="64ee56e8d7162e1e" providerId="LiveId" clId="{0F6830A5-18AB-4F1B-8BBB-DA235794CEC1}" dt="2026-01-09T15:57:13.716" v="1485"/>
          <ac:inkMkLst>
            <pc:docMk/>
            <pc:sldMk cId="438869947" sldId="288"/>
            <ac:inkMk id="18" creationId="{8EDC073D-2832-5039-4AB9-1C91E4FB0715}"/>
          </ac:inkMkLst>
        </pc:inkChg>
        <pc:inkChg chg="add mod">
          <ac:chgData name="Rodica Ioana Lung" userId="64ee56e8d7162e1e" providerId="LiveId" clId="{0F6830A5-18AB-4F1B-8BBB-DA235794CEC1}" dt="2026-01-09T15:57:13.716" v="1485"/>
          <ac:inkMkLst>
            <pc:docMk/>
            <pc:sldMk cId="438869947" sldId="288"/>
            <ac:inkMk id="19" creationId="{E584519A-9386-DC1B-3642-B8FECB6A9C1A}"/>
          </ac:inkMkLst>
        </pc:inkChg>
        <pc:inkChg chg="add mod">
          <ac:chgData name="Rodica Ioana Lung" userId="64ee56e8d7162e1e" providerId="LiveId" clId="{0F6830A5-18AB-4F1B-8BBB-DA235794CEC1}" dt="2026-01-09T15:57:13.716" v="1485"/>
          <ac:inkMkLst>
            <pc:docMk/>
            <pc:sldMk cId="438869947" sldId="288"/>
            <ac:inkMk id="21" creationId="{71687ED9-6CCC-7678-FBCB-0FB6A899B5F7}"/>
          </ac:inkMkLst>
        </pc:inkChg>
        <pc:inkChg chg="add mod">
          <ac:chgData name="Rodica Ioana Lung" userId="64ee56e8d7162e1e" providerId="LiveId" clId="{0F6830A5-18AB-4F1B-8BBB-DA235794CEC1}" dt="2026-01-09T15:56:56.654" v="1481"/>
          <ac:inkMkLst>
            <pc:docMk/>
            <pc:sldMk cId="438869947" sldId="288"/>
            <ac:inkMk id="22" creationId="{09581055-8063-18C4-CBF6-14BF2D50ABAE}"/>
          </ac:inkMkLst>
        </pc:inkChg>
        <pc:inkChg chg="add">
          <ac:chgData name="Rodica Ioana Lung" userId="64ee56e8d7162e1e" providerId="LiveId" clId="{0F6830A5-18AB-4F1B-8BBB-DA235794CEC1}" dt="2026-01-09T15:57:12.235" v="1482" actId="9405"/>
          <ac:inkMkLst>
            <pc:docMk/>
            <pc:sldMk cId="438869947" sldId="288"/>
            <ac:inkMk id="24" creationId="{FC51FC3D-91D8-9570-C4F6-5207E09A427C}"/>
          </ac:inkMkLst>
        </pc:inkChg>
        <pc:inkChg chg="add mod">
          <ac:chgData name="Rodica Ioana Lung" userId="64ee56e8d7162e1e" providerId="LiveId" clId="{0F6830A5-18AB-4F1B-8BBB-DA235794CEC1}" dt="2026-01-09T15:57:13.716" v="1485"/>
          <ac:inkMkLst>
            <pc:docMk/>
            <pc:sldMk cId="438869947" sldId="288"/>
            <ac:inkMk id="25" creationId="{88CE3E1D-AF07-BC89-9476-CA271ADBD03F}"/>
          </ac:inkMkLst>
        </pc:inkChg>
        <pc:inkChg chg="add">
          <ac:chgData name="Rodica Ioana Lung" userId="64ee56e8d7162e1e" providerId="LiveId" clId="{0F6830A5-18AB-4F1B-8BBB-DA235794CEC1}" dt="2026-01-09T15:57:12.897" v="1484" actId="9405"/>
          <ac:inkMkLst>
            <pc:docMk/>
            <pc:sldMk cId="438869947" sldId="288"/>
            <ac:inkMk id="26" creationId="{63039622-AD86-32DE-2FFF-960CAC660E2B}"/>
          </ac:inkMkLst>
        </pc:inkChg>
        <pc:inkChg chg="add mod">
          <ac:chgData name="Rodica Ioana Lung" userId="64ee56e8d7162e1e" providerId="LiveId" clId="{0F6830A5-18AB-4F1B-8BBB-DA235794CEC1}" dt="2026-01-09T15:57:25.539" v="1488"/>
          <ac:inkMkLst>
            <pc:docMk/>
            <pc:sldMk cId="438869947" sldId="288"/>
            <ac:inkMk id="28" creationId="{156E6AFA-CEAC-07DA-28D6-B7415E4EDCF8}"/>
          </ac:inkMkLst>
        </pc:inkChg>
        <pc:inkChg chg="add mod">
          <ac:chgData name="Rodica Ioana Lung" userId="64ee56e8d7162e1e" providerId="LiveId" clId="{0F6830A5-18AB-4F1B-8BBB-DA235794CEC1}" dt="2026-01-09T15:57:25.539" v="1488"/>
          <ac:inkMkLst>
            <pc:docMk/>
            <pc:sldMk cId="438869947" sldId="288"/>
            <ac:inkMk id="29" creationId="{005A628A-DEAF-1A41-80B8-2CB9466E65FA}"/>
          </ac:inkMkLst>
        </pc:inkChg>
        <pc:inkChg chg="add">
          <ac:chgData name="Rodica Ioana Lung" userId="64ee56e8d7162e1e" providerId="LiveId" clId="{0F6830A5-18AB-4F1B-8BBB-DA235794CEC1}" dt="2026-01-09T15:57:32.766" v="1489" actId="9405"/>
          <ac:inkMkLst>
            <pc:docMk/>
            <pc:sldMk cId="438869947" sldId="288"/>
            <ac:inkMk id="31" creationId="{9C9E9ACF-74BE-3594-87E4-9416CD7B3670}"/>
          </ac:inkMkLst>
        </pc:inkChg>
        <pc:inkChg chg="add mod">
          <ac:chgData name="Rodica Ioana Lung" userId="64ee56e8d7162e1e" providerId="LiveId" clId="{0F6830A5-18AB-4F1B-8BBB-DA235794CEC1}" dt="2026-01-09T15:58:04.478" v="1504"/>
          <ac:inkMkLst>
            <pc:docMk/>
            <pc:sldMk cId="438869947" sldId="288"/>
            <ac:inkMk id="32" creationId="{32FE2927-6544-4FFE-7015-B1B9368FA8B0}"/>
          </ac:inkMkLst>
        </pc:inkChg>
        <pc:inkChg chg="add mod">
          <ac:chgData name="Rodica Ioana Lung" userId="64ee56e8d7162e1e" providerId="LiveId" clId="{0F6830A5-18AB-4F1B-8BBB-DA235794CEC1}" dt="2026-01-09T15:58:04.478" v="1504"/>
          <ac:inkMkLst>
            <pc:docMk/>
            <pc:sldMk cId="438869947" sldId="288"/>
            <ac:inkMk id="33" creationId="{8448464C-E54C-AB70-41EA-43729AB29498}"/>
          </ac:inkMkLst>
        </pc:inkChg>
        <pc:inkChg chg="add">
          <ac:chgData name="Rodica Ioana Lung" userId="64ee56e8d7162e1e" providerId="LiveId" clId="{0F6830A5-18AB-4F1B-8BBB-DA235794CEC1}" dt="2026-01-09T15:57:44.696" v="1493" actId="9405"/>
          <ac:inkMkLst>
            <pc:docMk/>
            <pc:sldMk cId="438869947" sldId="288"/>
            <ac:inkMk id="35" creationId="{52D73E6F-176F-C4BB-5047-D1628B0E99BF}"/>
          </ac:inkMkLst>
        </pc:inkChg>
        <pc:inkChg chg="add mod">
          <ac:chgData name="Rodica Ioana Lung" userId="64ee56e8d7162e1e" providerId="LiveId" clId="{0F6830A5-18AB-4F1B-8BBB-DA235794CEC1}" dt="2026-01-09T15:57:48.794" v="1496"/>
          <ac:inkMkLst>
            <pc:docMk/>
            <pc:sldMk cId="438869947" sldId="288"/>
            <ac:inkMk id="36" creationId="{806D067B-6B69-D51D-3306-D24469105879}"/>
          </ac:inkMkLst>
        </pc:inkChg>
        <pc:inkChg chg="add mod">
          <ac:chgData name="Rodica Ioana Lung" userId="64ee56e8d7162e1e" providerId="LiveId" clId="{0F6830A5-18AB-4F1B-8BBB-DA235794CEC1}" dt="2026-01-09T15:57:48.794" v="1496"/>
          <ac:inkMkLst>
            <pc:docMk/>
            <pc:sldMk cId="438869947" sldId="288"/>
            <ac:inkMk id="37" creationId="{84F23B51-51AA-9FD4-4664-2787C3939032}"/>
          </ac:inkMkLst>
        </pc:inkChg>
        <pc:inkChg chg="add mod">
          <ac:chgData name="Rodica Ioana Lung" userId="64ee56e8d7162e1e" providerId="LiveId" clId="{0F6830A5-18AB-4F1B-8BBB-DA235794CEC1}" dt="2026-01-09T15:57:56.806" v="1498"/>
          <ac:inkMkLst>
            <pc:docMk/>
            <pc:sldMk cId="438869947" sldId="288"/>
            <ac:inkMk id="39" creationId="{A3540ECA-E55D-E53F-6EE6-A70E24B187B7}"/>
          </ac:inkMkLst>
        </pc:inkChg>
        <pc:inkChg chg="add mod">
          <ac:chgData name="Rodica Ioana Lung" userId="64ee56e8d7162e1e" providerId="LiveId" clId="{0F6830A5-18AB-4F1B-8BBB-DA235794CEC1}" dt="2026-01-09T15:58:06.249" v="1506"/>
          <ac:inkMkLst>
            <pc:docMk/>
            <pc:sldMk cId="438869947" sldId="288"/>
            <ac:inkMk id="41" creationId="{E57A16CE-85D7-C6F1-880F-F14F85CC035A}"/>
          </ac:inkMkLst>
        </pc:inkChg>
        <pc:inkChg chg="add mod">
          <ac:chgData name="Rodica Ioana Lung" userId="64ee56e8d7162e1e" providerId="LiveId" clId="{0F6830A5-18AB-4F1B-8BBB-DA235794CEC1}" dt="2026-01-09T15:58:06.249" v="1506"/>
          <ac:inkMkLst>
            <pc:docMk/>
            <pc:sldMk cId="438869947" sldId="288"/>
            <ac:inkMk id="42" creationId="{508BDDAA-0169-9DD7-7CD0-58D9338948CB}"/>
          </ac:inkMkLst>
        </pc:inkChg>
        <pc:inkChg chg="add mod">
          <ac:chgData name="Rodica Ioana Lung" userId="64ee56e8d7162e1e" providerId="LiveId" clId="{0F6830A5-18AB-4F1B-8BBB-DA235794CEC1}" dt="2026-01-09T15:58:04.478" v="1504"/>
          <ac:inkMkLst>
            <pc:docMk/>
            <pc:sldMk cId="438869947" sldId="288"/>
            <ac:inkMk id="44" creationId="{D5993918-13A5-0571-6ACF-51040A1A31BF}"/>
          </ac:inkMkLst>
        </pc:inkChg>
        <pc:inkChg chg="add mod">
          <ac:chgData name="Rodica Ioana Lung" userId="64ee56e8d7162e1e" providerId="LiveId" clId="{0F6830A5-18AB-4F1B-8BBB-DA235794CEC1}" dt="2026-01-09T15:58:04.478" v="1504"/>
          <ac:inkMkLst>
            <pc:docMk/>
            <pc:sldMk cId="438869947" sldId="288"/>
            <ac:inkMk id="45" creationId="{C67BF804-6A68-48BD-4A08-72EDBC4E77AC}"/>
          </ac:inkMkLst>
        </pc:inkChg>
        <pc:inkChg chg="add mod">
          <ac:chgData name="Rodica Ioana Lung" userId="64ee56e8d7162e1e" providerId="LiveId" clId="{0F6830A5-18AB-4F1B-8BBB-DA235794CEC1}" dt="2026-01-09T15:58:06.249" v="1506"/>
          <ac:inkMkLst>
            <pc:docMk/>
            <pc:sldMk cId="438869947" sldId="288"/>
            <ac:inkMk id="47" creationId="{340DD162-4081-44B7-2098-A14963758A4A}"/>
          </ac:inkMkLst>
        </pc:inkChg>
        <pc:inkChg chg="add del">
          <ac:chgData name="Rodica Ioana Lung" userId="64ee56e8d7162e1e" providerId="LiveId" clId="{0F6830A5-18AB-4F1B-8BBB-DA235794CEC1}" dt="2026-01-09T15:58:12.882" v="1508"/>
          <ac:inkMkLst>
            <pc:docMk/>
            <pc:sldMk cId="438869947" sldId="288"/>
            <ac:inkMk id="49" creationId="{94D76B79-9815-274A-184F-8F48D138E70D}"/>
          </ac:inkMkLst>
        </pc:inkChg>
        <pc:inkChg chg="add mod">
          <ac:chgData name="Rodica Ioana Lung" userId="64ee56e8d7162e1e" providerId="LiveId" clId="{0F6830A5-18AB-4F1B-8BBB-DA235794CEC1}" dt="2026-01-09T15:58:16.269" v="1511"/>
          <ac:inkMkLst>
            <pc:docMk/>
            <pc:sldMk cId="438869947" sldId="288"/>
            <ac:inkMk id="50" creationId="{4E53A13D-BA73-3B51-B7F8-2D0C0FA8F056}"/>
          </ac:inkMkLst>
        </pc:inkChg>
        <pc:inkChg chg="add mod">
          <ac:chgData name="Rodica Ioana Lung" userId="64ee56e8d7162e1e" providerId="LiveId" clId="{0F6830A5-18AB-4F1B-8BBB-DA235794CEC1}" dt="2026-01-09T15:58:16.269" v="1511"/>
          <ac:inkMkLst>
            <pc:docMk/>
            <pc:sldMk cId="438869947" sldId="288"/>
            <ac:inkMk id="51" creationId="{E67F89DB-18A3-4888-41FF-3121084375CD}"/>
          </ac:inkMkLst>
        </pc:inkChg>
        <pc:inkChg chg="add mod">
          <ac:chgData name="Rodica Ioana Lung" userId="64ee56e8d7162e1e" providerId="LiveId" clId="{0F6830A5-18AB-4F1B-8BBB-DA235794CEC1}" dt="2026-01-09T15:58:28.672" v="1514"/>
          <ac:inkMkLst>
            <pc:docMk/>
            <pc:sldMk cId="438869947" sldId="288"/>
            <ac:inkMk id="53" creationId="{3FC2A518-8014-6BA5-D392-A04B25B8AE5E}"/>
          </ac:inkMkLst>
        </pc:inkChg>
        <pc:inkChg chg="add mod">
          <ac:chgData name="Rodica Ioana Lung" userId="64ee56e8d7162e1e" providerId="LiveId" clId="{0F6830A5-18AB-4F1B-8BBB-DA235794CEC1}" dt="2026-01-09T15:58:28.672" v="1514"/>
          <ac:inkMkLst>
            <pc:docMk/>
            <pc:sldMk cId="438869947" sldId="288"/>
            <ac:inkMk id="54" creationId="{466F3796-C593-9A7E-8877-7DF144EFD1DA}"/>
          </ac:inkMkLst>
        </pc:inkChg>
      </pc:sldChg>
      <pc:sldChg chg="addSp delSp modSp mod">
        <pc:chgData name="Rodica Ioana Lung" userId="64ee56e8d7162e1e" providerId="LiveId" clId="{0F6830A5-18AB-4F1B-8BBB-DA235794CEC1}" dt="2026-01-09T16:03:33.663" v="1673" actId="9405"/>
        <pc:sldMkLst>
          <pc:docMk/>
          <pc:sldMk cId="3300132112" sldId="289"/>
        </pc:sldMkLst>
        <pc:grpChg chg="del mod">
          <ac:chgData name="Rodica Ioana Lung" userId="64ee56e8d7162e1e" providerId="LiveId" clId="{0F6830A5-18AB-4F1B-8BBB-DA235794CEC1}" dt="2026-01-09T16:02:06.825" v="1634"/>
          <ac:grpSpMkLst>
            <pc:docMk/>
            <pc:sldMk cId="3300132112" sldId="289"/>
            <ac:grpSpMk id="7" creationId="{B3F76059-D102-7D44-124D-37554F0015A7}"/>
          </ac:grpSpMkLst>
        </pc:grpChg>
        <pc:grpChg chg="del mod">
          <ac:chgData name="Rodica Ioana Lung" userId="64ee56e8d7162e1e" providerId="LiveId" clId="{0F6830A5-18AB-4F1B-8BBB-DA235794CEC1}" dt="2026-01-09T16:02:08.629" v="1637"/>
          <ac:grpSpMkLst>
            <pc:docMk/>
            <pc:sldMk cId="3300132112" sldId="289"/>
            <ac:grpSpMk id="10" creationId="{D079DFBF-7B82-8E71-7D1C-BA030FDD9FCB}"/>
          </ac:grpSpMkLst>
        </pc:grpChg>
        <pc:grpChg chg="del mod">
          <ac:chgData name="Rodica Ioana Lung" userId="64ee56e8d7162e1e" providerId="LiveId" clId="{0F6830A5-18AB-4F1B-8BBB-DA235794CEC1}" dt="2026-01-09T16:02:10.690" v="1639"/>
          <ac:grpSpMkLst>
            <pc:docMk/>
            <pc:sldMk cId="3300132112" sldId="289"/>
            <ac:grpSpMk id="13" creationId="{5DAA6FAF-6DBB-E2FA-9D4F-19F08B6692BA}"/>
          </ac:grpSpMkLst>
        </pc:grpChg>
        <pc:grpChg chg="mod">
          <ac:chgData name="Rodica Ioana Lung" userId="64ee56e8d7162e1e" providerId="LiveId" clId="{0F6830A5-18AB-4F1B-8BBB-DA235794CEC1}" dt="2026-01-09T16:02:10.690" v="1639"/>
          <ac:grpSpMkLst>
            <pc:docMk/>
            <pc:sldMk cId="3300132112" sldId="289"/>
            <ac:grpSpMk id="15" creationId="{819E97D4-7208-8C6C-4286-97F6853E0997}"/>
          </ac:grpSpMkLst>
        </pc:grpChg>
        <pc:grpChg chg="mod">
          <ac:chgData name="Rodica Ioana Lung" userId="64ee56e8d7162e1e" providerId="LiveId" clId="{0F6830A5-18AB-4F1B-8BBB-DA235794CEC1}" dt="2026-01-09T16:02:19.409" v="1643"/>
          <ac:grpSpMkLst>
            <pc:docMk/>
            <pc:sldMk cId="3300132112" sldId="289"/>
            <ac:grpSpMk id="19" creationId="{237FF801-4F84-C7A9-548C-92AC7C7AC416}"/>
          </ac:grpSpMkLst>
        </pc:grpChg>
        <pc:grpChg chg="mod">
          <ac:chgData name="Rodica Ioana Lung" userId="64ee56e8d7162e1e" providerId="LiveId" clId="{0F6830A5-18AB-4F1B-8BBB-DA235794CEC1}" dt="2026-01-09T16:02:32.922" v="1646"/>
          <ac:grpSpMkLst>
            <pc:docMk/>
            <pc:sldMk cId="3300132112" sldId="289"/>
            <ac:grpSpMk id="22" creationId="{F85E5511-1416-B718-D697-925DBD4A02DB}"/>
          </ac:grpSpMkLst>
        </pc:grpChg>
        <pc:grpChg chg="mod">
          <ac:chgData name="Rodica Ioana Lung" userId="64ee56e8d7162e1e" providerId="LiveId" clId="{0F6830A5-18AB-4F1B-8BBB-DA235794CEC1}" dt="2026-01-09T16:03:00.252" v="1652"/>
          <ac:grpSpMkLst>
            <pc:docMk/>
            <pc:sldMk cId="3300132112" sldId="289"/>
            <ac:grpSpMk id="26" creationId="{C7D2E4E5-9794-427C-A45C-8A6E86208D25}"/>
          </ac:grpSpMkLst>
        </pc:grpChg>
        <pc:grpChg chg="mod">
          <ac:chgData name="Rodica Ioana Lung" userId="64ee56e8d7162e1e" providerId="LiveId" clId="{0F6830A5-18AB-4F1B-8BBB-DA235794CEC1}" dt="2026-01-09T16:03:01.669" v="1655"/>
          <ac:grpSpMkLst>
            <pc:docMk/>
            <pc:sldMk cId="3300132112" sldId="289"/>
            <ac:grpSpMk id="29" creationId="{752434E1-8049-F285-D3C9-0CD95E571F34}"/>
          </ac:grpSpMkLst>
        </pc:grpChg>
        <pc:grpChg chg="del mod">
          <ac:chgData name="Rodica Ioana Lung" userId="64ee56e8d7162e1e" providerId="LiveId" clId="{0F6830A5-18AB-4F1B-8BBB-DA235794CEC1}" dt="2026-01-09T16:03:08.296" v="1661"/>
          <ac:grpSpMkLst>
            <pc:docMk/>
            <pc:sldMk cId="3300132112" sldId="289"/>
            <ac:grpSpMk id="32" creationId="{38887801-8E5F-5FF3-4FC7-0F95132B597C}"/>
          </ac:grpSpMkLst>
        </pc:grpChg>
        <pc:grpChg chg="del mod">
          <ac:chgData name="Rodica Ioana Lung" userId="64ee56e8d7162e1e" providerId="LiveId" clId="{0F6830A5-18AB-4F1B-8BBB-DA235794CEC1}" dt="2026-01-09T16:03:11.488" v="1664"/>
          <ac:grpSpMkLst>
            <pc:docMk/>
            <pc:sldMk cId="3300132112" sldId="289"/>
            <ac:grpSpMk id="35" creationId="{DFE29F4E-BDD2-1FAE-A52C-D0A477232648}"/>
          </ac:grpSpMkLst>
        </pc:grpChg>
        <pc:grpChg chg="mod">
          <ac:chgData name="Rodica Ioana Lung" userId="64ee56e8d7162e1e" providerId="LiveId" clId="{0F6830A5-18AB-4F1B-8BBB-DA235794CEC1}" dt="2026-01-09T16:03:11.488" v="1664"/>
          <ac:grpSpMkLst>
            <pc:docMk/>
            <pc:sldMk cId="3300132112" sldId="289"/>
            <ac:grpSpMk id="38" creationId="{B80EEECF-6E0E-A936-48C2-75DAA26539B0}"/>
          </ac:grpSpMkLst>
        </pc:grpChg>
        <pc:grpChg chg="mod">
          <ac:chgData name="Rodica Ioana Lung" userId="64ee56e8d7162e1e" providerId="LiveId" clId="{0F6830A5-18AB-4F1B-8BBB-DA235794CEC1}" dt="2026-01-09T16:03:14.139" v="1667"/>
          <ac:grpSpMkLst>
            <pc:docMk/>
            <pc:sldMk cId="3300132112" sldId="289"/>
            <ac:grpSpMk id="41" creationId="{E87A6333-4566-7E7B-F1B0-646FF0E719A7}"/>
          </ac:grpSpMkLst>
        </pc:grpChg>
        <pc:grpChg chg="del mod">
          <ac:chgData name="Rodica Ioana Lung" userId="64ee56e8d7162e1e" providerId="LiveId" clId="{0F6830A5-18AB-4F1B-8BBB-DA235794CEC1}" dt="2026-01-09T16:03:22.693" v="1672"/>
          <ac:grpSpMkLst>
            <pc:docMk/>
            <pc:sldMk cId="3300132112" sldId="289"/>
            <ac:grpSpMk id="44" creationId="{7A53547A-EE94-2D02-A808-FC29D8D2BC56}"/>
          </ac:grpSpMkLst>
        </pc:grpChg>
        <pc:grpChg chg="mod">
          <ac:chgData name="Rodica Ioana Lung" userId="64ee56e8d7162e1e" providerId="LiveId" clId="{0F6830A5-18AB-4F1B-8BBB-DA235794CEC1}" dt="2026-01-09T16:03:22.693" v="1672"/>
          <ac:grpSpMkLst>
            <pc:docMk/>
            <pc:sldMk cId="3300132112" sldId="289"/>
            <ac:grpSpMk id="46" creationId="{7B33F6CA-7401-E196-825E-DD50652E0B09}"/>
          </ac:grpSpMkLst>
        </pc:grpChg>
        <pc:inkChg chg="add">
          <ac:chgData name="Rodica Ioana Lung" userId="64ee56e8d7162e1e" providerId="LiveId" clId="{0F6830A5-18AB-4F1B-8BBB-DA235794CEC1}" dt="2026-01-09T16:01:39.377" v="1628" actId="9405"/>
          <ac:inkMkLst>
            <pc:docMk/>
            <pc:sldMk cId="3300132112" sldId="289"/>
            <ac:inkMk id="4" creationId="{26DD4F4D-64FC-3C52-918F-1FE92FF80784}"/>
          </ac:inkMkLst>
        </pc:inkChg>
        <pc:inkChg chg="add mod">
          <ac:chgData name="Rodica Ioana Lung" userId="64ee56e8d7162e1e" providerId="LiveId" clId="{0F6830A5-18AB-4F1B-8BBB-DA235794CEC1}" dt="2026-01-09T16:02:10.690" v="1639"/>
          <ac:inkMkLst>
            <pc:docMk/>
            <pc:sldMk cId="3300132112" sldId="289"/>
            <ac:inkMk id="5" creationId="{97143B26-04BA-0FD9-1952-F3A5E8C52DBD}"/>
          </ac:inkMkLst>
        </pc:inkChg>
        <pc:inkChg chg="add mod">
          <ac:chgData name="Rodica Ioana Lung" userId="64ee56e8d7162e1e" providerId="LiveId" clId="{0F6830A5-18AB-4F1B-8BBB-DA235794CEC1}" dt="2026-01-09T16:02:10.690" v="1639"/>
          <ac:inkMkLst>
            <pc:docMk/>
            <pc:sldMk cId="3300132112" sldId="289"/>
            <ac:inkMk id="6" creationId="{15064DBA-44E1-045D-E742-92A2DFFE99B5}"/>
          </ac:inkMkLst>
        </pc:inkChg>
        <pc:inkChg chg="add mod">
          <ac:chgData name="Rodica Ioana Lung" userId="64ee56e8d7162e1e" providerId="LiveId" clId="{0F6830A5-18AB-4F1B-8BBB-DA235794CEC1}" dt="2026-01-09T16:02:10.690" v="1639"/>
          <ac:inkMkLst>
            <pc:docMk/>
            <pc:sldMk cId="3300132112" sldId="289"/>
            <ac:inkMk id="8" creationId="{ACE38C65-72DC-DF5D-A401-B78EEE334497}"/>
          </ac:inkMkLst>
        </pc:inkChg>
        <pc:inkChg chg="add mod">
          <ac:chgData name="Rodica Ioana Lung" userId="64ee56e8d7162e1e" providerId="LiveId" clId="{0F6830A5-18AB-4F1B-8BBB-DA235794CEC1}" dt="2026-01-09T16:02:10.690" v="1639"/>
          <ac:inkMkLst>
            <pc:docMk/>
            <pc:sldMk cId="3300132112" sldId="289"/>
            <ac:inkMk id="9" creationId="{6DA3C474-83DF-7FEA-33AF-D8D3CBED0C26}"/>
          </ac:inkMkLst>
        </pc:inkChg>
        <pc:inkChg chg="add mod">
          <ac:chgData name="Rodica Ioana Lung" userId="64ee56e8d7162e1e" providerId="LiveId" clId="{0F6830A5-18AB-4F1B-8BBB-DA235794CEC1}" dt="2026-01-09T16:02:10.690" v="1639"/>
          <ac:inkMkLst>
            <pc:docMk/>
            <pc:sldMk cId="3300132112" sldId="289"/>
            <ac:inkMk id="11" creationId="{A169770B-27F6-E55F-2643-AE8531611C2E}"/>
          </ac:inkMkLst>
        </pc:inkChg>
        <pc:inkChg chg="add mod">
          <ac:chgData name="Rodica Ioana Lung" userId="64ee56e8d7162e1e" providerId="LiveId" clId="{0F6830A5-18AB-4F1B-8BBB-DA235794CEC1}" dt="2026-01-09T16:02:10.690" v="1639"/>
          <ac:inkMkLst>
            <pc:docMk/>
            <pc:sldMk cId="3300132112" sldId="289"/>
            <ac:inkMk id="12" creationId="{066F4D08-BE02-348B-CFD3-E5ABDC566150}"/>
          </ac:inkMkLst>
        </pc:inkChg>
        <pc:inkChg chg="add mod">
          <ac:chgData name="Rodica Ioana Lung" userId="64ee56e8d7162e1e" providerId="LiveId" clId="{0F6830A5-18AB-4F1B-8BBB-DA235794CEC1}" dt="2026-01-09T16:02:10.690" v="1639"/>
          <ac:inkMkLst>
            <pc:docMk/>
            <pc:sldMk cId="3300132112" sldId="289"/>
            <ac:inkMk id="14" creationId="{B891C589-EC52-CCC7-A2AA-3AA6C04F3B20}"/>
          </ac:inkMkLst>
        </pc:inkChg>
        <pc:inkChg chg="add">
          <ac:chgData name="Rodica Ioana Lung" userId="64ee56e8d7162e1e" providerId="LiveId" clId="{0F6830A5-18AB-4F1B-8BBB-DA235794CEC1}" dt="2026-01-09T16:02:11.883" v="1640" actId="9405"/>
          <ac:inkMkLst>
            <pc:docMk/>
            <pc:sldMk cId="3300132112" sldId="289"/>
            <ac:inkMk id="16" creationId="{27D47103-2591-66AC-8757-CADAA6E81092}"/>
          </ac:inkMkLst>
        </pc:inkChg>
        <pc:inkChg chg="add mod">
          <ac:chgData name="Rodica Ioana Lung" userId="64ee56e8d7162e1e" providerId="LiveId" clId="{0F6830A5-18AB-4F1B-8BBB-DA235794CEC1}" dt="2026-01-09T16:02:19.409" v="1643"/>
          <ac:inkMkLst>
            <pc:docMk/>
            <pc:sldMk cId="3300132112" sldId="289"/>
            <ac:inkMk id="17" creationId="{8F5A5605-A13F-4842-DA03-6883CF1BAAB3}"/>
          </ac:inkMkLst>
        </pc:inkChg>
        <pc:inkChg chg="add mod">
          <ac:chgData name="Rodica Ioana Lung" userId="64ee56e8d7162e1e" providerId="LiveId" clId="{0F6830A5-18AB-4F1B-8BBB-DA235794CEC1}" dt="2026-01-09T16:02:19.409" v="1643"/>
          <ac:inkMkLst>
            <pc:docMk/>
            <pc:sldMk cId="3300132112" sldId="289"/>
            <ac:inkMk id="18" creationId="{32515C87-CC7C-F7C2-4402-8C601E133039}"/>
          </ac:inkMkLst>
        </pc:inkChg>
        <pc:inkChg chg="add mod">
          <ac:chgData name="Rodica Ioana Lung" userId="64ee56e8d7162e1e" providerId="LiveId" clId="{0F6830A5-18AB-4F1B-8BBB-DA235794CEC1}" dt="2026-01-09T16:02:32.922" v="1646"/>
          <ac:inkMkLst>
            <pc:docMk/>
            <pc:sldMk cId="3300132112" sldId="289"/>
            <ac:inkMk id="20" creationId="{63090BBE-0AB2-9D51-B0D6-02C3255DB832}"/>
          </ac:inkMkLst>
        </pc:inkChg>
        <pc:inkChg chg="add mod">
          <ac:chgData name="Rodica Ioana Lung" userId="64ee56e8d7162e1e" providerId="LiveId" clId="{0F6830A5-18AB-4F1B-8BBB-DA235794CEC1}" dt="2026-01-09T16:02:32.922" v="1646"/>
          <ac:inkMkLst>
            <pc:docMk/>
            <pc:sldMk cId="3300132112" sldId="289"/>
            <ac:inkMk id="21" creationId="{C1486638-419F-6E6E-57D8-7904DA768D8E}"/>
          </ac:inkMkLst>
        </pc:inkChg>
        <pc:inkChg chg="add">
          <ac:chgData name="Rodica Ioana Lung" userId="64ee56e8d7162e1e" providerId="LiveId" clId="{0F6830A5-18AB-4F1B-8BBB-DA235794CEC1}" dt="2026-01-09T16:02:45.117" v="1647" actId="9405"/>
          <ac:inkMkLst>
            <pc:docMk/>
            <pc:sldMk cId="3300132112" sldId="289"/>
            <ac:inkMk id="23" creationId="{0F098932-0686-E7CB-BB7A-18199A5590A5}"/>
          </ac:inkMkLst>
        </pc:inkChg>
        <pc:inkChg chg="add mod">
          <ac:chgData name="Rodica Ioana Lung" userId="64ee56e8d7162e1e" providerId="LiveId" clId="{0F6830A5-18AB-4F1B-8BBB-DA235794CEC1}" dt="2026-01-09T16:03:00.252" v="1652"/>
          <ac:inkMkLst>
            <pc:docMk/>
            <pc:sldMk cId="3300132112" sldId="289"/>
            <ac:inkMk id="24" creationId="{7A2D19B1-4101-5549-DCCF-793C81C29458}"/>
          </ac:inkMkLst>
        </pc:inkChg>
        <pc:inkChg chg="add mod">
          <ac:chgData name="Rodica Ioana Lung" userId="64ee56e8d7162e1e" providerId="LiveId" clId="{0F6830A5-18AB-4F1B-8BBB-DA235794CEC1}" dt="2026-01-09T16:03:00.252" v="1652"/>
          <ac:inkMkLst>
            <pc:docMk/>
            <pc:sldMk cId="3300132112" sldId="289"/>
            <ac:inkMk id="25" creationId="{C43A748E-B1FA-A877-5E5E-2EC30B179C64}"/>
          </ac:inkMkLst>
        </pc:inkChg>
        <pc:inkChg chg="add mod">
          <ac:chgData name="Rodica Ioana Lung" userId="64ee56e8d7162e1e" providerId="LiveId" clId="{0F6830A5-18AB-4F1B-8BBB-DA235794CEC1}" dt="2026-01-09T16:03:01.669" v="1655"/>
          <ac:inkMkLst>
            <pc:docMk/>
            <pc:sldMk cId="3300132112" sldId="289"/>
            <ac:inkMk id="27" creationId="{83FD90F6-E5C1-BEDB-C76D-0B2D72759288}"/>
          </ac:inkMkLst>
        </pc:inkChg>
        <pc:inkChg chg="add mod">
          <ac:chgData name="Rodica Ioana Lung" userId="64ee56e8d7162e1e" providerId="LiveId" clId="{0F6830A5-18AB-4F1B-8BBB-DA235794CEC1}" dt="2026-01-09T16:03:01.669" v="1655"/>
          <ac:inkMkLst>
            <pc:docMk/>
            <pc:sldMk cId="3300132112" sldId="289"/>
            <ac:inkMk id="28" creationId="{A4C6BDBD-43C7-BE4E-B78C-91D0B906A772}"/>
          </ac:inkMkLst>
        </pc:inkChg>
        <pc:inkChg chg="add mod">
          <ac:chgData name="Rodica Ioana Lung" userId="64ee56e8d7162e1e" providerId="LiveId" clId="{0F6830A5-18AB-4F1B-8BBB-DA235794CEC1}" dt="2026-01-09T16:03:11.488" v="1664"/>
          <ac:inkMkLst>
            <pc:docMk/>
            <pc:sldMk cId="3300132112" sldId="289"/>
            <ac:inkMk id="30" creationId="{8064394E-4A0D-EBFC-5F3D-FE3D4EBB7DA2}"/>
          </ac:inkMkLst>
        </pc:inkChg>
        <pc:inkChg chg="add mod">
          <ac:chgData name="Rodica Ioana Lung" userId="64ee56e8d7162e1e" providerId="LiveId" clId="{0F6830A5-18AB-4F1B-8BBB-DA235794CEC1}" dt="2026-01-09T16:03:11.488" v="1664"/>
          <ac:inkMkLst>
            <pc:docMk/>
            <pc:sldMk cId="3300132112" sldId="289"/>
            <ac:inkMk id="31" creationId="{2BE66960-89DB-234C-098D-09D92820DAF2}"/>
          </ac:inkMkLst>
        </pc:inkChg>
        <pc:inkChg chg="add mod">
          <ac:chgData name="Rodica Ioana Lung" userId="64ee56e8d7162e1e" providerId="LiveId" clId="{0F6830A5-18AB-4F1B-8BBB-DA235794CEC1}" dt="2026-01-09T16:03:11.488" v="1664"/>
          <ac:inkMkLst>
            <pc:docMk/>
            <pc:sldMk cId="3300132112" sldId="289"/>
            <ac:inkMk id="33" creationId="{E55A619D-A540-4D91-C792-73A3CA163E72}"/>
          </ac:inkMkLst>
        </pc:inkChg>
        <pc:inkChg chg="add">
          <ac:chgData name="Rodica Ioana Lung" userId="64ee56e8d7162e1e" providerId="LiveId" clId="{0F6830A5-18AB-4F1B-8BBB-DA235794CEC1}" dt="2026-01-09T16:03:07.680" v="1660" actId="9405"/>
          <ac:inkMkLst>
            <pc:docMk/>
            <pc:sldMk cId="3300132112" sldId="289"/>
            <ac:inkMk id="34" creationId="{24546EB0-4B19-FDEE-B64A-148E63F53757}"/>
          </ac:inkMkLst>
        </pc:inkChg>
        <pc:inkChg chg="add mod">
          <ac:chgData name="Rodica Ioana Lung" userId="64ee56e8d7162e1e" providerId="LiveId" clId="{0F6830A5-18AB-4F1B-8BBB-DA235794CEC1}" dt="2026-01-09T16:03:11.488" v="1664"/>
          <ac:inkMkLst>
            <pc:docMk/>
            <pc:sldMk cId="3300132112" sldId="289"/>
            <ac:inkMk id="36" creationId="{C844D784-4727-F1EE-9CBE-211EA67D78F2}"/>
          </ac:inkMkLst>
        </pc:inkChg>
        <pc:inkChg chg="add">
          <ac:chgData name="Rodica Ioana Lung" userId="64ee56e8d7162e1e" providerId="LiveId" clId="{0F6830A5-18AB-4F1B-8BBB-DA235794CEC1}" dt="2026-01-09T16:03:10.555" v="1663" actId="9405"/>
          <ac:inkMkLst>
            <pc:docMk/>
            <pc:sldMk cId="3300132112" sldId="289"/>
            <ac:inkMk id="37" creationId="{B02766D5-41AE-5F86-1E91-0D45AD91D965}"/>
          </ac:inkMkLst>
        </pc:inkChg>
        <pc:inkChg chg="add mod">
          <ac:chgData name="Rodica Ioana Lung" userId="64ee56e8d7162e1e" providerId="LiveId" clId="{0F6830A5-18AB-4F1B-8BBB-DA235794CEC1}" dt="2026-01-09T16:03:14.139" v="1667"/>
          <ac:inkMkLst>
            <pc:docMk/>
            <pc:sldMk cId="3300132112" sldId="289"/>
            <ac:inkMk id="39" creationId="{818B7978-CA04-B16C-7845-11BAD7AA842B}"/>
          </ac:inkMkLst>
        </pc:inkChg>
        <pc:inkChg chg="add mod">
          <ac:chgData name="Rodica Ioana Lung" userId="64ee56e8d7162e1e" providerId="LiveId" clId="{0F6830A5-18AB-4F1B-8BBB-DA235794CEC1}" dt="2026-01-09T16:03:14.139" v="1667"/>
          <ac:inkMkLst>
            <pc:docMk/>
            <pc:sldMk cId="3300132112" sldId="289"/>
            <ac:inkMk id="40" creationId="{C194AF6D-A4DA-CCF5-BACC-29FB5F7A7800}"/>
          </ac:inkMkLst>
        </pc:inkChg>
        <pc:inkChg chg="add mod">
          <ac:chgData name="Rodica Ioana Lung" userId="64ee56e8d7162e1e" providerId="LiveId" clId="{0F6830A5-18AB-4F1B-8BBB-DA235794CEC1}" dt="2026-01-09T16:03:22.693" v="1672"/>
          <ac:inkMkLst>
            <pc:docMk/>
            <pc:sldMk cId="3300132112" sldId="289"/>
            <ac:inkMk id="42" creationId="{23A724AE-252A-7FE3-CF7B-E6691BDC1A56}"/>
          </ac:inkMkLst>
        </pc:inkChg>
        <pc:inkChg chg="add mod">
          <ac:chgData name="Rodica Ioana Lung" userId="64ee56e8d7162e1e" providerId="LiveId" clId="{0F6830A5-18AB-4F1B-8BBB-DA235794CEC1}" dt="2026-01-09T16:03:22.693" v="1672"/>
          <ac:inkMkLst>
            <pc:docMk/>
            <pc:sldMk cId="3300132112" sldId="289"/>
            <ac:inkMk id="43" creationId="{B0A3E125-71C8-B484-1453-87580D41E1F3}"/>
          </ac:inkMkLst>
        </pc:inkChg>
        <pc:inkChg chg="add mod">
          <ac:chgData name="Rodica Ioana Lung" userId="64ee56e8d7162e1e" providerId="LiveId" clId="{0F6830A5-18AB-4F1B-8BBB-DA235794CEC1}" dt="2026-01-09T16:03:22.693" v="1672"/>
          <ac:inkMkLst>
            <pc:docMk/>
            <pc:sldMk cId="3300132112" sldId="289"/>
            <ac:inkMk id="45" creationId="{4435E9D7-A247-62EF-C5D8-FC8E0FE11FA6}"/>
          </ac:inkMkLst>
        </pc:inkChg>
        <pc:inkChg chg="add">
          <ac:chgData name="Rodica Ioana Lung" userId="64ee56e8d7162e1e" providerId="LiveId" clId="{0F6830A5-18AB-4F1B-8BBB-DA235794CEC1}" dt="2026-01-09T16:03:33.663" v="1673" actId="9405"/>
          <ac:inkMkLst>
            <pc:docMk/>
            <pc:sldMk cId="3300132112" sldId="289"/>
            <ac:inkMk id="47" creationId="{92587EDB-2195-5DD7-871C-C6D912F3B6D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1:35.5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208 85 3223 0 0,'-10'-26'811'0'0,"8"21"-294"0"0,1 0 0 0 0,-1 0-1 0 0,0 0 1 0 0,0 1 0 0 0,-1-1-1 0 0,1 0 1 0 0,-1 1 0 0 0,-4-5 0 0 0,6 8-434 0 0,0 0 0 0 0,0 0 0 0 0,0 0 0 0 0,0 0 0 0 0,0 0 0 0 0,0 1 0 0 0,-1-1 0 0 0,1 0 0 0 0,0 1 0 0 0,0-1 0 0 0,0 1 0 0 0,-1-1-1 0 0,1 1 1 0 0,0-1 0 0 0,-1 1 0 0 0,1 0 0 0 0,0 0 0 0 0,-1 0 0 0 0,1 0 0 0 0,0 0 0 0 0,-1 0 0 0 0,1 0 0 0 0,0 0 0 0 0,-1 0 0 0 0,1 1 0 0 0,0-1 0 0 0,0 1 0 0 0,-1-1 0 0 0,1 1 0 0 0,0-1 0 0 0,0 1 0 0 0,-1 0 0 0 0,1-1 0 0 0,0 1 0 0 0,0 0 0 0 0,0 0 0 0 0,0 0 0 0 0,0 0 0 0 0,-1 2 0 0 0,-4 4 72 0 0,0 1 1 0 0,0-1-1 0 0,1 1 0 0 0,-6 13 0 0 0,9-16-32 0 0,-5 7-22 0 0,-4 8 375 0 0,1 0 0 0 0,-14 40 0 0 0,22-54-371 0 0,0 0 0 0 0,1 0 0 0 0,0 0 0 0 0,0 0 0 0 0,1 0 0 0 0,-1 0 0 0 0,1 1 0 0 0,1-1 0 0 0,-1 0 0 0 0,1 0 0 0 0,0 0 0 0 0,0 0 0 0 0,1 0 1 0 0,0 0-1 0 0,3 8 0 0 0,-2-8-9 0 0,0 0 1 0 0,0 0 0 0 0,1-1 0 0 0,-1 0 0 0 0,1 1 0 0 0,0-1 0 0 0,7 6-1 0 0,-9-9-90 0 0,0-1 0 0 0,0 0 0 0 0,0 0 0 0 0,0 0 0 0 0,0 0 0 0 0,0 0 0 0 0,0 0 0 0 0,0-1 0 0 0,0 1 0 0 0,0-1 0 0 0,1 1 0 0 0,-1-1 0 0 0,0 0 0 0 0,0 0 0 0 0,0 0 0 0 0,1 0 0 0 0,-1 0 0 0 0,0 0 0 0 0,0-1 0 0 0,0 1 0 0 0,1-1 0 0 0,-1 1 0 0 0,0-1 0 0 0,0 0 0 0 0,2-1 0 0 0,0 0 10 0 0,1-1 0 0 0,-1 1 0 0 0,0-1 0 0 0,-1 1 0 0 0,1-1 0 0 0,-1 0 0 0 0,1 0 0 0 0,-1-1 0 0 0,0 1 0 0 0,0-1 0 0 0,0 0 0 0 0,0 0 0 0 0,-1 0 0 0 0,0 0 0 0 0,0 0 0 0 0,0 0 0 0 0,0 0 0 0 0,0-1 0 0 0,-1 1-1 0 0,0-1 1 0 0,0 0 0 0 0,0 1 0 0 0,-1-1 0 0 0,1-4 0 0 0,-1-10 165 0 0,-1 0-1 0 0,0 0 0 0 0,-1 1 0 0 0,-7-29 0 0 0,8 43-160 0 0,0 0-1 0 0,0 0 0 0 0,-1 0 0 0 0,1 0 1 0 0,-1 0-1 0 0,0 1 0 0 0,0-1 1 0 0,0 0-1 0 0,0 1 0 0 0,-1 0 1 0 0,1 0-1 0 0,-1-1 0 0 0,0 1 1 0 0,0 1-1 0 0,-3-4 0 0 0,3 5-12 0 0,1-1 0 0 0,0 1 0 0 0,-1 0 0 0 0,1 0 0 0 0,-1 0 0 0 0,0 0 0 0 0,1 0 0 0 0,-1 1 0 0 0,1-1 0 0 0,-1 1 0 0 0,0 0 0 0 0,0-1 0 0 0,1 1 0 0 0,-1 0 0 0 0,0 1 0 0 0,1-1 0 0 0,-1 0 0 0 0,0 1 0 0 0,1 0 0 0 0,-1 0 0 0 0,1-1 0 0 0,-1 1 1 0 0,-3 3-1 0 0,0-1 4 0 0,1 1 0 0 0,-1 0 0 0 0,1 0 0 0 0,0 0 0 0 0,1 1 0 0 0,-1 0 1 0 0,1 0-1 0 0,0 0 0 0 0,0 0 0 0 0,0 1 0 0 0,1 0 0 0 0,0 0 0 0 0,0 0 1 0 0,0 0-1 0 0,1 0 0 0 0,0 0 0 0 0,-2 7 0 0 0,1-1 3 0 0,1 0-1 0 0,0 1 1 0 0,1-1-1 0 0,0 0 1 0 0,0 0 0 0 0,2 1-1 0 0,-1-1 1 0 0,5 18-1 0 0,-5-26-2 0 0,1 0 0 0 0,0 0-1 0 0,0-1 1 0 0,1 1 0 0 0,-1 0-1 0 0,1-1 1 0 0,0 1 0 0 0,0-1-1 0 0,0 1 1 0 0,0-1 0 0 0,1 0-1 0 0,-1 0 1 0 0,1 0 0 0 0,0 0-1 0 0,0-1 1 0 0,0 1 0 0 0,0-1-1 0 0,0 1 1 0 0,1-1 0 0 0,-1 0-1 0 0,1 0 1 0 0,-1-1 0 0 0,1 1-1 0 0,0-1 1 0 0,0 0 0 0 0,-1 0-1 0 0,1 0 1 0 0,0 0 0 0 0,0-1-1 0 0,0 1 1 0 0,0-1 0 0 0,6-1-1 0 0,-3 1 5 0 0,-1-1 1 0 0,0 0-1 0 0,1 0 0 0 0,-1 0 1 0 0,0-1-1 0 0,0 0 0 0 0,0 0 1 0 0,0-1-1 0 0,6-3 0 0 0,-9 4 6 0 0,-1 1 0 0 0,0-1 0 0 0,0 0 0 0 0,0 0 0 0 0,0 0 0 0 0,0 0 0 0 0,0 0 0 0 0,-1 0 0 0 0,1-1 0 0 0,-1 1 0 0 0,0 0 0 0 0,1-1 1 0 0,-1 1-1 0 0,0-1 0 0 0,0 0 0 0 0,-1 1 0 0 0,1-1 0 0 0,-1 0 0 0 0,1 1 0 0 0,-1-1 0 0 0,0 0 0 0 0,0 0 0 0 0,0 1 0 0 0,0-4 0 0 0,-2-8 61 0 0,1-1-1 0 0,-2 1 1 0 0,0 1 0 0 0,0-1 0 0 0,-1 0 0 0 0,-1 1 0 0 0,0 0-1 0 0,-1 0 1 0 0,-1 0 0 0 0,-9-13 0 0 0,15 24-77 0 0,0 1 0 0 0,0-1 0 0 0,0 1 0 0 0,0 0 0 0 0,0-1 0 0 0,-1 1 0 0 0,1 0-1 0 0,-1 0 1 0 0,1 0 0 0 0,-1 0 0 0 0,1 0 0 0 0,-1 0 0 0 0,0 0 0 0 0,1 1 0 0 0,-1-1 0 0 0,0 0 0 0 0,0 1 0 0 0,1 0 0 0 0,-1-1 0 0 0,0 1 0 0 0,0 0 0 0 0,0 0 0 0 0,0 0 0 0 0,1 0 0 0 0,-1 0 0 0 0,0 0 0 0 0,-3 2 0 0 0,2-2 1 0 0,1 1 0 0 0,-1 1 0 0 0,1-1 0 0 0,0 0 0 0 0,0 1 0 0 0,0-1 0 0 0,0 1 1 0 0,0-1-1 0 0,0 1 0 0 0,0 0 0 0 0,0 0 0 0 0,0 0 0 0 0,1 0 0 0 0,-1 0 1 0 0,1 1-1 0 0,0-1 0 0 0,0 0 0 0 0,0 1 0 0 0,-2 3 0 0 0,2 0-6 0 0,0 0 0 0 0,0 0 0 0 0,0 0 0 0 0,0 0 0 0 0,1 0 0 0 0,0 1 0 0 0,1-1 0 0 0,-1 0 0 0 0,1 0 0 0 0,0 0 0 0 0,1 0 0 0 0,-1 0 0 0 0,1 0 0 0 0,4 8 0 0 0,-3-7 0 0 0,1 0 0 0 0,-1-1 0 0 0,1 1 0 0 0,0-1 0 0 0,1 0 0 0 0,-1 0 0 0 0,1-1 0 0 0,0 1 0 0 0,1-1 0 0 0,-1 0 0 0 0,12 7 0 0 0,-14-11 0 0 0,0 1 0 0 0,1-1 0 0 0,-1 1 0 0 0,1-1 0 0 0,-1 0 0 0 0,1 0 0 0 0,0-1 0 0 0,-1 1 0 0 0,1-1 0 0 0,0 1 0 0 0,-1-1 0 0 0,1-1 0 0 0,0 1 0 0 0,0 0 0 0 0,-1-1 0 0 0,1 0 0 0 0,-1 0 0 0 0,1 0 0 0 0,0 0 0 0 0,-1 0 0 0 0,0-1 0 0 0,5-2 0 0 0,-5 3 0 0 0,0-1 0 0 0,0 0 0 0 0,-1 0 0 0 0,1 0 0 0 0,-1-1 0 0 0,1 1 0 0 0,-1 0 0 0 0,0-1 0 0 0,1 0 0 0 0,-1 1 0 0 0,-1-1 0 0 0,1 0 0 0 0,0 0 0 0 0,-1 0 0 0 0,1 0 0 0 0,-1 0 0 0 0,0-1 0 0 0,0 1 0 0 0,0 0 0 0 0,-1-1 0 0 0,1 1 0 0 0,-1 0 0 0 0,0-1 0 0 0,0-3 0 0 0,-1-6 0 0 0,-1 1 0 0 0,0 0 0 0 0,-1 0 0 0 0,-4-12 0 0 0,5 19 0 0 0,1 1 0 0 0,-1 0 0 0 0,0 0 0 0 0,0 0 0 0 0,0 0 0 0 0,-1 0 0 0 0,1 1 0 0 0,-1-1 0 0 0,0 1 0 0 0,0 0 0 0 0,0 0 0 0 0,0 0 0 0 0,-1 0 0 0 0,-5-4 0 0 0,8 6 1 0 0,0 1-1 0 0,-1-1 1 0 0,1 1-1 0 0,0 0 1 0 0,0-1-1 0 0,0 1 1 0 0,0 0-1 0 0,0 0 0 0 0,0 0 1 0 0,-1 0-1 0 0,1 0 1 0 0,0 0-1 0 0,0 0 1 0 0,0 0-1 0 0,0 0 1 0 0,0 1-1 0 0,0-1 1 0 0,-1 0-1 0 0,1 1 1 0 0,-1 0-1 0 0,0 0 3 0 0,-1 1-1 0 0,1-1 1 0 0,0 1-1 0 0,0 0 0 0 0,0 0 1 0 0,0-1-1 0 0,0 2 1 0 0,-2 2-1 0 0,-1 3 6 0 0,0 0 0 0 0,0 0 0 0 0,-6 19 0 0 0,8-17 1 0 0,-1 1 1 0 0,2 0-1 0 0,0 0 0 0 0,0 0 0 0 0,0 14 1 0 0,2-18-2 0 0,0 0 1 0 0,0 0 0 0 0,0 1 0 0 0,1-1 0 0 0,1 0 0 0 0,-1 0 0 0 0,1 0-1 0 0,0 0 1 0 0,4 7 0 0 0,-5-12-4 0 0,-1 0 0 0 0,1-1 0 0 0,0 1 0 0 0,0-1 0 0 0,0 1 0 0 0,0-1 0 0 0,1 1 0 0 0,-1-1 0 0 0,0 1 0 0 0,1-1 0 0 0,-1 0 0 0 0,0 0 0 0 0,1 0 0 0 0,0 0 0 0 0,-1 0 0 0 0,1 0 0 0 0,0 0 0 0 0,-1 0 0 0 0,1-1 0 0 0,2 2 0 0 0,-1-2-3 0 0,-1 0-1 0 0,0 0 0 0 0,0 0 0 0 0,1-1 0 0 0,-1 1 0 0 0,0 0 0 0 0,1-1 0 0 0,-1 1 0 0 0,0-1 0 0 0,0 0 1 0 0,0 0-1 0 0,0 0 0 0 0,0 0 0 0 0,3-2 0 0 0,1-1-2 0 0,0-1 0 0 0,0 0 0 0 0,-1 0 0 0 0,1 0 0 0 0,-1-1 0 0 0,-1 0 0 0 0,1 0 0 0 0,-1 0 0 0 0,5-8 0 0 0,-6 6 1 0 0,0 1 0 0 0,0-1 0 0 0,-1 1 0 0 0,0-1 0 0 0,0 0 0 0 0,-1 0 0 0 0,1-16 0 0 0,-2 21 0 0 0,0 0 0 0 0,0-1 0 0 0,0 1 0 0 0,0 0 0 0 0,-1 0 0 0 0,1-1 0 0 0,-1 1 0 0 0,0 0 0 0 0,0 0 0 0 0,0 0 0 0 0,0 0 0 0 0,-1 0 0 0 0,1 0 0 0 0,-1 0 0 0 0,0 1 0 0 0,0-1 0 0 0,0 0 0 0 0,0 1 0 0 0,0-1 0 0 0,-1 1 0 0 0,1 0 0 0 0,-3-2 0 0 0,4 3 0 0 0,0 1 0 0 0,1 0 0 0 0,-1-1 0 0 0,1 1 0 0 0,-1 0 0 0 0,0 0 0 0 0,1 0 0 0 0,-1 0 0 0 0,0-1 0 0 0,0 1 0 0 0,1 0 0 0 0,-1 0 0 0 0,0 0 0 0 0,1 0 0 0 0,-1 0 0 0 0,0 0 0 0 0,1 1 0 0 0,-1-1 0 0 0,0 0 0 0 0,1 0 0 0 0,-1 0 0 0 0,0 1 0 0 0,0-1 0 0 0,-1 1 0 0 0,1 1 0 0 0,-1-1 0 0 0,1 0 0 0 0,0 0 0 0 0,-1 0 0 0 0,1 1 0 0 0,0-1 0 0 0,-2 3 0 0 0,0 1 0 0 0,1-1 0 0 0,0 0 0 0 0,0 1 0 0 0,0-1 0 0 0,-3 10 0 0 0,1 19 6 0 0,3-22 158 0 0,0-1-1 0 0,-6 19 0 0 0,6-23-41 0 0,4-7 30 0 0,4-6-185 0 0,-6 6-189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04.6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2119 0 0,'15'2'0'0'0,"-6"-2"0"0"0,-4 0 0 0 0,-3 0 0 0 0,-1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15.1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301 673 919 0 0,'4'-4'1744'0'0,"3"-2"4519"0"0,-5 4-6280 0 0,24-21 1043 0 0,-24 21-908 0 0,0 0 0 0 0,0 0 0 0 0,0-1 0 0 0,0 1 0 0 0,-1-1 0 0 0,1 1 0 0 0,-1-1 0 0 0,1 0 0 0 0,-1 0 0 0 0,0 0 0 0 0,0-2 0 0 0,2-11 202 0 0,-2 13-282 0 0,0 0 0 0 0,0-1 0 0 0,-1 1 0 0 0,1-1 0 0 0,-1 1 0 0 0,0-1 1 0 0,0 1-1 0 0,0-1 0 0 0,0 1 0 0 0,-1 0 0 0 0,0-1 0 0 0,1 1 0 0 0,-3-5 1 0 0,1 3 6 0 0,0 0 0 0 0,-1 1 0 0 0,0 0 0 0 0,1 0 0 0 0,-1 0 0 0 0,0 0 0 0 0,-1 0 0 0 0,1 0 1 0 0,-1 1-1 0 0,0 0 0 0 0,0-1 0 0 0,0 2 0 0 0,0-1 0 0 0,0 0 0 0 0,-1 1 0 0 0,1 0 0 0 0,-1 0 0 0 0,0 0 1 0 0,1 0-1 0 0,-1 1 0 0 0,0 0 0 0 0,-7-1 0 0 0,5 1 21 0 0,0 0 1 0 0,0 1-1 0 0,-1 0 1 0 0,1 0-1 0 0,0 1 1 0 0,0 0-1 0 0,-1 0 1 0 0,1 1-1 0 0,0-1 1 0 0,0 2-1 0 0,0-1 1 0 0,1 1-1 0 0,-1 0 1 0 0,-11 8-1 0 0,2 0-83 0 0,0 1-1 0 0,1 1 0 0 0,0 0 1 0 0,-21 27-1 0 0,30-32 11 0 0,0 0 0 0 0,1 0-1 0 0,0 0 1 0 0,0 1 0 0 0,0 0-1 0 0,1 0 1 0 0,1 0 0 0 0,0 0-1 0 0,0 1 1 0 0,0-1 0 0 0,0 15-1 0 0,2-21 10 0 0,1 0 0 0 0,0 0 0 0 0,0 0 0 0 0,1 0 0 0 0,-1 0 0 0 0,1 0 0 0 0,-1 0 0 0 0,1 0 0 0 0,0 0 0 0 0,0-1 0 0 0,0 1 0 0 0,0 0 0 0 0,1 0 0 0 0,-1-1 0 0 0,1 1 0 0 0,0-1 0 0 0,0 1 0 0 0,0-1 0 0 0,0 0 0 0 0,0 0 0 0 0,0 1 0 0 0,1-2 0 0 0,-1 1 0 0 0,0 0 0 0 0,1 0 0 0 0,0-1 0 0 0,-1 1 0 0 0,1-1 0 0 0,5 2 0 0 0,-4-2 3 0 0,1 1 1 0 0,0-1-1 0 0,0 0 0 0 0,-1-1 0 0 0,1 1 0 0 0,0-1 0 0 0,0 0 0 0 0,0 0 0 0 0,0 0 0 0 0,0 0 1 0 0,-1-1-1 0 0,1 0 0 0 0,0 0 0 0 0,0-1 0 0 0,-1 1 0 0 0,1-1 0 0 0,7-4 0 0 0,-1-1 139 0 0,-1-1-1 0 0,0 0 1 0 0,-1 0 0 0 0,0-1-1 0 0,0-1 1 0 0,-1 1-1 0 0,11-16 1 0 0,42-80 1349 0 0,-45 74-1159 0 0,91-178 1406 0 0,5-8-742 0 0,-47 96-760 0 0,-84 145-238 0 0,-3 13 0 0 0,1 1 0 0 0,-23 63 0 0 0,-17 86 0 0 0,50-142 0 0 0,-10 87 0 0 0,9 46 0 0 0,12-177 0 0 0,0 4 0 0 0,0 1 0 0 0,0-1 0 0 0,0 1-1 0 0,1-1 1 0 0,0 1 0 0 0,0-1 0 0 0,0 1 0 0 0,1-1 0 0 0,2 8-1 0 0,-3-11 2 0 0,0 0 0 0 0,0-1 0 0 0,0 1-1 0 0,0-1 1 0 0,1 1 0 0 0,-1-1 0 0 0,0 1-1 0 0,1-1 1 0 0,-1 1 0 0 0,1-1-1 0 0,-1 0 1 0 0,1 0 0 0 0,0 0 0 0 0,0 0-1 0 0,-1 0 1 0 0,1 0 0 0 0,0-1-1 0 0,0 1 1 0 0,0 0 0 0 0,0-1 0 0 0,0 0-1 0 0,0 1 1 0 0,0-1 0 0 0,0 0 0 0 0,0 0-1 0 0,0 0 1 0 0,0 0 0 0 0,0 0-1 0 0,2-1 1 0 0,9-2 79 0 0,1 0 0 0 0,-1 0-1 0 0,0-2 1 0 0,0 1 0 0 0,0-2-1 0 0,-1 0 1 0 0,0 0 0 0 0,0-1-1 0 0,0 0 1 0 0,-1-1 0 0 0,0-1-1 0 0,9-9 1 0 0,-16 10-2317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16.2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1 253 2303 0 0,'1'-16'641'0'0,"1"1"0"0"0,0 0 0 0 0,2 0-1 0 0,5-16 1 0 0,-5 16 189 0 0,6-15 2075 0 0,17-36 0 0 0,-7 19 1185 0 0,-20 44-2166 0 0,-4 10-1323 0 0,-5 13-300 0 0,-4 12-9 0 0,2 0-1 0 0,2 0 0 0 0,1 1 1 0 0,1 1-1 0 0,2-1 1 0 0,-2 39-1 0 0,7-66-239 0 0,0 0-1 0 0,1 0 1 0 0,0 0-1 0 0,0 0 1 0 0,0 0-1 0 0,2 6 1 0 0,-2-10-44 0 0,-1-1-1 0 0,1 0 1 0 0,-1 1 0 0 0,1-1 0 0 0,0 0-1 0 0,-1 1 1 0 0,1-1 0 0 0,0 0-1 0 0,0 0 1 0 0,0 0 0 0 0,0 0-1 0 0,0 0 1 0 0,0 0 0 0 0,0 0 0 0 0,1 0-1 0 0,-1 0 1 0 0,0 0 0 0 0,1-1-1 0 0,-1 1 1 0 0,0 0 0 0 0,1-1 0 0 0,-1 1-1 0 0,0-1 1 0 0,1 0 0 0 0,-1 1-1 0 0,1-1 1 0 0,-1 0 0 0 0,1 0-1 0 0,2 0 1 0 0,1-1-8 0 0,1 0 0 0 0,-1 0 0 0 0,0 0 0 0 0,0-1 0 0 0,1 0 0 0 0,-1 0 0 0 0,-1 0-1 0 0,1-1 1 0 0,5-3 0 0 0,5-4-905 0 0,17-15 1 0 0,-6 1-6230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16.3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71 3223 0 0,'-10'-18'136'0'0,"4"8"40"0"0,0 1-176 0 0,1 2 0 0 0,1 2 0 0 0,2 3 0 0 0,1 1 432 0 0,-4-3 48 0 0,-2-1 16 0 0,0 0 0 0 0,0 2-48 0 0,0 1-16 0 0,4 7 0 0 0,0 2 0 0 0,1 1-656 0 0,4 4-128 0 0,1 5-24 0 0,0 2-8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16.8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0 322 4607 0 0,'1'-4'191'0'0,"-1"0"0"0"0,1 0-1 0 0,0 0 1 0 0,0 1 0 0 0,0-1-1 0 0,0 0 1 0 0,1 0 0 0 0,2-5-1 0 0,20-30 2385 0 0,-14 25-1848 0 0,25-45 1988 0 0,-19 30-1341 0 0,2 1 0 0 0,39-48 0 0 0,-54 72-1235 0 0,0 1 1 0 0,1 0 0 0 0,0 0-1 0 0,-1 0 1 0 0,1 0-1 0 0,0 0 1 0 0,0 1-1 0 0,0 0 1 0 0,1 0-1 0 0,-1 0 1 0 0,0 0-1 0 0,1 1 1 0 0,-1 0-1 0 0,1 0 1 0 0,5-1-1 0 0,-7 2-110 0 0,0 0 0 0 0,0 0 0 0 0,0 1-1 0 0,0-1 1 0 0,0 0 0 0 0,0 1-1 0 0,0 0 1 0 0,0 0 0 0 0,0 0-1 0 0,0 0 1 0 0,0 0 0 0 0,0 1 0 0 0,0-1-1 0 0,-1 1 1 0 0,1 0 0 0 0,-1 0-1 0 0,1 0 1 0 0,-1 0 0 0 0,0 0-1 0 0,0 0 1 0 0,0 1 0 0 0,0-1 0 0 0,2 4-1 0 0,1 1-2 0 0,-1 1-1 0 0,-1-1 1 0 0,1 1-1 0 0,-1 0 1 0 0,0 0-1 0 0,2 14 1 0 0,5 51-26 0 0,-8-51-1 0 0,0-1 0 0 0,7 22 0 0 0,-9-42 1 0 0,0 0 0 0 0,0 1 0 0 0,1-1 0 0 0,-1 0 0 0 0,0 0 0 0 0,1 0 0 0 0,-1 0 0 0 0,1 0 0 0 0,-1-1 0 0 0,1 1 0 0 0,0 0 0 0 0,-1 0 0 0 0,1 0 0 0 0,0 0 0 0 0,-1-1 0 0 0,1 1 0 0 0,0 0 0 0 0,0 0 0 0 0,0-1 0 0 0,0 1 0 0 0,0-1 0 0 0,0 1 0 0 0,1 0 0 0 0,0-1 0 0 0,-1 0 0 0 0,1 0 0 0 0,0 0 0 0 0,-1 0 0 0 0,1 0 0 0 0,-1 0 0 0 0,1-1 0 0 0,-1 1 0 0 0,1 0 0 0 0,-1-1 0 0 0,1 0 0 0 0,-1 1 0 0 0,1-1 0 0 0,1-1 0 0 0,4-2 0 0 0,0-1 0 0 0,0-1 0 0 0,-1 1 0 0 0,10-12 0 0 0,-7 7-3 0 0,0-1-1 0 0,-1-1 1 0 0,-1 1-1 0 0,0-1 1 0 0,8-19-1 0 0,21-67 530 0 0,-28 71-85 0 0,-7 25-405 0 0,2-7 567 0 0,-2 8-295 0 0,-2 7-201 0 0,-3 8-81 0 0,1 1 0 0 0,1 0 0 0 0,1 0-1 0 0,0 0 1 0 0,1 0 0 0 0,0-1 0 0 0,1 1-1 0 0,5 24 1 0 0,-4-36-90 0 0,-1 1 0 0 0,0-1 0 0 0,1 1 0 0 0,0-1 0 0 0,-1 0 0 0 0,1 0 0 0 0,1 0 0 0 0,-1 0 0 0 0,0 0 0 0 0,1-1 0 0 0,-1 1 0 0 0,1-1 0 0 0,0 1 0 0 0,0-1 0 0 0,0 0 0 0 0,0 0 0 0 0,0 0 0 0 0,0-1 0 0 0,1 1 0 0 0,-1-1 0 0 0,1 0 0 0 0,-1 1 0 0 0,1-2 0 0 0,-1 1 0 0 0,7 0 0 0 0,10 1-1184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17.4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81 478 3223 0 0,'0'-3'84'0'0,"-1"1"0"0"0,1-1 0 0 0,-1 0-1 0 0,1 0 1 0 0,-1 1 0 0 0,0-1-1 0 0,-2-4 1 0 0,3 7-23 0 0,-1 0 0 0 0,1-1-1 0 0,0 1 1 0 0,0 0 0 0 0,-1 0 0 0 0,1-1-1 0 0,0 1 1 0 0,0 0 0 0 0,-1 0 0 0 0,1 0-1 0 0,0-1 1 0 0,-1 1 0 0 0,1 0 0 0 0,0 0 0 0 0,-1 0-1 0 0,1 0 1 0 0,0 0 0 0 0,-1-1 0 0 0,1 1-1 0 0,-1 0 1 0 0,1 0 0 0 0,0 0 0 0 0,-1 0-1 0 0,1 0 1 0 0,-2 1 150 0 0,1-1 0 0 0,0 0 0 0 0,0 1-1 0 0,0-1 1 0 0,0 1 0 0 0,0-1 0 0 0,0 1 0 0 0,1 0-1 0 0,-1-1 1 0 0,0 1 0 0 0,0 0 0 0 0,-1 1 0 0 0,-3 4 381 0 0,0 0 0 0 0,0 1 0 0 0,0 0 0 0 0,1 0 0 0 0,0 0 0 0 0,1 0 0 0 0,0 1 0 0 0,0-1 0 0 0,0 1 0 0 0,-2 12 0 0 0,3-10-202 0 0,0 1-1 0 0,1-1 1 0 0,0 1 0 0 0,1 0 0 0 0,0-1 0 0 0,0 1-1 0 0,4 16 1 0 0,-3-22-305 0 0,0 0 0 0 0,0 0 0 0 0,1 0 1 0 0,0 0-1 0 0,0 0 0 0 0,0 0 0 0 0,1 0 0 0 0,-1-1 0 0 0,1 0 0 0 0,1 1 0 0 0,-1-1 0 0 0,0 0 0 0 0,1 0 0 0 0,6 5 0 0 0,-6-7-78 0 0,0 1-1 0 0,0-1 0 0 0,0 0 1 0 0,0 0-1 0 0,0 0 0 0 0,1-1 1 0 0,-1 1-1 0 0,1-1 0 0 0,-1 0 1 0 0,1 0-1 0 0,0-1 0 0 0,-1 1 1 0 0,1-1-1 0 0,0 0 1 0 0,-1 0-1 0 0,8-2 0 0 0,-3 1-4 0 0,-1-1 0 0 0,0 0-1 0 0,0-1 1 0 0,0 0 0 0 0,0 0-1 0 0,-1-1 1 0 0,1 1 0 0 0,-1-2-1 0 0,12-7 1 0 0,-10 4-9 0 0,1-1 0 0 0,-1 0 0 0 0,-1 0 0 0 0,1 0 0 0 0,11-20 0 0 0,-4 1 110 0 0,-1-1-1 0 0,-1 0 1 0 0,-1-1 0 0 0,9-36-1 0 0,75-333 2602 0 0,-94 387-2656 0 0,2-23 8 0 0,-9 61-56 0 0,-9 29 0 0 0,12-49 0 0 0,-43 232-48 0 0,19 5 3 0 0,21-207 47 0 0,-1 85 73 0 0,5-144-75 0 0,2 1 0 0 0,0 0 0 0 0,2-1 0 0 0,6-24 0 0 0,-6 34 0 0 0,0 0 0 0 0,1 0 0 0 0,1 0 0 0 0,0 0 0 0 0,0 1 0 0 0,1 0 0 0 0,1 1 0 0 0,10-13 0 0 0,-15 20 0 0 0,1 0 0 0 0,0 1 0 0 0,0-1 0 0 0,0 1 0 0 0,0 0 0 0 0,1 0 0 0 0,-1 1 0 0 0,1-1 0 0 0,0 1 0 0 0,0 0 0 0 0,0 0 0 0 0,0 1 0 0 0,6-2 0 0 0,-8 3 0 0 0,-1-1 0 0 0,1 1 0 0 0,-1 0 0 0 0,1 0 0 0 0,0 0 0 0 0,-1 0 0 0 0,1 1 0 0 0,-1-1 0 0 0,1 1 0 0 0,-1-1 0 0 0,1 1 0 0 0,-1 0 0 0 0,1 0 0 0 0,-1 0 0 0 0,0 0 0 0 0,1 0 0 0 0,-1 1 0 0 0,0-1 0 0 0,0 1 0 0 0,0 0 0 0 0,0-1 0 0 0,0 1 0 0 0,0 0 0 0 0,-1 0 0 0 0,1 0 0 0 0,-1 0 0 0 0,1 0 0 0 0,1 4 0 0 0,0 0 0 0 0,0 0 0 0 0,-1 1 0 0 0,0 0 0 0 0,0 0 0 0 0,0-1 0 0 0,-1 1 0 0 0,1 10 0 0 0,-2 51 0 0 0,-1-56 0 0 0,0 1 0 0 0,1-1 0 0 0,0 1 0 0 0,1 0 0 0 0,1-1 0 0 0,0 0 0 0 0,5 19 0 0 0,-6-30 4 0 0,-1 1 1 0 0,1-1-1 0 0,0 0 0 0 0,-1 1 0 0 0,1-1 0 0 0,0 1 1 0 0,0-1-1 0 0,0 0 0 0 0,0 0 0 0 0,0 0 1 0 0,0 1-1 0 0,0-1 0 0 0,0 0 0 0 0,1 0 0 0 0,-1-1 1 0 0,0 1-1 0 0,1 0 0 0 0,-1 0 0 0 0,0-1 1 0 0,1 1-1 0 0,-1 0 0 0 0,1-1 0 0 0,-1 0 0 0 0,1 1 1 0 0,3-1-1 0 0,-2 0-161 0 0,0 0 1 0 0,1 0-1 0 0,-1-1 1 0 0,0 1-1 0 0,1-1 1 0 0,-1 0 0 0 0,0 0-1 0 0,0 0 1 0 0,0-1-1 0 0,0 1 1 0 0,4-3-1 0 0,8-6-7251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17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39 6911 0 0,'-7'-13'304'0'0,"2"6"64"0"0,2 2-296 0 0,-1 0-72 0 0,3 3 0 0 0,1 0 0 0 0,-2 2 0 0 0,2-1 0 0 0,-2-1 0 0 0,1 0 600 0 0,4 4 152 0 0,0 1 32 0 0,4 2 104 0 0,15 31-1000 0 0,-13-21 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18.2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17 107 6911 0 0,'0'0'5'0'0,"0"0"0"0"0,-1 0 0 0 0,1 0 0 0 0,-1 0 0 0 0,1 0 0 0 0,-1 0 0 0 0,1 0 0 0 0,0 0 0 0 0,-1 0 0 0 0,1 0 0 0 0,-1 0-1 0 0,1 0 1 0 0,-1 0 0 0 0,1 0 0 0 0,0 0 0 0 0,-1 0 0 0 0,1 0 0 0 0,-1 0 0 0 0,1 0 0 0 0,0 1 0 0 0,-1-1 0 0 0,1 0 0 0 0,0 0-1 0 0,-1 1 1 0 0,1-1 0 0 0,0 0 0 0 0,-1 0 0 0 0,1 1 0 0 0,0-1 0 0 0,-1 0 0 0 0,1 1 0 0 0,0-1 0 0 0,-1 1 0 0 0,1 1 70 0 0,-1 0 0 0 0,0 0 0 0 0,1 0 0 0 0,-1-1 1 0 0,1 1-1 0 0,0 0 0 0 0,-1 0 0 0 0,1 3 0 0 0,4 35 2243 0 0,-3-35-2110 0 0,0 1 0 0 0,0-1 0 0 0,1 0 0 0 0,0 1-1 0 0,0-1 1 0 0,1 0 0 0 0,-1 0 0 0 0,1 0 0 0 0,0-1 0 0 0,0 1 0 0 0,1-1 0 0 0,-1 0 0 0 0,1 1 0 0 0,0-2 0 0 0,0 1 0 0 0,1 0 0 0 0,-1-1 0 0 0,1 0 0 0 0,-1 0 0 0 0,1 0 0 0 0,0 0 0 0 0,0-1 0 0 0,0 0 0 0 0,1 0 0 0 0,-1-1 0 0 0,0 1 0 0 0,1-1 0 0 0,-1 0 0 0 0,1 0 0 0 0,0-1-1 0 0,-1 0 1 0 0,1 0 0 0 0,-1 0 0 0 0,1-1 0 0 0,-1 1 0 0 0,1-1 0 0 0,5-2 0 0 0,-9 2-172 0 0,0 1 0 0 0,0-1 0 0 0,0 1 0 0 0,0-1-1 0 0,0 0 1 0 0,0 0 0 0 0,0 0 0 0 0,0 0 0 0 0,-1-1-1 0 0,1 1 1 0 0,0 0 0 0 0,-1-1 0 0 0,1 1 0 0 0,-1-1 0 0 0,1 1-1 0 0,-1-1 1 0 0,0 0 0 0 0,0 0 0 0 0,1 0 0 0 0,-1 1 0 0 0,-1-1-1 0 0,1 0 1 0 0,0 0 0 0 0,0 0 0 0 0,-1-1 0 0 0,1 1 0 0 0,-1 0-1 0 0,0 0 1 0 0,1 0 0 0 0,-1 0 0 0 0,0 0 0 0 0,0-1-1 0 0,-1 1 1 0 0,1 0 0 0 0,0 0 0 0 0,-1 0 0 0 0,1 0 0 0 0,-1 0-1 0 0,-1-3 1 0 0,-2-6 80 0 0,-2-1 0 0 0,1 1 0 0 0,-2 0 0 0 0,1 0 0 0 0,-11-12 1 0 0,3 5 142 0 0,0 0 0 0 0,-20-17 0 0 0,25 27-119 0 0,0 0 0 0 0,0 1-1 0 0,-1 0 1 0 0,0 0 0 0 0,-20-9 0 0 0,29 16-135 0 0,1 0 0 0 0,0 0 0 0 0,0 0 0 0 0,-1-1 0 0 0,1 1 0 0 0,0 0 0 0 0,-1 0 1 0 0,1 0-1 0 0,0 0 0 0 0,-1 0 0 0 0,1 0 0 0 0,0 0 0 0 0,-1 0 0 0 0,1 0 1 0 0,0 0-1 0 0,-1 0 0 0 0,1 0 0 0 0,0 0 0 0 0,-1 0 0 0 0,1 0 0 0 0,0 0 1 0 0,0 0-1 0 0,-1 0 0 0 0,1 0 0 0 0,0 7 72 0 0,11 8 1 0 0,-6-11-76 0 0,0 0-1 0 0,0 0 1 0 0,1 0-1 0 0,0 0 0 0 0,-1-1 1 0 0,1 0-1 0 0,9 3 0 0 0,47 13 30 0 0,-34-11 17 0 0,13 2 44 0 0,-21-7-144 0 0,21 9 0 0 0,-36-11 44 0 0,-1 1 0 0 0,1 0-1 0 0,-1 0 1 0 0,1 0 0 0 0,-1 1-1 0 0,0-1 1 0 0,0 1 0 0 0,0 0-1 0 0,6 6 1 0 0,-9-7 8 0 0,0 0 0 0 0,1-1 0 0 0,-1 1 0 0 0,0 0 0 0 0,0 0 0 0 0,0 0 0 0 0,-1 0 0 0 0,1 0 0 0 0,0 0 0 0 0,-1 0 0 0 0,1 0 0 0 0,-1 0 0 0 0,0 0 0 0 0,0 4 0 0 0,0 1 0 0 0,0 0 0 0 0,-1 0 0 0 0,-2 7 0 0 0,-2 20 0 0 0,5-32 0 0 0,0 0 0 0 0,0 0 0 0 0,0 0 0 0 0,1 0 0 0 0,-1 0 0 0 0,1 0 0 0 0,-1 0 0 0 0,1 0 0 0 0,0 0 0 0 0,-1 0 0 0 0,1 0 0 0 0,0 0 0 0 0,0-1 0 0 0,2 3 0 0 0,-1-3 6 0 0,-1 1 0 0 0,0-1-1 0 0,1 0 1 0 0,-1 0 0 0 0,1 0-1 0 0,0 0 1 0 0,-1 0 0 0 0,1 0-1 0 0,0-1 1 0 0,-1 1 0 0 0,1-1 0 0 0,0 1-1 0 0,0-1 1 0 0,0 1 0 0 0,0-1-1 0 0,-1 0 1 0 0,1 0 0 0 0,0 0-1 0 0,0 0 1 0 0,0 0 0 0 0,0 0 0 0 0,0-1-1 0 0,-1 1 1 0 0,1-1 0 0 0,0 1-1 0 0,0-1 1 0 0,-1 0 0 0 0,1 1-1 0 0,2-2 1 0 0,5-3 74 0 0,1-1 1 0 0,-1 1-1 0 0,14-12 0 0 0,-21 16-68 0 0,13-13 96 0 0,0 0-1 0 0,0-1 1 0 0,-2-1 0 0 0,22-31-1 0 0,13-16 371 0 0,-48 63-467 0 0,1-1 0 0 0,-1 0 1 0 0,1 1-1 0 0,0-1 0 0 0,-1 1 0 0 0,1-1 0 0 0,-1 0 1 0 0,1 1-1 0 0,0-1 0 0 0,-1 1 0 0 0,1 0 0 0 0,0-1 0 0 0,0 1 1 0 0,-1-1-1 0 0,1 1 0 0 0,0 0 0 0 0,0 0 0 0 0,0 0 0 0 0,0-1 1 0 0,-1 1-1 0 0,1 0 0 0 0,1 0 0 0 0,-1 0-3 0 0,-1 1-1 0 0,1-1 1 0 0,0 1 0 0 0,-1-1-1 0 0,1 0 1 0 0,0 1 0 0 0,-1-1 0 0 0,1 1-1 0 0,0-1 1 0 0,-1 1 0 0 0,1 0-1 0 0,-1-1 1 0 0,1 1 0 0 0,-1 0-1 0 0,0-1 1 0 0,1 1 0 0 0,-1 0-1 0 0,1 1 1 0 0,1 5 21 0 0,1 0 0 0 0,-1 0 1 0 0,1 15-1 0 0,-2-15-8 0 0,1 4-5 0 0,1 9 24 0 0,1 1 0 0 0,1-1 0 0 0,1 0 0 0 0,16 37-1 0 0,-20-52-31 0 0,0-1 0 0 0,1 0-1 0 0,-1 0 1 0 0,1 0 0 0 0,0 0-1 0 0,0 0 1 0 0,1-1 0 0 0,-1 1-1 0 0,1-1 1 0 0,0 0 0 0 0,-1 0-1 0 0,1 0 1 0 0,1-1 0 0 0,-1 1-1 0 0,0-1 1 0 0,1 0 0 0 0,-1 0-1 0 0,1-1 1 0 0,-1 1 0 0 0,1-1-1 0 0,0 0 1 0 0,0 0 0 0 0,-1-1-1 0 0,1 1 1 0 0,0-1-1 0 0,0 0 1 0 0,5-1 0 0 0,-1 0 7 0 0,0-1 0 0 0,0 0 0 0 0,0 0 0 0 0,-1-1 0 0 0,1 0 0 0 0,-1-1 0 0 0,0 0 0 0 0,0 0 0 0 0,0-1 0 0 0,9-6 0 0 0,-11 6-1733 0 0,0 0-1 0 0,0-1 0 0 0,9-10 1 0 0,-5 3-5920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24.1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244 82 4143 0 0,'3'-30'1080'0'0,"-2"24"-398"0"0,0 0 1 0 0,-1 0-1 0 0,0 0 1 0 0,1 0-1 0 0,-3-11 1 0 0,2 17-639 0 0,0 0 0 0 0,0 0-1 0 0,0-1 1 0 0,0 1 0 0 0,0 0 0 0 0,0 0 0 0 0,0-1-1 0 0,-1 1 1 0 0,1 0 0 0 0,0 0 0 0 0,0 0 0 0 0,0-1-1 0 0,0 1 1 0 0,-1 0 0 0 0,1 0 0 0 0,0 0 0 0 0,0 0-1 0 0,0 0 1 0 0,-1-1 0 0 0,1 1 0 0 0,0 0 0 0 0,0 0-1 0 0,-1 0 1 0 0,1 0 0 0 0,0 0 0 0 0,0 0 0 0 0,-1 0-1 0 0,1 0 1 0 0,0 0 0 0 0,0 0 0 0 0,-1 0 0 0 0,1 0 0 0 0,0 0-1 0 0,0 0 1 0 0,-1 0 0 0 0,1 0 0 0 0,0 0 0 0 0,0 0-1 0 0,-1 0 1 0 0,1 0 0 0 0,0 1 0 0 0,0-1 0 0 0,0 0-1 0 0,-1 0 1 0 0,1 0 0 0 0,0 0 0 0 0,0 0 0 0 0,0 1-1 0 0,-1-1 1 0 0,1 0 0 0 0,0 0 0 0 0,0 1 0 0 0,-13 10 662 0 0,13-11-597 0 0,-17 20 547 0 0,1 0-1 0 0,0 1 1 0 0,-18 35-1 0 0,24-38-453 0 0,-10 15 21 0 0,2 1 0 0 0,1 1-1 0 0,2 1 1 0 0,2 0 0 0 0,-10 40-1 0 0,15-41 124 0 0,1 0 1 0 0,2 1-1 0 0,0 62 0 0 0,5-77-133 0 0,1 1 0 0 0,2-1 0 0 0,0 0 0 0 0,1 0-1 0 0,1 0 1 0 0,1 0 0 0 0,14 31 0 0 0,-18-46-61 0 0,1-1 0 0 0,0 0 0 0 0,0 0 0 0 0,0 0 0 0 0,1 0 0 0 0,0 0 0 0 0,0-1 0 0 0,0 0 0 0 0,0 0 0 0 0,0 0 0 0 0,9 5 0 0 0,-13-9-146 0 0,1 0 0 0 0,-1 0-1 0 0,0 0 1 0 0,1 0 0 0 0,-1 0 0 0 0,1 0 0 0 0,-1-1-1 0 0,0 1 1 0 0,1 0 0 0 0,-1 0 0 0 0,0-1-1 0 0,1 1 1 0 0,-1 0 0 0 0,0-1 0 0 0,1 1-1 0 0,-1 0 1 0 0,0-1 0 0 0,0 1 0 0 0,1 0 0 0 0,-1-1-1 0 0,0 1 1 0 0,0 0 0 0 0,0-1 0 0 0,0 1-1 0 0,1-1 1 0 0,-1 1 0 0 0,0 0 0 0 0,0-1-1 0 0,0 1 1 0 0,0-1 0 0 0,3-15-106 0 0,-4 6-2820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33.8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0 372 455 0 0,'19'-22'11312'0'0,"-15"16"-12096"0"0,16-20 1694 0 0,-1-1-1 0 0,-1-1 0 0 0,16-33 1 0 0,-11 20-444 0 0,-13 20-150 0 0,0 0 0 0 0,-1-1-1 0 0,-1 0 1 0 0,5-23 0 0 0,-7 16 833 0 0,-11 57-559 0 0,0-6-611 0 0,-17 105 184 0 0,18-99 4 0 0,2 1-1 0 0,2 47 1 0 0,0-76-166 0 0,12 105 406 0 0,-12-104-470 0 0,0-1 1 0 0,0 1-1 0 0,0 0 0 0 0,0 0 0 0 0,0-1 0 0 0,0 1 0 0 0,0 0 1 0 0,0 0-1 0 0,0 0 0 0 0,0-1 0 0 0,0 1 0 0 0,-1 0 0 0 0,1 0 1 0 0,0-1-1 0 0,-1 1 0 0 0,1 0 0 0 0,0-1 0 0 0,-1 1 0 0 0,1 0 1 0 0,-1-1-1 0 0,1 1 0 0 0,-1-1 0 0 0,1 1 0 0 0,-1-1 0 0 0,1 1 1 0 0,-1-1-1 0 0,0 1 0 0 0,1-1 0 0 0,-1 1 0 0 0,0-1 0 0 0,1 0 1 0 0,-1 1-1 0 0,0-1 0 0 0,-1 1 0 0 0,-3 0-709 0 0,-1 0-1 0 0,0 0 1 0 0,1 0-1 0 0,-7 0 1 0 0,-6 1-649 0 0,10 0 402 0 0,5-1 439 0 0,0 0 1 0 0,1-1-1 0 0,-1 1 1 0 0,0 0-1 0 0,0-1 0 0 0,1 0 1 0 0,-1 0-1 0 0,0 0 1 0 0,0 0-1 0 0,0 0 0 0 0,1 0 1 0 0,-1-1-1 0 0,-13-4 9621 0 0,20 4-7639 0 0,54-6 1257 0 0,84 0 1 0 0,-21 7-1759 0 0,-120 0-858 0 0,-17 8-33 0 0,-15 4-972 0 0,24-9 20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34.2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62 0 7167 0 0,'3'0'355'0'0,"0"0"0"0"0,0 0 0 0 0,0 1 0 0 0,0-1 0 0 0,0 1 0 0 0,0-1 0 0 0,-1 1 0 0 0,1 0 0 0 0,0 0-1 0 0,0 0 1 0 0,-1 0 0 0 0,1 1 0 0 0,-1-1 0 0 0,1 1 0 0 0,-1 0 0 0 0,1 0 0 0 0,-1-1 0 0 0,0 1 0 0 0,0 1-1 0 0,0-1 1 0 0,0 0 0 0 0,0 0 0 0 0,-1 1 0 0 0,3 3 0 0 0,-3-2-210 0 0,0-1 1 0 0,0 0-1 0 0,0 0 1 0 0,0 0-1 0 0,0 0 0 0 0,-1 1 1 0 0,0-1-1 0 0,1 0 1 0 0,-1 1-1 0 0,0-1 1 0 0,-1 0-1 0 0,1 1 0 0 0,-1-1 1 0 0,1 0-1 0 0,-1 0 1 0 0,0 1-1 0 0,0-1 1 0 0,-1 0-1 0 0,1 0 0 0 0,0 0 1 0 0,-3 3-1 0 0,-7 8 143 0 0,0 0-1 0 0,-1 0 1 0 0,-23 20-1 0 0,-3 4-689 0 0,26-26-90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36.0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138 118 5527 0 0,'0'-4'353'0'0,"-1"0"0"0"0,0 0 0 0 0,0 1 0 0 0,0-1 0 0 0,0 0 1 0 0,0 1-1 0 0,-1-1 0 0 0,1 1 0 0 0,-1-1 0 0 0,0 1 0 0 0,0 0 0 0 0,-1 0 0 0 0,1 0 0 0 0,-1 0 0 0 0,1 0 0 0 0,-5-3 0 0 0,6 6-292 0 0,0-1 1 0 0,0 1-1 0 0,0 0 1 0 0,0 0-1 0 0,0 0 1 0 0,0-1-1 0 0,0 1 1 0 0,0 0-1 0 0,0 0 1 0 0,-1 1-1 0 0,1-1 1 0 0,0 0-1 0 0,0 0 1 0 0,0 0 0 0 0,0 1-1 0 0,0-1 1 0 0,0 1-1 0 0,0-1 1 0 0,0 1-1 0 0,0-1 1 0 0,0 1-1 0 0,1-1 1 0 0,-1 1-1 0 0,0 0 1 0 0,0-1-1 0 0,0 1 1 0 0,1 0-1 0 0,-2 1 1 0 0,-20 26 405 0 0,20-25-392 0 0,-6 8 113 0 0,1 1 0 0 0,1-1-1 0 0,0 1 1 0 0,1 0 0 0 0,0 1 0 0 0,1-1-1 0 0,-6 25 1 0 0,10-32-124 0 0,-1 0-1 0 0,1 1 1 0 0,-1-1-1 0 0,2 1 1 0 0,-1-1-1 0 0,1 1 1 0 0,-1-1-1 0 0,1 1 1 0 0,3 6 0 0 0,-3-8-46 0 0,1 0 0 0 0,0-1 0 0 0,0 1 0 0 0,0-1 1 0 0,0 0-1 0 0,1 1 0 0 0,-1-1 0 0 0,1 0 1 0 0,-1 0-1 0 0,1-1 0 0 0,0 1 0 0 0,1-1 0 0 0,-1 1 1 0 0,4 1-1 0 0,2 1 3 0 0,1-1 1 0 0,-1 0-1 0 0,1 0 0 0 0,-1-1 1 0 0,1 0-1 0 0,0-1 0 0 0,0 0 1 0 0,0-1-1 0 0,0 0 0 0 0,12 0 1 0 0,-15-1 34 0 0,1-1 1 0 0,0 1-1 0 0,0-2 1 0 0,0 1-1 0 0,-1-1 1 0 0,1 0-1 0 0,0 0 0 0 0,-1-1 1 0 0,0 0-1 0 0,0 0 1 0 0,0-1-1 0 0,0 0 1 0 0,10-7-1 0 0,-14 8 8 0 0,1-1-1 0 0,-1 0 0 0 0,0 1 1 0 0,0-1-1 0 0,0-1 1 0 0,-1 1-1 0 0,1 0 0 0 0,-1-1 1 0 0,0 1-1 0 0,0-1 0 0 0,-1 1 1 0 0,0-1-1 0 0,1 0 1 0 0,-1 0-1 0 0,-1 0 0 0 0,1 1 1 0 0,-1-1-1 0 0,0 0 1 0 0,0 0-1 0 0,0 0 0 0 0,-1 0 1 0 0,-1-6-1 0 0,-1-4 95 0 0,0 1 0 0 0,-2-1 1 0 0,0 1-1 0 0,0 0 0 0 0,-1 0 0 0 0,-9-13 1 0 0,11 19-51 0 0,-1 1 1 0 0,0 0-1 0 0,0 0 1 0 0,-1 1-1 0 0,0-1 1 0 0,0 1-1 0 0,-1 1 1 0 0,1-1-1 0 0,-1 1 1 0 0,0 0-1 0 0,-1 1 1 0 0,1-1-1 0 0,-1 1 1 0 0,0 1-1 0 0,-15-5 1 0 0,20 7-86 0 0,0 0 1 0 0,0 1 0 0 0,1-1 0 0 0,-1 1 0 0 0,0 0-1 0 0,0 0 1 0 0,0 0 0 0 0,0 0 0 0 0,1 1 0 0 0,-1-1-1 0 0,0 1 1 0 0,0 0 0 0 0,1 0 0 0 0,-1 0 0 0 0,0 0-1 0 0,1 0 1 0 0,-1 0 0 0 0,1 1 0 0 0,-1-1 0 0 0,1 1-1 0 0,0 0 1 0 0,0-1 0 0 0,0 1 0 0 0,0 0 0 0 0,0 0-1 0 0,0 1 1 0 0,-2 1 0 0 0,2 1-250 0 0,-1-1 0 0 0,0 1 1 0 0,1-1-1 0 0,0 1 0 0 0,0 0 0 0 0,-1 5 0 0 0,2-4-1018 0 0,-1 1-1 0 0,1 0 1 0 0,0 0-1 0 0,1 7 0 0 0,1 6-4995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36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30 5063 0 0,'0'0'102'0'0,"-1"-1"-1"0"0,1 1 0 0 0,0-1 0 0 0,0 1 1 0 0,-1-1-1 0 0,1 0 0 0 0,0 1 0 0 0,0-1 0 0 0,0 1 1 0 0,0-1-1 0 0,0 0 0 0 0,0 1 0 0 0,0-1 0 0 0,0 1 1 0 0,0-1-1 0 0,0 0 0 0 0,0 1 0 0 0,0-1 1 0 0,1 1-1 0 0,-1-1 0 0 0,0 1 0 0 0,0-1 0 0 0,1 0 1 0 0,-1 1-1 0 0,0-1 0 0 0,1 0 0 0 0,0 0 236 0 0,0 0 0 0 0,-1 0-1 0 0,1 0 1 0 0,0-1 0 0 0,0 1 0 0 0,0 0-1 0 0,0 0 1 0 0,0 0 0 0 0,2-1-1 0 0,-2 2-201 0 0,1-1 0 0 0,-1 1 0 0 0,0 0 0 0 0,1 0 0 0 0,-1 0 0 0 0,0 0 0 0 0,1 0 0 0 0,-1 0 0 0 0,0 0 0 0 0,0 1-1 0 0,1-1 1 0 0,-1 0 0 0 0,0 1 0 0 0,0-1 0 0 0,3 2 0 0 0,9 6-4006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36.7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19 6911 0 0,'-5'-3'304'0'0,"4"-1"64"0"0,-1 2-296 0 0,2 1-72 0 0,0-1 0 0 0,2 0 136 0 0,-1 2 16 0 0,3-1 0 0 0,1-1 0 0 0,2 0 1120 0 0,20 4-824 0 0,-17 0-960 0 0,2 1-184 0 0,2 0-40 0 0,-1 1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36.92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 1839 0 0,'2'-1'160'0'0,"-1"-1"-160"0"0,1 0 328 0 0,0 0 32 0 0,0 1 8 0 0,1-1 0 0 0,2-1 336 0 0,0-1 72 0 0,2 3 16 0 0,0-1 0 0 0,-2 2-728 0 0,2 0-152 0 0,-1 2-24 0 0,3-1-8 0 0,1 3 120 0 0,-1-3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37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0 148 5983 0 0,'0'-1'145'0'0,"0"1"0"0"0,1-1-1 0 0,-1 0 1 0 0,0 1-1 0 0,0-1 1 0 0,0 1 0 0 0,0-1-1 0 0,1 1 1 0 0,-1-1-1 0 0,0 1 1 0 0,1-1 0 0 0,-1 1-1 0 0,0 0 1 0 0,1-1-1 0 0,-1 1 1 0 0,0-1 0 0 0,1 1-1 0 0,-1 0 1 0 0,1-1-1 0 0,-1 1 1 0 0,1 0 0 0 0,-1-1-1 0 0,1 1 1 0 0,-1 0-1 0 0,1 0 1 0 0,-1 0 0 0 0,1-1-1 0 0,-1 1 1 0 0,1 0-1 0 0,-1 0 1 0 0,1 0 0 0 0,-1 0-1 0 0,1 0 1 0 0,-1 0-1 0 0,1 0 1 0 0,0 0 0 0 0,-1 0-1 0 0,1 0 1 0 0,2 1 2475 0 0,0 5-1898 0 0,1 4-281 0 0,1 1 1 0 0,-2 1 0 0 0,1-1 0 0 0,1 14 0 0 0,-3-11-204 0 0,1 1 0 0 0,0-2 1 0 0,1 1-1 0 0,1 0 0 0 0,0-1 0 0 0,9 17 1 0 0,-12-26-212 0 0,1 0 1 0 0,0 1 0 0 0,0-2 0 0 0,0 1-1 0 0,0 0 1 0 0,1-1 0 0 0,-1 1 0 0 0,1-1-1 0 0,7 4 1 0 0,-8-5-27 0 0,0 0 0 0 0,0-1 0 0 0,1 0 0 0 0,-1 0 1 0 0,0 0-1 0 0,1 0 0 0 0,-1 0 0 0 0,1-1 0 0 0,-1 1 0 0 0,1-1 0 0 0,-1 0 0 0 0,1 0 0 0 0,-1 0 0 0 0,8-2 0 0 0,-5 1 5 0 0,0 0 1 0 0,1-1-1 0 0,-1 0 0 0 0,0-1 0 0 0,0 1 0 0 0,0-1 0 0 0,0 0 0 0 0,0-1 1 0 0,-1 1-1 0 0,1-1 0 0 0,-1 0 0 0 0,0-1 0 0 0,-1 1 0 0 0,1-1 0 0 0,7-9 1 0 0,-7 6 71 0 0,-1 0 0 0 0,1 0 1 0 0,-1 0-1 0 0,0-1 0 0 0,-1 1 1 0 0,0-1-1 0 0,-1 0 0 0 0,1 0 1 0 0,-2 0-1 0 0,2-16 0 0 0,-2 7 120 0 0,0 0-1 0 0,-2 0 1 0 0,-3-23-1 0 0,3 34-116 0 0,0 0 0 0 0,0 0 0 0 0,-1 0 0 0 0,-1 0 0 0 0,1 0 0 0 0,-1 1 0 0 0,0-1 0 0 0,0 1 0 0 0,-1 0 0 0 0,0 0 0 0 0,-5-7 0 0 0,6 11-59 0 0,1 0 1 0 0,0-1 0 0 0,0 2 0 0 0,-1-1-1 0 0,0 0 1 0 0,1 0 0 0 0,-1 1 0 0 0,0-1 0 0 0,1 1-1 0 0,-1 0 1 0 0,0 0 0 0 0,0 0 0 0 0,0 0 0 0 0,0 1-1 0 0,-5-1 1 0 0,3 0-27 0 0,0 1 0 0 0,0 1-1 0 0,0-1 1 0 0,0 1 0 0 0,1 0 0 0 0,-1 0 0 0 0,0 0-1 0 0,0 1 1 0 0,-4 1 0 0 0,1 1-290 0 0,1-1 0 0 0,-1 2 0 0 0,1-1 0 0 0,0 1 0 0 0,1 0 0 0 0,-1 0 0 0 0,1 0 0 0 0,0 1 0 0 0,0 0 0 0 0,1 0 0 0 0,-6 10 0 0 0,2-1-1238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37.6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44 7367 0 0,'2'-4'100'0'0,"0"1"0"0"0,0-1 0 0 0,1 1 0 0 0,-1 0-1 0 0,1-1 1 0 0,-1 1 0 0 0,6-4 0 0 0,-5 5-5 0 0,-1 1 0 0 0,1-1-1 0 0,-1 1 1 0 0,1 0 0 0 0,0 0 0 0 0,-1 0 0 0 0,1 0 0 0 0,0 1 0 0 0,0-1 0 0 0,0 1 0 0 0,-1-1-1 0 0,4 1 1 0 0,-1 0 104 0 0,-1 0-1 0 0,1 0 0 0 0,0 0 1 0 0,-1 1-1 0 0,1 0 0 0 0,-1-1 1 0 0,0 2-1 0 0,1-1 0 0 0,-1 0 0 0 0,0 1 1 0 0,0 0-1 0 0,1 0 0 0 0,-2 0 1 0 0,7 4-1 0 0,-5-2 11 0 0,-1 1 1 0 0,1-1-1 0 0,-1 1 0 0 0,0 0 1 0 0,0 0-1 0 0,-1 0 0 0 0,0 0 1 0 0,1 0-1 0 0,-2 1 0 0 0,4 8 1 0 0,1 5 60 0 0,-1 1 0 0 0,-1 0 0 0 0,-1 0 1 0 0,0 0-1 0 0,-2 1 0 0 0,1 23 1 0 0,-4-16-52 0 0,0 0 1 0 0,-1 0 0 0 0,-13 54-1 0 0,10-64-74 0 0,-1-1 1 0 0,0 0-1 0 0,-1 0 0 0 0,-1-1 0 0 0,0 0 0 0 0,-11 15 0 0 0,0-5-463 0 0,-1-1 0 0 0,-34 34 0 0 0,29-35-5920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0.3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212 122 1375 0 0,'1'-3'20'0'0,"1"1"-1"0"0,0-1 0 0 0,-1 1 0 0 0,0-1 0 0 0,0 1 0 0 0,0-1 0 0 0,0 0 0 0 0,0 0 0 0 0,1-5 0 0 0,2-26 481 0 0,-4 30-246 0 0,0-1 1 0 0,0 1-1 0 0,-1 0 0 0 0,1 0 1 0 0,-1 0-1 0 0,0 0 0 0 0,0 1 1 0 0,-1-6-1 0 0,1 8-192 0 0,0 0 1 0 0,1 0-1 0 0,-1 0 1 0 0,0 0-1 0 0,0 0 1 0 0,0 1-1 0 0,0-1 0 0 0,1 0 1 0 0,-1 0-1 0 0,0 1 1 0 0,0-1-1 0 0,0 0 1 0 0,-1 1-1 0 0,1-1 0 0 0,0 1 1 0 0,0-1-1 0 0,0 1 1 0 0,0 0-1 0 0,0-1 1 0 0,-1 1-1 0 0,1 0 0 0 0,0 0 1 0 0,0 0-1 0 0,0 0 1 0 0,-1 0-1 0 0,1 0 1 0 0,0 0-1 0 0,0 0 0 0 0,-1 0 1 0 0,1 1-1 0 0,-1 0 1 0 0,-7 1-7 0 0,1 0 1 0 0,0 1 0 0 0,0 1-1 0 0,0-1 1 0 0,0 1 0 0 0,0 1-1 0 0,1-1 1 0 0,0 1 0 0 0,0 1-1 0 0,0-1 1 0 0,-8 10 0 0 0,3-2 269 0 0,1 0 0 0 0,0 1 0 0 0,1 0 0 0 0,-14 26 0 0 0,21-34-199 0 0,0 0-1 0 0,0 0 0 0 0,1 1 0 0 0,0-1 0 0 0,0 1 1 0 0,1-1-1 0 0,-1 1 0 0 0,2-1 0 0 0,-1 13 0 0 0,1-17-95 0 0,0 0 0 0 0,0 1 0 0 0,0-1 1 0 0,1 0-1 0 0,-1 0 0 0 0,1 0 0 0 0,0 1 0 0 0,-1-1 0 0 0,1 0 0 0 0,0 0 0 0 0,0 0 0 0 0,0 0 0 0 0,1 0 0 0 0,-1 0 0 0 0,0-1 0 0 0,1 1 0 0 0,0 0 0 0 0,-1-1 1 0 0,1 1-1 0 0,0-1 0 0 0,-1 1 0 0 0,1-1 0 0 0,0 0 0 0 0,0 0 0 0 0,0 0 0 0 0,0 0 0 0 0,0 0 0 0 0,1 0 0 0 0,-1-1 0 0 0,0 1 0 0 0,4 0 0 0 0,3 0 50 0 0,0 0 0 0 0,0 0 0 0 0,0-1 0 0 0,0 0 0 0 0,0-1 0 0 0,0 0 0 0 0,-1 0 0 0 0,1-1 0 0 0,0 0 0 0 0,0-1 0 0 0,14-6 0 0 0,-11 3 56 0 0,-1 0 0 0 0,1 0 0 0 0,-1-1 0 0 0,-1-1 0 0 0,1 0 0 0 0,-1-1 0 0 0,13-13 0 0 0,-21 19-82 0 0,0 1-1 0 0,0-1 1 0 0,0 0-1 0 0,0 1 0 0 0,0-1 1 0 0,-1 0-1 0 0,1 0 1 0 0,-1 0-1 0 0,0-1 0 0 0,0 1 1 0 0,0 0-1 0 0,0 0 1 0 0,-1-1-1 0 0,1 1 1 0 0,-1 0-1 0 0,0-1 0 0 0,0 1 1 0 0,0 0-1 0 0,0-1 1 0 0,0 1-1 0 0,-1 0 0 0 0,0-1 1 0 0,0 1-1 0 0,0 0 1 0 0,0 0-1 0 0,0 0 1 0 0,0 0-1 0 0,-3-4 0 0 0,2 3-16 0 0,0 1 1 0 0,-1-1-1 0 0,0 1 0 0 0,1 0 0 0 0,-1 0 0 0 0,0 0 0 0 0,-1 0 1 0 0,1 0-1 0 0,0 1 0 0 0,-1-1 0 0 0,0 1 0 0 0,1 0 0 0 0,-1 0 0 0 0,0 0 1 0 0,0 1-1 0 0,0-1 0 0 0,0 1 0 0 0,0 0 0 0 0,-1 0 0 0 0,1 1 0 0 0,-8-1 1 0 0,5 1-38 0 0,-1 1 1 0 0,1 0-1 0 0,-1 0 1 0 0,1 1-1 0 0,-1 0 1 0 0,1 0-1 0 0,0 0 1 0 0,0 1 0 0 0,0 0-1 0 0,0 1 1 0 0,1 0-1 0 0,-1 0 1 0 0,1 0-1 0 0,-11 10 1 0 0,13-10-2 0 0,0 0 0 0 0,0 0-1 0 0,1 0 1 0 0,0 0 0 0 0,0 1 0 0 0,0-1 0 0 0,0 1-1 0 0,0 0 1 0 0,1 0 0 0 0,0 0 0 0 0,0 0-1 0 0,1 0 1 0 0,-1 0 0 0 0,1 0 0 0 0,0 1 0 0 0,1-1-1 0 0,-1 0 1 0 0,1 1 0 0 0,0-1 0 0 0,0 1 0 0 0,1-1-1 0 0,0 6 1 0 0,0-7 13 0 0,1-1 1 0 0,-1 1-1 0 0,0 0 0 0 0,1-1 0 0 0,0 1 0 0 0,0-1 0 0 0,0 0 1 0 0,0 0-1 0 0,0 0 0 0 0,1 0 0 0 0,-1 0 0 0 0,1 0 0 0 0,0 0 0 0 0,0-1 1 0 0,0 1-1 0 0,0-1 0 0 0,0 0 0 0 0,1 0 0 0 0,-1 0 0 0 0,1-1 1 0 0,-1 1-1 0 0,1-1 0 0 0,0 0 0 0 0,6 2 0 0 0,-5-2 7 0 0,1 0-1 0 0,-1 0 0 0 0,0-1 0 0 0,1 0 1 0 0,-1 0-1 0 0,1 0 0 0 0,-1-1 0 0 0,0 1 1 0 0,1-1-1 0 0,-1-1 0 0 0,0 1 1 0 0,0-1-1 0 0,0 0 0 0 0,0 0 0 0 0,0 0 1 0 0,0-1-1 0 0,6-3 0 0 0,-5 1 18 0 0,-1 0 0 0 0,1 0 0 0 0,-1-1-1 0 0,0 1 1 0 0,0-1 0 0 0,-1 0 0 0 0,1-1-1 0 0,-1 1 1 0 0,-1-1 0 0 0,1 0 0 0 0,-1 1-1 0 0,2-9 1 0 0,-4 11-4 0 0,0 1 0 0 0,0-1-1 0 0,-1 1 1 0 0,1 0 0 0 0,-1-1 0 0 0,0 1-1 0 0,0-1 1 0 0,0 1 0 0 0,0-1 0 0 0,-1 1 0 0 0,1-1-1 0 0,-1 1 1 0 0,0 0 0 0 0,0-1 0 0 0,0 1-1 0 0,-1 0 1 0 0,1 0 0 0 0,-1 0 0 0 0,0 0-1 0 0,0 0 1 0 0,0 0 0 0 0,0 0 0 0 0,0 0-1 0 0,0 1 1 0 0,-1-1 0 0 0,1 1 0 0 0,-1 0 0 0 0,-4-3-1 0 0,5 3-17 0 0,-1 1 0 0 0,0-1 0 0 0,1 1 0 0 0,-1 0 0 0 0,0-1 0 0 0,0 1 0 0 0,0 0 0 0 0,0 1 0 0 0,0-1 0 0 0,0 1 0 0 0,0-1 0 0 0,0 1 1 0 0,0 0-1 0 0,0 0 0 0 0,-1 0 0 0 0,-3 1 0 0 0,2 0 4 0 0,0 0 0 0 0,0 1 0 0 0,0 0 0 0 0,1 0 1 0 0,-1 0-1 0 0,0 0 0 0 0,1 1 0 0 0,-1 0 0 0 0,-4 4 1 0 0,2-2 9 0 0,1 1 0 0 0,-1 0 1 0 0,1 1-1 0 0,0-1 1 0 0,1 1-1 0 0,0 0 0 0 0,0 1 1 0 0,0-1-1 0 0,1 1 0 0 0,0 0 1 0 0,-3 11-1 0 0,6-17-17 0 0,0 0-1 0 0,1 1 0 0 0,-1-1 0 0 0,1 0 1 0 0,0 0-1 0 0,0 0 0 0 0,-1 1 1 0 0,2-1-1 0 0,-1 0 0 0 0,0 0 0 0 0,0 1 1 0 0,1-1-1 0 0,-1 0 0 0 0,1 0 1 0 0,-1 0-1 0 0,1 1 0 0 0,1 1 0 0 0,0-2-1 0 0,-1-1 0 0 0,0 0 0 0 0,0 1 0 0 0,1-1-1 0 0,-1 0 1 0 0,0 0 0 0 0,1 0 0 0 0,0 0 0 0 0,-1 0-1 0 0,1 0 1 0 0,-1 0 0 0 0,1-1 0 0 0,0 1 0 0 0,0 0-1 0 0,-1-1 1 0 0,1 0 0 0 0,0 1 0 0 0,0-1 0 0 0,0 0-1 0 0,-1 0 1 0 0,5 0 0 0 0,2-1 26 0 0,-1 0 0 0 0,1 0 1 0 0,0-1-1 0 0,0-1 0 0 0,-1 1 1 0 0,1-1-1 0 0,-1 0 0 0 0,0-1 1 0 0,0 1-1 0 0,0-2 0 0 0,0 1 0 0 0,0-1 1 0 0,-1 0-1 0 0,0 0 0 0 0,0 0 1 0 0,-1-1-1 0 0,10-12 0 0 0,-14 17-27 0 0,0-1-1 0 0,0 0 0 0 0,0 0 0 0 0,0 1 1 0 0,0-1-1 0 0,0 0 0 0 0,0 0 1 0 0,-1 0-1 0 0,1 0 0 0 0,-1 0 1 0 0,0 0-1 0 0,1 0 0 0 0,-1-1 1 0 0,0 1-1 0 0,0 0 0 0 0,0 0 1 0 0,0 0-1 0 0,-1 0 0 0 0,1 0 1 0 0,0 0-1 0 0,-1 0 0 0 0,0 0 1 0 0,1 0-1 0 0,-1 0 0 0 0,0 0 0 0 0,-2-3 1 0 0,2 3 1 0 0,-1 0 1 0 0,0 1-1 0 0,1-1 0 0 0,-1 0 1 0 0,0 1-1 0 0,0-1 1 0 0,0 1-1 0 0,0 0 0 0 0,0-1 1 0 0,0 1-1 0 0,-1 0 1 0 0,1 0-1 0 0,0 1 1 0 0,-1-1-1 0 0,1 0 0 0 0,0 1 1 0 0,-1-1-1 0 0,1 1 1 0 0,-1 0-1 0 0,1 0 0 0 0,0 0 1 0 0,-5 0-1 0 0,-3 2 33 0 0,1-1 0 0 0,0 1-1 0 0,0 1 1 0 0,-15 5 0 0 0,22-7-41 0 0,0 0 1 0 0,0 0-1 0 0,0 0 0 0 0,-1 0 1 0 0,2 0-1 0 0,-1 0 0 0 0,0 0 1 0 0,0 1-1 0 0,0-1 0 0 0,0 1 1 0 0,1 0-1 0 0,-1-1 0 0 0,1 1 1 0 0,-1 0-1 0 0,1 0 0 0 0,0 0 1 0 0,0 0-1 0 0,0 0 0 0 0,0 0 1 0 0,0 0-1 0 0,0 0 0 0 0,0 0 1 0 0,1 1-1 0 0,-1 3 0 0 0,1-5-1 0 0,0 1 1 0 0,1-1-1 0 0,-1 1 0 0 0,0-1 0 0 0,1 1 0 0 0,0-1 1 0 0,-1 0-1 0 0,1 1 0 0 0,0-1 0 0 0,-1 0 1 0 0,1 0-1 0 0,0 0 0 0 0,0 0 0 0 0,0 1 0 0 0,0-1 1 0 0,0 0-1 0 0,0-1 0 0 0,2 2 0 0 0,26 16-260 0 0,-19-12-226 0 0,-2-1-1108 0 0,1 0-4845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1.2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38 4143 0 0,'-7'-3'0'0'0,"2"-1"0"0"0,3 1 0 0 0,2 1 0 0 0,-1 2 0 0 0,-1-3 0 0 0,-3-2 0 0 0,-4-4 0 0 0,-1 1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2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55 157 455 0 0,'-4'0'450'0'0,"-1"0"0"0"0,0 0 0 0 0,1-1-1 0 0,-1 0 1 0 0,1 1 0 0 0,-1-2 0 0 0,1 1-1 0 0,0 0 1 0 0,-8-5 0 0 0,10 3 2344 0 0,8 2-1366 0 0,9 3-691 0 0,-14-2-670 0 0,20 2 233 0 0,0-2 0 0 0,0-1 0 0 0,32-4 0 0 0,12-1 96 0 0,137-8-82 0 0,-194 14-1180 0 0,0-2 0 0 0,0 1 0 0 0,0-1 0 0 0,7-3 0 0 0,-14 4 710 0 0,-1 1 0 0 0,1-1 0 0 0,-1 0 0 0 0,1 0 0 0 0,-1 0 0 0 0,0 0 0 0 0,1 0 0 0 0,-1 0 0 0 0,0 0 0 0 0,0 0 0 0 0,0 0 0 0 0,0 0 0 0 0,0 0 0 0 0,0 0-1 0 0,0 0 1 0 0,0 0 0 0 0,0 0 0 0 0,0 0 0 0 0,-1-2 0 0 0,-3-14 288 0 0,4 13 109 0 0,-1 1 1 0 0,1-1-1 0 0,-1 0 1 0 0,1 1-1 0 0,1-1 0 0 0,-1 1 1 0 0,0-1-1 0 0,1 1 1 0 0,1-5-1 0 0,1-14 2678 0 0,-7 16-1686 0 0,4 6-1205 0 0,0 0 1 0 0,0 0-1 0 0,0 0 1 0 0,0 0-1 0 0,0 0 1 0 0,0 0-1 0 0,0 0 1 0 0,0 0-1 0 0,0 0 0 0 0,0 0 1 0 0,0 0-1 0 0,0 0 1 0 0,-1 0-1 0 0,1 0 1 0 0,0 0-1 0 0,0 0 1 0 0,0 0-1 0 0,0 0 1 0 0,0 0-1 0 0,0 0 0 0 0,0 0 1 0 0,0 0-1 0 0,0 0 1 0 0,0 0-1 0 0,0 0 1 0 0,0 0-1 0 0,0 0 1 0 0,0 0-1 0 0,0 0 0 0 0,0 0 1 0 0,0-1-1 0 0,0 1 1 0 0,0 0-1 0 0,0 0 1 0 0,0 0-1 0 0,0 0 1 0 0,0 0-1 0 0,0 0 0 0 0,0 0 1 0 0,0 0-1 0 0,0 0 1 0 0,0 0-1 0 0,0 0 1 0 0,0 0-1 0 0,0 0 1 0 0,0 0-1 0 0,0 0 0 0 0,0-1 1 0 0,0 1-1 0 0,0 0 1 0 0,0 0-1 0 0,0 0 1 0 0,0 0-1 0 0,0 0 1 0 0,0 0-1 0 0,0 0 0 0 0,0 0 1 0 0,0 0-1 0 0,0 0 1 0 0,0 0-1 0 0,0 0 1 0 0,0 0-1 0 0,0 0 1 0 0,0 0-1 0 0,0 0 0 0 0,0 0 1 0 0,1 0-1 0 0,-1 0 1 0 0,0 0-1 0 0,9 0-89 0 0,3-1 563 0 0,-1 1 0 0 0,1 1-1 0 0,-1 0 1 0 0,21 4 0 0 0,-25-2-435 0 0,0-1 0 0 0,-1 1 0 0 0,1 0 0 0 0,-1 0 0 0 0,0 1 0 0 0,0 0-1 0 0,0 0 1 0 0,7 7 0 0 0,-10-8-33 0 0,0 0-1 0 0,-1 0 0 0 0,1 0 0 0 0,-1 0 1 0 0,0 1-1 0 0,0-1 0 0 0,0 1 1 0 0,0-1-1 0 0,-1 1 0 0 0,0 0 0 0 0,1 0 1 0 0,-1-1-1 0 0,-1 1 0 0 0,1 0 1 0 0,-1 0-1 0 0,1 7 0 0 0,-4 51 543 0 0,2-61-573 0 0,1 0 0 0 0,0 0 1 0 0,0 0-1 0 0,0 0 0 0 0,0 0 0 0 0,-1 0 0 0 0,1 0 0 0 0,-1 0 0 0 0,1 0 1 0 0,0 0-1 0 0,-1 0 0 0 0,0 0 0 0 0,1 0 0 0 0,-1-1 0 0 0,1 1 0 0 0,-1 0 0 0 0,0 0 1 0 0,-1 0-1 0 0,0 1 16 0 0,-1 0 0 0 0,1 0 0 0 0,-1-1 1 0 0,1 0-1 0 0,-1 1 0 0 0,-4 0 1 0 0,-3 1 58 0 0,0 0 1 0 0,-19 1 0 0 0,21-3 93 0 0,0 0-1 0 0,1 1 1 0 0,-10 2 0 0 0,-1 5-920 0 0,17-8 283 0 0,0 0 1 0 0,-1 1 0 0 0,1-1-1 0 0,0 0 1 0 0,0 1-1 0 0,0-1 1 0 0,0 0-1 0 0,0 1 1 0 0,-1 2 0 0 0,-1 4-5134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4.0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1 141 919 0 0,'6'-4'102'0'0,"0"0"-1"0"0,0 1 0 0 0,0-1 0 0 0,0 1 0 0 0,1 0 0 0 0,7-2 0 0 0,2-1-1 0 0,14-6-27 0 0,1 2-1 0 0,1 1 1 0 0,52-9-1 0 0,102-2 263 0 0,-118 15-296 0 0,50-8-39 0 0,113-7 0 0 0,-187 18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6.1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 2103 0 0,'5'-3'0'0'0,"-1"-1"0"0"0,-3 3 0 0 0,1 1 0 0 0,0-2 0 0 0,3-1 80 0 0,3-3 32 0 0,3 1 8 0 0,-1 0 0 0 0,-2 0-48 0 0,1 2-8 0 0,-2 1 0 0 0,-2 2 0 0 0,0 2-64 0 0,-9-2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6.57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40 6911 0 0,'-2'-3'35'0'0,"0"0"-1"0"0,-1-1 1 0 0,1 1-1 0 0,-1 1 0 0 0,1-1 1 0 0,-1 0-1 0 0,0 1 1 0 0,0-1-1 0 0,0 1 0 0 0,-1 0 1 0 0,-3-3-1 0 0,5 5 142 0 0,0-1 1 0 0,0 0-1 0 0,1 1 0 0 0,-1-1 0 0 0,0 1 0 0 0,0-1 0 0 0,0 1 1 0 0,0 0-1 0 0,0 0 0 0 0,0 0 0 0 0,1 0 0 0 0,-1 0 0 0 0,0 0 1 0 0,0 1-1 0 0,0-1 0 0 0,0 0 0 0 0,0 1 0 0 0,1 0 0 0 0,-1-1 1 0 0,0 1-1 0 0,0 0 0 0 0,1 0 0 0 0,-1 0 0 0 0,0 0 0 0 0,-1 1 1 0 0,-5 6 414 0 0,-1 1 0 0 0,1 0 0 0 0,1 0 0 0 0,0 0 0 0 0,0 1 1 0 0,1 0-1 0 0,0 0 0 0 0,-9 22 0 0 0,1 7 206 0 0,-12 46 0 0 0,17-51-459 0 0,1-1 0 0 0,2 1-1 0 0,2 1 1 0 0,1-1 0 0 0,1 1-1 0 0,5 59 1 0 0,-1-82-245 0 0,1 1 0 0 0,0-1-1 0 0,0 0 1 0 0,1 0 0 0 0,1 0-1 0 0,0 0 1 0 0,0-1 0 0 0,14 21 0 0 0,-14-25-68 0 0,0-1 1 0 0,-1 0 0 0 0,2-1 0 0 0,-1 1 0 0 0,1-1-1 0 0,0 0 1 0 0,0-1 0 0 0,0 1 0 0 0,0-1 0 0 0,1 0 0 0 0,0-1-1 0 0,0 1 1 0 0,0-1 0 0 0,0-1 0 0 0,0 1 0 0 0,9 1-1 0 0,-9-4-350 0 0,1 0 0 0 0,-1 0-1 0 0,0 0 1 0 0,1-1-1 0 0,-1 0 1 0 0,1-1-1 0 0,-1 0 1 0 0,0 0-1 0 0,13-5 1 0 0,-6 0-6662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6.9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66 236 3223 0 0,'1'-6'45'0'0,"0"-7"502"0"0,5-22 0 0 0,-5 31 183 0 0,0 0 0 0 0,1 0-1 0 0,0 0 1 0 0,-1 0 0 0 0,4-4 0 0 0,-4 7-635 0 0,-1 1 0 0 0,0 0 0 0 0,0 0 0 0 0,0 0-1 0 0,0-1 1 0 0,0 1 0 0 0,0 0 0 0 0,1 0 0 0 0,-1 0 0 0 0,0-1 0 0 0,0 1 0 0 0,0 0 0 0 0,0 0 0 0 0,1 0 0 0 0,-1 0 0 0 0,0 0 0 0 0,0 0 0 0 0,0-1 0 0 0,1 1 0 0 0,-1 0 0 0 0,0 0 0 0 0,0 0 0 0 0,0 0 0 0 0,1 0 0 0 0,-1 0 0 0 0,0 0-1 0 0,0 0 1 0 0,1 0 0 0 0,-1 0 0 0 0,0 0 0 0 0,0 0 0 0 0,1 0 0 0 0,-1 0 0 0 0,0 0 0 0 0,1 0 0 0 0,5 8 1732 0 0,1 14-70 0 0,-7-21-1650 0 0,8 52 1835 0 0,-7-38-1521 0 0,1-1-1 0 0,0 0 1 0 0,8 25 0 0 0,-9-35-371 0 0,1 0 0 0 0,-1-1 0 0 0,1 1 0 0 0,0-1 0 0 0,0 0 0 0 0,0 0-1 0 0,0 0 1 0 0,1 0 0 0 0,-1 0 0 0 0,1 0 0 0 0,0 0 0 0 0,0-1 0 0 0,0 1 0 0 0,0-1 0 0 0,0 0 0 0 0,0 0-1 0 0,1 0 1 0 0,6 2 0 0 0,-6-3-38 0 0,0 0 1 0 0,0 0-1 0 0,0 0 0 0 0,0-1 1 0 0,0 1-1 0 0,0-1 0 0 0,1 0 1 0 0,-1-1-1 0 0,0 1 0 0 0,0-1 1 0 0,0 1-1 0 0,0-1 0 0 0,0-1 1 0 0,0 1-1 0 0,0 0 0 0 0,-1-1 0 0 0,1 0 1 0 0,0 0-1 0 0,-1 0 0 0 0,1 0 1 0 0,-1-1-1 0 0,6-4 0 0 0,-5 3 22 0 0,1-1 0 0 0,-1 0 0 0 0,0 1 0 0 0,0-1 0 0 0,0-1 0 0 0,0 1 0 0 0,-1-1 0 0 0,0 1 0 0 0,0-1 0 0 0,-1 0 0 0 0,0 0 0 0 0,0 0 0 0 0,0 0 0 0 0,1-8 1 0 0,-3 4 19 0 0,1-1 1 0 0,-2 0 0 0 0,1 0 0 0 0,-1 1 0 0 0,-1-1 0 0 0,0 0 0 0 0,-1 1 0 0 0,0-1 0 0 0,0 1 0 0 0,-1 0-1 0 0,0 0 1 0 0,-1 1 0 0 0,0-1 0 0 0,-1 1 0 0 0,0 0 0 0 0,0 0 0 0 0,-9-8 0 0 0,10 11-14 0 0,-1-1 0 0 0,0 1 0 0 0,-1 1 1 0 0,1-1-1 0 0,-1 1 0 0 0,0 0 0 0 0,-1 1 0 0 0,1-1 1 0 0,-1 2-1 0 0,1-1 0 0 0,-1 1 0 0 0,-1 0 0 0 0,1 0 1 0 0,0 1-1 0 0,-1 0 0 0 0,1 1 0 0 0,-1 0 0 0 0,1 0 1 0 0,-1 1-1 0 0,1 0 0 0 0,-17 2 0 0 0,21-1-58 0 0,0 0 1 0 0,0 0-1 0 0,0 0 0 0 0,0 0 1 0 0,1 1-1 0 0,-1-1 0 0 0,0 1 1 0 0,1 0-1 0 0,0 0 0 0 0,-1 0 1 0 0,1 1-1 0 0,0-1 0 0 0,0 1 1 0 0,0 0-1 0 0,0 0 0 0 0,1 0 1 0 0,-1 0-1 0 0,1 0 0 0 0,0 0 1 0 0,0 1-1 0 0,0-1 0 0 0,0 1 0 0 0,0-1 1 0 0,1 1-1 0 0,0 0 0 0 0,0 0 1 0 0,0 0-1 0 0,0-1 0 0 0,0 1 1 0 0,1 0-1 0 0,0 0 0 0 0,-1 0 1 0 0,2 0-1 0 0,-1 0 0 0 0,0 0 1 0 0,1 0-1 0 0,0 0 0 0 0,0 0 1 0 0,0 0-1 0 0,0 0 0 0 0,1-1 1 0 0,-1 1-1 0 0,1-1 0 0 0,3 5 0 0 0,9 12-1010 0 0,3 1-307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7.1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0 5983 0 0,'8'12'871'0'0,"-1"0"-1"0"0,0 1 0 0 0,-1 0 0 0 0,0 0 1 0 0,-1 0-1 0 0,4 16 0 0 0,-8-21-445 0 0,1 0-1 0 0,-1 0 1 0 0,0 0 0 0 0,-1 0-1 0 0,0 1 1 0 0,0-1 0 0 0,-1 0-1 0 0,0 0 1 0 0,0 0-1 0 0,-1 0 1 0 0,0 0 0 0 0,-3 8-1 0 0,-1-3-136 0 0,0-1-1 0 0,-1 0 1 0 0,-15 19-1 0 0,10-14-193 0 0,6-7-1352 0 0,2-1-5036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7.43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1 413 6911 0 0,'1'-7'325'0'0,"0"0"-1"0"0,1 0 1 0 0,0 0-1 0 0,1 1 0 0 0,-1-1 1 0 0,1 0-1 0 0,0 1 1 0 0,8-12-1 0 0,-1 2 314 0 0,72-108 4394 0 0,-60 96-3694 0 0,-2-1 0 0 0,-1 0 0 0 0,-1-2 0 0 0,15-38 0 0 0,-31 58-1001 0 0,-3 8-232 0 0,-1 8-43 0 0,-13 40 18 0 0,3 2 0 0 0,-9 59 0 0 0,21-106-80 0 0,-14 105 0 0 0,13-90 0 0 0,1 1 0 0 0,0-1 0 0 0,1 0 0 0 0,5 29 0 0 0,-2-30-1299 0 0,0-5-3743 0 0,1-1-2089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8.1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32 3223 0 0,'0'-1'220'0'0,"0"0"-1"0"0,0-1 0 0 0,0 1 0 0 0,0 0 1 0 0,1 0-1 0 0,-1-1 0 0 0,0 1 0 0 0,1 0 1 0 0,-1 0-1 0 0,1 0 0 0 0,-1-1 0 0 0,1 1 1 0 0,0 0-1 0 0,-1 0 0 0 0,1 0 0 0 0,0 0 1 0 0,0 0-1 0 0,0 0 0 0 0,0 1 0 0 0,0-1 1 0 0,0 0-1 0 0,0 0 0 0 0,0 0 0 0 0,0 1 1 0 0,0-1-1 0 0,0 1 0 0 0,0-1 0 0 0,0 1 1 0 0,1-1-1 0 0,1 1 0 0 0,-1-1 171 0 0,1 1 0 0 0,0-1 0 0 0,-1 1 0 0 0,1 0 0 0 0,0 0 0 0 0,-1 0 0 0 0,1 0 0 0 0,0 1 0 0 0,-1-1-1 0 0,1 1 1 0 0,0-1 0 0 0,-1 1 0 0 0,5 2 0 0 0,-5-2-300 0 0,0 0 1 0 0,0 0-1 0 0,0 0 0 0 0,0 1 0 0 0,0-1 0 0 0,0 0 1 0 0,0 1-1 0 0,-1 0 0 0 0,1-1 0 0 0,0 1 0 0 0,-1 0 1 0 0,1 0-1 0 0,-1 0 0 0 0,0 0 0 0 0,0 0 0 0 0,0 0 1 0 0,0 0-1 0 0,0 1 0 0 0,0-1 0 0 0,0 0 0 0 0,-1 1 0 0 0,1-1 1 0 0,-1 0-1 0 0,0 1 0 0 0,0-1 0 0 0,0 0 0 0 0,0 1 1 0 0,0-1-1 0 0,0 1 0 0 0,0-1 0 0 0,-1 0 0 0 0,1 1 1 0 0,-1-1-1 0 0,-2 5 0 0 0,0 1 36 0 0,-1-1-1 0 0,0 1 1 0 0,0-1 0 0 0,-1 1-1 0 0,0-1 1 0 0,0-1 0 0 0,0 1 0 0 0,-11 9-1 0 0,-15 9 135 0 0,22-18-667 0 0,-1 1 0 0 0,1 0 0 0 0,-11 13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49.6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80 1839 0 0,'0'0'134'0'0,"0"-1"-62"0"0,0 0 157 0 0,1 0 357 0 0,0 0-1 0 0,1-1 1 0 0,-1 1-1 0 0,1 0 0 0 0,-1 0 1 0 0,1 0-1 0 0,0 0 1 0 0,2-1-1 0 0,40-11 1311 0 0,57-9 0 0 0,-14 4-904 0 0,-69 14-816 0 0,1 0 0 0 0,-1 1 0 0 0,1 1 0 0 0,0 1 0 0 0,19 2 0 0 0,-18 2 107 0 0,-19-3-372 0 0,-1 0-1 0 0,0 0 1 0 0,1 0 0 0 0,-1 0 0 0 0,0 1 0 0 0,1-1 0 0 0,-1 0 0 0 0,0 0 0 0 0,1 0 0 0 0,-1 0 0 0 0,0 0 0 0 0,1 1 0 0 0,-1-1 0 0 0,0 0 0 0 0,0 0 0 0 0,1 0 0 0 0,-1 1 0 0 0,0-1 0 0 0,0 0 0 0 0,0 0 0 0 0,1 1 0 0 0,-1-1-1 0 0,0 0 1 0 0,0 0 0 0 0,0 1 0 0 0,0-1 0 0 0,1 0 0 0 0,-1 1 0 0 0,0-1 0 0 0,0 0 0 0 0,0 1 0 0 0,0-1 0 0 0,0 0 0 0 0,0 1 0 0 0,0-1 0 0 0,0 0 0 0 0,0 1 0 0 0,0-1 0 0 0,0 0 0 0 0,0 1 0 0 0,0-1 0 0 0,0 0 0 0 0,-1 1-1 0 0,1-1 1 0 0,0 0 0 0 0,0 1 0 0 0,0-1 0 0 0,0 0 0 0 0,-1 0 0 0 0,1 1 0 0 0,0-1 0 0 0,-1 1 0 0 0,-2 3-3762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50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46 1927 0 0,'-5'2'-254'0'0,"-15"8"2158"0"0,19-10-1864 0 0,1 0 0 0 0,0 0 0 0 0,0 0-1 0 0,0 0 1 0 0,0 0 0 0 0,0 0 0 0 0,0 0-1 0 0,0 0 1 0 0,0 1 0 0 0,-1-1 0 0 0,1 0-1 0 0,0 0 1 0 0,0 0 0 0 0,0 0-1 0 0,0 0 1 0 0,0 0 0 0 0,0 0 0 0 0,0 1-1 0 0,0-1 1 0 0,0 0 0 0 0,0 0 0 0 0,0 0-1 0 0,0 0 1 0 0,0 0 0 0 0,0 0 0 0 0,0 1-1 0 0,0-1 1 0 0,0 0 0 0 0,0 0 0 0 0,0 0-1 0 0,0 0 1 0 0,0 0 0 0 0,0 0 0 0 0,0 0-1 0 0,0 1 1 0 0,0-1 0 0 0,0 0-1 0 0,0 0 1 0 0,0 0 0 0 0,0 0 0 0 0,0 0-1 0 0,0 0 1 0 0,1 0 0 0 0,-1 1 0 0 0,13 2 1595 0 0,12-1-92 0 0,-1-1 0 0 0,1-2 0 0 0,48-7 0 0 0,-30 3-790 0 0,185-33 2648 0 0,-213 35-3158 0 0,4-1-56 0 0,0 0-1 0 0,1 1 1 0 0,24 0 0 0 0,-49 8-2277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51.5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69 7367 0 0,'-2'0'88'0'0,"1"0"0"0"0,-1 1 0 0 0,1-1 0 0 0,-1 1 1 0 0,1 0-1 0 0,-1-1 0 0 0,1 1 0 0 0,0 0 0 0 0,-1 0 0 0 0,1 0 0 0 0,0 0 0 0 0,0 0 0 0 0,0 0 0 0 0,0 0 0 0 0,0 0 0 0 0,0 1 0 0 0,-1 1 0 0 0,-15 24 695 0 0,14-20-526 0 0,0 0 0 0 0,1 0 0 0 0,0 0 0 0 0,0 0 0 0 0,1 0 0 0 0,0 0-1 0 0,0 1 1 0 0,0-1 0 0 0,1 1 0 0 0,0-1 0 0 0,2 9 0 0 0,-1-9-106 0 0,0 1 0 0 0,0 0 0 0 0,1 0 0 0 0,1 0 0 0 0,-1-1 0 0 0,1 0 0 0 0,0 1 0 0 0,1-1 0 0 0,-1 0 0 0 0,7 8 0 0 0,-7-12-95 0 0,0 1 0 0 0,0-1 0 0 0,0 0 0 0 0,1 0 0 0 0,-1 0 0 0 0,1 0-1 0 0,0-1 1 0 0,0 1 0 0 0,0-1 0 0 0,0 0 0 0 0,0 0 0 0 0,1 0 0 0 0,-1-1 0 0 0,0 0-1 0 0,1 0 1 0 0,-1 0 0 0 0,1 0 0 0 0,-1-1 0 0 0,1 1 0 0 0,0-1 0 0 0,-1 0 0 0 0,1-1-1 0 0,-1 1 1 0 0,1-1 0 0 0,-1 0 0 0 0,1 0 0 0 0,7-3 0 0 0,-4 1 45 0 0,0 0-1 0 0,-1-1 1 0 0,1 0 0 0 0,-1 0 0 0 0,0-1-1 0 0,0 1 1 0 0,-1-2 0 0 0,1 1 0 0 0,-1-1-1 0 0,0 0 1 0 0,-1 0 0 0 0,0 0 0 0 0,0-1-1 0 0,7-11 1 0 0,-8 10 43 0 0,-1-1-1 0 0,1 1 1 0 0,-2-1-1 0 0,1 0 1 0 0,-1 1-1 0 0,-1-1 1 0 0,1 0 0 0 0,-1 0-1 0 0,-1-1 1 0 0,0 1-1 0 0,0 0 1 0 0,-1 0-1 0 0,0 0 1 0 0,-1 0-1 0 0,-3-11 1 0 0,4 15-99 0 0,0 0 1 0 0,-1 0 0 0 0,0 1-1 0 0,0-1 1 0 0,-1 0-1 0 0,0 1 1 0 0,1-1-1 0 0,-1 1 1 0 0,-1 0-1 0 0,1 0 1 0 0,0 0-1 0 0,-1 1 1 0 0,0-1 0 0 0,0 1-1 0 0,0 0 1 0 0,0 0-1 0 0,-1 0 1 0 0,1 0-1 0 0,-1 1 1 0 0,0 0-1 0 0,1 0 1 0 0,-1 0-1 0 0,0 0 1 0 0,0 1 0 0 0,0 0-1 0 0,0 0 1 0 0,-9 0-1 0 0,7 1-51 0 0,0 0-1 0 0,-1 0 0 0 0,1 1 1 0 0,0-1-1 0 0,0 2 1 0 0,0-1-1 0 0,1 1 0 0 0,-1 0 1 0 0,0 1-1 0 0,-8 3 0 0 0,13-4-64 0 0,0-1-1 0 0,-1 0 0 0 0,1 1 0 0 0,0-1 1 0 0,0 1-1 0 0,1 0 0 0 0,-1 0 0 0 0,0-1 1 0 0,0 1-1 0 0,1 0 0 0 0,-1 1 0 0 0,1-1 0 0 0,0 0 1 0 0,0 0-1 0 0,-1 1 0 0 0,2-1 0 0 0,-1 0 1 0 0,0 1-1 0 0,0-1 0 0 0,1 1 0 0 0,-1-1 1 0 0,1 1-1 0 0,0-1 0 0 0,0 1 0 0 0,0 0 1 0 0,0-1-1 0 0,0 1 0 0 0,0-1 0 0 0,1 1 0 0 0,-1-1 1 0 0,2 4-1 0 0,-1-2-344 0 0,1 0-1 0 0,0 0 1 0 0,-1 1-1 0 0,1-1 1 0 0,1-1 0 0 0,2 5-1 0 0,8 9-5435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51.7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82 1 5983 0 0,'-1'0'31'0'0,"0"0"0"0"0,0 0 0 0 0,1 0-1 0 0,-1 1 1 0 0,0-1 0 0 0,0 0-1 0 0,1 0 1 0 0,-1 1 0 0 0,0-1 0 0 0,1 1-1 0 0,-1-1 1 0 0,0 0 0 0 0,1 1-1 0 0,-1-1 1 0 0,1 1 0 0 0,-1 0-1 0 0,1-1 1 0 0,-1 1 0 0 0,1-1 0 0 0,-1 1-1 0 0,1 0 1 0 0,-1-1 0 0 0,1 1-1 0 0,0 0 1 0 0,-1 0 0 0 0,-6 24 879 0 0,4-13-715 0 0,-6 14 106 0 0,-1-1-1 0 0,-23 42 1 0 0,29-61-3435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51.88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9 6911 0 0,'-4'-5'608'0'0,"1"3"-480"0"0,1 1-128 0 0,2 2-552 0 0,2-1-136 0 0,0 2-24 0 0,-1 0-8 0 0,4 1 560 0 0,4 2 160 0 0,3 0 0 0 0,1 0 0 0 0,4 0-72 0 0,-1 1 72 0 0,1-1-64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52.0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12 2287 0 0,'1'-5'200'0'0,"1"2"-200"0"0,0 1 0 0 0,-2 0 0 0 0,1 2 0 0 0,1 0 0 0 0,0 2 0 0 0,1 0 0 0 0,4-1 0 0 0,0 1 0 0 0,3-2 0 0 0,0 0-72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2:52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 7831 0 0,'2'-1'59'0'0,"-1"-1"0"0"0,1 1 0 0 0,0 0 0 0 0,-1 0 0 0 0,1 0 0 0 0,0 0 0 0 0,0 0 0 0 0,-1 1 0 0 0,1-1 0 0 0,0 0 0 0 0,0 1 0 0 0,0-1 0 0 0,0 1-1 0 0,0 0 1 0 0,0 0 0 0 0,0 0 0 0 0,3 0 0 0 0,0 1 147 0 0,0 0 0 0 0,0 0 0 0 0,-1 1 1 0 0,1 0-1 0 0,8 4 0 0 0,-3-1 111 0 0,1 0 0 0 0,-1 1 0 0 0,0 0 0 0 0,0 1 0 0 0,-1 0 0 0 0,0 1 0 0 0,0 0 0 0 0,-1 0 0 0 0,0 1 0 0 0,0 0-1 0 0,-1 0 1 0 0,0 1 0 0 0,-1 0 0 0 0,0 0 0 0 0,-1 1 0 0 0,0-1 0 0 0,0 1 0 0 0,-1 0 0 0 0,-1 0 0 0 0,1 1 0 0 0,-2-1 0 0 0,0 1 0 0 0,0 0 0 0 0,-1-1 0 0 0,-1 1 0 0 0,-1 21 0 0 0,-2-9-120 0 0,-2 0 0 0 0,0 0 0 0 0,-2-1 0 0 0,-1 0 0 0 0,-14 32 0 0 0,6-22-313 0 0,-2 0 0 0 0,-40 55 0 0 0,17-40-1935 0 0,22-26-4284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3:01.3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4 6553 0 0,'-5'-3'145'0'0,"4"4"55"0"0,7 7 219 0 0,28 32 136 0 0,-12-16 496 0 0,26 39-1 0 0,-30-32-376 0 0,-1 1-1 0 0,-2 0 0 0 0,-1 1 1 0 0,-1 1-1 0 0,-2 0 1 0 0,13 64-1 0 0,-16-42 466 0 0,-1 0-1 0 0,-3 0 1 0 0,-6 93-1 0 0,0-132-808 0 0,0 1 0 0 0,-1 0 0 0 0,0-1 0 0 0,-10 25 1 0 0,11-34-197 0 0,-2 0 1 0 0,1 0 0 0 0,-1-1 0 0 0,0 0 0 0 0,0 1 0 0 0,-1-1 0 0 0,0-1 0 0 0,0 1 0 0 0,-1-1 0 0 0,1 0 0 0 0,-12 9 0 0 0,10-12 124 0 0,7-3-257 0 0,-1 0-1 0 0,1 0 1 0 0,0 0-1 0 0,0 1 1 0 0,0-1-1 0 0,0 0 1 0 0,0 0-1 0 0,0 0 1 0 0,-1 0-1 0 0,1 0 1 0 0,0 0-1 0 0,0 0 1 0 0,0 0-1 0 0,0 0 1 0 0,-1 0-1 0 0,1 0 0 0 0,0 0 1 0 0,0 0-1 0 0,0 0 1 0 0,0 0-1 0 0,0 0 1 0 0,-1 0-1 0 0,1 0 1 0 0,0 0-1 0 0,0 0 1 0 0,0 0-1 0 0,0 0 1 0 0,0 0-1 0 0,-1-1 1 0 0,1 1-1 0 0,0 0 1 0 0,0 0-1 0 0,0 0 1 0 0,0 0-1 0 0,0 0 1 0 0,0 0-1 0 0,0 0 1 0 0,-1 0-1 0 0,1-1 1 0 0,0 1-1 0 0,0 0 0 0 0,0 0 1 0 0,1-3 198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3:02.0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10 6553 0 0,'0'-1'15'0'0,"-1"0"-1"0"0,1 0 0 0 0,-1 1 1 0 0,1-1-1 0 0,-1 1 0 0 0,0-1 1 0 0,1 1-1 0 0,-1-1 1 0 0,0 1-1 0 0,0-1 0 0 0,1 1 1 0 0,-1-1-1 0 0,0 1 0 0 0,0 0 1 0 0,0-1-1 0 0,1 1 0 0 0,-1 0 1 0 0,0 0-1 0 0,0 0 0 0 0,0 0 1 0 0,0 0-1 0 0,0 0 0 0 0,0 0 1 0 0,1 0-1 0 0,-1 0 0 0 0,0 0 1 0 0,0 0-1 0 0,0 0 0 0 0,0 1 1 0 0,0-1-1 0 0,1 0 0 0 0,-1 1 1 0 0,0-1-1 0 0,0 0 1 0 0,1 1-1 0 0,-1-1 0 0 0,0 1 1 0 0,0-1-1 0 0,1 1 0 0 0,-1 0 1 0 0,1-1-1 0 0,-1 1 0 0 0,0 0 1 0 0,1-1-1 0 0,0 1 0 0 0,-1 0 1 0 0,1 0-1 0 0,-1-1 0 0 0,1 1 1 0 0,0 0-1 0 0,-1 0 0 0 0,1 0 1 0 0,0 0-1 0 0,0-1 0 0 0,0 1 1 0 0,0 0-1 0 0,0 0 0 0 0,0 0 1 0 0,0 0-1 0 0,0 0 0 0 0,0 0 1 0 0,0-1-1 0 0,0 1 1 0 0,0 0-1 0 0,1 0 0 0 0,-1 1 1 0 0,8 20 464 0 0,0 1 0 0 0,2-2 0 0 0,0 1 0 0 0,14 20 0 0 0,-5-9 279 0 0,23 43 447 0 0,69 134 2320 0 0,-91-166-2341 0 0,-1 1-1 0 0,22 87 0 0 0,-37-116-887 0 0,-1 0-1 0 0,0 1 0 0 0,-1 0 0 0 0,-1-1 0 0 0,-2 34 1 0 0,0-44-192 0 0,0 1 1 0 0,0-1-1 0 0,-1 0 0 0 0,0 1 1 0 0,0-1-1 0 0,0 0 1 0 0,-1 0-1 0 0,1 0 1 0 0,-2 0-1 0 0,1-1 1 0 0,-1 1-1 0 0,1-1 1 0 0,-1 0-1 0 0,-1 0 1 0 0,1 0-1 0 0,-1 0 0 0 0,0-1 1 0 0,-6 5-1 0 0,-30 14 627 0 0,29-17-641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07.8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3272 82 6553 0 0,'-1'0'29'0'0,"0"-1"0"0"0,0 0-1 0 0,0 0 1 0 0,0 1-1 0 0,-1-1 1 0 0,1 0 0 0 0,0 1-1 0 0,0-1 1 0 0,0 1-1 0 0,-1 0 1 0 0,1-1-1 0 0,0 1 1 0 0,-1 0 0 0 0,1 0-1 0 0,0 0 1 0 0,-2 0-1 0 0,-24 3 464 0 0,23-2-407 0 0,0-1 0 0 0,0 1-1 0 0,-1-1 1 0 0,-6 0 0 0 0,-111-11 1845 0 0,82 6-1061 0 0,1 1 0 0 0,-63 3 1 0 0,81 2-478 0 0,-1 2 1 0 0,1 0 0 0 0,0 1 0 0 0,0 1 0 0 0,0 1 0 0 0,-27 13 0 0 0,-10 10 1315 0 0,-80 55 0 0 0,24-14 375 0 0,-36 14 671 0 0,42-27-2214 0 0,-141 102-1 0 0,164-96-539 0 0,-270 217 0 0 0,-72 110 0 0 0,68-11 0 0 0,248-237 0 0 0,77-95 0 0 0,-30 57 0 0 0,-127 243 0 0 0,113-214 0 0 0,-3 5 0 0 0,62-101 0 0 0,-27 70 0 0 0,34-69 0 0 0,2 1 0 0 0,1 0 0 0 0,2 1 0 0 0,1-1 0 0 0,2 1 0 0 0,3 0 0 0 0,0 0 0 0 0,3 0 0 0 0,7 45 0 0 0,-6-67 0 0 0,1-1 0 0 0,1 0 0 0 0,0 0 0 0 0,1 0 0 0 0,1-1 0 0 0,1 0 0 0 0,0 0 0 0 0,1-1 0 0 0,0 0 0 0 0,2 0 0 0 0,-1-1 0 0 0,2-1 0 0 0,0 0 0 0 0,1 0 0 0 0,0-1 0 0 0,19 13 0 0 0,183 122 0 0 0,-199-138 0 0 0,0-1 0 0 0,1-1 0 0 0,0-1 0 0 0,0 0 0 0 0,0-2 0 0 0,1 0 0 0 0,23 3 0 0 0,128 0 0 0 0,-137-8 0 0 0,141-5 26 0 0,-136 2-132 0 0,0-1 0 0 0,59-17 1 0 0,-38 5-1065 0 0,0-3 0 0 0,-2-3 0 0 0,56-30 0 0 0,127-74-2761 0 0,30-29-677 0 0,-11-20 355 0 0,-176 119 3994 0 0,4-6 259 0 0,76-74 0 0 0,67-84 0 0 0,-114 103 0 0 0,185-246 0 0 0,127-343 0 0 0,-365 595 0 0 0,34-67 0 0 0,-75 134 0 0 0,-2 0 0 0 0,15-55 0 0 0,-23 58 0 0 0,-2-2 0 0 0,-1 1 0 0 0,2-66 0 0 0,-10 77 0 0 0,0-1 0 0 0,-3 1 0 0 0,0 0 0 0 0,-2 0 0 0 0,-14-46 0 0 0,9 48 0 0 0,-1 0 0 0 0,-1 0 0 0 0,-2 1 0 0 0,-1 1 0 0 0,-1 0 0 0 0,-2 1 0 0 0,-33-40 0 0 0,38 52 0 0 0,-1 1 0 0 0,0 0 0 0 0,0 1 0 0 0,-2 1 0 0 0,1 0 0 0 0,-2 1 0 0 0,1 0 0 0 0,-2 2 0 0 0,1 0 0 0 0,-1 1 0 0 0,0 1 0 0 0,-1 0 0 0 0,-32-6 0 0 0,33 11 90 0 0,-1 0 0 0 0,0 1 0 0 0,0 1 0 0 0,-30 4 0 0 0,-76 19 1892 0 0,89-15-1139 0 0,-73 16 1224 0 0,0 6-1 0 0,2 4 1 0 0,1 4-1 0 0,-156 82 1 0 0,242-108-1422 0 0,-33 24-1 0 0,19-9-83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11.9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456 1323 6553 0 0,'5'-14'558'0'0,"-14"16"-521"0"0,3 1 49 0 0,3-1 42 0 0,3-2-110 0 0,0 0 0 0 0,-1 0 1 0 0,1 1-1 0 0,0-1 1 0 0,-1 0-1 0 0,1 0 1 0 0,-1 1-1 0 0,1-1 1 0 0,0 0-1 0 0,-1 0 1 0 0,1 0-1 0 0,-1 0 1 0 0,1 0-1 0 0,0 0 1 0 0,-1 0-1 0 0,1 0 1 0 0,-1 0-1 0 0,1 0 1 0 0,-1 0-1 0 0,1 0 1 0 0,0 0-1 0 0,-1 0 1 0 0,1 0-1 0 0,-1 0 0 0 0,1 0 1 0 0,-1-1-1 0 0,1 1 1 0 0,0 0-1 0 0,-1 0 1 0 0,1 0-1 0 0,0-1 1 0 0,-1 1-1 0 0,1 0 1 0 0,0-1-1 0 0,-1 1 1 0 0,1 0-1 0 0,0 0 1 0 0,-1-1-1 0 0,1 1 1 0 0,0-1-1 0 0,-1 0 1 0 0,-10-14 37 0 0,11 15-56 0 0,0 0 0 0 0,0 0 0 0 0,0-1 0 0 0,-1 1 0 0 0,1 0-1 0 0,0 0 1 0 0,0-1 0 0 0,0 1 0 0 0,0 0 0 0 0,0-1 0 0 0,0 1 0 0 0,0 0-1 0 0,0 0 1 0 0,0-1 0 0 0,0 1 0 0 0,0 0 0 0 0,0-1 0 0 0,0 1 0 0 0,0 0 0 0 0,0-1-1 0 0,0 1 1 0 0,0 0 0 0 0,0 0 0 0 0,0-1 0 0 0,0 1 0 0 0,0 0 0 0 0,0-1-1 0 0,0 1 1 0 0,1 0 0 0 0,-1 0 0 0 0,0-1 0 0 0,0 1 0 0 0,0 0 0 0 0,1 0 0 0 0,-1-1-1 0 0,0 1 1 0 0,1 0 0 0 0,-1-1-1 0 0,1 1 0 0 0,-1-1 0 0 0,1 1 0 0 0,-1-1 0 0 0,0 1 0 0 0,1-1 0 0 0,-1 0 0 0 0,1 1 0 0 0,-1-1 0 0 0,0 0 0 0 0,0 1 0 0 0,1-1 0 0 0,-1 0-1 0 0,0 1 1 0 0,0-1 0 0 0,0 0 0 0 0,0 1 0 0 0,0-1 0 0 0,0 0 0 0 0,0 0 0 0 0,0 1 0 0 0,0-2 0 0 0,-5-57-79 0 0,4 26-13 0 0,-11-59 1 0 0,-2-20-68 0 0,14 99 141 0 0,-17-240-334 0 0,12 216 286 0 0,-2 1 0 0 0,-2-1 0 0 0,0 1 0 0 0,-27-61 1 0 0,22 68 33 0 0,3 5-34 0 0,-12-35 0 0 0,20 49 49 0 0,1 1 0 0 0,0-1 0 0 0,0 1 1 0 0,1-1-1 0 0,0 1 0 0 0,1-1 1 0 0,2-14-1 0 0,24-159-154 0 0,-26 179 172 0 0,0 0-1 0 0,0 0 0 0 0,0 0 0 0 0,0 0 0 0 0,-2-7 0 0 0,2 10 3 0 0,0 0 0 0 0,0 0 0 0 0,-1 0 0 0 0,1 0 0 0 0,0 1 0 0 0,-1-1 0 0 0,1 0 0 0 0,-1 0 0 0 0,1 0 0 0 0,-1 0 0 0 0,1 1 0 0 0,-1-1 0 0 0,1 0 0 0 0,-1 0 0 0 0,0 1 0 0 0,1-1 0 0 0,-1 0 0 0 0,0 1 0 0 0,0-1 0 0 0,0 1 0 0 0,1-1 0 0 0,-1 1 0 0 0,0 0 0 0 0,0-1 0 0 0,0 1 0 0 0,0 0 0 0 0,0-1 0 0 0,0 1 0 0 0,0 0 0 0 0,-1 0 0 0 0,-2 4 225 0 0,-3 5-18 0 0,0 1 0 0 0,1 0 0 0 0,-6 13 1 0 0,-14 9 751 0 0,11-6-364 0 0,-1-1 0 0 0,-1-1 0 0 0,-28 30 0 0 0,26-31-228 0 0,-4 3 61 0 0,12-15-126 0 0,2 0 1 0 0,-1 1 0 0 0,2 0-1 0 0,-9 14 1 0 0,15-21-247 0 0,5-7 74 0 0,4-6 119 0 0,45-95-431 0 0,11-18-808 0 0,-37 72 679 0 0,-20 37 185 0 0,-1 0 0 0 0,2 0 0 0 0,0 1 0 0 0,0 0 0 0 0,14-16 0 0 0,-20 26 134 0 0,-1 1 1 0 0,1-1-1 0 0,0 1 0 0 0,-1 0 0 0 0,1-1 0 0 0,-1 1 1 0 0,1 0-1 0 0,0-1 0 0 0,-1 1 0 0 0,1 0 0 0 0,0 0 1 0 0,0 0-1 0 0,-1-1 0 0 0,1 1 0 0 0,0 0 0 0 0,-1 0 0 0 0,1 0 1 0 0,0 0-1 0 0,0 0 0 0 0,-1 1 0 0 0,1-1 0 0 0,0 0 1 0 0,-1 0-1 0 0,1 0 0 0 0,0 1 0 0 0,-1-1 0 0 0,1 0 0 0 0,0 0 1 0 0,-1 1-1 0 0,1-1 0 0 0,-1 1 0 0 0,1-1 0 0 0,0 1 1 0 0,-1-1-1 0 0,1 1 0 0 0,0 0 0 0 0,3 4 102 0 0,1 0 0 0 0,-1 0 0 0 0,5 7 0 0 0,-1-2 28 0 0,3 2 75 0 0,0 0 1 0 0,1-1 0 0 0,1-1-1 0 0,0 0 1 0 0,0 0 0 0 0,1-1-1 0 0,0-1 1 0 0,0 0-1 0 0,1-1 1 0 0,30 10 0 0 0,-32-13-23 0 0,-1 1 1 0 0,1 0 0 0 0,-1 1 0 0 0,0 1 0 0 0,0 0-1 0 0,19 16 1 0 0,-24-17-78 0 0,-1 0 1 0 0,0 0-1 0 0,0 1 0 0 0,-1-1 1 0 0,1 1-1 0 0,-2 1 0 0 0,1-1 1 0 0,-1 1-1 0 0,0 0 0 0 0,0 0 1 0 0,4 14-1 0 0,12 68 752 0 0,-16-69-724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13.5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86 303 6553 0 0,'-3'-2'66'0'0,"-1"1"-1"0"0,0 0 1 0 0,1 0 0 0 0,-1 0-1 0 0,0 0 1 0 0,0 0-1 0 0,0 1 1 0 0,1 0-1 0 0,-1 0 1 0 0,0 0-1 0 0,0 0 1 0 0,0 1-1 0 0,0-1 1 0 0,0 1-1 0 0,1 0 1 0 0,-1 0-1 0 0,0 0 1 0 0,1 1 0 0 0,-1-1-1 0 0,1 1 1 0 0,-5 3-1 0 0,9-4-22 0 0,0 0-1 0 0,0 1 1 0 0,0-1 0 0 0,0 0-1 0 0,0 0 1 0 0,1 0-1 0 0,-1 0 1 0 0,0 0 0 0 0,0 0-1 0 0,1 0 1 0 0,2 1-1 0 0,-4-1-29 0 0,13 7 255 0 0,0-1 0 0 0,1 0 1 0 0,0 0-1 0 0,0-1 0 0 0,0-1 1 0 0,1 0-1 0 0,-1-1 0 0 0,1-1 1 0 0,0 0-1 0 0,0-1 0 0 0,1-1 1 0 0,-1 0-1 0 0,24-3 0 0 0,255-49 2231 0 0,-85 10-4099 0 0,-180 37 1678 0 0,0 2 0 0 0,0 1 0 0 0,0 1 0 0 0,49 6 0 0 0,-36 1 636 0 0,-1 2 0 0 0,64 22 0 0 0,-87-24-476 0 0,1-2 0 0 0,0 0 0 0 0,0-1 0 0 0,0-1-1 0 0,36 1 1 0 0,-54-4-222 0 0,0 0-1 0 0,0 0 0 0 0,0 0 1 0 0,0 0-1 0 0,0 0 0 0 0,0 0 1 0 0,0 1-1 0 0,-1-1 1 0 0,1 0-1 0 0,0 0 0 0 0,0 1 1 0 0,0-1-1 0 0,0 1 1 0 0,-1-1-1 0 0,1 1 0 0 0,0-1 1 0 0,0 1-1 0 0,1 0 0 0 0,-1-1-15 0 0,-5-4 76 0 0,-5 0 38 0 0,1 0 0 0 0,-1 0 0 0 0,1 1 0 0 0,-1-1 0 0 0,0 2 0 0 0,0 0 1 0 0,-16-3-1 0 0,-35-1 583 0 0,33 5-337 0 0,1-2 0 0 0,0-1 1 0 0,1-1-1 0 0,-44-15 1 0 0,35 7 90 0 0,41 13-356 0 0,-1 1 0 0 0,1-2-1 0 0,-1 1 1 0 0,1-1 0 0 0,-1 0-1 0 0,1 0 1 0 0,-1 0 0 0 0,7-4-1 0 0,-7 4-43 0 0,101-34 340 0 0,-79 24-799 0 0,1 1 0 0 0,0 1 0 0 0,1 2 0 0 0,51-6 0 0 0,-72 13 447 0 0,0 0 1 0 0,0 0-1 0 0,-1 1 1 0 0,1 1 0 0 0,0-1-1 0 0,10 5 1 0 0,47 21 237 0 0,-63-26-267 0 0,1 1 1 0 0,-1-1-1 0 0,0 0 1 0 0,1 0 0 0 0,-1 0-1 0 0,0-1 1 0 0,1 1-1 0 0,-1-1 1 0 0,1 0 0 0 0,-1 0-1 0 0,1 0 1 0 0,-1 0-1 0 0,1 0 1 0 0,-1-1 0 0 0,1 0-1 0 0,-1 1 1 0 0,1-1 0 0 0,-1-1-1 0 0,5-1 1 0 0,-8 3-11 0 0,1 0 1 0 0,-1 0 0 0 0,0-1 0 0 0,0 1 0 0 0,0 0-1 0 0,0 0 1 0 0,0 0 0 0 0,1 0 0 0 0,-1 0 0 0 0,0 0-1 0 0,0-1 1 0 0,0 1 0 0 0,0 0 0 0 0,0 0-1 0 0,0 0 1 0 0,0 0 0 0 0,0 0 0 0 0,0-1 0 0 0,1 1-1 0 0,-1 0 1 0 0,0 0 0 0 0,0 0 0 0 0,0-1-1 0 0,0 1 1 0 0,0 0 0 0 0,0 0 0 0 0,0 0 0 0 0,0 0-1 0 0,0-1 1 0 0,0 1 0 0 0,0 0 0 0 0,-1 0-1 0 0,1 0 1 0 0,0 0 0 0 0,0-1 0 0 0,0 1 0 0 0,0 0-1 0 0,0 0 1 0 0,0 0 0 0 0,0 0 0 0 0,0-1-1 0 0,0 1 1 0 0,-1 0 0 0 0,1 0 0 0 0,0 0 0 0 0,0 0-1 0 0,0 0 1 0 0,-1 0 0 0 0,-19-13 157 0 0,3 4-426 0 0,0 0 0 0 0,1-2 0 0 0,-28-22 1 0 0,19 9-189 0 0,-83-74-1377 0 0,104 95 1809 0 0,0 1-1 0 0,0-1 0 0 0,0 1 1 0 0,0 0-1 0 0,0 0 0 0 0,0 0 1 0 0,-1 0-1 0 0,1 1 0 0 0,0 0 0 0 0,-1 0 1 0 0,1 0-1 0 0,-1 0 0 0 0,1 1 1 0 0,-1 0-1 0 0,0 0 0 0 0,1 0 1 0 0,-10 1-1 0 0,11 0 45 0 0,1 0 0 0 0,-1-1 0 0 0,1 1 1 0 0,-1 0-1 0 0,1 0 0 0 0,-1 0 0 0 0,1 0 0 0 0,0 1 0 0 0,-1-1 1 0 0,1 1-1 0 0,0-1 0 0 0,0 1 0 0 0,0 0 0 0 0,0 0 0 0 0,0 0 1 0 0,1 0-1 0 0,-1 0 0 0 0,1 0 0 0 0,-1 0 0 0 0,1 0 1 0 0,0 1-1 0 0,0-1 0 0 0,0 1 0 0 0,0-1 0 0 0,0 1 0 0 0,0-1 1 0 0,1 1-1 0 0,-1-1 0 0 0,1 1 0 0 0,-1 0 0 0 0,1 4 0 0 0,1-3 13 0 0,-1 1-1 0 0,1 0 0 0 0,0 0 1 0 0,0-1-1 0 0,0 1 0 0 0,1-1 1 0 0,0 1-1 0 0,-1-1 0 0 0,2 1 1 0 0,-1-1-1 0 0,0 0 0 0 0,1 0 1 0 0,0 0-1 0 0,0-1 0 0 0,0 1 1 0 0,0-1-1 0 0,1 1 0 0 0,-1-1 1 0 0,1 0-1 0 0,0 0 0 0 0,4 2 1 0 0,9 5 144 0 0,1 0 0 0 0,0-1 0 0 0,31 10 1 0 0,13-1 164 0 0,6 3 100 0 0,-60-18-388 0 0,0 0-1 0 0,0 1 1 0 0,-1 0-1 0 0,1 0 1 0 0,-1 1 0 0 0,7 6-1 0 0,-10-7-7 0 0,1 1 0 0 0,-1 0 1 0 0,0 0-1 0 0,-1 0 0 0 0,1 1 0 0 0,-1-1 0 0 0,0 1 0 0 0,0 0 0 0 0,-1 0 0 0 0,0 0 0 0 0,0 0 0 0 0,0 0 0 0 0,-1 1 0 0 0,0-1 1 0 0,0 0-1 0 0,0 1 0 0 0,-1-1 0 0 0,0 1 0 0 0,-1 6 0 0 0,0-10-23 0 0,0 0 0 0 0,0-1 0 0 0,0 1-1 0 0,-1 0 1 0 0,1 0 0 0 0,-1-1 0 0 0,0 1 0 0 0,1-1 0 0 0,-1 1 0 0 0,0-1 0 0 0,-1 0 0 0 0,1 0-1 0 0,0 0 1 0 0,-1 0 0 0 0,1 0 0 0 0,-1-1 0 0 0,1 1 0 0 0,-1-1 0 0 0,0 1 0 0 0,-4 0-1 0 0,-7 4 116 0 0,0-2-1 0 0,-29 6 1 0 0,33-8-62 0 0,-36 7 359 0 0,0-2 0 0 0,-77 1 0 0 0,117-8-397 0 0,1 0 0 0 0,0 0 0 0 0,-1 0 0 0 0,1-1 0 0 0,0 0 0 0 0,-1 0 0 0 0,1 0 0 0 0,-7-4 0 0 0,8 2-22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15.4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1 6553 0 0,'-1'1'40'0'0,"0"-1"-1"0"0,0 1 0 0 0,0 0 0 0 0,0-1 0 0 0,0 1 1 0 0,1 0-1 0 0,-1 0 0 0 0,0 0 0 0 0,1 0 0 0 0,-1 0 1 0 0,0 0-1 0 0,1 0 0 0 0,-1 0 0 0 0,1 0 0 0 0,0 0 1 0 0,-1 0-1 0 0,1 0 0 0 0,0 0 0 0 0,-1 2 0 0 0,-5 25 499 0 0,4 0-76 0 0,2 0-1 0 0,0 0 1 0 0,2 0 0 0 0,5 29-1 0 0,0-5 439 0 0,85 558 8337 0 0,-86-577-8442 0 0,12 36 0 0 0,-16-60-649 0 0,1-1 0 0 0,1 1 0 0 0,0-1 1 0 0,0 0-1 0 0,0-1 0 0 0,1 1 0 0 0,0-1 0 0 0,0 0 0 0 0,11 11 1 0 0,-15-17-116 0 0,1 0 1 0 0,-1 0 0 0 0,1 0 0 0 0,-1 0-1 0 0,1 0 1 0 0,0 0 0 0 0,-1 0 0 0 0,1 0 0 0 0,0-1-1 0 0,0 1 1 0 0,0-1 0 0 0,-1 1 0 0 0,1-1 0 0 0,0 0-1 0 0,0 0 1 0 0,0 0 0 0 0,2 0 0 0 0,-3 0-14 0 0,0 0 1 0 0,0 0-1 0 0,0-1 1 0 0,0 1 0 0 0,0-1-1 0 0,0 1 1 0 0,0-1-1 0 0,0 1 1 0 0,0-1-1 0 0,0 1 1 0 0,-1-1 0 0 0,1 0-1 0 0,0 1 1 0 0,0-1-1 0 0,-1 0 1 0 0,1 0-1 0 0,0 1 1 0 0,-1-1 0 0 0,1 0-1 0 0,-1 0 1 0 0,1 0-1 0 0,-1 0 1 0 0,0 0 0 0 0,1 0-1 0 0,-1 0 1 0 0,0 0-1 0 0,1 0 1 0 0,-1 0-1 0 0,0 0 1 0 0,0 0 0 0 0,0 0-1 0 0,0 0 1 0 0,0-2-1 0 0,0-5-58 0 0,0-2-160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16.0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294 286 6553 0 0,'-1'-2'47'0'0,"-1"0"0"0"0,1 1 0 0 0,-1-1 0 0 0,1 0 0 0 0,-1 0 0 0 0,0 1 0 0 0,1-1 0 0 0,-1 1 0 0 0,0 0 0 0 0,0-1 0 0 0,0 1 0 0 0,0 0 0 0 0,0 0 0 0 0,0 0-1 0 0,-1 0 1 0 0,1 1 0 0 0,0-1 0 0 0,0 0 0 0 0,-1 1 0 0 0,1 0 0 0 0,0-1 0 0 0,0 1 0 0 0,-1 0 0 0 0,1 0 0 0 0,0 1 0 0 0,-1-1 0 0 0,-1 1 0 0 0,-1 0 20 0 0,1 0 1 0 0,-1 0 0 0 0,1 1 0 0 0,0-1-1 0 0,0 1 1 0 0,0 0 0 0 0,0 0-1 0 0,0 1 1 0 0,0-1 0 0 0,1 1 0 0 0,-1 0-1 0 0,1 0 1 0 0,-4 4 0 0 0,-50 69 1409 0 0,15-17-313 0 0,32-47-889 0 0,1 1 1 0 0,0 1-1 0 0,1 0 0 0 0,1 0 1 0 0,0 0-1 0 0,1 1 1 0 0,0 0-1 0 0,1 0 0 0 0,-4 26 1 0 0,9-40-247 0 0,-1 1 1 0 0,1-1-1 0 0,0 0 1 0 0,0 0-1 0 0,0 0 1 0 0,0 0-1 0 0,0 1 1 0 0,0-1-1 0 0,0 0 1 0 0,0 0-1 0 0,0 0 1 0 0,1 0-1 0 0,-1 0 1 0 0,1 3-1 0 0,5-4-1 0 0,2-9 233 0 0,5-13-278 0 0,-1 0 1 0 0,-1 0-1 0 0,11-31 1 0 0,18-73-1133 0 0,-40 124 1142 0 0,32-124-900 0 0,-16 58 451 0 0,-12 52 275 0 0,1 1 1 0 0,1-1 0 0 0,12-24 0 0 0,-14 33 110 0 0,0 0 0 0 0,0 0 0 0 0,1 1 0 0 0,0-1 1 0 0,0 1-1 0 0,1 0 0 0 0,0 0 0 0 0,0 1 0 0 0,9-7 1 0 0,-12 10 84 0 0,-1 1 1 0 0,1 0 0 0 0,-1 0 0 0 0,1 0-1 0 0,-1 0 1 0 0,1 0 0 0 0,0 0 0 0 0,0 1 0 0 0,-1-1-1 0 0,1 1 1 0 0,0-1 0 0 0,0 1 0 0 0,-1 0-1 0 0,1 1 1 0 0,0-1 0 0 0,0 0 0 0 0,0 1 0 0 0,-1-1-1 0 0,1 1 1 0 0,0 0 0 0 0,-1 0 0 0 0,1 0-1 0 0,-1 0 1 0 0,1 0 0 0 0,-1 1 0 0 0,1-1-1 0 0,-1 1 1 0 0,4 3 0 0 0,5 5 223 0 0,-1 1 0 0 0,0-1 0 0 0,0 2 0 0 0,10 16 1 0 0,-4-7 22 0 0,-1-4 140 0 0,0-1 1 0 0,26 21 0 0 0,-27-26-153 0 0,-1 1 0 0 0,0 0 0 0 0,-1 1 0 0 0,-1 0 1 0 0,12 17-1 0 0,0 9 278 0 0,-13-18-311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16.7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34 105 6553 0 0,'-6'-3'9'0'0,"3"2"85"0"0,0 0 0 0 0,0-1 0 0 0,0 0 0 0 0,0 1 0 0 0,0-1 0 0 0,1 0 0 0 0,-5-4 0 0 0,6 6-83 0 0,1-1-1 0 0,0 1 0 0 0,0 0 0 0 0,0-1 1 0 0,0 1-1 0 0,0 0 0 0 0,0-1 1 0 0,0 1-1 0 0,0 0 0 0 0,0-1 1 0 0,0 1-1 0 0,0 0 0 0 0,0-1 0 0 0,0 1 1 0 0,1 0-1 0 0,-1-1 0 0 0,0 1 1 0 0,0 0-1 0 0,0-1 0 0 0,0 1 0 0 0,0 0 1 0 0,1 0-1 0 0,-1-1 0 0 0,0 1 1 0 0,0 0-1 0 0,1 0 0 0 0,-1-1 0 0 0,0 1 1 0 0,0 0-1 0 0,1 0 0 0 0,-1 0 1 0 0,0-1-1 0 0,0 1 0 0 0,1 0 0 0 0,-1 0 1 0 0,0 0-1 0 0,1 0 0 0 0,-1 0 1 0 0,0 0-1 0 0,1 0 0 0 0,16-7 358 0 0,-15 7-269 0 0,16-5 284 0 0,0 1 1 0 0,1 0 0 0 0,30-1-1 0 0,57 5 1367 0 0,-51 1-820 0 0,45-1 440 0 0,169-2 2366 0 0,-182-3-1807 0 0,95-17 1 0 0,-133 13-1933 0 0,0 3 0 0 0,1 2 0 0 0,-1 2 1 0 0,92 8-1 0 0,-134-6 37 0 0,1 1 0 0 0,-1 0 0 0 0,0 1 0 0 0,0 0-1 0 0,0 0 1 0 0,0 0 0 0 0,0 1 0 0 0,8 4 0 0 0,-15-6-31 0 0,1-1-1 0 0,-1 1 1 0 0,1-1-1 0 0,-1 1 1 0 0,1 0-1 0 0,-1 0 1 0 0,0-1-1 0 0,0 1 1 0 0,1 0-1 0 0,-1 0 0 0 0,0-1 1 0 0,0 1-1 0 0,0 0 1 0 0,0 0-1 0 0,0-1 1 0 0,0 1-1 0 0,0 0 1 0 0,0 0-1 0 0,0 0 1 0 0,0-1-1 0 0,0 1 1 0 0,0 0-1 0 0,0 0 1 0 0,-1 1-1 0 0,1-2 0 0 0,0 0 0 0 0,0 1-1 0 0,0-1 1 0 0,0 0 0 0 0,-1 1 0 0 0,1-1 0 0 0,0 0-1 0 0,0 1 1 0 0,0-1 0 0 0,0 0 0 0 0,0 1-1 0 0,-1-1 1 0 0,1 0 0 0 0,0 1 0 0 0,0-1 0 0 0,-1 0-1 0 0,1 0 1 0 0,0 1 0 0 0,0-1 0 0 0,-1 0-1 0 0,1 0 1 0 0,0 1 0 0 0,-1-1 0 0 0,1 0 0 0 0,0 0-1 0 0,-1 0 1 0 0,1 0 0 0 0,0 0 0 0 0,-1 1 0 0 0,1-1-1 0 0,0 0 1 0 0,-1 0 0 0 0,1 0 0 0 0,0 0-1 0 0,-1 0 1 0 0,1 0 0 0 0,-1 0 0 0 0,1 0 0 0 0,0 0-1 0 0,-1 0 1 0 0,1-1 0 0 0,0 1 0 0 0,-1 0-1 0 0,1 0 1 0 0,-1 0 0 0 0,-2-5 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17.0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242 99 6553 0 0,'-15'-11'265'0'0,"11"7"-204"0"0,-1 1 0 0 0,1-1 0 0 0,-1 1 0 0 0,-8-4 0 0 0,10 5-38 0 0,0-1 1 0 0,0 1 0 0 0,0-1-1 0 0,0 0 1 0 0,0 0 0 0 0,1 0-1 0 0,-4-5 1 0 0,2 2-5 0 0,3 6-20 0 0,0-1 0 0 0,1 0 0 0 0,-1 1 0 0 0,0-1-1 0 0,1 0 1 0 0,-1 0 0 0 0,1 0 0 0 0,-1 1 0 0 0,1-1-1 0 0,0 0 1 0 0,-1 0 0 0 0,1 0 0 0 0,0 0-1 0 0,-1 0 1 0 0,1 0 0 0 0,0 0 0 0 0,0 0 0 0 0,0 0-1 0 0,0 0 1 0 0,0 0 0 0 0,0 1 0 0 0,0-1 0 0 0,0 0-1 0 0,1 0 1 0 0,-1 0 0 0 0,0 0 0 0 0,1 0 0 0 0,-1-1-1 0 0,1 1 4 0 0,0 0 0 0 0,0 1 0 0 0,0-1 0 0 0,0 1 0 0 0,-1-1 0 0 0,1 0-1 0 0,0 1 1 0 0,0 0 0 0 0,0-1 0 0 0,0 1 0 0 0,0-1 0 0 0,0 1 0 0 0,0 0-1 0 0,1 0 1 0 0,-1 0 0 0 0,0 0 0 0 0,0 0 0 0 0,0 0 0 0 0,0 0 0 0 0,0 0-1 0 0,0 0 1 0 0,0 0 0 0 0,0 0 0 0 0,2 1 0 0 0,16 6 443 0 0,0 0 0 0 0,0 1 0 0 0,33 19 0 0 0,-9-4 294 0 0,183 74 2708 0 0,-221-95-3388 0 0,2 0 145 0 0,1 1-1 0 0,12 7 0 0 0,-18-9-166 0 0,0 0-1 0 0,-1 0 0 0 0,1 0 1 0 0,-1 0-1 0 0,0 0 0 0 0,1 0 1 0 0,-1 1-1 0 0,0-1 1 0 0,0 1-1 0 0,0-1 0 0 0,1 0 1 0 0,-2 1-1 0 0,1 0 1 0 0,0-1-1 0 0,0 1 0 0 0,0 0 1 0 0,-1-1-1 0 0,1 4 0 0 0,-1-4-11 0 0,0 0 0 0 0,0 1 0 0 0,0-1 0 0 0,-1 0 0 0 0,1 1-1 0 0,0-1 1 0 0,-1 0 0 0 0,1 0 0 0 0,-1 0 0 0 0,0 1 0 0 0,1-1 0 0 0,-1 0-1 0 0,0 0 1 0 0,0 0 0 0 0,1 0 0 0 0,-1 0 0 0 0,0 0 0 0 0,0 0-1 0 0,0 0 1 0 0,0-1 0 0 0,0 1 0 0 0,-1 0 0 0 0,1-1 0 0 0,-2 2 0 0 0,-35 14 528 0 0,33-14-377 0 0,-91 28 1368 0 0,-13 6 198 0 0,-168 91 2578 0 0,220-95-3802 0 0,31-15-87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17.7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254 1219 6553 0 0,'0'-2'49'0'0,"-1"1"-1"0"0,0 0 0 0 0,1-1 1 0 0,-1 1-1 0 0,1-1 0 0 0,-1 1 1 0 0,1-1-1 0 0,-1 1 0 0 0,1-3 1 0 0,-2-3-57 0 0,-8-21-11 0 0,1 0 1 0 0,-9-45-1 0 0,-43-223-105 0 0,7 41 25 0 0,3 1-9 0 0,12 61 34 0 0,37 184 71 0 0,1 0 1 0 0,0 0 0 0 0,1 0-1 0 0,0 0 1 0 0,1-14-1 0 0,8 49 287 0 0,-7-13-188 0 0,0 3 105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18.2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286 178 6553 0 0,'-4'-14'0'0'0,"0"0"0"0"0,-4-23 0 0 0,-3-13 0 0 0,10 48-2 0 0,1 1-1 0 0,-1-1 1 0 0,1 1-1 0 0,-1-1 1 0 0,0 1-1 0 0,1-1 1 0 0,-1 1-1 0 0,0 0 1 0 0,0-1-1 0 0,0 1 1 0 0,-2-2-1 0 0,2 3 15 0 0,1-1-1 0 0,-1 1 0 0 0,0-1 0 0 0,1 1 0 0 0,-1 0 1 0 0,0 0-1 0 0,1-1 0 0 0,-1 1 0 0 0,0 0 0 0 0,0 0 0 0 0,1 0 1 0 0,-1 0-1 0 0,0-1 0 0 0,0 1 0 0 0,1 0 0 0 0,-1 1 0 0 0,0-1 1 0 0,-1 0-1 0 0,0 1 31 0 0,0 0 0 0 0,-1 0 0 0 0,1 0-1 0 0,0 0 1 0 0,0 1 0 0 0,0-1 0 0 0,0 1 0 0 0,0-1 0 0 0,0 1 0 0 0,0 0 0 0 0,1-1 0 0 0,-1 1 0 0 0,-2 4 0 0 0,-41 63 2317 0 0,-64 132 0 0 0,107-197-2307 0 0,-5 10 155 0 0,-3 4 156 0 0,2 0-1 0 0,0 0 1 0 0,-5 21 0 0 0,39-109 466 0 0,-5 18-1145 0 0,68-223-1705 0 0,-88 270 1985 0 0,1 1-1 0 0,-1 0 1 0 0,1 0 0 0 0,0 0-1 0 0,0 0 1 0 0,1 1 0 0 0,4-7-1 0 0,-6 9 41 0 0,0 0 0 0 0,0 0 0 0 0,0 0 0 0 0,1 1 0 0 0,-1-1 0 0 0,0 0 0 0 0,0 0 0 0 0,1 1 0 0 0,-1-1 0 0 0,1 0 0 0 0,-1 1 0 0 0,1 0 0 0 0,-1-1-1 0 0,1 1 1 0 0,-1 0 0 0 0,1 0 0 0 0,-1 0 0 0 0,1 0 0 0 0,-1 0 0 0 0,1 0 0 0 0,-1 0 0 0 0,1 0 0 0 0,-1 0 0 0 0,1 1 0 0 0,0 0 0 0 0,10 3 180 0 0,0 1 0 0 0,-1 0 0 0 0,1 0 0 0 0,-1 1 0 0 0,-1 1 0 0 0,1 0 0 0 0,-1 1 0 0 0,-1-1 0 0 0,12 13 0 0 0,-9-7 25 0 0,0 0 1 0 0,-1 1 0 0 0,-1 0-1 0 0,0 1 1 0 0,-1 0-1 0 0,8 18 1 0 0,-4-1 257 0 0,1 8-350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46.0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200 97 6553 0 0,'0'-7'0'0'0,"0"1"-1"0"0,-1 0 1 0 0,1-1-1 0 0,-1 1 0 0 0,-3-9 1 0 0,4 14 1 0 0,0-1 1 0 0,-1 1-1 0 0,0-1 1 0 0,1 1-1 0 0,-1 0 1 0 0,0 0-1 0 0,0-1 1 0 0,1 1-1 0 0,-1 0 0 0 0,0 0 1 0 0,0 0-1 0 0,0 0 1 0 0,0 0-1 0 0,-1 0 1 0 0,1 0-1 0 0,0 0 1 0 0,0 1-1 0 0,-1-1 0 0 0,1 0 1 0 0,0 1-1 0 0,-1-1 1 0 0,1 1-1 0 0,0-1 1 0 0,-1 1-1 0 0,1 0 1 0 0,-1 0-1 0 0,1-1 1 0 0,-1 1-1 0 0,-1 0 0 0 0,-3 1 135 0 0,-1 0 0 0 0,0 0 0 0 0,0 0 0 0 0,1 1-1 0 0,-1 0 1 0 0,1 0 0 0 0,-1 0 0 0 0,1 1 0 0 0,0 0 0 0 0,0 0-1 0 0,-8 7 1 0 0,10-8-59 0 0,0 1 0 0 0,0 1 0 0 0,0-1 1 0 0,0 0-1 0 0,0 1 0 0 0,1 0 0 0 0,0 0 0 0 0,0 0 0 0 0,0 0 0 0 0,0 1 0 0 0,1-1 0 0 0,0 1 1 0 0,0-1-1 0 0,0 1 0 0 0,0 0 0 0 0,-1 5 0 0 0,3-7-12 0 0,0 1-1 0 0,0-1 1 0 0,1 1-1 0 0,-1-1 1 0 0,1 1-1 0 0,0-1 1 0 0,0 1-1 0 0,0-1 0 0 0,0 0 1 0 0,0 0-1 0 0,1 1 1 0 0,-1-1-1 0 0,1 0 1 0 0,0 0-1 0 0,0-1 1 0 0,0 1-1 0 0,0 0 1 0 0,1-1-1 0 0,-1 1 1 0 0,5 3-1 0 0,0 0 59 0 0,-1-1 0 0 0,1 0 0 0 0,0-1 0 0 0,1 0 0 0 0,-1 0 0 0 0,1 0-1 0 0,12 4 1 0 0,-9-6 110 0 0,0 1 0 0 0,1-1 1 0 0,-1-1-1 0 0,15 0 0 0 0,-21-1-136 0 0,1 0 1 0 0,-1 0-1 0 0,1-1 1 0 0,-1 1-1 0 0,0-1 1 0 0,0-1-1 0 0,1 1 1 0 0,-1-1-1 0 0,0 0 1 0 0,0 0-1 0 0,5-3 1 0 0,-9 4-71 0 0,1 0-1 0 0,0-1 1 0 0,-1 1 0 0 0,0-1 0 0 0,1 1 0 0 0,-1-1-1 0 0,0 1 1 0 0,0-1 0 0 0,0 1 0 0 0,0-1 0 0 0,0 0 0 0 0,0 0-1 0 0,0 0 1 0 0,-1 1 0 0 0,1-1 0 0 0,0-3 0 0 0,0 1-46 0 0,-1 0 0 0 0,0 1 0 0 0,0-1 1 0 0,0 0-1 0 0,-1 0 0 0 0,1 0 0 0 0,-1 1 0 0 0,-1-5 0 0 0,-1-3-104 0 0,-1 0-1 0 0,-1 1 0 0 0,0-1 1 0 0,-11-15-1 0 0,10 16 27 0 0,-1 1 0 0 0,0-1 0 0 0,0 2 0 0 0,-1-1-1 0 0,0 1 1 0 0,-1 0 0 0 0,-10-7 0 0 0,16 13 95 0 0,0 0-1 0 0,1 0 1 0 0,-1 1 0 0 0,0-1-1 0 0,-1 1 1 0 0,1-1-1 0 0,0 1 1 0 0,0 0-1 0 0,0 1 1 0 0,-1-1 0 0 0,1 0-1 0 0,0 1 1 0 0,-1 0-1 0 0,1 0 1 0 0,-1 0 0 0 0,1 0-1 0 0,0 0 1 0 0,-1 1-1 0 0,1 0 1 0 0,0-1-1 0 0,0 1 1 0 0,-1 0 0 0 0,1 1-1 0 0,0-1 1 0 0,0 0-1 0 0,0 1 1 0 0,0 0-1 0 0,0 0 1 0 0,-2 2 0 0 0,-1 1 78 0 0,1 1 0 0 0,0-1 0 0 0,0 1 0 0 0,0 0 0 0 0,1 1 1 0 0,0-1-1 0 0,0 1 0 0 0,1 0 0 0 0,-1 0 0 0 0,2 0 0 0 0,-1 0 0 0 0,1 0 1 0 0,0 1-1 0 0,0-1 0 0 0,1 1 0 0 0,0 0 0 0 0,0 8 0 0 0,0-7 26 0 0,1 1-1 0 0,1-1 1 0 0,-1 1 0 0 0,1-1-1 0 0,1 1 1 0 0,0-1-1 0 0,0 1 1 0 0,1-1-1 0 0,0 0 1 0 0,1 0 0 0 0,0-1-1 0 0,0 1 1 0 0,8 11-1 0 0,-10-17-55 0 0,1 0 0 0 0,-1 0-1 0 0,1 0 1 0 0,-1-1 0 0 0,1 1 0 0 0,0-1 0 0 0,0 0-1 0 0,0 0 1 0 0,0 0 0 0 0,1 0 0 0 0,-1 0-1 0 0,1-1 1 0 0,-1 1 0 0 0,1-1 0 0 0,-1 0-1 0 0,1 0 1 0 0,4 0 0 0 0,-3 0 3 0 0,0-1 0 0 0,0 0 0 0 0,0-1 0 0 0,0 1 0 0 0,-1-1 0 0 0,1 0 1 0 0,0 0-1 0 0,-1-1 0 0 0,1 1 0 0 0,-1-1 0 0 0,1 0 0 0 0,4-3 0 0 0,-3 2-82 0 0,0-1 0 0 0,-1 0 0 0 0,1 0 0 0 0,-1 0 0 0 0,0-1 0 0 0,0 0-1 0 0,-1 1 1 0 0,1-2 0 0 0,-1 1 0 0 0,0 0 0 0 0,-1-1 0 0 0,1 0 0 0 0,-1 0 0 0 0,0 0 0 0 0,-1 0-1 0 0,1 0 1 0 0,-1-1 0 0 0,-1 1 0 0 0,2-11 0 0 0,-3 11-39 0 0,0-1 0 0 0,0 0-1 0 0,-1 1 1 0 0,0-1 0 0 0,-1 1-1 0 0,0-1 1 0 0,0 1 0 0 0,0 0 0 0 0,-1 0-1 0 0,1-1 1 0 0,-1 2 0 0 0,-1-1-1 0 0,1 0 1 0 0,-7-6 0 0 0,6 6-7 0 0,-1 0 1 0 0,-1 0 0 0 0,1 1-1 0 0,-1 0 1 0 0,0 0-1 0 0,0 1 1 0 0,0-1-1 0 0,0 1 1 0 0,-1 1 0 0 0,0-1-1 0 0,0 1 1 0 0,-11-3-1 0 0,15 5 99 0 0,-1 0-1 0 0,0 0 0 0 0,1 1 1 0 0,-1-1-1 0 0,0 1 0 0 0,1 0 1 0 0,-1 0-1 0 0,0 0 1 0 0,1 1-1 0 0,-1-1 0 0 0,0 1 1 0 0,1 0-1 0 0,-1 0 0 0 0,1 0 1 0 0,-1 0-1 0 0,1 1 0 0 0,-1 0 1 0 0,1-1-1 0 0,0 1 1 0 0,0 0-1 0 0,0 1 0 0 0,0-1 1 0 0,0 0-1 0 0,1 1 0 0 0,-1 0 1 0 0,1-1-1 0 0,-1 1 0 0 0,1 0 1 0 0,0 0-1 0 0,0 1 1 0 0,-2 4-1 0 0,1-1 67 0 0,0 0-1 0 0,0 1 1 0 0,0 0 0 0 0,1 0-1 0 0,0 0 1 0 0,1 0 0 0 0,0 0-1 0 0,0 0 1 0 0,0 0 0 0 0,1 0-1 0 0,1 0 1 0 0,-1 0 0 0 0,3 13-1 0 0,-1-16-35 0 0,-1 1 1 0 0,1-1-1 0 0,0 0 0 0 0,0 1 0 0 0,1-1 0 0 0,-1 0 0 0 0,1 0 0 0 0,0 0 0 0 0,0-1 1 0 0,1 1-1 0 0,0-1 0 0 0,-1 0 0 0 0,2 0 0 0 0,-1 0 0 0 0,7 5 0 0 0,-7-6-2 0 0,0-1 1 0 0,1 0-1 0 0,-1 0 0 0 0,1 0 0 0 0,0-1 0 0 0,-1 1 1 0 0,1-1-1 0 0,0 0 0 0 0,0 0 0 0 0,0-1 0 0 0,0 0 0 0 0,0 0 1 0 0,0 0-1 0 0,0 0 0 0 0,0-1 0 0 0,0 1 0 0 0,-1-1 1 0 0,7-2-1 0 0,-3 0-36 0 0,-1 1 0 0 0,0-1 0 0 0,-1 0-1 0 0,1 0 1 0 0,-1-1 0 0 0,1 0 0 0 0,-1 0 0 0 0,0 0 0 0 0,0-1 0 0 0,-1 0 0 0 0,6-6 0 0 0,-8 8-63 0 0,0-1-1 0 0,-1 0 1 0 0,1 0 0 0 0,-1 1 0 0 0,0-1-1 0 0,0-1 1 0 0,0 1 0 0 0,0 0 0 0 0,-1 0-1 0 0,0-1 1 0 0,0 1 0 0 0,0-1 0 0 0,0 1 0 0 0,-1 0-1 0 0,0-1 1 0 0,0 0 0 0 0,0 1 0 0 0,0-1-1 0 0,-2-5 1 0 0,-1 1-46 0 0,1 1 0 0 0,-1 0-1 0 0,-1 0 1 0 0,0 0 0 0 0,0 0-1 0 0,-1 0 1 0 0,1 1 0 0 0,-2 0-1 0 0,1 0 1 0 0,-1 0 0 0 0,0 1-1 0 0,0 0 1 0 0,-1 0 0 0 0,0 0-1 0 0,0 1 1 0 0,0 0 0 0 0,-15-7-1 0 0,19 10 103 0 0,-1 1-1 0 0,1-1 0 0 0,-1 1 0 0 0,0 0 1 0 0,1 0-1 0 0,-1 1 0 0 0,0-1 1 0 0,0 1-1 0 0,0 0 0 0 0,0 0 0 0 0,1 0 1 0 0,-1 0-1 0 0,0 1 0 0 0,0-1 0 0 0,-5 3 1 0 0,4-1 42 0 0,0 0 0 0 0,0 0 1 0 0,1 0-1 0 0,-1 1 1 0 0,1 0-1 0 0,0 0 0 0 0,-1 0 1 0 0,1 0-1 0 0,1 1 1 0 0,-6 6-1 0 0,3-3 32 0 0,1 0 0 0 0,0 0 0 0 0,0 1 0 0 0,1 0 0 0 0,0 0 0 0 0,0 0 0 0 0,1 0 0 0 0,0 1 0 0 0,1-1 0 0 0,0 1 0 0 0,0 0 0 0 0,0 0 0 0 0,1 10 0 0 0,1-13-31 0 0,0 0-1 0 0,0 0 0 0 0,1 0 0 0 0,0 0 0 0 0,0 0 0 0 0,1 0 0 0 0,-1 0 0 0 0,1 0 0 0 0,1 0 0 0 0,2 5 0 0 0,-3-8-13 0 0,0 0-1 0 0,0 0 0 0 0,0-1 1 0 0,1 1-1 0 0,-1 0 0 0 0,1-1 1 0 0,-1 0-1 0 0,1 1 0 0 0,0-1 1 0 0,0 0-1 0 0,0 0 1 0 0,0-1-1 0 0,1 1 0 0 0,-1-1 1 0 0,0 1-1 0 0,1-1 0 0 0,-1 0 1 0 0,6 0-1 0 0,-4 0 6 0 0,1-1 1 0 0,0 1-1 0 0,0-2 1 0 0,0 1-1 0 0,0-1 1 0 0,0 0-1 0 0,0 0 1 0 0,-1 0-1 0 0,1-1 1 0 0,0 0-1 0 0,-1 0 1 0 0,1-1-1 0 0,-1 1 1 0 0,0-1-1 0 0,0 0 1 0 0,0 0-1 0 0,0-1 1 0 0,-1 0-1 0 0,1 0 1 0 0,-1 0-1 0 0,8-9 1 0 0,-9 9-72 0 0,0 0 0 0 0,-1 0 1 0 0,1 0-1 0 0,-1-1 0 0 0,1 1 1 0 0,-1-1-1 0 0,-1 1 1 0 0,1-1-1 0 0,-1 0 0 0 0,1 0 1 0 0,0-8-1 0 0,-2 9-24 0 0,0 0-1 0 0,0 1 1 0 0,-1-1 0 0 0,1 0 0 0 0,-1 0 0 0 0,1 0-1 0 0,-1 0 1 0 0,-1 1 0 0 0,1-1 0 0 0,0 0-1 0 0,-1 1 1 0 0,0-1 0 0 0,0 1 0 0 0,0 0 0 0 0,0 0-1 0 0,-3-4 1 0 0,2 3 19 0 0,-1 1-1 0 0,1 0 1 0 0,-1-1-1 0 0,0 1 1 0 0,0 1-1 0 0,0-1 0 0 0,0 1 1 0 0,-1-1-1 0 0,1 1 1 0 0,-1 0-1 0 0,1 1 1 0 0,-1-1-1 0 0,0 1 1 0 0,1 0-1 0 0,-1 0 1 0 0,0 0-1 0 0,-9 1 1 0 0,11 0 54 0 0,0 0 0 0 0,0 0 0 0 0,0 0 1 0 0,0 1-1 0 0,1-1 0 0 0,-1 1 0 0 0,0 0 1 0 0,0 0-1 0 0,1 0 0 0 0,-1 0 0 0 0,0 1 1 0 0,1-1-1 0 0,-1 1 0 0 0,1-1 0 0 0,0 1 1 0 0,0 0-1 0 0,-1 0 0 0 0,1 0 0 0 0,0 0 1 0 0,1 0-1 0 0,-1 1 0 0 0,0-1 0 0 0,1 1 1 0 0,-1-1-1 0 0,1 1 0 0 0,0-1 0 0 0,0 1 1 0 0,0 0-1 0 0,0-1 0 0 0,0 1 0 0 0,0 3 1 0 0,0-1 16 0 0,0-1 1 0 0,1 1-1 0 0,0 0 1 0 0,0-1-1 0 0,0 1 0 0 0,1 0 1 0 0,-1-1-1 0 0,1 1 1 0 0,0 0-1 0 0,0-1 1 0 0,1 1-1 0 0,0-1 1 0 0,-1 0-1 0 0,1 1 1 0 0,1-1-1 0 0,-1 0 0 0 0,0 0 1 0 0,1 0-1 0 0,0-1 1 0 0,0 1-1 0 0,0-1 1 0 0,1 1-1 0 0,-1-1 1 0 0,1 0-1 0 0,6 4 1 0 0,0-2 49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48.3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1656 6553 0 0,'0'0'11'0'0,"0"0"-1"0"0,0 0 0 0 0,0 0 0 0 0,0 0 0 0 0,0 0 0 0 0,0 0 0 0 0,0 0 0 0 0,-1 0 0 0 0,1 0 1 0 0,0 0-1 0 0,0 0 0 0 0,0 0 0 0 0,0 0 0 0 0,0 0 0 0 0,0 0 0 0 0,0 0 0 0 0,0 0 1 0 0,0 0-1 0 0,-1 0 0 0 0,1 0 0 0 0,0 0 0 0 0,0 0 0 0 0,0 1 0 0 0,0-1 0 0 0,0 0 0 0 0,0 0 1 0 0,0 0-1 0 0,0 0 0 0 0,0 0 0 0 0,0 0 0 0 0,0 0 0 0 0,-1 0 0 0 0,1 0 0 0 0,0 0 1 0 0,0 0-1 0 0,0 0 0 0 0,0 1 0 0 0,0-1 0 0 0,0 0 0 0 0,0 0 0 0 0,0 0 0 0 0,0 0 0 0 0,0 0 1 0 0,0 0-1 0 0,0 0 0 0 0,0 0 0 0 0,0 0 0 0 0,0 1 0 0 0,0-1 0 0 0,0 0 0 0 0,0 0 1 0 0,0 0-1 0 0,0 0 0 0 0,0 0 0 0 0,0 0 0 0 0,0 0 0 0 0,0 0 0 0 0,0 0 0 0 0,0 1 1 0 0,0-1-1 0 0,1 0 0 0 0,-1 0 0 0 0,0 0 0 0 0,0 0 0 0 0,0 0 0 0 0,0 0 0 0 0,0 0 0 0 0,45-21 601 0 0,-33 14-578 0 0,-1-1 0 0 0,1-1 0 0 0,-1 0 0 0 0,-1-1 1 0 0,0 0-1 0 0,0 0 0 0 0,-1-1 0 0 0,0 0 0 0 0,9-16 1 0 0,2-8-133 0 0,15-37 1 0 0,-3 7-9 0 0,48-128-218 0 0,-60 140 242 0 0,92-301-513 0 0,-44 124 273 0 0,-50 178 323 0 0,-3 8 0 0 0,19-88 0 0 0,-33 118 0 0 0,0 0 0 0 0,-1-1 0 0 0,0 1 0 0 0,-2 0 0 0 0,-3-22 0 0 0,4 33 93 0 0,1 0 0 0 0,-1-1 0 0 0,1 1 0 0 0,0 0 0 0 0,0 0-1 0 0,0 0 1 0 0,1-1 0 0 0,-1 1 0 0 0,2-5 0 0 0,-6 11-35 0 0,1-2-11 0 0,0 1-1 0 0,0-1 1 0 0,0 1-1 0 0,0 0 1 0 0,0 0-1 0 0,0 1 1 0 0,1-1-1 0 0,-1 0 1 0 0,1 1-1 0 0,-3 3 1 0 0,5-5-55 0 0,5-2 105 0 0,2-3 45 0 0,0-1-1 0 0,1 1 1 0 0,-1-2-1 0 0,-1 1 1 0 0,1-1-1 0 0,7-9 1 0 0,68-83-427 0 0,-78 94 309 0 0,0 0 0 0 0,0 0 0 0 0,0 0 0 0 0,0 1-1 0 0,10-6 1 0 0,-12 7-15 0 0,0 1 0 0 0,0 0 0 0 0,0 0 0 0 0,0 0 0 0 0,0 0 0 0 0,1 0 0 0 0,-1 0 0 0 0,0 1 0 0 0,1-1 0 0 0,-1 1 0 0 0,0 0 0 0 0,1 0-1 0 0,-1-1 1 0 0,0 1 0 0 0,1 1 0 0 0,2-1 0 0 0,-4 1 1 0 0,0-1 1 0 0,0 0-1 0 0,0 1 0 0 0,0-1 0 0 0,0 1 0 0 0,0-1 1 0 0,0 1-1 0 0,-1 0 0 0 0,1 0 0 0 0,0-1 1 0 0,0 1-1 0 0,0 0 0 0 0,-1 0 0 0 0,1 0 0 0 0,-1-1 1 0 0,1 1-1 0 0,0 0 0 0 0,-1 0 0 0 0,1 2 0 0 0,0-1 41 0 0,-1 1 0 0 0,1-1-1 0 0,-1 1 1 0 0,0-1-1 0 0,1 0 1 0 0,-1 1-1 0 0,0-1 1 0 0,-1 5-1 0 0,-1 0 92 0 0,1 0 1 0 0,-1 0-1 0 0,-1 1 1 0 0,-5 11-1 0 0,-3 2 291 0 0,0 1 97 0 0,-13 34 0 0 0,19-27-72 0 0,4-19-458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49.4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1149 6553 0 0,'-9'-12'360'0'0,"9"11"-354"0"0,-1 1-1 0 0,1-1 1 0 0,0 1 0 0 0,-1-1 0 0 0,1 1-1 0 0,0-1 1 0 0,-1 1 0 0 0,1-1-1 0 0,0 0 1 0 0,0 1 0 0 0,-1-1 0 0 0,1 1-1 0 0,0-1 1 0 0,0 0 0 0 0,0 1 0 0 0,0-1-1 0 0,0 0 1 0 0,0 1 0 0 0,0-2 0 0 0,3 2 56 0 0,-1 1 1 0 0,1 0 0 0 0,-1 0-1 0 0,1 0 1 0 0,-1 0 0 0 0,4 2-1 0 0,-2-1 25 0 0,64 28 1017 0 0,26 9 472 0 0,204 48 3077 0 0,-167-56-2593 0 0,122 27 1830 0 0,-183-47-3057 0 0,0-4 1 0 0,0-2-1 0 0,0-3 1 0 0,139-15-1 0 0,-84-5-3146 0 0,231-66-1 0 0,-137 15-905 0 0,-155 45 1656 0 0,83-42 0 0 0,173-114-4385 0 0,-271 148 5531 0 0,-2-3-1 0 0,-2-1 0 0 0,54-55 0 0 0,111-140 681 0 0,-109 115-385 0 0,-56 66 122 0 0,163-194 0 0 0,-201 235 0 0 0,0-1 0 0 0,0 1 0 0 0,-1-1 0 0 0,0 0 0 0 0,-1-1 0 0 0,6-18 0 0 0,-10 28 0 0 0,-1 0 0 0 0,0 1 0 0 0,1-1 0 0 0,-1 0 0 0 0,0 0 0 0 0,0 0 0 0 0,0 0 0 0 0,0 1 0 0 0,0-1 0 0 0,0 0 0 0 0,0 0 0 0 0,0 0 0 0 0,0 0 0 0 0,-1 1 0 0 0,1-1 0 0 0,0 0 0 0 0,0 0 0 0 0,-1 0 0 0 0,1 1 0 0 0,0-1 0 0 0,-1 0 0 0 0,1 0 0 0 0,-1 1 0 0 0,1-1 0 0 0,-1 0 0 0 0,1 1 0 0 0,-1-1 0 0 0,0 1 0 0 0,1-1 0 0 0,-1 1 0 0 0,0-1 0 0 0,1 1 0 0 0,-1-1 0 0 0,0 1 0 0 0,-1-1 0 0 0,-1 1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4:50.98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90 180 6553 0 0,'-1'-4'0'0'0,"1"0"0"0"0,-1 1 0 0 0,0-1 0 0 0,0 0 0 0 0,0 1 0 0 0,-1-1 0 0 0,1 1 0 0 0,-1 0 0 0 0,0-1 0 0 0,0 1 0 0 0,0 0 0 0 0,0 0 0 0 0,-4-4 0 0 0,6 7 8 0 0,-1-1-1 0 0,1 1 0 0 0,0 0 1 0 0,0 0-1 0 0,0-1 0 0 0,-1 1 0 0 0,1 0 1 0 0,0 0-1 0 0,0 0 0 0 0,-1 0 1 0 0,1-1-1 0 0,0 1 0 0 0,0 0 0 0 0,-1 0 1 0 0,1 0-1 0 0,0 0 0 0 0,-1 0 0 0 0,1 0 1 0 0,0 0-1 0 0,-1 0 0 0 0,1 0 1 0 0,0 0-1 0 0,-1 0 0 0 0,1 0 0 0 0,0 0 1 0 0,0 0-1 0 0,-1 0 0 0 0,1 0 1 0 0,0 0-1 0 0,-1 0 0 0 0,1 0 0 0 0,-1 0 1 0 0,-8 9 118 0 0,-3 13 144 0 0,11-16-164 0 0,0 0 0 0 0,0 0 0 0 0,0 0 0 0 0,0 0 1 0 0,1 0-1 0 0,0 0 0 0 0,1 1 0 0 0,-1-1 0 0 0,1 0 0 0 0,0 0 0 0 0,0 0 0 0 0,1 0 0 0 0,0 0 0 0 0,0-1 0 0 0,1 1 0 0 0,-1-1 0 0 0,1 1 1 0 0,5 6-1 0 0,-6-9-42 0 0,0 0 0 0 0,1 0 0 0 0,-1 0 0 0 0,1-1 0 0 0,0 1 0 0 0,0-1 0 0 0,0 1 0 0 0,0-1 1 0 0,0 0-1 0 0,0 0 0 0 0,1 0 0 0 0,-1-1 0 0 0,0 1 0 0 0,1-1 0 0 0,0 0 0 0 0,-1 0 0 0 0,1 0 0 0 0,0 0 1 0 0,0-1-1 0 0,-1 0 0 0 0,1 1 0 0 0,0-1 0 0 0,0-1 0 0 0,0 1 0 0 0,-1 0 0 0 0,1-1 0 0 0,0 0 1 0 0,-1 0-1 0 0,1 0 0 0 0,5-2 0 0 0,-4 0-45 0 0,0 1 0 0 0,0-1 1 0 0,0 0-1 0 0,0 0 0 0 0,0 0 1 0 0,-1-1-1 0 0,1 0 0 0 0,-1 0 1 0 0,0 0-1 0 0,0 0 0 0 0,-1 0 0 0 0,1-1 1 0 0,-1 0-1 0 0,0 0 0 0 0,0 0 1 0 0,-1 0-1 0 0,1 0 0 0 0,-1-1 1 0 0,2-6-1 0 0,-2 4-68 0 0,0-1-1 0 0,-1 1 1 0 0,0 0 0 0 0,0 0-1 0 0,-1-1 1 0 0,0 1 0 0 0,-1 0-1 0 0,0-1 1 0 0,0 1 0 0 0,-1 0 0 0 0,0 0-1 0 0,-5-15 1 0 0,4 15 4 0 0,-1 1-1 0 0,1 0 0 0 0,-1-1 1 0 0,-1 1-1 0 0,1 1 1 0 0,-1-1-1 0 0,-9-9 1 0 0,12 15 59 0 0,1-1 0 0 0,0 1 0 0 0,-1 0 0 0 0,1 0 1 0 0,-1 0-1 0 0,1 0 0 0 0,-1 0 0 0 0,1 0 0 0 0,-1 0 0 0 0,0 1 0 0 0,0-1 1 0 0,1 0-1 0 0,-1 1 0 0 0,0-1 0 0 0,0 1 0 0 0,1 0 0 0 0,-1 0 0 0 0,0 0 1 0 0,0 0-1 0 0,0 0 0 0 0,0 0 0 0 0,1 0 0 0 0,-1 1 0 0 0,0-1 0 0 0,0 0 1 0 0,1 1-1 0 0,-1 0 0 0 0,0-1 0 0 0,0 1 0 0 0,1 0 0 0 0,-1 0 1 0 0,1 0-1 0 0,-1 0 0 0 0,1 0 0 0 0,-1 0 0 0 0,1 0 0 0 0,0 1 0 0 0,0-1 1 0 0,-1 1-1 0 0,0 1 0 0 0,-1 0 41 0 0,0 1 0 0 0,0 0-1 0 0,0 0 1 0 0,1 1 0 0 0,0-1 0 0 0,0 0 0 0 0,0 1 0 0 0,0-1 0 0 0,1 1 0 0 0,-1 0-1 0 0,1 0 1 0 0,0-1 0 0 0,0 6 0 0 0,1-6-10 0 0,0-1-1 0 0,0 1 1 0 0,0-1 0 0 0,1 1-1 0 0,-1-1 1 0 0,1 0-1 0 0,0 1 1 0 0,0-1 0 0 0,0 0-1 0 0,0 1 1 0 0,1-1 0 0 0,-1 0-1 0 0,1 0 1 0 0,0 0-1 0 0,0 0 1 0 0,0-1 0 0 0,0 1-1 0 0,0 0 1 0 0,3 2 0 0 0,0-2 43 0 0,-1 1 0 0 0,1-1 0 0 0,0 0 0 0 0,0-1 0 0 0,0 1 0 0 0,0-1 0 0 0,1 0 1 0 0,-1 0-1 0 0,0-1 0 0 0,1 1 0 0 0,0-1 0 0 0,-1-1 0 0 0,11 1 0 0 0,-13 0-66 0 0,0-1 1 0 0,-1-1-1 0 0,1 1 0 0 0,0 0 0 0 0,-1-1 0 0 0,1 1 0 0 0,0-1 0 0 0,-1 0 0 0 0,1 0 0 0 0,-1 0 0 0 0,1 0 1 0 0,-1 0-1 0 0,0-1 0 0 0,1 1 0 0 0,-1-1 0 0 0,0 1 0 0 0,0-1 0 0 0,0 0 0 0 0,0 0 0 0 0,0 0 0 0 0,-1 0 0 0 0,1 0 1 0 0,0 0-1 0 0,-1 0 0 0 0,0-1 0 0 0,1 1 0 0 0,-1-1 0 0 0,0 1 0 0 0,0-1 0 0 0,-1 1 0 0 0,2-4 0 0 0,-2 4-45 0 0,1 0 0 0 0,-1-1 0 0 0,0 1 0 0 0,1-1-1 0 0,-1 1 1 0 0,0 0 0 0 0,-1-1 0 0 0,1 1 0 0 0,0-1-1 0 0,-1 1 1 0 0,1 0 0 0 0,-1-1 0 0 0,0 1-1 0 0,0 0 1 0 0,0-1 0 0 0,0 1 0 0 0,0 0 0 0 0,-3-4-1 0 0,2 4 15 0 0,0-1-1 0 0,-1 1 0 0 0,1 0 0 0 0,-1 0 0 0 0,1 0 0 0 0,-1 0 0 0 0,0 0 0 0 0,0 1 0 0 0,0-1 0 0 0,0 1 0 0 0,0 0 0 0 0,-6-2 0 0 0,6 2 38 0 0,-1 0-1 0 0,1 1 1 0 0,-1-1-1 0 0,1 1 0 0 0,0-1 1 0 0,-1 1-1 0 0,1 0 0 0 0,-1 1 1 0 0,1-1-1 0 0,-1 1 0 0 0,1-1 1 0 0,-1 1-1 0 0,1 0 1 0 0,0 0-1 0 0,0 0 0 0 0,-1 1 1 0 0,1-1-1 0 0,0 1 0 0 0,0 0 1 0 0,0 0-1 0 0,1 0 0 0 0,-1 0 1 0 0,0 0-1 0 0,1 0 1 0 0,-1 1-1 0 0,1 0 0 0 0,-3 3 1 0 0,1 1 58 0 0,1-1 0 0 0,0 1 1 0 0,0 1-1 0 0,0-1 0 0 0,-1 8 1 0 0,4-13-68 0 0,-1 0-1 0 0,1 0 1 0 0,-1 0 0 0 0,1 0 0 0 0,0 0-1 0 0,0 0 1 0 0,0 0 0 0 0,0 0-1 0 0,0 0 1 0 0,1 0 0 0 0,-1 0 0 0 0,0 0-1 0 0,1 0 1 0 0,0 0 0 0 0,-1 0 0 0 0,1-1-1 0 0,0 1 1 0 0,0 0 0 0 0,0 0 0 0 0,0-1-1 0 0,0 1 1 0 0,0 0 0 0 0,1-1-1 0 0,1 3 1 0 0,-1-3 2 0 0,0 0-1 0 0,0-1 0 0 0,0 1 1 0 0,0 0-1 0 0,1-1 0 0 0,-1 1 1 0 0,0-1-1 0 0,0 1 1 0 0,0-1-1 0 0,1 0 0 0 0,-1 0 1 0 0,0 0-1 0 0,0 0 0 0 0,0 0 1 0 0,0-1-1 0 0,1 1 0 0 0,-1-1 1 0 0,0 1-1 0 0,0-1 1 0 0,0 0-1 0 0,0 0 0 0 0,0 0 1 0 0,3-2-1 0 0,1 0 53 0 0,0-1 1 0 0,0 0-1 0 0,0 0 0 0 0,-1-1 1 0 0,11-10-1 0 0,-14 13-106 0 0,0-1 0 0 0,0 1 0 0 0,0-1 0 0 0,0 0 0 0 0,0 0 0 0 0,-1 0-1 0 0,1 0 1 0 0,-1 0 0 0 0,0-1 0 0 0,0 1 0 0 0,0 0 0 0 0,0 0 0 0 0,-1-1 0 0 0,1 1 0 0 0,-1-1-1 0 0,0 1 1 0 0,0 0 0 0 0,0-1 0 0 0,-1 1 0 0 0,1-1 0 0 0,-1 1 0 0 0,1 0 0 0 0,-1-1 0 0 0,0 1-1 0 0,0 0 1 0 0,-1 0 0 0 0,1 0 0 0 0,-1 0 0 0 0,-2-3 0 0 0,1 1-20 0 0,-1-1 0 0 0,0 1 1 0 0,0 0-1 0 0,-1 1 0 0 0,1-1 0 0 0,-1 1 1 0 0,0 0-1 0 0,0 0 0 0 0,-1 0 0 0 0,1 1 1 0 0,-1 0-1 0 0,0 0 0 0 0,0 1 0 0 0,-8-3 1 0 0,9 3 100 0 0,-1 1 0 0 0,1 0 1 0 0,-1 1-1 0 0,1-1 0 0 0,-1 1 1 0 0,1 1-1 0 0,-1-1 1 0 0,1 1-1 0 0,-1-1 0 0 0,1 2 1 0 0,-1-1-1 0 0,1 1 0 0 0,0-1 1 0 0,-1 1-1 0 0,1 1 1 0 0,0-1-1 0 0,1 1 0 0 0,-1 0 1 0 0,0 0-1 0 0,-5 5 0 0 0,8-6-13 0 0,-1 1-1 0 0,0-1 1 0 0,0 1-1 0 0,1 0 1 0 0,0 0-1 0 0,-1 0 0 0 0,1 1 1 0 0,0-1-1 0 0,1 0 1 0 0,-1 1-1 0 0,1-1 0 0 0,-1 1 1 0 0,1 0-1 0 0,0-1 1 0 0,0 1-1 0 0,1 0 0 0 0,-1 0 1 0 0,1 0-1 0 0,0-1 1 0 0,0 1-1 0 0,0 0 1 0 0,0 0-1 0 0,1 0 0 0 0,-1 0 1 0 0,1-1-1 0 0,0 1 1 0 0,0 0-1 0 0,1-1 0 0 0,2 7 1 0 0,0-2 48 0 0,1-1-1 0 0,0 0 1 0 0,0 0 0 0 0,0 0 0 0 0,1-1 0 0 0,-1 0 0 0 0,2 0-1 0 0,-1 0 1 0 0,1-1 0 0 0,0 0 0 0 0,13 8 0 0 0,-16-11-50 0 0,-1 0 1 0 0,1 0-1 0 0,0-1 0 0 0,-1 1 1 0 0,1-1-1 0 0,0 0 0 0 0,0 0 1 0 0,0-1-1 0 0,0 1 1 0 0,0-1-1 0 0,0 0 0 0 0,0 0 1 0 0,0 0-1 0 0,0 0 0 0 0,0-1 1 0 0,0 1-1 0 0,0-1 1 0 0,0 0-1 0 0,-1 0 0 0 0,1-1 1 0 0,0 1-1 0 0,0-1 1 0 0,-1 0-1 0 0,1 0 0 0 0,-1 0 1 0 0,0 0-1 0 0,4-4 0 0 0,-5 5-51 0 0,0-1 0 0 0,0 0 0 0 0,0-1 0 0 0,0 1 0 0 0,-1 0 0 0 0,1-1 0 0 0,-1 1 0 0 0,1 0 0 0 0,-1-1 0 0 0,0 0 0 0 0,0 1 0 0 0,0-1 0 0 0,0 0 0 0 0,0 0 0 0 0,-1 1 0 0 0,1-6 0 0 0,-1 3-29 0 0,0 1-1 0 0,-1 0 1 0 0,1 0-1 0 0,-1-1 1 0 0,0 1-1 0 0,0 0 1 0 0,0 0 0 0 0,-1 0-1 0 0,1 0 1 0 0,-4-5-1 0 0,1 2-50 0 0,-1 0-1 0 0,0 0 0 0 0,0 0 1 0 0,0 1-1 0 0,-1-1 0 0 0,0 1 1 0 0,0 1-1 0 0,-1-1 0 0 0,1 1 1 0 0,-15-8-1 0 0,17 11 115 0 0,-1 1 0 0 0,1-1-1 0 0,0 1 1 0 0,0 0 0 0 0,-1 0 0 0 0,1 0-1 0 0,0 1 1 0 0,-1 0 0 0 0,1 0 0 0 0,0 0 0 0 0,-7 1-1 0 0,10-1-8 0 0,0 0-1 0 0,-1 0 0 0 0,1 1 0 0 0,0-1 0 0 0,0 0 1 0 0,0 1-1 0 0,-1-1 0 0 0,1 1 0 0 0,0-1 0 0 0,0 1 1 0 0,0-1-1 0 0,0 1 0 0 0,0 0 0 0 0,0-1 1 0 0,0 1-1 0 0,0 0 0 0 0,0 0 0 0 0,1 0 0 0 0,-1 0 1 0 0,0 0-1 0 0,0 0 0 0 0,1 0 0 0 0,-1 0 0 0 0,1 0 1 0 0,-1 0-1 0 0,1 1 0 0 0,-1-1 0 0 0,1 0 1 0 0,0 0-1 0 0,-1 0 0 0 0,1 1 0 0 0,0-1 0 0 0,0 0 1 0 0,0 0-1 0 0,0 0 0 0 0,0 1 0 0 0,0-1 1 0 0,0 0-1 0 0,1 0 0 0 0,-1 1 0 0 0,0-1 0 0 0,1 0 1 0 0,0 1-1 0 0,6 16 11 0 0,-2-9 69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3:49.6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12 105 6553 0 0,'-8'2'23'0'0,"4"-1"94"0"0,7-1 110 0 0,17-7 251 0 0,27-14-1 0 0,-26 10-362 0 0,38-11-1 0 0,58-12 1212 0 0,-64 24-541 0 0,-43 8-785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3:49.9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97 6553 0 0,'7'0'159'0'0,"0"-1"0"0"0,0 0 0 0 0,0 0-1 0 0,0-1 1 0 0,0 0 0 0 0,0 0 0 0 0,-1 0-1 0 0,10-5 1 0 0,5-5 26 0 0,23-15 1 0 0,-7 3-311 0 0,-18 13 87 0 0,-11 6 18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03.5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196 71 6553 0 0,'4'-32'133'0'0,"-3"24"-108"0"0,0 0-1 0 0,1 1 1 0 0,1-9-1 0 0,-3 21 55 0 0,-1 0 0 0 0,1 0 0 0 0,0 0 1 0 0,0-1-1 0 0,1 7 0 0 0,-1 12 316 0 0,-3 14 404 0 0,-2 1 0 0 0,-10 36 0 0 0,-26 74 1709 0 0,8-31-639 0 0,13-38-818 0 0,-30 126 2008 0 0,38-145-1692 0 0,-6 88 0 0 0,17-114-682 0 0,1 0 0 0 0,4 36 1 0 0,-4-57-462 0 0,0-13-216 0 0,0 0-1 0 0,0 1 1 0 0,0-1-1 0 0,0 0 0 0 0,0 0 1 0 0,-1 1-1 0 0,1-1 1 0 0,0 0-1 0 0,0 0 1 0 0,0 1-1 0 0,-1-1 0 0 0,1 0 1 0 0,0 0-1 0 0,0 0 1 0 0,-1 1-1 0 0,1-1 0 0 0,0 0 1 0 0,0 0-1 0 0,-1 0 1 0 0,1 0-1 0 0,0 0 1 0 0,0 0-1 0 0,-1 1 0 0 0,1-1 1 0 0,0 0-1 0 0,-1 0 1 0 0,1 0-1 0 0,0 0 0 0 0,0 0 1 0 0,-1 0-1 0 0,1 0 1 0 0,0 0-1 0 0,-1 0 1 0 0,1-1-1 0 0,0 1 0 0 0,-1 0 1 0 0,1 0-1 0 0,0 0 1 0 0,-4-2-8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03.8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7 6553 0 0,'-5'-3'-17'0'0,"5"3"21"0"0,0 0-1 0 0,0 0 0 0 0,0 0 1 0 0,0 0-1 0 0,0 0 0 0 0,0 0 0 0 0,0 0 1 0 0,0 0-1 0 0,0-1 0 0 0,0 1 1 0 0,0 0-1 0 0,0 0 0 0 0,0 0 0 0 0,0 0 1 0 0,0 0-1 0 0,0 0 0 0 0,0 0 1 0 0,0 0-1 0 0,0 0 0 0 0,0 0 1 0 0,0 0-1 0 0,0-1 0 0 0,0 1 0 0 0,0 0 1 0 0,0 0-1 0 0,0 0 0 0 0,0 0 1 0 0,0 0-1 0 0,0 0 0 0 0,1 0 0 0 0,-1 0 1 0 0,0 0-1 0 0,0 0 0 0 0,0 0 1 0 0,0 0-1 0 0,0 0 0 0 0,0 0 0 0 0,0 0 1 0 0,0 0-1 0 0,0 0 0 0 0,0 0 1 0 0,0 0-1 0 0,0 0 0 0 0,1 0 1 0 0,-1 0-1 0 0,0 0 0 0 0,0 0 0 0 0,0 0 1 0 0,0 0-1 0 0,0 0 0 0 0,0 0 1 0 0,0 0-1 0 0,0 0 0 0 0,0 0 0 0 0,0 0 1 0 0,1 0-1 0 0,-1 0 0 0 0,0 0 1 0 0,0 0-1 0 0,0 0 0 0 0,0 0 0 0 0,0 0 1 0 0,0 0-1 0 0,0 0 0 0 0,0 0 1 0 0,6 4 125 0 0,1 2 54 0 0,0 1 0 0 0,-1 0 0 0 0,0 1 0 0 0,0-1 0 0 0,-1 1 0 0 0,0 1 0 0 0,7 14 0 0 0,25 71 1405 0 0,-34-82-1188 0 0,4 25-1 0 0,-5-25-66 0 0,0 0 0 0 0,6 20 0 0 0,-8-32-321 0 0,1 1 1 0 0,-1 0 0 0 0,0 0 0 0 0,0 0-1 0 0,1-1 1 0 0,-1 1 0 0 0,0 0-1 0 0,1 0 1 0 0,-1-1 0 0 0,1 1-1 0 0,-1 0 1 0 0,1-1 0 0 0,-1 1 0 0 0,1 0-1 0 0,0-1 1 0 0,-1 1 0 0 0,1-1-1 0 0,0 1 1 0 0,-1-1 0 0 0,1 1-1 0 0,0-1 1 0 0,0 0 0 0 0,-1 1 0 0 0,1-1-1 0 0,0 0 1 0 0,0 1 0 0 0,0-1-1 0 0,-1 0 1 0 0,1 0 0 0 0,0 0-1 0 0,0 0 1 0 0,0 0 0 0 0,0 0-1 0 0,0 0 1 0 0,-1 0 0 0 0,1 0 0 0 0,0 0-1 0 0,0-1 1 0 0,0 1 0 0 0,-1 0-1 0 0,1-1 1 0 0,0 1 0 0 0,0 0-1 0 0,-1-1 1 0 0,1 1 0 0 0,0-1 0 0 0,0 1-1 0 0,-1-1 1 0 0,2 0 0 0 0,4-4 130 0 0,0-1 0 0 0,-1 1 1 0 0,1-1-1 0 0,5-7 0 0 0,-9 10-117 0 0,16-21-235 0 0,-1-1 0 0 0,-2-1 1 0 0,0 0-1 0 0,-1-1 0 0 0,14-42 0 0 0,-26 63 175 0 0,0 0-1 0 0,0-1 0 0 0,-1 1 1 0 0,0-1-1 0 0,1-12 0 0 0,-2 16 35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07.2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395 93 6553 0 0,'2'-5'0'0'0,"0"-1"0"0"0,0 0 0 0 0,0 0 0 0 0,-1 0 0 0 0,0 1 0 0 0,0-1 0 0 0,-1 0 0 0 0,0 0 0 0 0,0 0 0 0 0,0 0 0 0 0,0 0 0 0 0,-1 0 0 0 0,-2-9 0 0 0,3 15 0 0 0,0 0 0 0 0,0 0 0 0 0,0 0 0 0 0,0 0 0 0 0,-1 0 0 0 0,1 0-1 0 0,0-1 1 0 0,0 1 0 0 0,0 0 0 0 0,0 0 0 0 0,0 0 0 0 0,0 0-1 0 0,0 0 1 0 0,0 0 0 0 0,0 0 0 0 0,0 0 0 0 0,0 0 0 0 0,0 0 0 0 0,0 0-1 0 0,0 0 1 0 0,0 0 0 0 0,-1 0 0 0 0,1 0 0 0 0,0 0 0 0 0,0 0 0 0 0,0 0-1 0 0,0 0 1 0 0,0 0 0 0 0,0 0 0 0 0,0 0 0 0 0,0 0 0 0 0,0 0-1 0 0,0 0 1 0 0,-1 0 0 0 0,1 0 0 0 0,0 0 0 0 0,0 0 0 0 0,0 0 0 0 0,0 0-1 0 0,0 0 1 0 0,0 0 0 0 0,0 0 0 0 0,0 0 0 0 0,0 0 0 0 0,0 0 0 0 0,0 0-1 0 0,-1 0 1 0 0,-3 5 23 0 0,-4 7 145 0 0,8-12-151 0 0,-14 31 762 0 0,2 1 0 0 0,1 0 1 0 0,-14 64-1 0 0,23-85-643 0 0,-40 204 3204 0 0,-8 33 235 0 0,9-30-94 0 0,20-97-1663 0 0,21-119-1805 0 0,-9 31 412 0 0,9-32-401 0 0,-1 1 1 0 0,1-1 0 0 0,-1 0 0 0 0,1 0-1 0 0,-1 0 1 0 0,0 0 0 0 0,0 0 0 0 0,0 0-1 0 0,-1 2 1 0 0,1-3-21 0 0,1 1 0 0 0,0-1 0 0 0,-1 0 0 0 0,1 0 0 0 0,0 0 0 0 0,-1 0 0 0 0,1 1 0 0 0,-1-1 0 0 0,1 0 0 0 0,0 0 1 0 0,-1 0-1 0 0,1 0 0 0 0,-1 0 0 0 0,1 0 0 0 0,0 0 0 0 0,-1 0 0 0 0,1 0 0 0 0,-1 0 0 0 0,1 0 0 0 0,-1 0 0 0 0,1-1 0 0 0,0 1 0 0 0,-1 0 0 0 0,1 0 0 0 0,0 0 0 0 0,-1 0 0 0 0,1-1 0 0 0,0 1 0 0 0,-1 0 0 0 0,1-1 0 0 0,-4-2 88 0 0,1-1-1 0 0,0 0 1 0 0,0 0-1 0 0,1 0 0 0 0,-1 0 1 0 0,-3-8-1 0 0,1 3-242 0 0,-66-115-1840 0 0,70 123 1946 0 0,0-1 0 0 0,0 0 0 0 0,0 1 0 0 0,0-1 0 0 0,0 0 0 0 0,-1 1 0 0 0,1 0 0 0 0,0-1 0 0 0,-3-1 0 0 0,3 3 34 0 0,1-1 0 0 0,0 1 1 0 0,-1 0-1 0 0,1 0 1 0 0,0 0-1 0 0,0 0 0 0 0,-1 0 1 0 0,1 0-1 0 0,0 0 1 0 0,-1 0-1 0 0,1 0 0 0 0,0 0 1 0 0,-1 0-1 0 0,1 0 1 0 0,0 0-1 0 0,0 0 1 0 0,-1 0-1 0 0,1 0 0 0 0,0 0 1 0 0,-1 0-1 0 0,1 0 1 0 0,0 1-1 0 0,0-1 0 0 0,-1 0 1 0 0,-6 11-88 0 0,5-5 128 0 0,0 0-1 0 0,0 0 1 0 0,1 1 0 0 0,0-1-1 0 0,0 0 1 0 0,1 1-1 0 0,0-1 1 0 0,0 1 0 0 0,0-1-1 0 0,2 11 1 0 0,2-2 34 0 0,0 0 0 0 0,1-1-1 0 0,8 20 1 0 0,12 28 190 0 0,-15-34-77 0 0,22 43-1 0 0,-32-69-170 0 0,1-1-1 0 0,-1 0 1 0 0,1 1 0 0 0,0-1 0 0 0,-1 0-1 0 0,1 0 1 0 0,0 0 0 0 0,0 0 0 0 0,0 0-1 0 0,0 0 1 0 0,0 0 0 0 0,0 0 0 0 0,0 0-1 0 0,0 0 1 0 0,1 0 0 0 0,-1-1 0 0 0,0 1-1 0 0,0-1 1 0 0,1 1 0 0 0,-1-1 0 0 0,0 1-1 0 0,1-1 1 0 0,-1 1 0 0 0,1-1 0 0 0,-1 0 0 0 0,0 0-1 0 0,1 0 1 0 0,-1 0 0 0 0,1 0 0 0 0,-1 0-1 0 0,0 0 1 0 0,1-1 0 0 0,-1 1 0 0 0,0 0-1 0 0,1-1 1 0 0,-1 1 0 0 0,0-1 0 0 0,1 1-1 0 0,-1-1 1 0 0,0 0 0 0 0,0 1 0 0 0,0-1-1 0 0,1 0 1 0 0,-1 0 0 0 0,0 0 0 0 0,0 0-1 0 0,0 0 1 0 0,0 0 0 0 0,1-2 0 0 0,18-23-564 0 0,0-1 0 0 0,-2-1 0 0 0,-1 0 0 0 0,23-52 0 0 0,-30 55 116 0 0,-8 18 319 0 0,0 1-1 0 0,1 0 0 0 0,0 0 0 0 0,0 0 0 0 0,6-9 0 0 0,-5 11 124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09.3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495 24 6553 0 0,'0'0'0'0'0,"0"-1"16"0"0,1 0 0 0 0,-1 0 0 0 0,0-1 0 0 0,-1 1 0 0 0,1 0-1 0 0,0 0 1 0 0,0 0 0 0 0,0 0 0 0 0,-1 0 0 0 0,1 0 0 0 0,0 0 0 0 0,-1 0-1 0 0,1 0 1 0 0,-1 0 0 0 0,0 0 0 0 0,1 0 0 0 0,-1 0 0 0 0,0 0 0 0 0,1 0 0 0 0,-1 1-1 0 0,-1-2 1 0 0,-3 6 431 0 0,-4 5-267 0 0,0 1-1 0 0,2 1 0 0 0,-1-1 0 0 0,-8 17 0 0 0,-26 60 2771 0 0,-60 181 0 0 0,98-254-2686 0 0,-56 166 2461 0 0,48-150-2065 0 0,-1-1 1 0 0,-2 0 0 0 0,-34 50-1 0 0,36-61-228 0 0,7-9-206 0 0,0 0 0 0 0,-1 0 0 0 0,0-1 0 0 0,0 0 0 0 0,-1-1 0 0 0,-13 12 0 0 0,20-19-208 0 0,0 1-1 0 0,0-1 1 0 0,0 1 0 0 0,1-1 0 0 0,-1 1 0 0 0,0-1 0 0 0,0 1 0 0 0,0-1 0 0 0,0 0-1 0 0,0 0 1 0 0,0 0 0 0 0,0 1 0 0 0,0-1 0 0 0,0 0 0 0 0,0 0 0 0 0,0 0-1 0 0,0 0 1 0 0,0-1 0 0 0,0 1 0 0 0,0 0 0 0 0,0 0 0 0 0,0-1 0 0 0,0 1 0 0 0,-1-1-1 0 0,0 0-13 0 0,0 0 0 0 0,0-1 0 0 0,1 1 0 0 0,-1-1 0 0 0,0 1 0 0 0,1-1 0 0 0,0 0 0 0 0,-1 1 0 0 0,1-1 0 0 0,-2-4 0 0 0,0 1-88 0 0,1-1 1 0 0,0 0 0 0 0,0 1-1 0 0,0-1 1 0 0,0 0-1 0 0,1 0 1 0 0,-1-10-1 0 0,3 11 18 0 0,-1 0 0 0 0,1 0 0 0 0,0 0 0 0 0,0 0 0 0 0,2-5 0 0 0,-2 7 21 0 0,0 1 0 0 0,0-1 0 0 0,0 1-1 0 0,0 0 1 0 0,1-1 0 0 0,-1 1-1 0 0,0 0 1 0 0,1 0 0 0 0,0 0-1 0 0,-1 0 1 0 0,4-2 0 0 0,-5 4 44 0 0,0-1 0 0 0,0 1 0 0 0,0 0 0 0 0,1 0 0 0 0,-1 0 0 0 0,0 0 0 0 0,0 0-1 0 0,0 0 1 0 0,1 0 0 0 0,-1 0 0 0 0,0 0 0 0 0,0 0 0 0 0,1 0 0 0 0,-1 0 0 0 0,0 0 0 0 0,0 0 0 0 0,1 0 0 0 0,-1 0 0 0 0,0 0 0 0 0,0 0 0 0 0,1 0 0 0 0,-1 0 0 0 0,0 0 0 0 0,0 0 0 0 0,0 0 0 0 0,1 0 0 0 0,-1 0 0 0 0,0 0 0 0 0,0 1 0 0 0,0-1 0 0 0,1 0 0 0 0,-1 0 0 0 0,0 0 0 0 0,5 10 16 0 0,-1 12 66 0 0,-6 54 212 0 0,0-45-143 0 0,1 0-1 0 0,2 0 0 0 0,7 54 0 0 0,-7-79-127 0 0,1 0 0 0 0,0 0 0 0 0,-1 0-1 0 0,2-1 1 0 0,-1 1 0 0 0,1-1 0 0 0,0 0-1 0 0,0 0 1 0 0,0 0 0 0 0,1 0 0 0 0,-1 0-1 0 0,8 6 1 0 0,-7-8-9 0 0,-1 0 0 0 0,0-1 1 0 0,1 0-1 0 0,-1 0 0 0 0,1 0 0 0 0,0 0 0 0 0,0-1 0 0 0,-1 1 0 0 0,1-1 0 0 0,0 0 0 0 0,0 0 0 0 0,1-1 0 0 0,-1 1 0 0 0,0-1 0 0 0,0 0 1 0 0,0 0-1 0 0,0 0 0 0 0,0 0 0 0 0,5-2 0 0 0,3 0-52 0 0,0-2 0 0 0,0 0 0 0 0,0 0 1 0 0,0-1-1 0 0,11-6 0 0 0,1-3-558 0 0,27-20-1 0 0,-12 4 12 0 0,-30 23 410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11.7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1 382 6553 0 0,'0'1'16'0'0,"0"0"-1"0"0,0-1 0 0 0,0 1 0 0 0,0 0 0 0 0,0-1 0 0 0,0 1 1 0 0,0 0-1 0 0,0-1 0 0 0,0 1 0 0 0,1 0 0 0 0,-1-1 0 0 0,0 1 0 0 0,0-1 1 0 0,1 1-1 0 0,-1 0 0 0 0,0-1 0 0 0,1 1 0 0 0,-1-1 0 0 0,0 1 1 0 0,1-1-1 0 0,-1 1 0 0 0,1-1 0 0 0,0 1 0 0 0,8 2 81 0 0,-4-2-9 0 0,0-1-1 0 0,1 1 0 0 0,-1-1 1 0 0,0 0-1 0 0,0 0 0 0 0,0-1 1 0 0,1 0-1 0 0,-1 1 0 0 0,0-2 1 0 0,0 1-1 0 0,0-1 0 0 0,-1 1 0 0 0,1-1 1 0 0,0-1-1 0 0,8-4 0 0 0,-3-2 6 0 0,0 1 0 0 0,-1-1 0 0 0,0 0 0 0 0,0-1 0 0 0,-1 0 0 0 0,10-17 0 0 0,-9 11-168 0 0,0 0 0 0 0,-1-1-1 0 0,12-34 1 0 0,-17 40 44 0 0,0-1 1 0 0,-1 1-1 0 0,0-1 0 0 0,0 0 0 0 0,-1-17 1 0 0,-1 25 22 0 0,0 1 1 0 0,0-1 0 0 0,-1 1 0 0 0,1-1 0 0 0,-1 0 0 0 0,0 1 0 0 0,0-1 0 0 0,0 1 0 0 0,0 0-1 0 0,-1-1 1 0 0,1 1 0 0 0,-1 0 0 0 0,0 0 0 0 0,0 0 0 0 0,0 0 0 0 0,0 0 0 0 0,-1 1-1 0 0,1-1 1 0 0,-1 0 0 0 0,1 1 0 0 0,-1 0 0 0 0,-4-3 0 0 0,5 4 43 0 0,-1 0-1 0 0,1 0 1 0 0,-1 0 0 0 0,1 1-1 0 0,-1-1 1 0 0,1 1 0 0 0,-1-1 0 0 0,1 1-1 0 0,-1 0 1 0 0,0 0 0 0 0,1 0 0 0 0,-1 0-1 0 0,0 1 1 0 0,1-1 0 0 0,-1 1 0 0 0,1-1-1 0 0,-1 1 1 0 0,1 0 0 0 0,-1 0 0 0 0,1 0-1 0 0,0 0 1 0 0,-1 1 0 0 0,-3 2 0 0 0,2-1 94 0 0,-1 1 1 0 0,1 0-1 0 0,-1 0 1 0 0,1 0 0 0 0,0 0-1 0 0,1 1 1 0 0,-1-1-1 0 0,1 1 1 0 0,-5 9 0 0 0,1 2 160 0 0,1 2 1 0 0,0-1-1 0 0,1 1 1 0 0,1-1-1 0 0,1 1 0 0 0,-2 33 1 0 0,4-18 379 0 0,1 1 0 0 0,10 60 0 0 0,-8-83-499 0 0,0 0 1 0 0,1 0-1 0 0,0 0 0 0 0,1 0 1 0 0,0-1-1 0 0,1 0 1 0 0,0 0-1 0 0,1 0 0 0 0,0 0 1 0 0,0-1-1 0 0,9 10 1 0 0,-11-15-85 0 0,0 0 0 0 0,0 0 0 0 0,1 0 0 0 0,-1 0 0 0 0,1-1 0 0 0,0 0 0 0 0,0 0 0 0 0,0 0 0 0 0,0 0 0 0 0,1-1 0 0 0,-1 0 0 0 0,1 0 0 0 0,-1 0 0 0 0,1-1 0 0 0,0 0 0 0 0,-1 0 0 0 0,1 0 1 0 0,0-1-1 0 0,0 0 0 0 0,0 0 0 0 0,-1-1 0 0 0,1 1 0 0 0,8-3 0 0 0,-7 1-55 0 0,1-1-1 0 0,-1 0 1 0 0,0 0 0 0 0,0-1 0 0 0,-1 1 0 0 0,1-2 0 0 0,-1 1-1 0 0,1-1 1 0 0,-1 0 0 0 0,-1 0 0 0 0,1-1 0 0 0,-1 1-1 0 0,0-1 1 0 0,0 0 0 0 0,-1-1 0 0 0,7-12 0 0 0,4-8-643 0 0,-2-1 1 0 0,16-54-1 0 0,-27 76 585 0 0,7-20-317 0 0,-3-1 0 0 0,0 0 0 0 0,-1 0 0 0 0,-2-1 0 0 0,-1 1 0 0 0,-1-1 0 0 0,-1 1 0 0 0,-5-30 0 0 0,4 48 215 0 0,-1 0 1 0 0,0 0-1 0 0,-4-11 1 0 0,6 18 115 0 0,-1 1 0 0 0,0-1 0 0 0,1 0-1 0 0,-1 0 1 0 0,0 0 0 0 0,0 0 0 0 0,0 1 0 0 0,0-1 0 0 0,-1 0 0 0 0,1 1 0 0 0,0-1 0 0 0,-1 1 0 0 0,1 0 0 0 0,-1-1 0 0 0,1 1 0 0 0,-1 0-1 0 0,0 0 1 0 0,0 0 0 0 0,1 0 0 0 0,-1 0 0 0 0,-3-1 0 0 0,5 2 14 0 0,-1 0 0 0 0,1 0 0 0 0,-1 0 0 0 0,1 0 0 0 0,0 0 0 0 0,-1 0 0 0 0,1 0 0 0 0,-1 0 0 0 0,1 0 0 0 0,-1 0 0 0 0,1 0 0 0 0,-1 0 0 0 0,1 0 0 0 0,0 1 0 0 0,-1-1 0 0 0,1 0 0 0 0,-1 0 0 0 0,1 0 0 0 0,0 1 0 0 0,-1-1 0 0 0,1 0 0 0 0,0 0 0 0 0,-1 1 0 0 0,1-1 0 0 0,0 0 0 0 0,-1 1 0 0 0,1-1 0 0 0,0 0 0 0 0,-1 1 0 0 0,1 0 7 0 0,-1 0 0 0 0,1 0 0 0 0,0 0 0 0 0,0 1-1 0 0,-1-1 1 0 0,1 0 0 0 0,0 0 0 0 0,0 0 0 0 0,0 0-1 0 0,0 1 1 0 0,1 0 0 0 0,-1 1 33 0 0,1 1-1 0 0,0-1 1 0 0,0 0 0 0 0,0 0 0 0 0,0 0-1 0 0,0 0 1 0 0,3 5 0 0 0,1-3 38 0 0,-1 0 0 0 0,1 0 0 0 0,0 0 0 0 0,1-1 1 0 0,-1 0-1 0 0,1 0 0 0 0,0 0 0 0 0,9 4 0 0 0,6 1 256 0 0,27 8 0 0 0,-15-6 48 0 0,-30-10-354 0 0,-1 0 0 0 0,1 0 0 0 0,-1 0 1 0 0,0 0-1 0 0,1 0 0 0 0,-1 0 1 0 0,0 1-1 0 0,0-1 0 0 0,0 1 0 0 0,0-1 1 0 0,0 1-1 0 0,-1 0 0 0 0,1 0 1 0 0,0 0-1 0 0,-1 0 0 0 0,1 0 0 0 0,1 4 1 0 0,-2-3 5 0 0,0 0 1 0 0,-1 0 0 0 0,1 0 0 0 0,-1-1-1 0 0,0 1 1 0 0,0 0 0 0 0,0 0-1 0 0,0 0 1 0 0,0 0 0 0 0,-1 0 0 0 0,1 0-1 0 0,-1 0 1 0 0,0 0 0 0 0,0-1-1 0 0,-1 4 1 0 0,-8 19 231 0 0,1-2 77 0 0,-9 30 0 0 0,17-47-284 0 0,0 0 0 0 0,-1 0 0 0 0,2 0 0 0 0,-1 0 0 0 0,1 0 1 0 0,0 0-1 0 0,0 0 0 0 0,1 0 0 0 0,-1 0 0 0 0,4 9 1 0 0,-3-12-36 0 0,-1-1 1 0 0,1 0 0 0 0,0 0 0 0 0,0 0 0 0 0,0 0-1 0 0,1 0 1 0 0,-1 0 0 0 0,0 0 0 0 0,1 0 0 0 0,0 0-1 0 0,-1 0 1 0 0,1-1 0 0 0,0 1 0 0 0,0-1-1 0 0,0 0 1 0 0,0 1 0 0 0,3 1 0 0 0,-2-2 19 0 0,0 0 0 0 0,0 0 0 0 0,0-1 0 0 0,0 1 0 0 0,0-1 0 0 0,0 1 0 0 0,1-1 0 0 0,-1 0 0 0 0,0 0 0 0 0,0 0 0 0 0,5-1 0 0 0,-1-1-11 0 0,-1 1-1 0 0,0-1 0 0 0,1 0 0 0 0,-1-1 0 0 0,0 1 0 0 0,-1-1 1 0 0,1-1-1 0 0,0 1 0 0 0,-1-1 0 0 0,0 0 0 0 0,9-8 0 0 0,-8 6-145 0 0,-1 0 0 0 0,-1-1-1 0 0,1 0 1 0 0,-1 0 0 0 0,0 0-1 0 0,4-11 1 0 0,11-46-615 0 0,-5 15 135 0 0,-14 50 588 0 0,0-1-1 0 0,0 0 1 0 0,0 0-1 0 0,0 0 1 0 0,0 1-1 0 0,0-1 1 0 0,0 0-1 0 0,0 0 1 0 0,1 0-1 0 0,-1 0 1 0 0,0 1-1 0 0,0-1 1 0 0,0 0-1 0 0,0 0 1 0 0,0 0-1 0 0,1 0 1 0 0,-1 1-1 0 0,0-1 1 0 0,0 0-1 0 0,0 0 0 0 0,1 0 1 0 0,-1 0-1 0 0,0 0 1 0 0,0 0-1 0 0,0 0 1 0 0,1 0-1 0 0,-1 0 1 0 0,0 0-1 0 0,0 0 1 0 0,0 0-1 0 0,1 0 1 0 0,-1 0-1 0 0,0 0 1 0 0,0 0-1 0 0,0 0 1 0 0,1 0-1 0 0,-1 0 1 0 0,0 0-1 0 0,0 0 1 0 0,1 0-1 0 0,-1 0 1 0 0,0 0-1 0 0,0 0 0 0 0,0 0 1 0 0,0 0-1 0 0,1-1 1 0 0,-1 1-1 0 0,0 0 1 0 0,0 0-1 0 0,0 0 1 0 0,0 0-1 0 0,1 0 1 0 0,-1-1-1 0 0,0 1 1 0 0,0 0-1 0 0,0 0 1 0 0,0 0-1 0 0,0-1 1 0 0,0 1-1 0 0,0 0 1 0 0,0 0-1 0 0,0 0 1 0 0,1-1-1 0 0,-1 1 1 0 0,0 0-1 0 0,0 0 1 0 0,0 0-1 0 0,0-1 0 0 0,9 22 61 0 0,-6-13-1 0 0,5 7 131 0 0,0 0 1 0 0,19 26-1 0 0,-22-35-138 0 0,0-1-1 0 0,0 0 0 0 0,0 0 0 0 0,0-1 0 0 0,1 1 1 0 0,-1-1-1 0 0,1 0 0 0 0,0-1 0 0 0,13 6 1 0 0,-15-7-14 0 0,1 0 0 0 0,-1-1 0 0 0,0 0 0 0 0,0 0 0 0 0,0 0 0 0 0,1 0 0 0 0,-1-1 1 0 0,6 1-1 0 0,-8-2-29 0 0,-1 1 1 0 0,0 0 0 0 0,1 0 0 0 0,-1-1 0 0 0,0 1 0 0 0,1-1 0 0 0,-1 1-1 0 0,0-1 1 0 0,0 1 0 0 0,1-1 0 0 0,-1 0 0 0 0,0 0 0 0 0,0 1-1 0 0,0-1 1 0 0,0 0 0 0 0,0 0 0 0 0,0 0 0 0 0,0 0 0 0 0,0 0-1 0 0,-1-1 1 0 0,1 1 0 0 0,0 0 0 0 0,0 0 0 0 0,-1 0 0 0 0,1-1-1 0 0,-1 1 1 0 0,1 0 0 0 0,-1-1 0 0 0,1-2 0 0 0,-1 0-77 0 0,1-1 0 0 0,-1 1 0 0 0,0-1-1 0 0,0 0 1 0 0,0 1 0 0 0,-1-1 0 0 0,0 0 0 0 0,0 1 0 0 0,0-1 0 0 0,0 1 0 0 0,-4-7 0 0 0,-2-7-317 0 0,-17-24 1 0 0,14 24 147 0 0,-15-22-687 0 0,-52-61-1 0 0,62 83 661 0 0,10 7 208 0 0,6 9 46 0 0,1 8 8 0 0,17 33 315 0 0,-14-27-163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12.9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4 608 6553 0 0,'-1'-2'0'0'0,"0"-1"0"0"0,1 1 0 0 0,-1 0 0 0 0,1 0 0 0 0,0-1 0 0 0,-1 1 0 0 0,1-1 0 0 0,0 1 0 0 0,0 0 0 0 0,1-1 0 0 0,-1 1 0 0 0,0 0 0 0 0,1-1 0 0 0,-1 1 0 0 0,3-4 0 0 0,1-6 0 0 0,12-19 0 0 0,-6 11 0 0 0,52-139 0 0 0,14-27 0 0 0,-66 164 0 0 0,22-32 0 0 0,-29 49 0 0 0,1-1 0 0 0,0 1 0 0 0,1 0 0 0 0,-1 0 0 0 0,1 0 0 0 0,0 1 0 0 0,0 0 0 0 0,1 0 0 0 0,-1 0 0 0 0,12-6 0 0 0,-16 10 21 0 0,1-1 0 0 0,-1 0 0 0 0,1 1 0 0 0,-1-1 0 0 0,1 1 0 0 0,-1 0 0 0 0,1-1 0 0 0,-1 1 0 0 0,1 0 0 0 0,-1 0 0 0 0,1 0 0 0 0,0 0 0 0 0,-1 0 0 0 0,1 1 0 0 0,-1-1 0 0 0,1 0 0 0 0,-1 1 0 0 0,1-1 0 0 0,-1 1 0 0 0,3 0 0 0 0,-2 1 20 0 0,-1-1 0 0 0,1 0 0 0 0,0 1-1 0 0,-1 0 1 0 0,0-1 0 0 0,1 1 0 0 0,-1 0-1 0 0,0-1 1 0 0,0 1 0 0 0,0 0 0 0 0,0 0-1 0 0,0 0 1 0 0,1 3 0 0 0,1 5 200 0 0,-1 1 1 0 0,0 0-1 0 0,-1 0 1 0 0,1 17-1 0 0,-2-27-218 0 0,-1 61 964 0 0,0 12-53 0 0,2-65-784 0 0,0 0 0 0 0,1 0 0 0 0,0 0 0 0 0,0 0 0 0 0,0 0 0 0 0,5 8 0 0 0,-4-9-1 0 0,1 0 0 0 0,0-1 0 0 0,1 0 0 0 0,-1 0 0 0 0,1 0 0 0 0,1 0 1 0 0,7 7-1 0 0,-11-12-98 0 0,1 0 1 0 0,-1 0 0 0 0,0 0 0 0 0,1 0 0 0 0,0 0-1 0 0,0-1 1 0 0,-1 0 0 0 0,1 1 0 0 0,0-1-1 0 0,0 0 1 0 0,0 0 0 0 0,0 0 0 0 0,0-1 0 0 0,0 1-1 0 0,0-1 1 0 0,1 0 0 0 0,-1 0 0 0 0,0 0-1 0 0,0 0 1 0 0,0 0 0 0 0,0-1 0 0 0,6-1 0 0 0,-5 1-20 0 0,0-1 1 0 0,0-1 0 0 0,0 1 0 0 0,0-1-1 0 0,0 1 1 0 0,0-1 0 0 0,0 0 0 0 0,-1 0-1 0 0,0-1 1 0 0,0 1 0 0 0,0-1 0 0 0,0 0-1 0 0,3-4 1 0 0,2-6-219 0 0,1 0 0 0 0,7-21 0 0 0,20-72-597 0 0,-5 13 95 0 0,-28 89 597 0 0,-2 6 106 0 0,-1 0 1 0 0,1 0 0 0 0,-1 0-1 0 0,0 0 1 0 0,1 0 0 0 0,-1 0-1 0 0,0 0 1 0 0,0 0 0 0 0,0 0-1 0 0,1 0 1 0 0,-1 2 0 0 0,0 2 46 0 0,0 0 0 0 0,1 0 0 0 0,0 0 0 0 0,0 0 0 0 0,1 0 0 0 0,-1 0 0 0 0,1 0 0 0 0,0 0 0 0 0,1 0 0 0 0,-1-1 0 0 0,6 9 0 0 0,-6-10-24 0 0,0-1-1 0 0,0 1 0 0 0,1-1 0 0 0,-1 1 1 0 0,0-1-1 0 0,1 0 0 0 0,0 0 0 0 0,-1 0 1 0 0,1 0-1 0 0,0 0 0 0 0,0-1 0 0 0,0 1 0 0 0,0-1 1 0 0,0 0-1 0 0,0 0 0 0 0,0 0 0 0 0,1 0 1 0 0,-1 0-1 0 0,5 0 0 0 0,-7-1-28 0 0,-1 0-1 0 0,1 0 1 0 0,-1 0-1 0 0,1 0 1 0 0,0-1 0 0 0,-1 1-1 0 0,1 0 1 0 0,0 0-1 0 0,-1 0 1 0 0,1 0-1 0 0,-1-1 1 0 0,1 1-1 0 0,-1 0 1 0 0,1-1-1 0 0,0 1 1 0 0,-1 0 0 0 0,1-1-1 0 0,-1 1 1 0 0,0-1-1 0 0,1 1 1 0 0,-1-1-1 0 0,1 1 1 0 0,0-2-1 0 0,-1 1 6 0 0,1 0 0 0 0,-1-1 0 0 0,1 1 0 0 0,-1-1 0 0 0,0 1 0 0 0,1-1 0 0 0,-1 1 0 0 0,0 0 0 0 0,0-1 0 0 0,0-1 0 0 0,-1-5-28 0 0,0-1 0 0 0,-1 1 0 0 0,-3-8 0 0 0,3 9-128 0 0,2 5 137 0 0,-3-10-174 0 0,-8-20-1 0 0,10 29 158 0 0,0 0 0 0 0,-1 0-1 0 0,1 0 1 0 0,-1 0 0 0 0,0 0-1 0 0,0 1 1 0 0,0-1 0 0 0,0 1-1 0 0,-1 0 1 0 0,1-1 0 0 0,-1 1-1 0 0,-2-2 1 0 0,4 4 31 0 0,0 0 1 0 0,1-1-1 0 0,-1 1 0 0 0,0 0 0 0 0,0 0 0 0 0,0 0 1 0 0,0 0-1 0 0,1 0 0 0 0,-1 0 0 0 0,0 0 0 0 0,0 0 1 0 0,0 0-1 0 0,0 0 0 0 0,1 0 0 0 0,-1 1 0 0 0,0-1 1 0 0,0 0-1 0 0,0 1 0 0 0,1-1 0 0 0,-1 0 0 0 0,0 1 1 0 0,1-1-1 0 0,-1 1 0 0 0,0-1 0 0 0,1 1 0 0 0,-1-1 1 0 0,0 1-1 0 0,1 0 0 0 0,-1-1 0 0 0,1 1 0 0 0,-1 0 1 0 0,1-1-1 0 0,-1 2 0 0 0,-1 1 57 0 0,0 1-1 0 0,-1 0 1 0 0,2-1 0 0 0,-1 1-1 0 0,-2 6 1 0 0,1 5 105 0 0,0 1-1 0 0,0 0 1 0 0,2 0 0 0 0,0 0 0 0 0,1 0-1 0 0,2 20 1 0 0,20 99 1021 0 0,-16-102-910 0 0,-3-11 5 0 0,2 15 24 0 0,-4-35-289 0 0,-1 1 0 0 0,1-1 0 0 0,0 0 0 0 0,0 0 0 0 0,0 0 0 0 0,0 0 0 0 0,0 0 0 0 0,0 0 0 0 0,0 0 0 0 0,1 0 0 0 0,-1 0 0 0 0,3 2 0 0 0,-3-3-9 0 0,-1-1 0 0 0,1 1 0 0 0,0 0 0 0 0,0-1 0 0 0,1 1 0 0 0,-1-1 0 0 0,0 1 0 0 0,0-1 0 0 0,0 1 0 0 0,0-1 0 0 0,0 0 0 0 0,0 0 0 0 0,1 1 0 0 0,-1-1 0 0 0,0 0 0 0 0,0 0 0 0 0,0 0 0 0 0,1 0 0 0 0,-1 0 0 0 0,2-1 0 0 0,-1 0 18 0 0,1 0 0 0 0,-1 0 0 0 0,0 0 0 0 0,1 0 0 0 0,-1 0 0 0 0,0-1 0 0 0,0 1 0 0 0,0-1 0 0 0,2-2 0 0 0,2-1-45 0 0,-1-1-1 0 0,1 0 1 0 0,-2 0 0 0 0,1-1-1 0 0,4-9 1 0 0,-2 4-144 0 0,-2-1 1 0 0,0 0-1 0 0,0 0 1 0 0,-1-1-1 0 0,-1 1 1 0 0,0-1-1 0 0,-1 0 1 0 0,0 0-1 0 0,-1 0 1 0 0,-1 0-1 0 0,0 0 0 0 0,-1 0 1 0 0,-1 0-1 0 0,0 0 1 0 0,-1 0-1 0 0,0 1 1 0 0,-1-1-1 0 0,0 1 1 0 0,-1 0-1 0 0,-1 0 1 0 0,-12-21-1 0 0,8 18-95 0 0,0 1 0 0 0,-2 0-1 0 0,-12-14 1 0 0,21 26 203 0 0,-1-1 0 0 0,0 1 0 0 0,0 0 0 0 0,0 0 1 0 0,0 0-1 0 0,0 0 0 0 0,-1 0 0 0 0,1 1 0 0 0,-1 0 0 0 0,1 0 0 0 0,-1 0 0 0 0,0 1 0 0 0,0 0 0 0 0,0 0 0 0 0,0 0 0 0 0,-7 0 0 0 0,12 1 51 0 0,-1-1 1 0 0,1 1-1 0 0,-1 0 0 0 0,1 0 0 0 0,0 0 1 0 0,-1 0-1 0 0,1 0 0 0 0,-1 1 1 0 0,1-1-1 0 0,0 0 0 0 0,-1 0 0 0 0,1 0 1 0 0,0 0-1 0 0,-1 0 0 0 0,1 0 0 0 0,-1 1 1 0 0,1-1-1 0 0,0 0 0 0 0,-1 0 1 0 0,1 1-1 0 0,0-1 0 0 0,2 6 78 0 0,-1-5-57 0 0,0 0 0 0 0,0 0 0 0 0,1 1 0 0 0,-1-1 0 0 0,0-1 1 0 0,1 1-1 0 0,-1 0 0 0 0,4 1 0 0 0,28 5 516 0 0,1-1 0 0 0,55 2 0 0 0,18 2 459 0 0,-77-6-774 0 0,27 5 325 0 0,-52-8-487 0 0,0 0 0 0 0,0 1-1 0 0,0 0 1 0 0,0 0 0 0 0,0 0 0 0 0,0 0-1 0 0,9 7 1 0 0,-13-7-38 0 0,1-1-1 0 0,0 1 0 0 0,-1 0 0 0 0,0-1 1 0 0,1 1-1 0 0,-1 0 0 0 0,0 0 0 0 0,0 0 1 0 0,0 0-1 0 0,0 0 0 0 0,0 0 1 0 0,-1 1-1 0 0,1-1 0 0 0,-1 0 0 0 0,1 0 1 0 0,-1 1-1 0 0,0-1 0 0 0,0 0 1 0 0,0 0-1 0 0,0 1 0 0 0,0-1 0 0 0,0 0 1 0 0,-1 0-1 0 0,0 3 0 0 0,-1 6 136 0 0,-2 0 0 0 0,1-1 1 0 0,-9 17-1 0 0,8-19-36 0 0,-4 9 99 0 0,1 0-1 0 0,0 0 1 0 0,1 1 0 0 0,1 0-1 0 0,-4 28 1 0 0,8-41-169 0 0,1 0 0 0 0,0-1 0 0 0,0 1 0 0 0,0 0 0 0 0,0 0 0 0 0,1-1 0 0 0,0 1 0 0 0,0 0 0 0 0,0-1 0 0 0,0 1 0 0 0,1-1 0 0 0,0 1 0 0 0,0-1 0 0 0,0 0-1 0 0,0 0 1 0 0,1 0 0 0 0,-1 0 0 0 0,1 0 0 0 0,0 0 0 0 0,1-1 0 0 0,-1 1 0 0 0,0-1 0 0 0,1 0 0 0 0,0 0 0 0 0,0-1 0 0 0,0 1 0 0 0,4 2 0 0 0,-2-2 17 0 0,0-1-1 0 0,1 1 1 0 0,-1-1-1 0 0,0 0 1 0 0,1-1 0 0 0,-1 0-1 0 0,1 0 1 0 0,-1 0-1 0 0,1-1 1 0 0,-1 0-1 0 0,1 0 1 0 0,7-1-1 0 0,-2-1 58 0 0,0-1-1 0 0,0 0 1 0 0,-1 0-1 0 0,1-1 0 0 0,18-10 1 0 0,-16 5-295 0 0,-14 9 166 0 0,1 0 0 0 0,-1-1 0 0 0,0 1 0 0 0,1 0 0 0 0,-1 0 0 0 0,0-1 0 0 0,1 1 0 0 0,-1 0 0 0 0,0-1 0 0 0,1 1 0 0 0,-1 0 0 0 0,0-1 0 0 0,1 1 0 0 0,-1-1 0 0 0,0 1 0 0 0,0 0 0 0 0,0-1 0 0 0,1 1 0 0 0,-1-1 0 0 0,0 1 0 0 0,0-1 0 0 0,0 1-1 0 0,0-1 1 0 0,0 1 0 0 0,0-1 0 0 0,0 1 0 0 0,0-1 0 0 0,0 1 0 0 0,0-1 0 0 0,-4-1 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23.4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0 6553 0 0,'-5'5'241'0'0,"2"-3"-241"0"0,1-2 0 0 0,0 0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23.9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32 193 6553 0 0,'-22'4'541'0'0,"13"-3"-248"0"0,9-1-290 0 0,0 0 0 0 0,0 0 0 0 0,0 0 0 0 0,0 0-1 0 0,0 0 1 0 0,0 0 0 0 0,0 0 0 0 0,0 0 0 0 0,0 0 0 0 0,0 0 0 0 0,0 0 0 0 0,0 0 0 0 0,0 0 0 0 0,0 0-1 0 0,0 0 1 0 0,0 0 0 0 0,0 0 0 0 0,0 0 0 0 0,0 0 0 0 0,0 0 0 0 0,0-1 0 0 0,0 1 0 0 0,0 0 0 0 0,0 0-1 0 0,0 0 1 0 0,0 0 0 0 0,0 0 0 0 0,0 0 0 0 0,0 0 0 0 0,0 0 0 0 0,0 0 0 0 0,0 0 0 0 0,0 0 0 0 0,0 0-1 0 0,0 0 1 0 0,0 0 0 0 0,0 0 0 0 0,0 0 0 0 0,0 0 0 0 0,0 0 0 0 0,0 0 0 0 0,0-1 0 0 0,0 1 0 0 0,39-11 685 0 0,199-54 2020 0 0,-190 52-2617 0 0,-1-2 0 0 0,0-2 0 0 0,46-24 0 0 0,-72 30-175 0 0,-17 8 57 0 0,1 0-1 0 0,1 0 0 0 0,-1 1 1 0 0,0-1-1 0 0,1 1 0 0 0,-1 0 0 0 0,1 1 1 0 0,11-3-1 0 0,-17 4 37 0 0,0 0-1 0 0,1 0 1 0 0,-1 0 0 0 0,1 0-1 0 0,-1 0 1 0 0,0 0-1 0 0,1 0 1 0 0,-1 0 0 0 0,0 0-1 0 0,1 1 1 0 0,-1-1 0 0 0,1 0-1 0 0,-1 0 1 0 0,0 0-1 0 0,1 0 1 0 0,-1 0 0 0 0,0 1-1 0 0,0-1 1 0 0,1 0-1 0 0,-1 0 1 0 0,0 0 0 0 0,1 1-1 0 0,-1-1 1 0 0,0 0 0 0 0,0 1-1 0 0,1-1 1 0 0,-1 0-1 0 0,0 0 1 0 0,0 1 0 0 0,0-1-1 0 0,0 0 1 0 0,1 1 0 0 0,-1 0 2 0 0,0 0 1 0 0,0 0 0 0 0,0 0-1 0 0,0 0 1 0 0,-1 0 0 0 0,1 0-1 0 0,0 0 1 0 0,0 0 0 0 0,-1 0-1 0 0,1 0 1 0 0,-1 2-1 0 0,-16 22 371 0 0,1-8 47 0 0,-1-1-1 0 0,-30 25 1 0 0,11-12-41 0 0,23-18-173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24.2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0 240 6553 0 0,'3'-1'46'0'0,"-1"0"0"0"0,0 0 0 0 0,1 0 0 0 0,-1 0 0 0 0,0 0 0 0 0,0 0 0 0 0,0-1-1 0 0,3-1 1 0 0,9-6 119 0 0,114-50-14 0 0,76-41 528 0 0,-117 55-629 0 0,-80 42-89 0 0,-5 1 62 0 0,0 1 1 0 0,0-1-1 0 0,1 1 0 0 0,-1 0 0 0 0,1 0 0 0 0,-1 0 1 0 0,1 0-1 0 0,-1 1 0 0 0,1-1 0 0 0,-1 1 0 0 0,4-1 1 0 0,-5 1-13 0 0,-1 1 1 0 0,0-1-1 0 0,1 0 1 0 0,-1 1-1 0 0,0-1 1 0 0,1 0 0 0 0,-1 1-1 0 0,0-1 1 0 0,0 0-1 0 0,1 1 1 0 0,-1-1-1 0 0,0 1 1 0 0,0-1-1 0 0,0 0 1 0 0,1 1 0 0 0,-1-1-1 0 0,0 1 1 0 0,0-1-1 0 0,0 0 1 0 0,0 1-1 0 0,0-1 1 0 0,0 1 0 0 0,0-1-1 0 0,0 1 1 0 0,0-1-1 0 0,0 1 1 0 0,0-1-1 0 0,0 0 1 0 0,-1 1 0 0 0,1-1-1 0 0,0 1 1 0 0,-6 18 358 0 0,5-16-356 0 0,-2 8 134 0 0,3 2-111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36.3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81 6553 0 0,'-1'-4'480'0'0,"7"5"-188"0"0,19 6 16 0 0,12 2 318 0 0,-19-6-272 0 0,0-2-1 0 0,1 0 1 0 0,-1-1-1 0 0,22-4 1 0 0,74-14 1170 0 0,-80 11-1103 0 0,89-22-1051 0 0,-87 18 688 0 0,0 2 0 0 0,0 2 0 0 0,1 1 0 0 0,39-1 0 0 0,-76 7-46 0 0,1 0 0 0 0,0 0-1 0 0,0-1 1 0 0,-1 1-1 0 0,1 0 1 0 0,0 1 0 0 0,0-1-1 0 0,-1 0 1 0 0,1 0 0 0 0,0 0-1 0 0,-1 0 1 0 0,1 1 0 0 0,0-1-1 0 0,0 0 1 0 0,-1 0-1 0 0,1 1 1 0 0,0-1 0 0 0,-1 1-1 0 0,1-1 1 0 0,-1 1 0 0 0,2 0-1 0 0,-2 0 0 0 0,0-1 1 0 0,0 1-1 0 0,0-1 0 0 0,0 1 0 0 0,0-1 0 0 0,0 1 0 0 0,0-1 0 0 0,0 1 1 0 0,0 0-1 0 0,0-1 0 0 0,0 1 0 0 0,0-1 0 0 0,-1 1 0 0 0,1-1 0 0 0,0 1 1 0 0,0-1-1 0 0,-1 1 0 0 0,1-1 0 0 0,0 1 0 0 0,-1-1 0 0 0,0 1 0 0 0,-2 4 74 0 0,-1-1 0 0 0,-1 0 0 0 0,1 0 0 0 0,-5 3-1 0 0,-14 9 391 0 0,-1-2 0 0 0,-1 0 0 0 0,-38 15 0 0 0,-83 22 1271 0 0,116-42-1279 0 0,-1-1 0 0 0,0-2 0 0 0,0-1 0 0 0,-1-1 0 0 0,-59-1-1 0 0,81-3-300 0 0,1-2 0 0 0,-1 1 0 0 0,1-1 0 0 0,-11-4 0 0 0,30 2 125 0 0,7 1-120 0 0,75-6 392 0 0,128-30 0 0 0,-177 29-1164 0 0,-19 3 443 0 0,1 1 0 0 0,0 2 0 0 0,1 0 0 0 0,39 0-1 0 0,-63 4 170 0 0,1 0-1 0 0,-1 0 1 0 0,1 0-1 0 0,-1 0 0 0 0,1 1 1 0 0,-1-1-1 0 0,1 1 0 0 0,-1-1 1 0 0,0 1-1 0 0,1 0 1 0 0,-1 0-1 0 0,0 0 0 0 0,1 1 1 0 0,-1-1-1 0 0,2 2 0 0 0,2 7-10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53.7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89 173 6553 0 0,'-2'-1'7'0'0,"-8"-3"232"0"0,1 1 0 0 0,-1 1 1 0 0,0-1-1 0 0,0 2 0 0 0,-12-2 0 0 0,22 3-233 0 0,-1 0 0 0 0,1 0-1 0 0,-1 0 1 0 0,1 0 0 0 0,-1 0 0 0 0,1 0 0 0 0,-1 0-1 0 0,1 0 1 0 0,-1 0 0 0 0,1 0 0 0 0,-1 0-1 0 0,1 0 1 0 0,-1 0 0 0 0,0 1 0 0 0,1-1 0 0 0,-1 0-1 0 0,1 0 1 0 0,0 1 0 0 0,-1-1 0 0 0,1 0 0 0 0,-1 0-1 0 0,1 1 1 0 0,-1-1 0 0 0,1 1 0 0 0,0-1-1 0 0,-1 0 1 0 0,1 1 0 0 0,0-1 0 0 0,-1 1 0 0 0,1-1-1 0 0,0 1 1 0 0,0-1 0 0 0,-1 1 0 0 0,1-1-1 0 0,0 1 1 0 0,0-1 0 0 0,0 1 0 0 0,0-1 0 0 0,0 1-1 0 0,0-1 1 0 0,0 1 0 0 0,0-1 0 0 0,0 1-1 0 0,0-1 1 0 0,0 1 0 0 0,0 0 0 0 0,0-1 0 0 0,0 1-1 0 0,0-1 1 0 0,1 1 0 0 0,-1-1 0 0 0,0 1-1 0 0,0-1 1 0 0,1 1 0 0 0,-1-1 0 0 0,1 1 0 0 0,0 2 41 0 0,1-1 0 0 0,-1 1 1 0 0,1-1-1 0 0,0 1 1 0 0,-1-1-1 0 0,1 0 1 0 0,0 0-1 0 0,1 0 1 0 0,2 3-1 0 0,-1-3 52 0 0,1 0 0 0 0,0 0 0 0 0,-1-1 0 0 0,1 1 0 0 0,0-1 0 0 0,0 0 0 0 0,0 0 0 0 0,0 0 0 0 0,0-1 0 0 0,0 0 0 0 0,0 0 1 0 0,10-1-1 0 0,5-3 400 0 0,38-10 1 0 0,-32 7 275 0 0,23-5-795 0 0,133-28-856 0 0,-15 22 2336 0 0,-80 11 59 0 0,115-26 0 0 0,-179 27-1876 0 0,36-14 0 0 0,-50 16 278 0 0,0 0-1 0 0,0-1 1 0 0,-1 0-1 0 0,0 0 1 0 0,0 0 0 0 0,13-12-1 0 0,-21 17 77 0 0,0 0 0 0 0,1 0-1 0 0,-1-1 1 0 0,0 1 0 0 0,0 0 0 0 0,0 0-1 0 0,1 0 1 0 0,-1 0 0 0 0,0-1-1 0 0,0 1 1 0 0,0 0 0 0 0,0 0 0 0 0,1-1-1 0 0,-1 1 1 0 0,0 0 0 0 0,0 0-1 0 0,0 0 1 0 0,0-1 0 0 0,0 1 0 0 0,0 0-1 0 0,0 0 1 0 0,0-1 0 0 0,0 1-1 0 0,0 0 1 0 0,0-1 0 0 0,0 1 0 0 0,0 0-1 0 0,0 0 1 0 0,0-1 0 0 0,-7 1 50 0 0,-11 5 213 0 0,8 2-87 0 0,0 0 1 0 0,1 1-1 0 0,-1 0 1 0 0,1 0-1 0 0,-12 16 1 0 0,0 1-90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5:57.4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0 334 6553 0 0,'0'0'2'0'0,"1"0"0"0"0,-1 0 0 0 0,0 0 0 0 0,0 0 0 0 0,0 0-1 0 0,1 0 1 0 0,-1 0 0 0 0,0 0 0 0 0,0 0 0 0 0,0 0-1 0 0,1 0 1 0 0,-1-1 0 0 0,0 1 0 0 0,0 0 0 0 0,0 0 0 0 0,0 0-1 0 0,1 0 1 0 0,-1 0 0 0 0,0-1 0 0 0,0 1 0 0 0,0 0-1 0 0,0 0 1 0 0,0 0 0 0 0,0-1 0 0 0,1 1 0 0 0,-1 0 0 0 0,0 0-1 0 0,0 0 1 0 0,0-1 0 0 0,0 1 0 0 0,0 0 0 0 0,0 0-1 0 0,0-1 1 0 0,0 1 0 0 0,0 0 0 0 0,0 0 0 0 0,0 0 0 0 0,0-1-1 0 0,0 1 1 0 0,0 0 0 0 0,0 0 0 0 0,0-1 0 0 0,0 1-1 0 0,-1 0 1 0 0,1 0 0 0 0,0 0 0 0 0,0-1 0 0 0,0 1 0 0 0,0 0-1 0 0,0 0 1 0 0,0 0 0 0 0,-1 0 0 0 0,1-1 0 0 0,0 1 0 0 0,0 0-1 0 0,0 0 1 0 0,0 0 0 0 0,-1 0 0 0 0,1 0 0 0 0,0 0-1 0 0,0-1 1 0 0,0 1 0 0 0,-1 0 0 0 0,1 0 0 0 0,0 0 0 0 0,9-1 159 0 0,3 1 89 0 0,0-2 0 0 0,-1 0 0 0 0,1 0 0 0 0,12-4 0 0 0,56-30 901 0 0,-42 18-1033 0 0,49-15 1 0 0,-82 31-8 0 0,1 1-1 0 0,-1-1 1 0 0,1 1 0 0 0,11 0 0 0 0,-15 1-85 0 0,0 0-1 0 0,0 0 0 0 0,0 0 0 0 0,0 1 0 0 0,-1-1 1 0 0,1 0-1 0 0,0 1 0 0 0,0-1 0 0 0,-1 1 0 0 0,1 0 1 0 0,0-1-1 0 0,-1 1 0 0 0,1 0 0 0 0,0 0 1 0 0,-1 0-1 0 0,1 1 0 0 0,-1-1 0 0 0,0 0 0 0 0,2 2 1 0 0,2 12 175 0 0,-5-14-191 0 0,0 0-1 0 0,1-1 0 0 0,-1 1 0 0 0,0-1 0 0 0,0 1 0 0 0,0 0 1 0 0,0-1-1 0 0,0 1 0 0 0,0-1 0 0 0,0 1 0 0 0,0 0 0 0 0,-1-1 1 0 0,1 1-1 0 0,0-1 0 0 0,0 1 0 0 0,0 0 0 0 0,-1-1 1 0 0,1 1-1 0 0,0-1 0 0 0,-1 1 0 0 0,0 0 0 0 0,0-2 23 0 0,0 0-1 0 0,0 1 1 0 0,0-1-1 0 0,0 0 1 0 0,0 0-1 0 0,0 0 1 0 0,0 0-1 0 0,0 0 1 0 0,0-1-1 0 0,0 1 1 0 0,0 0-1 0 0,1 0 1 0 0,-2-2-1 0 0,-1-3 134 0 0,-26-22 282 0 0,21 21-520 0 0,0 0-1 0 0,1-1 0 0 0,-10-13 0 0 0,-5-7-68 0 0,17 22 87 0 0,-1-1-1 0 0,1 0 1 0 0,1 0 0 0 0,-1 0 0 0 0,-6-16 0 0 0,11 23 55 0 0,0-1 0 0 0,0 1 0 0 0,0-1 0 0 0,0 1 0 0 0,0 0 1 0 0,0-1-1 0 0,0 1 0 0 0,1 0 0 0 0,-1-1 0 0 0,0 1 0 0 0,0 0 0 0 0,0-1 1 0 0,0 1-1 0 0,0 0 0 0 0,1-1 0 0 0,-1 1 0 0 0,0 0 0 0 0,0-1 0 0 0,1 1 0 0 0,-1 0 1 0 0,0 0-1 0 0,1-1 0 0 0,-1 1 0 0 0,0 0 0 0 0,0 0 0 0 0,1 0 0 0 0,-1-1 1 0 0,0 1-1 0 0,1 0 0 0 0,-1 0 0 0 0,1 0 0 0 0,-1 0 0 0 0,0 0 0 0 0,1 0 0 0 0,18-5 26 0 0,-10 3 8 0 0,64-30 1040 0 0,-19 8-784 0 0,-45 21-184 0 0,-1 1 0 0 0,1 0 0 0 0,0 1 1 0 0,-1 0-1 0 0,1 0 0 0 0,0 0 0 0 0,0 1 1 0 0,0 1-1 0 0,11 1 0 0 0,-17-2-72 0 0,0 1 0 0 0,0-1 1 0 0,1 1-1 0 0,-1 0 0 0 0,0 0 0 0 0,0 0 0 0 0,0 0 0 0 0,0 1 0 0 0,-1-1 0 0 0,1 1 0 0 0,0 0 1 0 0,0 0-1 0 0,-1 0 0 0 0,1 0 0 0 0,-1 0 0 0 0,0 0 0 0 0,0 1 0 0 0,0-1 0 0 0,0 1 0 0 0,0 0 0 0 0,0-1 1 0 0,-1 1-1 0 0,3 4 0 0 0,-2-1 47 0 0,-1 0 0 0 0,1 0 0 0 0,-1 0 0 0 0,0 1 0 0 0,0-1 0 0 0,-1 0 1 0 0,0 0-1 0 0,0 0 0 0 0,0 1 0 0 0,-1-1 0 0 0,-1 7 0 0 0,-1 0 92 0 0,-1 0 0 0 0,0-1 0 0 0,-1 0 0 0 0,0 0 0 0 0,-1 0-1 0 0,-12 17 1 0 0,-50 62 931 0 0,63-85-1036 0 0,-13 14 450 0 0,-29 25 0 0 0,34-34-324 0 0,1 0 0 0 0,0 1 0 0 0,1 0 0 0 0,0 1 0 0 0,0 1 0 0 0,2-1-1 0 0,-12 21 1 0 0,0 16 392 0 0,5-24-399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02.8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2 238 6553 0 0,'0'-1'0'0'0,"-1"-1"0"0"0,1 1 0 0 0,0 0 0 0 0,-1-1 0 0 0,1 1 0 0 0,0-1 0 0 0,0 1 0 0 0,0-1 0 0 0,0 1 0 0 0,0 0 0 0 0,0-1 0 0 0,1 1 0 0 0,-1-1 0 0 0,0 1 0 0 0,1-1 0 0 0,-1 1 0 0 0,1 0 0 0 0,0-1 0 0 0,-1 1 0 0 0,1 0 0 0 0,0 0 0 0 0,0 0 0 0 0,0-1 0 0 0,0 1 0 0 0,0 0 0 0 0,0 0 0 0 0,2-1 0 0 0,0-1 0 0 0,0 0 0 0 0,0 1 0 0 0,1-1 0 0 0,-1 1 0 0 0,1 0 0 0 0,0 0 0 0 0,0 0 0 0 0,5-2 0 0 0,4 1 182 0 0,0 2-1 0 0,0-1 0 0 0,0 1 1 0 0,0 1-1 0 0,25 3 0 0 0,10-1 633 0 0,1-3 631 0 0,95-16-1 0 0,46-24-1059 0 0,-158 33-710 0 0,218-69-864 0 0,-210 63 1025 0 0,5 1-120 0 0,-40 12 305 0 0,0 0-1 0 0,-1 0 1 0 0,1 1 0 0 0,0-1-1 0 0,0 1 1 0 0,0 1-1 0 0,8 0 1 0 0,-13-1-9 0 0,1 0 1 0 0,0 1-1 0 0,-1-1 0 0 0,1 0 1 0 0,0 0-1 0 0,-1 0 1 0 0,1 1-1 0 0,-1-1 0 0 0,1 0 1 0 0,0 1-1 0 0,-1-1 1 0 0,1 0-1 0 0,-1 1 0 0 0,1-1 1 0 0,-1 1-1 0 0,1-1 0 0 0,-1 1 1 0 0,0-1-1 0 0,1 1 1 0 0,-1-1-1 0 0,1 1 0 0 0,-1-1 1 0 0,0 1-1 0 0,0 0 1 0 0,1-1-1 0 0,-1 1 0 0 0,0 0 1 0 0,0-1-1 0 0,0 1 0 0 0,0 0 1 0 0,1-1-1 0 0,-1 1 1 0 0,0 0-1 0 0,0-1 0 0 0,0 1 1 0 0,-1 0-1 0 0,1-1 1 0 0,0 1-1 0 0,0 0 0 0 0,0-1 1 0 0,0 1-1 0 0,-1-1 0 0 0,1 1 1 0 0,0 0-1 0 0,0-1 1 0 0,-1 1-1 0 0,1-1 0 0 0,-1 1 1 0 0,1-1-1 0 0,0 1 1 0 0,-2 0-1 0 0,-4 7-12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03.1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72 280 6553 0 0,'-13'4'362'0'0,"10"-2"-304"0"0,-1-1 0 0 0,0 0 0 0 0,0 0 0 0 0,0 0 0 0 0,0 0 0 0 0,0-1 0 0 0,0 1 0 0 0,0-1 0 0 0,0 0 0 0 0,0 0 0 0 0,-6-1 0 0 0,10 1-45 0 0,0 0-1 0 0,0 0 1 0 0,-1-1-1 0 0,1 1 1 0 0,0 0-1 0 0,-1 0 1 0 0,1 0-1 0 0,0 0 0 0 0,0 0 1 0 0,0 0-1 0 0,-1-1 1 0 0,1 1-1 0 0,0 0 1 0 0,0 0-1 0 0,-1 0 1 0 0,1-1-1 0 0,0 1 1 0 0,0 0-1 0 0,0 0 1 0 0,0 0-1 0 0,0-1 0 0 0,-1 1 1 0 0,1 0-1 0 0,0 0 1 0 0,0-1-1 0 0,0 1 1 0 0,0 0-1 0 0,0 0 1 0 0,0-1-1 0 0,0 1 1 0 0,0 0-1 0 0,0-1 1 0 0,0 1-1 0 0,0 0 0 0 0,0 0 1 0 0,0-1-1 0 0,8-9 88 0 0,15-3 327 0 0,28-3-535 0 0,61-12 0 0 0,-25 7-42 0 0,425-142-812 0 0,-495 156 974 0 0,0 1 1 0 0,1 1-1 0 0,0 0 1 0 0,34-4-1 0 0,-40 9 182 0 0,-3 3-155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1.0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52 6553 0 0,'4'0'85'0'0,"0"-1"-1"0"0,0 0 0 0 0,-1 0 0 0 0,8-2 1 0 0,5-2 154 0 0,49-13 432 0 0,-44 12-351 0 0,29-7 0 0 0,-34 10-283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06.6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1 6553 0 0,'-2'1'53'0'0,"0"1"0"0"0,1 1 1 0 0,0-1-1 0 0,-1 0 0 0 0,1 0 0 0 0,0 0 0 0 0,0 1 0 0 0,0-1 0 0 0,-1 5 0 0 0,2-6-44 0 0,0-1 1 0 0,0 1 0 0 0,0-1-1 0 0,0 1 1 0 0,0-1 0 0 0,-1 1-1 0 0,1-1 1 0 0,0 1 0 0 0,1-1-1 0 0,-1 1 1 0 0,0-1-1 0 0,0 1 1 0 0,0-1 0 0 0,0 1-1 0 0,0-1 1 0 0,0 1 0 0 0,1-1-1 0 0,-1 1 1 0 0,0-1 0 0 0,0 1-1 0 0,1-1 1 0 0,-1 0 0 0 0,0 1-1 0 0,0-1 1 0 0,1 1-1 0 0,-1-1 1 0 0,1 0 0 0 0,-1 1-1 0 0,0-1 1 0 0,1 0 0 0 0,-1 1-1 0 0,1-1 1 0 0,-1 0 0 0 0,1 0-1 0 0,-1 0 1 0 0,1 1 0 0 0,-1-1-1 0 0,1 0 1 0 0,-1 0-1 0 0,1 0 1 0 0,-1 0 0 0 0,1 0-1 0 0,-1 0 1 0 0,1 0 0 0 0,-1 0-1 0 0,1 0 1 0 0,-1 0 0 0 0,1 0-1 0 0,-1 0 1 0 0,1 0 0 0 0,-1 0-1 0 0,1-1 1 0 0,-1 1-1 0 0,1 0 1 0 0,4-1-10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07.1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98 6553 0 0,'-1'0'20'0'0,"0"0"-1"0"0,0 0 1 0 0,0-1-1 0 0,0 1 0 0 0,0 0 1 0 0,0-1-1 0 0,0 1 1 0 0,0-1-1 0 0,0 0 1 0 0,0 1-1 0 0,1-1 0 0 0,-1 1 1 0 0,-1-3-1 0 0,-1 1 590 0 0,8 4-535 0 0,0 0-1 0 0,0-1 1 0 0,0 0-1 0 0,0 0 1 0 0,0 0-1 0 0,0-1 0 0 0,1 0 1 0 0,-1 0-1 0 0,0 0 1 0 0,0 0-1 0 0,9-3 1 0 0,33-10 555 0 0,48-21 0 0 0,18-6-341 0 0,-108 39-176 0 0,1 0 0 0 0,-1 0 0 0 0,0 0 0 0 0,6 0 0 0 0,-10 1-102 0 0,0 0 0 0 0,-1 0-1 0 0,1 0 1 0 0,-1-1 0 0 0,1 1 0 0 0,0 0 0 0 0,-1 0 0 0 0,1 1 0 0 0,0-1 0 0 0,-1 0 0 0 0,1 0 0 0 0,0 0 0 0 0,-1 0 0 0 0,1 0 0 0 0,-1 1 0 0 0,1-1 0 0 0,-1 0 0 0 0,1 1 0 0 0,0-1 0 0 0,-1 0 0 0 0,1 1 0 0 0,-1-1 0 0 0,1 1 0 0 0,-1-1 0 0 0,0 1-1 0 0,1-1 1 0 0,-1 1 0 0 0,1-1 0 0 0,-1 1 0 0 0,0-1 0 0 0,0 1 0 0 0,1-1 0 0 0,-1 1 0 0 0,0-1 0 0 0,0 1 0 0 0,1 0 0 0 0,-1-1 0 0 0,0 1 0 0 0,0 0 0 0 0,0-1 0 0 0,0 1 0 0 0,0-1 0 0 0,0 1 0 0 0,0 0 0 0 0,0-1 0 0 0,0 1 0 0 0,-1 0-1 0 0,1 0 1 0 0,-4 6-10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07.3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47 103 6553 0 0,'-9'-2'160'0'0,"-1"1"-1"0"0,-18 0 0 0 0,28 1-156 0 0,13 0 331 0 0,-1-1 0 0 0,0-1 1 0 0,0 0-1 0 0,13-4 0 0 0,51-19 860 0 0,-2 0-1155 0 0,-35 14-111 0 0,1 2 0 0 0,-1 2 0 0 0,44-3 0 0 0,-61 10 442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1.8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1 0 6553 0 0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2.8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1111 0 6553 0 0,'-10'1'254'0'0,"-1"0"-1"0"0,0 0 1 0 0,-16 5-1 0 0,5-1 112 0 0,-36 6 554 0 0,-237 51 3757 0 0,70-9-1059 0 0,-3-21-226 0 0,171-28-2673 0 0,-82 4 1357 0 0,136-8-2045 0 0,2 0-7 0 0,-1 0 0 0 0,0 0-1 0 0,1 0 1 0 0,-1 0 0 0 0,0 0 0 0 0,0-1-1 0 0,1 1 1 0 0,-1-1 0 0 0,0 1 0 0 0,-2-2 0 0 0,1-1-23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3.1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204 7 6553 0 0,'-1'-1'24'0'0,"0"0"0"0"0,-1 0 0 0 0,1 1-1 0 0,-1-1 1 0 0,1 0 0 0 0,-1 1 0 0 0,1 0-1 0 0,-1-1 1 0 0,1 1 0 0 0,-1 0 0 0 0,0 0-1 0 0,1-1 1 0 0,-1 1 0 0 0,1 1 0 0 0,-1-1-1 0 0,0 0 1 0 0,-2 1 0 0 0,-1 0 69 0 0,1 1-1 0 0,0 0 1 0 0,0 0 0 0 0,0 1 0 0 0,-3 2 0 0 0,-1 0 30 0 0,-5 4 142 0 0,1 0 1 0 0,0 1 0 0 0,0 0-1 0 0,1 1 1 0 0,1 0-1 0 0,0 1 1 0 0,0 0 0 0 0,2 0-1 0 0,-1 1 1 0 0,1 0-1 0 0,-9 23 1 0 0,16-33-227 0 0,0-1 1 0 0,0 0-1 0 0,0 1 0 0 0,1-1 1 0 0,-1 0-1 0 0,1 1 1 0 0,0-1-1 0 0,0 1 0 0 0,0-1 1 0 0,0 1-1 0 0,0-1 1 0 0,0 1-1 0 0,1-1 0 0 0,-1 0 1 0 0,1 1-1 0 0,-1-1 0 0 0,2 3 1 0 0,0-2 20 0 0,0 0 1 0 0,0 0-1 0 0,0 0 1 0 0,0-1-1 0 0,0 1 0 0 0,0-1 1 0 0,1 1-1 0 0,-1-1 1 0 0,1 0-1 0 0,0 0 1 0 0,3 2-1 0 0,6 2 189 0 0,-1-1-1 0 0,1 0 1 0 0,0-1-1 0 0,1 0 1 0 0,17 3-1 0 0,20 1 1189 0 0,99 4-1 0 0,-120-11-1035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23.6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1 241 6553 0 0,'0'-1'1'0'0,"1"0"0"0"0,0 1 0 0 0,0-1 0 0 0,0 0 0 0 0,0 0 0 0 0,0 1 0 0 0,1-1-1 0 0,-1 1 1 0 0,0-1 0 0 0,0 1 0 0 0,0-1 0 0 0,0 1 0 0 0,1 0 0 0 0,0-1 0 0 0,3 0 65 0 0,8-4 102 0 0,1 1-1 0 0,0 1 0 0 0,0 0 0 0 0,0 1 0 0 0,22 0 1 0 0,75 5 1497 0 0,-72-1-1041 0 0,206 5 2900 0 0,62 4 1283 0 0,-186-7-1820 0 0,174-14 1 0 0,367-33-3942 0 0,-612 41 1093 0 0,406 3 435 0 0,-53 4-118 0 0,-111-27-817 0 0,-2-24-3555 0 0,59-30-1543 0 0,-343 75 5415 0 0,186-42-2589 0 0,-189 42 2657 0 0,0 1 0 0 0,0-1 0 0 0,-1 1 0 0 0,1 0 0 0 0,0 0 0 0 0,4 1 0 0 0,-1 1 115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30.5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27 6553 0 0,'-5'-5'22'0'0,"3"3"5"0"0,0 0 0 0 0,0 0 0 0 0,1 0 0 0 0,-1 0 0 0 0,0 0 0 0 0,1 0 0 0 0,-2-4-1 0 0,1 4-26 0 0,1 2 0 0 0,1 2 40 0 0,0 1 158 0 0,1 22 78 0 0,1-16-78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32.2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 26 6553 0 0,'-1'-1'0'0'0,"-2"-2"0"0"0,0 0 0 0 0,1 0 0 0 0,-1 1 0 0 0,1-2 0 0 0,-3-4 0 0 0,5 8 0 0 0,0 0 0 0 0,0-1-1 0 0,0 1 1 0 0,-1 0 0 0 0,1 0-1 0 0,0 0 1 0 0,0 0 0 0 0,0 0-1 0 0,0 0 1 0 0,0 0 0 0 0,0 0-1 0 0,0 0 1 0 0,0 0-1 0 0,0 0 1 0 0,0 0 0 0 0,0 0-1 0 0,0-1 1 0 0,0 1 0 0 0,0 0-1 0 0,0 0 1 0 0,-1 0 0 0 0,1 0-1 0 0,0 0 1 0 0,0 0 0 0 0,0 0-1 0 0,0 0 1 0 0,0 0 0 0 0,0 0-1 0 0,0 0 1 0 0,0 0 0 0 0,0 0-1 0 0,0 0 1 0 0,0 0-1 0 0,-1 0 1 0 0,1 0 0 0 0,0 0-1 0 0,0 0 1 0 0,0 0 0 0 0,0 0-1 0 0,0 0 1 0 0,0 0 0 0 0,0 0-1 0 0,0 0 1 0 0,0 0 0 0 0,0 1-1 0 0,0-1 1 0 0,-1 0 0 0 0,1 0-1 0 0,0 0 1 0 0,-3 5 80 0 0,-2 6 138 0 0,-1 6 22 0 0,5-12-40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5.9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150 128 6553 0 0,'7'-14'0'0'0,"-1"1"0"0"0,-1-1 0 0 0,0 0 0 0 0,0 0 0 0 0,-2-1 0 0 0,3-15 0 0 0,-6 29-1 0 0,0 1 0 0 0,0-1 0 0 0,1 1 0 0 0,-1-1 0 0 0,0 1 0 0 0,0-1 0 0 0,0 1-1 0 0,0-1 1 0 0,0 0 0 0 0,0 1 0 0 0,0-1 0 0 0,0 1 0 0 0,-1-1 0 0 0,1 1 0 0 0,0-1-1 0 0,0 1 1 0 0,0-1 0 0 0,-1 1 0 0 0,1-1 0 0 0,0 1 0 0 0,0-1 0 0 0,-1 1 0 0 0,1-1 0 0 0,-1 0-1 0 0,0 1 15 0 0,1 0 0 0 0,-1 0 0 0 0,1 0 0 0 0,-1 0 0 0 0,0 0 0 0 0,1 0 0 0 0,-1 1 0 0 0,1-1 0 0 0,-1 0 0 0 0,1 0 0 0 0,-1 0-1 0 0,1 1 1 0 0,-1-1 0 0 0,1 0 0 0 0,-1 1 0 0 0,1-1 0 0 0,-1 0 0 0 0,1 1 0 0 0,-1 0 0 0 0,-22 25 595 0 0,21-24-579 0 0,-15 21 457 0 0,1 0 0 0 0,1 1 1 0 0,1 1-1 0 0,1 1 1 0 0,1 0-1 0 0,1 0 1 0 0,2 1-1 0 0,0 1 0 0 0,-6 39 1 0 0,8-28 321 0 0,2-1 1 0 0,0 40 0 0 0,5-57-433 0 0,1-1 0 0 0,1 1-1 0 0,1-1 1 0 0,0 0 0 0 0,10 31 0 0 0,-11-45-278 0 0,0 0 0 0 0,1 0-1 0 0,-1 0 1 0 0,1-1 0 0 0,0 1 0 0 0,0-1-1 0 0,1 0 1 0 0,0 0 0 0 0,0 0-1 0 0,0-1 1 0 0,0 1 0 0 0,1-1 0 0 0,0 0-1 0 0,0 0 1 0 0,9 5 0 0 0,1-2 225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6.3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9 328 6553 0 0,'0'0'59'0'0,"-6"-7"32"0"0,4 10 120 0 0,3 9 269 0 0,0 1-256 0 0,2 0-1 0 0,0 0 0 0 0,1 0 0 0 0,0 0 0 0 0,1 0 0 0 0,8 16 0 0 0,-11-26-135 0 0,0 1 0 0 0,1-1 0 0 0,-1 0 0 0 0,1 1 0 0 0,0-1 0 0 0,-1-1 0 0 0,1 1 0 0 0,1 0 0 0 0,-1-1 0 0 0,0 1 0 0 0,6 2-1 0 0,-6-4-26 0 0,0 0 0 0 0,1 0 0 0 0,-1 0 0 0 0,0 0 0 0 0,1-1 0 0 0,-1 1 0 0 0,0-1 0 0 0,1 0 0 0 0,-1 0-1 0 0,0 0 1 0 0,1 0 0 0 0,-1-1 0 0 0,0 1 0 0 0,1-1 0 0 0,-1 0 0 0 0,4-2 0 0 0,7-2-84 0 0,-1-2-1 0 0,1 0 1 0 0,-1 0 0 0 0,-1-1 0 0 0,0-1 0 0 0,0 0-1 0 0,0 0 1 0 0,-1-1 0 0 0,-1-1 0 0 0,0 0 0 0 0,0 0 0 0 0,-1-1-1 0 0,0 0 1 0 0,-1-1 0 0 0,-1 0 0 0 0,0 0 0 0 0,0-1-1 0 0,-2 1 1 0 0,0-2 0 0 0,5-17 0 0 0,-9 23-25 0 0,1-1 0 0 0,-2 1 0 0 0,1-1-1 0 0,-1 1 1 0 0,-1-1 0 0 0,0 0 0 0 0,0 1 0 0 0,-1 0 0 0 0,0-1 0 0 0,0 1 0 0 0,-1 0 0 0 0,-4-9 0 0 0,3 10 9 0 0,1 1 1 0 0,-1-1 0 0 0,-1 1 0 0 0,1 0 0 0 0,-1 0-1 0 0,-1 1 1 0 0,1 0 0 0 0,-1-1 0 0 0,0 2-1 0 0,-1-1 1 0 0,1 1 0 0 0,-1 0 0 0 0,-13-7 0 0 0,15 10 89 0 0,1 0 0 0 0,-1 0 0 0 0,1 0 1 0 0,-1 1-1 0 0,0 0 0 0 0,0 0 1 0 0,1 1-1 0 0,-1-1 0 0 0,0 1 1 0 0,0 0-1 0 0,0 0 0 0 0,0 0 0 0 0,0 1 1 0 0,1 0-1 0 0,-1 0 0 0 0,0 0 1 0 0,1 0-1 0 0,-1 1 0 0 0,1 0 0 0 0,-1 0 1 0 0,1 0-1 0 0,0 1 0 0 0,-1-1 1 0 0,-6 7-1 0 0,3-3 102 0 0,1 1 0 0 0,0 0-1 0 0,0 1 1 0 0,0-1 0 0 0,1 2 0 0 0,0-1-1 0 0,1 0 1 0 0,0 1 0 0 0,0 0 0 0 0,1 0 0 0 0,-4 11-1 0 0,6-11-42 0 0,-1 0 0 0 0,1 0-1 0 0,0 1 1 0 0,1-1-1 0 0,0 1 1 0 0,0-1-1 0 0,1 1 1 0 0,0-1-1 0 0,1 1 1 0 0,2 10-1 0 0,2 0 272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6.6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0 6553 0 0,'2'3'58'0'0,"0"-1"0"0"0,0 1 0 0 0,-1-1 0 0 0,1 1-1 0 0,-1 0 1 0 0,0 0 0 0 0,0 0 0 0 0,0-1-1 0 0,0 1 1 0 0,0 0 0 0 0,-1 0 0 0 0,0 0 0 0 0,1 0-1 0 0,-1 1 1 0 0,0 2 0 0 0,-1 4 185 0 0,1-1 1 0 0,-1 0 0 0 0,-4 16-1 0 0,-7 13 329 0 0,7-25-296 0 0,1 0 0 0 0,1 0 0 0 0,-3 22 0 0 0,5-26-76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6.9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54 210 6553 0 0,'-15'-11'0'0'0,"13"28"281"0"0,2-9-150 0 0,1 0 1 0 0,0 0 0 0 0,1 0 0 0 0,-1-1-1 0 0,1 1 1 0 0,1 0 0 0 0,-1-1-1 0 0,2 1 1 0 0,-1-1 0 0 0,1 0-1 0 0,0 0 1 0 0,0 0 0 0 0,0-1-1 0 0,1 1 1 0 0,0-1 0 0 0,1 0 0 0 0,0 0-1 0 0,-1-1 1 0 0,8 5 0 0 0,-8-6-37 0 0,0-1 0 0 0,0 0 0 0 0,0 0 1 0 0,0 0-1 0 0,1-1 0 0 0,-1 1 0 0 0,1-2 1 0 0,-1 1-1 0 0,1 0 0 0 0,0-1 0 0 0,0 0 1 0 0,0-1-1 0 0,-1 1 0 0 0,1-1 0 0 0,0 0 1 0 0,0 0-1 0 0,0-1 0 0 0,0 0 0 0 0,0 0 1 0 0,-1 0-1 0 0,1-1 0 0 0,0 0 0 0 0,-1 0 1 0 0,0 0-1 0 0,1-1 0 0 0,7-4 0 0 0,-9 4-113 0 0,-1 1-1 0 0,1-1 0 0 0,-1 0 0 0 0,0 0 0 0 0,0 0 1 0 0,0 0-1 0 0,-1 0 0 0 0,1-1 0 0 0,-1 1 0 0 0,0-1 0 0 0,0 0 1 0 0,0 1-1 0 0,0-1 0 0 0,0 0 0 0 0,-1 0 0 0 0,0 0 0 0 0,0-1 1 0 0,0 1-1 0 0,0 0 0 0 0,-1 0 0 0 0,1 0 0 0 0,-1-1 0 0 0,0 1 1 0 0,-1 0-1 0 0,0-6 0 0 0,-1 0-29 0 0,0 0-1 0 0,-1 0 1 0 0,0 1 0 0 0,0-1-1 0 0,-1 1 1 0 0,-1 0-1 0 0,1-1 1 0 0,-1 2 0 0 0,-10-14-1 0 0,-7-5-230 0 0,-30-32-1 0 0,42 49 202 0 0,-1 1 0 0 0,0 0-1 0 0,0 0 1 0 0,-1 1-1 0 0,0 1 1 0 0,-13-7-1 0 0,23 13 90 0 0,0 0-1 0 0,-1 0 0 0 0,1 0 1 0 0,0 0-1 0 0,0 1 0 0 0,-1-1 1 0 0,1 1-1 0 0,0-1 1 0 0,-1 1-1 0 0,1 0 0 0 0,0 0 1 0 0,-1 0-1 0 0,1 0 0 0 0,0 1 1 0 0,-1-1-1 0 0,1 1 1 0 0,0-1-1 0 0,0 1 0 0 0,-1 0 1 0 0,1 0-1 0 0,0 0 0 0 0,0 0 1 0 0,0 0-1 0 0,0 0 1 0 0,-4 3-1 0 0,3 0 57 0 0,-1 0 1 0 0,1 0-1 0 0,0 0 0 0 0,0 0 1 0 0,0 1-1 0 0,1-1 0 0 0,0 1 1 0 0,0 0-1 0 0,0-1 1 0 0,0 1-1 0 0,-1 5 0 0 0,1 2 105 0 0,-1-1 0 0 0,2 1 0 0 0,0-1 0 0 0,0 1 0 0 0,1-1 0 0 0,2 17 0 0 0,1-3 155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7.1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1 6553 0 0,'-2'2'60'0'0,"0"0"0"0"0,1 0 0 0 0,-1 0-1 0 0,1 0 1 0 0,0 1 0 0 0,-1-1 0 0 0,1 1-1 0 0,0-1 1 0 0,0 1 0 0 0,0 4-1 0 0,-1-1 148 0 0,-37 138 1965 0 0,35-114-1731 0 0,4-17-241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9.5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61 6553 0 0,'2'-6'0'0'0,"-1"3"0"0"0,0 0 0 0 0,0 0 0 0 0,0 0 0 0 0,1 1 0 0 0,2-6 0 0 0,-2 5 2 0 0,1-1-1 0 0,-1 1 0 0 0,1 0 0 0 0,0 0 1 0 0,0 0-1 0 0,0 0 0 0 0,0 0 1 0 0,4-2-1 0 0,-6 5 6 0 0,0-1 1 0 0,-1 1 0 0 0,1 0-1 0 0,0-1 1 0 0,0 1 0 0 0,0 0-1 0 0,0 0 1 0 0,-1-1 0 0 0,1 1-1 0 0,0 0 1 0 0,0 0-1 0 0,0 0 1 0 0,0 0 0 0 0,0 0-1 0 0,0 0 1 0 0,0 0 0 0 0,1 1-1 0 0,-1 0 15 0 0,0-1 0 0 0,0 1 0 0 0,0 0-1 0 0,0-1 1 0 0,0 1 0 0 0,0 0 0 0 0,0 0-1 0 0,0 0 1 0 0,0 0 0 0 0,0 0 0 0 0,0 0-1 0 0,0 0 1 0 0,-1 0 0 0 0,1 0 0 0 0,0 2 0 0 0,2 3 106 0 0,-1 0 1 0 0,0 1-1 0 0,0-1 1 0 0,0 0-1 0 0,-1 1 1 0 0,0-1-1 0 0,-1 1 1 0 0,1-1 0 0 0,-1 12-1 0 0,-3 5 418 0 0,-6 33-1 0 0,1-8 222 0 0,4-24-272 0 0,2-16-377 0 0,1-1 1 0 0,0 1 0 0 0,0 0-1 0 0,1-1 1 0 0,0 1-1 0 0,0 0 1 0 0,1-1-1 0 0,1 10 1 0 0,-1-16-111 0 0,-1-1 0 0 0,0 1 0 0 0,0 0 0 0 0,1-1 0 0 0,-1 1 0 0 0,1-1 0 0 0,-1 1 0 0 0,0-1 0 0 0,1 1 1 0 0,-1-1-1 0 0,1 1 0 0 0,-1-1 0 0 0,1 1 0 0 0,-1-1 0 0 0,1 0 0 0 0,0 1 0 0 0,-1-1 0 0 0,1 0 0 0 0,-1 1 0 0 0,1-1 0 0 0,0 0 0 0 0,-1 0 1 0 0,1 0-1 0 0,0 1 0 0 0,-1-1 0 0 0,1 0 0 0 0,0 0 0 0 0,-1 0 0 0 0,1 0 0 0 0,0 0 0 0 0,-1 0 0 0 0,1-1 0 0 0,0 1 0 0 0,-1 0 0 0 0,1 0 1 0 0,0 0-1 0 0,-1-1 0 0 0,1 1 0 0 0,0 0 0 0 0,0-1 0 0 0,3-1 78 0 0,0 0 1 0 0,0 0-1 0 0,0 0 1 0 0,5-4 0 0 0,2-3-31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7.8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18 6553 0 0,'-2'0'241'0'0,"2"-2"-1"0"0,2 2-240 0 0,-1-2 0 0 0,4 1 0 0 0,1-1 240 0 0,4 0-240 0 0,0 1 241 0 0,4-1-241 0 0,-1 0 537 0 0,2 2-537 0 0,8-1 721 0 0,-1-1-721 0 0,0 2 240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7.9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20 6553 0 0,'-2'-5'0'0'0,"0"1"0"0"0,2 2 0 0 0,0 1 0 0 0,2 1 0 0 0,1 0 0 0 0,25-2 721 0 0,-13 0-721 0 0,2-1 241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8.2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0 188 6553 0 0,'76'-93'246'0'0,"-61"78"-258"0"0,0 1 0 0 0,0 0 1 0 0,31-20-1 0 0,-45 33 27 0 0,19-11-57 0 0,-19 12 60 0 0,0-1 1 0 0,1 0-1 0 0,-1 1 1 0 0,0-1-1 0 0,0 1 1 0 0,0 0-1 0 0,1-1 0 0 0,-1 1 1 0 0,0 0-1 0 0,1 0 1 0 0,-1 0-1 0 0,0 0 1 0 0,2 0-1 0 0,-2 1 5 0 0,0 0 1 0 0,-1 0-1 0 0,1-1 1 0 0,-1 1-1 0 0,1 0 1 0 0,-1 0-1 0 0,1 0 0 0 0,-1 0 1 0 0,0 0-1 0 0,0 1 1 0 0,1-1-1 0 0,-1 0 1 0 0,0 0-1 0 0,0 0 1 0 0,0 0-1 0 0,0 0 0 0 0,0 0 1 0 0,0 0-1 0 0,-1 0 1 0 0,1 2-1 0 0,-1-1 119 0 0,-21 219 3172 0 0,22-220-3294 0 0,-1 7 99 0 0,0-1 0 0 0,0 1 0 0 0,1 1 0 0 0,0-1 0 0 0,1 9 0 0 0,0-15-92 0 0,-1-1-1 0 0,0 0 1 0 0,0 1 0 0 0,1-1 0 0 0,-1 0-1 0 0,1 0 1 0 0,-1 1 0 0 0,1-1-1 0 0,0 0 1 0 0,-1 0 0 0 0,1 0 0 0 0,0 0-1 0 0,0 1 1 0 0,0-1 0 0 0,0 0 0 0 0,0-1-1 0 0,0 1 1 0 0,0 0 0 0 0,0 0 0 0 0,0 0-1 0 0,0-1 1 0 0,0 1 0 0 0,1 0-1 0 0,-1-1 1 0 0,0 1 0 0 0,0-1 0 0 0,1 0-1 0 0,-1 1 1 0 0,0-1 0 0 0,1 0 0 0 0,-1 0-1 0 0,0 0 1 0 0,1 0 0 0 0,-1 0 0 0 0,0 0-1 0 0,1 0 1 0 0,2-1 0 0 0,2 0 89 0 0,1-1 0 0 0,0 0 0 0 0,-1 0 0 0 0,0 0 0 0 0,1-1 0 0 0,-1 0 0 0 0,0-1 0 0 0,7-4 0 0 0,43-37-348 0 0,-55 44 209 0 0,19-18 23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8.4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50 43 6553 0 0,'-15'-10'374'0'0,"10"7"-342"0"0,1 1 1 0 0,-1-2 0 0 0,1 1-1 0 0,-1 0 1 0 0,-6-8 0 0 0,11 11-33 0 0,0 0-1 0 0,0 0 1 0 0,0 0 0 0 0,0-1 0 0 0,0 1 0 0 0,0 0 0 0 0,-1 0 0 0 0,1 0 0 0 0,0 0 0 0 0,0 0 0 0 0,0 0 0 0 0,0 0 0 0 0,0 0 0 0 0,0-1 0 0 0,0 1 0 0 0,0 0 0 0 0,0 0 0 0 0,0 0 0 0 0,0 0-1 0 0,0 0 1 0 0,0 0 0 0 0,0-1 0 0 0,0 1 0 0 0,0 0 0 0 0,0 0 0 0 0,0 0 0 0 0,0 0 0 0 0,0 0 0 0 0,0 0 0 0 0,0 0 0 0 0,0 0 0 0 0,1-1 0 0 0,-1 1 0 0 0,0 0 0 0 0,0 0 0 0 0,0 0 0 0 0,0 0-1 0 0,0 0 1 0 0,0 0 0 0 0,0 0 0 0 0,0 0 0 0 0,7-2-6 0 0,8 2-5 0 0,21 11 281 0 0,-23-6-76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9.0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3 743 6553 0 0,'-1'0'0'0'0,"1"-1"0"0"0,0 1 0 0 0,-1-1 0 0 0,1 1 0 0 0,0-1 0 0 0,0 0 0 0 0,0 1 0 0 0,0-1 0 0 0,-1 0 0 0 0,1 1 0 0 0,0-1 0 0 0,0 1 0 0 0,0-1 0 0 0,0 0 0 0 0,1 1 0 0 0,-1-1 0 0 0,0 0 0 0 0,0 1 0 0 0,0-1 0 0 0,0 1 0 0 0,1-1 0 0 0,-1-1 0 0 0,9-21 0 0 0,-7 17 0 0 0,53-119 0 0 0,-12 32 0 0 0,39-133 0 0 0,-71 189 0 0 0,-3 0 0 0 0,-1-1 0 0 0,-2 1 0 0 0,1-51 0 0 0,-6 72-60 0 0,-1 15 90 0 0,1 4 31 0 0,-3 26 332 0 0,2-17-216 0 0,-22 492 7729 0 0,19-355-6021 0 0,1-115-1146 0 0,-2 0-1 0 0,-11 44 1 0 0,13-67-659 0 0,1 0 120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19.7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66 6553 0 0,'-1'-1'0'0'0,"0"-1"0"0"0,0 1 0 0 0,0-1 0 0 0,0 0 0 0 0,0 0 0 0 0,0 0 0 0 0,0 1 0 0 0,0-4 0 0 0,-1-2 0 0 0,-1 0 3 0 0,-4-11-9 0 0,7 18 8 0 0,0-1 0 0 0,0 1 0 0 0,0-1 0 0 0,0 0 0 0 0,-1 1 0 0 0,1-1 0 0 0,0 0 0 0 0,0 1 0 0 0,0-1 0 0 0,0 0 0 0 0,1 1 0 0 0,-1-1 0 0 0,0 1 0 0 0,0-1 0 0 0,0 0 0 0 0,0 1 0 0 0,1-1 0 0 0,-1 0 0 0 0,0 1-1 0 0,1-1 1 0 0,-1 0 0 0 0,1 1 9 0 0,0 0-1 0 0,-1-1 0 0 0,1 1 1 0 0,0 0-1 0 0,-1 0 0 0 0,1 0 1 0 0,0 0-1 0 0,-1 0 0 0 0,1 0 0 0 0,0 0 1 0 0,-1 0-1 0 0,1 0 0 0 0,0 0 1 0 0,-1 1-1 0 0,1-1 0 0 0,-1 0 1 0 0,1 0-1 0 0,0 0 0 0 0,-1 1 1 0 0,1-1-1 0 0,-1 0 0 0 0,1 1 0 0 0,-1-1 1 0 0,1 1-1 0 0,-1-1 0 0 0,1 1 1 0 0,-1-1-1 0 0,1 1 0 0 0,0 0 1 0 0,14 15 276 0 0,-6-6-4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20.5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79 1 6553 0 0,'-1'-1'40'0'0,"1"3"30"0"0,14 15 627 0 0,-10-13-622 0 0,-1 0 1 0 0,0 1-1 0 0,-1-1 1 0 0,1 1-1 0 0,-1 0 0 0 0,0 0 1 0 0,0 0-1 0 0,0 0 1 0 0,1 10-1 0 0,-3-9 22 0 0,0 1 0 0 0,0-1 0 0 0,0 1 0 0 0,-1-1 0 0 0,0 0 0 0 0,0 1 0 0 0,-1-1 0 0 0,0 0 0 0 0,0 0 0 0 0,-1 0 0 0 0,1 0 0 0 0,-1 0 0 0 0,0 0 0 0 0,-8 9 0 0 0,-4 5 462 0 0,-1 0 0 0 0,-26 23-1 0 0,36-37-397 0 0,-1 1-161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20.7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53 6553 0 0,'0'-5'0'0'0,"0"2"0"0"0,2 0 0 0 0,1-1 0 0 0,1 2 0 0 0,-3 2 0 0 0,3-1 241 0 0,4-1-241 0 0,6 0 240 0 0,4-3 520 0 0,8 0-760 0 0,0-2 760 0 0,4 1-760 0 0,1-1 480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20.9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1 6553 0 0,'-4'0'0'0'0,"3"0"0"0"0,-1 0 0 0 0,0 0 0 0 0,4 0 0 0 0,0 1 241 0 0,1-1-1 0 0,2 2-240 0 0,4-2 0 0 0,6 0 240 0 0,4-3 100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21.0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25 6553 0 0,'-1'0'0'0'0,"-1"-2"0"0"0,4 2 0 0 0,-1 0 0 0 0,3-2 0 0 0,-1 0 241 0 0,4-1-241 0 0,5-2 537 0 0,3 2-537 0 0,0-4 240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21.4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35 209 6553 0 0,'-1'0'5'0'0,"1"0"0"0"0,0 1 0 0 0,0-1 0 0 0,0 0-1 0 0,-1 0 1 0 0,1 0 0 0 0,0 0 0 0 0,0 0-1 0 0,0 0 1 0 0,0 0 0 0 0,-1 1 0 0 0,1-1 0 0 0,0 0-1 0 0,0 0 1 0 0,0 0 0 0 0,0 0 0 0 0,0 1 0 0 0,0-1-1 0 0,0 0 1 0 0,0 0 0 0 0,-1 0 0 0 0,1 1-1 0 0,0-1 1 0 0,0 0 0 0 0,0 0 0 0 0,0 0 0 0 0,0 1-1 0 0,0-1 1 0 0,0 0 0 0 0,0 0 0 0 0,0 0 0 0 0,0 1-1 0 0,0-1 1 0 0,0 0 0 0 0,0 0 0 0 0,0 0-1 0 0,1 0 1 0 0,-1 1 0 0 0,3 11 288 0 0,-2-6-235 0 0,1 3 95 0 0,0 0 0 0 0,0-1 0 0 0,0 1 0 0 0,1 0 0 0 0,1-1 1 0 0,-1 0-1 0 0,2 0 0 0 0,-1 0 0 0 0,1 0 0 0 0,0 0 0 0 0,8 9 1 0 0,-9-13-66 0 0,1 0 0 0 0,-1-1 0 0 0,0 1 0 0 0,1-1 0 0 0,0 1 0 0 0,0-1 0 0 0,0-1 0 0 0,0 1 0 0 0,0-1 0 0 0,1 0 0 0 0,-1 0 0 0 0,1-1 0 0 0,-1 1 0 0 0,1-1 0 0 0,0 0 0 0 0,-1-1 0 0 0,1 1 0 0 0,0-1 0 0 0,6-1 0 0 0,-3 0 3 0 0,0 0 0 0 0,0-1 0 0 0,0 0 0 0 0,0 0 0 0 0,0-1 0 0 0,-1 0-1 0 0,1-1 1 0 0,-1 0 0 0 0,0 0 0 0 0,0-1 0 0 0,0 0 0 0 0,0 0 0 0 0,-1-1 0 0 0,7-6 0 0 0,-10 7-128 0 0,1 0-1 0 0,-1 0 1 0 0,0 0 0 0 0,-1 0 0 0 0,1 0-1 0 0,-1-1 1 0 0,0 1 0 0 0,0-1 0 0 0,-1 0-1 0 0,0 0 1 0 0,0 0 0 0 0,0 0-1 0 0,-1-1 1 0 0,0 1 0 0 0,0 0 0 0 0,0-1-1 0 0,-1 1 1 0 0,0 0 0 0 0,0-1 0 0 0,-2-11-1 0 0,-1 8-18 0 0,0 1 1 0 0,0-1-1 0 0,0 1 0 0 0,-1 0 0 0 0,-1 0 0 0 0,1 0 0 0 0,-1 1 0 0 0,-1 0 1 0 0,0 0-1 0 0,0 0 0 0 0,-12-11 0 0 0,9 11-21 0 0,0-1 1 0 0,0 2 0 0 0,-1 0-1 0 0,-1 0 1 0 0,1 0-1 0 0,-1 2 1 0 0,0-1-1 0 0,-23-7 1 0 0,27 11 106 0 0,1 1 1 0 0,-1 0-1 0 0,0 0 1 0 0,0 1-1 0 0,0-1 1 0 0,0 1-1 0 0,0 1 1 0 0,1 0-1 0 0,-1 0 1 0 0,0 0-1 0 0,0 0 1 0 0,1 1-1 0 0,-1 0 1 0 0,1 1-1 0 0,-1 0 1 0 0,1 0-1 0 0,0 0 1 0 0,-8 6-1 0 0,9-6 44 0 0,1 1-1 0 0,0-1 1 0 0,0 1-1 0 0,0 0 0 0 0,0 0 1 0 0,0 0-1 0 0,1 0 1 0 0,0 1-1 0 0,0-1 0 0 0,0 1 1 0 0,1 0-1 0 0,-1 0 0 0 0,1 0 1 0 0,0 0-1 0 0,1 0 1 0 0,-1 1-1 0 0,1-1 0 0 0,0 1 1 0 0,0-1-1 0 0,1 1 1 0 0,-1-1-1 0 0,1 1 0 0 0,1 7 1 0 0,4 6 227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21.6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92 6553 0 0,'8'-15'0'0'0,"-2"5"0"0"0,-1 1 0 0 0,9-11 0 0 0,-11 17 0 0 0,-1-1 0 0 0,1 1 0 0 0,0 1 0 0 0,0-1 0 0 0,1 0 0 0 0,-1 1 0 0 0,1-1 0 0 0,-1 1 0 0 0,7-3 0 0 0,-7 4 39 0 0,0 0-1 0 0,0 0 1 0 0,0 0-1 0 0,0 0 1 0 0,0 0-1 0 0,0 0 1 0 0,0 1-1 0 0,0 0 1 0 0,0-1-1 0 0,0 1 1 0 0,0 0-1 0 0,0 1 1 0 0,0-1-1 0 0,0 0 1 0 0,0 1-1 0 0,0 0 1 0 0,0 0-1 0 0,0 0 1 0 0,0 0-1 0 0,0 0 1 0 0,0 1-1 0 0,0-1 0 0 0,-1 1 1 0 0,1-1-1 0 0,-1 1 1 0 0,1 0-1 0 0,-1 0 1 0 0,0 0-1 0 0,0 1 1 0 0,1-1-1 0 0,-2 0 1 0 0,1 1-1 0 0,0 0 1 0 0,0-1-1 0 0,-1 1 1 0 0,2 3-1 0 0,1 5 198 0 0,1 0 0 0 0,-2 0 0 0 0,1 1 0 0 0,-2-1 0 0 0,0 1 0 0 0,0 0 0 0 0,-1 0 0 0 0,0 17 0 0 0,-2 4 626 0 0,-10 59 0 0 0,-5-18 736 0 0,-3 0 0 0 0,-3-2 0 0 0,-57 127-1 0 0,54-145-875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3:44.3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71 6553 0 0,'-1'0'12'0'0,"0"0"0"0"0,1 0 0 0 0,-1 0 0 0 0,0 0 0 0 0,0 0 0 0 0,1 1 1 0 0,-1-1-1 0 0,0 0 0 0 0,1 0 0 0 0,-1 0 0 0 0,0 1 0 0 0,1-1 0 0 0,-1 0 0 0 0,1 1 0 0 0,-1-1 0 0 0,0 0 0 0 0,1 1 0 0 0,-1-1 0 0 0,0 2 0 0 0,5 0 108 0 0,7-1 92 0 0,-1-1 1 0 0,0 0-1 0 0,1-1 0 0 0,-1 0 1 0 0,0 0-1 0 0,0-1 0 0 0,18-6 1 0 0,26-10 541 0 0,-26 8-769 0 0,0 1 1 0 0,47-9-1 0 0,-45 13 505 0 0,1 2 0 0 0,0 1 0 0 0,0 1 0 0 0,33 4 0 0 0,-63-3-469 0 0,0 0 1 0 0,0 0-1 0 0,-1 0 0 0 0,1 0 0 0 0,0 0 0 0 0,0 1 1 0 0,0-1-1 0 0,0 0 0 0 0,0 1 0 0 0,0-1 0 0 0,-1 1 0 0 0,1-1 1 0 0,1 2-1 0 0,-2-2-12 0 0,0 0 0 0 0,0 1-1 0 0,1-1 1 0 0,-1 0 0 0 0,0 0 0 0 0,0 1 0 0 0,0-1 0 0 0,0 0-1 0 0,0 1 1 0 0,0-1 0 0 0,0 0 0 0 0,0 1 0 0 0,0-1 0 0 0,0 0 0 0 0,0 1-1 0 0,-1-1 1 0 0,1 0 0 0 0,0 1 0 0 0,0-1 0 0 0,0 0 0 0 0,0 1 0 0 0,0-1-1 0 0,-1 0 1 0 0,1 0 0 0 0,0 1 0 0 0,0-1 0 0 0,0 0 0 0 0,-1 0-1 0 0,1 1 1 0 0,0-1 0 0 0,0 0 0 0 0,-1 0 0 0 0,1 0 0 0 0,0 1 0 0 0,-1-1-1 0 0,-4 5 41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3:44.6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35 6553 0 0,'-1'1'40'0'0,"0"0"0"0"0,-1-1 0 0 0,1 1 0 0 0,0 0-1 0 0,0 0 1 0 0,0 0 0 0 0,0 1 0 0 0,0-1 0 0 0,0 0-1 0 0,0 0 1 0 0,0 0 0 0 0,-1 3 0 0 0,2-4-27 0 0,0 1-1 0 0,0 0 1 0 0,0 0 0 0 0,0-1 0 0 0,0 1 0 0 0,0 0-1 0 0,0 0 1 0 0,0-1 0 0 0,0 1 0 0 0,1 0 0 0 0,-1 0 0 0 0,0-1-1 0 0,0 1 1 0 0,1 0 0 0 0,-1-1 0 0 0,1 1 0 0 0,-1 0-1 0 0,0-1 1 0 0,1 1 0 0 0,-1-1 0 0 0,1 1 0 0 0,-1 0-1 0 0,1-1 1 0 0,0 1 0 0 0,-1-1 0 0 0,2 1 0 0 0,2 2 87 0 0,0 0 0 0 0,1-1 0 0 0,-1 1 1 0 0,1-1-1 0 0,-1 0 0 0 0,1 0 0 0 0,0 0 1 0 0,0-1-1 0 0,0 0 0 0 0,6 1 0 0 0,9 1 365 0 0,25-1-1 0 0,-31-1-297 0 0,11-1 407 0 0,0-2 0 0 0,0 0 0 0 0,46-10-1 0 0,72-28-45 0 0,-107 30-804 0 0,-4-1 651 0 0,-19 6-157 0 0,0 0-1 0 0,1 2 0 0 0,17-4 0 0 0,-27 7-178 0 0,10 0 129 0 0,-14 0-166 0 0,1 0 0 0 0,-1 0 0 0 0,0 0 0 0 0,0 0 0 0 0,1 0 1 0 0,-1 1-1 0 0,0-1 0 0 0,0 0 0 0 0,0 0 0 0 0,0 0 0 0 0,1 1 0 0 0,-1-1 0 0 0,0 0 0 0 0,0 0 0 0 0,0 1 0 0 0,0-1 1 0 0,0 0-1 0 0,0 0 0 0 0,1 1 0 0 0,-1-1 0 0 0,0 0 0 0 0,0 0 0 0 0,0 1 0 0 0,0-1 0 0 0,0 0 0 0 0,0 1 0 0 0,0-1 1 0 0,0 0-1 0 0,0 0 0 0 0,0 1 0 0 0,0-1 0 0 0,0 0 0 0 0,-1 0 0 0 0,1 1 0 0 0,0-1 0 0 0,0 0 0 0 0,0 0 0 0 0,0 1 1 0 0,0-1-1 0 0,0 0 0 0 0,-1 0 0 0 0,1 0 0 0 0,0 1 0 0 0,0-1 0 0 0,0 0 0 0 0,-1 0 0 0 0,-2 7-2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40.9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89 648 6553 0 0,'-28'9'540'0'0,"-31"10"422"0"0,57-20-699 0 0,5-2-221 0 0,3-3-67 0 0,66-34 484 0 0,2 0-681 0 0,-16-1-18 0 0,83-78-1 0 0,41-61-241 0 0,-43 41 89 0 0,-116 116 353 0 0,-9 9-5 0 0,-1 0 0 0 0,1 2 0 0 0,1 0-1 0 0,24-15 1 0 0,-26 23 0 0 0,-13 4 48 0 0,1 0 0 0 0,-1 0-1 0 0,0 0 1 0 0,1 0 0 0 0,-1 0-1 0 0,0 0 1 0 0,0 0 0 0 0,1 0-1 0 0,-1 0 1 0 0,0 0 0 0 0,0 0 0 0 0,1 0-1 0 0,-1 0 1 0 0,0 1 0 0 0,0-1-1 0 0,1 0 1 0 0,-1 0 0 0 0,0 0-1 0 0,0 1 1 0 0,1-1 0 0 0,-1 0-1 0 0,0 0 1 0 0,0 0 0 0 0,0 1-1 0 0,1-1 1 0 0,-1 2 12 0 0,0-1 0 0 0,0 0-1 0 0,0 1 1 0 0,0-1 0 0 0,0 0-1 0 0,0 1 1 0 0,0-1 0 0 0,0 0-1 0 0,0 1 1 0 0,-1-1 0 0 0,1 0-1 0 0,-1 0 1 0 0,1 1 0 0 0,-1-1-1 0 0,0 2 1 0 0,-8 12 263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41.1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114 602 6553 0 0,'-7'5'202'0'0,"-12"9"231"0"0,0 1 0 0 0,1 1 0 0 0,1 0 0 0 0,-16 21 0 0 0,39-40-405 0 0,6-5 227 0 0,151-133-178 0 0,-104 85-274 0 0,197-178-797 0 0,-205 188 812 0 0,69-60-217 0 0,-85 78 211 0 0,58-36 1 0 0,-65 49 103 0 0,-27 15 84 0 0,1-1-1 0 0,-1 0 1 0 0,1 1 0 0 0,0-1 0 0 0,-1 1 0 0 0,1 0 0 0 0,0 0 0 0 0,0-1 0 0 0,-1 1 0 0 0,1 0 0 0 0,0 0 0 0 0,0 1 0 0 0,-1-1 0 0 0,4 1 0 0 0,2 3 195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43.1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1650 245 6553 0 0,'-7'-10'0'0'0,"-10"-22"0"0"0,2 3 0 0 0,8 17 0 0 0,-1 1 0 0 0,0 0 0 0 0,0 1 0 0 0,-1 0 0 0 0,0 0 0 0 0,-1 1 0 0 0,0 0 0 0 0,0 1 0 0 0,-1 0 0 0 0,0 0 0 0 0,-1 1 0 0 0,0 1 0 0 0,0 0 0 0 0,0 1 0 0 0,0 0 0 0 0,-1 0 0 0 0,-19-3 0 0 0,4 3 358 0 0,0 1 1 0 0,0 1-1 0 0,-1 2 0 0 0,1 1 0 0 0,-52 6 0 0 0,-142 37 3376 0 0,98-16-2013 0 0,78-18-1000 0 0,-151 34 2521 0 0,170-34-2797 0 0,1 0 1 0 0,0 1 0 0 0,1 2 0 0 0,0 0-1 0 0,-29 21 1 0 0,25-11 165 0 0,1 1 1 0 0,1 1-1 0 0,1 2 0 0 0,1 0 0 0 0,-36 51 1 0 0,14-8-556 0 0,-51 101 1 0 0,85-145-57 0 0,1 1 0 0 0,1 0 0 0 0,-9 34 0 0 0,16-43 0 0 0,0 0 0 0 0,2 1 0 0 0,0-1 0 0 0,0 1 0 0 0,2 0 0 0 0,2 22 0 0 0,3-4 0 0 0,1-1 0 0 0,2 0 0 0 0,1 0 0 0 0,25 57 0 0 0,-9-36 0 0 0,62 102 0 0 0,-66-127 0 0 0,1 0 0 0 0,1-1 0 0 0,1-1 0 0 0,2-2 0 0 0,39 35 0 0 0,-48-49 0 0 0,1 0 0 0 0,0 0 0 0 0,1-2 0 0 0,0 0 0 0 0,1-2 0 0 0,0 0 0 0 0,0-1 0 0 0,1-1 0 0 0,0 0 0 0 0,36 5 0 0 0,41-2 0 0 0,0-4 0 0 0,1-4 0 0 0,104-12 0 0 0,-164 6-214 0 0,0-1 0 0 0,0-3 0 0 0,0-1 0 0 0,-1-1 0 0 0,44-20 0 0 0,-58 19-242 0 0,1-1 1 0 0,-2-1-1 0 0,0-1 0 0 0,0-1 1 0 0,-1-1-1 0 0,-1-1 0 0 0,-1-1 1 0 0,28-31-1 0 0,-21 16-295 0 0,-2-2 1 0 0,-1 0-1 0 0,-1-2 1 0 0,-3 0-1 0 0,-1-1 1 0 0,-1-1-1 0 0,-3-1 1 0 0,13-47-1 0 0,-20 48 118 0 0,-1 0 1 0 0,-2-1-1 0 0,-2 0 1 0 0,-2 0-1 0 0,-1 1 0 0 0,-2-1 1 0 0,-10-53-1 0 0,-7-5 223 0 0,-55-167-1 0 0,11 96 411 0 0,52 142 0 0 0,-2 1 0 0 0,-1 1 0 0 0,-1 0 0 0 0,-22-26 0 0 0,33 46 0 0 0,0 0 0 0 0,0 0-1 0 0,-1 1 1 0 0,0 0-1 0 0,1 0 1 0 0,-1 0-1 0 0,-1 0 1 0 0,1 1 0 0 0,-1 0-1 0 0,1 0 1 0 0,-8-3-1 0 0,8 5 6 0 0,0 0-1 0 0,-1 0 1 0 0,1 0-1 0 0,0 1 0 0 0,0-1 1 0 0,-1 1-1 0 0,1 1 1 0 0,0-1-1 0 0,-1 1 0 0 0,1 0 1 0 0,0 0-1 0 0,0 0 1 0 0,-8 3-1 0 0,-15 8 279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03.3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4877 706 6553 0 0,'-4'-1'91'0'0,"0"1"-1"0"0,0 0 0 0 0,1-1 0 0 0,-1 0 0 0 0,0 0 0 0 0,1 0 0 0 0,-1 0 1 0 0,0-1-1 0 0,1 1 0 0 0,0-1 0 0 0,-5-3 0 0 0,-3-3 127 0 0,-19-17 1 0 0,22 17-191 0 0,0 1 1 0 0,-1 0-1 0 0,-12-7 1 0 0,-3 1 388 0 0,-69-42 50 0 0,67 38-531 0 0,-1 2 0 0 0,0 0 0 0 0,-1 2 0 0 0,0 1 0 0 0,-1 1 1 0 0,0 2-1 0 0,-1 1 0 0 0,0 1 0 0 0,-60-6 0 0 0,-29 4 2083 0 0,49 4-1366 0 0,-1-2-1 0 0,-68-18 1 0 0,-28-23-1533 0 0,-55-14-311 0 0,-115 11-661 0 0,-4 22 66 0 0,194 15 1727 0 0,-235-52 0 0 0,308 48 60 0 0,-272-57 0 0 0,275 64 0 0 0,0 3 0 0 0,-139 3 0 0 0,125 12 1680 0 0,0 3-1 0 0,0 4 0 0 0,-116 34 0 0 0,128-23-26 0 0,0 3 1 0 0,-88 48-1 0 0,-128 88 3188 0 0,287-163-4807 0 0,-56 34 496 0 0,2 2 0 0 0,-98 84 0 0 0,134-103-541 0 0,1 1 0 0 0,2 1 0 0 0,0 1 0 0 0,1 0 0 0 0,1 1 1 0 0,0 1-1 0 0,2 0 0 0 0,1 1 0 0 0,1 0 0 0 0,-10 33 0 0 0,17-42 11 0 0,0 1 0 0 0,1 0 0 0 0,1-1 0 0 0,1 1 0 0 0,0 0 0 0 0,1 0 0 0 0,0 1 0 0 0,2-2 0 0 0,3 22 0 0 0,-2-24 0 0 0,1-1 0 0 0,0 1 0 0 0,0-1 0 0 0,1 0 0 0 0,0 0 0 0 0,1-1 0 0 0,1 0 0 0 0,0 0 0 0 0,0 0 0 0 0,1-1 0 0 0,18 18 0 0 0,-4-8 0 0 0,0-2 0 0 0,1-1 0 0 0,1-1 0 0 0,34 18 0 0 0,-20-16 0 0 0,1-1 0 0 0,55 15 0 0 0,17-4 0 0 0,141 16 0 0 0,-231-41 0 0 0,146 21 0 0 0,179 29 0 0 0,386 36 0 0 0,166-97 0 0 0,-239-3 0 0 0,-274 7 0 0 0,151-3 0 0 0,-439 4-378 0 0,126-20-1 0 0,-175 14-567 0 0,0-2-1 0 0,-1-1 1 0 0,0-3-1 0 0,69-33 1 0 0,31-27-1217 0 0,-109 53 990 0 0,62-48 1 0 0,-88 61 897 0 0,-1-2 0 0 0,0 1 0 0 0,0-2 0 0 0,-1 1 0 0 0,-1-1-1 0 0,0-1 1 0 0,-1 0 0 0 0,12-22 0 0 0,-16 26 108 0 0,-1 0 1 0 0,0 1-1 0 0,0-2 0 0 0,-1 1 0 0 0,0 0 1 0 0,0 0-1 0 0,-1-1 0 0 0,0 1 0 0 0,-1-1 0 0 0,0 1 1 0 0,-1-1-1 0 0,0 1 0 0 0,0-1 0 0 0,-5-17 1 0 0,0 12-56 0 0,0 1-1 0 0,-1 0 1 0 0,0 0 0 0 0,-1 1 0 0 0,-1 0 0 0 0,0 0 0 0 0,-1 1 0 0 0,0 0 0 0 0,-1 1 0 0 0,0 0 0 0 0,-15-11 0 0 0,-12-6 94 0 0,-1 1 1 0 0,-58-30-1 0 0,11 13 128 0 0,-1 4 0 0 0,-2 4 0 0 0,-1 4 0 0 0,-1 3 0 0 0,-133-22 0 0 0,180 44 105 0 0,-1 2-1 0 0,0 2 0 0 0,-68 4 0 0 0,74 2 725 0 0,1 2-1 0 0,0 2 1 0 0,0 2-1 0 0,-57 20 1 0 0,-2 9-56 0 0,-17 8 752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51.4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96 0 6553 0 0,'-7'2'153'0'0,"1"-1"-1"0"0,0 1 1 0 0,0 0-1 0 0,0 0 0 0 0,0 1 1 0 0,0 0-1 0 0,-9 6 1 0 0,5-3-15 0 0,9-6-109 0 0,-3 2 66 0 0,1 0 0 0 0,-1 0-1 0 0,1 0 1 0 0,-5 5-1 0 0,7-6-81 0 0,1-1 0 0 0,0 0-1 0 0,-1 1 1 0 0,1-1 0 0 0,0 0-1 0 0,-1 1 1 0 0,1-1 0 0 0,0 1-1 0 0,0-1 1 0 0,0 0 0 0 0,-1 1-1 0 0,1-1 1 0 0,0 1 0 0 0,0-1-1 0 0,0 1 1 0 0,0-1 0 0 0,0 1-1 0 0,0-1 1 0 0,0 1 0 0 0,0-1-1 0 0,0 1 3 0 0,0 0-1 0 0,1-1 1 0 0,-1 1 0 0 0,0-1-1 0 0,1 1 1 0 0,-1-1 0 0 0,1 1-1 0 0,-1-1 1 0 0,1 1-1 0 0,-1-1 1 0 0,1 1 0 0 0,-1-1-1 0 0,1 0 1 0 0,-1 1 0 0 0,1-1-1 0 0,-1 0 1 0 0,1 1-1 0 0,-1-1 1 0 0,2 0 0 0 0,8 4 181 0 0,1-2 0 0 0,-1 1 0 0 0,1-1 1 0 0,0-1-1 0 0,-1 0 0 0 0,21-1 0 0 0,-8 1 156 0 0,45 0 959 0 0,-1-3 0 0 0,1-3 0 0 0,122-25 0 0 0,-163 23-1380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6:52.2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148 420 6553 0 0,'-19'-2'393'0'0,"0"-1"0"0"0,-19-5 0 0 0,29 6-290 0 0,1-1-1 0 0,1 0 0 0 0,-1 0 1 0 0,0-1-1 0 0,1 1 0 0 0,-1-2 0 0 0,-6-4 1 0 0,14 9-102 0 0,0 0 0 0 0,0 0 0 0 0,0 0 0 0 0,0 0 0 0 0,0 0 0 0 0,-1 0-1 0 0,1-1 1 0 0,0 1 0 0 0,0 0 0 0 0,0 0 0 0 0,0 0 0 0 0,0 0 0 0 0,0 0 0 0 0,0 0 0 0 0,0 0 0 0 0,-1 0 0 0 0,1 0 0 0 0,0 0 0 0 0,0 0 0 0 0,0-1 0 0 0,0 1 0 0 0,0 0 0 0 0,0 0 0 0 0,0 0 0 0 0,0 0 0 0 0,0 0 0 0 0,0 0 0 0 0,0 0-1 0 0,0-1 1 0 0,0 1 0 0 0,0 0 0 0 0,0 0 0 0 0,0 0 0 0 0,0 0 0 0 0,0 0 0 0 0,0 0 0 0 0,0-1 0 0 0,0 1 0 0 0,0 0 0 0 0,0 0 0 0 0,0 0 0 0 0,0 0 0 0 0,0 0 0 0 0,0 0 0 0 0,0 0 0 0 0,0-1 0 0 0,0 1 0 0 0,0 0 0 0 0,1 0-1 0 0,-1 0 1 0 0,0 0 0 0 0,0 0 0 0 0,0 0 0 0 0,0 0 0 0 0,0 0 0 0 0,10-2 133 0 0,14 3 213 0 0,35 4 945 0 0,1-3 1 0 0,83-7 0 0 0,117-31 1675 0 0,178-15-6335 0 0,-192 27 1103 0 0,51 11 4988 0 0,-107 9-562 0 0,-142 0-1760 0 0,73-16 0 0 0,44-21-1942 0 0,-148 36 1513 0 0,75-20-1029 0 0,-1-5 0 0 0,103-48-1 0 0,-182 72 877 0 0,43-18-289 0 0,-49 22 424 0 0,0 0 0 0 0,0 0 0 0 0,0 1 0 0 0,0 0 0 0 0,0 0 0 0 0,1 0 0 0 0,7 1 0 0 0,-13 0 64 0 0,1 1 0 0 0,-1-1 0 0 0,0 0 0 0 0,1 0-1 0 0,-1 1 1 0 0,0-1 0 0 0,1 1 0 0 0,-1-1 0 0 0,0 1 0 0 0,0 0-1 0 0,0-1 1 0 0,1 1 0 0 0,-1 0 0 0 0,0 0 0 0 0,0 0 0 0 0,0 0 0 0 0,0 0-1 0 0,-1 0 1 0 0,1 0 0 0 0,0 0 0 0 0,0 0 0 0 0,-1 0 0 0 0,1 1 0 0 0,0-1-1 0 0,-1 0 1 0 0,1 3 0 0 0,1 1 54 0 0,-1 0-1 0 0,0 0 1 0 0,-1 0-1 0 0,1-1 1 0 0,-2 11-1 0 0,-1 7 248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07.8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0 256 6553 0 0,'7'3'251'0'0,"0"0"-1"0"0,0-1 0 0 0,0 0 1 0 0,0 0-1 0 0,12 1 0 0 0,135-8 2243 0 0,5 0 50 0 0,337-24 4693 0 0,-284-3-7058 0 0,210-23-5623 0 0,-138 34 5778 0 0,-38 10 1982 0 0,186-16 1455 0 0,-120 10-1218 0 0,-60 6-2007 0 0,-207 5-860 0 0,68-19 0 0 0,0 0-1041 0 0,-100 24 1384 0 0,-19 3 6 0 0,-22 4 39 0 0,9-4-59 0 0,-2 0 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08.2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1 235 6553 0 0,'6'2'130'0'0,"0"-1"-1"0"0,0 1 0 0 0,0-1 0 0 0,0 0 0 0 0,0-1 0 0 0,0 0 1 0 0,1 0-1 0 0,-1 0 0 0 0,0 0 0 0 0,9-3 0 0 0,11 1 453 0 0,521-49 4488 0 0,-41 3-4422 0 0,-218 27-2279 0 0,65-4 1547 0 0,-35 1-1906 0 0,55-3-195 0 0,-182 17 1482 0 0,91-18 3909 0 0,-270 27-2897 0 0,2 0-174 0 0,-13 0-3 0 0,-9 1 139 0 0,-12 1 202 0 0,-1 2 0 0 0,-29 6 0 0 0,-2 0 8 0 0,1-2 284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09.0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49 6553 0 0,'-3'0'241'0'0,"34"-10"680"0"0,27 2 385 0 0,1 3 0 0 0,81 3-1 0 0,-86 3-547 0 0,508 18 8164 0 0,-510-16-7959 0 0,508 2 1545 0 0,0-26-2890 0 0,-260 8 556 0 0,394-4-174 0 0,-666 17 0 0 0,-1 0 0 0 0,1 2 0 0 0,34 8 0 0 0,-38-5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11.6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24 219 6553 0 0,'-2'-3'14'0'0,"-1"-1"-1"0"0,1 1 1 0 0,0 0-1 0 0,-1-1 1 0 0,1 0-1 0 0,1 1 1 0 0,-1-1-1 0 0,1 0 0 0 0,-1 0 1 0 0,1 0-1 0 0,0 0 1 0 0,1 0-1 0 0,-1 0 1 0 0,1-1-1 0 0,-1 1 1 0 0,1 0-1 0 0,0 0 1 0 0,1 0-1 0 0,-1 0 0 0 0,1 0 1 0 0,0-1-1 0 0,0 1 1 0 0,0 0-1 0 0,1 0 1 0 0,-1 1-1 0 0,1-1 1 0 0,0 0-1 0 0,0 1 0 0 0,0-1 1 0 0,0 1-1 0 0,4-5 1 0 0,-5 7-13 0 0,-1 1 1 0 0,0 0-1 0 0,1-1 0 0 0,-1 1 1 0 0,0-1-1 0 0,1 1 1 0 0,-1 0-1 0 0,1-1 1 0 0,-1 1-1 0 0,0 0 0 0 0,1 0 1 0 0,-1-1-1 0 0,1 1 1 0 0,-1 0-1 0 0,1 0 0 0 0,-1 0 1 0 0,1 0-1 0 0,-1-1 1 0 0,1 1-1 0 0,-1 0 0 0 0,1 0 1 0 0,-1 0-1 0 0,1 0 1 0 0,-1 0-1 0 0,1 0 1 0 0,0 0-1 0 0,0 1 0 0 0,-1-1 9 0 0,1 1 0 0 0,-1-1-1 0 0,1 1 1 0 0,-1-1 0 0 0,1 1-1 0 0,-1-1 1 0 0,1 1 0 0 0,-1 0-1 0 0,1-1 1 0 0,-1 1 0 0 0,0 0-1 0 0,0-1 1 0 0,1 1 0 0 0,-1 0-1 0 0,0 0 1 0 0,0 0 0 0 0,3 34 428 0 0,-3-32-384 0 0,-1 11 216 0 0,1 1 0 0 0,1 0-1 0 0,0-1 1 0 0,1 1 0 0 0,1-1 0 0 0,0 0 0 0 0,1 0 0 0 0,1 0 0 0 0,0 0 0 0 0,12 23-1 0 0,-10-25-107 0 0,-6-8-104 0 0,0-1 0 0 0,1 0 0 0 0,0 0 0 0 0,-1 0 0 0 0,1 0 0 0 0,0-1 0 0 0,0 1-1 0 0,1 0 1 0 0,-1-1 0 0 0,1 0 0 0 0,3 4 0 0 0,-5-6-59 0 0,-1 0 1 0 0,0 0-1 0 0,0 0 0 0 0,0 0 1 0 0,0 0-1 0 0,0 0 1 0 0,0 0-1 0 0,1 0 0 0 0,-1 0 1 0 0,0 0-1 0 0,0 0 0 0 0,0 0 1 0 0,0 0-1 0 0,0 0 1 0 0,1 0-1 0 0,-1 0 0 0 0,0 0 1 0 0,0 0-1 0 0,0 0 1 0 0,0 0-1 0 0,0 0 0 0 0,0 0 1 0 0,0 0-1 0 0,1 0 0 0 0,-1 0 1 0 0,0 0-1 0 0,0-1 1 0 0,0 1-1 0 0,0 0 0 0 0,0 0 1 0 0,0 0-1 0 0,0 0 0 0 0,0 0 1 0 0,0 0-1 0 0,1 0 1 0 0,-1-1-1 0 0,0 1 0 0 0,0 0 1 0 0,0 0-1 0 0,0 0 0 0 0,0 0 1 0 0,0-1-1 0 0,1-8 102 0 0,-1-9 255 0 0,-4-4-470 0 0,0 1 1 0 0,-2 0-1 0 0,0 0 0 0 0,-2 1 0 0 0,-11-25 1 0 0,-9-23-215 0 0,23 55 255 0 0,1 0 0 0 0,1 0 0 0 0,0 0 0 0 0,1-1 0 0 0,0 1 0 0 0,0-17-1 0 0,2 30 74 0 0,0 0 0 0 0,0 0 1 0 0,0-1-1 0 0,0 1 0 0 0,0 0 0 0 0,0 0 0 0 0,0 0 0 0 0,0 0 0 0 0,0 0 0 0 0,0 0 0 0 0,0-1 0 0 0,0 1 0 0 0,0 0 0 0 0,0 0 0 0 0,0 0 0 0 0,0 0 0 0 0,0 0 0 0 0,0-1 0 0 0,0 1 0 0 0,0 0 0 0 0,0 0 0 0 0,0 0 0 0 0,1 0 0 0 0,-1 0 0 0 0,0 0 0 0 0,0 0 0 0 0,0-1 0 0 0,0 1 0 0 0,0 0 0 0 0,0 0 0 0 0,0 0 0 0 0,0 0 0 0 0,1 0 0 0 0,-1 0 0 0 0,0 0 0 0 0,0 0 0 0 0,0 0 0 0 0,0 0 0 0 0,0 0 0 0 0,0 0 0 0 0,1 0 1 0 0,-1 0-1 0 0,0 0 0 0 0,0 0 0 0 0,0 0 0 0 0,0 0 0 0 0,0 0 0 0 0,1 0 0 0 0,-1 0 0 0 0,0 0 0 0 0,0 0 0 0 0,0 0 0 0 0,0 0 0 0 0,0 0 0 0 0,0 0 0 0 0,1 0 0 0 0,-1 0 0 0 0,0 0 0 0 0,0 0 0 0 0,0 0 0 0 0,8 7 155 0 0,0 0-3 0 0,0 0 1 0 0,0 0-1 0 0,15 8 0 0 0,-18-12-64 0 0,1 0 0 0 0,-1-1 0 0 0,1 1 1 0 0,0-1-1 0 0,0 0 0 0 0,0-1 0 0 0,0 0 0 0 0,0 0 0 0 0,0 0 1 0 0,1 0-1 0 0,-1-1 0 0 0,0 0 0 0 0,0-1 0 0 0,1 1 0 0 0,-1-1 0 0 0,8-2 1 0 0,2-2 183 0 0,1 0-1 0 0,-1-1 1 0 0,0-1 0 0 0,23-14 0 0 0,-33 18-155 0 0,-3 2-47 0 0,1-1 0 0 0,-1 0 0 0 0,0 0 0 0 0,0 0 1 0 0,2-3-1 0 0,-4 5-45 0 0,0 0-81 0 0,-1 8 403 0 0,1 86 508 0 0,1-24 30 0 0,-2-69-881 0 0,0 0 0 0 0,0 0 0 0 0,1 0 0 0 0,-1 0 0 0 0,0 0 0 0 0,0-1-1 0 0,0 1 1 0 0,1 0 0 0 0,-1 0 0 0 0,0 0 0 0 0,1 0 0 0 0,-1 0 0 0 0,1 0 0 0 0,-1 0 0 0 0,2 0 0 0 0,-1 1 154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14.0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8 314 6553 0 0,'0'0'13'0'0,"-1"0"0"0"0,0-1 0 0 0,1 1-1 0 0,-1-1 1 0 0,1 1 0 0 0,-1-1 0 0 0,1 1 0 0 0,-1-1-1 0 0,1 1 1 0 0,0-1 0 0 0,-1 1 0 0 0,1-1-1 0 0,0 0 1 0 0,-1 1 0 0 0,1-1 0 0 0,0 0-1 0 0,0 1 1 0 0,0-1 0 0 0,-1 0 0 0 0,1 1-1 0 0,0-1 1 0 0,0 0 0 0 0,0 1 0 0 0,0-1 0 0 0,0 0-1 0 0,0 1 1 0 0,0-1 0 0 0,0 0 0 0 0,1 1-1 0 0,-1-1 1 0 0,0 0 0 0 0,0 1 0 0 0,1-2-1 0 0,0 0-8 0 0,-1 0-1 0 0,1 0 0 0 0,0 0 1 0 0,0 0-1 0 0,1 0 0 0 0,-1 1 1 0 0,0-1-1 0 0,3-2 0 0 0,2-1 13 0 0,1 0 0 0 0,0 0 0 0 0,0 1 0 0 0,1 0-1 0 0,-1 1 1 0 0,1 0 0 0 0,0 0 0 0 0,0 0 0 0 0,0 1-1 0 0,0 0 1 0 0,10 0 0 0 0,5-1 456 0 0,0 1 0 0 0,41 3 0 0 0,-31 2 161 0 0,39 1 315 0 0,-65-4-818 0 0,0-1 0 0 0,0 0 0 0 0,0 0 1 0 0,0 0-1 0 0,-1-1 0 0 0,1 0 0 0 0,12-5 0 0 0,-19 7-128 0 0,1 0 0 0 0,-1 0 0 0 0,1-1 0 0 0,-1 1 0 0 0,0 0 0 0 0,1 0 0 0 0,-1 0 0 0 0,0 0 0 0 0,1-1 0 0 0,-1 1 0 0 0,0 0 0 0 0,1-1 0 0 0,-1 1 0 0 0,0 0 0 0 0,0 0 0 0 0,1-1 0 0 0,-1 1 0 0 0,0 0 0 0 0,0-1-1 0 0,1 1 1 0 0,-1-1 0 0 0,0 1 0 0 0,0 0 0 0 0,0-1 0 0 0,0 1 0 0 0,0-1 0 0 0,0 1 0 0 0,0 0 0 0 0,0-1 0 0 0,0 1 0 0 0,0-1 0 0 0,0 0 20 0 0,-1 0-1 0 0,1 0 1 0 0,-1 0 0 0 0,1 0-1 0 0,-1 1 1 0 0,1-1 0 0 0,-1 0-1 0 0,0 1 1 0 0,1-1 0 0 0,-1 0-1 0 0,0 1 1 0 0,0-1 0 0 0,0 0-1 0 0,-4-2 14 0 0,0 1-1 0 0,1 0 1 0 0,-1 0-1 0 0,-6-2 0 0 0,-11-1 265 0 0,-1 1 0 0 0,-24-2-1 0 0,35 5-137 0 0,0 1 0 0 0,0 0 0 0 0,0 1 0 0 0,1 0 0 0 0,-22 6 0 0 0,33-7-160 0 0,-1 0 0 0 0,1 0 0 0 0,-1 0 0 0 0,0 0 0 0 0,1 0 0 0 0,-1 0-1 0 0,1 1 1 0 0,-1-1 0 0 0,1 0 0 0 0,-1 0 0 0 0,1 1 0 0 0,-1-1 0 0 0,1 0-1 0 0,-1 0 1 0 0,1 1 0 0 0,0-1 0 0 0,-1 1 0 0 0,1-1 0 0 0,-1 0 0 0 0,1 1-1 0 0,0-1 1 0 0,-1 1 0 0 0,1 0 0 0 0,0-1 7 0 0,0 1-1 0 0,0-1 1 0 0,1 1 0 0 0,-1-1-1 0 0,0 0 1 0 0,1 1 0 0 0,-1-1-1 0 0,0 0 1 0 0,1 1 0 0 0,-1-1-1 0 0,0 0 1 0 0,1 1 0 0 0,-1-1-1 0 0,1 0 1 0 0,-1 0 0 0 0,1 1-1 0 0,-1-1 1 0 0,1 0-1 0 0,0 0 1 0 0,27 7 331 0 0,30 0 691 0 0,73 0 1 0 0,-131-7-1029 0 0,0 0-1 0 0,0 0 1 0 0,1 0 0 0 0,-1 0 0 0 0,0 0-1 0 0,0 0 1 0 0,0 0 0 0 0,0 0 0 0 0,1 0-1 0 0,-1 0 1 0 0,0 0 0 0 0,0 0-1 0 0,0 0 1 0 0,0 0 0 0 0,1 0 0 0 0,-1 0-1 0 0,0 0 1 0 0,0 0 0 0 0,0 0 0 0 0,0 0-1 0 0,1 0 1 0 0,-1 0 0 0 0,0 0 0 0 0,0 0-1 0 0,0 0 1 0 0,0 0 0 0 0,0-1 0 0 0,0 1-1 0 0,1 0 1 0 0,-1 0 0 0 0,0 0-1 0 0,0 0 1 0 0,0 0 0 0 0,0 0 0 0 0,0-1-1 0 0,0 1 1 0 0,0 0 0 0 0,0 0 0 0 0,0 0-1 0 0,1 0 1 0 0,-1 0 0 0 0,0-1 0 0 0,0 1-1 0 0,0 0 1 0 0,0 0 0 0 0,0 0-1 0 0,0-1 1 0 0,-7-7 108 0 0,-12-6 168 0 0,15 12-283 0 0,-11-6 95 0 0,0 0 1 0 0,-20-8-1 0 0,31 15-58 0 0,-1-1 0 0 0,0 1 0 0 0,1 0 0 0 0,-1 0 0 0 0,0 0 0 0 0,1 1 0 0 0,-1 0 0 0 0,0 0 0 0 0,1 0 0 0 0,-1 0 0 0 0,0 1 0 0 0,0 0 0 0 0,-5 1 0 0 0,10-2-28 0 0,0 0 1 0 0,-1 0-1 0 0,1 0 1 0 0,-1 0-1 0 0,1 1 0 0 0,0-1 1 0 0,-1 0-1 0 0,1 0 1 0 0,-1 0-1 0 0,1 1 1 0 0,0-1-1 0 0,-1 0 1 0 0,1 0-1 0 0,0 1 0 0 0,0-1 1 0 0,-1 0-1 0 0,1 1 1 0 0,0-1-1 0 0,-1 0 1 0 0,1 1-1 0 0,0-1 1 0 0,0 0-1 0 0,0 1 0 0 0,0-1 1 0 0,-1 1-1 0 0,1-1 1 0 0,0 0-1 0 0,0 1 1 0 0,0-1-1 0 0,0 1 1 0 0,0 0-1 0 0,0 0 5 0 0,0 0 0 0 0,1 0 0 0 0,-1 0 0 0 0,1 0-1 0 0,-1 0 1 0 0,1 0 0 0 0,-1 0 0 0 0,1 0 0 0 0,0 0 0 0 0,-1 0 0 0 0,2 1 0 0 0,2 2 30 0 0,0 0 0 0 0,0-1 0 0 0,0 1 1 0 0,5 2-1 0 0,7 4 98 0 0,-9-5-54 0 0,1 0 0 0 0,0 0 0 0 0,0-1 0 0 0,0 0 0 0 0,1-1 0 0 0,15 5 0 0 0,-23-8-79 0 0,-1 1 0 0 0,1-1 0 0 0,-1 0 0 0 0,1 0 0 0 0,-1 0 0 0 0,1 0 0 0 0,-1 0 0 0 0,1 0 0 0 0,-1 0 0 0 0,1 0 0 0 0,-1 0 1 0 0,1 0-1 0 0,-1 0 0 0 0,1 0 0 0 0,-1 0 0 0 0,1 0 0 0 0,-1 0 0 0 0,1 0 0 0 0,-1 0 0 0 0,1-1 0 0 0,-1 1 0 0 0,1 0 0 0 0,-1 0 1 0 0,0-1-1 0 0,1 1 0 0 0,-1 0 0 0 0,1-1 0 0 0,-1 1 0 0 0,0 0 0 0 0,1-1 0 0 0,-1 1 0 0 0,0 0 0 0 0,1-1 0 0 0,-1 1 0 0 0,0-1 0 0 0,0 1 1 0 0,0-1-1 0 0,1 1 0 0 0,-1-1 0 0 0,0 1 0 0 0,0-1 0 0 0,0 1 0 0 0,0-1 0 0 0,0 1 0 0 0,0-1 0 0 0,0 1 0 0 0,0-1 0 0 0,0 1 0 0 0,0-1 1 0 0,0 1-1 0 0,0-1 0 0 0,0 1 0 0 0,0-1 0 0 0,0 1 0 0 0,0-1 0 0 0,-1 1 0 0 0,1-1 0 0 0,-1-2-13 0 0,0 0 0 0 0,-1 0 0 0 0,1 0 0 0 0,-1 1 1 0 0,1-1-1 0 0,-1 0 0 0 0,-4-3 0 0 0,-4-5-197 0 0,-2 2 0 0 0,1-1 0 0 0,-1 2 0 0 0,-1-1 0 0 0,-20-9 0 0 0,23 13 147 0 0,0 1 1 0 0,0 0-1 0 0,0 1 1 0 0,-1 0-1 0 0,0 0 1 0 0,0 1 0 0 0,1 1-1 0 0,-14-1 1 0 0,21 2 74 0 0,1 0 0 0 0,0 0 1 0 0,0 0-1 0 0,0 0 0 0 0,-1 1 1 0 0,1-1-1 0 0,0 1 0 0 0,0-1 1 0 0,0 1-1 0 0,0 0 0 0 0,0 0 1 0 0,0 0-1 0 0,0 0 0 0 0,0 0 0 0 0,0 0 1 0 0,1 0-1 0 0,-1 1 0 0 0,0-1 1 0 0,1 1-1 0 0,-3 2 0 0 0,3-2-1 0 0,0 0 0 0 0,0-1-1 0 0,0 1 1 0 0,1 0-1 0 0,-1 0 1 0 0,1 0-1 0 0,-1 0 1 0 0,1 0-1 0 0,0 0 1 0 0,-1 0-1 0 0,1 1 1 0 0,0-1-1 0 0,1 0 1 0 0,-1 0 0 0 0,0 0-1 0 0,1 0 1 0 0,-1 0-1 0 0,1 0 1 0 0,-1 0-1 0 0,1 0 1 0 0,2 3-1 0 0,1 3 50 0 0,0-1-1 0 0,1 1 1 0 0,0-1-1 0 0,0 0 0 0 0,1-1 1 0 0,0 1-1 0 0,0-1 0 0 0,1 0 1 0 0,0-1-1 0 0,0 0 1 0 0,0 0-1 0 0,0 0 0 0 0,12 5 1 0 0,-17-9-49 0 0,-1-1 0 0 0,1 1 1 0 0,0 0-1 0 0,0-1 0 0 0,0 1 1 0 0,0-1-1 0 0,-1 1 0 0 0,1-1 1 0 0,0 0-1 0 0,0 0 0 0 0,0 0 0 0 0,0 0 1 0 0,0 0-1 0 0,0-1 0 0 0,0 1 1 0 0,0 0-1 0 0,0-1 0 0 0,-1 1 1 0 0,1-1-1 0 0,0 0 0 0 0,0 0 0 0 0,-1 1 1 0 0,1-1-1 0 0,0 0 0 0 0,-1-1 1 0 0,1 1-1 0 0,-1 0 0 0 0,3-3 1 0 0,-2 2-33 0 0,0-1 0 0 0,0 0 1 0 0,-1 1-1 0 0,1-1 1 0 0,-1 0-1 0 0,0 0 1 0 0,0 1-1 0 0,0-1 0 0 0,0 0 1 0 0,0 0-1 0 0,-1 0 1 0 0,1-1-1 0 0,-1 1 0 0 0,0 0 1 0 0,0 0-1 0 0,0 0 1 0 0,-1-4-1 0 0,0 0-64 0 0,0 0-1 0 0,-1 0 1 0 0,0 0 0 0 0,-1 0-1 0 0,1 1 1 0 0,-1-1-1 0 0,-1 1 1 0 0,1 0 0 0 0,-1 0-1 0 0,0 0 1 0 0,-7-7 0 0 0,8 10 49 0 0,0 0 0 0 0,0 0 0 0 0,0 0 1 0 0,0 0-1 0 0,-1 0 0 0 0,0 1 1 0 0,1 0-1 0 0,-1-1 0 0 0,0 2 0 0 0,0-1 1 0 0,0 0-1 0 0,-1 1 0 0 0,1 0 1 0 0,0 0-1 0 0,0 0 0 0 0,-1 0 1 0 0,1 1-1 0 0,0-1 0 0 0,-8 1 0 0 0,11 0 45 0 0,-1 0 0 0 0,0 0 0 0 0,1 1 0 0 0,-1-1 0 0 0,0 0 0 0 0,1 1 0 0 0,-1-1 0 0 0,0 1 0 0 0,1-1-1 0 0,-1 1 1 0 0,1 0 0 0 0,-1 0 0 0 0,1-1 0 0 0,-1 1 0 0 0,1 0 0 0 0,-1 0 0 0 0,1 1 0 0 0,0-1 0 0 0,0 0-1 0 0,-1 0 1 0 0,1 1 0 0 0,0-1 0 0 0,0 0 0 0 0,0 1 0 0 0,1-1 0 0 0,-1 1 0 0 0,0 0 0 0 0,1-1 0 0 0,-1 1 0 0 0,0-1-1 0 0,1 1 1 0 0,0 0 0 0 0,-1-1 0 0 0,1 3 0 0 0,0 0 19 0 0,0-1 0 0 0,1 1 1 0 0,-1 0-1 0 0,1-1 0 0 0,0 1 0 0 0,0-1 0 0 0,0 1 1 0 0,0-1-1 0 0,1 0 0 0 0,0 1 0 0 0,-1-1 0 0 0,1 0 1 0 0,0 0-1 0 0,0 0 0 0 0,4 3 0 0 0,2 2 46 0 0,0-1-1 0 0,0 0 0 0 0,1-1 0 0 0,0 0 1 0 0,1 0-1 0 0,-1-1 0 0 0,1 0 0 0 0,0-1 1 0 0,0 0-1 0 0,1 0 0 0 0,-1-1 0 0 0,1-1 1 0 0,-1 1-1 0 0,1-2 0 0 0,21 1 0 0 0,-29-2-60 0 0,-1 0 0 0 0,0 0 0 0 0,1-1 0 0 0,-1 1 0 0 0,0-1-1 0 0,0 1 1 0 0,0-1 0 0 0,1 0 0 0 0,-1 0 0 0 0,0 0 0 0 0,0 0 0 0 0,0 0-1 0 0,-1-1 1 0 0,1 1 0 0 0,3-3 0 0 0,-4 3-25 0 0,0-1-1 0 0,0 1 1 0 0,0-1-1 0 0,-1 1 1 0 0,1-1-1 0 0,0 1 1 0 0,-1-1 0 0 0,1 0-1 0 0,-1 1 1 0 0,1-1-1 0 0,-1 0 1 0 0,0 1 0 0 0,0-1-1 0 0,0 0 1 0 0,0 1-1 0 0,0-1 1 0 0,0 0-1 0 0,0 1 1 0 0,0-1 0 0 0,-1 0-1 0 0,1 1 1 0 0,-2-3-1 0 0,0-4-102 0 0,-2 1 1 0 0,1 0-1 0 0,-1 0 0 0 0,0 0 0 0 0,0 0 0 0 0,-1 1 0 0 0,0-1 0 0 0,0 1 1 0 0,-1 1-1 0 0,0-1 0 0 0,-11-8 0 0 0,12 10 112 0 0,0 0 1 0 0,0 1 0 0 0,0 0-1 0 0,0 0 1 0 0,-1 0-1 0 0,0 1 1 0 0,1 0-1 0 0,-1 0 1 0 0,0 0-1 0 0,0 1 1 0 0,0-1-1 0 0,0 2 1 0 0,0-1-1 0 0,0 1 1 0 0,-12 0-1 0 0,16 0 12 0 0,0 0-1 0 0,0 1 1 0 0,0-1 0 0 0,0 1-1 0 0,1-1 1 0 0,-1 1-1 0 0,0 0 1 0 0,0 0 0 0 0,1-1-1 0 0,-1 1 1 0 0,0 0-1 0 0,1 1 1 0 0,-1-1 0 0 0,1 0-1 0 0,0 0 1 0 0,-1 1-1 0 0,1-1 1 0 0,0 0 0 0 0,0 1-1 0 0,0 0 1 0 0,0-1-1 0 0,0 1 1 0 0,0-1 0 0 0,0 1-1 0 0,0 0 1 0 0,0 3-1 0 0,0-2 9 0 0,1 0-1 0 0,0 0 0 0 0,-1 0 0 0 0,2 0 1 0 0,-1 0-1 0 0,0 0 0 0 0,0 0 1 0 0,1-1-1 0 0,0 1 0 0 0,-1 0 0 0 0,1 0 1 0 0,0 0-1 0 0,1-1 0 0 0,-1 1 0 0 0,0 0 1 0 0,4 3-1 0 0,1 3 60 0 0,2 0 1 0 0,-1 0-1 0 0,1-1 0 0 0,0-1 1 0 0,1 1-1 0 0,0-1 0 0 0,13 8 1 0 0,-14-11-26 0 0,-1 1 0 0 0,1-2 0 0 0,0 1 0 0 0,0-1 1 0 0,0 0-1 0 0,1-1 0 0 0,-1 1 0 0 0,1-2 0 0 0,-1 1 1 0 0,12-1-1 0 0,-18-1-47 0 0,0 0 0 0 0,-1 0 1 0 0,1 0-1 0 0,0 0 0 0 0,0 0 1 0 0,0-1-1 0 0,-1 1 0 0 0,1-1 1 0 0,0 1-1 0 0,0-1 0 0 0,-1 0 1 0 0,1 1-1 0 0,0-1 0 0 0,-1 0 1 0 0,1 0-1 0 0,-1 0 0 0 0,1 0 1 0 0,-1-1-1 0 0,0 1 0 0 0,0 0 1 0 0,1-1-1 0 0,-1 1 0 0 0,0 0 1 0 0,2-4-1 0 0,-2 2-34 0 0,0 0-1 0 0,0 1 1 0 0,-1-1 0 0 0,1 0 0 0 0,-1 0-1 0 0,1 0 1 0 0,-1 0 0 0 0,0 0 0 0 0,0 0-1 0 0,0 0 1 0 0,0 0 0 0 0,-1 0 0 0 0,1 0-1 0 0,-3-5 1 0 0,1 1-91 0 0,-1-1 1 0 0,-1 1-1 0 0,1 0 1 0 0,-1 0-1 0 0,-1 0 1 0 0,1 0-1 0 0,-1 1 1 0 0,0 0-1 0 0,-1 0 1 0 0,-11-10-1 0 0,10 10 79 0 0,-1 0 0 0 0,1 1 0 0 0,-1-1 0 0 0,0 2 0 0 0,0-1 0 0 0,-1 1 0 0 0,1 1 0 0 0,-1-1-1 0 0,-10-1 1 0 0,15 4 60 0 0,1 0-1 0 0,-1 1 1 0 0,0 0-1 0 0,0-1 1 0 0,0 1-1 0 0,0 1 1 0 0,0-1-1 0 0,0 0 1 0 0,0 1 0 0 0,-5 1-1 0 0,8-1-13 0 0,0-1 0 0 0,0 1 0 0 0,0-1 0 0 0,-1 1 0 0 0,1 0 0 0 0,0-1 0 0 0,0 1 0 0 0,1 0 0 0 0,-1 0 0 0 0,0-1 0 0 0,0 1 0 0 0,0 0 0 0 0,0 0 0 0 0,1 0 0 0 0,-1 0 0 0 0,0 0 0 0 0,1 0 0 0 0,-1 0 0 0 0,1 1 0 0 0,0-1 0 0 0,-1 0 0 0 0,1 0 0 0 0,0 0 0 0 0,-1 0 1 0 0,1 1-1 0 0,0-1 0 0 0,0 0 0 0 0,0 0 0 0 0,0 0 0 0 0,0 1 0 0 0,0-1 0 0 0,0 0 0 0 0,1 0 0 0 0,-1 0 0 0 0,0 1 0 0 0,1 0 0 0 0,2 4 35 0 0,-1 1 0 0 0,1-1 0 0 0,1 0 0 0 0,-1 0-1 0 0,1-1 1 0 0,0 1 0 0 0,0-1 0 0 0,0 1 0 0 0,1-1 0 0 0,0-1 0 0 0,0 1 0 0 0,8 5 0 0 0,2 1 102 0 0,1-1 0 0 0,0 0 0 0 0,23 9 0 0 0,-27-14 1 0 0,23 7-1 0 0,-31-10-125 0 0,0-1 0 0 0,0-1 1 0 0,0 1-1 0 0,-1-1 0 0 0,1 1 1 0 0,0-1-1 0 0,0 0 0 0 0,0-1 1 0 0,0 1-1 0 0,6-2 0 0 0,-8 2-11 0 0,-1-1 1 0 0,0 1-1 0 0,0-1 1 0 0,0 1-1 0 0,0-1 0 0 0,0 1 1 0 0,0-1-1 0 0,0 0 0 0 0,-1 1 1 0 0,1-1-1 0 0,0 0 0 0 0,0 0 1 0 0,0 0-1 0 0,-1 0 0 0 0,1 1 1 0 0,0-1-1 0 0,-1 0 1 0 0,1 0-1 0 0,-1 0 0 0 0,1 0 1 0 0,0-3-1 0 0,-1 2-27 0 0,1 0 1 0 0,-1-1-1 0 0,0 1 0 0 0,0-1 0 0 0,0 1 1 0 0,0 0-1 0 0,0-1 0 0 0,-1 1 1 0 0,1 0-1 0 0,-2-3 0 0 0,-1-5-182 0 0,-1 0 1 0 0,-1 0-1 0 0,-8-15 0 0 0,11 24 166 0 0,-5-11-180 0 0,-1 0 0 0 0,0 1 0 0 0,-1 0 0 0 0,0 0 0 0 0,-16-13 0 0 0,20 20 167 0 0,0-1-1 0 0,-1 1 1 0 0,0 0 0 0 0,0 0 0 0 0,0 1-1 0 0,0 0 1 0 0,-1 0 0 0 0,1 0 0 0 0,-1 1-1 0 0,0 0 1 0 0,0 0 0 0 0,-10-1 0 0 0,15 3 60 0 0,0 0-1 0 0,1-1 1 0 0,-1 1 0 0 0,0 0 0 0 0,0 0 0 0 0,0 1 0 0 0,1-1 0 0 0,-1 0 0 0 0,0 1 0 0 0,0-1-1 0 0,1 0 1 0 0,-1 1 0 0 0,0 0 0 0 0,1 0 0 0 0,-1-1 0 0 0,1 1 0 0 0,-1 0 0 0 0,1 0 0 0 0,-1 0 0 0 0,1 0-1 0 0,0 1 1 0 0,-1-1 0 0 0,1 0 0 0 0,0 1 0 0 0,0-1 0 0 0,0 0 0 0 0,0 1 0 0 0,0 0 0 0 0,0-1 0 0 0,0 3-1 0 0,0 0 18 0 0,0 0-1 0 0,0 0 0 0 0,0 0 0 0 0,1 0 0 0 0,0 0 1 0 0,0 0-1 0 0,0 0 0 0 0,0 0 0 0 0,1 0 0 0 0,0 0 1 0 0,0 0-1 0 0,1 5 0 0 0,3 3 52 0 0,-1-1-1 0 0,2 0 1 0 0,-1 0-1 0 0,2 0 1 0 0,-1-1-1 0 0,1 0 1 0 0,1 0-1 0 0,0-1 1 0 0,0 0-1 0 0,1 0 1 0 0,0-1-1 0 0,1 0 1 0 0,11 8-1 0 0,-18-14-48 0 0,1 0-1 0 0,0 1 0 0 0,-1-1 0 0 0,1 0 0 0 0,0-1 1 0 0,0 1-1 0 0,1-1 0 0 0,-1 0 0 0 0,0 0 1 0 0,0 0-1 0 0,1 0 0 0 0,-1-1 0 0 0,0 0 0 0 0,1 0 1 0 0,6 0-1 0 0,-8-1-33 0 0,-1 1 0 0 0,1-1 1 0 0,0 0-1 0 0,-1 0 0 0 0,1 0 0 0 0,0 0 0 0 0,-1 0 0 0 0,0 0 1 0 0,1-1-1 0 0,-1 1 0 0 0,0-1 0 0 0,0 0 0 0 0,1 0 1 0 0,-1 0-1 0 0,-1 0 0 0 0,1 0 0 0 0,0 0 0 0 0,0 0 1 0 0,-1 0-1 0 0,1-1 0 0 0,-1 1 0 0 0,0-1 0 0 0,0 1 1 0 0,0-1-1 0 0,1-3 0 0 0,0 1-63 0 0,-1-1 0 0 0,-1 1 0 0 0,1-1 0 0 0,-1 1 0 0 0,0-1 0 0 0,0 1 0 0 0,0-1 0 0 0,-1 1 0 0 0,1 0 0 0 0,-1-1 0 0 0,-1 1 0 0 0,-2-7 0 0 0,1 4-53 0 0,0 1 0 0 0,-1-1 0 0 0,0 1 0 0 0,0 0 0 0 0,-1 0 0 0 0,0 1 0 0 0,0-1 0 0 0,-6-5 0 0 0,5 6 20 0 0,-1 0 0 0 0,1 1 0 0 0,-1 0 0 0 0,0 0 0 0 0,0 1 0 0 0,-1 0 1 0 0,-13-6-1 0 0,15 8 97 0 0,1 0 1 0 0,-1 1-1 0 0,1-1 1 0 0,-1 1-1 0 0,0 1 1 0 0,1-1 0 0 0,-1 1-1 0 0,0 0 1 0 0,0 0-1 0 0,1 1 1 0 0,-11 1-1 0 0,13-1 22 0 0,0 0 0 0 0,0-1 0 0 0,0 2 0 0 0,0-1 0 0 0,0 0 0 0 0,0 0 0 0 0,1 1 0 0 0,-1 0 0 0 0,0 0-1 0 0,1-1 1 0 0,-1 1 0 0 0,1 1 0 0 0,0-1 0 0 0,0 0 0 0 0,-1 1 0 0 0,2-1 0 0 0,-1 1 0 0 0,0-1 0 0 0,0 1 0 0 0,1 0-1 0 0,-1 0 1 0 0,1 0 0 0 0,0 0 0 0 0,0 0 0 0 0,0 0 0 0 0,0 6 0 0 0,0-4 20 0 0,1 0 0 0 0,0 1 1 0 0,0-1-1 0 0,1 1 0 0 0,0-1 0 0 0,0 0 1 0 0,0 0-1 0 0,0 1 0 0 0,1-1 0 0 0,0 0 1 0 0,0 0-1 0 0,0 0 0 0 0,1-1 0 0 0,-1 1 1 0 0,5 5-1 0 0,-1-3 30 0 0,0 1 1 0 0,1-1-1 0 0,0 0 0 0 0,1 0 1 0 0,0 0-1 0 0,0-1 1 0 0,0-1-1 0 0,14 8 0 0 0,-18-11-41 0 0,-1 0-1 0 0,1 0 0 0 0,-1-1 1 0 0,1 0-1 0 0,0 1 1 0 0,-1-1-1 0 0,1-1 0 0 0,0 1 1 0 0,0 0-1 0 0,0-1 1 0 0,0 0-1 0 0,-1 0 0 0 0,1 0 1 0 0,0-1-1 0 0,0 1 1 0 0,0-1-1 0 0,0 0 0 0 0,-1 0 1 0 0,1 0-1 0 0,0 0 1 0 0,-1-1-1 0 0,1 1 0 0 0,-1-1 1 0 0,0 0-1 0 0,5-3 1 0 0,-6 3-48 0 0,0 0 1 0 0,0 0-1 0 0,0 0 1 0 0,0 0-1 0 0,0 0 1 0 0,0-1-1 0 0,-1 1 0 0 0,1-1 1 0 0,-1 1-1 0 0,0-1 1 0 0,1 1-1 0 0,-1-1 1 0 0,0 0-1 0 0,0 0 1 0 0,-1 1-1 0 0,1-5 1 0 0,0 3-40 0 0,-1 0 0 0 0,-1-1 1 0 0,1 1-1 0 0,0 0 0 0 0,-1 0 0 0 0,0 0 1 0 0,0 0-1 0 0,0 0 0 0 0,-1 0 1 0 0,-2-5-1 0 0,-1 0-95 0 0,0 0 1 0 0,-1 0-1 0 0,0 1 0 0 0,0-1 1 0 0,-1 1-1 0 0,0 1 0 0 0,0-1 1 0 0,-12-7-1 0 0,11 9 54 0 0,0 0 0 0 0,-1 0-1 0 0,0 1 1 0 0,0 0 0 0 0,-1 1 0 0 0,1 0-1 0 0,-1 1 1 0 0,-10-3 0 0 0,16 5 119 0 0,1 0 0 0 0,-1 1 1 0 0,0-1-1 0 0,0 1 0 0 0,1 0 0 0 0,-1 0 1 0 0,0 0-1 0 0,0 1 0 0 0,1-1 0 0 0,-1 1 1 0 0,1 0-1 0 0,-1 0 0 0 0,0 0 0 0 0,1 0 1 0 0,-1 1-1 0 0,1 0 0 0 0,0-1 0 0 0,0 1 1 0 0,0 0-1 0 0,0 1 0 0 0,0-1 0 0 0,0 0 1 0 0,0 1-1 0 0,1 0 0 0 0,-4 4 0 0 0,4-4 6 0 0,0 0-1 0 0,0 0 0 0 0,0 0 1 0 0,1 0-1 0 0,-1 0 0 0 0,1 0 1 0 0,0 1-1 0 0,0-1 0 0 0,0 1 1 0 0,0-1-1 0 0,1 1 0 0 0,-1-1 0 0 0,1 8 1 0 0,1-5 22 0 0,0 0 1 0 0,0 0-1 0 0,0 0 0 0 0,1 0 1 0 0,-1 0-1 0 0,2 0 0 0 0,3 8 1 0 0,2 0 76 0 0,0 0 1 0 0,2-1 0 0 0,-1 0-1 0 0,2 0 1 0 0,13 13 0 0 0,-15-17-26 0 0,0-1 1 0 0,0 0-1 0 0,13 7 1 0 0,-19-12-72 0 0,0-2 0 0 0,1 1 0 0 0,-1 0 1 0 0,0 0-1 0 0,1-1 0 0 0,-1 0 0 0 0,1 0 0 0 0,0 0 0 0 0,-1 0 0 0 0,1-1 1 0 0,0 1-1 0 0,-1-1 0 0 0,1 0 0 0 0,7 0 0 0 0,-9-1-20 0 0,0 1 0 0 0,0-1 0 0 0,0 0-1 0 0,0 0 1 0 0,-1 0 0 0 0,1 0 0 0 0,0 0 0 0 0,0 0-1 0 0,-1 0 1 0 0,1 0 0 0 0,-1-1 0 0 0,1 1 0 0 0,-1-1-1 0 0,1 1 1 0 0,-1-1 0 0 0,0 1 0 0 0,0-1 0 0 0,0 0 0 0 0,0 0-1 0 0,0 0 1 0 0,0 1 0 0 0,0-1 0 0 0,-1 0 0 0 0,1 0-1 0 0,-1 0 1 0 0,1 0 0 0 0,-1 0 0 0 0,0-4 0 0 0,1-2-79 0 0,-1 1 0 0 0,0-1-1 0 0,-1 0 1 0 0,0 0 0 0 0,0 1 0 0 0,-3-10 0 0 0,0 2-140 0 0,-1 0 1 0 0,-1 0-1 0 0,-1 0 0 0 0,0 1 0 0 0,-1 0 0 0 0,0 1 0 0 0,-1-1 0 0 0,0 2 0 0 0,-18-19 1 0 0,24 29 165 0 0,1-1 0 0 0,-1 1-1 0 0,-1 0 1 0 0,1-1 0 0 0,0 1 0 0 0,0 1 0 0 0,-1-1 0 0 0,1 0 0 0 0,-1 1 0 0 0,0 0 0 0 0,-5-2 0 0 0,8 3 43 0 0,-1 0 0 0 0,1 0-1 0 0,0 0 1 0 0,0 0 0 0 0,0 0-1 0 0,0 0 1 0 0,0 0 0 0 0,0 0-1 0 0,0 1 1 0 0,0-1 0 0 0,0 0 0 0 0,0 1-1 0 0,0-1 1 0 0,0 1 0 0 0,0-1-1 0 0,0 1 1 0 0,-2 0 0 0 0,2 0 14 0 0,0 1 0 0 0,0-1-1 0 0,1 0 1 0 0,-1 0 0 0 0,0 0 0 0 0,1 1 0 0 0,-1-1 0 0 0,0 0 0 0 0,1 1 0 0 0,0-1 0 0 0,-1 0-1 0 0,1 1 1 0 0,0-1 0 0 0,0 1 0 0 0,0-1 0 0 0,-1 1 0 0 0,2 1 0 0 0,-1 3 31 0 0,1-1 1 0 0,0 1-1 0 0,0-1 1 0 0,1 1-1 0 0,-1-1 1 0 0,1 1-1 0 0,0-1 1 0 0,1 0 0 0 0,-1 0-1 0 0,1 0 1 0 0,0 0-1 0 0,0-1 1 0 0,1 1-1 0 0,0-1 1 0 0,-1 1-1 0 0,6 2 1 0 0,2 4 75 0 0,0-1 0 0 0,2-1 0 0 0,-1 0 0 0 0,25 12 0 0 0,-25-14 45 0 0,2-1 0 0 0,26 8 0 0 0,-35-13-128 0 0,0 1 0 0 0,0-1 0 0 0,0-1 0 0 0,0 1 1 0 0,0-1-1 0 0,0 1 0 0 0,0-2 0 0 0,0 1 0 0 0,0 0 0 0 0,0-1 0 0 0,8-2 1 0 0,-11 3-32 0 0,-1-1 1 0 0,0 1-1 0 0,0-1 1 0 0,0 1-1 0 0,0-1 1 0 0,0 1-1 0 0,0-1 1 0 0,0 0-1 0 0,0 1 1 0 0,0-1-1 0 0,0 0 1 0 0,-1 0-1 0 0,1 1 1 0 0,0-1-1 0 0,0 0 1 0 0,-1 0-1 0 0,1 0 1 0 0,-1 0-1 0 0,1 0 1 0 0,-1 0-1 0 0,1 0 1 0 0,-1 0-1 0 0,1-2 1 0 0,-1 1-9 0 0,0 0-1 0 0,0 0 1 0 0,0 0-1 0 0,0 0 1 0 0,0 0 0 0 0,-1 0-1 0 0,1 0 1 0 0,-1 0-1 0 0,1 0 1 0 0,-1 0 0 0 0,0 0-1 0 0,-1-2 1 0 0,-3-5-131 0 0,-1 1 1 0 0,1 0-1 0 0,-1 0 1 0 0,-9-8-1 0 0,1 2-154 0 0,0 0 1 0 0,-1 1-1 0 0,-1 1 1 0 0,-18-11-1 0 0,25 17 211 0 0,-1 1-1 0 0,0 0 1 0 0,0 0 0 0 0,0 1 0 0 0,-1 1 0 0 0,1-1 0 0 0,-1 2-1 0 0,-20-3 1 0 0,28 4 101 0 0,0 1-1 0 0,0 0 1 0 0,-1 0-1 0 0,1 0 1 0 0,0 1 0 0 0,0-1-1 0 0,0 1 1 0 0,-1 0-1 0 0,1 0 1 0 0,0 0-1 0 0,0 0 1 0 0,0 0-1 0 0,0 1 1 0 0,1-1 0 0 0,-1 1-1 0 0,0 0 1 0 0,1 0-1 0 0,-6 4 1 0 0,7-4-6 0 0,-1 1-1 0 0,0-1 1 0 0,1 1 0 0 0,0-1-1 0 0,-1 1 1 0 0,1 0 0 0 0,0-1-1 0 0,0 1 1 0 0,1 0 0 0 0,-1 0 0 0 0,0 0-1 0 0,1-1 1 0 0,0 1 0 0 0,0 0-1 0 0,0 0 1 0 0,0 0 0 0 0,0 0-1 0 0,0 0 1 0 0,1 0 0 0 0,-1 0-1 0 0,2 3 1 0 0,0 0 29 0 0,0 0 0 0 0,1 0 0 0 0,0 0 0 0 0,0 0-1 0 0,0 0 1 0 0,1-1 0 0 0,0 1 0 0 0,0-1 0 0 0,0 0 0 0 0,1 0-1 0 0,-1-1 1 0 0,1 1 0 0 0,0-1 0 0 0,1 0 0 0 0,-1 0 0 0 0,9 4-1 0 0,8 4 77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2.1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1173 6553 0 0,'-1'-1'3'0'0,"1"1"-1"0"0,0-1 0 0 0,0 1 0 0 0,0-1 0 0 0,0 0 0 0 0,1 1 0 0 0,-1-1 0 0 0,0 1 0 0 0,0-1 1 0 0,0 1-1 0 0,0-1 0 0 0,1 1 0 0 0,-1-1 0 0 0,0 1 0 0 0,0-1 0 0 0,1 1 0 0 0,-1-1 0 0 0,0 1 1 0 0,1-1-1 0 0,-1 1 0 0 0,0-1 0 0 0,1 1 0 0 0,-1 0 0 0 0,1-1 0 0 0,0 1 0 0 0,16-14 179 0 0,-10 10-181 0 0,28-21-15 0 0,2 2 0 0 0,71-32 1 0 0,-47 25-3 0 0,432-195-94 0 0,73-38 47 0 0,-515 236 64 0 0,358-211 0 0 0,-354 200 0 0 0,30-20 0 0 0,138-74 0 0 0,-199 119 0 0 0,-5-1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2.4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55 68 6553 0 0,'-7'-10'0'0'0,"-1"-1"0"0"0,0 0 0 0 0,-17-18 0 0 0,22 26 36 0 0,-1-1-113 0 0,28 9 566 0 0,5 2 75 0 0,0-2 0 0 0,44 3 0 0 0,123-15 2582 0 0,-50 0-1084 0 0,-107 6-855 0 0,69 10 0 0 0,43 21 911 0 0,-133-25-1758 0 0,1 1 1 0 0,-1 1-1 0 0,-1 1 1 0 0,1 0-1 0 0,30 21 1 0 0,-42-25-263 0 0,-1 0-1 0 0,0 0 1 0 0,-1 1 0 0 0,1-1 0 0 0,-1 1 0 0 0,0 0 0 0 0,0 0 0 0 0,0 0 0 0 0,-1 1 0 0 0,0-1-1 0 0,0 1 1 0 0,0 0 0 0 0,2 8 0 0 0,-3-6 51 0 0,0 0 0 0 0,-1 0 0 0 0,0 1 0 0 0,0-1 0 0 0,-1 1-1 0 0,0-1 1 0 0,-1 0 0 0 0,0 1 0 0 0,-2 8 0 0 0,-3 8 38 0 0,-2 0-1 0 0,-1 0 1 0 0,-1-1 0 0 0,-1 0 0 0 0,-19 30-1 0 0,11-23-186 0 0,8-14 0 0 0,1 1 0 0 0,0 1 0 0 0,-8 22 0 0 0,18-39 0 0 0,-1 0 0 0 0,0 0 0 0 0,0 0 0 0 0,1 1 0 0 0,0-1 0 0 0,-1 0 0 0 0,1 0 0 0 0,0 0 0 0 0,0 0 0 0 0,0 1 0 0 0,0-1 0 0 0,0 0 0 0 0,1 0 0 0 0,-1 0 0 0 0,0 0 0 0 0,1 0 0 0 0,0 0 0 0 0,0 0 0 0 0,-1 0 0 0 0,1 0 0 0 0,0 0 0 0 0,1 0 0 0 0,-1 0 0 0 0,2 2 0 0 0,11 5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2.8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29 6553 0 0,'6'-8'-22'0'0,"-5"7"35"0"0,-1-1 0 0 0,1 1-1 0 0,0 0 1 0 0,0-1 0 0 0,0 1-1 0 0,0 0 1 0 0,0 0 0 0 0,0 0-1 0 0,0 0 1 0 0,0 0 0 0 0,1 0 0 0 0,-1 0-1 0 0,0 0 1 0 0,0 0 0 0 0,1 1-1 0 0,-1-1 1 0 0,1 1 0 0 0,-1-1-1 0 0,1 1 1 0 0,-1-1 0 0 0,1 1-1 0 0,-1 0 1 0 0,1-1 0 0 0,-1 1-1 0 0,1 0 1 0 0,1 0 0 0 0,32 8 752 0 0,-2 1 1 0 0,1 1 0 0 0,39 19 0 0 0,-60-23-496 0 0,0 1 0 0 0,-1 0 1 0 0,0 1-1 0 0,0 1 0 0 0,-1-1 1 0 0,0 2-1 0 0,0 0 1 0 0,-1 0-1 0 0,-1 1 0 0 0,16 22 1 0 0,-12-11 232 0 0,0 2 1 0 0,-2-1-1 0 0,14 44 1 0 0,16 80 2179 0 0,-27-92-2171 0 0,30 110 2639 0 0,69 164 0 0 0,-81-252-3121 0 0,4-1 1 0 0,3-2 0 0 0,3-1 0 0 0,61 78-1 0 0,-34-61-30 0 0,100 102 0 0 0,-145-170 0 0 0,0 0 0 0 0,54 36 0 0 0,-66-51 0 0 0,1 0 0 0 0,-1 0 0 0 0,1-1 0 0 0,0-1 0 0 0,1 0 0 0 0,-1-1 0 0 0,1-1 0 0 0,0 0 0 0 0,20 2 0 0 0,-4-6 0 0 0,-1-8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3.2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58 237 6553 0 0,'-6'-11'0'0'0,"3"6"0"0"0,0-1 0 0 0,0 1 0 0 0,0 1 0 0 0,0-1 0 0 0,-1 0 0 0 0,-5-4 0 0 0,9 8 9 0 0,-1 1-1 0 0,1 0 0 0 0,-1 0 1 0 0,1 0-1 0 0,-1 0 1 0 0,1 0-1 0 0,-1 0 0 0 0,1 0 1 0 0,-1 0-1 0 0,1 0 0 0 0,0 0 1 0 0,-1 0-1 0 0,1 0 0 0 0,-1 1 1 0 0,1-1-1 0 0,-1 0 1 0 0,1 0-1 0 0,-1 0 0 0 0,1 1 1 0 0,0-1-1 0 0,-1 0 0 0 0,1 0 1 0 0,0 1-1 0 0,-1-1 0 0 0,1 0 1 0 0,0 1-1 0 0,-1-1 0 0 0,1 0 1 0 0,-1 1-1 0 0,-8 14 161 0 0,9-12-104 0 0,-1 0 0 0 0,1 1 0 0 0,0-1 0 0 0,0 1-1 0 0,0-1 1 0 0,1 1 0 0 0,-1-1 0 0 0,1 1 0 0 0,0-1 0 0 0,0 0-1 0 0,0 1 1 0 0,0-1 0 0 0,1 0 0 0 0,-1 0 0 0 0,3 3-1 0 0,5 9 422 0 0,18 22 0 0 0,-24-33-368 0 0,22 27 636 0 0,1-2-1 0 0,1 0 0 0 0,41 32 1 0 0,-52-48-415 0 0,0-1 0 0 0,1-1 1 0 0,0-1-1 0 0,1 0 0 0 0,0-1 1 0 0,0-1-1 0 0,1-1 0 0 0,27 7 0 0 0,-41-13-232 0 0,0 0-1 0 0,0-1 1 0 0,0 1-1 0 0,0-1 1 0 0,-1 0-1 0 0,9-1 1 0 0,-12 1-97 0 0,0 0 0 0 0,0 0 0 0 0,-1-1 1 0 0,1 1-1 0 0,0 0 0 0 0,0 0 0 0 0,0-1 0 0 0,-1 1 0 0 0,1 0 1 0 0,0-1-1 0 0,0 1 0 0 0,-1-1 0 0 0,1 1 0 0 0,0-1 1 0 0,-1 1-1 0 0,1-1 0 0 0,0 0 0 0 0,-1 1 0 0 0,1-1 0 0 0,-1 0 1 0 0,1 1-1 0 0,-1-1 0 0 0,0 0 0 0 0,1 0 0 0 0,-1 0 1 0 0,0 1-1 0 0,1-1 0 0 0,-1 0 0 0 0,0 0 0 0 0,0 0 0 0 0,0 0 1 0 0,0 1-1 0 0,1-1 0 0 0,-1 0 0 0 0,-1 0 0 0 0,1 0 1 0 0,0 0-1 0 0,0 0 0 0 0,0 1 0 0 0,0-1 0 0 0,-1 0 0 0 0,1 0 1 0 0,0 0-1 0 0,-1-1 0 0 0,-22-54-642 0 0,15 40 438 0 0,1 0 0 0 0,1 0 0 0 0,-5-24 1 0 0,6 9-224 0 0,1 0 0 0 0,1-49 0 0 0,13-62-655 0 0,-10 137 1028 0 0,8-45-333 0 0,-7 46 340 0 0,0 0 1 0 0,0 0-1 0 0,1 0 1 0 0,-1 0-1 0 0,1 0 1 0 0,0 1 0 0 0,0-1-1 0 0,0 0 1 0 0,1 1-1 0 0,2-4 1 0 0,-4 7 37 0 0,-1-1 0 0 0,1 1 1 0 0,-1-1-1 0 0,1 1 0 0 0,-1-1 1 0 0,1 1-1 0 0,0 0 0 0 0,-1-1 0 0 0,1 1 1 0 0,0 0-1 0 0,-1 0 0 0 0,1-1 1 0 0,0 1-1 0 0,-1 0 0 0 0,1 0 0 0 0,0 0 1 0 0,0 0-1 0 0,-1 0 0 0 0,1 0 1 0 0,0 0-1 0 0,-1 0 0 0 0,1 0 1 0 0,0 0-1 0 0,-1 1 0 0 0,1-1 0 0 0,0 0 1 0 0,-1 0-1 0 0,1 1 0 0 0,0-1 1 0 0,-1 0-1 0 0,1 1 0 0 0,0-1 1 0 0,-1 0-1 0 0,1 1 0 0 0,-1-1 0 0 0,1 1 1 0 0,-1-1-1 0 0,1 1 0 0 0,0 0 1 0 0,3 4 89 0 0,-1-1 0 0 0,0 1 1 0 0,6 10-1 0 0,-6-10-92 0 0,5 10 203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3.8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1478 6553 0 0,'1'-4'0'0'0,"-1"0"0"0"0,1 0 0 0 0,-1 1 0 0 0,1-1 0 0 0,0 0 0 0 0,0 1 0 0 0,1-1 0 0 0,-1 1 0 0 0,1-1 0 0 0,-1 1 0 0 0,1 0 0 0 0,0-1 0 0 0,3-2 0 0 0,-2 1 0 0 0,19-25 0 0 0,1 0 0 0 0,1 2 0 0 0,44-41 0 0 0,96-63 0 0 0,145-51 0 0 0,-120 78 0 0 0,-45 13 0 0 0,185-155 0 0 0,-230 166 0 0 0,247-194 0 0 0,-212 179 0 0 0,-63 45 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4.2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257 86 6553 0 0,'-8'-8'0'0'0,"6"6"0"0"0,-1-1 0 0 0,1 1 0 0 0,-1-1 0 0 0,1 1 0 0 0,-1 0 0 0 0,0 0 0 0 0,0 0 0 0 0,0 1 0 0 0,0-1 0 0 0,0 1 0 0 0,-1-1 0 0 0,-3 0 0 0 0,-1 0 0 0 0,0 0 0 0 0,0 0 0 0 0,0-1 0 0 0,-9-4 0 0 0,-7-4 0 0 0,12 7-30 0 0,-43-13 212 0 0,51 16-109 0 0,-1 0 0 0 0,0 0 0 0 0,0 1 0 0 0,1 0 0 0 0,-1-1 0 0 0,0 2 0 0 0,0-1 0 0 0,0 0 0 0 0,-7 3-1 0 0,12-3-62 0 0,-1 0-1 0 0,1 0 1 0 0,-1 0-1 0 0,0 0 1 0 0,1 0-1 0 0,-1 0 1 0 0,1 1-1 0 0,-1-1 1 0 0,1 0-1 0 0,-1 1 1 0 0,1-1-1 0 0,-1 0 1 0 0,1 1-1 0 0,-1-1 1 0 0,1 0-1 0 0,-1 1 1 0 0,1-1-1 0 0,0 1 1 0 0,-1-1-1 0 0,1 1 0 0 0,0-1 1 0 0,-1 1-1 0 0,1-1 1 0 0,0 1-1 0 0,0-1 1 0 0,-1 1-1 0 0,1-1 1 0 0,0 1-1 0 0,0-1 1 0 0,0 1-1 0 0,0 0 1 0 0,0-1-1 0 0,0 1 1 0 0,0-1-1 0 0,0 1 1 0 0,0-1-1 0 0,0 1 1 0 0,0 0-1 0 0,0-1 1 0 0,0 1-1 0 0,0-1 0 0 0,1 1 1 0 0,-1-1-1 0 0,0 1 1 0 0,0-1-1 0 0,1 1 1 0 0,-1-1-1 0 0,0 1 1 0 0,1-1-1 0 0,-1 1 1 0 0,0-1-1 0 0,1 1 1 0 0,-1-1-1 0 0,1 1 1 0 0,3 3 131 0 0,0 0 0 0 0,0 0 0 0 0,0 0 0 0 0,6 3 0 0 0,2 1 120 0 0,1-1 1 0 0,-1 0-1 0 0,2-1 0 0 0,-1 0 0 0 0,1-1 0 0 0,0-1 1 0 0,21 5-1 0 0,-3-4 394 0 0,1-1 1 0 0,40 1-1 0 0,181-14 3254 0 0,8 1-170 0 0,-249 8-3501 0 0,0 1 0 0 0,-1 0 0 0 0,1 1 0 0 0,-1 1 0 0 0,1 0 0 0 0,-1 0-1 0 0,18 8 1 0 0,-25-9-171 0 0,-1 0-1 0 0,0 1 1 0 0,0-1-1 0 0,0 1 1 0 0,-1 0-1 0 0,1 0 1 0 0,-1 0-1 0 0,1 0 1 0 0,-1 1-1 0 0,0-1 1 0 0,0 1-1 0 0,-1 0 1 0 0,1 0-1 0 0,-1 0 1 0 0,0 0-1 0 0,0 0 1 0 0,0 0-1 0 0,0 1 0 0 0,-1-1 1 0 0,0 1-1 0 0,0-1 1 0 0,0 1-1 0 0,0 7 1 0 0,-1 2 30 0 0,0 0 1 0 0,-1 0 0 0 0,-1 1-1 0 0,0-1 1 0 0,-1 0-1 0 0,0-1 1 0 0,-9 23-1 0 0,-47 91-227 0 0,41-93 191 0 0,-13 29-61 0 0,-68 150 0 0 0,84-174 0 0 0,-1-3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4.9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6 6553 0 0,'0'-1'5'0'0,"0"1"0"0"0,0 0 0 0 0,-1-1 0 0 0,1 1 0 0 0,0 0 0 0 0,0-1 0 0 0,-1 1 0 0 0,1 0 0 0 0,0-1 0 0 0,-1 1 0 0 0,1 0 0 0 0,-1 0-1 0 0,1-1 1 0 0,0 1 0 0 0,-1 0 0 0 0,1 0 0 0 0,-1 0 0 0 0,1 0 0 0 0,0 0 0 0 0,-1 0 0 0 0,1-1 0 0 0,-1 1 0 0 0,1 0 0 0 0,-1 0 0 0 0,1 0 0 0 0,-1 0 0 0 0,1 0-1 0 0,0 1 1 0 0,-1-1 0 0 0,1 0 0 0 0,-1 0 0 0 0,0 0 0 0 0,-8 14 323 0 0,8-11-298 0 0,0 0 31 0 0,0-1 0 0 0,0 1 0 0 0,1-1 0 0 0,0 1 0 0 0,-1-1-1 0 0,1 1 1 0 0,0 0 0 0 0,0-1 0 0 0,0 1 0 0 0,0-1 0 0 0,1 1 0 0 0,-1-1 0 0 0,1 1 0 0 0,0-1 0 0 0,1 5-1 0 0,3 6 317 0 0,12 21 0 0 0,-9-20-188 0 0,239 516 8761 0 0,-208-435-7421 0 0,77 176 2681 0 0,-86-209-3911 0 0,3-1-1 0 0,51 70 0 0 0,-48-81-298 0 0,3-3 0 0 0,45 43 0 0 0,-62-69 0 0 0,1 0 0 0 0,1-2 0 0 0,1-1 0 0 0,1-1 0 0 0,53 26 0 0 0,-41-28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5.3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5 842 6553 0 0,'-1'-3'6'0'0,"0"1"-8"0"0,1 0 1 0 0,-1 1-1 0 0,1-1 1 0 0,-1 0-1 0 0,1 1 1 0 0,0-1 0 0 0,0 0-1 0 0,0-3 1 0 0,0 5 3 0 0,1-1 1 0 0,-1 1 0 0 0,0-1-1 0 0,1 1 1 0 0,-1-1 0 0 0,0 1-1 0 0,1 0 1 0 0,-1-1 0 0 0,1 1-1 0 0,-1 0 1 0 0,0-1 0 0 0,1 1-1 0 0,-1 0 1 0 0,1 0 0 0 0,-1-1-1 0 0,1 1 1 0 0,-1 0 0 0 0,1 0-1 0 0,0 0 1 0 0,-1 0 0 0 0,1 0-1 0 0,-1 0 1 0 0,1 0 0 0 0,-1 0-1 0 0,1 0 1 0 0,-1 0 0 0 0,1 0-1 0 0,-1 0 1 0 0,1 0 0 0 0,-1 0-1 0 0,1 0 1 0 0,0 1-1 0 0,12-1 375 0 0,23 0 0 0 0,-6-2 151 0 0,109 7 1563 0 0,73-3 1225 0 0,-173-5-3055 0 0,0-2 0 0 0,66-16 0 0 0,-83 15-193 0 0,-1-1 1 0 0,0-1 0 0 0,0-1 0 0 0,-1-1 0 0 0,0 0 0 0 0,22-17 0 0 0,-37 24-108 0 0,0-1 0 0 0,-1 0 0 0 0,1 0 0 0 0,-1 0 0 0 0,0-1 0 0 0,0 1 0 0 0,-1-1 0 0 0,1 0 0 0 0,-1 0 0 0 0,0 0 0 0 0,0-1 0 0 0,-1 1 0 0 0,0-1 0 0 0,0 0 0 0 0,0 1 0 0 0,-1-1 0 0 0,1 0 0 0 0,-1 0 0 0 0,-1 0 0 0 0,1 0 0 0 0,-1 0 0 0 0,0 0 0 0 0,0 0 0 0 0,-1 0 0 0 0,0 0 0 0 0,0 0 0 0 0,0 0 0 0 0,-1 1 0 0 0,-3-8 0 0 0,-6-15-330 0 0,-1 0-1 0 0,-23-34 0 0 0,-11-26-483 0 0,41 78 805 0 0,-99-241-2020 0 0,102 246 2018 0 0,1 0 0 0 0,-1 0 0 0 0,1 0 0 0 0,0 0 0 0 0,0 0 0 0 0,1 0 0 0 0,-1 0 0 0 0,1-6 0 0 0,1 9 41 0 0,-1 1-1 0 0,0-1 1 0 0,0 1-1 0 0,1 0 0 0 0,-1-1 1 0 0,1 1-1 0 0,-1 0 0 0 0,1 0 1 0 0,0-1-1 0 0,-1 1 0 0 0,1 0 1 0 0,0 0-1 0 0,0 0 1 0 0,0 0-1 0 0,0 0 0 0 0,0 0 1 0 0,0 0-1 0 0,0 0 0 0 0,0 0 1 0 0,0 0-1 0 0,0 1 0 0 0,0-1 1 0 0,1 0-1 0 0,-1 1 0 0 0,0-1 1 0 0,1 1-1 0 0,-1-1 1 0 0,0 1-1 0 0,1 0 0 0 0,-1 0 1 0 0,0-1-1 0 0,1 1 0 0 0,-1 0 1 0 0,2 0-1 0 0,39 2 439 0 0,-17 1-71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29.4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447 79 6553 0 0,'-5'-4'7'0'0,"0"0"0"0"0,-1 1-1 0 0,0 0 1 0 0,1 0 0 0 0,-11-3-1 0 0,-1 1 343 0 0,0 0-1 0 0,0 1 0 0 0,0 1 1 0 0,-1 1-1 0 0,-22-1 0 0 0,34 3-249 0 0,0 0 0 0 0,0 1 0 0 0,-1 0 1 0 0,1 0-1 0 0,0 0 0 0 0,0 1 0 0 0,0 0 0 0 0,0 0 0 0 0,0 1 0 0 0,0 0 0 0 0,1 0 0 0 0,-1 0 0 0 0,1 0 0 0 0,0 1 0 0 0,0 0 1 0 0,0 0-1 0 0,1 0 0 0 0,-6 6 0 0 0,2 1 170 0 0,0 0-1 0 0,0 1 1 0 0,1 0 0 0 0,1 0 0 0 0,0 0-1 0 0,0 1 1 0 0,2 0 0 0 0,-7 26 0 0 0,9-31-147 0 0,0 1 0 0 0,1 0 1 0 0,0 0-1 0 0,0-1 1 0 0,1 1-1 0 0,1 0 0 0 0,-1 0 1 0 0,1 0-1 0 0,1-1 1 0 0,-1 1-1 0 0,2 0 0 0 0,-1-1 1 0 0,1 0-1 0 0,0 1 1 0 0,5 7-1 0 0,-5-11-23 0 0,0 0-1 0 0,1-1 1 0 0,-1 1 0 0 0,1-1-1 0 0,0 0 1 0 0,0 0-1 0 0,0 0 1 0 0,1 0 0 0 0,0-1-1 0 0,-1 1 1 0 0,1-1 0 0 0,0-1-1 0 0,0 1 1 0 0,1-1-1 0 0,-1 1 1 0 0,7 0 0 0 0,-5-1 14 0 0,-1-1 0 0 0,0 0-1 0 0,1-1 1 0 0,-1 0 0 0 0,1 0 0 0 0,-1 0 0 0 0,0-1 0 0 0,1 0 0 0 0,-1 0 0 0 0,0 0 0 0 0,1-1 0 0 0,-1 0 0 0 0,0 0 0 0 0,8-5 0 0 0,-4 1-230 0 0,0 0 0 0 0,-1 0 0 0 0,0-1 0 0 0,0-1 0 0 0,0 1 0 0 0,-1-1 0 0 0,0-1 0 0 0,0 0 0 0 0,-1 0 0 0 0,0 0 0 0 0,7-15 0 0 0,4-11-672 0 0,27-73 0 0 0,-34 81 501 0 0,-7 17 151 0 0,-1 0-1 0 0,0 0 0 0 0,0 0 0 0 0,-1-1 0 0 0,2-16 0 0 0,-4 25 126 0 0,1 0 1 0 0,-1-1-1 0 0,-1 1 0 0 0,1 0 0 0 0,0 0 0 0 0,-1 0 1 0 0,1 0-1 0 0,-1-1 0 0 0,1 1 0 0 0,-1 0 1 0 0,0 0-1 0 0,0 0 0 0 0,0 0 0 0 0,0 0 1 0 0,0 1-1 0 0,-1-1 0 0 0,1 0 0 0 0,-1 0 0 0 0,1 1 1 0 0,-1-1-1 0 0,1 1 0 0 0,-1-1 0 0 0,0 1 1 0 0,0 0-1 0 0,1 0 0 0 0,-1 0 0 0 0,0 0 0 0 0,0 0 1 0 0,0 0-1 0 0,-1 0 0 0 0,1 1 0 0 0,0-1 1 0 0,-3 0-1 0 0,-4 0 109 0 0,-1 0-1 0 0,1 0 1 0 0,-1 1 0 0 0,0 0 0 0 0,1 0-1 0 0,-1 1 1 0 0,1 1 0 0 0,-1 0 0 0 0,1 0-1 0 0,0 0 1 0 0,0 2 0 0 0,0-1 0 0 0,0 1 0 0 0,0 0-1 0 0,-14 10 1 0 0,13-7 37 0 0,-1 0 1 0 0,1 1-1 0 0,1 0 0 0 0,-1 1 1 0 0,1 0-1 0 0,1 0 0 0 0,0 1 1 0 0,0 0-1 0 0,1 1 0 0 0,0-1 1 0 0,-7 18-1 0 0,10-19-23 0 0,1 0 1 0 0,0 0-1 0 0,0 1 1 0 0,1-1-1 0 0,0 1 1 0 0,1-1-1 0 0,0 1 1 0 0,1-1-1 0 0,1 18 1 0 0,0-20-44 0 0,0-1 0 0 0,0 1 0 0 0,1 0 0 0 0,0-1 0 0 0,0 1 0 0 0,1-1 0 0 0,0 0 1 0 0,0 1-1 0 0,0-1 0 0 0,1-1 0 0 0,0 1 0 0 0,0 0 0 0 0,0-1 0 0 0,7 6 0 0 0,-1-2 68 0 0,1-1 1 0 0,-1 0-1 0 0,2-1 0 0 0,-1-1 0 0 0,1 1 0 0 0,0-2 0 0 0,0 0 0 0 0,1 0 0 0 0,0-1 0 0 0,-1-1 0 0 0,1 0 1 0 0,1 0-1 0 0,-1-2 0 0 0,0 1 0 0 0,0-2 0 0 0,16-1 0 0 0,-11 0-108 0 0,1 0 1 0 0,-1-2-1 0 0,0 0 1 0 0,-1-1-1 0 0,1-1 0 0 0,-1-1 1 0 0,0 0-1 0 0,0-1 0 0 0,0-1 1 0 0,-1-1-1 0 0,19-13 1 0 0,-27 16-208 0 0,0 0 1 0 0,0-1 0 0 0,-1 0-1 0 0,0-1 1 0 0,0 1-1 0 0,0-1 1 0 0,6-12 0 0 0,-11 16 112 0 0,0 1 0 0 0,0-1 1 0 0,0 1-1 0 0,-1-1 0 0 0,0 0 0 0 0,0 1 1 0 0,0-1-1 0 0,0 0 0 0 0,0 0 1 0 0,-1 0-1 0 0,1 0 0 0 0,-1 0 0 0 0,0 0 1 0 0,-1 0-1 0 0,1 1 0 0 0,-1-1 1 0 0,1 0-1 0 0,-1 0 0 0 0,0 0 0 0 0,-1 0 1 0 0,-2-6-1 0 0,-1 3-52 0 0,1 0 0 0 0,-1 0 0 0 0,-1 0 0 0 0,1 1-1 0 0,-1 0 1 0 0,0 0 0 0 0,0 1 0 0 0,-1-1 0 0 0,0 1 0 0 0,0 1 0 0 0,0-1 0 0 0,0 1-1 0 0,-1 1 1 0 0,0-1 0 0 0,-13-3 0 0 0,-4 0-283 0 0,1 1-1 0 0,0 2 0 0 0,-1 0 1 0 0,-25 0-1 0 0,11 2 373 0 0,0 3 0 0 0,1 0 0 0 0,-52 10 0 0 0,63-6 357 0 0,0 2 1 0 0,0 0-1 0 0,0 2 0 0 0,1 1 0 0 0,-34 18 0 0 0,54-25-254 0 0,0 1-1 0 0,0 0 1 0 0,0 0 0 0 0,0 0-1 0 0,0 1 1 0 0,1 0-1 0 0,0 0 1 0 0,-7 9 0 0 0,10-11-46 0 0,1 0 0 0 0,-1 0 0 0 0,0 0 0 0 0,1 0 0 0 0,0 0 0 0 0,0 0 0 0 0,0 0 0 0 0,0 0 0 0 0,0 0 0 0 0,0 1 0 0 0,1-1 0 0 0,0 0 0 0 0,-1 1 0 0 0,1-1 0 0 0,0 0 0 0 0,1 1 1 0 0,-1-1-1 0 0,1 0 0 0 0,-1 0 0 0 0,3 6 0 0 0,0-2 56 0 0,0-1-1 0 0,1 1 1 0 0,-1-1 0 0 0,1 0 0 0 0,1 0 0 0 0,-1 0 0 0 0,1-1 0 0 0,0 1-1 0 0,1-1 1 0 0,-1 0 0 0 0,1 0 0 0 0,0-1 0 0 0,0 0 0 0 0,0 0 0 0 0,1-1-1 0 0,12 6 1 0 0,-4-3 65 0 0,-1-1 0 0 0,1-1 0 0 0,0 0 0 0 0,0-1-1 0 0,1 0 1 0 0,-1-2 0 0 0,18 1 0 0 0,-17-2-111 0 0,1-2 0 0 0,-1 0 0 0 0,1 0-1 0 0,-1-1 1 0 0,0-1 0 0 0,0-1 0 0 0,0-1 0 0 0,-1 0 0 0 0,0 0 0 0 0,0-2 0 0 0,0 0 0 0 0,16-12 0 0 0,-23 14-181 0 0,-1 0-1 0 0,0-1 1 0 0,0 0 0 0 0,0 0 0 0 0,-1 0-1 0 0,0-1 1 0 0,0 0 0 0 0,-1-1 0 0 0,7-12 0 0 0,-9 13 28 0 0,0 1 1 0 0,0-1 0 0 0,-1 0 0 0 0,-1 0 0 0 0,1 0 0 0 0,-1-1 0 0 0,0 1-1 0 0,-1 0 1 0 0,0 0 0 0 0,0 0 0 0 0,-1-1 0 0 0,-2-11 0 0 0,1 13-8 0 0,0 0 1 0 0,0 0-1 0 0,0 0 1 0 0,-1 0-1 0 0,0 0 1 0 0,0 0-1 0 0,-1 1 1 0 0,0-1-1 0 0,0 1 1 0 0,-1 0-1 0 0,0 1 1 0 0,-7-9-1 0 0,8 11 83 0 0,0 0-1 0 0,0 0 0 0 0,0 0 1 0 0,0 0-1 0 0,-1 1 1 0 0,1 0-1 0 0,-1 0 0 0 0,1 0 1 0 0,-1 0-1 0 0,0 1 1 0 0,0-1-1 0 0,0 1 0 0 0,0 0 1 0 0,0 1-1 0 0,0-1 1 0 0,0 1-1 0 0,0 0 0 0 0,0 1 1 0 0,-6 0-1 0 0,2 1 136 0 0,1 1 0 0 0,-1-1 0 0 0,0 2 0 0 0,1-1 0 0 0,-1 1 0 0 0,1 0 0 0 0,0 1 0 0 0,-14 10 0 0 0,9-4 104 0 0,0 1 0 0 0,1 0 1 0 0,-21 25-1 0 0,25-26-96 0 0,0 0 0 0 0,0 1 1 0 0,1 0-1 0 0,1 1 0 0 0,0 0 0 0 0,1 0 0 0 0,0 0 1 0 0,1 0-1 0 0,-3 15 0 0 0,6-22-57 0 0,0 0 1 0 0,1 0-1 0 0,0 0 0 0 0,0 0 1 0 0,0 0-1 0 0,1 0 0 0 0,0 0 0 0 0,0 0 1 0 0,0 0-1 0 0,3 6 0 0 0,-2-7-8 0 0,1-1 1 0 0,-1 0-1 0 0,0 1 0 0 0,1-1 0 0 0,0 0 1 0 0,0-1-1 0 0,0 1 0 0 0,1-1 0 0 0,-1 1 1 0 0,1-1-1 0 0,0 0 0 0 0,0 0 0 0 0,0-1 1 0 0,5 4-1 0 0,-1-2 46 0 0,1-1 0 0 0,0 1 1 0 0,0-1-1 0 0,1-1 0 0 0,-1 0 0 0 0,0 0 0 0 0,1-1 0 0 0,0 0 1 0 0,-1-1-1 0 0,1 0 0 0 0,17-2 0 0 0,-9 0-61 0 0,-1-2 0 0 0,0 0 0 0 0,0 0 0 0 0,0-2 0 0 0,24-11 0 0 0,-35 14-106 0 0,0 0 0 0 0,0 0-1 0 0,-1-1 1 0 0,1 0 0 0 0,-1 0 0 0 0,0 0 0 0 0,0-1 0 0 0,-1 1 0 0 0,1-1 0 0 0,-1 0 0 0 0,0-1 0 0 0,0 1-1 0 0,2-6 1 0 0,-4 6 29 0 0,0 1 1 0 0,0 0-1 0 0,-1 0 0 0 0,0-1 0 0 0,0 1 0 0 0,0 0 0 0 0,-1-1 0 0 0,1 1 0 0 0,-1-1 0 0 0,0 1 0 0 0,0-1 0 0 0,0 1 0 0 0,-1-1 0 0 0,0 1 0 0 0,0-1 1 0 0,0 1-1 0 0,0 0 0 0 0,-1 0 0 0 0,-3-8 0 0 0,0 3-97 0 0,0 0 0 0 0,-1 1 0 0 0,0 0 0 0 0,0 0-1 0 0,-1 1 1 0 0,0 0 0 0 0,0 0 0 0 0,0 1 0 0 0,-1-1 0 0 0,0 2 0 0 0,0-1 0 0 0,-1 1 0 0 0,0 0 0 0 0,0 1 0 0 0,0 0 0 0 0,-14-4 0 0 0,7 3 165 0 0,0 2 1 0 0,0 0-1 0 0,0 0 1 0 0,0 2-1 0 0,0 0 1 0 0,0 0 0 0 0,-1 2-1 0 0,1 0 1 0 0,-22 5-1 0 0,31-5 40 0 0,1 0 0 0 0,0 1 0 0 0,-1 0 0 0 0,1 0 0 0 0,0 0 0 0 0,0 1 0 0 0,0 0 0 0 0,1 0 0 0 0,-1 1 0 0 0,1 0 0 0 0,0-1 0 0 0,-1 2 0 0 0,2-1 0 0 0,-1 1 0 0 0,1-1 0 0 0,-1 1 0 0 0,1 1 0 0 0,1-1 0 0 0,-1 0 0 0 0,1 1 0 0 0,0 0 0 0 0,0 0 0 0 0,0 0 0 0 0,1 0 0 0 0,0 0 0 0 0,0 0 0 0 0,1 1 0 0 0,0-1 0 0 0,0 1 0 0 0,0 8-1 0 0,1-5 34 0 0,0 0-1 0 0,1 0 0 0 0,0 0 0 0 0,1 0 0 0 0,0 0 0 0 0,0 0 0 0 0,1 0 0 0 0,1-1 0 0 0,-1 1 0 0 0,2-1 0 0 0,-1 0 0 0 0,1 0 0 0 0,1 0 0 0 0,-1-1 0 0 0,2 0 0 0 0,-1 0 0 0 0,13 12 0 0 0,-8-10 48 0 0,0-1 0 0 0,1-1 0 0 0,-1 0 0 0 0,2 0 0 0 0,-1-1 0 0 0,1-1 0 0 0,0 0-1 0 0,0-1 1 0 0,1 0 0 0 0,-1-1 0 0 0,1 0 0 0 0,16 1 0 0 0,-17-3-117 0 0,1-1 1 0 0,-1-1-1 0 0,1 0 0 0 0,-1 0 1 0 0,1-2-1 0 0,-1 0 0 0 0,1 0 0 0 0,-1-1 1 0 0,0-1-1 0 0,0 0 0 0 0,-1-1 0 0 0,1 0 1 0 0,21-13-1 0 0,-29 15-95 0 0,-1-1 1 0 0,1 1-1 0 0,-1-1 0 0 0,0 1 1 0 0,0-1-1 0 0,-1 0 0 0 0,1-1 0 0 0,-1 1 1 0 0,0-1-1 0 0,0 1 0 0 0,0-1 1 0 0,-1 0-1 0 0,1 0 0 0 0,-1 0 1 0 0,0 0-1 0 0,-1-1 0 0 0,0 1 1 0 0,1-6-1 0 0,-1 5-13 0 0,0-1 1 0 0,-1 1-1 0 0,0-1 1 0 0,-1 1-1 0 0,1 0 0 0 0,-1-1 1 0 0,-1 1-1 0 0,1 0 1 0 0,-1-1-1 0 0,0 1 0 0 0,0 0 1 0 0,-1 0-1 0 0,0 1 1 0 0,-7-12-1 0 0,3 8-61 0 0,-1-1 0 0 0,0 1 0 0 0,-1 0 0 0 0,0 1 0 0 0,0 0 0 0 0,-1 1 0 0 0,0-1 0 0 0,0 2 0 0 0,-1 0 0 0 0,1 0 0 0 0,-2 1 0 0 0,1 0 0 0 0,0 1 0 0 0,-1 0 0 0 0,0 1 0 0 0,-17-3 0 0 0,21 5 207 0 0,-1-1 0 0 0,1 2-1 0 0,-1-1 1 0 0,1 1 0 0 0,-1 1 0 0 0,1 0-1 0 0,-1 0 1 0 0,1 0 0 0 0,-1 1 0 0 0,1 1 0 0 0,0-1-1 0 0,0 1 1 0 0,0 1 0 0 0,0-1 0 0 0,1 1-1 0 0,-1 1 1 0 0,1-1 0 0 0,0 1 0 0 0,0 0 0 0 0,1 1-1 0 0,0 0 1 0 0,0 0 0 0 0,0 0 0 0 0,-6 10-1 0 0,9-11-11 0 0,0-1-1 0 0,0 1 0 0 0,1 0 0 0 0,-1 0 1 0 0,1 1-1 0 0,1-1 0 0 0,-1 0 0 0 0,1 1 1 0 0,0-1-1 0 0,0 1 0 0 0,0-1 1 0 0,1 1-1 0 0,0 0 0 0 0,0-1 0 0 0,0 1 1 0 0,1-1-1 0 0,0 1 0 0 0,0-1 0 0 0,0 1 1 0 0,1-1-1 0 0,0 1 0 0 0,4 7 0 0 0,-3-6 17 0 0,1 0-1 0 0,0 0 1 0 0,0-1-1 0 0,1 0 0 0 0,0 0 1 0 0,0 0-1 0 0,1-1 0 0 0,0 1 1 0 0,-1-1-1 0 0,2 0 1 0 0,-1-1-1 0 0,1 0 0 0 0,-1 0 1 0 0,1 0-1 0 0,14 5 0 0 0,-11-6 47 0 0,1 0 0 0 0,1-1 0 0 0,-1 0 0 0 0,0 0 0 0 0,0-2 0 0 0,1 1 0 0 0,-1-1 0 0 0,0-1 0 0 0,1 0 0 0 0,-1 0 0 0 0,21-7 0 0 0,-25 6-155 0 0,0 0 0 0 0,-1 0-1 0 0,1-1 1 0 0,-1 0 0 0 0,0 0 0 0 0,0-1 0 0 0,0 0 0 0 0,0 0 0 0 0,-1 0 0 0 0,1 0-1 0 0,-1-1 1 0 0,0 0 0 0 0,0 0 0 0 0,-1-1 0 0 0,0 1 0 0 0,0-1 0 0 0,0 0 0 0 0,0 0-1 0 0,-1 0 1 0 0,3-10 0 0 0,-4 11-7 0 0,-1-1 0 0 0,0 0 0 0 0,0 1 0 0 0,0-1 1 0 0,-1 0-1 0 0,0 0 0 0 0,0 0 0 0 0,0 1 0 0 0,-1-1 0 0 0,0 0 0 0 0,0 1 0 0 0,0-1 0 0 0,-1 0 0 0 0,0 1 0 0 0,0-1 1 0 0,0 1-1 0 0,-1 0 0 0 0,1 0 0 0 0,-1 0 0 0 0,-1 0 0 0 0,1 0 0 0 0,-1 1 0 0 0,1 0 0 0 0,-1-1 0 0 0,-1 1 0 0 0,1 1 1 0 0,0-1-1 0 0,-1 0 0 0 0,0 1 0 0 0,0 0 0 0 0,0 0 0 0 0,0 1 0 0 0,0 0 0 0 0,-1-1 0 0 0,1 2 0 0 0,-1-1 0 0 0,0 1 1 0 0,1-1-1 0 0,-1 2 0 0 0,-6-1 0 0 0,3 1 112 0 0,1 1 0 0 0,0 0 0 0 0,-1 0 0 0 0,1 1 0 0 0,0 0 0 0 0,0 1 0 0 0,0 0 0 0 0,1 0 0 0 0,-1 1 0 0 0,1 0 0 0 0,-1 0 0 0 0,1 0 0 0 0,1 1 1 0 0,-1 0-1 0 0,1 1 0 0 0,-1-1 0 0 0,-8 13 0 0 0,9-12 1 0 0,1 1 1 0 0,0 0 0 0 0,1 0 0 0 0,-1 0 0 0 0,2 1-1 0 0,-1-1 1 0 0,1 1 0 0 0,0 0 0 0 0,0 0 0 0 0,1 0-1 0 0,0 0 1 0 0,1 1 0 0 0,0-1 0 0 0,0 1-1 0 0,1-1 1 0 0,0 0 0 0 0,1 15 0 0 0,0-19-27 0 0,0 0 0 0 0,0 0 1 0 0,0 0-1 0 0,1-1 0 0 0,-1 1 1 0 0,1 0-1 0 0,0-1 0 0 0,0 1 0 0 0,0-1 1 0 0,0 0-1 0 0,1 1 0 0 0,3 3 0 0 0,-1-3 12 0 0,0 0-1 0 0,1 0 1 0 0,-1 0 0 0 0,0 0-1 0 0,1-1 1 0 0,12 5-1 0 0,0-1 112 0 0,1-1 1 0 0,0-2-1 0 0,1 0 0 0 0,19 2 0 0 0,3-1-71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30.2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17 404 6553 0 0,'-4'-10'0'0'0,"2"6"0"0"0,0 1 0 0 0,0-1 0 0 0,1 0 0 0 0,-1 0 0 0 0,1 0 0 0 0,0 0 0 0 0,-1-7 0 0 0,3 8 0 0 0,0-1 0 0 0,1 0 0 0 0,-1 1 0 0 0,1-1 0 0 0,-1 1 0 0 0,1 0 0 0 0,0 0 0 0 0,0-1 0 0 0,1 1 0 0 0,-1 1 0 0 0,4-4 0 0 0,-4 3 0 0 0,8-8 0 0 0,0 1 0 0 0,1 0 0 0 0,1 0 0 0 0,0 1 0 0 0,15-9 0 0 0,71-35 0 0 0,-66 37 0 0 0,26-12 0 0 0,81-27 0 0 0,67-7 0 0 0,-160 49 0 0 0,1-3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31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6553 0 0,'2'2'65'0'0,"0"-1"-1"0"0,0 1 1 0 0,0 0-1 0 0,0-1 1 0 0,0 0-1 0 0,0 1 0 0 0,0-1 1 0 0,1 0-1 0 0,-1 0 1 0 0,1 0-1 0 0,-1 0 1 0 0,3 0-1 0 0,9 4 267 0 0,93 55 2587 0 0,117 86-1 0 0,-197-127-2333 0 0,-1 2-1 0 0,-1 0 1 0 0,-1 1 0 0 0,-1 2-1 0 0,-1 1 1 0 0,29 42 0 0 0,-23-23 138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31.4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57 6553 0 0,'-2'-17'0'0'0,"1"10"0"0"0,1 1 0 0 0,-1 0 0 0 0,0-1 0 0 0,-3-7 0 0 0,6 43 330 0 0,34 64 1317 0 0,1 0 32 0 0,-28-61-1025 0 0,-2 0-1 0 0,0 0 1 0 0,-3 1-1 0 0,2 35 1 0 0,-7-8-334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31.7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940 44 6553 0 0,'-8'-6'32'0'0,"2"1"9"0"0,0 1 0 0 0,0-1 0 0 0,0 1 0 0 0,0 0 0 0 0,-1 1 0 0 0,0 0 0 0 0,1 0 0 0 0,-13-3 0 0 0,17 6 12 0 0,-1 0 0 0 0,0 0 0 0 0,0 1 0 0 0,1-1 0 0 0,-1 1 0 0 0,1 0 0 0 0,-1 0 1 0 0,0 0-1 0 0,1 0 0 0 0,-1 0 0 0 0,1 1 0 0 0,0-1 0 0 0,-3 2 0 0 0,-6 4 257 0 0,-80 45 2908 0 0,-158 120 1 0 0,112-60 1897 0 0,92-73-4468 0 0,2 2 0 0 0,1 1 0 0 0,3 3 1 0 0,1 1-1 0 0,-54 87 0 0 0,55-64 248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37.5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89 509 6553 0 0,'-23'-6'396'0'0,"15"5"-176"0"0,-1-1 1 0 0,-15-6-1 0 0,23 7-205 0 0,-1 1 0 0 0,1-1 1 0 0,-1 0-1 0 0,1 0 0 0 0,-1 0 1 0 0,1 0-1 0 0,0 0 1 0 0,-1 0-1 0 0,1 0 0 0 0,0 0 1 0 0,0 0-1 0 0,0-1 0 0 0,0 1 1 0 0,0 0-1 0 0,0-1 0 0 0,0 1 1 0 0,1-1-1 0 0,-1 1 0 0 0,0-1 1 0 0,0-2-1 0 0,1 3-17 0 0,0-1 0 0 0,0 0 0 0 0,0 0 0 0 0,1 1 0 0 0,-1-1-1 0 0,0 0 1 0 0,1 1 0 0 0,-1-1 0 0 0,1 0 0 0 0,0 1 0 0 0,-1-1 0 0 0,1 1 0 0 0,0-1 0 0 0,0 1 0 0 0,0-1 0 0 0,0 1 0 0 0,0 0 0 0 0,0 0 0 0 0,1-1-1 0 0,1 0 1 0 0,3-3-10 0 0,0 0 0 0 0,0 0 0 0 0,7-3 0 0 0,5-2-22 0 0,1 2 0 0 0,1 0 0 0 0,-1 1 0 0 0,28-6 1 0 0,-3 1-17 0 0,21-8 279 0 0,153-49-305 0 0,-6-17-236 0 0,-104 30 190 0 0,52-24-103 0 0,-79 50 88 0 0,-72 27 183 0 0,0 1 0 0 0,0 0 0 0 0,1 1 1 0 0,-1 0-1 0 0,1 0 0 0 0,-1 1 0 0 0,11 1 0 0 0,-17 0 6 0 0,0-1 0 0 0,0 1 0 0 0,0 0 0 0 0,0 0 0 0 0,0 0-1 0 0,4 2 1 0 0,-6-3-30 0 0,0 1 0 0 0,0-1-1 0 0,0 1 1 0 0,0 0 0 0 0,0 0 0 0 0,0-1 0 0 0,-1 1-1 0 0,1 0 1 0 0,0 0 0 0 0,0 0 0 0 0,0 0-1 0 0,-1 0 1 0 0,1 0 0 0 0,0 0 0 0 0,-1 0-1 0 0,1 0 1 0 0,-1 0 0 0 0,0 0 0 0 0,1 2-1 0 0,-2 14 256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7:37.7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65 400 6553 0 0,'-57'-77'0'0'0,"56"74"0"0"0,0 1 0 0 0,-1-1 0 0 0,1 0 0 0 0,1 0 0 0 0,-1 0 0 0 0,0 1 0 0 0,1-1 0 0 0,-1 0 0 0 0,1 0 0 0 0,0 0 0 0 0,0 0 0 0 0,0 0 0 0 0,1-3 0 0 0,0 1 0 0 0,0-1 0 0 0,0 1 0 0 0,0 0 0 0 0,1 0 0 0 0,-1 0 0 0 0,4-6 0 0 0,1 3 0 0 0,-1 0 0 0 0,1 0 0 0 0,0 0 0 0 0,1 1 0 0 0,0 0 0 0 0,0 0 0 0 0,12-8 0 0 0,61-38 0 0 0,-78 52 0 0 0,157-87 0 0 0,-106 61 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9:11.0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68 175 1839 0 0,'-15'-1'805'0'0,"13"1"-359"0"0,-1-1 1 0 0,1 1-1 0 0,-1 0 0 0 0,1 0 0 0 0,-1 0 0 0 0,1 0 1 0 0,-1 0-1 0 0,1 1 0 0 0,-1-1 0 0 0,1 1 0 0 0,0 0 1 0 0,-1 0-1 0 0,1-1 0 0 0,-1 2 0 0 0,-1 0 0 0 0,3-1-256 0 0,0-1-1 0 0,0 1 0 0 0,1-1 1 0 0,-1 1-1 0 0,0-1 0 0 0,1 1 1 0 0,-1 0-1 0 0,0-1 0 0 0,1 1 1 0 0,-1 0-1 0 0,1 0 0 0 0,-1-1 1 0 0,1 1-1 0 0,0 0 0 0 0,-1 0 1 0 0,1 0-1 0 0,0 0 0 0 0,-1-1 1 0 0,1 1-1 0 0,0 0 0 0 0,0 0 1 0 0,0 0-1 0 0,0 0 0 0 0,0 0 1 0 0,0 0-1 0 0,0 0 0 0 0,0 2 1889 0 0,5-3-1877 0 0,124-19 1250 0 0,-69 7-864 0 0,156-25-216 0 0,-145 29-371 0 0,104-7 0 0 0,-126 13 0 0 0,79 7 0 0 0,-95-2 0 0 0,24 4 0 0 0,1-3 0 0 0,101-5 0 0 0,132-51 0 0 0,-245 42 0 0 0,16-1 3 0 0,69-2 0 0 0,14-3-73 0 0,-46-4-176 0 0,-82 12-1321 0 0,-25 12-3678 0 0,5-2 3539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9:11.6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 5 2303 0 0,'-21'-4'969'0'0,"20"4"-775"0"0,0 0 0 0 0,1 0 0 0 0,-1 0 0 0 0,0 0 0 0 0,0 0 0 0 0,0 0 0 0 0,1 0 1 0 0,-1 0-1 0 0,0 1 0 0 0,0-1 0 0 0,1 0 0 0 0,-1 0 0 0 0,0 1 0 0 0,0-1 0 0 0,1 0 0 0 0,-1 1 0 0 0,0-1 0 0 0,1 1 1 0 0,-1-1-1 0 0,0 1 0 0 0,1-1 0 0 0,-1 1 0 0 0,0 0 0 0 0,1 0-114 0 0,0-1-1 0 0,0 0 1 0 0,-1 0 0 0 0,1 0-1 0 0,0 1 1 0 0,0-1 0 0 0,0 0 0 0 0,0 0-1 0 0,0 0 1 0 0,0 1 0 0 0,0-1-1 0 0,0 0 1 0 0,0 0 0 0 0,0 0-1 0 0,0 0 1 0 0,0 1 0 0 0,0-1-1 0 0,0 0 1 0 0,0 0 0 0 0,0 0 0 0 0,1 1-1 0 0,-1-1 1 0 0,0 0 0 0 0,0 0-1 0 0,0 0 1 0 0,0 0 0 0 0,0 1-1 0 0,0-1 1 0 0,0 0 0 0 0,1 0-1 0 0,-1 0 1 0 0,0 0 0 0 0,0 0-1 0 0,1 1 1 0 0,8 3 263 0 0,-1-1 810 0 0,11 6-784 0 0,-6-2 51 0 0,0-1 0 0 0,0 0-1 0 0,0-1 1 0 0,1 0 0 0 0,0-1 0 0 0,26 3 0 0 0,77 6 569 0 0,-35-3-662 0 0,-61-8-257 0 0,29 2 284 0 0,-49-4-349 0 0,-1 0 1 0 0,0 0-1 0 0,0 0 0 0 0,1 0 0 0 0,-1 0 0 0 0,0 0 0 0 0,0 0 0 0 0,1 0 1 0 0,-1 0-1 0 0,0 0 0 0 0,0 0 0 0 0,0 0 0 0 0,1 0 0 0 0,-1 0 0 0 0,0 0 1 0 0,0 0-1 0 0,1 0 0 0 0,-1 0 0 0 0,0 1 0 0 0,0-1 0 0 0,0 0 1 0 0,1 0-1 0 0,-1 0 0 0 0,0 0 0 0 0,0 0 0 0 0,0 0 0 0 0,1 1 0 0 0,-1-1 1 0 0,0 0-1 0 0,0 0 0 0 0,0 0 0 0 0,0 1 0 0 0,0-1 0 0 0,0 0 0 0 0,1 0 1 0 0,-1 0-1 0 0,0 1 0 0 0,0-1 0 0 0,0 0 0 0 0,0 0 0 0 0,0 1 0 0 0,0-1 1 0 0,0 0-1 0 0,0 0 0 0 0,0 0 0 0 0,0 1 0 0 0,0-1 0 0 0,0 0 1 0 0,0 1-1 0 0,-11 15 321 0 0,-32 34-248 0 0,22-24 215 0 0,-48 45 0 0 0,35-41-149 0 0,-35 41 0 0 0,58-56-438 0 0,8-10-60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9:33.0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149 124 3679 0 0,'-10'-10'1916'0'0,"6"7"-822"0"0,0-1 0 0 0,0 0 0 0 0,0 0 0 0 0,0-1 0 0 0,-5-8 0 0 0,13 23-513 0 0,-1 0 0 0 0,0 0 0 0 0,-1 1 0 0 0,0-1 0 0 0,0 15 0 0 0,0-10-503 0 0,0 1 0 0 0,7 24 0 0 0,-8-38-58 0 0,-1 0 0 0 0,1 1 0 0 0,0-1 1 0 0,1 0-1 0 0,-1 0 0 0 0,0 1 0 0 0,0-1 0 0 0,1 0 0 0 0,0 0 0 0 0,-1-1 0 0 0,1 1 0 0 0,0 0 0 0 0,3 2 0 0 0,-4-3-16 0 0,1-1 0 0 0,-1 1 0 0 0,0-1 0 0 0,0 0 0 0 0,0 0 0 0 0,0 1 0 0 0,0-1 0 0 0,0 0 0 0 0,0 0 0 0 0,0 0 0 0 0,0 0 0 0 0,0 0 0 0 0,1 0 0 0 0,-1-1 0 0 0,0 1 0 0 0,0 0 0 0 0,0 0 0 0 0,0-1 0 0 0,0 1 0 0 0,0-1 0 0 0,0 1 0 0 0,0-1 0 0 0,0 1 0 0 0,0-1 0 0 0,0 0-1 0 0,-1 1 1 0 0,1-1 0 0 0,0 0 0 0 0,0 0 0 0 0,-1 0 0 0 0,1 1 0 0 0,0-1 0 0 0,0-2 0 0 0,4-4 17 0 0,0 0-1 0 0,-1 0 1 0 0,0-1-1 0 0,0 0 0 0 0,-1 1 1 0 0,0-1-1 0 0,0 0 1 0 0,-1 0-1 0 0,0-1 0 0 0,-1 1 1 0 0,0 0-1 0 0,0-1 1 0 0,-1-14-1 0 0,0 17 19 0 0,0 0-1 0 0,-1 0 1 0 0,0 0-1 0 0,0 0 1 0 0,0 1-1 0 0,-1-1 1 0 0,0 0-1 0 0,0 1 1 0 0,-1-1-1 0 0,1 1 1 0 0,-1 0-1 0 0,-1 0 1 0 0,1 0-1 0 0,0 0 1 0 0,-1 0-1 0 0,0 1 1 0 0,0-1-1 0 0,-1 1 1 0 0,1 0-1 0 0,-7-4 1 0 0,8 7 1 0 0,1 0 0 0 0,0-1-1 0 0,-1 1 1 0 0,1 0 0 0 0,-1 0 0 0 0,1 1 0 0 0,-1-1 0 0 0,1 1 0 0 0,-1-1-1 0 0,1 1 1 0 0,-1 0 0 0 0,0 0 0 0 0,1 0 0 0 0,-6 1 0 0 0,4-1 4 0 0,-1 2 0 0 0,1-1 0 0 0,-1 0 1 0 0,1 1-1 0 0,-1 0 0 0 0,1 0 1 0 0,-7 5-1 0 0,3-2-26 0 0,0 1 0 0 0,1 1 0 0 0,-1-1 1 0 0,1 1-1 0 0,1 0 0 0 0,0 1 0 0 0,-9 12 0 0 0,12-15-18 0 0,0 1 0 0 0,0-1 0 0 0,1 1 0 0 0,0 0 0 0 0,0 0 0 0 0,0 0 0 0 0,0 0 0 0 0,1 0 0 0 0,0 0 0 0 0,0 0 0 0 0,1 11 0 0 0,0-14 0 0 0,0-1 0 0 0,1 1 0 0 0,-1 0 0 0 0,1-1 0 0 0,0 1 0 0 0,-1-1 0 0 0,1 1 0 0 0,0-1 0 0 0,1 1 0 0 0,-1-1 0 0 0,0 0 0 0 0,1 0 0 0 0,-1 1 0 0 0,1-1 0 0 0,0 0 0 0 0,0 0 0 0 0,-1-1 0 0 0,1 1 0 0 0,0 0 0 0 0,1-1 0 0 0,-1 1 0 0 0,0-1 0 0 0,0 1 0 0 0,1-1 0 0 0,-1 0 0 0 0,1 0 0 0 0,-1 0 0 0 0,1-1 0 0 0,3 2 0 0 0,1-1 0 0 0,-1 0 0 0 0,0 0 0 0 0,0-1 0 0 0,1 1 0 0 0,-1-1 0 0 0,0-1 0 0 0,0 1 0 0 0,1-1 0 0 0,-1-1 0 0 0,0 1 0 0 0,0-1 0 0 0,0 0-1 0 0,0 0 1 0 0,0 0 0 0 0,-1-1 0 0 0,7-4 0 0 0,-9 5 1 0 0,0 0-1 0 0,0 0 1 0 0,0-1-1 0 0,0 0 0 0 0,0 1 1 0 0,-1-1-1 0 0,1 0 1 0 0,-1 0-1 0 0,0-1 0 0 0,0 1 1 0 0,0 0-1 0 0,0-1 1 0 0,-1 1-1 0 0,1-1 0 0 0,-1 0 1 0 0,0 1-1 0 0,0-1 1 0 0,0 0-1 0 0,-1 0 1 0 0,1 1-1 0 0,-1-1 0 0 0,0 0 1 0 0,0 0-1 0 0,0 0 1 0 0,-1 0-1 0 0,1 0 0 0 0,-2-4 1 0 0,0 1 20 0 0,1 1 0 0 0,-2-1 0 0 0,1 1 0 0 0,-1 0 0 0 0,0 0 0 0 0,0 0 0 0 0,0 0 0 0 0,-1 1 0 0 0,0-1 0 0 0,-8-8 0 0 0,10 12-5 0 0,0 0 0 0 0,0 0 0 0 0,0 1 0 0 0,-1-1-1 0 0,1 1 1 0 0,0-1 0 0 0,-1 1 0 0 0,1 0 0 0 0,-1 0 0 0 0,1 0 0 0 0,-1 0 0 0 0,0 0 0 0 0,1 1 0 0 0,-1-1-1 0 0,0 1 1 0 0,1 0 0 0 0,-1 0 0 0 0,0 0 0 0 0,0 0 0 0 0,1 0 0 0 0,-1 0 0 0 0,0 1 0 0 0,1 0 0 0 0,-1-1-1 0 0,0 1 1 0 0,1 0 0 0 0,-1 0 0 0 0,1 0 0 0 0,-4 2 0 0 0,3-1-3 0 0,0 1 0 0 0,0-1 0 0 0,-1 0 0 0 0,1 1-1 0 0,1 0 1 0 0,-1-1 0 0 0,0 1 0 0 0,1 1 0 0 0,-1-1 0 0 0,1 0 0 0 0,0 0 0 0 0,0 1 0 0 0,0-1 0 0 0,1 1 0 0 0,-1 0-1 0 0,1-1 1 0 0,0 1 0 0 0,0 0 0 0 0,0 0 0 0 0,1 0 0 0 0,-1 0 0 0 0,1 0 0 0 0,0 0 0 0 0,0 0 0 0 0,0-1 0 0 0,1 1 0 0 0,0 5-1 0 0,0-6-12 0 0,-1 0 0 0 0,1 1 0 0 0,0-1-1 0 0,0 0 1 0 0,1 0 0 0 0,-1 0 0 0 0,0-1 0 0 0,1 1-1 0 0,0 0 1 0 0,0 0 0 0 0,0-1 0 0 0,0 1-1 0 0,0-1 1 0 0,0 0 0 0 0,0 0 0 0 0,1 0-1 0 0,-1 0 1 0 0,1 0 0 0 0,0 0 0 0 0,0 0-1 0 0,-1-1 1 0 0,1 0 0 0 0,0 1 0 0 0,0-1-1 0 0,0 0 1 0 0,1 0 0 0 0,-1-1 0 0 0,0 1-1 0 0,0-1 1 0 0,0 0 0 0 0,0 1 0 0 0,1-1-1 0 0,3-1 1 0 0,-5 1 0 0 0,0 0 0 0 0,0 0 0 0 0,0-1 0 0 0,-1 1 0 0 0,1-1 0 0 0,0 1 0 0 0,0-1 0 0 0,0 0 0 0 0,-1 0 0 0 0,1 0 0 0 0,0 0 0 0 0,-1 0 0 0 0,1 0 0 0 0,-1 0 0 0 0,4-3 0 0 0,-5 3 0 0 0,1 1 0 0 0,-1-1 0 0 0,1 0 0 0 0,-1 0 0 0 0,0 0 0 0 0,1 0 0 0 0,-1 0 0 0 0,0 0 0 0 0,1 0 0 0 0,-1 0 0 0 0,0 0 0 0 0,0-1 0 0 0,0 1 0 0 0,0 0 0 0 0,0 0 0 0 0,0 0 0 0 0,-1 0 0 0 0,1 0 0 0 0,0 0 0 0 0,0 0 0 0 0,-1 0 0 0 0,1 0 0 0 0,0 0 0 0 0,-1 0 0 0 0,1 0 0 0 0,-1 0 0 0 0,0 1 0 0 0,1-1 0 0 0,-1 0 0 0 0,-1-1 0 0 0,0-1 8 0 0,-1 0 0 0 0,0 0-1 0 0,0 1 1 0 0,-1-1-1 0 0,1 1 1 0 0,-1 0 0 0 0,1 0-1 0 0,-1 0 1 0 0,1 0 0 0 0,-1 1-1 0 0,0-1 1 0 0,0 1 0 0 0,-5-1-1 0 0,5 1 45 0 0,-1 0-1 0 0,0 0 0 0 0,0 0 1 0 0,0 1-1 0 0,0 0 0 0 0,0 0 1 0 0,0 0-1 0 0,1 1 0 0 0,-1 0 1 0 0,-7 2-1 0 0,-1 4-328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9:34.1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51 54 2303 0 0,'0'-7'840'0'0,"0"1"0"0"0,-1 0 0 0 0,0-1 0 0 0,0 1-1 0 0,0 0 1 0 0,-3-7 0 0 0,3 13-777 0 0,1 0-1 0 0,0 0 1 0 0,0-1-1 0 0,0 1 1 0 0,0 0-1 0 0,0 0 1 0 0,0 0-1 0 0,-1 0 1 0 0,1 0-1 0 0,0-1 1 0 0,0 1-1 0 0,0 0 1 0 0,-1 0 0 0 0,1 0-1 0 0,0 0 1 0 0,0 0-1 0 0,0 0 1 0 0,0 0-1 0 0,-1 0 1 0 0,1 0-1 0 0,0 0 1 0 0,0 0-1 0 0,0 0 1 0 0,-1 0-1 0 0,1 0 1 0 0,0 0-1 0 0,0 0 1 0 0,0 0 0 0 0,-1 0-1 0 0,1 0 1 0 0,0 0-1 0 0,0 0 1 0 0,0 0-1 0 0,-1 0 1 0 0,1 0-1 0 0,0 1 1 0 0,0-1-1 0 0,0 0 1 0 0,0 0-1 0 0,-1 0 1 0 0,1 0-1 0 0,0 0 1 0 0,0 0 0 0 0,0 1-1 0 0,0-1 1 0 0,0 0-1 0 0,0 0 1 0 0,-1 0-1 0 0,1 1 1 0 0,0-1-1 0 0,0 0 1 0 0,0 0-1 0 0,0 0 1 0 0,0 1-1 0 0,-8 12 969 0 0,7-11-856 0 0,1-2-147 0 0,-4 8 326 0 0,0-1 0 0 0,0 0 0 0 0,1 1 0 0 0,-4 14 1 0 0,6-20-312 0 0,1 0 0 0 0,-1 0 1 0 0,1 1-1 0 0,0-1 1 0 0,0 0-1 0 0,0 0 1 0 0,0 0-1 0 0,0 0 0 0 0,1 0 1 0 0,-1 1-1 0 0,1-1 1 0 0,-1 0-1 0 0,1 0 1 0 0,0 0-1 0 0,0 0 0 0 0,0 0 1 0 0,0 0-1 0 0,0 0 1 0 0,0-1-1 0 0,0 1 1 0 0,1 0-1 0 0,-1-1 0 0 0,0 1 1 0 0,3 1-1 0 0,2 2 10 0 0,-1-1 0 0 0,1 0 0 0 0,1 0-1 0 0,-1-1 1 0 0,0 0 0 0 0,1 0 0 0 0,0 0 0 0 0,-1-1-1 0 0,8 2 1 0 0,-12-4-40 0 0,0 1-1 0 0,0-1 0 0 0,0 1 0 0 0,-1-1 1 0 0,1 0-1 0 0,0 0 0 0 0,0 0 1 0 0,0 0-1 0 0,0 0 0 0 0,0 0 1 0 0,0-1-1 0 0,-1 1 0 0 0,1-1 1 0 0,0 1-1 0 0,0-1 0 0 0,0 0 0 0 0,-1 1 1 0 0,1-1-1 0 0,0 0 0 0 0,-1 0 1 0 0,1 0-1 0 0,-1-1 0 0 0,1 1 1 0 0,-1 0-1 0 0,0 0 0 0 0,1-1 1 0 0,-1 1-1 0 0,0-1 0 0 0,0 1 0 0 0,0-1 1 0 0,0 0-1 0 0,0 1 0 0 0,0-1 1 0 0,-1 0-1 0 0,1 0 0 0 0,-1 1 1 0 0,1-1-1 0 0,0-3 0 0 0,-1 2-4 0 0,0 1 0 0 0,0 0-1 0 0,0-1 1 0 0,0 1 0 0 0,0 0 0 0 0,0 0-1 0 0,-1-1 1 0 0,1 1 0 0 0,-1 0 0 0 0,1 0-1 0 0,-1-1 1 0 0,0 1 0 0 0,0 0 0 0 0,0 0-1 0 0,0 0 1 0 0,-1 0 0 0 0,1 0 0 0 0,0 1-1 0 0,-1-1 1 0 0,1 0 0 0 0,-1 0 0 0 0,0 1-1 0 0,-3-3 1 0 0,1 1 14 0 0,0 0 0 0 0,0 1-1 0 0,0-1 1 0 0,0 1-1 0 0,-1 0 1 0 0,1 0 0 0 0,-1 1-1 0 0,1-1 1 0 0,-1 1 0 0 0,-7-1-1 0 0,10 2 54 0 0,0 0 0 0 0,-1 0 0 0 0,1 0 1 0 0,0 1-1 0 0,-1-1 0 0 0,1 1 0 0 0,0-1 0 0 0,0 1 0 0 0,0 0 0 0 0,0 0 0 0 0,0 0 0 0 0,0 0 0 0 0,0 0 0 0 0,0 0 0 0 0,0 1 1 0 0,0-1-1 0 0,0 1 0 0 0,1-1 0 0 0,-1 1 0 0 0,1 0 0 0 0,-1-1 0 0 0,1 1 0 0 0,-1 0 0 0 0,1 0 0 0 0,0 0 0 0 0,0 0 0 0 0,0 0 1 0 0,-1 4-1 0 0,1-3-18 0 0,0-1 1 0 0,0 1 0 0 0,0 0 0 0 0,1 0 0 0 0,-1 1 0 0 0,1-1-1 0 0,-1 0 1 0 0,1 0 0 0 0,0 0 0 0 0,0 0 0 0 0,1 0 0 0 0,-1 0-1 0 0,1 0 1 0 0,-1 0 0 0 0,1 0 0 0 0,0 0 0 0 0,0 0 0 0 0,0 0 0 0 0,1 0-1 0 0,2 4 1 0 0,-2-4-40 0 0,0-1 0 0 0,0 0 1 0 0,0 1-1 0 0,0-1 0 0 0,1 0 0 0 0,-1-1 0 0 0,1 1 0 0 0,-1 0 0 0 0,1-1 0 0 0,0 1 0 0 0,5 1 0 0 0,0-1-150 0 0,0 0 0 0 0,16 1-1 0 0,-5 0-927 0 0,-2 0-5860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9:41.8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1083 217 2303 0 0,'0'-3'252'0'0,"-1"0"-1"0"0,1-1 1 0 0,-1 1-1 0 0,0 0 1 0 0,1 0-1 0 0,-2 0 1 0 0,1 0-1 0 0,0 0 1 0 0,0 0-1 0 0,-1 0 1 0 0,0 0-1 0 0,1 1 0 0 0,-1-1 1 0 0,0 0-1 0 0,-1 1 1 0 0,1 0-1 0 0,0-1 1 0 0,-1 1-1 0 0,1 0 1 0 0,-1 0-1 0 0,1 0 1 0 0,-6-2-1 0 0,-6-3 934 0 0,0 0-1 0 0,-1 1 1 0 0,-22-6 0 0 0,17 6-637 0 0,-147-47 2450 0 0,85 30-2976 0 0,-92-13-1 0 0,163 35-28 0 0,-1 0 0 0 0,0 0 0 0 0,1 1-1 0 0,-1 1 1 0 0,0 0 0 0 0,1 1 0 0 0,-21 5-1 0 0,16-2 51 0 0,1 0 0 0 0,0 2 0 0 0,0-1 0 0 0,-27 19 0 0 0,12-3 110 0 0,0 1 0 0 0,2 1 1 0 0,1 2-1 0 0,-28 34 0 0 0,38-40-133 0 0,1 1 0 0 0,1 0 0 0 0,1 1 0 0 0,-17 34 0 0 0,24-41 13 0 0,1 1 0 0 0,0 0 0 0 0,1 0 1 0 0,1 0-1 0 0,1 0 0 0 0,0 1 0 0 0,1-1 0 0 0,0 19 1 0 0,2-11 123 0 0,1 0 0 0 0,1 0 0 0 0,1 0-1 0 0,2 0 1 0 0,0-1 0 0 0,10 27 0 0 0,-11-38-131 0 0,2 0-1 0 0,0 1 0 0 0,0-2 1 0 0,1 1-1 0 0,0-1 0 0 0,1 0 1 0 0,0 0-1 0 0,1-1 0 0 0,0 0 1 0 0,1-1-1 0 0,0 0 0 0 0,17 12 1 0 0,0-5-8 0 0,0-1 1 0 0,0-1-1 0 0,2-2 1 0 0,38 13-1 0 0,123 24 449 0 0,-181-47-434 0 0,56 11 36 0 0,1-2 0 0 0,1-3 1 0 0,121-1-1 0 0,-173-8-65 0 0,0-1 0 0 0,1 0 0 0 0,-1 0-1 0 0,-1-2 1 0 0,1 1 0 0 0,0-2 0 0 0,-1 0 0 0 0,0-1 0 0 0,0-1 0 0 0,-1 0 0 0 0,1 0 0 0 0,-2-2-1 0 0,1 1 1 0 0,-1-2 0 0 0,0 1 0 0 0,-1-2 0 0 0,0 1 0 0 0,-1-2 0 0 0,0 1 0 0 0,-1-2 0 0 0,0 1-1 0 0,-1-1 1 0 0,11-23 0 0 0,-14 26-5 0 0,-1-1 1 0 0,0 0-1 0 0,0 0 0 0 0,-1-1 1 0 0,-1 1-1 0 0,0-1 0 0 0,0 0 1 0 0,-1 1-1 0 0,-1-13 0 0 0,-1 8 14 0 0,0 1 0 0 0,-2 0 0 0 0,0 0-1 0 0,-1 0 1 0 0,0 0 0 0 0,-9-20 0 0 0,4 14 71 0 0,-1 0 1 0 0,-1 1-1 0 0,0 0 1 0 0,-2 1-1 0 0,0 1 1 0 0,-27-29-1 0 0,29 36-44 0 0,0 0 0 0 0,-1 1 1 0 0,0 1-1 0 0,-1 0 0 0 0,0 0 0 0 0,-1 2 0 0 0,1-1 1 0 0,-1 2-1 0 0,-1 0 0 0 0,-25-7 0 0 0,35 11-2268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21.2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1078 3679 0 0,'-1'-6'9255'0'0,"102"-116"-6103"0"0,-37 46-2367 0 0,66-72 294 0 0,170-151 0 0 0,-269 270-1060 0 0,-2 0 1 0 0,-1-2 0 0 0,-1-1-1 0 0,30-47 1 0 0,-39 43-20 0 0,-17 34 0 0 0,0 0 0 0 0,-1-1 0 0 0,1 1 0 0 0,0-1 0 0 0,-1 1 0 0 0,1-1 0 0 0,-1 1 0 0 0,0-1 0 0 0,0 1 0 0 0,0-1 0 0 0,0 1 0 0 0,-1-5 0 0 0,1 6-70 0 0,0 1 0 0 0,0-1 0 0 0,0 0 0 0 0,0 1 0 0 0,0-1 0 0 0,0 0 0 0 0,0 1 0 0 0,1-1 0 0 0,-1 0 0 0 0,0 1 0 0 0,0-1 0 0 0,0 1 0 0 0,1-1 0 0 0,-1 0 0 0 0,0 1 0 0 0,1-1 1 0 0,-1 1-1 0 0,0-1 0 0 0,1 1 0 0 0,-1-1 0 0 0,1 1 0 0 0,-1-1 0 0 0,1 1 0 0 0,-1 0 0 0 0,1-1 0 0 0,-1 1 0 0 0,1-1 0 0 0,-1 1 0 0 0,1 0 0 0 0,-1 0 0 0 0,1-1 0 0 0,0 1 0 0 0,-1 0 0 0 0,1 0 0 0 0,0 0 0 0 0,-1 0 0 0 0,1 0 0 0 0,0 0 0 0 0,-10 0-1355 0 0,1 1-1 0 0,-1 0 1 0 0,-10 2-1 0 0,-51 20 435 0 0,-1 0 1381 0 0,66-22-348 0 0,-10 1 436 0 0,15-2-421 0 0,-1 0 1 0 0,1 0-1 0 0,0 0 1 0 0,-1 0-1 0 0,1 0 1 0 0,0 0-1 0 0,-1 0 1 0 0,1 0-1 0 0,0-1 1 0 0,-1 1-1 0 0,1 0 1 0 0,0 0-1 0 0,0 0 1 0 0,-1 0-1 0 0,1-1 1 0 0,0 1-1 0 0,0 0 1 0 0,-1 0-1 0 0,1-1 1 0 0,0 1-1 0 0,0 0 1 0 0,-1 0-1 0 0,1-1 1 0 0,0 1-1 0 0,0 0 1 0 0,0-1-1 0 0,0 1 0 0 0,-1 0 1 0 0,1 0-1 0 0,0-1 1 0 0,0 1-1 0 0,0 0 1 0 0,0-1-1 0 0,0 1 1 0 0,0 0-1 0 0,0-1 1 0 0,0 0-1 0 0,2 0 51 0 0,-1-1 0 0 0,1 1-1 0 0,0 0 1 0 0,0 0 0 0 0,0 0-1 0 0,0 0 1 0 0,0 0 0 0 0,0 0 0 0 0,3 0-1 0 0,1-1 88 0 0,254-102 3597 0 0,-194 77-3349 0 0,24-9-139 0 0,-90 36-300 0 0,1 0 0 0 0,0-1 0 0 0,-1 1 0 0 0,1 0 1 0 0,-1-1-1 0 0,1 1 0 0 0,0 0 0 0 0,-1 0 0 0 0,1 0 0 0 0,0 0 0 0 0,-1 0 0 0 0,1-1 0 0 0,0 1 1 0 0,-1 0-1 0 0,1 0 0 0 0,0 1 0 0 0,-1-1 0 0 0,1 0 0 0 0,0 0 0 0 0,-1 0 0 0 0,1 0 1 0 0,0 1-1 0 0,0-1 0 0 0,-1 1 0 0 0,0 0 1 0 0,0-1-1 0 0,0 1 1 0 0,0 0-1 0 0,0-1 1 0 0,-1 1-1 0 0,1 0 1 0 0,0-1-1 0 0,0 1 1 0 0,-1 0-1 0 0,1-1 0 0 0,0 1 1 0 0,-1-1-1 0 0,1 1 1 0 0,-1 0-1 0 0,1-1 1 0 0,-1 1-1 0 0,-29 28 88 0 0,28-27-86 0 0,-28 32 312 0 0,-41 63-1 0 0,40-52-200 0 0,-20 30-355 0 0,31-43-4882 0 0,4-6-1018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25.7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95 19 4143 0 0,'-3'-1'352'0'0,"1"1"-1"0"0,-1-1 1 0 0,1 0-1 0 0,-1 0 0 0 0,1 0 1 0 0,0 0-1 0 0,-1-1 1 0 0,-2-2-1 0 0,4 3-193 0 0,0 1 0 0 0,0-1 0 0 0,0 0 0 0 0,0 1 0 0 0,0-1 0 0 0,1 1 0 0 0,-1-1 1 0 0,0 1-1 0 0,0 0 0 0 0,0-1 0 0 0,0 1 0 0 0,-1 0 0 0 0,1 0 0 0 0,0-1 0 0 0,0 1 0 0 0,0 0 0 0 0,0 0 0 0 0,0 0 0 0 0,0 0 0 0 0,0 0 0 0 0,0 1 0 0 0,0-1 0 0 0,-2 1 0 0 0,1 0-8 0 0,0 0-1 0 0,1 0 1 0 0,-1 0-1 0 0,0 0 1 0 0,1 1-1 0 0,-1-1 1 0 0,1 0 0 0 0,-1 1-1 0 0,1 0 1 0 0,0-1-1 0 0,-2 4 1 0 0,-1 1 119 0 0,1 0 0 0 0,0 0 0 0 0,1 1 0 0 0,-1-1 0 0 0,1 1 0 0 0,-2 9 0 0 0,3-7-179 0 0,0 0 1 0 0,1-1 0 0 0,0 1-1 0 0,0 0 1 0 0,1 0-1 0 0,0-1 1 0 0,0 1 0 0 0,5 14-1 0 0,-5-20-69 0 0,0 0 0 0 0,0 0 0 0 0,1 0 0 0 0,-1 0-1 0 0,1 0 1 0 0,-1 0 0 0 0,1-1 0 0 0,0 1 0 0 0,0 0-1 0 0,0-1 1 0 0,1 0 0 0 0,-1 1 0 0 0,0-1 0 0 0,1 0-1 0 0,0 0 1 0 0,-1 0 0 0 0,1-1 0 0 0,0 1 0 0 0,0-1-1 0 0,0 1 1 0 0,0-1 0 0 0,0 0 0 0 0,0 0 0 0 0,0-1-1 0 0,0 1 1 0 0,4 0 0 0 0,-2-1 3 0 0,0 0 0 0 0,1 0 0 0 0,-1-1 0 0 0,0 0 0 0 0,0 0 0 0 0,-1 0 0 0 0,1 0 0 0 0,0-1 0 0 0,0 0 0 0 0,-1 0 0 0 0,1 0 0 0 0,-1 0 1 0 0,1-1-1 0 0,-1 0 0 0 0,0 0 0 0 0,0 0 0 0 0,0 0 0 0 0,-1-1 0 0 0,1 1 0 0 0,4-7 0 0 0,-4 5-6 0 0,-1 1-1 0 0,0-1 1 0 0,0 1 0 0 0,-1-1 0 0 0,0 0 0 0 0,1 0-1 0 0,-2 0 1 0 0,1 0 0 0 0,0 0 0 0 0,-1-1-1 0 0,0 1 1 0 0,0-1 0 0 0,-1 1 0 0 0,0 0-1 0 0,0-1 1 0 0,0 1 0 0 0,0-1 0 0 0,-3-9 0 0 0,2 11-15 0 0,0 0 1 0 0,0 0 0 0 0,-1 0 0 0 0,1 1 0 0 0,-1-1 0 0 0,0 1 0 0 0,0-1-1 0 0,0 1 1 0 0,-1 0 0 0 0,1 0 0 0 0,-1 0 0 0 0,0 0 0 0 0,-5-4-1 0 0,5 5 3 0 0,1 0-1 0 0,-1 1 0 0 0,0-1 0 0 0,0 1 1 0 0,0 0-1 0 0,0 0 0 0 0,0 0 0 0 0,0 0 1 0 0,0 0-1 0 0,-1 1 0 0 0,1 0 0 0 0,0-1 0 0 0,0 1 1 0 0,0 0-1 0 0,-1 1 0 0 0,1-1 0 0 0,-5 2 1 0 0,3-1 53 0 0,0 0 0 0 0,0 1 1 0 0,0 0-1 0 0,0 0 0 0 0,1 0 1 0 0,-1 1-1 0 0,1 0 0 0 0,0 0 1 0 0,-5 3-1 0 0,7-5-14 0 0,1 1 0 0 0,0-1-1 0 0,-1 0 1 0 0,1 0 0 0 0,0 1 0 0 0,0-1-1 0 0,0 1 1 0 0,0-1 0 0 0,0 1 0 0 0,0 0-1 0 0,0-1 1 0 0,0 1 0 0 0,1 0 0 0 0,-1-1-1 0 0,0 1 1 0 0,1 0 0 0 0,0 0 0 0 0,-1 0-1 0 0,1-1 1 0 0,0 1 0 0 0,0 0 0 0 0,0 0-1 0 0,0 0 1 0 0,0 0 0 0 0,1 0 0 0 0,-1-1-1 0 0,1 4 1 0 0,4 0 162 0 0,-1 0-102 0 0,-3-2-85 0 0,-1-1 0 0 0,1 0 0 0 0,0 0-1 0 0,0 0 1 0 0,0 0 0 0 0,0 0 0 0 0,1 0 0 0 0,-1 0-1 0 0,0 0 1 0 0,1-1 0 0 0,0 1 0 0 0,-1 0 0 0 0,1-1-1 0 0,3 3 1 0 0,7 6 67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9:26.8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4607 0 0,'0'14'848'0'0,"6"17"11"0"0,2 0 0 0 0,17 44-1 0 0,-10-31-378 0 0,172 603 3504 0 0,-154-487-2971 0 0,-7 1 0 0 0,8 219 0 0 0,-4 21 1624 0 0,-20-326-1951 0 0,37 137 0 0 0,-44-202-687 0 0,-1-3-1 0 0,0 0 0 0 0,0 1 0 0 0,0-1 0 0 0,1 0 0 0 0,0-1 0 0 0,1 1 0 0 0,0 0 0 0 0,6 8 1 0 0,-7-13-407 0 0,-4-8-321 0 0,-8-10-754 0 0,7 13 1265 0 0,-18-31-3516 0 0,11 19-1100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49:27.4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142 597 919 0 0,'-12'-119'1103'0'0,"0"-48"2706"0"0,12 160-3382 0 0,0-1 0 0 0,1 0 0 0 0,0 0 0 0 0,0 1 0 0 0,0-1-1 0 0,1 0 1 0 0,6-12 0 0 0,-3 13 673 0 0,-2 11-154 0 0,-3 12-88 0 0,-3-5-556 0 0,-1 0 0 0 0,-1 0 0 0 0,1-1 0 0 0,-2 1 0 0 0,-6 9 1 0 0,-9 18 589 0 0,-53 122 1742 0 0,72-156-2545 0 0,1-2-31 0 0,-1 0 0 0 0,1 0 1 0 0,0 0-1 0 0,1 0 1 0 0,-1 0-1 0 0,0 0 0 0 0,0 0 1 0 0,0 4-1 0 0,2-7-39 0 0,0 1 0 0 0,1-1 0 0 0,-2 0 0 0 0,1 1 0 0 0,0-1 0 0 0,0 0 1 0 0,0 0-1 0 0,0 1 0 0 0,0-1 0 0 0,0 0 0 0 0,-1 0 0 0 0,1 0 0 0 0,0 0 0 0 0,0-1 0 0 0,9-16 85 0 0,5-11-59 0 0,-2 1 0 0 0,-1-2 0 0 0,-1 0 0 0 0,-2 0 0 0 0,8-41 0 0 0,-6 9-58 0 0,13-71 14 0 0,-23 133-1 0 0,1-13 23 0 0,0 1-1 0 0,2 1 0 0 0,-1-1 0 0 0,2 0 1 0 0,-1 1-1 0 0,11-19 0 0 0,-14 30-5 0 0,-1 0-1 0 0,0 0 0 0 0,0-1 0 0 0,0 1 1 0 0,0 0-1 0 0,0 0 0 0 0,0 0 1 0 0,0 0-1 0 0,1 0 0 0 0,-1-1 1 0 0,0 1-1 0 0,0 0 0 0 0,0 0 0 0 0,0 0 1 0 0,0 0-1 0 0,1 0 0 0 0,-1 0 1 0 0,0 0-1 0 0,0 0 0 0 0,0-1 1 0 0,0 1-1 0 0,1 0 0 0 0,-1 0 1 0 0,0 0-1 0 0,0 0 0 0 0,0 0 0 0 0,1 0 1 0 0,-1 0-1 0 0,0 0 0 0 0,0 0 1 0 0,0 0-1 0 0,1 0 0 0 0,-1 1 1 0 0,4 5 347 0 0,0 18-22 0 0,-2-14-263 0 0,3 7 34 0 0,1 0 0 0 0,0 0 0 0 0,2-1-1 0 0,0 0 1 0 0,20 30 0 0 0,62 69 565 0 0,-68-89-497 0 0,19 19 171 0 0,-3-3-993 0 0,-15-13-4959 0 0,-13-14-1231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26.5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93 45 3223 0 0,'-1'-1'262'0'0,"0"0"-1"0"0,0 0 0 0 0,-1 0 0 0 0,1-1 0 0 0,0 1 1 0 0,-1 0-1 0 0,1 0 0 0 0,-1 1 0 0 0,1-1 1 0 0,-1 0-1 0 0,1 1 0 0 0,-1-1 0 0 0,0 0 0 0 0,1 1 1 0 0,-1 0-1 0 0,0-1 0 0 0,0 1 0 0 0,1 0 0 0 0,-1 0 1 0 0,0 0-1 0 0,1 0 0 0 0,-1 0 0 0 0,0 0 0 0 0,0 1 1 0 0,1-1-1 0 0,-1 1 0 0 0,0-1 0 0 0,1 1 0 0 0,-1-1 1 0 0,1 1-1 0 0,-1 0 0 0 0,1 0 0 0 0,-1 0 1 0 0,1 0-1 0 0,-1 0 0 0 0,1 0 0 0 0,0 0 0 0 0,0 1 1 0 0,-1-1-1 0 0,1 0 0 0 0,0 1 0 0 0,0-1 0 0 0,-1 3 1 0 0,-2 4-79 0 0,1 1 1 0 0,-1 0 0 0 0,2 0-1 0 0,-1 0 1 0 0,1 0 0 0 0,0 1 0 0 0,1-1-1 0 0,0 19 1 0 0,1-26-142 0 0,0 1-1 0 0,1 0 1 0 0,-1 0-1 0 0,1-1 1 0 0,-1 1-1 0 0,1 0 1 0 0,0-1 0 0 0,0 1-1 0 0,0 0 1 0 0,1-1-1 0 0,-1 0 1 0 0,0 1 0 0 0,1-1-1 0 0,0 0 1 0 0,2 4-1 0 0,-2-5-31 0 0,-1 0 1 0 0,1 0-1 0 0,-1 0 0 0 0,1-1 0 0 0,-1 1 0 0 0,1 0 0 0 0,0-1 0 0 0,-1 1 0 0 0,1-1 1 0 0,0 0-1 0 0,-1 1 0 0 0,1-1 0 0 0,0 0 0 0 0,0 0 0 0 0,-1 0 0 0 0,1 0 0 0 0,0 0 0 0 0,-1-1 1 0 0,1 1-1 0 0,0 0 0 0 0,-1-1 0 0 0,1 1 0 0 0,0-1 0 0 0,-1 0 0 0 0,1 0 0 0 0,1-1 1 0 0,6-3 5 0 0,0 0 0 0 0,-1-1 0 0 0,0 0 0 0 0,0 0 0 0 0,0-1 1 0 0,12-14-1 0 0,-16 16 2 0 0,0 0 0 0 0,0 0 0 0 0,0 0 0 0 0,-1 0 0 0 0,0-1 0 0 0,0 0 1 0 0,-1 1-1 0 0,1-1 0 0 0,-1 0 0 0 0,0 0 0 0 0,1-13 0 0 0,-2 17 0 0 0,-1 0 0 0 0,0-1 0 0 0,0 1 0 0 0,0 0 0 0 0,0-1 0 0 0,-1 1 0 0 0,1 0 0 0 0,-1 0 0 0 0,1-1 0 0 0,-1 1 0 0 0,0 0 0 0 0,1 0 0 0 0,-1 0 0 0 0,0 0 0 0 0,-1 0 0 0 0,1 0 1 0 0,0 0-1 0 0,-1 0 0 0 0,1 0 0 0 0,-1 1 0 0 0,1-1 0 0 0,-1 1 0 0 0,0-1 0 0 0,1 1 0 0 0,-1-1 0 0 0,0 1 0 0 0,0 0 0 0 0,0 0 0 0 0,0 0 0 0 0,0 0 0 0 0,-4-1 0 0 0,1 1 57 0 0,1 0 1 0 0,-1 0 0 0 0,1 1 0 0 0,-1 0-1 0 0,0 0 1 0 0,1 0 0 0 0,-1 0-1 0 0,0 0 1 0 0,1 1 0 0 0,-1 0-1 0 0,1 0 1 0 0,-1 0 0 0 0,1 1-1 0 0,-7 3 1 0 0,5-2 19 0 0,1 0-1 0 0,-1 0 1 0 0,1 1 0 0 0,0 0-1 0 0,0 0 1 0 0,0 0 0 0 0,-7 9-1 0 0,11-11-82 0 0,-1 0 0 0 0,1-1 0 0 0,0 1 1 0 0,0 0-1 0 0,0 0 0 0 0,0 0 0 0 0,0 0 0 0 0,0 0 0 0 0,0 0 0 0 0,1 0 0 0 0,-1 0 0 0 0,1 0 0 0 0,-1 0 0 0 0,1 1 0 0 0,0-1 0 0 0,0 0 0 0 0,0 0 0 0 0,0 0 0 0 0,0 0 0 0 0,1 1 1 0 0,-1-1-1 0 0,1 0 0 0 0,-1 0 0 0 0,1 0 0 0 0,0 0 0 0 0,1 3 0 0 0,-1-3 10 0 0,0-1 0 0 0,1 1 1 0 0,-1-1-1 0 0,1 1 0 0 0,-1-1 0 0 0,1 0 1 0 0,-1 0-1 0 0,1 0 0 0 0,-1 1 0 0 0,1-2 1 0 0,2 2-1 0 0,6 3-3402 0 0,-6-3 886 0 0,4 1-3886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7.6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25 6553 0 0,'-5'-8'101'0'0,"2"-2"37"0"0,7 8-142 0 0,-1 1 43 0 0,1 0 1 0 0,-1 0 0 0 0,1 1-1 0 0,-1-1 1 0 0,1 1 0 0 0,0 0-1 0 0,-1 0 1 0 0,1 0 0 0 0,-1 0-1 0 0,1 1 1 0 0,-1 0 0 0 0,5 0-1 0 0,62 25 1318 0 0,-41-14-756 0 0,1-2 0 0 0,1 0 1 0 0,-1-2-1 0 0,40 4 1 0 0,87 0 1798 0 0,145 17 2123 0 0,-184-6-2833 0 0,92 12 1359 0 0,-172-33-2503 0 0,-25-2-313 0 0,-1 1 1 0 0,15 2-1 0 0,-23-1-233 0 0,-8-1 0 0 0,1-1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30.5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2852 6553 0 0,'0'-1'114'0'0,"0"1"-101"0"0,0 0 1 0 0,0 0 0 0 0,0 0-1 0 0,0 0 1 0 0,0 0 0 0 0,0 0-1 0 0,0 0 1 0 0,0 0 0 0 0,0-1-1 0 0,0 1 1 0 0,0 0 0 0 0,0 0 0 0 0,-1 0-1 0 0,1 0 1 0 0,0 0 0 0 0,0 0-1 0 0,0 0 1 0 0,0 0 0 0 0,0 0-1 0 0,0-1 1 0 0,0 1 0 0 0,0 0-1 0 0,0 0 1 0 0,0 0 0 0 0,0 0-1 0 0,-1 0 1 0 0,1 0 0 0 0,0 0 0 0 0,0 0-1 0 0,0 0 1 0 0,0 0 0 0 0,0 0-1 0 0,0 0 1 0 0,0 0 0 0 0,0 0-1 0 0,-1 0 1 0 0,1 0 0 0 0,0 0-1 0 0,0 0 1 0 0,0 0 0 0 0,0 0-1 0 0,3-7 7 0 0,1 1-1 0 0,0 0 0 0 0,6-7 1 0 0,64-85-103 0 0,9-19-13 0 0,10-12-5 0 0,36-61-51 0 0,-16-12 0 0 0,-12 23 13 0 0,-67 121 119 0 0,142-236-6 0 0,15 10 29 0 0,-146 218-3 0 0,46-87 0 0 0,25-79 0 0 0,-52 100 0 0 0,4 1 0 0 0,96-138 0 0 0,-148 247 0 0 0,1 0 0 0 0,22-21 0 0 0,-38 42 28 0 0,1-1-1 0 0,0 1 0 0 0,0 0 0 0 0,0 0 0 0 0,0 0 0 0 0,0 0 1 0 0,0 0-1 0 0,3-1 0 0 0,-2 1 49 0 0,-1 0 0 0 0,1 0 0 0 0,-1 0 1 0 0,1 0-1 0 0,-1 0 0 0 0,3-3 0 0 0,3-2 143 0 0,-4 3-217 0 0,-1 1 0 0 0,0 0 0 0 0,0-1 0 0 0,0 0 0 0 0,0 0 0 0 0,0 0 0 0 0,-1 0 0 0 0,1 0 0 0 0,-1 0 0 0 0,0-1 0 0 0,3-5 0 0 0,-5 8-3 0 0,0 1 0 0 0,0-1 0 0 0,0 1 0 0 0,0-1 0 0 0,0 1 0 0 0,0-1 0 0 0,0 1 0 0 0,-1-1 0 0 0,1 0 0 0 0,0 1 0 0 0,0-1 0 0 0,0 1 0 0 0,-1 0 0 0 0,1-1-1 0 0,0 1 1 0 0,-1-1 0 0 0,1 1 0 0 0,0-1 0 0 0,-1 1 0 0 0,1 0 0 0 0,-1-1 0 0 0,1 1 0 0 0,0 0 0 0 0,-1-1 0 0 0,1 1 0 0 0,-1 0 0 0 0,1-1 0 0 0,-1 1 0 0 0,1 0 0 0 0,-1 0 0 0 0,1 0 0 0 0,-1 0 0 0 0,1 0 0 0 0,-1-1 0 0 0,0 1 0 0 0,1 0 0 0 0,-2 0 0 0 0,-22-1 151 0 0,23 1-106 0 0,-85 0 1130 0 0,85 0-1162 0 0,0 0 1 0 0,0 0 0 0 0,1 0-1 0 0,-1 0 1 0 0,0 1-1 0 0,0-1 1 0 0,0 0 0 0 0,1 1-1 0 0,-1-1 1 0 0,0 0 0 0 0,0 1-1 0 0,1-1 1 0 0,-1 1-1 0 0,0 0 1 0 0,1-1 0 0 0,-1 1-1 0 0,0-1 1 0 0,1 1 0 0 0,-1 0-1 0 0,1-1 1 0 0,-1 1-1 0 0,1 0 1 0 0,0 0 0 0 0,-1-1-1 0 0,1 1 1 0 0,0 0-1 0 0,-1 0 1 0 0,1 0 0 0 0,0 0-1 0 0,0-1 1 0 0,0 1 0 0 0,0 0-1 0 0,0 0 1 0 0,0 0-1 0 0,0 0 1 0 0,0 0 0 0 0,0 0-1 0 0,0-1 1 0 0,0 1 0 0 0,0 0-1 0 0,1 0 1 0 0,-1 0-1 0 0,0-1 1 0 0,1 1 0 0 0,-1 0-1 0 0,1 0 1 0 0,-1 0-1 0 0,1-1 1 0 0,-1 1 0 0 0,1 0-1 0 0,-1-1 1 0 0,1 1 0 0 0,1 0-1 0 0,-2-1 0 0 0,1 1 0 0 0,0-1-1 0 0,-1 0 1 0 0,1 0 0 0 0,0 0-1 0 0,0 0 1 0 0,-1 0 0 0 0,1-1-1 0 0,0 1 1 0 0,-1 0 0 0 0,1 0 0 0 0,0 0-1 0 0,-1-1 1 0 0,1 1 0 0 0,0 0-1 0 0,-1 0 1 0 0,1-1 0 0 0,-1 1-1 0 0,1-1 1 0 0,0 1 0 0 0,-1-1-1 0 0,1 1 1 0 0,-1-1 0 0 0,1 1 0 0 0,-1-1-1 0 0,1 0 1 0 0,15-18 444 0 0,-14 16-412 0 0,9-11-103 0 0,0 0 0 0 0,1 1 0 0 0,0 1-1 0 0,1 0 1 0 0,0 0 0 0 0,1 1 0 0 0,22-13-1 0 0,-31 23 117 0 0,-1-1-1 0 0,0 1 0 0 0,1 0 0 0 0,-1 1 0 0 0,1-1 0 0 0,-1 1 0 0 0,1 0 0 0 0,-1 0 1 0 0,1 0-1 0 0,-1 1 0 0 0,1-1 0 0 0,7 3 0 0 0,2-1 19 0 0,-13-2-64 0 0,0 1-1 0 0,-1-1 0 0 0,1 0 1 0 0,0 0-1 0 0,0 0 0 0 0,-1 1 1 0 0,1-1-1 0 0,0 0 0 0 0,0 1 1 0 0,-1-1-1 0 0,1 0 0 0 0,-1 1 1 0 0,1-1-1 0 0,0 1 0 0 0,-1-1 1 0 0,1 1-1 0 0,-1-1 0 0 0,1 1 1 0 0,-1 0-1 0 0,1-1 0 0 0,-1 1 1 0 0,0 0-1 0 0,1-1 0 0 0,-1 1 0 0 0,0 0 1 0 0,1-1-1 0 0,-1 1 0 0 0,0 0 1 0 0,0 0-1 0 0,0-1 0 0 0,0 1 1 0 0,1 0-1 0 0,-1 0 0 0 0,0 0 1 0 0,0-1-1 0 0,-1 1 0 0 0,1 0 1 0 0,0 0-1 0 0,0-1 0 0 0,0 1 1 0 0,0 0-1 0 0,-1 0 0 0 0,-1 5 114 0 0,0 0-1 0 0,0 0 0 0 0,-1 0 0 0 0,-3 5 1 0 0,4-8-84 0 0,-7 13 244 0 0,-2 0 0 0 0,1-1 0 0 0,-15 13 0 0 0,13-14 21 0 0,0 0 0 0 0,2 1 0 0 0,-11 16 0 0 0,20-29-285 0 0,1 0-1 0 0,-1-1 1 0 0,0 1-1 0 0,0 0 1 0 0,0 0-1 0 0,1-1 1 0 0,-1 1-1 0 0,1 0 1 0 0,0 0-1 0 0,-1 0 1 0 0,1 0-1 0 0,0 2 1 0 0,0-3-13 0 0,1 0 1 0 0,-1-1 0 0 0,1 1-1 0 0,-1 0 1 0 0,1-1 0 0 0,-1 1-1 0 0,1 0 1 0 0,-1-1-1 0 0,1 1 1 0 0,-1 0 0 0 0,1-1-1 0 0,0 1 1 0 0,-1-1 0 0 0,1 0-1 0 0,0 1 1 0 0,-1-1 0 0 0,1 1-1 0 0,0-1 1 0 0,0 0-1 0 0,0 1 1 0 0,-1-1 0 0 0,1 0-1 0 0,0 0 1 0 0,0 0 0 0 0,0 0-1 0 0,-1 0 1 0 0,1 0-1 0 0,0 0 1 0 0,0 0 0 0 0,1 0-1 0 0,15 0 157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32.3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1 6553 0 0,'-1'0'0'0'0,"-1"0"0"0"0,0 0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33.4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1157 6553 0 0,'-1'0'0'0'0,"1"1"0"0"0,0-1 0 0 0,0 0 0 0 0,-1 0 0 0 0,1 0 0 0 0,0 0 0 0 0,-1 0 0 0 0,1 0 0 0 0,0 0 0 0 0,0 0 0 0 0,-1 0 0 0 0,1 0 0 0 0,0 0 0 0 0,-1 0 0 0 0,1 0 0 0 0,0 0 0 0 0,0 0 0 0 0,-1 0 0 0 0,1 0 0 0 0,0-1 0 0 0,0 1 0 0 0,-1 0 0 0 0,1 0 0 0 0,0 0 0 0 0,0 0 0 0 0,-1 0 0 0 0,1-1 0 0 0,0 1 0 0 0,0 0 0 0 0,0 0 0 0 0,0 0 0 0 0,-1-1 0 0 0,1 1 0 0 0,0 0 0 0 0,0 0 0 0 0,0-1 0 0 0,0 1 0 0 0,0 0 0 0 0,0 0 0 0 0,-1-1 0 0 0,1 1 0 0 0,0 0 0 0 0,0-1 0 0 0,0 1 0 0 0,0 0 0 0 0,0 0 0 0 0,0-1 0 0 0,0 1 0 0 0,0-1 0 0 0,9-13 0 0 0,-2 3 0 0 0,-4 6 5 0 0,0 0 1 0 0,0-1-1 0 0,0 1 0 0 0,1 1 0 0 0,-1-1 0 0 0,1 0 0 0 0,0 1 0 0 0,0 0 0 0 0,1 0 0 0 0,0 0 0 0 0,5-3 0 0 0,4-5 215 0 0,-10 7-198 0 0,0 1 0 0 0,0-1 0 0 0,0 0 0 0 0,-1 0 0 0 0,1-1 0 0 0,-1 1 0 0 0,2-7 0 0 0,7-11-34 0 0,32-45-21 0 0,16-25-13 0 0,-25 26 14 0 0,69-118-58 0 0,91-82-42 0 0,-171 235 105 0 0,28-50 0 0 0,-19 28-6 0 0,-15 26 22 0 0,-12 15 9 0 0,2 1 0 0 0,0 0 0 0 0,1 1 0 0 0,0-1 0 0 0,0 2 0 0 0,13-11 0 0 0,-3 6 2 0 0,-18 14 0 0 0,-2 0 0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34.1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39 6553 0 0,'-14'-6'557'0'0,"28"11"-233"0"0,-13-5-309 0 0,0 0 0 0 0,0 0 0 0 0,0 0 0 0 0,0-1-1 0 0,0 1 1 0 0,0 0 0 0 0,0 0 0 0 0,0 0-1 0 0,0-1 1 0 0,0 1 0 0 0,0-1 0 0 0,0 1-1 0 0,-1-1 1 0 0,1 1 0 0 0,0-1 0 0 0,0 1-1 0 0,-1-1 1 0 0,1 0 0 0 0,0 1 0 0 0,1-2 0 0 0,6-5 335 0 0,16 3 7 0 0,-17 3-273 0 0,0 0 0 0 0,-1-1 0 0 0,1 0 0 0 0,6-2 0 0 0,-11 3-10 0 0,1-1 0 0 0,0 1 0 0 0,0 1 0 0 0,0-1-1 0 0,0 0 1 0 0,0 0 0 0 0,0 1 0 0 0,5 0 0 0 0,-6 0-38 0 0,0 0 0 0 0,0 1 1 0 0,0-1-1 0 0,0 1 0 0 0,-1-1 0 0 0,1 1 0 0 0,0 0 1 0 0,0 0-1 0 0,-1 0 0 0 0,1 0 0 0 0,-1 0 1 0 0,1 0-1 0 0,-1 0 0 0 0,1 0 0 0 0,0 2 1 0 0,0-1 7 0 0,0-1 1 0 0,-1 1-1 0 0,1 0 1 0 0,-1-1-1 0 0,1 1 1 0 0,-1 0-1 0 0,0 0 1 0 0,0 0-1 0 0,0 0 1 0 0,0 0-1 0 0,0 1 1 0 0,-1-1-1 0 0,1 0 1 0 0,0 0-1 0 0,-1 1 1 0 0,0-1-1 0 0,1 0 1 0 0,-1 0-1 0 0,0 1 1 0 0,0-1-1 0 0,-1 0 1 0 0,1 1-1 0 0,0-1 1 0 0,-1 0-1 0 0,1 0 1 0 0,-2 3-1 0 0,-7 17 667 0 0,-17 33 1 0 0,16-36-140 0 0,0 1 0 0 0,-8 26 0 0 0,17-32-249 0 0,2-9-122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36.2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75 82 6553 0 0,'-11'-12'201'0'0,"5"15"-105"0"0,-9 10 131 0 0,13-11-196 0 0,1-1-1 0 0,1 1 1 0 0,-1-1-1 0 0,0 1 1 0 0,0-1 0 0 0,0 1-1 0 0,1-1 1 0 0,-1 1 0 0 0,1 0-1 0 0,0 0 1 0 0,-1-1 0 0 0,1 1-1 0 0,0 0 1 0 0,0-1 0 0 0,0 1-1 0 0,0 3 1 0 0,0 4 185 0 0,-1-1-65 0 0,0-1-1 0 0,0 1 0 0 0,1-1 0 0 0,0 1 1 0 0,1-1-1 0 0,1 11 0 0 0,-2-16-117 0 0,1 0 0 0 0,-1-1-1 0 0,1 1 1 0 0,0 0 0 0 0,-1 0 0 0 0,1-1 0 0 0,0 1 0 0 0,0-1-1 0 0,0 1 1 0 0,0 0 0 0 0,0-1 0 0 0,0 0 0 0 0,0 1 0 0 0,1-1-1 0 0,-1 0 1 0 0,1 0 0 0 0,-1 1 0 0 0,1-1 0 0 0,-1 0-1 0 0,1 0 1 0 0,-1-1 0 0 0,1 1 0 0 0,0 0 0 0 0,-1 0 0 0 0,1-1-1 0 0,0 1 1 0 0,0-1 0 0 0,0 0 0 0 0,-1 0 0 0 0,1 1-1 0 0,3-1 1 0 0,-3 0 1 0 0,-1 0 1 0 0,1 0-1 0 0,-1-1 0 0 0,1 1 0 0 0,0 0 0 0 0,-1-1 0 0 0,1 1 1 0 0,-1-1-1 0 0,0 1 0 0 0,1-1 0 0 0,-1 1 0 0 0,1-1 0 0 0,-1 0 0 0 0,0 0 1 0 0,1 0-1 0 0,-1 0 0 0 0,0 0 0 0 0,0 0 0 0 0,1-1 0 0 0,0-1-9 0 0,0 1-1 0 0,-1-1 0 0 0,0 1 0 0 0,1-1 1 0 0,-1 0-1 0 0,0 1 0 0 0,0-1 1 0 0,0 0-1 0 0,0-4 0 0 0,1-6-78 0 0,-2 0 1 0 0,1 1-1 0 0,-3-22 0 0 0,2 29 23 0 0,-2-2 2 0 0,1 0 0 0 0,-1-1 1 0 0,0 1-1 0 0,0 0 0 0 0,0 0 0 0 0,-1 0 0 0 0,-1 1 0 0 0,1-1 1 0 0,-1 1-1 0 0,0 0 0 0 0,0 0 0 0 0,-8-8 0 0 0,12 13 34 0 0,-1 0-1 0 0,0 1 0 0 0,0-1 0 0 0,1 0 1 0 0,-1 1-1 0 0,0-1 0 0 0,0 1 0 0 0,0-1 1 0 0,0 1-1 0 0,1-1 0 0 0,-1 1 0 0 0,0 0 1 0 0,0-1-1 0 0,0 1 0 0 0,0 0 0 0 0,0 0 1 0 0,0 0-1 0 0,0-1 0 0 0,0 1 0 0 0,0 0 1 0 0,0 1-1 0 0,0-1 0 0 0,0 0 0 0 0,-2 0 1 0 0,1 1 14 0 0,0 0 1 0 0,1 0 0 0 0,-1 0 0 0 0,0 0 0 0 0,0 0 0 0 0,1 1-1 0 0,-1-1 1 0 0,1 0 0 0 0,-1 1 0 0 0,1-1 0 0 0,-2 3 0 0 0,-1 2 36 0 0,0 0 0 0 0,0 0 0 0 0,1 0 0 0 0,0 0 0 0 0,1 1 0 0 0,-4 8 1 0 0,5-7 67 0 0,-1 0 0 0 0,2 0 1 0 0,-1 0-1 0 0,1 0 0 0 0,0 1 1 0 0,0-1-1 0 0,1 0 0 0 0,0 0 0 0 0,4 10 1 0 0,-4-14-83 0 0,0-1 1 0 0,0 0-1 0 0,0 0 1 0 0,1 1 0 0 0,-1-1-1 0 0,1 0 1 0 0,0-1-1 0 0,0 1 1 0 0,0 0-1 0 0,5 4 1 0 0,-5-5-11 0 0,0-1 0 0 0,0 0 0 0 0,0 1 0 0 0,0-1 0 0 0,0 0 0 0 0,0 0 0 0 0,0-1 1 0 0,0 1-1 0 0,1 0 0 0 0,-1-1 0 0 0,0 1 0 0 0,1-1 0 0 0,-1 0 0 0 0,0 0 0 0 0,0 1 0 0 0,1-2 0 0 0,3 1 0 0 0,-1-1 33 0 0,-1 0 0 0 0,1-1 0 0 0,-1 1-1 0 0,0-1 1 0 0,1 0 0 0 0,-1 0-1 0 0,0 0 1 0 0,0-1 0 0 0,0 0-1 0 0,-1 1 1 0 0,1-1 0 0 0,-1 0 0 0 0,6-7-1 0 0,-7 8-77 0 0,0 0-1 0 0,0 0 0 0 0,0-1 1 0 0,-1 1-1 0 0,1-1 1 0 0,-1 1-1 0 0,1-1 0 0 0,-1 1 1 0 0,0-1-1 0 0,0 0 0 0 0,0 0 1 0 0,0 1-1 0 0,-1-1 1 0 0,1 0-1 0 0,-1 0 0 0 0,0 0 1 0 0,0 0-1 0 0,0 0 0 0 0,0 0 1 0 0,0 0-1 0 0,-1 0 1 0 0,0-4-1 0 0,-1 3 2 0 0,0 0 1 0 0,0 0-1 0 0,0 0 0 0 0,-1 0 0 0 0,0 1 1 0 0,1-1-1 0 0,-1 1 0 0 0,0 0 1 0 0,-1-1-1 0 0,1 1 0 0 0,0 1 1 0 0,-1-1-1 0 0,0 1 0 0 0,0-1 1 0 0,1 1-1 0 0,-1 0 0 0 0,-1 0 0 0 0,1 1 1 0 0,0-1-1 0 0,0 1 0 0 0,-1 0 1 0 0,1 0-1 0 0,0 0 0 0 0,-1 1 1 0 0,1-1-1 0 0,-8 2 0 0 0,10-1 38 0 0,0 1-1 0 0,0-1 0 0 0,0 1 1 0 0,0 0-1 0 0,1 0 0 0 0,-1 0 1 0 0,0 0-1 0 0,0 0 0 0 0,0 0 1 0 0,1 0-1 0 0,-1 1 0 0 0,1-1 1 0 0,-1 1-1 0 0,1-1 0 0 0,0 1 1 0 0,-1 0-1 0 0,1-1 0 0 0,0 1 0 0 0,-1 3 1 0 0,-1-1 28 0 0,1 1 0 0 0,0 0 0 0 0,1-1 0 0 0,-1 1 0 0 0,1 0 0 0 0,-1 9 0 0 0,2-11-19 0 0,0 0 1 0 0,0 0-1 0 0,0 0 1 0 0,1 1-1 0 0,-1-1 1 0 0,1 0-1 0 0,0 0 1 0 0,-1 0-1 0 0,2 0 1 0 0,-1-1-1 0 0,0 1 1 0 0,1 0-1 0 0,-1 0 1 0 0,1-1-1 0 0,0 1 1 0 0,3 3-1 0 0,-4-4-4 0 0,1-1 0 0 0,-1 1 0 0 0,1-1 0 0 0,0 1 0 0 0,0-1 0 0 0,-1 0 0 0 0,1 1 0 0 0,0-1 0 0 0,0 0 0 0 0,0 0 0 0 0,0-1 0 0 0,0 1 0 0 0,1 0 0 0 0,-1-1 0 0 0,0 1 0 0 0,0-1 0 0 0,0 0 0 0 0,1 0 0 0 0,-1 1 0 0 0,0-1 0 0 0,0-1 0 0 0,1 1-1 0 0,-1 0 1 0 0,2-1 0 0 0,-1 0 0 0 0,0 0-1 0 0,0-1 0 0 0,0 1 0 0 0,0-1 0 0 0,0 1 0 0 0,-1-1 0 0 0,1 0 1 0 0,0 0-1 0 0,-1 0 0 0 0,0-1 0 0 0,0 1 0 0 0,1 0 0 0 0,-1-1 1 0 0,-1 0-1 0 0,1 1 0 0 0,0-1 0 0 0,-1 0 0 0 0,1 0 0 0 0,1-3 0 0 0,-3 4-45 0 0,1 0-1 0 0,-1 1 1 0 0,0-1-1 0 0,1 1 0 0 0,-1-1 1 0 0,0 0-1 0 0,0 1 0 0 0,0-1 1 0 0,0 1-1 0 0,0-1 1 0 0,0 0-1 0 0,0 1 0 0 0,-1-1 1 0 0,1 0-1 0 0,0 1 1 0 0,-1-1-1 0 0,0 1 0 0 0,1-1 1 0 0,-1 1-1 0 0,0-1 0 0 0,0 1 1 0 0,0 0-1 0 0,0-1 1 0 0,0 1-1 0 0,0 0 0 0 0,0 0 1 0 0,0 0-1 0 0,0 0 1 0 0,0 0-1 0 0,-1 0 0 0 0,1 0 1 0 0,-1 0-1 0 0,1 0 0 0 0,0 0 1 0 0,-1 1-1 0 0,1-1 1 0 0,-4 0-1 0 0,3 0 31 0 0,0 0 1 0 0,0 1-1 0 0,0-1 1 0 0,-1 1-1 0 0,1-1 0 0 0,0 1 1 0 0,0 0-1 0 0,0 0 0 0 0,-1 0 1 0 0,1 0-1 0 0,0 0 1 0 0,0 1-1 0 0,0-1 0 0 0,-1 1 1 0 0,1-1-1 0 0,-3 2 0 0 0,4-1-1 0 0,0 0-1 0 0,0 0 1 0 0,0 0-1 0 0,-1 0 1 0 0,1 0-1 0 0,0 0 1 0 0,0 0-1 0 0,0 1 1 0 0,0-1-1 0 0,1 0 1 0 0,-1 0-1 0 0,0 1 1 0 0,1-1-1 0 0,-1 1 1 0 0,0-1-1 0 0,1 1 1 0 0,0-1-1 0 0,-1 1 1 0 0,1-1-1 0 0,0 1 1 0 0,0-1-1 0 0,0 1 1 0 0,0 2-1 0 0,0 6 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1.3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11 126 6553 0 0,'0'0'10'0'0,"-1"0"0"0"0,1 0-1 0 0,-1 0 1 0 0,1 0-1 0 0,0 0 1 0 0,-1 0-1 0 0,1 0 1 0 0,-1 0 0 0 0,1 1-1 0 0,0-1 1 0 0,-1 0-1 0 0,1 0 1 0 0,-1 0-1 0 0,1 0 1 0 0,0 1 0 0 0,-1-1-1 0 0,1 0 1 0 0,0 0-1 0 0,-1 1 1 0 0,1-1-1 0 0,0 0 1 0 0,-1 1 0 0 0,1-1-1 0 0,0 0 1 0 0,0 1-1 0 0,-1-1 1 0 0,1 1-1 0 0,0-1 1 0 0,0 0 0 0 0,0 1-1 0 0,-1 0 1 0 0,1-1 44 0 0,115-9 1831 0 0,97-5 1461 0 0,-147 7-2278 0 0,80-20-1 0 0,149-41-2566 0 0,-283 65 1625 0 0,1 1 0 0 0,-1 1 1 0 0,1 0-1 0 0,-1 0 1 0 0,1 1-1 0 0,19 2 0 0 0,-20-2 73 0 0,-9 0-193 0 0,-1 0 1 0 0,0 0 0 0 0,0 0 0 0 0,1 0 0 0 0,-1 0 0 0 0,0 0 0 0 0,0 0 0 0 0,1 0 0 0 0,-1 0 0 0 0,0 1-1 0 0,0-1 1 0 0,1 0 0 0 0,1 2 0 0 0,-3-1 13 0 0,-1-1-1 0 0,1 1 1 0 0,-1 0 0 0 0,1 0-1 0 0,-1 0 1 0 0,1-1 0 0 0,-1 1-1 0 0,0 0 1 0 0,1 0 0 0 0,-1-1-1 0 0,0 1 1 0 0,1-1 0 0 0,-1 1-1 0 0,-1 0 1 0 0,1 0-8 0 0,0 0 1 0 0,-1 0-1 0 0,1 0 1 0 0,0-1-1 0 0,0 1 1 0 0,-1 0-1 0 0,1-1 0 0 0,0 1 1 0 0,-1-1-1 0 0,1 1 1 0 0,-1-1-1 0 0,1 0 1 0 0,-2 1-1 0 0,-2-1 30 0 0,3 1 0 0 0,-1 0 0 0 0,1-1 0 0 0,0 1-1 0 0,0-1 1 0 0,-1 0 0 0 0,1 0 0 0 0,0 0 0 0 0,0 0-1 0 0,-1 0 1 0 0,1 0 0 0 0,-4-1 0 0 0,-11-1 138 0 0,15 6-100 0 0,8 181 1850 0 0,-3-144-1492 0 0,10 84 797 0 0,-11-107-1076 0 0,3 18 308 0 0,-5-34-454 0 0,1-1 0 0 0,-1 0-1 0 0,1 1 1 0 0,-1-1 0 0 0,1 0 0 0 0,-1 1 0 0 0,1-1 0 0 0,0 0 0 0 0,-1 0-1 0 0,1 0 1 0 0,0 0 0 0 0,0 1 0 0 0,0-1 0 0 0,0 0 0 0 0,0-1 0 0 0,0 1-1 0 0,0 0 1 0 0,0 0 0 0 0,0 0 0 0 0,2 0 0 0 0,1-2-13 0 0,-4-1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1.5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1 6553 0 0,'-9'0'225'0'0,"6"3"-199"0"0,11 4 90 0 0,41 16 822 0 0,-36-17-631 0 0,0 0 0 0 0,0 0 0 0 0,-1 1 0 0 0,20 14 0 0 0,0 3 274 0 0,-30-23-543 0 0,0 0 1 0 0,0 0 0 0 0,1 0-1 0 0,-1 0 1 0 0,0 0 0 0 0,1 0-1 0 0,-1-1 1 0 0,0 1 0 0 0,1-1-1 0 0,-1 1 1 0 0,1-1 0 0 0,-1 0-1 0 0,1 0 1 0 0,1 0 0 0 0,0-2-39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2.0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 77 6553 0 0,'-11'-1'189'0'0,"8"1"-130"0"0,0 0 0 0 0,0 0 0 0 0,-1 0 0 0 0,1 0 1 0 0,0 0-1 0 0,0 1 0 0 0,-1-1 0 0 0,-2 2 0 0 0,38-1 582 0 0,9-3 383 0 0,-1-2 1 0 0,70-17-1 0 0,-46 8 11 0 0,204-23 842 0 0,-256 34-1737 0 0,-3 0 28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2.3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31 6553 0 0,'0'0'17'0'0,"-1"-1"-1"0"0,1 1 0 0 0,0-1 0 0 0,0 1 0 0 0,-1-1 0 0 0,1 1 0 0 0,0-1 0 0 0,0 1 1 0 0,-1-1-1 0 0,1 1 0 0 0,0-1 0 0 0,0 1 0 0 0,0-1 0 0 0,0 1 0 0 0,0-1 0 0 0,0 1 0 0 0,0-1 1 0 0,0 1-1 0 0,0-1 0 0 0,0 1 0 0 0,0-1 0 0 0,0 1 0 0 0,0-1 0 0 0,0 1 0 0 0,1-1 1 0 0,-1 1-1 0 0,0-1 0 0 0,0 1 0 0 0,1-1 0 0 0,-1 1 0 0 0,0-1 0 0 0,1 1 0 0 0,-1-1 1 0 0,2 0 23 0 0,-1 0 0 0 0,1 0 0 0 0,0 0 0 0 0,-1 0 0 0 0,1 0-1 0 0,0 0 1 0 0,0 1 0 0 0,0-1 0 0 0,3 0 0 0 0,6-1 212 0 0,-1 1-1 0 0,18-1 0 0 0,1 3 282 0 0,-1 1 0 0 0,0 2 1 0 0,1 1-1 0 0,-1 0 0 0 0,-1 2 0 0 0,1 2 1 0 0,-1 0-1 0 0,49 26 0 0 0,-68-31-400 0 0,-1 1-1 0 0,0-1 0 0 0,0 1 1 0 0,-1 1-1 0 0,1-1 1 0 0,-1 1-1 0 0,8 10 1 0 0,-13-14-94 0 0,1 0 0 0 0,-1 0 0 0 0,1 0 0 0 0,-1 0 1 0 0,0 0-1 0 0,0 0 0 0 0,0 1 0 0 0,0-1 1 0 0,0 1-1 0 0,0-1 0 0 0,-1 0 0 0 0,1 1 0 0 0,-1-1 1 0 0,1 1-1 0 0,-1-1 0 0 0,0 1 0 0 0,0-1 1 0 0,0 1-1 0 0,-1-1 0 0 0,1 1 0 0 0,-1-1 0 0 0,1 1 1 0 0,-1-1-1 0 0,0 1 0 0 0,0-1 0 0 0,0 0 0 0 0,0 1 1 0 0,-2 2-1 0 0,-4 4 200 0 0,0-1 1 0 0,0 0-1 0 0,-1 0 1 0 0,-13 8-1 0 0,12-8-4 0 0,-1 1 0 0 0,-12 14 0 0 0,15-15-35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2.7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18 6553 0 0,'-8'-14'187'0'0,"8"14"-184"0"0,0 0 0 0 0,0-1-1 0 0,0 1 1 0 0,0 0-1 0 0,0 0 1 0 0,0 0-1 0 0,-1-1 1 0 0,1 1-1 0 0,0 0 1 0 0,0 0 0 0 0,0 0-1 0 0,0 0 1 0 0,0-1-1 0 0,0 1 1 0 0,-1 0-1 0 0,1 0 1 0 0,0 0 0 0 0,0 0-1 0 0,0 0 1 0 0,-1 0-1 0 0,1-1 1 0 0,0 1-1 0 0,0 0 1 0 0,0 0 0 0 0,-1 0-1 0 0,1 0 1 0 0,0 0-1 0 0,0 0 1 0 0,0 0-1 0 0,-1 0 1 0 0,1 0-1 0 0,0 0 1 0 0,0 0 0 0 0,-1 0-1 0 0,1 0 1 0 0,0 0-1 0 0,0 0 1 0 0,0 0-1 0 0,-1 0 1 0 0,1 0 0 0 0,0 1-1 0 0,0-1 1 0 0,0 0-1 0 0,-1 0 1 0 0,1 0-1 0 0,0 0 1 0 0,0 0 0 0 0,0 0-1 0 0,0 1 1 0 0,-1-1-1 0 0,1 0 1 0 0,0 6 317 0 0,2 21 168 0 0,1-1 0 0 0,2 1-1 0 0,9 33 1 0 0,8 38 1020 0 0,-16-60-982 0 0,-2-16-63 0 0,0 1 1 0 0,-2 0 0 0 0,-1 0 0 0 0,-1 37 0 0 0,-2-54-444 0 0,1-7 36 0 0,-3-9 105 0 0,2 2-61 0 0,-1-1 100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2.9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 12 6553 0 0,'0'-1'-4'0'0,"-11"-9"44"0"0,11 10-37 0 0,0 0 1 0 0,-1 0 0 0 0,1 0-1 0 0,0 0 1 0 0,0 0 0 0 0,0 0-1 0 0,0 0 1 0 0,0 0 0 0 0,0 0-1 0 0,0 0 1 0 0,-1 0 0 0 0,1 0-1 0 0,0 0 1 0 0,0 0 0 0 0,0 0-1 0 0,0 0 1 0 0,0 0 0 0 0,0 0-1 0 0,0 0 1 0 0,-1 0 0 0 0,1 0-1 0 0,0 0 1 0 0,0 0 0 0 0,0 0-1 0 0,0 0 1 0 0,0 0 0 0 0,0 0-1 0 0,0 0 1 0 0,-1 0 0 0 0,1 0-1 0 0,0 1 1 0 0,0-1 0 0 0,0 0-1 0 0,0 0 1 0 0,0 0 0 0 0,0 0-1 0 0,0 0 1 0 0,0 0 0 0 0,0 0-1 0 0,0 0 1 0 0,0 1 0 0 0,0-1-1 0 0,0 0 1 0 0,0 0 0 0 0,0 0-1 0 0,0 0 1 0 0,1 16 359 0 0,5 4 21 0 0,0 0 0 0 0,1 0 1 0 0,2-1-1 0 0,0 0 1 0 0,0 0-1 0 0,2-1 1 0 0,0 0-1 0 0,18 21 1 0 0,-26-36-314 0 0,0 0 1 0 0,0 0-1 0 0,0 0 1 0 0,1-1-1 0 0,-1 1 1 0 0,1-1-1 0 0,-1 1 1 0 0,1-1-1 0 0,0 0 1 0 0,0-1-1 0 0,0 1 1 0 0,0-1-1 0 0,0 1 1 0 0,0-1-1 0 0,0 0 1 0 0,0-1 0 0 0,8 1-1 0 0,-7-1 26 0 0,0-1 0 0 0,0 1 0 0 0,-1-1 1 0 0,1-1-1 0 0,0 1 0 0 0,0-1 0 0 0,0 1 0 0 0,-1-2 0 0 0,1 1 0 0 0,-1 0 1 0 0,1-1-1 0 0,-1 0 0 0 0,0 0 0 0 0,6-5 0 0 0,3-4-192 0 0,-1 0-1 0 0,0 0 1 0 0,-1-1-1 0 0,-1-1 1 0 0,0 0-1 0 0,0-1 1 0 0,13-29 0 0 0,-18 31 64 0 0,-4 1-46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4.3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174 5 6553 0 0,'3'-5'57'0'0,"-60"57"1154"0"0,-30 29 762 0 0,83-76-1881 0 0,0-1 0 0 0,0 1 0 0 0,1 0 0 0 0,-1 0 0 0 0,1 0 0 0 0,0 0 0 0 0,-4 10 0 0 0,7-11-92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0:44.6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22 6553 0 0,'0'-1'0'0'0,"-1"0"0"0"0,1 0 0 0 0,0 0 0 0 0,-1 1 0 0 0,1-1 0 0 0,0 0 0 0 0,0 0 0 0 0,-1 0 0 0 0,1 1 0 0 0,0-1 0 0 0,0 0 0 0 0,0 0 0 0 0,0 0 0 0 0,0 1 0 0 0,0-1 0 0 0,0 0 0 0 0,1 0 0 0 0,-1 0 0 0 0,0 0 0 0 0,0 1 0 0 0,1-1 0 0 0,-1 0 0 0 0,0 0 0 0 0,1 1 0 0 0,0-2 0 0 0,6 3 0 0 0,-4 0 48 0 0,1 1 0 0 0,-1-1 0 0 0,0 1 0 0 0,0 0 0 0 0,0 0 0 0 0,1 0-1 0 0,-2 1 1 0 0,1-1 0 0 0,0 1 0 0 0,0 0 0 0 0,-1-1 0 0 0,0 1 0 0 0,1 0-1 0 0,-1 0 1 0 0,0 1 0 0 0,-1-1 0 0 0,1 0 0 0 0,0 1 0 0 0,-1-1 0 0 0,0 1-1 0 0,0-1 1 0 0,1 6 0 0 0,-2 0 118 0 0,0-1 0 0 0,0 1 0 0 0,-1 0 0 0 0,-2 10 0 0 0,0-5-75 0 0,2-4-91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25.4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131 17 6553 0 0,'-7'1'656'0'0,"6"-1"-643"0"0,1 0 1 0 0,0-1 0 0 0,0 1 0 0 0,-1 0-1 0 0,1 0 1 0 0,0 0 0 0 0,0 0 0 0 0,0 0-1 0 0,-1 0 1 0 0,1 0 0 0 0,0 0-1 0 0,0 0 1 0 0,-1 0 0 0 0,1 0 0 0 0,0 0-1 0 0,0 0 1 0 0,-1 1 0 0 0,1-1 0 0 0,0 0-1 0 0,0 0 1 0 0,0 0 0 0 0,-1 0-1 0 0,1 0 1 0 0,0 0 0 0 0,0 1 0 0 0,0-1-1 0 0,-1 0 1 0 0,1 0 0 0 0,0 0-1 0 0,0 0 1 0 0,0 1 0 0 0,0-1 0 0 0,0 0-1 0 0,0 0 1 0 0,-1 0 0 0 0,1 1 0 0 0,0-1-1 0 0,0 0 1 0 0,0 0 0 0 0,0 1-1 0 0,-2 3 170 0 0,1 0 1 0 0,-1 0 0 0 0,0 0 0 0 0,0-1 0 0 0,0 1 1 0 0,0 0-1 0 0,-1-1 0 0 0,0 1 0 0 0,1-1 0 0 0,-7 5 0 0 0,0-31 570 0 0,9 22-743 0 0,0 1 0 0 0,0 0 0 0 0,0-1 0 0 0,-1 1 0 0 0,1-1 0 0 0,0 1 0 0 0,-1 0 0 0 0,1-1 0 0 0,0 1 0 0 0,-1 0 0 0 0,1-1 0 0 0,0 1 0 0 0,-1 0-1 0 0,1 0 1 0 0,-1-1 0 0 0,1 1 0 0 0,-1 0 0 0 0,1 0 0 0 0,-1 0 0 0 0,1-1 0 0 0,0 1 0 0 0,-1 0 0 0 0,1 0 0 0 0,-1 0 0 0 0,1 0 0 0 0,-1 0-1 0 0,1 0 1 0 0,-1 0 0 0 0,1 0 0 0 0,-1 0 0 0 0,1 0 0 0 0,-1 0 0 0 0,0 1 0 0 0,0 0 43 0 0,-1 0 0 0 0,0 0 0 0 0,1 0 0 0 0,-1 0 0 0 0,1 0 0 0 0,-1 0 0 0 0,1 0 0 0 0,0 1 0 0 0,-2 1 0 0 0,-1 2 210 0 0,0 1 0 0 0,1-1 1 0 0,-1 1-1 0 0,-4 11 0 0 0,7-15-205 0 0,1 0 1 0 0,-1 0-1 0 0,0 0 1 0 0,1 0-1 0 0,0 0 0 0 0,-1 1 1 0 0,1-1-1 0 0,0 0 0 0 0,0 0 1 0 0,0 0-1 0 0,1 0 0 0 0,-1 0 1 0 0,0 0-1 0 0,1 0 1 0 0,-1 0-1 0 0,2 3 0 0 0,-1-4-7 0 0,0 0 0 0 0,0 0-1 0 0,0 1 1 0 0,-1-1-1 0 0,2-1 1 0 0,-1 1 0 0 0,0 0-1 0 0,0 0 1 0 0,0 0-1 0 0,0 0 1 0 0,0-1 0 0 0,1 1-1 0 0,-1-1 1 0 0,0 1-1 0 0,1-1 1 0 0,-1 1 0 0 0,0-1-1 0 0,1 0 1 0 0,-1 0 0 0 0,1 1-1 0 0,-1-1 1 0 0,0 0-1 0 0,1 0 1 0 0,-1-1 0 0 0,3 1-1 0 0,4-1 107 0 0,0 0 0 0 0,0-1 0 0 0,-1 0 0 0 0,1 0 0 0 0,0-1 0 0 0,12-5 0 0 0,-17 6-213 0 0,0 1-1 0 0,-1 0 1 0 0,1-1 0 0 0,-1 1 0 0 0,1-1-1 0 0,-1 0 1 0 0,0 0 0 0 0,0 0-1 0 0,0 0 1 0 0,0 0 0 0 0,0 0-1 0 0,0-1 1 0 0,0 1 0 0 0,-1-1-1 0 0,1 1 1 0 0,-1-1 0 0 0,0 1 0 0 0,0-1-1 0 0,0 0 1 0 0,0 0 0 0 0,1-5-1 0 0,-2 6 18 0 0,0 0 0 0 0,-1 1 0 0 0,1-1 0 0 0,0 0 1 0 0,-1 1-1 0 0,1-1 0 0 0,-1 0 0 0 0,0 1 0 0 0,0-1 0 0 0,1 1 0 0 0,-1-1 0 0 0,0 1 0 0 0,0 0 0 0 0,0-1 0 0 0,0 1 0 0 0,-1 0 0 0 0,1 0 0 0 0,0-1 0 0 0,-1 1 0 0 0,1 0 0 0 0,0 0 0 0 0,-1 0 0 0 0,-2 0 0 0 0,-5-4-275 0 0,0 1 0 0 0,-18-6 0 0 0,18 7 137 0 0,1 0 40 0 0,0 0 0 0 0,0 1 0 0 0,0 0 0 0 0,0 1 0 0 0,-11-2 0 0 0,18 3 161 0 0,-1 0 0 0 0,1 0 0 0 0,0 0 0 0 0,-1 1 0 0 0,1-1 1 0 0,0 0-1 0 0,-1 1 0 0 0,1-1 0 0 0,0 0 0 0 0,-1 1 0 0 0,1-1 0 0 0,0 1 0 0 0,0 0 0 0 0,0-1 0 0 0,0 1 0 0 0,-2 2 0 0 0,2-2 12 0 0,0 0 1 0 0,0 0-1 0 0,1 1 0 0 0,-1-1 0 0 0,1 0 1 0 0,-1 1-1 0 0,1-1 0 0 0,-1 0 0 0 0,1 1 1 0 0,0-1-1 0 0,0 1 0 0 0,-1-1 1 0 0,1 0-1 0 0,0 1 0 0 0,1-1 0 0 0,-1 1 1 0 0,0-1-1 0 0,0 1 0 0 0,1 1 0 0 0,2 5 187 0 0,0-1 0 0 0,0 1 0 0 0,0-1-1 0 0,1 0 1 0 0,0 0 0 0 0,1-1 0 0 0,-1 1-1 0 0,1-1 1 0 0,10 10 0 0 0,-2-1 358 0 0,-10-13-512 0 0,-1-1-1 0 0,0 1 1 0 0,0 0-1 0 0,1-1 1 0 0,-1 1 0 0 0,1-1-1 0 0,-1 0 1 0 0,1 0-1 0 0,-1 0 1 0 0,4 0-1 0 0,27 6 710 0 0,-32-7-757 0 0,0-1-1 0 0,-1 1 1 0 0,1 0-1 0 0,0 0 1 0 0,-1 0 0 0 0,1-1-1 0 0,0 1 1 0 0,-1 0-1 0 0,1 0 1 0 0,-1-1-1 0 0,1 1 1 0 0,-1-1-1 0 0,1 1 1 0 0,0-1 0 0 0,-1 1-1 0 0,1-1 1 0 0,-1 1-1 0 0,0-1 1 0 0,1 1-1 0 0,-1-1 1 0 0,1 1-1 0 0,-1-1 1 0 0,0 0 0 0 0,1 0-1 0 0,7-9 145 0 0,-7 10-195 0 0,0-1 0 0 0,0 0 0 0 0,0 0 0 0 0,0 1 0 0 0,0-1 0 0 0,-1 0 0 0 0,1 0 0 0 0,0 0 0 0 0,-1 0-1 0 0,1 0 1 0 0,-1 0 0 0 0,1 0 0 0 0,-1 0 0 0 0,1-1 0 0 0,-1 1 0 0 0,0 0 0 0 0,1 0 0 0 0,-1 0 0 0 0,0 0 0 0 0,0-1-1 0 0,0 1 1 0 0,0 0 0 0 0,0-2 0 0 0,0-1-87 0 0,0 1 0 0 0,-1-1 1 0 0,0 0-1 0 0,1 0 0 0 0,-4-7 0 0 0,2 5-79 0 0,-1 0 0 0 0,0 1 0 0 0,0-1 0 0 0,-1 1 1 0 0,1 0-1 0 0,-1 0 0 0 0,-1 0 0 0 0,1 1 0 0 0,-10-9 0 0 0,12 12 200 0 0,1-1-1 0 0,-1 1 0 0 0,1 0 1 0 0,-1 0-1 0 0,0 0 1 0 0,0 0-1 0 0,0 1 0 0 0,1-1 1 0 0,-1 0-1 0 0,0 1 0 0 0,0-1 1 0 0,0 1-1 0 0,0 0 0 0 0,0 0 1 0 0,0 0-1 0 0,0-1 1 0 0,0 2-1 0 0,0-1 0 0 0,0 0 1 0 0,0 0-1 0 0,0 1 0 0 0,0-1 1 0 0,0 1-1 0 0,0 0 0 0 0,0-1 1 0 0,1 1-1 0 0,-1 0 1 0 0,0 0-1 0 0,0 0 0 0 0,1 0 1 0 0,-1 0-1 0 0,1 1 0 0 0,-1-1 1 0 0,1 0-1 0 0,-3 3 0 0 0,2-1 67 0 0,0 0-1 0 0,0 0 0 0 0,1 1 0 0 0,-1-1 0 0 0,1 0 0 0 0,-1 1 0 0 0,1-1 0 0 0,0 1 0 0 0,0-1 0 0 0,1 1 0 0 0,-1-1 0 0 0,1 1 0 0 0,0 0 0 0 0,0-1 0 0 0,0 5 0 0 0,0-6-37 0 0,0-1-1 0 0,0 1 1 0 0,0-1-1 0 0,0 1 0 0 0,1-1 1 0 0,-1 1-1 0 0,0-1 1 0 0,1 1-1 0 0,-1-1 1 0 0,1 1-1 0 0,0-1 0 0 0,-1 0 1 0 0,1 1-1 0 0,0-1 1 0 0,0 0-1 0 0,0 1 1 0 0,0-1-1 0 0,0 0 0 0 0,0 0 1 0 0,0 0-1 0 0,0 0 1 0 0,0 0-1 0 0,1 0 1 0 0,-1 0-1 0 0,0-1 0 0 0,1 1 1 0 0,-1 0-1 0 0,0-1 1 0 0,1 1-1 0 0,-1-1 1 0 0,1 1-1 0 0,-1-1 0 0 0,1 0 1 0 0,-1 0-1 0 0,1 1 1 0 0,-1-1-1 0 0,3 0 1 0 0,-2-1-20 0 0,1 0 1 0 0,-1 1 0 0 0,0-1 0 0 0,1 0-1 0 0,-1 0 1 0 0,0 0 0 0 0,1-1 0 0 0,-1 1-1 0 0,0-1 1 0 0,0 1 0 0 0,0-1 0 0 0,0 1-1 0 0,-1-1 1 0 0,1 0 0 0 0,0 0 0 0 0,-1 0-1 0 0,1 0 1 0 0,-1 0 0 0 0,0 0 0 0 0,2-4-1 0 0,-1 3-95 0 0,-1 0 0 0 0,0 0 0 0 0,1 0 0 0 0,-1 0 0 0 0,0 0 0 0 0,-1 0 0 0 0,1 0 0 0 0,0 0 0 0 0,-1 0 0 0 0,0 0 0 0 0,0-1 0 0 0,0 1 0 0 0,0 0 0 0 0,0 0 0 0 0,-2-6 0 0 0,1 8 61 0 0,1-1 0 0 0,-1 1 0 0 0,0-1-1 0 0,0 1 1 0 0,0 0 0 0 0,0-1 0 0 0,-1 1 0 0 0,1 0-1 0 0,0 0 1 0 0,0 0 0 0 0,-1 0 0 0 0,1 0-1 0 0,0 0 1 0 0,-1 0 0 0 0,1 0 0 0 0,-1 1 0 0 0,0-1-1 0 0,1 1 1 0 0,-1-1 0 0 0,1 1 0 0 0,-1-1-1 0 0,0 1 1 0 0,1 0 0 0 0,-1 0 0 0 0,0 0 0 0 0,1 0-1 0 0,-1 0 1 0 0,0 0 0 0 0,-2 1 0 0 0,1-1 66 0 0,1 1 1 0 0,-1-1 0 0 0,1 1 0 0 0,-1-1 0 0 0,0 1 0 0 0,1 0 0 0 0,-1 0 0 0 0,1 1-1 0 0,0-1 1 0 0,-1 0 0 0 0,1 1 0 0 0,0-1 0 0 0,0 1 0 0 0,0 0 0 0 0,0 0 0 0 0,0-1-1 0 0,0 2 1 0 0,-1 1 0 0 0,2-3-21 0 0,1 0 0 0 0,-1 0 0 0 0,1 1 0 0 0,0-1-1 0 0,-1 0 1 0 0,1 0 0 0 0,0 0 0 0 0,0 1 0 0 0,0-1-1 0 0,0 0 1 0 0,0 1 0 0 0,0-1 0 0 0,0 0 0 0 0,0 0-1 0 0,0 0 1 0 0,1 1 0 0 0,-1-1 0 0 0,0 0 0 0 0,1 0 0 0 0,-1 0-1 0 0,2 2 1 0 0,1 1 60 0 0,-1 0-1 0 0,1 0 0 0 0,0-1 1 0 0,5 6-1 0 0,-2-3 56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26.1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113 76 6553 0 0,'-18'-11'241'0'0,"15"9"-241"0"0,-1 0-1 0 0,0 0 1 0 0,0 0 0 0 0,0 0 0 0 0,0 0 0 0 0,-4-1-1 0 0,7 3 33 0 0,0 0-1 0 0,0 0 0 0 0,0 0 1 0 0,0 0-1 0 0,0 0 0 0 0,0 0 1 0 0,0 0-1 0 0,0 0 0 0 0,0 0 0 0 0,0 1 1 0 0,0-1-1 0 0,0 0 0 0 0,0 1 1 0 0,0-1-1 0 0,0 0 0 0 0,1 1 1 0 0,-1-1-1 0 0,0 1 0 0 0,0 0 1 0 0,0-1-1 0 0,0 1 0 0 0,1 0 1 0 0,-1-1-1 0 0,0 1 0 0 0,1 0 1 0 0,-1 0-1 0 0,1 0 0 0 0,-1-1 1 0 0,1 1-1 0 0,-1 2 0 0 0,-5 8 470 0 0,0 0-1 0 0,1 1 0 0 0,1-1 0 0 0,0 1 1 0 0,0 0-1 0 0,1 0 0 0 0,1 0 0 0 0,-2 21 1 0 0,4-32-453 0 0,0 1 1 0 0,0-1-1 0 0,0 0 0 0 0,0 0 1 0 0,0 1-1 0 0,1-1 1 0 0,-1 0-1 0 0,0 0 1 0 0,1 0-1 0 0,-1 0 1 0 0,0 1-1 0 0,1-1 1 0 0,0 0-1 0 0,-1 0 1 0 0,1 0-1 0 0,-1 0 1 0 0,1 0-1 0 0,0 0 1 0 0,0 0-1 0 0,1 1 1 0 0,-1-2 10 0 0,0 1 1 0 0,0-1 0 0 0,0 0-1 0 0,0 1 1 0 0,0-1 0 0 0,0 0 0 0 0,0 0-1 0 0,0 0 1 0 0,0 0 0 0 0,1 0 0 0 0,-1 0-1 0 0,0 0 1 0 0,0 0 0 0 0,0 0 0 0 0,0 0-1 0 0,0-1 1 0 0,0 1 0 0 0,1-1-1 0 0,3-1-12 0 0,0 0 0 0 0,-1-1 0 0 0,1 1 0 0 0,-1-1 0 0 0,0 0 0 0 0,0 0 0 0 0,0-1 0 0 0,4-4 0 0 0,-3 2-196 0 0,1-1 0 0 0,-2 0 0 0 0,1 0-1 0 0,-1 0 1 0 0,0-1 0 0 0,0 1 0 0 0,-1-1-1 0 0,0 0 1 0 0,2-10 0 0 0,-4 13 78 0 0,0 1 0 0 0,-1 0 0 0 0,1 0 0 0 0,-1 0 0 0 0,0-1 0 0 0,0 1-1 0 0,0 0 1 0 0,-1 0 0 0 0,1-1 0 0 0,-1 1 0 0 0,0 0 0 0 0,-1 0 0 0 0,1 0 0 0 0,0 0 0 0 0,-1 0 0 0 0,0 0 0 0 0,0 1 0 0 0,0-1 0 0 0,-1 0 0 0 0,-3-3 0 0 0,5 6 48 0 0,0 0 0 0 0,0-1 0 0 0,0 1 0 0 0,0 0 0 0 0,0 1 1 0 0,0-1-1 0 0,-1 0 0 0 0,1 0 0 0 0,0 0 0 0 0,0 1 0 0 0,-1-1 0 0 0,1 1 1 0 0,-1-1-1 0 0,1 1 0 0 0,0-1 0 0 0,-1 1 0 0 0,1 0 0 0 0,-1 0 0 0 0,1 0 1 0 0,-2 0-1 0 0,0 0 70 0 0,1 1 0 0 0,0-1 0 0 0,0 1 0 0 0,0-1 1 0 0,0 1-1 0 0,0 0 0 0 0,1 0 0 0 0,-1 0 0 0 0,0 0 0 0 0,0 1 0 0 0,0-1 1 0 0,-2 3-1 0 0,0-1 137 0 0,1 1 0 0 0,-1 1 0 0 0,1-1 0 0 0,0 0 0 0 0,0 1 1 0 0,0-1-1 0 0,1 1 0 0 0,-1 0 0 0 0,1 0 0 0 0,-1 7 0 0 0,2-9-101 0 0,0 0 0 0 0,1 0 0 0 0,0 0 0 0 0,0 0 0 0 0,0 0 0 0 0,0 0 0 0 0,0 0 0 0 0,1 0 0 0 0,-1 0 0 0 0,1 1 0 0 0,0-1-1 0 0,0-1 1 0 0,0 1 0 0 0,0 0 0 0 0,0 0 0 0 0,1 0 0 0 0,-1 0 0 0 0,1-1 0 0 0,0 1 0 0 0,0-1 0 0 0,0 1 0 0 0,0-1 0 0 0,0 0 0 0 0,0 0 0 0 0,1 0 0 0 0,-1 0 0 0 0,4 2-1 0 0,4 3 25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29.7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 2905 6553 0 0,'-7'0'423'0'0,"7"0"-418"0"0,-1 0-1 0 0,1 0 0 0 0,-1 0 0 0 0,1 0 1 0 0,0 0-1 0 0,-1 0 0 0 0,1 0 0 0 0,-1 0 1 0 0,1 0-1 0 0,0 0 0 0 0,-1 0 0 0 0,1 1 1 0 0,-1-1-1 0 0,1 0 0 0 0,0 0 0 0 0,-1 0 1 0 0,1 0-1 0 0,0 1 0 0 0,-1-1 0 0 0,1 0 1 0 0,0 0-1 0 0,-1 1 0 0 0,-21 19 1256 0 0,19-10-851 0 0,6-10-118 0 0,4-9 152 0 0,40-49-884 0 0,-30 38 226 0 0,17-25 0 0 0,116-212-1520 0 0,-51 81 1417 0 0,19-40 318 0 0,-17 29 0 0 0,167-288 0 0 0,49-25 0 0 0,-200 323 0 0 0,-3-18 0 0 0,-16 24 0 0 0,-85 149 0 0 0,177-259 0 0 0,-167 253 0 0 0,1 1 0 0 0,0 1 0 0 0,39-29 0 0 0,-79 73 589 0 0,11-12-119 0 0,0 0-1 0 0,-11 11 1 0 0,15-17-419 0 0,0 1 1 0 0,0-1-1 0 0,0 0 1 0 0,0 1-1 0 0,0-1 1 0 0,0 0-1 0 0,0 0 1 0 0,-1 0-1 0 0,1 0 1 0 0,0 0-1 0 0,0 0 1 0 0,0 0-1 0 0,0-1 1 0 0,0 1-1 0 0,0 0 1 0 0,0-1-1 0 0,-1 1 1 0 0,1 0-1 0 0,-1-1 1 0 0,-23-12 820 0 0,22 11-646 0 0,-21-12-401 0 0,19 10 154 0 0,-1 1 0 0 0,0 0 1 0 0,1 0-1 0 0,-9-3 0 0 0,11 5 100 0 0,0 0 0 0 0,0 1 1 0 0,0-1-1 0 0,0 1 0 0 0,0 0 0 0 0,0 0 0 0 0,0 0 0 0 0,0 0 1 0 0,0 1-1 0 0,0-1 0 0 0,0 1 0 0 0,-4 1 0 0 0,0 0 185 0 0,0 1-1 0 0,1-1 1 0 0,-1 2-1 0 0,1-1 0 0 0,-10 7 1 0 0,14-9-200 0 0,0 1 0 0 0,1-1 1 0 0,-1 1-1 0 0,0-1 0 0 0,1 1 1 0 0,-1-1-1 0 0,1 1 0 0 0,0 0 1 0 0,-1-1-1 0 0,1 1 0 0 0,0 0 0 0 0,0 0 1 0 0,0 0-1 0 0,0 0 0 0 0,1 0 1 0 0,-1 0-1 0 0,1 1 0 0 0,-1-1 1 0 0,1 0-1 0 0,-1 0 0 0 0,1 0 1 0 0,0 4-1 0 0,0-5-25 0 0,0 0 0 0 0,1 0 0 0 0,-1 0 0 0 0,0 0 0 0 0,0 0 0 0 0,1 0 0 0 0,-1 1-1 0 0,1-1 1 0 0,-1 0 0 0 0,1 0 0 0 0,-1 0 0 0 0,1 0 0 0 0,-1 0 0 0 0,1 0 0 0 0,0-1 0 0 0,0 1 0 0 0,0 0 0 0 0,-1 0 0 0 0,1 0 0 0 0,0-1 0 0 0,0 1 0 0 0,0 0 0 0 0,0-1 0 0 0,0 1 0 0 0,0-1-1 0 0,0 1 1 0 0,0-1 0 0 0,0 0 0 0 0,1 1 0 0 0,-1-1 0 0 0,0 0 0 0 0,0 0 0 0 0,0 0 0 0 0,0 0 0 0 0,0 0 0 0 0,1 0 0 0 0,-1 0 0 0 0,0 0 0 0 0,2-1 0 0 0,5 0 111 0 0,0-1 0 0 0,1-1 0 0 0,-1 1 0 0 0,11-7 1 0 0,-8 4-617 0 0,10-4-231 0 0,28-18 0 0 0,-35 19 493 0 0,0 0 1 0 0,0 1-1 0 0,0 0 1 0 0,1 1-1 0 0,15-4 1 0 0,-29 10 216 0 0,0-1 1 0 0,0 1 0 0 0,0 0-1 0 0,0 0 1 0 0,0 0 0 0 0,0 0-1 0 0,0-1 1 0 0,0 1 0 0 0,0 1-1 0 0,0-1 1 0 0,0 0 0 0 0,0 0-1 0 0,-1 0 1 0 0,1 0 0 0 0,0 1-1 0 0,0-1 1 0 0,0 0 0 0 0,0 1 0 0 0,0-1-1 0 0,1 1 1 0 0,-2 0 6 0 0,1-1 0 0 0,-1 1-1 0 0,1 0 1 0 0,-1-1 0 0 0,0 1 0 0 0,0 0 0 0 0,1 0-1 0 0,-1-1 1 0 0,0 1 0 0 0,0 0 0 0 0,0 0 0 0 0,0-1-1 0 0,1 1 1 0 0,-1 0 0 0 0,0 0 0 0 0,-1-1 0 0 0,1 1 0 0 0,0 0-1 0 0,0-1 1 0 0,0 2 0 0 0,-3 6 180 0 0,1-1 0 0 0,-1 0 1 0 0,0 0-1 0 0,-5 8 0 0 0,3-6 75 0 0,-98 226 5210 0 0,99-226-5315 0 0,3-5-53 0 0,0 0 0 0 0,0 0 0 0 0,-1-1 0 0 0,0 1 0 0 0,1-1 0 0 0,-6 7 0 0 0,8-11 27 0 0,0 0-138 0 0,-1-1 0 0 0,1 1 0 0 0,0 0 0 0 0,0 0 0 0 0,0 1 0 0 0,0-1 0 0 0,-1 0-1 0 0,1 0 1 0 0,0 0 0 0 0,1 1 0 0 0,-1-1 0 0 0,0 0 0 0 0,0 1 0 0 0,2-1 0 0 0,1 0 18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31.1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 1314 6553 0 0,'0'0'23'0'0,"-1"0"0"0"0,0 0 0 0 0,0 0 0 0 0,1 0-1 0 0,-1 0 1 0 0,0 0 0 0 0,0 0 0 0 0,1 0-1 0 0,-1 0 1 0 0,0 0 0 0 0,0-1 0 0 0,1 1 0 0 0,-1 0-1 0 0,0 0 1 0 0,1-1 0 0 0,-1 1 0 0 0,0-1-1 0 0,1 1 1 0 0,-1 0 0 0 0,1-1 0 0 0,-1 1 0 0 0,0-2-1 0 0,1 2-17 0 0,0-1 0 0 0,-1 0-1 0 0,1 1 1 0 0,0-1-1 0 0,0 1 1 0 0,0-1 0 0 0,0 0-1 0 0,0 1 1 0 0,0-1 0 0 0,0 0-1 0 0,1 1 1 0 0,-1-1-1 0 0,0 0 1 0 0,0 1 0 0 0,0-1-1 0 0,1 1 1 0 0,-1-1-1 0 0,0 0 1 0 0,1 0 0 0 0,3-5-42 0 0,0 1 0 0 0,0 0 0 0 0,9-8 0 0 0,-10 10 72 0 0,26-30-102 0 0,-1-1-1 0 0,-2-2 0 0 0,33-57 0 0 0,14-21-78 0 0,-7 15 117 0 0,-4-2 0 0 0,66-148 0 0 0,-118 226 29 0 0,19-41 0 0 0,2 2 0 0 0,46-69 0 0 0,-73 125 19 0 0,0 0-1 0 0,1 0 1 0 0,0 0-1 0 0,0 0 1 0 0,0 1-1 0 0,1 0 1 0 0,0 0-1 0 0,0 0 1 0 0,0 1-1 0 0,0 0 1 0 0,1 0-1 0 0,8-3 1 0 0,-27 18 634 0 0,-22 13 1003 0 0,-100 66 3693 0 0,127-88-4723 0 0,12-8-175 0 0,11-7-497 0 0,38-33-2322 0 0,84-91 0 0 0,-128 127 2094 0 0,-2 1 37 0 0,-1 0 0 0 0,2 1 0 0 0,-1 0 0 0 0,1 0 0 0 0,0 1 0 0 0,18-11 0 0 0,-26 18 247 0 0,-1 0 1 0 0,0-1-1 0 0,1 1 1 0 0,-1 0 0 0 0,1 0-1 0 0,-1-1 1 0 0,1 1-1 0 0,-1 0 1 0 0,1 0-1 0 0,-1 0 1 0 0,1 0-1 0 0,0 0 1 0 0,-1 0 0 0 0,1 0-1 0 0,-1 0 1 0 0,1 0-1 0 0,-1 0 1 0 0,1 0-1 0 0,-1 0 1 0 0,1 0-1 0 0,-1 0 1 0 0,1 0 0 0 0,-1 1-1 0 0,1-1 1 0 0,-1 0-1 0 0,1 0 1 0 0,0 1-1 0 0,-1 0 16 0 0,1-1 1 0 0,-1 1-1 0 0,0 0 0 0 0,1 0 0 0 0,-1-1 0 0 0,0 1 0 0 0,0 0 0 0 0,0 0 0 0 0,1 0 0 0 0,-1 0 1 0 0,0-1-1 0 0,0 1 0 0 0,0 0 0 0 0,0 0 0 0 0,0 1 0 0 0,-2 5 235 0 0,1 0-1 0 0,-1 0 1 0 0,-2 8-1 0 0,3-12-58 0 0,-15 45 1370 0 0,-10 37 1063 0 0,23-69-2282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12.6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1025 6553 0 0,'3'-5'42'0'0,"-1"0"0"0"0,1 0-1 0 0,-1 1 1 0 0,2-1 0 0 0,-1 1-1 0 0,0 0 1 0 0,1 0 0 0 0,-1 0-1 0 0,1 0 1 0 0,0 0 0 0 0,1 1-1 0 0,4-3 1 0 0,3-2 89 0 0,1 0 0 0 0,0 1 0 0 0,16-6 0 0 0,102-29 357 0 0,-54 20 62 0 0,36-11 290 0 0,-32 10-1199 0 0,116-50 0 0 0,84-84-518 0 0,-92 47 368 0 0,-25 19-62 0 0,78-41 302 0 0,-180 100 269 0 0,145-70 0 0 0,-151 78 0 0 0,108-31 0 0 0,-129 45 111 0 0,-13 4 59 0 0,0 0 0 0 0,0 1 0 0 0,1 1 0 0 0,26 0 1 0 0,-72 21 465 0 0,-143 116 2544 0 0,144-116-2602 0 0,1-7-434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14.0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78 104 6553 0 0,'-16'-11'14'0'0,"1"-1"-1"0"0,-15-14 0 0 0,28 24 14 0 0,0 0-1 0 0,0 0 0 0 0,0 0 0 0 0,1 0 1 0 0,-1 0-1 0 0,1-1 0 0 0,-1 1 0 0 0,0-4 1 0 0,2 6-25 0 0,-1 0 0 0 0,1 0 0 0 0,0-1 1 0 0,0 1-1 0 0,0 0 0 0 0,0 0 0 0 0,0-1 1 0 0,0 1-1 0 0,0 0 0 0 0,0 0 0 0 0,0-1 1 0 0,0 1-1 0 0,0 0 0 0 0,0 0 1 0 0,0-1-1 0 0,1 1 0 0 0,-1 0 0 0 0,0 0 1 0 0,0 0-1 0 0,0-1 0 0 0,0 1 0 0 0,0 0 1 0 0,0 0-1 0 0,1 0 0 0 0,-1-1 0 0 0,0 1 1 0 0,0 0-1 0 0,0 0 0 0 0,1 0 1 0 0,-1 0-1 0 0,0-1 0 0 0,1 1 15 0 0,1-1 0 0 0,-1 1 0 0 0,0 0 0 0 0,0 0 0 0 0,0 0 0 0 0,0 0 0 0 0,1 0 0 0 0,-1 0 1 0 0,0 0-1 0 0,0 0 0 0 0,2 0 0 0 0,36 4 773 0 0,0-2 0 0 0,43-2 1 0 0,79-14 1695 0 0,28-1 501 0 0,95 23 920 0 0,-2 19 64 0 0,-276-26-3876 0 0,-1 0-1 0 0,0 0 1 0 0,1-1 0 0 0,-1 0 0 0 0,1-1 0 0 0,-1 1 0 0 0,1-1 0 0 0,-1 0-1 0 0,7-2 1 0 0,4-6 103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14.3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 6553 0 0,'3'-2'31'0'0,"0"1"-1"0"0,0 0 0 0 0,0 0 0 0 0,-1 0 0 0 0,1 0 0 0 0,0 0 1 0 0,1 0-1 0 0,-1 1 0 0 0,0-1 0 0 0,0 1 0 0 0,0 0 0 0 0,0 0 1 0 0,0 0-1 0 0,0 1 0 0 0,6 0 0 0 0,4 2 373 0 0,0 1-1 0 0,18 7 1 0 0,-12-3-28 0 0,52 16 704 0 0,158 62 2541 0 0,-213-78-3321 0 0,0 0 0 0 0,-1 1 0 0 0,0 1 0 0 0,0 0 0 0 0,-1 1 0 0 0,0 0 0 0 0,18 21 0 0 0,-27-26-177 0 0,0 0 0 0 0,0 0 0 0 0,-1 0 1 0 0,1 1-1 0 0,-2 0 0 0 0,1-1 1 0 0,-1 1-1 0 0,0 1 0 0 0,0-1 1 0 0,-1 0-1 0 0,0 1 0 0 0,0-1 1 0 0,-1 1-1 0 0,0-1 0 0 0,-1 1 0 0 0,1 0 1 0 0,-1 0-1 0 0,-1-1 0 0 0,1 1 1 0 0,-3 8-1 0 0,-1-1 157 0 0,-1-1 1 0 0,-1 1-1 0 0,0-1 0 0 0,-1 0 0 0 0,0 0 1 0 0,-1-1-1 0 0,0 0 0 0 0,-16 17 1 0 0,-89 88 2051 0 0,111-116-2283 0 0,-26 25 568 0 0,-15 14-222 0 0,-59 44 0 0 0,47-48-394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17.1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1038 228 6553 0 0,'1'-2'40'0'0,"1"0"0"0"0,-1 0 0 0 0,1 0 0 0 0,-1 0 0 0 0,0-1 0 0 0,0 1 0 0 0,0 0 0 0 0,0-1 0 0 0,-1 1 0 0 0,1-1 0 0 0,-1 1 0 0 0,1-4 0 0 0,1-33-144 0 0,-2 33 139 0 0,0 0-33 0 0,-1 1 1 0 0,1 0-1 0 0,-1 0 1 0 0,0-1-1 0 0,0 1 0 0 0,0 0 1 0 0,-1 0-1 0 0,1 0 1 0 0,-1 0-1 0 0,-1 0 0 0 0,1 1 1 0 0,-1-1-1 0 0,1 1 1 0 0,-5-5-1 0 0,2 4-21 0 0,1 0 0 0 0,-2 0 0 0 0,1 0-1 0 0,0 1 1 0 0,-1 0 0 0 0,0 0 0 0 0,0 0 0 0 0,0 1 0 0 0,-10-4-1 0 0,-2 1 276 0 0,0 1 0 0 0,-1 1 0 0 0,1 0 0 0 0,-1 1-1 0 0,0 1 1 0 0,-36 1 0 0 0,4 4 639 0 0,1 1 0 0 0,0 3-1 0 0,0 2 1 0 0,1 2 0 0 0,-65 23 0 0 0,98-27-611 0 0,0 0 0 0 0,0 0 1 0 0,1 2-1 0 0,0 0 0 0 0,0 1 0 0 0,1 0 1 0 0,1 1-1 0 0,0 0 0 0 0,0 1 0 0 0,1 1 1 0 0,1 0-1 0 0,0 1 0 0 0,1 0 0 0 0,-15 25 1 0 0,-117 222 3836 0 0,129-235-3809 0 0,2-1 0 0 0,1 2-1 0 0,1-1 1 0 0,2 1 0 0 0,0 1 0 0 0,-4 49-1 0 0,7-44-311 0 0,2 0 0 0 0,2 0 0 0 0,5 45 0 0 0,-3-64 0 0 0,0 0 0 0 0,2 0 0 0 0,-1 0 0 0 0,2-1 0 0 0,0 1 0 0 0,0-1 0 0 0,1 0 0 0 0,1-1 0 0 0,0 0 0 0 0,14 18 0 0 0,-9-15 0 0 0,2 0 0 0 0,0 0 0 0 0,1-1 0 0 0,29 21 0 0 0,-33-27 0 0 0,1-1 0 0 0,1 0 0 0 0,-1-1 0 0 0,1-1 0 0 0,0 0 0 0 0,0 0 0 0 0,25 4 0 0 0,-16-6-29 0 0,-1-1 0 0 0,1-1-1 0 0,0-1 1 0 0,0-1 0 0 0,-1-1-1 0 0,1 0 1 0 0,35-10 0 0 0,-29 4-433 0 0,1-2 1 0 0,-2 0 0 0 0,1-2 0 0 0,-1-1 0 0 0,26-17 0 0 0,-25 11-170 0 0,0-1 0 0 0,-2-2 1 0 0,0-1-1 0 0,27-31 1 0 0,78-114-2501 0 0,-111 136 2224 0 0,-1-1-1 0 0,26-60 0 0 0,18-75-1808 0 0,-57 151 2444 0 0,-3 6 108 0 0,0 0-1 0 0,0 1 1 0 0,-1-1 0 0 0,0 0 0 0 0,-1 0 0 0 0,0-1 0 0 0,-1 1 0 0 0,0 0 0 0 0,-1 0-1 0 0,0 0 1 0 0,-1 0 0 0 0,0 0 0 0 0,0 0 0 0 0,-2 0 0 0 0,1 1 0 0 0,-1-1 0 0 0,-6-10-1 0 0,-4-5 117 0 0,-28-51 22 0 0,35 65 26 0 0,-1 1 1 0 0,-1 0 0 0 0,0 0 0 0 0,-13-12-1 0 0,15 17 4 0 0,-1 1 0 0 0,0-1 0 0 0,0 2 0 0 0,0-1 0 0 0,-1 1 0 0 0,1 0 0 0 0,-1 1 0 0 0,-12-3 0 0 0,6 2 197 0 0,-1 1 0 0 0,0 0 0 0 0,0 1 1 0 0,-17 1-1 0 0,29 1-150 0 0,-2-1 53 0 0,1 1-1 0 0,-1 0 1 0 0,0 1 0 0 0,1-1 0 0 0,-1 1-1 0 0,0 1 1 0 0,-7 1 0 0 0,13-2-99 0 0,0-1-1 0 0,0 0 1 0 0,0 0 0 0 0,-1 0 0 0 0,1 1 0 0 0,0-1-1 0 0,0 0 1 0 0,0 0 0 0 0,0 0 0 0 0,0 1 0 0 0,0-1-1 0 0,0 0 1 0 0,0 0 0 0 0,0 0 0 0 0,0 1 0 0 0,0-1-1 0 0,0 0 1 0 0,0 0 0 0 0,0 1 0 0 0,0-1 0 0 0,0 0-1 0 0,0 0 1 0 0,0 0 0 0 0,0 1 0 0 0,0-1 0 0 0,0 0-1 0 0,0 0 1 0 0,0 0 0 0 0,1 1 0 0 0,-1-1 0 0 0,0 0-1 0 0,0 0 1 0 0,0 0 0 0 0,0 1 0 0 0,0-1 0 0 0,1 0-1 0 0,-1 0 1 0 0,0 0 0 0 0,0 0 0 0 0,0 0 0 0 0,0 0-1 0 0,1 1 1 0 0,-1-1 0 0 0,0 0 0 0 0,0 0 0 0 0,1 0-1 0 0,-1 0 1 0 0,0 0 0 0 0,1 0 0 0 0,10 7 295 0 0,-7-5-244 0 0,40 20 860 0 0,-40-19-856 0 0,0 0 0 0 0,0 0 0 0 0,0 0 0 0 0,-1 0 0 0 0,0 1-1 0 0,1-1 1 0 0,-1 1 0 0 0,3 5 0 0 0,1 3 223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1:19.0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4201 466 6553 0 0,'6'-4'44'0'0,"0"-2"-1"0"0,0 1 0 0 0,-1 0 0 0 0,0-1 1 0 0,0 0-1 0 0,0 0 0 0 0,-1-1 1 0 0,0 1-1 0 0,0-1 0 0 0,0 0 0 0 0,-1 0 1 0 0,0 0-1 0 0,-1-1 0 0 0,0 1 0 0 0,0-1 1 0 0,0 1-1 0 0,-1-1 0 0 0,0 0 0 0 0,0-11 1 0 0,-1 16-31 0 0,-1 1 1 0 0,0 0-1 0 0,1-1 1 0 0,-1 1-1 0 0,0-1 1 0 0,0 1-1 0 0,0 0 1 0 0,-1-1-1 0 0,1 1 1 0 0,0 0-1 0 0,-1 0 1 0 0,0 0-1 0 0,1 0 1 0 0,-1 1-1 0 0,0-1 1 0 0,0 0-1 0 0,0 1 1 0 0,0-1-1 0 0,0 1 1 0 0,0-1 0 0 0,0 1-1 0 0,-1 0 1 0 0,-4-2-1 0 0,-5-1 275 0 0,-1 0-1 0 0,0 1 1 0 0,-19-2-1 0 0,17 2 67 0 0,-169-28 2535 0 0,-84-15-1969 0 0,4-20-2647 0 0,173 42 761 0 0,0 3-1 0 0,-176-15 1 0 0,192 29 553 0 0,-209-16-990 0 0,-2 22 4411 0 0,-61 16 2571 0 0,283-13-4611 0 0,-222 24 2867 0 0,108-7-814 0 0,79-8-2178 0 0,-141 35 0 0 0,-91 48-979 0 0,283-79 136 0 0,2 3 0 0 0,0 1 0 0 0,1 3 0 0 0,0 1 0 0 0,-42 31 0 0 0,42-23 0 0 0,-1 0 0 0 0,-68 60 0 0 0,-22 36 0 0 0,118-109 0 0 0,0 0 0 0 0,2 2 0 0 0,-28 42 0 0 0,38-53 0 0 0,1 1 0 0 0,1 0 0 0 0,-1 1 0 0 0,2-1 0 0 0,-1 1 0 0 0,1-1 0 0 0,1 1 0 0 0,0 0 0 0 0,1 0 0 0 0,0 0 0 0 0,0 19 0 0 0,4-8 0 0 0,0 0 0 0 0,1 0 0 0 0,1-1 0 0 0,11 31 0 0 0,40 80 0 0 0,-50-119 0 0 0,8 16 0 0 0,2 0 0 0 0,1-1 0 0 0,1-1 0 0 0,2-1 0 0 0,0 0 0 0 0,47 43 0 0 0,-53-57 0 0 0,1 0 0 0 0,0-1 0 0 0,1-1 0 0 0,1 0 0 0 0,-1-1 0 0 0,2-1 0 0 0,-1-1 0 0 0,36 10 0 0 0,8-2 0 0 0,86 8 0 0 0,-33-6 0 0 0,-32-2 0 0 0,4 2 0 0 0,164 10 0 0 0,39-29 0 0 0,-79-1 0 0 0,657-50-243 0 0,-662 35-856 0 0,232-34 1664 0 0,-350 37-956 0 0,48-9-2464 0 0,137-42 0 0 0,13-7-1355 0 0,-184 53 4160 0 0,72-18 1701 0 0,-137 27-2026 0 0,0-2 1 0 0,40-21-1 0 0,-61 26 230 0 0,-1 0 0 0 0,1-1 0 0 0,-2-1 1 0 0,1 0-1 0 0,-1-1 0 0 0,-1-1 1 0 0,16-17-1 0 0,-22 20 58 0 0,0 0-1 0 0,0-1 1 0 0,-1 1 0 0 0,0-1-1 0 0,-1 0 1 0 0,0 0 0 0 0,-1 0 0 0 0,0-1-1 0 0,0 1 1 0 0,-1-1 0 0 0,-1 1 0 0 0,1-17-1 0 0,-2-12-290 0 0,-1 0 0 0 0,-7-42 0 0 0,3 37 3 0 0,-7-150-1015 0 0,10 179 1274 0 0,0-1 0 0 0,-1 1-1 0 0,0 0 1 0 0,-1 0 0 0 0,-1 0-1 0 0,0 0 1 0 0,-8-15 0 0 0,8 22 42 0 0,1 0 0 0 0,-2 0 0 0 0,1 1 0 0 0,-1-1 0 0 0,0 1 0 0 0,0 0 0 0 0,-1 1 0 0 0,0 0 0 0 0,0 0 0 0 0,-1 0 0 0 0,0 1 0 0 0,0 0 0 0 0,-9-4 1 0 0,-5 0 10 0 0,-1 0 0 0 0,0 2 0 0 0,0 0 0 0 0,0 2 0 0 0,-39-4 0 0 0,12 5 734 0 0,-84 4 0 0 0,96 3-32 0 0,0 1 0 0 0,-38 10 0 0 0,21 1 160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2:44.1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1059 519 6553 0 0,'8'-11'0'0'0,"-1"0"0"0"0,1-1 0 0 0,-2 1 0 0 0,0-2 0 0 0,0 1 0 0 0,-1 0 0 0 0,0-1 0 0 0,-1 0 0 0 0,-1 0 0 0 0,0 0 0 0 0,-1-1 0 0 0,0 1 0 0 0,-1-1 0 0 0,-1 1 0 0 0,-2-24 0 0 0,1 26 0 0 0,0 0 0 0 0,-2 0 0 0 0,1 1 0 0 0,-1-1 0 0 0,-1 1 0 0 0,0-1 0 0 0,0 1 0 0 0,-1 1 0 0 0,0-1 0 0 0,-1 1 0 0 0,0-1 0 0 0,-1 2 0 0 0,1-1 0 0 0,-2 1 0 0 0,1 0 0 0 0,-1 0 0 0 0,-1 1 0 0 0,1 0 0 0 0,-16-9 0 0 0,8 7-35 0 0,0 1 0 0 0,0 1-1 0 0,-1 1 1 0 0,0 0 0 0 0,0 1-1 0 0,-33-5 1 0 0,26 7 164 0 0,-1 1 0 0 0,1 2 1 0 0,0 0-1 0 0,-39 6 0 0 0,27 1 512 0 0,0 1-1 0 0,1 1 1 0 0,0 3 0 0 0,0 0 0 0 0,1 3-1 0 0,-54 30 1 0 0,54-23 74 0 0,1 0 0 0 0,1 2 0 0 0,1 1 0 0 0,-45 50 0 0 0,53-50-155 0 0,1 1 1 0 0,2 2-1 0 0,0 0 0 0 0,2 1 1 0 0,-25 56-1 0 0,34-62-92 0 0,2 0 0 0 0,0 1 0 0 0,1 0 0 0 0,2 0 0 0 0,0 0 0 0 0,2 1 0 0 0,0-1 0 0 0,2 1 1 0 0,5 48-1 0 0,-1-45-299 0 0,1 0-1 0 0,2 0 1 0 0,1-1 0 0 0,0 0 0 0 0,3 0 0 0 0,0-1 0 0 0,1-1 0 0 0,22 33 0 0 0,-27-46-169 0 0,2-1 0 0 0,0 0 0 0 0,0-1 0 0 0,1 0 0 0 0,0 0 0 0 0,0-1 0 0 0,1 0 0 0 0,0-1 0 0 0,1 0 0 0 0,0-1 0 0 0,25 10 0 0 0,-22-11 0 0 0,0-1 0 0 0,0-1 0 0 0,1 0 0 0 0,-1-2 0 0 0,1 1 0 0 0,0-2 0 0 0,0 0 0 0 0,0-1 0 0 0,0-1 0 0 0,18-2 0 0 0,11-5-704 0 0,-1-2-1 0 0,0-2 0 0 0,0-2 1 0 0,-1-2-1 0 0,-1-2 0 0 0,78-45 1 0 0,-49 18-1229 0 0,-1-4 0 0 0,114-104 1 0 0,-149 119 861 0 0,-1-2 0 0 0,44-57 0 0 0,-58 65 426 0 0,-2-1-1 0 0,-1 0 1 0 0,-1-2-1 0 0,17-43 1 0 0,-27 57 547 0 0,-1-1 0 0 0,-1 0 1 0 0,0 0-1 0 0,-1 0 0 0 0,-1 0 0 0 0,-1-1 0 0 0,0 1 0 0 0,-4-36 1 0 0,1 39 99 0 0,-1 1 0 0 0,0 0 1 0 0,-1 0-1 0 0,-1 0 1 0 0,0 0-1 0 0,0 1 0 0 0,-2-1 1 0 0,0 1-1 0 0,0 1 1 0 0,-1 0-1 0 0,-16-19 0 0 0,13 18-2 0 0,-1 2 0 0 0,0-1 0 0 0,-1 2 0 0 0,0-1 0 0 0,-1 2 0 0 0,0 0 0 0 0,0 1 0 0 0,-1 0 0 0 0,0 1 0 0 0,0 0 0 0 0,-1 2 0 0 0,0 0 0 0 0,0 0 0 0 0,0 2 0 0 0,-28-3 0 0 0,-23 1 161 0 0,-5 7 640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3:00.1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1 319 6553 0 0,'30'-26'0'0'0,"59"-41"0"0"0,51-35 0 0 0,-95 72 0 0 0,57-28 0 0 0,-89 51 97 0 0,1 2 0 0 0,-1 0 0 0 0,1 1 0 0 0,0 0 0 0 0,0 1 0 0 0,0 0 0 0 0,19 0 0 0 0,-23 2 53 0 0,-1 1 0 0 0,1 0 0 0 0,-1 1 0 0 0,0 0 0 0 0,1 1 0 0 0,-1-1 0 0 0,0 2 0 0 0,0-1 0 0 0,0 2 0 0 0,0-1 0 0 0,-1 1 0 0 0,10 5-1 0 0,-15-7-99 0 0,-1 0 0 0 0,1 0 0 0 0,-1 0 0 0 0,1 0 0 0 0,-1 0 0 0 0,0 1 0 0 0,0-1 0 0 0,0 1 0 0 0,0-1 0 0 0,0 1 0 0 0,-1 0 0 0 0,1 0 0 0 0,-1 0-1 0 0,0 0 1 0 0,0 0 0 0 0,1 3 0 0 0,0 4 121 0 0,-1-1-1 0 0,0 1 1 0 0,-1-1 0 0 0,0 11-1 0 0,-1-9 93 0 0,1 0 1 0 0,3 21-1 0 0,-3-29-206 0 0,1 1 0 0 0,0-1 0 0 0,0 1 0 0 0,1-1 0 0 0,-1 0-1 0 0,1 1 1 0 0,-1-1 0 0 0,1 0 0 0 0,0 0 0 0 0,0 0 0 0 0,1 0 0 0 0,-1-1 0 0 0,3 4 0 0 0,-1-3 42 0 0,1 1 1 0 0,-1-1 0 0 0,1 0 0 0 0,0 0-1 0 0,-1 0 1 0 0,1-1 0 0 0,1 0 0 0 0,-1 0-1 0 0,0 0 1 0 0,0 0 0 0 0,7 0 0 0 0,-3 0 102 0 0,1-1 1 0 0,-1-1 0 0 0,1 0-1 0 0,-1 0 1 0 0,18-3 0 0 0,1-4 70 0 0,-1 0 1 0 0,0-2-1 0 0,33-15 0 0 0,-20 7-609 0 0,49-19-500 0 0,-75 31 826 0 0,1 0 0 0 0,0 2 0 0 0,0 0 0 0 0,17-2 0 0 0,-29 5 36 0 0,0 0 0 0 0,0 1 1 0 0,0-1-1 0 0,-1 0 1 0 0,1 1-1 0 0,0-1 1 0 0,0 1-1 0 0,-1 0 1 0 0,1 0-1 0 0,-1 0 0 0 0,4 2 1 0 0,26 20 314 0 0,-26-18-264 0 0,0 0 0 0 0,0 0 1 0 0,14 6-1 0 0,-7-6 96 0 0,0-1 1 0 0,0 0-1 0 0,0-1 1 0 0,0-1-1 0 0,23 2 1 0 0,68-3 464 0 0,-36-6 292 0 0,75-14 0 0 0,31-4 333 0 0,-159 22-1098 0 0,0 1 1 0 0,-1 1-1 0 0,1 0 0 0 0,20 5 0 0 0,54 19 586 0 0,-5-1-84 0 0,-58-19-398 0 0,0-2 0 0 0,0 0 0 0 0,0-2 0 0 0,27-1 0 0 0,106-17 97 0 0,-58-3-366 0 0,-56 11 0 0 0,68-7 0 0 0,-99 15 0 0 0,1 1 0 0 0,0 0 0 0 0,0 1 0 0 0,0 1 0 0 0,0 0 0 0 0,0 1 0 0 0,-1 1 0 0 0,24 9 0 0 0,-22-6 0 0 0,1 0 0 0 0,1 0 0 0 0,-1-2 0 0 0,1 0 0 0 0,0-2 0 0 0,0 1 0 0 0,1-2 0 0 0,24 0 0 0 0,219-28-58 0 0,-173 15-905 0 0,244-43-2411 0 0,-331 53 3371 0 0,91-18-1171 0 0,-81 18 1100 0 0,0 0-1 0 0,0 0 1 0 0,0 1 0 0 0,1 1-1 0 0,20 3 1 0 0,-29-3 103 0 0,0 0 0 0 0,0 1-1 0 0,0-1 1 0 0,0 1 0 0 0,0 0 0 0 0,-1 0-1 0 0,1 0 1 0 0,5 5 0 0 0,25 25 194 0 0,-27-24-137 0 0,1 0 0 0 0,0-1 0 0 0,13 9 0 0 0,-8-9-7 0 0,0 0 1 0 0,1-1-1 0 0,0-1 1 0 0,0 0-1 0 0,0-1 1 0 0,0 0-1 0 0,1-2 1 0 0,-1 1-1 0 0,20-1 0 0 0,17-1 341 0 0,66-7 0 0 0,-107 5-383 0 0,23-2 186 0 0,0-3 0 0 0,52-14 0 0 0,60-30-1472 0 0,-118 41 1088 0 0,0 2 0 0 0,0 1 0 0 0,1 0 0 0 0,0 3 0 0 0,0 0 0 0 0,44 1 0 0 0,251-19 1805 0 0,-3-27-3373 0 0,-318 48 1710 0 0,62-11-801 0 0,109-32-1 0 0,-162 39 807 0 0,0 1 0 0 0,0 0-1 0 0,1 0 1 0 0,-1 1-1 0 0,16 0 1 0 0,-20 2 60 0 0,1 0 1 0 0,-1 1-1 0 0,0 0 1 0 0,0 0-1 0 0,0 1 0 0 0,-1 0 1 0 0,1 0-1 0 0,0 0 0 0 0,11 7 1 0 0,-12-6-2 0 0,0 0 0 0 0,0 0 0 0 0,-1 0 1 0 0,0 1-1 0 0,0 0 0 0 0,0 0 0 0 0,0 0 0 0 0,-1 1 1 0 0,1-1-1 0 0,4 7 0 0 0,-2 3-9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3:21.0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100 300 6553 0 0,'-15'4'431'0'0,"-31"5"-1"0"0,45-9-419 0 0,-2 0 60 0 0,0 0 0 0 0,-1 1 1 0 0,1-1-1 0 0,0 1 0 0 0,-1 0 0 0 0,1 0 1 0 0,0 0-1 0 0,0 0 0 0 0,-5 3 1 0 0,8-2 206 0 0,4-2-239 0 0,3-2-3 0 0,23-11 604 0 0,-10 4-379 0 0,-14 7-167 0 0,15-6 193 0 0,1 0 1 0 0,-1 1-1 0 0,24-3 1 0 0,20 0 915 0 0,2 3 0 0 0,84 2 0 0 0,-46 8 57 0 0,357-5 4176 0 0,-150-8-2149 0 0,-51 3-2940 0 0,-54 4-347 0 0,-16 0 0 0 0,-140 0 0 0 0,87-17 0 0 0,-120 16 0 0 0,8-2 0 0 0,1 1 0 0 0,-1 1 0 0 0,30 0 0 0 0,-55 4 0 0 0,-5-3 0 0 0,-6-2 0 0 0,0 2 0 0 0,0-1 0 0 0,0 1 0 0 0,-18-2 0 0 0,25 5 0 0 0,0-1 0 0 0,0 1 0 0 0,1-1 0 0 0,-1 0 0 0 0,1 0 0 0 0,-1 0 0 0 0,1 0 0 0 0,-1 0 0 0 0,1 0 0 0 0,-1-1 0 0 0,1 1 0 0 0,0-1 0 0 0,0 0 0 0 0,0 1 0 0 0,0-1 0 0 0,0 0 0 0 0,0 0 0 0 0,1 0 0 0 0,-3-4 0 0 0,0 2-52 0 0,0-1 0 0 0,0 1 0 0 0,-1 1 0 0 0,-5-5-1 0 0,-14-14-259 0 0,0-12-271 0 0,19 26 379 0 0,0 0 1 0 0,-1 0 0 0 0,-7-8-1 0 0,13 16 198 0 0,0 0-1 0 0,0 0 1 0 0,0-1-1 0 0,-1 1 1 0 0,1 0-1 0 0,0 0 1 0 0,0 0-1 0 0,0 0 1 0 0,0-1-1 0 0,-1 1 1 0 0,1 0-1 0 0,0 0 1 0 0,0 0-1 0 0,0 0 1 0 0,-1 0-1 0 0,1 0 1 0 0,0 0-1 0 0,0 0 1 0 0,0 0-1 0 0,-1 0 1 0 0,1 0-1 0 0,0 0 1 0 0,0 0-1 0 0,-1 0 1 0 0,1 0-1 0 0,0 0 1 0 0,0 0-1 0 0,0 0 1 0 0,-1 0-1 0 0,1 0 1 0 0,0 0-1 0 0,0 0 1 0 0,0 0-1 0 0,-1 0 1 0 0,1 0-1 0 0,0 0 1 0 0,0 0-1 0 0,0 1 1 0 0,-1-1-1 0 0,1 0 1 0 0,-4 11-22 0 0,3-8 40 0 0,1 0 0 0 0,-1 1 0 0 0,1-1 0 0 0,0 0 1 0 0,0 0-1 0 0,1 5 0 0 0,0-6-7 0 0,0 0 1 0 0,0 0-1 0 0,0 0 1 0 0,0 0 0 0 0,0 0-1 0 0,1-1 1 0 0,-1 1-1 0 0,1 0 1 0 0,-1-1-1 0 0,1 1 1 0 0,-1-1-1 0 0,1 1 1 0 0,0-1 0 0 0,0 0-1 0 0,-1 0 1 0 0,1 0-1 0 0,0 0 1 0 0,0 0-1 0 0,0 0 1 0 0,0 0-1 0 0,4 0 1 0 0,3 1 17 0 0,1 0 0 0 0,0-1 0 0 0,15 0 0 0 0,-5 0 3 0 0,52 7 200 0 0,89 23-1 0 0,-127-24-167 0 0,-26-5-35 0 0,-1 0 1 0 0,15 6 0 0 0,-19-7-18 0 0,0 1 0 0 0,-1-1-1 0 0,1 1 1 0 0,0 0 0 0 0,-1-1 0 0 0,1 1 0 0 0,-1 0-1 0 0,1 1 1 0 0,-1-1 0 0 0,2 3 0 0 0,-4-5-5 0 0,0 1 0 0 0,1-1 0 0 0,-1 1 0 0 0,0 0 1 0 0,0-1-1 0 0,0 1 0 0 0,0-1 0 0 0,0 1 0 0 0,0-1 1 0 0,0 1-1 0 0,0-1 0 0 0,0 1 0 0 0,0-1 0 0 0,0 1 1 0 0,0-1-1 0 0,-1 1 0 0 0,1-1 0 0 0,0 1 0 0 0,0-1 1 0 0,0 1-1 0 0,-1-1 0 0 0,1 1 0 0 0,0-1 0 0 0,-1 1 1 0 0,1-1-1 0 0,0 1 0 0 0,-1-1 0 0 0,1 0 0 0 0,0 1 1 0 0,-1-1-1 0 0,1 0 0 0 0,-1 1 0 0 0,1-1 0 0 0,-1 0 1 0 0,1 0-1 0 0,-1 1 0 0 0,-22 10 59 0 0,21-10-57 0 0,-74 30 233 0 0,-73 44-1 0 0,32-10-10 0 0,52-28-113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3:33.3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1197 418 6553 0 0,'5'-21'0'0'0,"-1"1"0"0"0,1-29 0 0 0,-4 40 0 0 0,-1 1 0 0 0,0-1 0 0 0,-1 1 0 0 0,0 0 0 0 0,0-1 0 0 0,0 1 0 0 0,-1 0 0 0 0,-6-14 0 0 0,6 18 0 0 0,1 1 0 0 0,-2 0 0 0 0,1 0 0 0 0,0 0 0 0 0,0 0 0 0 0,-1 1 0 0 0,0-1 0 0 0,0 0 0 0 0,1 1 0 0 0,-1 0 0 0 0,0 0 0 0 0,-1 0 0 0 0,1 0 0 0 0,-7-2 0 0 0,-3-1 0 0 0,-1 0 0 0 0,-21-3 0 0 0,11 2 0 0 0,-285-93 0 0 0,285 90 0 0 0,-23-8-1 0 0,-2 2 0 0 0,-72-12 0 0 0,103 24 198 0 0,-1 1 0 0 0,1 1 0 0 0,0 0-1 0 0,-1 2 1 0 0,1 0 0 0 0,0 1 0 0 0,0 1 0 0 0,0 1 0 0 0,0 0 0 0 0,-21 9 0 0 0,17-4 209 0 0,0 1 1 0 0,1 1-1 0 0,1 1 1 0 0,-1 1-1 0 0,2 1 0 0 0,0 0 1 0 0,-29 30-1 0 0,37-33-164 0 0,1 1 0 0 0,1 0 0 0 0,-1 0-1 0 0,2 1 1 0 0,0 0 0 0 0,0 1 0 0 0,2 0 0 0 0,-1 0 0 0 0,2 1-1 0 0,0-1 1 0 0,1 1 0 0 0,-5 29 0 0 0,7-19 215 0 0,1 1 1 0 0,1 0 0 0 0,1-1-1 0 0,2 1 1 0 0,0-1-1 0 0,2 0 1 0 0,11 36-1 0 0,-4-25 221 0 0,1-1 0 0 0,2 0 0 0 0,2-1 0 0 0,29 45 0 0 0,-24-48-93 0 0,2 0 0 0 0,1-1 0 0 0,47 43 0 0 0,99 65-511 0 0,-148-123-74 0 0,0-1 0 0 0,1-1 0 0 0,0-1 0 0 0,1-1 0 0 0,1-1 0 0 0,-1-1 0 0 0,1-1 0 0 0,1-1 0 0 0,0-2 0 0 0,-1-1 0 0 0,1-1 0 0 0,1-1 0 0 0,-1-1 0 0 0,0-1 0 0 0,28-5 0 0 0,-29 1-335 0 0,0-1 0 0 0,0-1 0 0 0,0-1 0 0 0,-1-2 0 0 0,0 0 0 0 0,-1-2 0 0 0,0-1 0 0 0,0 0 0 0 0,-2-2 0 0 0,1 0 0 0 0,-2-2 0 0 0,0-1 0 0 0,-1 0 0 0 0,0-1 0 0 0,-2-1 0 0 0,0-1 0 0 0,21-32 0 0 0,-29 35-16 0 0,-1 0-1 0 0,0 0 1 0 0,-1-1 0 0 0,-1 0 0 0 0,-1-1 0 0 0,7-33-1 0 0,-5 6-836 0 0,3-78 1 0 0,-10 101 782 0 0,-2 0 0 0 0,0 0 0 0 0,-2 0 0 0 0,0 0 0 0 0,-2 0 0 0 0,0 1 0 0 0,-12-29 1 0 0,11 35 125 0 0,-1-1 0 0 0,-1 1 0 0 0,-1 1 0 0 0,0 0 0 0 0,-1 0 0 0 0,0 1 0 0 0,-2 0 0 0 0,1 0 0 0 0,-2 2 0 0 0,-13-12 0 0 0,20 19 241 0 0,-1 0 0 0 0,1 1 0 0 0,-1 0 0 0 0,0 0 0 0 0,0 0 0 0 0,0 1 0 0 0,-1 0 0 0 0,1 1 0 0 0,-1 0 0 0 0,1 0 0 0 0,-1 0 0 0 0,0 1 0 0 0,0 0 0 0 0,0 1 0 0 0,0 0 0 0 0,1 0 0 0 0,-1 1 0 0 0,0 0 0 0 0,-9 2 0 0 0,-19 8 486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7.5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 1002 6553 0 0,'-2'0'30'0'0,"1"0"-1"0"0,0-1 0 0 0,-1 1 0 0 0,1 0 0 0 0,0-1 0 0 0,0 1 1 0 0,-1-1-1 0 0,1 0 0 0 0,0 1 0 0 0,0-1 0 0 0,0 0 0 0 0,0 0 0 0 0,0 0 1 0 0,0 1-1 0 0,0-1 0 0 0,0 0 0 0 0,0 0 0 0 0,0-2 0 0 0,1 2 9 0 0,0 0 0 0 0,0-1 0 0 0,0 1 0 0 0,1-1 0 0 0,-1 1 0 0 0,0-1 0 0 0,1 1 0 0 0,-1 0 0 0 0,1-1 0 0 0,-1 1 0 0 0,1 0 0 0 0,0-1 0 0 0,0 1 0 0 0,-1 0 0 0 0,3-2 0 0 0,56-86-121 0 0,33-38-74 0 0,-52 76 96 0 0,35-48-58 0 0,142-182-210 0 0,-134 164 181 0 0,-52 70 54 0 0,58-67 0 0 0,-85 110 89 0 0,0 0 0 0 0,0 0-1 0 0,0 1 1 0 0,0-1 0 0 0,1 1 0 0 0,0 0-1 0 0,-1 0 1 0 0,1 0 0 0 0,0 1 0 0 0,6-3-1 0 0,-7 4 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7.9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13 314 6553 0 0,'-1'-1'10'0'0,"0"0"-1"0"0,0 0 0 0 0,0 0 0 0 0,0 0 0 0 0,0-1 0 0 0,0 1 1 0 0,0 0-1 0 0,1 0 0 0 0,-1-1 0 0 0,0 1 0 0 0,1 0 0 0 0,-1-1 1 0 0,1 1-1 0 0,0-1 0 0 0,-1 1 0 0 0,1 0 0 0 0,0-1 1 0 0,0-2-1 0 0,0 2-4 0 0,1-1 1 0 0,-1 1 0 0 0,1-1 0 0 0,0 0-1 0 0,0 1 1 0 0,0 0 0 0 0,1-1-1 0 0,-1 1 1 0 0,3-4 0 0 0,2-3-9 0 0,1 1 0 0 0,0 0 0 0 0,1 1 0 0 0,-1-1 0 0 0,1 1 1 0 0,12-7-1 0 0,57-33-15 0 0,-59 37 13 0 0,115-66-23 0 0,-115 66 43 0 0,-5 1 11 0 0,1 0 1 0 0,0 1-1 0 0,1 1 0 0 0,0 1 1 0 0,27-9-1 0 0,-41 15-17 0 0,-1 0-1 0 0,1 0 1 0 0,-1-1-1 0 0,0 1 1 0 0,1 0-1 0 0,-1 0 1 0 0,1 0-1 0 0,-1 0 1 0 0,1 0 0 0 0,-1 0-1 0 0,1 0 1 0 0,-1 0-1 0 0,0 0 1 0 0,1 0-1 0 0,-1 0 1 0 0,1 0 0 0 0,-1 1-1 0 0,0-1 1 0 0,1 0-1 0 0,-1 0 1 0 0,1 0-1 0 0,-1 1 1 0 0,0-1-1 0 0,1 0 1 0 0,-1 0 0 0 0,0 1-1 0 0,1-1 1 0 0,-1 0-1 0 0,0 0 1 0 0,1 1-1 0 0,-1-1 1 0 0,0 1 0 0 0,1-1-1 0 0,-1 2 8 0 0,0-1 0 0 0,0 0 0 0 0,0 0 0 0 0,0 0-1 0 0,0 0 1 0 0,0 1 0 0 0,0-1 0 0 0,0 0 0 0 0,0 0 0 0 0,-1 0 0 0 0,1 0 0 0 0,-1 2-1 0 0,-16 29 594 0 0,-61 75 1252 0 0,54-76-1179 0 0,-17 21 15 0 0,-60 84 1811 0 0,80-103-1946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3:45.3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58 6553 0 0,'0'-3'0'0'0,"1"1"0"0"0,-1-1 0 0 0,1 1 0 0 0,0-1 0 0 0,0 1 0 0 0,0-1 0 0 0,1-2 0 0 0,-1 4 0 0 0,0-1 0 0 0,0 0 0 0 0,-1 0 0 0 0,1 0 0 0 0,0 1 0 0 0,-1-1 0 0 0,1 0 0 0 0,-1 0 0 0 0,0 0 0 0 0,0 0 0 0 0,1 0 0 0 0,-1 0 0 0 0,-1 0 0 0 0,1-4 0 0 0,-6 4-7 0 0,5 2 10 0 0,1 0 0 0 0,-1 1-1 0 0,1-1 1 0 0,0 0 0 0 0,-1 0-1 0 0,1 0 1 0 0,0 1-1 0 0,-1-1 1 0 0,1 0 0 0 0,0 1-1 0 0,-1-1 1 0 0,1 0 0 0 0,0 1-1 0 0,0-1 1 0 0,-1 0 0 0 0,1 1-1 0 0,0-1 1 0 0,0 1 0 0 0,0-1-1 0 0,0 0 1 0 0,0 1-1 0 0,-1-1 1 0 0,1 1 0 0 0,0-1-1 0 0,0 1 1 0 0,0-1 0 0 0,0 0-1 0 0,0 1 1 0 0,0-1 0 0 0,0 1-1 0 0,0-1 1 0 0,1 1-1 0 0,-1 10 154 0 0,0 1 156 0 0,0 1 0 0 0,0 0 1 0 0,-5 20-1 0 0,1-13 11 0 0,0-1-1 0 0,1 1 0 0 0,1-1 1 0 0,1 26-1 0 0,9 80 1565 0 0,0-17-178 0 0,-12 271 3690 0 0,0-21-397 0 0,8-207-4090 0 0,-1 247-896 0 0,-8-277-16 0 0,-10 572 0 0 0,38-234 0 0 0,-10-326 0 0 0,-5 166 0 0 0,-9-278 0 0 0,1 0 0 0 0,1 1 0 0 0,0-1 0 0 0,2 0 0 0 0,0 0 0 0 0,2 0 0 0 0,8 25 0 0 0,-12-45 0 0 0,-1 1 0 0 0,1-1 0 0 0,-1 1 0 0 0,1-1 0 0 0,0 0 0 0 0,-1 1 0 0 0,1-1 0 0 0,0 0 0 0 0,0 0 0 0 0,0 1 0 0 0,0-1 0 0 0,0 0 0 0 0,0 0 0 0 0,1 0 0 0 0,-1 0 0 0 0,0 0 0 0 0,0-1 0 0 0,1 1 0 0 0,-1 0 0 0 0,0-1 0 0 0,3 2 0 0 0,-3-2 0 0 0,0 0 0 0 0,1-1 0 0 0,-1 1 0 0 0,1 0 0 0 0,-1 0 0 0 0,0-1 0 0 0,1 1 0 0 0,-1 0 0 0 0,0-1 0 0 0,1 1 0 0 0,-1-1 0 0 0,0 0 0 0 0,0 1 0 0 0,1-1 0 0 0,-1 0 0 0 0,0 0 0 0 0,0 0 0 0 0,0 0 0 0 0,0 0 0 0 0,0 0 0 0 0,0 0 0 0 0,0 0 0 0 0,0-2 0 0 0,2 0-9 0 0,-1-1-1 0 0,0 1 1 0 0,0-1-1 0 0,-1 0 1 0 0,3-7 0 0 0,2-7-275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3:46.3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147 231 6553 0 0,'-1'-4'0'0'0,"0"1"0"0"0,0 0 0 0 0,0 0 0 0 0,0 0 0 0 0,-1 0 0 0 0,1 0 0 0 0,-4-3 0 0 0,5 7 42 0 0,-1 1-1 0 0,0-1 1 0 0,1 1-1 0 0,-1-1 1 0 0,1 1-1 0 0,-1-1 0 0 0,1 1 1 0 0,-1 0-1 0 0,1-1 1 0 0,0 1-1 0 0,0 3 1 0 0,-2 0 224 0 0,-7 13 49 0 0,-2-1 0 0 0,0 0 0 0 0,-15 19 0 0 0,10-16 264 0 0,2 0 0 0 0,-15 27 0 0 0,28-45-537 0 0,0 0 8 0 0,-1 1 0 0 0,1 0 0 0 0,0-1 0 0 0,0 1 0 0 0,0-1 0 0 0,0 1 0 0 0,0 0 0 0 0,1 0-1 0 0,0 0 1 0 0,-1-1 0 0 0,1 5 0 0 0,1-10 11 0 0,0 1 0 0 0,0 0 1 0 0,1 0-1 0 0,-1-1 0 0 0,0 1 0 0 0,1 0 0 0 0,0 0 0 0 0,2-3 0 0 0,18-18-129 0 0,7-6-145 0 0,-2-1 0 0 0,-1-1 0 0 0,-1-1 0 0 0,29-51 0 0 0,-14 20-128 0 0,4-7 17 0 0,-15 14 70 0 0,-29 56 260 0 0,1-1-1 0 0,-1 1 0 0 0,0 0 1 0 0,0 0-1 0 0,0 0 1 0 0,0 0-1 0 0,0-1 0 0 0,0 1 1 0 0,1 0-1 0 0,-1 0 1 0 0,0 0-1 0 0,0 0 1 0 0,0 0-1 0 0,0 0 0 0 0,1-1 1 0 0,-1 1-1 0 0,0 0 1 0 0,0 0-1 0 0,0 0 0 0 0,1 0 1 0 0,-1 0-1 0 0,0 0 1 0 0,0 0-1 0 0,0 0 0 0 0,1 0 1 0 0,-1 0-1 0 0,0 0 1 0 0,0 0-1 0 0,0 0 0 0 0,1 0 1 0 0,-1 0-1 0 0,0 0 1 0 0,0 0-1 0 0,0 0 0 0 0,1 0 1 0 0,-1 1-1 0 0,1 0 21 0 0,0 0 0 0 0,1 0 0 0 0,-1 0 1 0 0,0 1-1 0 0,0-1 0 0 0,-1 0 0 0 0,1 1 0 0 0,0-1 0 0 0,0 1 0 0 0,-1-1 0 0 0,2 3 0 0 0,32 115 1377 0 0,-23-78-913 0 0,-2-10 235 0 0,22 54 1 0 0,-23-69-435 0 0,0-1 1 0 0,1 0-1 0 0,0 0 1 0 0,23 26-1 0 0,-18-25-52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53.4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3136 6553 0 0,'0'-5'0'0'0,"1"-1"0"0"0,0 1 0 0 0,0 0 0 0 0,0-1 0 0 0,1 1 0 0 0,0 0 0 0 0,0 0 0 0 0,0 0 0 0 0,0 1 0 0 0,6-9 0 0 0,6-6 0 0 0,18-21 0 0 0,-17 23 0 0 0,97-112 0 0 0,25-31 0 0 0,-12 4 0 0 0,112-148 0 0 0,18-91 0 0 0,-81 116 0 0 0,92-105 0 0 0,7-10 0 0 0,-166 231 0 0 0,221-325 0 0 0,-321 478 0 0 0,4-4 0 0 0,-1-1 0 0 0,-1 0 0 0 0,0-1 0 0 0,13-33 0 0 0,-21 48 1 0 0,-1 1-1 0 0,1-1 1 0 0,-1 0 0 0 0,0 0-1 0 0,0 0 1 0 0,1 0-1 0 0,-1 0 1 0 0,0 0-1 0 0,0 1 1 0 0,0-1-1 0 0,0 0 1 0 0,0 0-1 0 0,0 0 1 0 0,0 0 0 0 0,0 0-1 0 0,0 0 1 0 0,-1 0-1 0 0,1 1 1 0 0,0-1-1 0 0,-1 0 1 0 0,1 0-1 0 0,0 0 1 0 0,-1-1-1 0 0,0 2-1 0 0,0 0-1 0 0,0-1 1 0 0,1 1-1 0 0,-1 0 0 0 0,0-1 1 0 0,0 1-1 0 0,1 0 0 0 0,-1 0 1 0 0,0 0-1 0 0,0 0 1 0 0,0 0-1 0 0,0 0 0 0 0,1 0 1 0 0,-1 0-1 0 0,0 0 1 0 0,0 0-1 0 0,0 0 0 0 0,1 0 1 0 0,-3 1-1 0 0,-3 1 69 0 0,0 1-1 0 0,0-1 1 0 0,0 1-1 0 0,-9 6 1 0 0,-50 37 1133 0 0,49-34-917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53.8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18 264 6553 0 0,'-1'0'8'0'0,"0"-1"-1"0"0,0 1 0 0 0,-1-1 1 0 0,1 1-1 0 0,1-1 0 0 0,-1 0 1 0 0,0 1-1 0 0,0-1 0 0 0,0 0 1 0 0,0 0-1 0 0,0 0 0 0 0,1 0 1 0 0,-1 0-1 0 0,0 1 0 0 0,1-1 0 0 0,-1 0 1 0 0,1-1-1 0 0,-1 1 0 0 0,1 0 1 0 0,-1 0-1 0 0,1 0 0 0 0,0 0 1 0 0,-1 0-1 0 0,1 0 0 0 0,0 0 1 0 0,0-1-1 0 0,0 1 0 0 0,0 0 1 0 0,0 0-1 0 0,0 0 0 0 0,0 0 1 0 0,1-1-1 0 0,-1 1 0 0 0,1-2 0 0 0,0-1-10 0 0,0 0-1 0 0,1 0 0 0 0,-1-1 0 0 0,1 1 0 0 0,0 0 1 0 0,0 1-1 0 0,6-8 0 0 0,0 2 1 0 0,0 0 0 0 0,1 0-1 0 0,0 1 1 0 0,1 1 0 0 0,19-12 0 0 0,56-25-14 0 0,-63 34 12 0 0,22-10-4 0 0,63-33 25 0 0,-102 52 124 0 0,-4 3 27 0 0,-8 13 214 0 0,-18 23 354 0 0,23-34-646 0 0,-49 72 1887 0 0,3 3 0 0 0,-50 112 1 0 0,77-142-1711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02.7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12927 726 6553 0 0,'0'-9'0'0'0,"1"0"0"0"0,0 0 0 0 0,0 0 0 0 0,1 0 0 0 0,1 1 0 0 0,-1-1 0 0 0,1 1 0 0 0,5-10 0 0 0,0 3 0 0 0,1 0 0 0 0,0 0 0 0 0,15-17 0 0 0,-24 32 5 0 0,0-1-1 0 0,1 1 0 0 0,-1-1 1 0 0,1 1-1 0 0,-1-1 0 0 0,0 1 1 0 0,1-1-1 0 0,-1 1 1 0 0,0-1-1 0 0,1 1 0 0 0,-1-1 1 0 0,0 0-1 0 0,0 1 0 0 0,0-1 1 0 0,0 0-1 0 0,1 1 0 0 0,-1-1 1 0 0,0 0-1 0 0,0 1 0 0 0,0-1 1 0 0,-1 0-1 0 0,1 1 0 0 0,0-1 1 0 0,0 1-1 0 0,0-1 0 0 0,0 0 1 0 0,0 1-1 0 0,-1-1 0 0 0,1 0 1 0 0,0 1-1 0 0,-1-1 1 0 0,1 1-1 0 0,0-1 0 0 0,-1 1 1 0 0,1-1-1 0 0,-1 1 0 0 0,1-1 1 0 0,-1 1-1 0 0,1-1 0 0 0,-1 1 1 0 0,1 0-1 0 0,-1-1 0 0 0,1 1 1 0 0,-1-1-1 0 0,-4-1 32 0 0,0 0 1 0 0,0-1-1 0 0,0 2 0 0 0,-8-3 1 0 0,4 2 144 0 0,-240-57 193 0 0,209 51-355 0 0,-383-48-394 0 0,204 32 1083 0 0,-600-94-1624 0 0,578 75 634 0 0,-190-32 187 0 0,-2 16 103 0 0,-777-18-77 0 0,689 75 5745 0 0,-528 40 6539 0 0,378-9-12015 0 0,145-9-200 0 0,-204 6 0 0 0,-318 24 0 0 0,5 52 0 0 0,-295 133 0 0 0,985-145 0 0 0,3 17 0 0 0,-87 55 0 0 0,336-115 0 0 0,3 3 0 0 0,-112 77 0 0 0,163-94 0 0 0,1 1 0 0 0,2 3 0 0 0,1 1 0 0 0,-44 52 0 0 0,69-67 0 0 0,0 0 0 0 0,1 2 0 0 0,-25 50 0 0 0,33-55 0 0 0,1 1 0 0 0,1 0 0 0 0,0 0 0 0 0,2 1 0 0 0,-5 42 0 0 0,8-35 0 0 0,1 0 0 0 0,1 0 0 0 0,2 0 0 0 0,1 0 0 0 0,2 0 0 0 0,0-1 0 0 0,2 0 0 0 0,1 0 0 0 0,1 0 0 0 0,2-1 0 0 0,0 0 0 0 0,2-1 0 0 0,1-1 0 0 0,18 25 0 0 0,-12-22 0 0 0,2-2 0 0 0,0-1 0 0 0,32 28 0 0 0,85 58 0 0 0,-70-62 0 0 0,3-3 0 0 0,1-4 0 0 0,2-3 0 0 0,2-3 0 0 0,95 30 0 0 0,-74-32 0 0 0,191 63 0 0 0,9-17 0 0 0,295 10 0 0 0,6-42 0 0 0,-576-46 0 0 0,777 41 0 0 0,2-32 0 0 0,-375-23 128 0 0,0-10-3756 0 0,426-39-7495 0 0,-663 47 9099 0 0,1467-145 649 0 0,-1385 133 1375 0 0,91-11 0 0 0,570-62 0 0 0,-649 70 0 0 0,1088-145 0 0 0,-423-4 0 0 0,-326 20 0 0 0,-21-53 0 0 0,-310 72 0 0 0,-215 95 0 0 0,116-87 0 0 0,-161 105 0 0 0,-1-1 0 0 0,-1-1 0 0 0,36-45 0 0 0,-51 53 0 0 0,0 1 0 0 0,-2-2 0 0 0,0 0 0 0 0,-2 0 0 0 0,0-1 0 0 0,-1-1 0 0 0,6-23 0 0 0,-11 27 0 0 0,-1-1 0 0 0,-1 0 0 0 0,-1 0 0 0 0,0 0 0 0 0,-2 0 0 0 0,-2-33 0 0 0,-1 28 0 0 0,-2-1 0 0 0,0 1 0 0 0,-2 0 0 0 0,-16-41 0 0 0,16 49 0 0 0,-2 1 0 0 0,0 0 0 0 0,-1 1 0 0 0,-1 0 0 0 0,0 0 0 0 0,-1 1 0 0 0,0 0 0 0 0,-1 1 0 0 0,-1 1 0 0 0,0 0 0 0 0,-22-14 0 0 0,3 6 0 0 0,-1 0 0 0 0,0 3 0 0 0,-2 1 0 0 0,-50-16 0 0 0,6 8 0 0 0,0 3 0 0 0,-135-15 0 0 0,97 25 0 0 0,-150 6 0 0 0,-136 32 1280 0 0,6 31 6269 0 0,165-13-6410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26.5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1 159 6553 0 0,'-1'-12'0'0'0,"2"0"0"0"0,-1 0 0 0 0,2 1 0 0 0,-1-1 0 0 0,2 1 0 0 0,0-1 0 0 0,0 1 0 0 0,1 0 0 0 0,0 0 0 0 0,1 0 0 0 0,10-17 0 0 0,-15 28-1 0 0,0 0 0 0 0,0 0 0 0 0,0-1-1 0 0,0 1 1 0 0,0 0 0 0 0,0 0 0 0 0,0 0 0 0 0,0-1-1 0 0,0 1 1 0 0,0 0 0 0 0,1 0 0 0 0,-1 0-1 0 0,0 0 1 0 0,0-1 0 0 0,0 1 0 0 0,0 0-1 0 0,0 0 1 0 0,1 0 0 0 0,-1 0 0 0 0,0 0 0 0 0,0-1-1 0 0,0 1 1 0 0,0 0 0 0 0,1 0 0 0 0,-1 0-1 0 0,0 0 1 0 0,0 0 0 0 0,0 0 0 0 0,1 0 0 0 0,-1 0-1 0 0,0 0 1 0 0,0 0 0 0 0,1 0 0 0 0,-1 0-1 0 0,0 0 1 0 0,0 0 0 0 0,0 0 0 0 0,1 0-1 0 0,-1 0 1 0 0,0 0 0 0 0,0 0 0 0 0,0 0 0 0 0,1 0-1 0 0,2 11 177 0 0,-4 15 265 0 0,-2-1-46 0 0,-22 279 3897 0 0,25-301-4252 0 0,0 16 367 0 0,0-1 0 0 0,6 34 0 0 0,-5-48-336 0 0,0 0 1 0 0,0 0-1 0 0,0 1 0 0 0,0-1 1 0 0,1 0-1 0 0,0 0 1 0 0,0 0-1 0 0,0-1 1 0 0,0 1-1 0 0,0 0 0 0 0,1-1 1 0 0,0 1-1 0 0,0-1 1 0 0,0 0-1 0 0,0 0 1 0 0,0 0-1 0 0,7 4 0 0 0,-7-5-19 0 0,0-2 0 0 0,0 1 0 0 0,0 0 0 0 0,0 0 0 0 0,-1-1 0 0 0,1 0 0 0 0,0 1 0 0 0,0-1 0 0 0,0 0 0 0 0,0-1 0 0 0,0 1-1 0 0,0 0 1 0 0,0-1 0 0 0,0 0 0 0 0,0 1 0 0 0,4-3 0 0 0,4-2 180 0 0,0 1 0 0 0,18-13-1 0 0,-15 8-360 0 0,-1-1 0 0 0,0 0 0 0 0,-1-1 0 0 0,0-1 0 0 0,0 0 0 0 0,-1 0 0 0 0,-1-1 0 0 0,0-1 0 0 0,8-14 0 0 0,-3 1-155 0 0,-2 0 0 0 0,-1-1 0 0 0,-1 0 0 0 0,8-33 0 0 0,-16 53 219 0 0,-1 0 1 0 0,0 0 0 0 0,-1 0-1 0 0,0 0 1 0 0,0-1 0 0 0,-1 1-1 0 0,-1-11 1 0 0,1 19 64 0 0,0 0 0 0 0,0 0 0 0 0,0-1 1 0 0,0 1-1 0 0,0 0 0 0 0,0 0 0 0 0,0 0 0 0 0,0-1 0 0 0,0 1 1 0 0,0 0-1 0 0,-1 0 0 0 0,1 0 0 0 0,0-1 0 0 0,0 1 0 0 0,0 0 0 0 0,0 0 1 0 0,0 0-1 0 0,-1 0 0 0 0,1 0 0 0 0,0-1 0 0 0,0 1 0 0 0,0 0 1 0 0,-1 0-1 0 0,1 0 0 0 0,0 0 0 0 0,0 0 0 0 0,0 0 0 0 0,-1 0 1 0 0,1 0-1 0 0,0 0 0 0 0,0 0 0 0 0,0 0 0 0 0,-1 0 0 0 0,1 0 1 0 0,0 0-1 0 0,0 0 0 0 0,-1 0 0 0 0,1 0 0 0 0,0 0 0 0 0,0 0 0 0 0,0 0 1 0 0,-1 0-1 0 0,1 0 0 0 0,0 0 0 0 0,0 0 0 0 0,0 1 0 0 0,-1-1 1 0 0,1 0-1 0 0,0 0 0 0 0,0 0 0 0 0,0 0 0 0 0,0 0 0 0 0,0 1 1 0 0,-1-1-1 0 0,1 0 0 0 0,0 0 0 0 0,0 0 0 0 0,0 0 0 0 0,0 1 1 0 0,0-1-1 0 0,0 0 0 0 0,0 0 0 0 0,-1 1 0 0 0,-8 12 129 0 0,3 3 54 0 0,1-1 1 0 0,0 1-1 0 0,2 1 1 0 0,0-1 0 0 0,0 0-1 0 0,1 1 1 0 0,1 0-1 0 0,1-1 1 0 0,1 1-1 0 0,0 0 1 0 0,1-1 0 0 0,0 1-1 0 0,8 23 1 0 0,-9-36-138 0 0,1 0 0 0 0,0 0-1 0 0,0 1 1 0 0,0-1 0 0 0,0 0 0 0 0,1-1 0 0 0,-1 1 0 0 0,1 0 0 0 0,0-1 0 0 0,0 1 0 0 0,0-1 0 0 0,1 0-1 0 0,-1 0 1 0 0,7 4 0 0 0,-7-6-2 0 0,0 1 1 0 0,1-1-1 0 0,-1 1 0 0 0,1-1 0 0 0,-1 0 0 0 0,1 0 0 0 0,0-1 1 0 0,-1 1-1 0 0,1-1 0 0 0,0 0 0 0 0,-1 0 0 0 0,1 0 1 0 0,0 0-1 0 0,-1-1 0 0 0,1 1 0 0 0,-1-1 0 0 0,1 0 0 0 0,5-2 1 0 0,19-8 203 0 0,-19 6-113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27.2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62 71 6553 0 0,'8'-19'0'0'0,"11"-33"0"0"0,-29 68 380 0 0,-5 17 268 0 0,0 15 510 0 0,2 1 0 0 0,-12 91 0 0 0,23-127-946 0 0,0 1-23 0 0,-1 4 178 0 0,-1 27-1 0 0,4-41-292 0 0,0 0 0 0 0,0 0 0 0 0,1 1 0 0 0,-1-1 0 0 0,1 0 1 0 0,0 0-1 0 0,0 0 0 0 0,0 0 0 0 0,1 0 0 0 0,-1 0 0 0 0,1 0 0 0 0,3 4 1 0 0,-4-7-49 0 0,0 1 1 0 0,1-1 0 0 0,-1 0 0 0 0,0 0 0 0 0,1 0 0 0 0,0 0-1 0 0,-1 0 1 0 0,1 0 0 0 0,0 0 0 0 0,-1-1 0 0 0,4 2-1 0 0,-2-1-51 0 0,4 1 26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27.5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22 6553 0 0,'-4'-12'-17'0'0,"4"12"22"0"0,0 0 0 0 0,0 0 1 0 0,-1-1-1 0 0,1 1 0 0 0,0 0 1 0 0,0 0-1 0 0,0-1 0 0 0,0 1 1 0 0,0 0-1 0 0,0-1 0 0 0,0 1 1 0 0,0 0-1 0 0,0 0 0 0 0,0-1 1 0 0,0 1-1 0 0,0 0 0 0 0,0 0 0 0 0,0-1 1 0 0,0 1-1 0 0,1 0 0 0 0,-1-1 1 0 0,0 1-1 0 0,0 0 0 0 0,0 0 1 0 0,0-1-1 0 0,0 1 0 0 0,0 0 1 0 0,1 0-1 0 0,-1 0 0 0 0,0-1 1 0 0,0 1-1 0 0,1 0 0 0 0,-1 0 0 0 0,0 0 1 0 0,0 0-1 0 0,0-1 0 0 0,1 1 1 0 0,-1 0-1 0 0,0 0 0 0 0,1 0 1 0 0,5 4 123 0 0,6 8 190 0 0,-1 1 0 0 0,0 1-1 0 0,-1 0 1 0 0,-1 0 0 0 0,0 1 0 0 0,9 23-1 0 0,-13-20-22 0 0,-5-16-245 0 0,1 1 1 0 0,-1 0 0 0 0,1-1-1 0 0,-1 1 1 0 0,1 0-1 0 0,0-1 1 0 0,0 1 0 0 0,0-1-1 0 0,0 0 1 0 0,1 1-1 0 0,-1-1 1 0 0,1 0-1 0 0,3 4 1 0 0,-5-6-43 0 0,1 1 0 0 0,-1-1 1 0 0,1 0-1 0 0,0 0 0 0 0,-1 0 0 0 0,1 1 1 0 0,-1-1-1 0 0,1 0 0 0 0,-1 0 0 0 0,1 0 0 0 0,0 0 1 0 0,-1 0-1 0 0,1 0 0 0 0,-1 0 0 0 0,1-1 0 0 0,0 1 1 0 0,-1 0-1 0 0,1 0 0 0 0,-1 0 0 0 0,1-1 0 0 0,-1 1 1 0 0,1 0-1 0 0,-1 0 0 0 0,1-1 0 0 0,11-10 282 0 0,-8 6-91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27.6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 23 6553 0 0,'-1'-2'16'0'0,"0"0"0"0"0,0 1 0 0 0,0-1 1 0 0,0 0-1 0 0,-1 1 0 0 0,1 0 0 0 0,0-1 0 0 0,-1 1 0 0 0,1 0 0 0 0,0-1 0 0 0,-1 1 0 0 0,0 0 0 0 0,1 0 0 0 0,-4-1 0 0 0,5 2-3 0 0,0 0-1 0 0,-1 0 1 0 0,1 0 0 0 0,-1-1 0 0 0,1 1 0 0 0,0 0-1 0 0,-1 0 1 0 0,1 0 0 0 0,-1 0 0 0 0,1 0 0 0 0,-1 0-1 0 0,1 1 1 0 0,0-1 0 0 0,-1 0 0 0 0,1 0 0 0 0,-1 0-1 0 0,1 0 1 0 0,0 0 0 0 0,-1 1 0 0 0,1-1 0 0 0,0 0-1 0 0,-1 0 1 0 0,1 0 0 0 0,0 1 0 0 0,-1-1 0 0 0,0 1 6 0 0,1 0 1 0 0,-1 0 0 0 0,1 0-1 0 0,-1 0 1 0 0,1 1 0 0 0,-1-1 0 0 0,1 0-1 0 0,0 0 1 0 0,0 0 0 0 0,0 0-1 0 0,-1 0 1 0 0,1 0 0 0 0,0 3-1 0 0,0 0 38 0 0,0-1-1 0 0,0 1 1 0 0,1 0-1 0 0,-1-1 1 0 0,1 1-1 0 0,2 6 1 0 0,1-1-18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28.0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 6553 0 0,'1'-1'16'0'0,"-1"1"0"0"0,1-1 0 0 0,0 1 0 0 0,0-1 0 0 0,-1 1 0 0 0,1-1 0 0 0,0 1 0 0 0,0 0 0 0 0,0-1 0 0 0,0 1 0 0 0,0 0 0 0 0,-1-1 0 0 0,1 1 0 0 0,0 0 0 0 0,0 0 0 0 0,0 0 0 0 0,0 0 0 0 0,0 0 0 0 0,0 0 0 0 0,0 0 0 0 0,0 0 0 0 0,0 1 0 0 0,0-1 0 0 0,-1 0 0 0 0,2 1 0 0 0,25 7 497 0 0,-21-6-409 0 0,0 2 0 0 0,0-1 0 0 0,-1 1 0 0 0,1-1-1 0 0,-1 1 1 0 0,1 1 0 0 0,-1-1 0 0 0,-1 1 0 0 0,1 0 0 0 0,-1 0 0 0 0,1 1 0 0 0,-2-1 0 0 0,1 1 0 0 0,0 0 0 0 0,-1 0 0 0 0,4 11 0 0 0,-1-2 196 0 0,-1 1 0 0 0,-1-1 0 0 0,0 1 1 0 0,-1 0-1 0 0,2 31 0 0 0,-5-30-20 0 0,-1 0 0 0 0,-1-1 0 0 0,0 1-1 0 0,-1-1 1 0 0,0 0 0 0 0,-2 0 0 0 0,-7 19 0 0 0,0-5 495 0 0,-2 0 0 0 0,-30 47 0 0 0,43-75-727 0 0,-21 28 442 0 0,26-37-290 0 0,0 3-160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0.5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12 220 6553 0 0,'0'0'0'0'0,"-9"-6"0"0"0,8 6 0 0 0,1-1 0 0 0,0 1 0 0 0,0 0 0 0 0,0 0 0 0 0,-1 0 0 0 0,1-1 0 0 0,0 1 0 0 0,0 0 0 0 0,0 0 0 0 0,0-1 0 0 0,0 1 0 0 0,0 0 0 0 0,-1 0 0 0 0,1 0 0 0 0,0-1 0 0 0,0 1 0 0 0,0 0 0 0 0,0-1 0 0 0,0 1 0 0 0,0 0 0 0 0,0 0 0 0 0,0-1 0 0 0,0 1 0 0 0,0 0 0 0 0,0 0 0 0 0,0-1 0 0 0,0 1 0 0 0,0 0 0 0 0,0 0 0 0 0,1-1 0 0 0,-1 1 0 0 0,0 0 0 0 0,0 0 0 0 0,0-1 0 0 0,0 1 0 0 0,0 0 0 0 0,1 0 0 0 0,-1 0 0 0 0,0-1 0 0 0,0 1 0 0 0,10-4 0 0 0,92-11 354 0 0,-12 2 900 0 0,86-26 845 0 0,8-1-1917 0 0,-157 34-387 0 0,268-55 966 0 0,-271 55-531 0 0,46-13 646 0 0,-68 19-876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1.0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311 11 6553 0 0,'-3'-1'85'0'0,"-3"-2"71"0"0,0 2 0 0 0,0-1 0 0 0,-11-1 0 0 0,15 3-111 0 0,-1 0-1 0 0,0 0 1 0 0,1 0 0 0 0,-1 1-1 0 0,0-1 1 0 0,1 1-1 0 0,-1-1 1 0 0,0 1 0 0 0,1 0-1 0 0,-1 0 1 0 0,-3 2 0 0 0,1 0 67 0 0,1 0 1 0 0,-1 0-1 0 0,1 1 1 0 0,-1-1 0 0 0,1 1-1 0 0,0 0 1 0 0,1 0-1 0 0,-1 0 1 0 0,-3 5-1 0 0,-1 6 349 0 0,-13 24 0 0 0,15-25-120 0 0,-1-1-1 0 0,-15 23 1 0 0,13-26-184 0 0,-55 79 1347 0 0,54-73-1117 0 0,0 0 1 0 0,1 0 0 0 0,-11 33-1 0 0,18-44-281 0 0,1 1-1 0 0,-1 0 1 0 0,2 0 0 0 0,-1 0-1 0 0,1 0 1 0 0,-1 0 0 0 0,2-1-1 0 0,-1 1 1 0 0,1 0-1 0 0,0 0 1 0 0,0 0 0 0 0,0 0-1 0 0,1-1 1 0 0,3 9-1 0 0,-4-12-62 0 0,1 1 0 0 0,-1-1-1 0 0,0 0 1 0 0,1 0 0 0 0,0 0-1 0 0,0 0 1 0 0,-1 0 0 0 0,1 0-1 0 0,0 0 1 0 0,1-1-1 0 0,-1 1 1 0 0,0-1 0 0 0,0 1-1 0 0,1-1 1 0 0,-1 0 0 0 0,1 0-1 0 0,-1 0 1 0 0,4 1 0 0 0,7 1 375 0 0,0 0 0 0 0,20 1 1 0 0,-12-1-185 0 0,37 6 907 0 0,1-2 0 0 0,0-3 0 0 0,90-5 0 0 0,-143 1-985 0 0,0-1 0 0 0,0 0 1 0 0,0 0-1 0 0,10-4 0 0 0,-17 5-105 0 0,-2 0 15 0 0,0 1 0 0 0,1-1 0 0 0,-1 0 0 0 0,1 1 0 0 0,-1 0 1 0 0,1-1-1 0 0,-3 2 0 0 0,-2 3-66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1.8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27 6553 0 0,'-1'-2'-14'0'0,"-1"-5"238"0"0,1 18 407 0 0,-4 322 4215 0 0,5-324-4691 0 0,0 0-1 0 0,1 0 1 0 0,0 0-1 0 0,1 0 0 0 0,0 0 1 0 0,0-1-1 0 0,5 12 1 0 0,-7-18-118 0 0,1 0 0 0 0,0 0 0 0 0,0 0 1 0 0,0 0-1 0 0,0-1 0 0 0,0 1 0 0 0,1 0 0 0 0,-1-1 1 0 0,0 1-1 0 0,1-1 0 0 0,0 1 0 0 0,-1-1 0 0 0,1 0 1 0 0,-1 0-1 0 0,1 1 0 0 0,0-1 0 0 0,0 0 0 0 0,0-1 1 0 0,0 1-1 0 0,0 0 0 0 0,0 0 0 0 0,0-1 0 0 0,0 0 1 0 0,0 1-1 0 0,0-1 0 0 0,0 0 0 0 0,0 0 0 0 0,0 0 1 0 0,0 0-1 0 0,0 0 0 0 0,0 0 0 0 0,0-1 1 0 0,0 1-1 0 0,0-1 0 0 0,0 1 0 0 0,0-1 0 0 0,3-1 1 0 0,4-2-43 0 0,0-1 0 0 0,-1 0 0 0 0,1-1 0 0 0,-1 1 0 0 0,0-2 1 0 0,0 1-1 0 0,-1-1 0 0 0,1 0 0 0 0,7-11 0 0 0,5-8-424 0 0,26-44 0 0 0,-31 42 152 0 0,0 0-1 0 0,-2-1 1 0 0,-1-1-1 0 0,-2 0 0 0 0,-1 0 1 0 0,-1-1-1 0 0,7-56 1 0 0,-15 87 277 0 0,0-1 0 0 0,0 1 0 0 0,1 0 1 0 0,-1-1-1 0 0,0 1 0 0 0,0-1 1 0 0,0 1-1 0 0,0 0 0 0 0,0-1 0 0 0,0 1 1 0 0,0-1-1 0 0,0 1 0 0 0,0 0 1 0 0,0-1-1 0 0,0 1 0 0 0,0 0 0 0 0,0-1 1 0 0,0 1-1 0 0,0-1 0 0 0,-1 1 1 0 0,1 0-1 0 0,0-1 0 0 0,0 1 0 0 0,0 0 1 0 0,0-1-1 0 0,-1 1 0 0 0,1 0 0 0 0,0-1 1 0 0,-1 1-1 0 0,-6 8 28 0 0,-8 21 101 0 0,14-29-121 0 0,-12 30 527 0 0,1 0 1 0 0,-15 59-1 0 0,23-68-256 0 0,0 0 1 0 0,1 1-1 0 0,1-1 0 0 0,1 1 0 0 0,3 28 1 0 0,-2-42-173 0 0,2 0 0 0 0,-1 0 1 0 0,1 0-1 0 0,0 0 0 0 0,1 0 1 0 0,5 12-1 0 0,-7-17-69 0 0,1 0 0 0 0,-1 0 0 0 0,1-1 0 0 0,0 1-1 0 0,0-1 1 0 0,0 1 0 0 0,0-1 0 0 0,0 0 0 0 0,1 0 0 0 0,-1 0 0 0 0,1 0 0 0 0,-1 0-1 0 0,1 0 1 0 0,0-1 0 0 0,-1 1 0 0 0,1-1 0 0 0,0 0 0 0 0,0 0 0 0 0,0 0 0 0 0,4 1-1 0 0,4-1 109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2.1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129 52 6553 0 0,'0'-2'0'0'0,"0"1"0"0"0,0-1 0 0 0,0 1 0 0 0,0 0 0 0 0,0 0 0 0 0,1-1 0 0 0,-1 1 0 0 0,0 0 0 0 0,1 0 0 0 0,-1 0 0 0 0,1-1 0 0 0,-1 1 0 0 0,1 0 0 0 0,0-1 0 0 0,1-2 6 0 0,-1 1 0 0 0,-1-1 0 0 0,1 1-1 0 0,0-1 1 0 0,-1 1 0 0 0,0-7-1 0 0,-2 12 78 0 0,0 1 0 0 0,0-1 0 0 0,-1 1 0 0 0,2 0 0 0 0,-4 6 0 0 0,-19 43 1251 0 0,2 2 1 0 0,-24 91 0 0 0,46-143-1312 0 0,-6 15 230 0 0,-16 71 1049 0 0,21-79-1137 0 0,-1 0 0 0 0,2 0 1 0 0,-1 0-1 0 0,1 0 0 0 0,0 0 1 0 0,1 0-1 0 0,3 16 0 0 0,-3-22-119 0 0,-1-1-1 0 0,1 1 0 0 0,0-1 1 0 0,0 1-1 0 0,0-1 0 0 0,0 1 0 0 0,1-1 1 0 0,-1 0-1 0 0,1 1 0 0 0,-1-1 1 0 0,1 0-1 0 0,0 0 0 0 0,0 0 0 0 0,0 0 1 0 0,0 0-1 0 0,0-1 0 0 0,0 1 1 0 0,0-1-1 0 0,1 1 0 0 0,-1-1 0 0 0,1 0 1 0 0,2 2-1 0 0,9 0 45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2.5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0 220 6553 0 0,'1'-6'24'0'0,"-1"1"-1"0"0,1 0 0 0 0,1-1 0 0 0,-1 1 0 0 0,0 0 0 0 0,1 0 0 0 0,0 0 0 0 0,1 0 1 0 0,-1 0-1 0 0,7-8 0 0 0,4-6-52 0 0,19-20 1 0 0,-23 29 43 0 0,55-76-35 0 0,-67 105 105 0 0,-65 200 3273 0 0,64-208-3110 0 0,2-6-147 0 0,0 1 0 0 0,0-1 0 0 0,1 1 0 0 0,-1 0 0 0 0,1 0 0 0 0,0-1 0 0 0,1 1 0 0 0,-1 7-1 0 0,3-8-100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2.8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 13 6553 0 0,'-1'-6'3'0'0,"0"0"-9"0"0,0 13 49 0 0,1 68 1208 0 0,-1-61-993 0 0,-6 72 888 0 0,5-75-935 0 0,0 1 0 0 0,-1-1 0 0 0,0 1 0 0 0,-1-1 0 0 0,-6 13 0 0 0,8-21-131 0 0,1-1 121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3.2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71 6553 0 0,'-2'-3'13'0'0,"0"1"0"0"0,1-1 0 0 0,-1 0-1 0 0,1 0 1 0 0,-1 0 0 0 0,1 0 0 0 0,0 0-1 0 0,0-4 1 0 0,0 6-7 0 0,1 0-1 0 0,0-1 0 0 0,0 1 1 0 0,0-1-1 0 0,0 1 1 0 0,0-1-1 0 0,0 1 1 0 0,0 0-1 0 0,0-1 1 0 0,0 1-1 0 0,1-1 1 0 0,-1 1-1 0 0,1 0 1 0 0,-1-1-1 0 0,1 1 0 0 0,0 0 1 0 0,-1-1-1 0 0,1 1 1 0 0,0 0-1 0 0,1-2 1 0 0,-1 3-1 0 0,0-1 0 0 0,-1 1 0 0 0,1 0 0 0 0,0-1 0 0 0,0 1 0 0 0,0 0 0 0 0,-1 0 0 0 0,1-1 0 0 0,0 1 0 0 0,0 0 0 0 0,0 0 0 0 0,0 0 0 0 0,-1 0 0 0 0,1 0 0 0 0,0 0 1 0 0,0 0-1 0 0,1 1 0 0 0,19 4 190 0 0,-11-3-70 0 0,10 1 337 0 0,1-1 0 0 0,0-1 1 0 0,37-3-1 0 0,63-13 1220 0 0,-105 12-1439 0 0,-5 1-243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3.4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 2 6553 0 0,'0'-1'5'0'0,"0"1"0"0"0,-1 0 0 0 0,1 0 0 0 0,0 0 0 0 0,0 0 0 0 0,0 0 0 0 0,0 0 0 0 0,-1 0 0 0 0,1 0 1 0 0,0 0-1 0 0,0-1 0 0 0,0 1 0 0 0,0 0 0 0 0,-1 0 0 0 0,1 0 0 0 0,0 0 0 0 0,0 0 0 0 0,0 0 0 0 0,-1 0 0 0 0,1 0 0 0 0,0 0 0 0 0,0 0 0 0 0,0 1 0 0 0,0-1 0 0 0,-1 0 0 0 0,1 0 0 0 0,0 0 0 0 0,0 0 0 0 0,0 0 0 0 0,0 0 0 0 0,-1 0 0 0 0,1 0 0 0 0,0 0 0 0 0,0 1 0 0 0,0-1 0 0 0,0 0 0 0 0,0 0 0 0 0,-1 0 0 0 0,1 0 0 0 0,0 0 0 0 0,0 1 0 0 0,0-1 0 0 0,0 0 0 0 0,0 0 0 0 0,0 0 0 0 0,0 0 0 0 0,0 1 0 0 0,0-1 0 0 0,0 0 0 0 0,0 0 0 0 0,0 1 0 0 0,-4 9 270 0 0,4-9-271 0 0,-2 13 253 0 0,1-1 0 0 0,1 1-1 0 0,-1 0 1 0 0,2 0-1 0 0,4 25 1 0 0,0 26 663 0 0,-5-54-817 0 0,1 24 368 0 0,-1-33-423 0 0,0 0 1 0 0,0 0-1 0 0,1 0 0 0 0,-1 0 0 0 0,1 0 1 0 0,-1 0-1 0 0,1 0 0 0 0,0 0 0 0 0,0 0 1 0 0,0 0-1 0 0,0-1 0 0 0,2 4 1 0 0,-2-4-43 0 0,-1-1 1 0 0,1 1 0 0 0,0-1-1 0 0,-1 1 1 0 0,1-1 0 0 0,0 0 0 0 0,-1 0-1 0 0,1 1 1 0 0,0-1 0 0 0,0 0-1 0 0,0 0 1 0 0,-1 0 0 0 0,1 1 0 0 0,0-1-1 0 0,0 0 1 0 0,0 0 0 0 0,-1 0-1 0 0,1-1 1 0 0,0 1 0 0 0,0 0 0 0 0,0 0-1 0 0,-1 0 1 0 0,2-1 0 0 0,19-9 324 0 0,-19 8-260 0 0,9-5-14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3.6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 22 6553 0 0,'-3'-3'0'0'0,"-1"1"241"0"0,2 0-241 0 0,4 2 240 0 0,-2-2-240 0 0,0-1 0 0 0,0-1 0 0 0,2 1 240 0 0,3 1 241 0 0,25 4-481 0 0,-23 3 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33.9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126 0 6553 0 0,'13'25'881'0'0,"-5"-1"-449"0"0,0-1 0 0 0,-2 1 0 0 0,-1 1 0 0 0,0-1 0 0 0,-2 1 0 0 0,-1 0-1 0 0,-1-1 1 0 0,-1 1 0 0 0,-4 29 0 0 0,0-14 178 0 0,-2-1 1 0 0,-1-1-1 0 0,-3 1 1 0 0,-1-1-1 0 0,-1-1 0 0 0,-2 0 1 0 0,-2-1-1 0 0,-2-1 0 0 0,-27 44 1 0 0,15-39-163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0.3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59 42 6553 0 0,'1'-41'0'0'0,"-11"79"441"0"0,-32 175 2939 0 0,38-174-2650 0 0,1 0-1 0 0,3 1 1 0 0,5 59 0 0 0,-4-89-567 0 0,1 0 0 0 0,0 0 1 0 0,1 0-1 0 0,0-1 0 0 0,1 1 0 0 0,0-1 0 0 0,0 0 0 0 0,0 0 0 0 0,2 0 0 0 0,8 12 0 0 0,-12-18-108 0 0,1 0-1 0 0,-1 0 0 0 0,1-1 0 0 0,0 1 0 0 0,0 0 1 0 0,0-1-1 0 0,0 0 0 0 0,1 1 0 0 0,-1-1 0 0 0,0-1 1 0 0,1 1-1 0 0,0 0 0 0 0,-1-1 0 0 0,1 0 0 0 0,0 0 1 0 0,0 0-1 0 0,0 0 0 0 0,-1-1 0 0 0,1 1 1 0 0,0-1-1 0 0,0 0 0 0 0,0 0 0 0 0,0-1 0 0 0,0 1 1 0 0,0-1-1 0 0,0 0 0 0 0,0 0 0 0 0,-1 0 0 0 0,6-2 1 0 0,-4 0 22 0 0,1 0 1 0 0,-1 0-1 0 0,1-1 1 0 0,-1 1 0 0 0,0-1-1 0 0,0 0 1 0 0,-1-1-1 0 0,1 1 1 0 0,5-10-1 0 0,3-3-412 0 0,15-28-1 0 0,-12 12-124 0 0,-2-1 0 0 0,-1 0-1 0 0,14-62 1 0 0,-17 60 25 0 0,-3 8 2 0 0,9-56 0 0 0,-17 74 299 0 0,-3 13 42 0 0,-6 16 221 0 0,1 7 171 0 0,2 1 1 0 0,0 1-1 0 0,2-1 1 0 0,1 1 0 0 0,2 0-1 0 0,0 0 1 0 0,2 0-1 0 0,1 0 1 0 0,1 0-1 0 0,9 43 1 0 0,-8-58-185 0 0,1 0 0 0 0,1 0 0 0 0,0-1 0 0 0,1 1 0 0 0,0-1 0 0 0,8 13 1 0 0,-10-20-57 0 0,-1 0 1 0 0,1 0 0 0 0,-1-1-1 0 0,2 1 1 0 0,-1-1 0 0 0,0 0-1 0 0,1 0 1 0 0,0 0-1 0 0,-1-1 1 0 0,2 1 0 0 0,-1-1-1 0 0,0 0 1 0 0,1-1 0 0 0,-1 1-1 0 0,1-1 1 0 0,6 1 0 0 0,3-1 137 0 0,2-3-148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1.7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197 62 6553 0 0,'1'-3'0'0'0,"-1"-1"0"0"0,1 1 0 0 0,-1-1 0 0 0,0 1 0 0 0,0-1 0 0 0,0 1 0 0 0,0-1 0 0 0,0 1 0 0 0,-1-1 0 0 0,0 1 0 0 0,1-1 0 0 0,-1 1 0 0 0,-1-1 0 0 0,-1-3 0 0 0,3 7 1 0 0,0 0-1 0 0,0-1 0 0 0,0 1 0 0 0,0 0 0 0 0,0-1 1 0 0,-1 1-1 0 0,1 0 0 0 0,0 0 0 0 0,0-1 0 0 0,-1 1 1 0 0,1 0-1 0 0,0 0 0 0 0,0-1 0 0 0,-1 1 0 0 0,1 0 0 0 0,0 0 1 0 0,0 0-1 0 0,-1 0 0 0 0,1-1 0 0 0,0 1 0 0 0,-1 0 1 0 0,1 0-1 0 0,0 0 0 0 0,-1 0 0 0 0,1 0 0 0 0,0 0 1 0 0,-1 0-1 0 0,1 0 0 0 0,0 0 0 0 0,-1 0 0 0 0,1 0 1 0 0,0 0-1 0 0,-1 0 0 0 0,1 0 0 0 0,0 0 0 0 0,-1 0 1 0 0,1 0-1 0 0,0 1 0 0 0,-1-1 0 0 0,1 0 0 0 0,0 0 1 0 0,0 0-1 0 0,-1 0 0 0 0,1 1 0 0 0,0-1 0 0 0,0 0 0 0 0,-1 0 1 0 0,1 1-1 0 0,0-1 0 0 0,0 0 0 0 0,-1 0 0 0 0,1 1 1 0 0,0-1-1 0 0,0 1 0 0 0,-13 18 233 0 0,12-17-153 0 0,-12 27 671 0 0,0-1 1 0 0,-12 45 0 0 0,14-39-43 0 0,-59 211 2848 0 0,60-194-2397 0 0,1 0 0 0 0,-3 101 1 0 0,12-144-1005 0 0,1 1 1 0 0,-1-1-1 0 0,1 1 1 0 0,1-1-1 0 0,3 13 0 0 0,-4-18-110 0 0,0 0 0 0 0,1 0 0 0 0,-1 0 0 0 0,1 0 0 0 0,0 0 0 0 0,0 0 0 0 0,0 0 0 0 0,0 0 0 0 0,0-1 0 0 0,0 1 0 0 0,1-1 0 0 0,-1 1 0 0 0,1-1 0 0 0,0 0 0 0 0,0 0 0 0 0,3 2 0 0 0,7 1 195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1.9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0 361 6553 0 0,'1'-16'0'0'0,"0"1"0"0"0,1 0 0 0 0,1 0 0 0 0,7-25 0 0 0,26-59 0 0 0,-16 49 0 0 0,23-61 0 0 0,-51 141 656 0 0,1 0 0 0 0,-3 44 0 0 0,4-28-42 0 0,4-29-378 0 0,-2 6 361 0 0,0 32 0 0 0,3-49-507 0 0,2 0 0 0 0,-1 0 0 0 0,1 0 0 0 0,-1 0 0 0 0,1-1 0 0 0,1 1 0 0 0,-1 0 0 0 0,1 0 0 0 0,0-1 0 0 0,5 9-1 0 0,-6-12-60 0 0,0-1-1 0 0,0 1 1 0 0,1-1-1 0 0,-1 1 1 0 0,0-1-1 0 0,1 0 1 0 0,-1 1-1 0 0,1-1 1 0 0,-1 0-1 0 0,1 0 1 0 0,-1 0-1 0 0,1 0 1 0 0,0-1-1 0 0,0 1 1 0 0,-1 0-1 0 0,1-1 1 0 0,0 1-1 0 0,0-1 0 0 0,0 0 1 0 0,0 1-1 0 0,-1-1 1 0 0,1 0-1 0 0,0 0 1 0 0,0 0-1 0 0,2-1 1 0 0,12-2 51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2.1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18 6553 0 0,'1'-2'0'0'0,"5"-12"0"0"0,-1 12 0 0 0,1 10 0 0 0,5 14 471 0 0,-2 1-1 0 0,0 1 1 0 0,-1 0 0 0 0,-1 0-1 0 0,-1 0 1 0 0,-2 1-1 0 0,3 38 1 0 0,-6-45-201 0 0,-1 0 0 0 0,-1 0 0 0 0,-1 0 0 0 0,0 0 0 0 0,-1 0 0 0 0,-1 0 0 0 0,-1-1 0 0 0,-1 0 0 0 0,0 0 0 0 0,-1 0 0 0 0,-11 19 0 0 0,-70 89 2022 0 0,65-94-1844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2.5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713 136 6553 0 0,'21'-24'0'0'0,"39"-32"0"0"0,-55 52 0 0 0,16-15 0 0 0,-20 18 0 0 0,0 0 0 0 0,0 0 0 0 0,0 0 0 0 0,0 0 0 0 0,0 0 0 0 0,-1 0 0 0 0,1 0 0 0 0,0 0 0 0 0,-1-1 0 0 0,1 1 0 0 0,-1 0 0 0 0,1-1 0 0 0,-1 1 0 0 0,0 0 0 0 0,0-1 0 0 0,1-1 0 0 0,-2 2 2 0 0,1 0-1 0 0,0 1 0 0 0,0-1 0 0 0,-1 1 1 0 0,1-1-1 0 0,0 1 0 0 0,-1-1 0 0 0,1 1 1 0 0,0-1-1 0 0,-1 1 0 0 0,1-1 0 0 0,-1 1 1 0 0,1 0-1 0 0,-1-1 0 0 0,1 1 0 0 0,-1 0 1 0 0,1-1-1 0 0,-1 1 0 0 0,0 0 1 0 0,1 0-1 0 0,-1-1 0 0 0,1 1 0 0 0,-1 0 1 0 0,0 0-1 0 0,1 0 0 0 0,-1 0 0 0 0,1 0 1 0 0,-1 0-1 0 0,0 0 0 0 0,0 0 0 0 0,-24 2 408 0 0,21-2-256 0 0,-243 48 3486 0 0,54-8-544 0 0,-137-2 1345 0 0,320-37-4343 0 0,4-2 103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2.7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170 1 6553 0 0,'-1'-1'30'0'0,"0"1"0"0"0,-1 0 0 0 0,1 0 0 0 0,-1 0 0 0 0,1 0 0 0 0,0 1 0 0 0,-1-1 0 0 0,1 0 0 0 0,0 0 0 0 0,-1 1 0 0 0,1-1 0 0 0,0 1-1 0 0,-1-1 1 0 0,1 1 0 0 0,0 0 0 0 0,0-1 0 0 0,0 1 0 0 0,-2 1 0 0 0,-22 20 477 0 0,16-14-309 0 0,-2 2 40 0 0,0 0 0 0 0,1 1 0 0 0,1 1 1 0 0,0-1-1 0 0,1 1 0 0 0,0 1 0 0 0,1-1 0 0 0,-8 19 0 0 0,11-22-66 0 0,0 0-1 0 0,1 0 0 0 0,0 1 1 0 0,1 0-1 0 0,0-1 0 0 0,0 1 0 0 0,1 0 1 0 0,1 0-1 0 0,-1 0 0 0 0,2-1 1 0 0,-1 1-1 0 0,1 0 0 0 0,3 13 1 0 0,-2-18-93 0 0,-1-1 0 0 0,1 1 0 0 0,0-1 0 0 0,0 0 0 0 0,1 0 0 0 0,-1 0 0 0 0,1 0 0 0 0,0 0 0 0 0,0 0 1 0 0,0-1-1 0 0,0 1 0 0 0,5 3 0 0 0,-2-3 44 0 0,1 0-1 0 0,-1 0 1 0 0,1 0 0 0 0,-1-1-1 0 0,1 0 1 0 0,0 0 0 0 0,8 2-1 0 0,6 0 284 0 0,1-1-1 0 0,0-1 0 0 0,0-1 0 0 0,28-1 1 0 0,41-7 657 0 0,-59 3-572 0 0,13 0 236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3.3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139 34 6553 0 0,'0'-1'3'0'0,"-5"-18"-9"0"0,5 18 8 0 0,0 0 1 0 0,0 0-1 0 0,0 1 1 0 0,-1-1-1 0 0,1 0 1 0 0,0 0 0 0 0,0 1-1 0 0,-1-1 1 0 0,1 0-1 0 0,-1 0 1 0 0,1 1 0 0 0,-1-1-1 0 0,1 0 1 0 0,-1 1-1 0 0,1-1 1 0 0,-2 0-1 0 0,0 2 52 0 0,0 0-1 0 0,1 0 1 0 0,-1 0-1 0 0,0 1 1 0 0,1-1-1 0 0,-1 1 1 0 0,1-1 0 0 0,-1 1-1 0 0,1-1 1 0 0,0 1-1 0 0,0 0 1 0 0,0 0-1 0 0,-2 3 1 0 0,0 1 203 0 0,-10 14 119 0 0,2 1-1 0 0,1-1 0 0 0,0 2 1 0 0,-7 23-1 0 0,7-10 689 0 0,-12 68 0 0 0,18-72-201 0 0,-1 50 0 0 0,6-68-641 0 0,-1 0 1 0 0,2 0-1 0 0,-1-1 0 0 0,2 1 0 0 0,0 0 0 0 0,6 18 0 0 0,-8-29-184 0 0,0 1 0 0 0,0-1-1 0 0,0 1 1 0 0,1-1-1 0 0,-1 0 1 0 0,1 1 0 0 0,-1-1-1 0 0,1 0 1 0 0,0 0-1 0 0,0 0 1 0 0,0 0-1 0 0,0 0 1 0 0,0-1 0 0 0,0 1-1 0 0,0 0 1 0 0,1-1-1 0 0,-1 0 1 0 0,0 0 0 0 0,1 1-1 0 0,-1-1 1 0 0,1-1-1 0 0,0 1 1 0 0,-1 0-1 0 0,1-1 1 0 0,0 1 0 0 0,-1-1-1 0 0,1 0 1 0 0,0 0-1 0 0,-1 0 1 0 0,1 0 0 0 0,0 0-1 0 0,0 0 1 0 0,-1-1-1 0 0,1 0 1 0 0,-1 1-1 0 0,1-1 1 0 0,0 0 0 0 0,-1 0-1 0 0,1-1 1 0 0,2-1-1 0 0,5-3 134 0 0,-1 0 0 0 0,1-1 0 0 0,-1-1-1 0 0,0 1 1 0 0,-1-2 0 0 0,14-16 0 0 0,-7 5-493 0 0,0-1 1 0 0,12-26 0 0 0,-5 2-217 0 0,-2-1 0 0 0,-2-1 1 0 0,-2-1-1 0 0,14-74 0 0 0,-28 110 388 0 0,-16 82 755 0 0,-7 57 388 0 0,20-111-798 0 0,0 0 1 0 0,1 0-1 0 0,0-1 0 0 0,2 1 1 0 0,5 31-1 0 0,-4-39-93 0 0,0 1 1 0 0,0-1-1 0 0,0 0 1 0 0,6 10-1 0 0,5 3-15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3.5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267 10 6553 0 0,'-1'-1'19'0'0,"0"0"-1"0"0,0 0 0 0 0,0 1 0 0 0,0-1 0 0 0,0 0 0 0 0,0 1 0 0 0,0-1 0 0 0,0 0 1 0 0,0 1-1 0 0,-1-1 0 0 0,1 1 0 0 0,0 0 0 0 0,0-1 0 0 0,0 1 0 0 0,-1 0 1 0 0,1 0-1 0 0,0 0 0 0 0,-1 0 0 0 0,1 0 0 0 0,0 0 0 0 0,-2 0 0 0 0,0 1 79 0 0,0 1-1 0 0,0 0 0 0 0,0 0 0 0 0,1 0 0 0 0,-1 0 1 0 0,0 0-1 0 0,-3 4 0 0 0,-13 13 464 0 0,1 1 0 0 0,0 1 0 0 0,-27 43-1 0 0,-31 78 1688 0 0,69-127-1954 0 0,0 0-1 0 0,2 0 1 0 0,0 1 0 0 0,1-1 0 0 0,-4 26 0 0 0,7-34-172 0 0,1-1 1 0 0,0 1-1 0 0,0 0 0 0 0,1 0 1 0 0,0 0-1 0 0,3 12 0 0 0,-3-15-52 0 0,0 0 0 0 0,1 0-1 0 0,0 0 1 0 0,0 0-1 0 0,0-1 1 0 0,0 1 0 0 0,0-1-1 0 0,1 1 1 0 0,0-1-1 0 0,0 0 1 0 0,0 0 0 0 0,3 3-1 0 0,13 7 189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3.8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1 105 6553 0 0,'-1'-4'11'0'0,"1"1"0"0"0,0 0-1 0 0,0 0 1 0 0,1 0-1 0 0,-1-1 1 0 0,1 1-1 0 0,-1 0 1 0 0,1 0-1 0 0,0 0 1 0 0,0 0-1 0 0,0 0 1 0 0,0 0 0 0 0,1 0-1 0 0,-1 1 1 0 0,1-1-1 0 0,0 0 1 0 0,0 1-1 0 0,0-1 1 0 0,0 1-1 0 0,0 0 1 0 0,4-4 0 0 0,0 2-16 0 0,0-1 0 0 0,0 1 0 0 0,0 0 1 0 0,1 0-1 0 0,0 1 0 0 0,0-1 1 0 0,10-2-1 0 0,-14 5 15 0 0,0 0 0 0 0,0 1 0 0 0,0-1 0 0 0,0 1 0 0 0,0 0 1 0 0,0-1-1 0 0,0 1 0 0 0,0 1 0 0 0,5 0 0 0 0,-6-1 13 0 0,-1 1-1 0 0,1-1 1 0 0,-1 1-1 0 0,1-1 1 0 0,-1 1-1 0 0,1 0 1 0 0,-1 0-1 0 0,0 0 1 0 0,1 0-1 0 0,-1 0 0 0 0,0 0 1 0 0,0 0-1 0 0,0 0 1 0 0,0 0-1 0 0,0 1 1 0 0,0-1-1 0 0,0 0 1 0 0,0 1-1 0 0,1 1 1 0 0,-1 1 32 0 0,0-1 0 0 0,-1 0 1 0 0,1 1-1 0 0,0-1 0 0 0,-1 1 0 0 0,0-1 1 0 0,0 1-1 0 0,0-1 0 0 0,0 1 0 0 0,-1-1 1 0 0,1 1-1 0 0,-1-1 0 0 0,0 0 0 0 0,0 1 1 0 0,0-1-1 0 0,0 0 0 0 0,-1 0 0 0 0,-1 4 1 0 0,-4 6 252 0 0,-1 1 1 0 0,-15 18 0 0 0,22-32-305 0 0,-68 85 1733 0 0,69-84-1731 0 0,-1 0 0 0 0,0 0 0 0 0,1-1 0 0 0,-1 1-1 0 0,1 0 1 0 0,-1 0 0 0 0,1 0 0 0 0,-1 0 0 0 0,1 0 0 0 0,0 0 0 0 0,-1 0 0 0 0,1-1 0 0 0,0 1 0 0 0,0 0 0 0 0,0 0 0 0 0,0 0 0 0 0,-1 0 0 0 0,1 0 0 0 0,1 0-1 0 0,-1 0 1 0 0,0 2 0 0 0,1-2 18 0 0,-1 0-1 0 0,1-1 0 0 0,-1 1 0 0 0,1-1 0 0 0,0 1 1 0 0,-1-1-1 0 0,1 1 0 0 0,0-1 0 0 0,-1 1 0 0 0,1-1 1 0 0,0 0-1 0 0,0 1 0 0 0,-1-1 0 0 0,1 0 0 0 0,0 0 1 0 0,0 1-1 0 0,0-1 0 0 0,-1 0 0 0 0,1 0 1 0 0,1 0-1 0 0,5 0 120 0 0,1 0-1 0 0,-1-1 1 0 0,1 0 0 0 0,9-2 0 0 0,79-24 1015 0 0,-70 19-1331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4.0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47 15 6553 0 0,'1'-1'6'0'0,"0"-1"0"0"0,0 1 0 0 0,0-1 0 0 0,0 1-1 0 0,1 0 1 0 0,-1 0 0 0 0,0-1 0 0 0,1 1-1 0 0,2-1 1 0 0,-3 2 13 0 0,0 0-1 0 0,-1 0 1 0 0,1 0-1 0 0,0 0 0 0 0,0 0 1 0 0,-1 0-1 0 0,1 0 1 0 0,0 0-1 0 0,0 0 1 0 0,0 0-1 0 0,-1 0 0 0 0,1 1 1 0 0,0-1-1 0 0,0 0 1 0 0,-1 1-1 0 0,1-1 1 0 0,0 1-1 0 0,-1-1 1 0 0,1 0-1 0 0,-1 1 0 0 0,1 0 1 0 0,0-1-1 0 0,-1 1 1 0 0,1-1-1 0 0,0 2 1 0 0,9 8 222 0 0,-1 1 1 0 0,0 1 0 0 0,0 0 0 0 0,-1 0 0 0 0,-1 1-1 0 0,0 0 1 0 0,-1 0 0 0 0,0 0 0 0 0,-1 1 0 0 0,0 0-1 0 0,-1 0 1 0 0,-1 0 0 0 0,0 0 0 0 0,-1 1 0 0 0,0 24-1 0 0,-2-19 108 0 0,-1 0 0 0 0,-1 0 0 0 0,-1 0 0 0 0,0-1 0 0 0,-2 1 0 0 0,0-1-1 0 0,-1 0 1 0 0,-1 0 0 0 0,-1 0 0 0 0,-20 33 0 0 0,-37 45 1471 0 0,37-58-1371 0 0,14-17-166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4.2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28 6553 0 0,'-3'-7'0'0'0,"1"4"0"0"0,0-1 0 0 0,2 2 0 0 0,2 1 0 0 0,0 1 0 0 0,0-2 0 0 0,3 0 241 0 0,2 0-241 0 0,5-3 240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4.3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68 6553 0 0,'-4'-4'0'0'0,"2"1"0"0"0,4 3 0 0 0,0-2 241 0 0,1 2-241 0 0,1-2 0 0 0,1-1 0 0 0,4-4-7 0 0,7-4 7 0 0,7-1-15 0 0,2-1 15 0 0,7 3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4.5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46 69 6553 0 0,'-7'-7'0'0'0,"2"3"0"0"0,0 1 0 0 0,1-1 0 0 0,2 3 0 0 0,-1-1 0 0 0,-1 2 0 0 0,-3-4 0 0 0,2-1 241 0 0,1 0-241 0 0,6-2 537 0 0,5-4-537 0 0,-2-5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07.74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12 124 6553 0 0,'7'-14'171'0'0,"-2"-1"-1"0"0,0 1 1 0 0,6-29-1 0 0,-11 41-171 0 0,1-2-1 0 0,0 1-1 0 0,-1-1 1 0 0,1 0 0 0 0,-1 0 0 0 0,0 1 0 0 0,0-1-1 0 0,-1-5 1 0 0,-1 9-22 0 0,-2 6 107 0 0,-2 7 111 0 0,-3 20 520 0 0,2 0 0 0 0,1 0 0 0 0,-2 54 0 0 0,11 102 2084 0 0,-3-189-2793 0 0,11 129 1697 0 0,-8-108-1353 0 0,1-1-1 0 0,1 0 1 0 0,1 0-1 0 0,10 24 1 0 0,-15-40-294 0 0,1-1 1 0 0,0 1-1 0 0,0 0 0 0 0,0-1 1 0 0,1 1-1 0 0,-1-1 1 0 0,1 0-1 0 0,0 0 1 0 0,0 0-1 0 0,0 0 1 0 0,0-1-1 0 0,6 5 1 0 0,-7-6-15 0 0,0 0 0 0 0,1 0 0 0 0,-1-1 0 0 0,0 1 1 0 0,0 0-1 0 0,1-1 0 0 0,-1 1 0 0 0,0-1 0 0 0,1 0 1 0 0,-1 0-1 0 0,1 0 0 0 0,-1 0 0 0 0,0 0 0 0 0,1 0 1 0 0,-1-1-1 0 0,0 1 0 0 0,1-1 0 0 0,-1 0 0 0 0,0 0 1 0 0,0 1-1 0 0,0-1 0 0 0,0-1 0 0 0,3-1 0 0 0,5-4-107 0 0,0 0 0 0 0,-1-1 0 0 0,0 0 0 0 0,0-1-1 0 0,-1 0 1 0 0,0 0 0 0 0,-1-1 0 0 0,0 0 0 0 0,7-14 0 0 0,7-15-598 0 0,17-49 1 0 0,-35 81 617 0 0,31-79-1248 0 0,-3-1-1 0 0,25-114 1 0 0,-55 198 1269 0 0,-1 1 17 0 0,1 1 0 0 0,-1-1 0 0 0,1 0 0 0 0,-1 1 1 0 0,0-1-1 0 0,0 0 0 0 0,1 1 0 0 0,-1-1 0 0 0,-1 0 1 0 0,1 1-1 0 0,0-1 0 0 0,0 0 0 0 0,-1-1 0 0 0,1 3 8 0 0,-1 0 0 0 0,1 0 0 0 0,0 0-1 0 0,0 0 1 0 0,-1 0 0 0 0,1 0 0 0 0,0 0-1 0 0,-1 0 1 0 0,1 0 0 0 0,0 0 0 0 0,0 0-1 0 0,-1 1 1 0 0,1-1 0 0 0,0 0 0 0 0,0 0 0 0 0,0 0-1 0 0,-1 0 1 0 0,1 1 0 0 0,0-1 0 0 0,0 0-1 0 0,0 0 1 0 0,-1 0 0 0 0,1 1 0 0 0,0-1-1 0 0,0 0 1 0 0,0 0 0 0 0,0 1 0 0 0,0-1 0 0 0,-1 0-1 0 0,1 1 1 0 0,-4 8 52 0 0,-5 20 376 0 0,1 0 0 0 0,1 1 1 0 0,2-1-1 0 0,-4 59 0 0 0,8-54 11 0 0,2 1 1 0 0,1-1-1 0 0,2 1 0 0 0,2-1 0 0 0,17 62 1 0 0,-22-92-392 0 0,1 0 1 0 0,-1-1-1 0 0,1 0 1 0 0,0 1 0 0 0,0-1-1 0 0,0 0 1 0 0,0 1-1 0 0,0-1 1 0 0,1-1-1 0 0,-1 1 1 0 0,1 0 0 0 0,0 0-1 0 0,0-1 1 0 0,0 0-1 0 0,4 3 1 0 0,-4-4-21 0 0,0 1 0 0 0,0-1 1 0 0,-1 0-1 0 0,1 0 0 0 0,0-1 1 0 0,0 1-1 0 0,0-1 0 0 0,0 1 0 0 0,0-1 1 0 0,0 0-1 0 0,0 0 0 0 0,0 0 1 0 0,0-1-1 0 0,0 1 0 0 0,0-1 0 0 0,0 1 1 0 0,0-1-1 0 0,0 0 0 0 0,5-3 0 0 0,3-2 169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08.0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125 14 6553 0 0,'0'-1'5'0'0,"-1"0"0"0"0,1 0 0 0 0,-1 0-1 0 0,0 0 1 0 0,1 0 0 0 0,-1 0 0 0 0,0 1-1 0 0,0-1 1 0 0,0 0 0 0 0,0 0 0 0 0,0 1-1 0 0,0-1 1 0 0,0 1 0 0 0,0-1 0 0 0,0 1-1 0 0,0-1 1 0 0,0 1 0 0 0,-2-1 0 0 0,2 2 24 0 0,-1-1 1 0 0,1 1 0 0 0,0-1 0 0 0,-1 1 0 0 0,1 0-1 0 0,0 0 1 0 0,-1-1 0 0 0,1 1 0 0 0,0 0 0 0 0,0 0-1 0 0,0 0 1 0 0,0 0 0 0 0,0 1 0 0 0,-1 1 0 0 0,-7 7 223 0 0,1 1 0 0 0,1 1 0 0 0,0-1 0 0 0,0 1 0 0 0,1 0 1 0 0,1 1-1 0 0,0 0 0 0 0,-6 23 0 0 0,5-9 221 0 0,0 1 0 0 0,2 0 0 0 0,0 35 0 0 0,4-48-216 0 0,-2 35 804 0 0,2 0 0 0 0,10 68 1 0 0,-9-110-932 0 0,0-1 0 0 0,1 1 0 0 0,-1-1 0 0 0,2 0 1 0 0,-1 0-1 0 0,1 0 0 0 0,0 0 0 0 0,5 8 0 0 0,-8-15-116 0 0,1 1-1 0 0,-1-1 1 0 0,1 1-1 0 0,-1-1 1 0 0,1 1-1 0 0,-1-1 0 0 0,1 0 1 0 0,0 1-1 0 0,-1-1 1 0 0,1 0-1 0 0,-1 1 1 0 0,1-1-1 0 0,0 0 0 0 0,-1 0 1 0 0,2 0-1 0 0,-1 1-4 0 0,6 0 190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08.4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0 340 6553 0 0,'0'-3'0'0'0,"0"0"0"0"0,0 0 0 0 0,0-1 0 0 0,1 1 0 0 0,-1 0 0 0 0,1 0 0 0 0,0-1 0 0 0,0 1 0 0 0,0 0 0 0 0,0 0 0 0 0,0 0 0 0 0,1 0 0 0 0,-1 0 0 0 0,1 1 0 0 0,0-1 0 0 0,3-3 0 0 0,3-8 0 0 0,133-243 0 0 0,-134 245 0 0 0,-4 10 0 0 0,-4 9 0 0 0,-18 67 1245 0 0,-14 55 657 0 0,27-101-1267 0 0,2 1-1 0 0,-1 46 1 0 0,5-70-571 0 0,0-1 0 0 0,0 1 0 0 0,1-1 0 0 0,-1 1 0 0 0,1-1 0 0 0,0 1 0 0 0,0-1 0 0 0,1 0 0 0 0,1 5 0 0 0,4 1 177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08.6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3 6553 0 0,'1'-1'20'0'0,"0"1"1"0"0,0 0-1 0 0,0-1 0 0 0,0 1 0 0 0,0 0 0 0 0,0 0 0 0 0,0 0 0 0 0,0 0 0 0 0,0 0 0 0 0,0 0 0 0 0,0 0 0 0 0,0 0 0 0 0,0 0 0 0 0,0 0 0 0 0,0 1 0 0 0,0-1 0 0 0,0 0 0 0 0,0 1 1 0 0,0-1-1 0 0,0 1 0 0 0,0-1 0 0 0,0 1 0 0 0,0-1 0 0 0,1 2 0 0 0,23 17 388 0 0,-20-12-248 0 0,0 0 0 0 0,0 1-1 0 0,0-1 1 0 0,-1 1 0 0 0,0 0-1 0 0,0 0 1 0 0,-1 0 0 0 0,0 1-1 0 0,0-1 1 0 0,1 12 0 0 0,0 3 330 0 0,-1 1 0 0 0,-1 38 0 0 0,-3-44-158 0 0,0 0 0 0 0,-1 0 0 0 0,-1-1 0 0 0,-1 1 1 0 0,0-1-1 0 0,-2 0 0 0 0,-13 32 0 0 0,-2-9 1003 0 0,-50 73-1 0 0,62-99-1244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09.4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24 6553 0 0,'0'-1'28'0'0,"0"0"0"0"0,1 0 0 0 0,0 0 0 0 0,-1 1 0 0 0,1-1-1 0 0,0 0 1 0 0,-1 0 0 0 0,1 0 0 0 0,0 0 0 0 0,0 1 0 0 0,0-1 0 0 0,0 0-1 0 0,0 1 1 0 0,0-1 0 0 0,-1 1 0 0 0,1-1 0 0 0,1 1 0 0 0,-1-1 0 0 0,1 0-1 0 0,23-7 277 0 0,-20 8-226 0 0,0-1 1 0 0,0 1-1 0 0,0 0 1 0 0,0 0 0 0 0,0 1-1 0 0,0-1 1 0 0,0 1-1 0 0,0 0 1 0 0,0 1-1 0 0,-1-1 1 0 0,1 1-1 0 0,0 0 1 0 0,-1 0-1 0 0,1 0 1 0 0,-1 1 0 0 0,0-1-1 0 0,0 1 1 0 0,0 0-1 0 0,0 0 1 0 0,0 1-1 0 0,-1-1 1 0 0,1 1-1 0 0,-1 0 1 0 0,0 0-1 0 0,5 7 1 0 0,-5-5 29 0 0,0 0 0 0 0,0 0 0 0 0,-1 0 0 0 0,0 0 0 0 0,1 0 0 0 0,-2 0 0 0 0,1 1 0 0 0,-1-1 0 0 0,0 0 0 0 0,-1 1 0 0 0,1-1 0 0 0,-1 1 0 0 0,0-1 0 0 0,-1 1 1 0 0,0-1-1 0 0,0 1 0 0 0,0-1 0 0 0,-1 0 0 0 0,-3 9 0 0 0,0-4 140 0 0,-1 0 1 0 0,0 0-1 0 0,0-1 0 0 0,-14 16 1 0 0,-35 32 956 0 0,40-43-920 0 0,8-6 35 0 0,9-9-120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1.6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19 101 6553 0 0,'-14'-14'321'0'0,"13"19"-1"0"0,-2 15-240 0 0,3-19-72 0 0,0-1-1 0 0,0 1 0 0 0,0 0 0 0 0,0-1 1 0 0,0 1-1 0 0,0-1 0 0 0,0 1 1 0 0,0-1-1 0 0,1 1 0 0 0,-1 0 0 0 0,0-1 1 0 0,0 1-1 0 0,1-1 0 0 0,-1 1 1 0 0,0-1-1 0 0,0 0 0 0 0,1 1 0 0 0,-1-1 1 0 0,1 1-1 0 0,-1-1 0 0 0,0 1 1 0 0,1-1-1 0 0,-1 0 0 0 0,1 1 0 0 0,-1-1 1 0 0,1 0-1 0 0,-1 0 0 0 0,1 1 1 0 0,-1-1-1 0 0,1 0 0 0 0,0 0 0 0 0,-1 0 1 0 0,2 1-1 0 0,16-1 371 0 0,-17 0-363 0 0,22-3 642 0 0,42-12 1 0 0,-14 3 36 0 0,387-53 2975 0 0,-247 44-1867 0 0,-159 17-1584 0 0,-20 3 85 0 0,24 1-1 0 0,-13 1-123 0 0,-23-1-179 0 0,0 0 0 0 0,1 0 0 0 0,-1 0 0 0 0,0 0 0 0 0,0 0 0 0 0,0 0 0 0 0,1 0 0 0 0,-1 0 0 0 0,0 0 0 0 0,0-1 0 0 0,0 1 0 0 0,0 0 0 0 0,0 0 0 0 0,1 0 0 0 0,-1 0 0 0 0,0 0 0 0 0,0 0 0 0 0,0 0 0 0 0,0-1 0 0 0,0 1 0 0 0,0 0 0 0 0,0 0 0 0 0,0 0 0 0 0,1 0 0 0 0,-1-1 0 0 0,0 1 0 0 0,0 0 0 0 0,0 0 0 0 0,0 0 0 0 0,0 0 0 0 0,0-1 0 0 0,0 1 0 0 0,0 0 0 0 0,0 0 0 0 0,0 0 0 0 0,0 0 0 0 0,0-1 0 0 0,0 1 0 0 0,0 0 0 0 0,0-2 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3.2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33 64 6553 0 0,'1'-23'0'0'0,"0"18"0"0"0,0 0 0 0 0,-1 0 0 0 0,0 0 0 0 0,0 0 0 0 0,0 0 0 0 0,-1-5 0 0 0,-7 40 441 0 0,-15 175 2629 0 0,20-153-1577 0 0,7 102-1 0 0,-3-142-1304 0 0,0-1-1 0 0,1-1 0 0 0,1 1 0 0 0,0 0 0 0 0,1-1 1 0 0,0 1-1 0 0,0-1 0 0 0,12 19 0 0 0,-15-26-134 0 0,1 0-1 0 0,0-1 1 0 0,1 1-1 0 0,-1 0 1 0 0,0-1-1 0 0,1 1 1 0 0,-1-1 0 0 0,1 0-1 0 0,0 0 1 0 0,0 0-1 0 0,0 0 1 0 0,0 0-1 0 0,0-1 1 0 0,0 0 0 0 0,0 1-1 0 0,1-1 1 0 0,-1 0-1 0 0,0 0 1 0 0,1-1-1 0 0,-1 1 1 0 0,1-1 0 0 0,-1 0-1 0 0,1 0 1 0 0,-1 0-1 0 0,1 0 1 0 0,-1 0-1 0 0,0-1 1 0 0,1 0-1 0 0,-1 1 1 0 0,1-1 0 0 0,-1 0-1 0 0,4-2 1 0 0,-1-1-12 0 0,1 1 1 0 0,-1-1-1 0 0,1 0 1 0 0,-1 0 0 0 0,0-1-1 0 0,-1 0 1 0 0,1 0-1 0 0,-1 0 1 0 0,0 0 0 0 0,6-10-1 0 0,4-7-575 0 0,19-37 0 0 0,-27 47 471 0 0,78-153-1418 0 0,-60 112 618 0 0,20-66 0 0 0,-27 62 467 0 0,-36 117 1226 0 0,-12 71 0 0 0,25-97-330 0 0,1 1 1 0 0,2 0 0 0 0,3 48-1 0 0,-1-77-444 0 0,1-1 0 0 0,0 0 0 0 0,0 0 0 0 0,1 0 0 0 0,-1 0 0 0 0,1 0-1 0 0,3 7 1 0 0,-4-10-34 0 0,1 0 0 0 0,-1 0 0 0 0,0 0 0 0 0,1 0 0 0 0,-1 0 0 0 0,1-1 0 0 0,-1 1 0 0 0,1 0 0 0 0,0-1 0 0 0,0 1 0 0 0,0-1 0 0 0,0 0 0 0 0,0 0 0 0 0,0 1 0 0 0,0-1-1 0 0,0 0 1 0 0,0-1 0 0 0,5 2 0 0 0,7-1 146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3.5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46 6553 0 0,'1'-6'-13'0'0,"-1"-18"71"0"0,0 23-47 0 0,0 1 0 0 0,0-1 0 0 0,0 0 0 0 0,0 0 0 0 0,0 0 0 0 0,0 1 1 0 0,0-1-1 0 0,-1 0 0 0 0,1 0 0 0 0,0 1 0 0 0,0-1 0 0 0,-1 0 0 0 0,1 1 0 0 0,0-1 0 0 0,-1 0 0 0 0,1 1 0 0 0,-1-1 0 0 0,1 0 0 0 0,-1 1 0 0 0,0-2 0 0 0,0 2 6 0 0,1 0-1 0 0,-1 0 1 0 0,0 0-1 0 0,1 0 1 0 0,-1 1 0 0 0,0-1-1 0 0,1 0 1 0 0,-1 0-1 0 0,1 0 1 0 0,-1 1 0 0 0,1-1-1 0 0,-1 0 1 0 0,0 0-1 0 0,1 1 1 0 0,-1-1 0 0 0,1 0-1 0 0,-1 1 1 0 0,1-1-1 0 0,-1 1 1 0 0,1-1 0 0 0,0 1-1 0 0,-1-1 1 0 0,1 1-1 0 0,-1-1 1 0 0,1 1 0 0 0,0-1-1 0 0,0 1 1 0 0,-1 0-1 0 0,-9 20 357 0 0,9-17-252 0 0,-9 20 428 0 0,2 1 1 0 0,-9 46 0 0 0,-1 55 1293 0 0,18-126-1836 0 0,-3 23 436 0 0,1 0 1 0 0,1 0-1 0 0,3 26 1 0 0,-2-41-327 0 0,1-1 0 0 0,0 1 0 0 0,1-1 1 0 0,0 0-1 0 0,0 0 0 0 0,0 1 0 0 0,1-1 0 0 0,0-1 0 0 0,1 1 0 0 0,-1 0 0 0 0,1-1 1 0 0,1 0-1 0 0,7 10 0 0 0,6-5 171 0 0,-16-10-283 0 0,5 3-5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5.52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79 6553 0 0,'1'-3'0'0'0,"-1"1"0"0"0,1 0 0 0 0,0-1 0 0 0,0 1 0 0 0,0 0 0 0 0,0 0 0 0 0,0-1 0 0 0,0 1 0 0 0,0 0 0 0 0,1 0 0 0 0,2-3 0 0 0,20-21 0 0 0,-23 25 0 0 0,1-1 35 0 0,0 0 1 0 0,1 0-1 0 0,0 0 0 0 0,-1 0 0 0 0,1 0 0 0 0,0 1 0 0 0,0-1 0 0 0,0 1 0 0 0,0 0 0 0 0,0 0 0 0 0,0 0 0 0 0,0 0 0 0 0,0 0 0 0 0,0 1 1 0 0,1-1-1 0 0,-1 1 0 0 0,0 0 0 0 0,5 0 0 0 0,-6 1 2 0 0,1-1 0 0 0,-1 1 0 0 0,0-1 0 0 0,1 1 0 0 0,-1 0 0 0 0,0 0 0 0 0,0 0 1 0 0,0 0-1 0 0,0 0 0 0 0,0 0 0 0 0,0 1 0 0 0,0-1 0 0 0,0 1 0 0 0,0-1 0 0 0,0 1 0 0 0,-1 0 0 0 0,1 0 0 0 0,-1 0 1 0 0,0 0-1 0 0,1 0 0 0 0,-1 0 0 0 0,0 0 0 0 0,0 0 0 0 0,0 0 0 0 0,1 5 0 0 0,-1-3 54 0 0,0 0 0 0 0,-1 0-1 0 0,0 1 1 0 0,1-1-1 0 0,-1 1 1 0 0,-1-1 0 0 0,1 0-1 0 0,-1 1 1 0 0,0-1 0 0 0,0 0-1 0 0,0 0 1 0 0,0 1 0 0 0,-2 3-1 0 0,-5 9 362 0 0,-17 28 0 0 0,17-30-223 0 0,-27 47 958 0 0,34-61-1164 0 0,0 0 0 0 0,1 0 0 0 0,-1 1 1 0 0,1-1-1 0 0,-1 0 0 0 0,1 1 0 0 0,0-1 0 0 0,0 0 1 0 0,-1 1-1 0 0,1-1 0 0 0,0 1 0 0 0,0-1 0 0 0,0 0 1 0 0,0 1-1 0 0,1-1 0 0 0,-1 1 0 0 0,0-1 0 0 0,1 0 0 0 0,-1 1 1 0 0,1-1-1 0 0,-1 0 0 0 0,1 1 0 0 0,-1-1 0 0 0,1 0 1 0 0,0 0-1 0 0,0 0 0 0 0,-1 0 0 0 0,1 0 0 0 0,0 0 1 0 0,2 2-1 0 0,-2-2 8 0 0,1 0 1 0 0,-1 0 0 0 0,1 0-1 0 0,-1 0 1 0 0,1 0 0 0 0,-1 0-1 0 0,1 0 1 0 0,0 0 0 0 0,0-1-1 0 0,-1 1 1 0 0,1-1 0 0 0,0 1-1 0 0,0-1 1 0 0,0 0 0 0 0,0 0-1 0 0,-1 1 1 0 0,1-1 0 0 0,0-1-1 0 0,0 1 1 0 0,0 0 0 0 0,0 0-1 0 0,2-1 1 0 0,17-8 430 0 0,-10 5-250 0 0,-1 0-1 0 0,1 0 1 0 0,18-3-1 0 0,-26 7-156 0 0,-1 0-1 0 0,1 0 1 0 0,-1 0-1 0 0,1 1 1 0 0,-1-1-1 0 0,1 1 1 0 0,-1-1-1 0 0,0 1 0 0 0,4 1 1 0 0,-4-1 27 0 0,1 0 1 0 0,0 0-1 0 0,0 0 1 0 0,0-1-1 0 0,-1 1 0 0 0,5 0 1 0 0,-1-1-43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5.8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 45 6553 0 0,'-2'-3'26'0'0,"1"-1"0"0"0,0 0 0 0 0,0 1 0 0 0,0-1 0 0 0,0-6 0 0 0,1 9-19 0 0,-1 1 0 0 0,1-1 0 0 0,0 1-1 0 0,0-1 1 0 0,0 0 0 0 0,0 1-1 0 0,1-1 1 0 0,-1 1 0 0 0,0-1 0 0 0,0 1-1 0 0,0-1 1 0 0,0 0 0 0 0,0 1 0 0 0,1-1-1 0 0,-1 1 1 0 0,0-1 0 0 0,1 1 0 0 0,-1-1-1 0 0,0 1 1 0 0,1-1 0 0 0,-1 1 0 0 0,1-1-1 0 0,-1 1 1 0 0,0 0 0 0 0,1-1 0 0 0,-1 1-1 0 0,1 0 1 0 0,-1-1 0 0 0,1 1 0 0 0,0 0-1 0 0,-1 0 1 0 0,1-1 0 0 0,-1 1 0 0 0,1 0-1 0 0,-1 0 1 0 0,1 0 0 0 0,0 0 0 0 0,-1 0-1 0 0,1 0 1 0 0,-1 0 0 0 0,1 0 0 0 0,0 0-1 0 0,-1 0 1 0 0,1 0 0 0 0,-1 0 0 0 0,2 0-1 0 0,0 1 28 0 0,0 0-1 0 0,0 0 1 0 0,0 0-1 0 0,0 0 1 0 0,0 1-1 0 0,0-1 1 0 0,-1 0 0 0 0,1 1-1 0 0,0-1 1 0 0,-1 1-1 0 0,1 0 1 0 0,-1-1-1 0 0,1 1 1 0 0,-1 0-1 0 0,0 0 1 0 0,1 0-1 0 0,0 2 1 0 0,2 5 191 0 0,1 1 1 0 0,4 13-1 0 0,-4-6 66 0 0,-2-1-1 0 0,1 2 1 0 0,-2-1-1 0 0,0 0 1 0 0,-1 0-1 0 0,-1 1 1 0 0,0-1-1 0 0,-2 0 1 0 0,-3 20-1 0 0,-3 3 609 0 0,-2-1 0 0 0,-26 67-1 0 0,30-91-677 0 0,-2 5 272 0 0,0 1-1 0 0,-13 20 1 0 0,7-12-161 0 0,10-20-134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6.2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1 6553 0 0,'37'9'714'0'0,"-31"-8"-620"0"0,0 0 0 0 0,0 0 0 0 0,0 1 1 0 0,0 0-1 0 0,0 0 0 0 0,0 0 0 0 0,-1 1 0 0 0,1 0 0 0 0,-1 0 1 0 0,0 0-1 0 0,0 1 0 0 0,5 4 0 0 0,-6-4-10 0 0,0 0 1 0 0,-1 0-1 0 0,1 0 0 0 0,-1 0 1 0 0,0 0-1 0 0,-1 1 0 0 0,1 0 1 0 0,-1-1-1 0 0,0 1 0 0 0,0 0 0 0 0,0 0 1 0 0,0 0-1 0 0,-1 0 0 0 0,0 1 1 0 0,0-1-1 0 0,-1 0 0 0 0,1 0 0 0 0,-1 1 1 0 0,0-1-1 0 0,-1 0 0 0 0,1 1 1 0 0,-1-1-1 0 0,0 0 0 0 0,-1 0 1 0 0,1 0-1 0 0,-1 0 0 0 0,0 0 0 0 0,-5 9 1 0 0,4-7 52 0 0,-1 0 1 0 0,-1-1 0 0 0,1 1-1 0 0,-1-1 1 0 0,0 0-1 0 0,0-1 1 0 0,-1 1 0 0 0,0-1-1 0 0,0 0 1 0 0,-8 5 0 0 0,-7 2 388 0 0,1-1 1 0 0,-25 9-1 0 0,44-20-503 0 0,0 1 1 0 0,0-1 1 0 0,0 0 0 0 0,0 0-1 0 0,0 1 1 0 0,0-1 0 0 0,0 0-1 0 0,0 0 1 0 0,0 0-1 0 0,0 0 1 0 0,0-1 0 0 0,-1 1-1 0 0,0 0 1 0 0,5-2 175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6.5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20 6553 0 0,'0'-4'-15'0'0,"0"-7"77"0"0,0 10-57 0 0,0 1 0 0 0,0 0-1 0 0,0 0 1 0 0,1 0 0 0 0,-1-1 0 0 0,0 1-1 0 0,0 0 1 0 0,0 0 0 0 0,0 0-1 0 0,0-1 1 0 0,0 1 0 0 0,0 0 0 0 0,1 0-1 0 0,-1 0 1 0 0,0-1 0 0 0,0 1-1 0 0,0 0 1 0 0,0 0 0 0 0,1 0 0 0 0,-1 0-1 0 0,0 0 1 0 0,0 0 0 0 0,0 0-1 0 0,1-1 1 0 0,-1 1 0 0 0,0 0 0 0 0,0 0-1 0 0,1 0 1 0 0,-1 0 0 0 0,0 0 0 0 0,0 0-1 0 0,0 0 1 0 0,1 0 0 0 0,-1 0-1 0 0,0 0 1 0 0,0 0 0 0 0,1 0 0 0 0,-1 0-1 0 0,0 0 1 0 0,1 1 0 0 0,5 4 84 0 0,-1 1 45 0 0,0 1 14 0 0,0-1 1 0 0,0 0 0 0 0,8 6-1 0 0,-8-9 53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6.7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 6553 0 0,'2'0'241'0'0,"-1"0"-241"0"0,1 0 0 0 0,2-1 0 0 0,-3 1 0 0 0,3 0 0 0 0,0 0 0 0 0,4 0 240 0 0,5-2 0 0 0,4 2 241 0 0,3-2-481 0 0,1 2 480 0 0,0 2-480 0 0,-1 0 721 0 0,-2 1-721 0 0,-1 1 241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6.8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18 6553 0 0,'2'-5'0'0'0,"-2"1"0"0"0,0 3 0 0 0,0-1 0 0 0,1 0 0 0 0,1 0 0 0 0,0 2 0 0 0,0-1 0 0 0,1 1 241 0 0,1 0-241 0 0,29 8 721 0 0,-18-2-721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7.0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18 6553 0 0,'-1'-1'241'0'0,"2"-3"-241"0"0,1 2 0 0 0,-2 1 0 0 0,0-1 0 0 0,0 0 0 0 0,2 2 0 0 0,-2-2 240 0 0,2 1-240 0 0,1-1 0 0 0,1 2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8.5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13 199 6553 0 0,'-1'-1'8'0'0,"0"0"0"0"0,0 0 0 0 0,0 0-1 0 0,0-1 1 0 0,0 1 0 0 0,0 0 0 0 0,0 0-1 0 0,0-1 1 0 0,1 1 0 0 0,-1 0 0 0 0,1-1-1 0 0,-1 1 1 0 0,1 0 0 0 0,-1-1 0 0 0,1 1-1 0 0,0-1 1 0 0,-1 1 0 0 0,1-1 0 0 0,0 1-1 0 0,0-1 1 0 0,0 1 0 0 0,1-1 0 0 0,-1 1-1 0 0,0-1 1 0 0,0 1 0 0 0,1-1 0 0 0,-1 1-1 0 0,1 0 1 0 0,0-3 0 0 0,5-7-11 0 0,1 1 1 0 0,0 0-1 0 0,0 0 1 0 0,1 0-1 0 0,1 1 0 0 0,-1 0 1 0 0,1 0-1 0 0,1 1 1 0 0,0 0-1 0 0,0 1 0 0 0,0 0 1 0 0,1 1-1 0 0,19-9 1 0 0,-22 12 63 0 0,1 1 1 0 0,-1 0-1 0 0,1 0 1 0 0,-1 0-1 0 0,1 1 1 0 0,0 0-1 0 0,0 1 1 0 0,0 0-1 0 0,-1 1 1 0 0,13 1-1 0 0,-16-1 16 0 0,-1 1-1 0 0,1-1 1 0 0,-1 1-1 0 0,1-1 1 0 0,-1 1-1 0 0,0 1 1 0 0,1-1-1 0 0,-1 0 1 0 0,0 1-1 0 0,-1 0 1 0 0,1 0-1 0 0,0 0 1 0 0,-1 1-1 0 0,0-1 1 0 0,0 1-1 0 0,0-1 1 0 0,0 1-1 0 0,0 0 1 0 0,-1 0-1 0 0,3 7 1 0 0,-1-2 96 0 0,-2 0 0 0 0,1 1 1 0 0,-1-1-1 0 0,0 1 1 0 0,-1-1-1 0 0,0 1 1 0 0,-1 0-1 0 0,0-1 1 0 0,0 1-1 0 0,-1 0 1 0 0,-3 16-1 0 0,-3 5 502 0 0,-2-1 1 0 0,-15 38-1 0 0,0-19 17 0 0,17-35-424 0 0,0 0 0 0 0,1 0-1 0 0,-5 18 1 0 0,15-43-127 0 0,2 1 1 0 0,7-15-1 0 0,3-4-478 0 0,-8 13 213 0 0,106-237-1856 0 0,-110 242 1884 0 0,0-1 0 0 0,-1 0 0 0 0,0 0 0 0 0,-1 0 0 0 0,0 0 1 0 0,-1 0-1 0 0,0-20 0 0 0,-3 27 66 0 0,0 5 45 0 0,-5 11 106 0 0,-2 17 168 0 0,5-7 4 0 0,0 0 0 0 0,2 0 1 0 0,0 26-1 0 0,5 67 800 0 0,-1-70-549 0 0,-1-26-350 0 0,1-1-1 0 0,1 1 0 0 0,0-1 0 0 0,1 0 0 0 0,1 0 0 0 0,0-1 0 0 0,9 18 0 0 0,-11-26-89 0 0,2-1-1 0 0,-1 1 0 0 0,1-1 1 0 0,0 0-1 0 0,1 0 1 0 0,-1-1-1 0 0,8 6 0 0 0,-9-8-48 0 0,1 0-1 0 0,0-1 1 0 0,0 1-1 0 0,0-1 1 0 0,0 0 0 0 0,0-1-1 0 0,1 0 1 0 0,-1 1-1 0 0,1-2 1 0 0,0 1-1 0 0,7 1 1 0 0,-8-3 21 0 0,0 1 0 0 0,0-1 0 0 0,0 0 1 0 0,1 0-1 0 0,-1-1 0 0 0,0 1 0 0 0,0-1 1 0 0,0-1-1 0 0,0 1 0 0 0,10-4 0 0 0,-8 1 2 0 0,1 0-1 0 0,-1 0 0 0 0,0-1 0 0 0,0 1 0 0 0,0-2 0 0 0,7-6 0 0 0,-2-1-216 0 0,0 0 0 0 0,-1-1 0 0 0,-1 0 0 0 0,0 0 0 0 0,15-31 0 0 0,0-12-998 0 0,-1-1 0 0 0,29-120 0 0 0,-49 167 1032 0 0,-3 9 82 0 0,0 0 0 0 0,-1 0 0 0 0,1 1 0 0 0,0-1 0 0 0,-1 0 0 0 0,1 0 0 0 0,-1 0 0 0 0,0 0 1 0 0,0 0-1 0 0,0 0 0 0 0,0 0 0 0 0,0-3 0 0 0,-1 5 9 0 0,0 1 0 0 0,0-1 0 0 0,0 0 0 0 0,0 1 0 0 0,0-1 0 0 0,0 1 0 0 0,0-1 0 0 0,0 1 0 0 0,0 0 0 0 0,0-1 0 0 0,0 1 0 0 0,0 0-1 0 0,1 0 1 0 0,-1 0 0 0 0,-1 1 0 0 0,-6 11 152 0 0,1 0 0 0 0,0 1-1 0 0,1 0 1 0 0,1 0 0 0 0,0 0 0 0 0,-3 16-1 0 0,3-7 118 0 0,1 1-1 0 0,2-1 0 0 0,-1 29 0 0 0,3-43-176 0 0,1-1-1 0 0,-1 1 0 0 0,2 0 0 0 0,-1-1 0 0 0,1 1 0 0 0,1-1 0 0 0,-1 0 1 0 0,1 1-1 0 0,1-1 0 0 0,-1-1 0 0 0,2 1 0 0 0,7 12 0 0 0,-9-16-30 0 0,1 0 0 0 0,0 0 0 0 0,0 0 0 0 0,0 0 0 0 0,0 0-1 0 0,0-1 1 0 0,1 0 0 0 0,0 0 0 0 0,-1 0 0 0 0,1 0 0 0 0,0-1 0 0 0,1 0-1 0 0,-1 0 1 0 0,0 0 0 0 0,0-1 0 0 0,1 0 0 0 0,-1 0 0 0 0,1 0 0 0 0,-1-1-1 0 0,12 0 1 0 0,-7-1-22 0 0,0 0-1 0 0,0-1 1 0 0,0-1-1 0 0,0 0 1 0 0,0 0 0 0 0,0-1-1 0 0,-1 0 1 0 0,0-1-1 0 0,0 0 1 0 0,0 0-1 0 0,0-1 1 0 0,-1 0-1 0 0,0-1 1 0 0,9-9-1 0 0,-3 1-24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9.0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100 28 6553 0 0,'0'-2'19'0'0,"-1"1"0"0"0,1 0 0 0 0,-1-1 0 0 0,0 1-1 0 0,1-1 1 0 0,-1 1 0 0 0,0 0 0 0 0,0-1 0 0 0,1 1 0 0 0,-1 0-1 0 0,0 0 1 0 0,0 0 0 0 0,0 0 0 0 0,-1 0 0 0 0,1 0 0 0 0,0 0-1 0 0,0 0 1 0 0,-1 0 0 0 0,1 0 0 0 0,0 1 0 0 0,-1-1-1 0 0,1 0 1 0 0,-1 1 0 0 0,-1-1 0 0 0,1 1 0 0 0,1 0 1 0 0,0 0-1 0 0,0 0 1 0 0,0 0 0 0 0,-1 1-1 0 0,1-1 1 0 0,0 0-1 0 0,0 1 1 0 0,0-1-1 0 0,0 1 1 0 0,0-1-1 0 0,0 1 1 0 0,0-1-1 0 0,0 1 1 0 0,0 0-1 0 0,0 0 1 0 0,0-1-1 0 0,0 1 1 0 0,0 0-1 0 0,1 0 1 0 0,-1 0 0 0 0,0 0-1 0 0,0 0 1 0 0,1 0-1 0 0,-1 0 1 0 0,1 0-1 0 0,-1 0 1 0 0,0 2-1 0 0,-4 13 362 0 0,1 0-1 0 0,1 1 1 0 0,-3 25 0 0 0,1-5 166 0 0,-5 28 1176 0 0,-1 102 0 0 0,11-161-1636 0 0,0 0 0 0 0,0 0 0 0 0,1 0 0 0 0,2 8 0 0 0,0-5-47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9.4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92 6553 0 0,'19'-32'0'0'0,"-17"27"0"0"0,0 0 0 0 0,0 1 0 0 0,1-1 0 0 0,-1 0 0 0 0,1 1 0 0 0,0 0 0 0 0,1 0 0 0 0,-1 0 0 0 0,1 0 0 0 0,0 0 0 0 0,4-2 0 0 0,-7 5 8 0 0,0 0-1 0 0,1 1 0 0 0,-1-1 1 0 0,0 1-1 0 0,1-1 0 0 0,-1 1 1 0 0,1-1-1 0 0,-1 1 0 0 0,0 0 0 0 0,1 0 1 0 0,-1 0-1 0 0,1 0 0 0 0,-1 0 1 0 0,1 0-1 0 0,-1 0 0 0 0,0 0 1 0 0,1 0-1 0 0,-1 1 0 0 0,2 0 0 0 0,-1 0 30 0 0,1 0-1 0 0,-1 0 0 0 0,0 1 0 0 0,0-1 0 0 0,0 1 0 0 0,0-1 0 0 0,0 1 0 0 0,0 0 0 0 0,0 0 0 0 0,1 2 1 0 0,1 2 105 0 0,0 0 0 0 0,0 0 0 0 0,-1 1 0 0 0,1-1 0 0 0,-2 1 0 0 0,5 11 0 0 0,-4-3 87 0 0,0-1 0 0 0,-1 0 1 0 0,0 1-1 0 0,-1-1 1 0 0,-1 1-1 0 0,0-1 0 0 0,-1 1 1 0 0,-1-1-1 0 0,0 1 0 0 0,-4 13 1 0 0,5-25-51 0 0,1-9-9 0 0,5-10-13 0 0,48-83-576 0 0,-41 81 324 0 0,0 1-1 0 0,1 0 0 0 0,18-19 1 0 0,-30 35 93 0 0,0 0 0 0 0,0 0 0 0 0,1-1-1 0 0,-1 1 1 0 0,0 1 0 0 0,0-1 0 0 0,0 0 0 0 0,1 0 0 0 0,-1 0 0 0 0,1 1 0 0 0,-1-1 0 0 0,0 1 0 0 0,1-1 0 0 0,-1 1 0 0 0,1-1 0 0 0,-1 1-1 0 0,4 0 1 0 0,-4 0 18 0 0,0 0 0 0 0,0 1 0 0 0,0-1 0 0 0,0 1-1 0 0,0-1 1 0 0,0 1 0 0 0,0-1 0 0 0,0 1 0 0 0,0 0 0 0 0,0-1-1 0 0,0 1 1 0 0,0 0 0 0 0,-1 0 0 0 0,1-1 0 0 0,0 1-1 0 0,-1 0 1 0 0,1 0 0 0 0,0 0 0 0 0,-1 0 0 0 0,1 0 0 0 0,-1 0-1 0 0,1 0 1 0 0,-1 0 0 0 0,1 2 0 0 0,1 6 145 0 0,0 1 0 0 0,0-1 1 0 0,0 1-1 0 0,-1 16 0 0 0,-1-19-66 0 0,1 0 1 0 0,-1 0-1 0 0,1 0 0 0 0,0 0 0 0 0,1 0 1 0 0,-1 0-1 0 0,1-1 0 0 0,1 1 1 0 0,-1 0-1 0 0,6 8 0 0 0,-1-10-95 0 0,-2-4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19.7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25 6553 0 0,'1'-7'-29'0'0,"3"-7"152"0"0,-4 13-110 0 0,1 1-1 0 0,-1 0 0 0 0,1-1 1 0 0,-1 1-1 0 0,0 0 1 0 0,1 0-1 0 0,-1-1 0 0 0,1 1 1 0 0,-1 0-1 0 0,1 0 0 0 0,-1-1 1 0 0,1 1-1 0 0,0 0 1 0 0,-1 0-1 0 0,1 0 0 0 0,-1 0 1 0 0,1 0-1 0 0,-1 0 1 0 0,1 0-1 0 0,-1 0 0 0 0,1 0 1 0 0,0 0-1 0 0,-1 0 0 0 0,1 1 1 0 0,-1-1-1 0 0,1 0 1 0 0,0 1-1 0 0,5 0 100 0 0,1 1 0 0 0,-1 1-1 0 0,0-1 1 0 0,1 1 0 0 0,-1 0 0 0 0,-1 0 0 0 0,1 1-1 0 0,0 0 1 0 0,-1 0 0 0 0,0 0 0 0 0,0 1 0 0 0,0 0-1 0 0,-1 0 1 0 0,1 0 0 0 0,-1 0 0 0 0,0 1-1 0 0,-1-1 1 0 0,6 10 0 0 0,-1 3 224 0 0,0 0-1 0 0,-2 0 0 0 0,0 0 1 0 0,-1 1-1 0 0,0 0 1 0 0,-2 0-1 0 0,0 0 1 0 0,-1 0-1 0 0,-2 38 1 0 0,-1-35 24 0 0,-2-1 0 0 0,-1 1 0 0 0,0-1 0 0 0,-2 0 0 0 0,0 0 1 0 0,-2-1-1 0 0,0 0 0 0 0,-17 30 0 0 0,9-22 478 0 0,-1-2-1 0 0,-39 48 1 0 0,40-58-838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4:21.1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94 646 6553 0 0,'-24'-15'224'0'0,"13"9"-211"0"0,4 2 83 0 0,-19-11 207 0 0,25 15-279 0 0,1-1 1 0 0,-1 1-1 0 0,0 0 0 0 0,0-1 1 0 0,0 1-1 0 0,0 0 0 0 0,0-1 1 0 0,0 1-1 0 0,0 0 0 0 0,0 0 0 0 0,0 0 1 0 0,0 0-1 0 0,0 0 0 0 0,0 0 1 0 0,1 0-1 0 0,-1 0 0 0 0,0 1 0 0 0,0-1 1 0 0,0 0-1 0 0,0 1 0 0 0,0-1 1 0 0,0 0-1 0 0,0 1 0 0 0,-1 0 0 0 0,2-1-21 0 0,0 1-1 0 0,0-1 1 0 0,-1 0-1 0 0,1 0 1 0 0,0 0-1 0 0,0 0 1 0 0,0 1-1 0 0,0-1 1 0 0,0 0-1 0 0,0 0 1 0 0,0 0-1 0 0,0 0 0 0 0,0 1 1 0 0,-1-1-1 0 0,1 0 1 0 0,0 0-1 0 0,0 0 1 0 0,0 1-1 0 0,0-1 1 0 0,0 0-1 0 0,0 0 1 0 0,0 1-1 0 0,0-1 0 0 0,1 0 1 0 0,-1 0-1 0 0,0 0 1 0 0,0 1-1 0 0,0-1 1 0 0,0 0-1 0 0,0 0 1 0 0,0 0-1 0 0,0 0 1 0 0,0 1-1 0 0,0-1 1 0 0,1 0-1 0 0,-1 0 0 0 0,0 0 1 0 0,0 1-1 0 0,2 0 24 0 0,-1-1-1 0 0,1 1 1 0 0,-1 0-1 0 0,1 0 1 0 0,0-1-1 0 0,-1 1 1 0 0,1-1-1 0 0,0 1 1 0 0,0-1-1 0 0,-1 0 1 0 0,3 1-1 0 0,81 5 2119 0 0,119-6 0 0 0,-155-1-1337 0 0,368-35 2778 0 0,-233 15-4558 0 0,248-43-966 0 0,-45 5-1153 0 0,-262 44 2247 0 0,386-31-2506 0 0,-316 41 3824 0 0,283-10 6869 0 0,-469 15-7226 0 0,715-38 8928 0 0,-617 30-10468 0 0,681-59-9667 0 0,-422 29 6805 0 0,492-28 6128 0 0,-56 18-3782 0 0,137-24 1757 0 0,-805 62 165 0 0,226 1 4901 0 0,-135 8-1716 0 0,-216 1-2962 0 0,8 0 141 0 0,25-5 1 0 0,-49 2-64 0 0,-2 3-283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5.6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2737 765 6553 0 0,'2'-14'0'0'0,"0"1"0"0"0,0-1 0 0 0,-2 0 0 0 0,1 1 0 0 0,-2-1 0 0 0,0 0 0 0 0,0 0 0 0 0,-1 1 0 0 0,-6-19 0 0 0,6 25 0 0 0,-1 1 0 0 0,0 0 0 0 0,0 0 0 0 0,-1 0 0 0 0,1 0 0 0 0,-1 0 0 0 0,0 1 0 0 0,-1 0 0 0 0,-9-10 0 0 0,-5-1 0 0 0,-30-20 0 0 0,1 1 0 0 0,-70-80 0 0 0,25 23 0 0 0,72 74 0 0 0,0 0 0 0 0,-43-25 0 0 0,20 19-6 0 0,-2 2 0 0 0,0 3-1 0 0,-1 1 1 0 0,0 2-1 0 0,-69-13 1 0 0,22 13 245 0 0,-183-8 1 0 0,194 23 1178 0 0,1 4 0 0 0,0 3 0 0 0,0 4 0 0 0,1 3 0 0 0,0 4 0 0 0,-92 32 0 0 0,119-29-482 0 0,2 3-1 0 0,0 2 0 0 0,2 2 1 0 0,1 2-1 0 0,-50 39 1 0 0,40-21-426 0 0,2 2 1 0 0,3 2 0 0 0,-68 82-1 0 0,95-99-510 0 0,1 1 0 0 0,2 1 0 0 0,1 2 0 0 0,2 0 0 0 0,1 1 0 0 0,3 1 0 0 0,1 1 0 0 0,-13 51 0 0 0,22-62 0 0 0,2 0 0 0 0,1-1 0 0 0,1 1 0 0 0,1 1 0 0 0,4 37 0 0 0,0-43 0 0 0,2 0 0 0 0,1 0 0 0 0,0 0 0 0 0,2-1 0 0 0,1 0 0 0 0,20 43 0 0 0,-3-22 0 0 0,1-1 0 0 0,43 55 0 0 0,78 70 0 0 0,-77-101 0 0 0,3-3 0 0 0,3-3 0 0 0,3-4 0 0 0,130 74 0 0 0,-146-99 0 0 0,0-3 0 0 0,2-3 0 0 0,1-2 0 0 0,1-4 0 0 0,99 19 0 0 0,-114-32-21 0 0,1-2 0 0 0,-1-2-1 0 0,1-3 1 0 0,0-1-1 0 0,69-11 1 0 0,-77 4-498 0 0,-1-2-1 0 0,-1-2 1 0 0,1-2-1 0 0,-2-2 0 0 0,0-2 1 0 0,63-35-1 0 0,-49 19-716 0 0,-1-3 1 0 0,-2-2-1 0 0,-2-2 0 0 0,59-59 0 0 0,-71 57 239 0 0,-1-2 1 0 0,-2-1 0 0 0,-2-2-1 0 0,-2-1 1 0 0,27-55 0 0 0,-17 17 246 0 0,-4-2 0 0 0,30-101 0 0 0,-48 120 788 0 0,-4-1-1 0 0,-2-1 1 0 0,6-102-1 0 0,-18 139-37 0 0,-2-1 0 0 0,-1 1 0 0 0,-2 0 0 0 0,-13-61 0 0 0,12 78 0 0 0,-1 1 0 0 0,0-1 0 0 0,-2 1 0 0 0,1 1 0 0 0,-2-1 0 0 0,0 1 0 0 0,-1 0 0 0 0,-1 1 0 0 0,0 0 0 0 0,-1 1 0 0 0,-19-19 0 0 0,9 15 16 0 0,0 1-1 0 0,-2 1 1 0 0,1 0-1 0 0,-2 2 0 0 0,0 1 1 0 0,0 1-1 0 0,-1 1 1 0 0,-1 1-1 0 0,1 1 0 0 0,-1 1 1 0 0,-1 1-1 0 0,-30-2 1 0 0,48 7 181 0 0,-1 1 0 0 0,1 0 0 0 0,-1 0 0 0 0,0 1 0 0 0,1 0 0 0 0,-13 3 0 0 0,20-3-162 0 0,-1 0-1 0 0,0 0 0 0 0,1 0 1 0 0,0 0-1 0 0,-1 0 1 0 0,1 0-1 0 0,-1 0 0 0 0,1 1 1 0 0,0-1-1 0 0,0 1 1 0 0,0 0-1 0 0,0 0 0 0 0,0 0 1 0 0,0 0-1 0 0,1 0 0 0 0,-1 0 1 0 0,0 0-1 0 0,1 0 1 0 0,0 1-1 0 0,-1-1 0 0 0,1 0 1 0 0,0 1-1 0 0,0-1 1 0 0,1 1-1 0 0,-1 0 0 0 0,0 3 1 0 0,0 17 245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5:56.7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252 0 6553 0 0,'12'11'284'0'0,"0"-2"-1"0"0,1 1 0 0 0,18 9 1 0 0,7 6 521 0 0,-12-7-236 0 0,-2 2-1 0 0,0 1 1 0 0,-1 0-1 0 0,25 33 1 0 0,-33-35-174 0 0,-2-1 0 0 0,0 2 0 0 0,-2 0-1 0 0,0 1 1 0 0,-1 0 0 0 0,11 33 0 0 0,-11-20 314 0 0,-2 1 0 0 0,-1-1-1 0 0,-2 1 1 0 0,1 58 0 0 0,-6-41 509 0 0,-3-1 0 0 0,-15 81 1 0 0,-40 99 1512 0 0,-16-7-1957 0 0,55-171-1002 0 0,-27 76 228 0 0,-21 64 0 0 0,16 3 0 0 0,40-137 0 0 0,-14 63 0 0 0,24-118 0 0 0,0-1 0 0 0,0 1 0 0 0,0 0 0 0 0,-1-1 0 0 0,0 1 0 0 0,1-1 0 0 0,-1 1 0 0 0,-1-1 0 0 0,-2 5 0 0 0,4-7 0 0 0,-1 0 0 0 0,1 0 0 0 0,0 0 0 0 0,0-1 0 0 0,-1 1 0 0 0,1 0 0 0 0,0 0 0 0 0,-1-1 0 0 0,1 1 0 0 0,-1-1 0 0 0,1 1 0 0 0,-1-1 0 0 0,1 0 0 0 0,-1 1 0 0 0,1-1 0 0 0,-1 0 0 0 0,1 0 0 0 0,-1 0 0 0 0,1 0 0 0 0,-1-1 0 0 0,1 1 0 0 0,-1 0 0 0 0,1 0 0 0 0,-1-1 0 0 0,1 1 0 0 0,-3-2 0 0 0,-3-1-44 0 0,1 0 0 0 0,-1-1 0 0 0,1 1-1 0 0,0-1 1 0 0,1 0 0 0 0,-1-1 0 0 0,-7-6-1 0 0,-31-41-937 0 0,35 40 717 0 0,-1 0 1 0 0,-1 0-1 0 0,0 1 1 0 0,-14-12-1 0 0,24 23 255 0 0,0-1 0 0 0,0 0 0 0 0,0 0-1 0 0,0 0 1 0 0,-1 1 0 0 0,1-1 0 0 0,0 1 0 0 0,0-1-1 0 0,-1 1 1 0 0,1-1 0 0 0,0 1 0 0 0,0 0 0 0 0,-1-1 0 0 0,1 1-1 0 0,-1 0 1 0 0,1 0 0 0 0,0 0 0 0 0,-3 0 0 0 0,4 1 13 0 0,-1-1 0 0 0,0 1 0 0 0,1-1 0 0 0,-1 1 0 0 0,0 0 0 0 0,1-1 0 0 0,-1 1 0 0 0,1 0 0 0 0,-1-1 0 0 0,1 1 0 0 0,-1 0 0 0 0,1-1 0 0 0,0 1 1 0 0,-1 0-1 0 0,1 0 0 0 0,0 0 0 0 0,0-1 0 0 0,-1 1 0 0 0,1 0 0 0 0,0 0 0 0 0,0 0 0 0 0,0 0 0 0 0,0 0 0 0 0,0-1 0 0 0,0 1 0 0 0,0 0 0 0 0,1 0 0 0 0,-1 0 0 0 0,0 0 1 0 0,1 1-1 0 0,0 3 8 0 0,1 0 0 0 0,-1 0 1 0 0,1 0-1 0 0,0 0 0 0 0,1 0 0 0 0,-1 0 1 0 0,1-1-1 0 0,0 1 0 0 0,0-1 1 0 0,1 0-1 0 0,-1 0 0 0 0,5 4 1 0 0,9 8 89 0 0,28 19 1 0 0,-29-22-41 0 0,82 70 211 0 0,-31-23-51 0 0,-64-58-214 0 0,-1 0-1 0 0,0-1 1 0 0,1 1-1 0 0,-1 0 0 0 0,1-1 1 0 0,-1 1-1 0 0,1-1 0 0 0,0 0 1 0 0,0 0-1 0 0,-1 0 1 0 0,1 0-1 0 0,0 0 0 0 0,4 0 1 0 0,-4-1 1 0 0,0-1-1 0 0,0 1 1 0 0,-1 0 0 0 0,1-1 0 0 0,0 0 0 0 0,-1 0-1 0 0,1 0 1 0 0,0 0 0 0 0,-1 0 0 0 0,1-1 0 0 0,-1 1-1 0 0,0-1 1 0 0,1 1 0 0 0,1-3 0 0 0,10-8-188 0 0,-2 0 0 0 0,0-1 0 0 0,0 0 0 0 0,-1-1 1 0 0,-1 0-1 0 0,15-28 0 0 0,-13 20-79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05.4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280 542 6553 0 0,'0'4'90'0'0,"-1"0"-1"0"0,2 0 0 0 0,-1 0 0 0 0,0 0 0 0 0,1 0 0 0 0,2 7 0 0 0,-3-10-76 0 0,1-1 0 0 0,-1 1 0 0 0,1 0 0 0 0,-1 0 0 0 0,1-1 0 0 0,-1 1 0 0 0,1-1 0 0 0,0 1-1 0 0,-1-1 1 0 0,1 1 0 0 0,0-1 0 0 0,-1 1 0 0 0,1-1 0 0 0,0 1 0 0 0,0-1 0 0 0,-1 0-1 0 0,1 1 1 0 0,0-1 0 0 0,0 0 0 0 0,0 0 0 0 0,-1 0 0 0 0,1 0 0 0 0,0 0 0 0 0,0 0 0 0 0,0 0-1 0 0,0 0 1 0 0,0 0 0 0 0,-1 0 0 0 0,1 0 0 0 0,0 0 0 0 0,0 0 0 0 0,0-1 0 0 0,-1 1-1 0 0,1 0 1 0 0,0-1 0 0 0,1 0 0 0 0,-1 1 7 0 0,0 0 0 0 0,0 0 0 0 0,0-1 0 0 0,0 1 0 0 0,-1-1 0 0 0,1 1 0 0 0,0-1 1 0 0,0 1-1 0 0,0-1 0 0 0,0 0 0 0 0,0 1 0 0 0,-1-1 0 0 0,1 0 0 0 0,0 1 0 0 0,-1-1 0 0 0,1 0 0 0 0,0 0 0 0 0,-1 0 0 0 0,1 0 0 0 0,-1 0 0 0 0,1 0 0 0 0,0-1 0 0 0,-1 0-6 0 0,0 0-1 0 0,0 1 0 0 0,0-1 1 0 0,0 0-1 0 0,0 1 0 0 0,-1-1 1 0 0,1 0-1 0 0,0 1 0 0 0,-1-1 1 0 0,1 1-1 0 0,-1-1 0 0 0,-1-2 1 0 0,-2-3-24 0 0,0 0 0 0 0,-1 0 0 0 0,0 0 0 0 0,-8-8 0 0 0,5 7-21 0 0,0-1 0 0 0,-1 2 0 0 0,0-1 0 0 0,0 1 0 0 0,0 1 0 0 0,-1 0 0 0 0,-19-9 0 0 0,25 13 72 0 0,0 0 0 0 0,-1 1 0 0 0,1-1 1 0 0,-1 1-1 0 0,1 0 0 0 0,-1 1 0 0 0,0-1 0 0 0,1 1 0 0 0,-1 0 0 0 0,0 0 0 0 0,1 0 0 0 0,-1 1 0 0 0,0-1 0 0 0,1 1 0 0 0,-1 0 0 0 0,1 1 1 0 0,-1-1-1 0 0,1 1 0 0 0,-1 0 0 0 0,1 0 0 0 0,-6 4 0 0 0,1 1 132 0 0,1-1 0 0 0,0 1 1 0 0,0 1-1 0 0,1 0 0 0 0,0 0 0 0 0,-12 18 1 0 0,15-19-40 0 0,0 0-1 0 0,0 0 1 0 0,0 1 0 0 0,1 0 0 0 0,0 0 0 0 0,0 0 0 0 0,1 0 0 0 0,0 0-1 0 0,0 12 1 0 0,1-16-78 0 0,1 0 0 0 0,1-1 0 0 0,-1 1-1 0 0,1 0 1 0 0,-1-1 0 0 0,1 1 0 0 0,0-1-1 0 0,0 1 1 0 0,1 0 0 0 0,-1-1 0 0 0,1 0-1 0 0,-1 1 1 0 0,1-1 0 0 0,0 0 0 0 0,0 0 0 0 0,1 0-1 0 0,-1 0 1 0 0,1-1 0 0 0,-1 1 0 0 0,1 0-1 0 0,0-1 1 0 0,0 0 0 0 0,0 0 0 0 0,0 0-1 0 0,0 0 1 0 0,1 0 0 0 0,-1-1 0 0 0,6 3-1 0 0,0-2 89 0 0,-1 1 0 0 0,0-1 0 0 0,1 0 0 0 0,-1-1 0 0 0,1 0 0 0 0,0 0 0 0 0,-1-1 0 0 0,1 0 0 0 0,0-1 0 0 0,-1 0 0 0 0,12-2 0 0 0,-13 1-99 0 0,0-1 0 0 0,-1 0 0 0 0,1 0 0 0 0,-1 0 0 0 0,0-1 0 0 0,0 0 0 0 0,0 0 0 0 0,-1-1 0 0 0,1 1 0 0 0,-1-1 1 0 0,0 0-1 0 0,0-1 0 0 0,-1 1 0 0 0,7-10 0 0 0,4-10-415 0 0,-1 0-1 0 0,14-34 1 0 0,-21 42 273 0 0,17-37-680 0 0,31-105 0 0 0,-47 127 441 0 0,-1-1 1 0 0,-2 0-1 0 0,-1 0 1 0 0,-1-61-1 0 0,-3 90 322 0 0,-3-25-93 0 0,3 27 82 0 0,0 0-1 0 0,0 0 0 0 0,-1 0 1 0 0,1 0-1 0 0,-1 0 0 0 0,0 0 0 0 0,0 0 1 0 0,1 0-1 0 0,-1 1 0 0 0,0-1 0 0 0,-2-2 1 0 0,2 4 23 0 0,1-1 1 0 0,-1 1 0 0 0,1 0-1 0 0,-1 0 1 0 0,1-1 0 0 0,-1 1-1 0 0,1 0 1 0 0,-1 0 0 0 0,1 0-1 0 0,-1-1 1 0 0,1 1 0 0 0,-1 0-1 0 0,0 0 1 0 0,1 0 0 0 0,-1 0 0 0 0,1 0-1 0 0,-1 0 1 0 0,1 0 0 0 0,-1 1-1 0 0,1-1 1 0 0,-1 0 0 0 0,0 0-1 0 0,1 0 1 0 0,-1 0 0 0 0,1 1-1 0 0,-1-1 1 0 0,1 0 0 0 0,-1 1-1 0 0,1-1 1 0 0,0 0 0 0 0,-1 1-1 0 0,1-1 1 0 0,-1 0 0 0 0,1 1-1 0 0,0-1 1 0 0,-1 1 0 0 0,1-1-1 0 0,0 1 1 0 0,-1-1 0 0 0,1 1-1 0 0,-1 0 1 0 0,-12 23 271 0 0,2 6 249 0 0,1 0 0 0 0,1 1-1 0 0,2 0 1 0 0,-7 59-1 0 0,11-36 293 0 0,1-1 1 0 0,7 58-1 0 0,-2-84-273 0 0,10 48 1 0 0,-10-63-366 0 0,0-1 0 0 0,1 1 0 0 0,1-1 0 0 0,0 0 0 0 0,0-1 0 0 0,10 16 0 0 0,-14-24-156 0 0,0-1 0 0 0,0 0 0 0 0,0 0 0 0 0,0 0 0 0 0,0 0 0 0 0,0 0 0 0 0,0 0 0 0 0,0 0 0 0 0,0 0 0 0 0,0 0 0 0 0,1 0 0 0 0,-1-1 0 0 0,0 1 0 0 0,0 0 0 0 0,1-1 0 0 0,-1 1 0 0 0,1-1 0 0 0,-1 0 0 0 0,0 1 0 0 0,1-1 0 0 0,1 0 0 0 0,-1 0 15 0 0,0-1-1 0 0,0 1 1 0 0,0 0 0 0 0,-1-1-1 0 0,1 0 1 0 0,0 1-1 0 0,0-1 1 0 0,-1 0-1 0 0,1 0 1 0 0,0 0-1 0 0,-1 0 1 0 0,1 0-1 0 0,2-3 1 0 0,3-4-42 0 0,0 0 0 0 0,0-1 0 0 0,0 1 1 0 0,6-15-1 0 0,-11 21-70 0 0,49-80-930 0 0,-44 67 947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05.6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4 6553 0 0,'-7'-4'222'0'0,"7"8"-191"0"0,6 10 404 0 0,-1-6-273 0 0,1 0 0 0 0,0-1-1 0 0,1 1 1 0 0,0-1-1 0 0,0-1 1 0 0,0 1 0 0 0,14 8-1 0 0,-14-9-104 0 0,1 0-57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05.8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66 6553 0 0,'-2'-19'0'0'0,"2"8"0"0"0,0 2 0 0 0,0 4 241 0 0,-1 1-241 0 0,1 2 0 0 0,0 1 0 0 0,0-3-4 0 0,-2 1 4 0 0,2-1 0 0 0,2 1 0 0 0,-1 3 238 0 0,3 1-238 0 0,-2 5 237 0 0,3 1-237 0 0,-1 3 335 0 0,1 3-335 0 0,0 1 237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06.4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0 589 6553 0 0,'7'-6'349'0'0,"-6"-7"-160"0"0,-2 5-248 0 0,2-12 50 0 0,-1 19 13 0 0,1 0 0 0 0,-1 0 0 0 0,1 0 0 0 0,-1-1 0 0 0,1 1 0 0 0,0 0 0 0 0,0 0 0 0 0,-1 0 0 0 0,1 0 0 0 0,0 0 0 0 0,0 1 0 0 0,0-1 1 0 0,0 0-1 0 0,0 0 0 0 0,0 0 0 0 0,0 1 0 0 0,0-1 0 0 0,0 1 0 0 0,1-1 0 0 0,-1 1 0 0 0,0-1 0 0 0,0 1 0 0 0,1 0 0 0 0,0-1 0 0 0,0 1 76 0 0,11-5 50 0 0,0 1 1 0 0,-1-2-1 0 0,0 0 1 0 0,0 0-1 0 0,0-1 1 0 0,13-11-1 0 0,-19 14-143 0 0,-1-1 1 0 0,0 0-1 0 0,0 0 1 0 0,-1 0-1 0 0,0-1 1 0 0,1 1-1 0 0,-2-1 0 0 0,1 0 1 0 0,-1 0-1 0 0,0-1 1 0 0,0 1-1 0 0,-1-1 1 0 0,1 1-1 0 0,0-8 0 0 0,0-6-18 0 0,0 0-1 0 0,-2 0 1 0 0,0 0-1 0 0,-1 0 1 0 0,-2 1-1 0 0,-5-35 1 0 0,0 22-23 0 0,-1 0 0 0 0,-2 1 0 0 0,-18-41 0 0 0,26 68 47 0 0,1 2 4 0 0,0-1-1 0 0,0 1 1 0 0,0-1 0 0 0,0 1-1 0 0,-1-1 1 0 0,1 1 0 0 0,-1 0 0 0 0,1 0-1 0 0,-1 0 1 0 0,0 0 0 0 0,0 0-1 0 0,-4-3 1 0 0,6 5 6 0 0,-1 0-1 0 0,1-1 1 0 0,-1 1 0 0 0,1 0 0 0 0,0 0-1 0 0,-1 1 1 0 0,1-1 0 0 0,-1 0 0 0 0,1 0-1 0 0,0 0 1 0 0,-1 0 0 0 0,1 0 0 0 0,-1 0-1 0 0,1 0 1 0 0,0 1 0 0 0,-1-1 0 0 0,1 0-1 0 0,0 0 1 0 0,-1 1 0 0 0,1-1 0 0 0,0 0-1 0 0,-1 0 1 0 0,1 1 0 0 0,0-1-1 0 0,0 0 1 0 0,-1 1 0 0 0,1-1 0 0 0,0 0-1 0 0,0 1 1 0 0,-1-1 0 0 0,1 0 0 0 0,0 1-1 0 0,0-1 1 0 0,0 1 0 0 0,0 0 0 0 0,-5 15 220 0 0,5-16-220 0 0,-3 26 447 0 0,2-1 0 0 0,0 1 1 0 0,2-1-1 0 0,3 31 0 0 0,1 6 348 0 0,-3-19-160 0 0,11 321 4455 0 0,-28 1-295 0 0,13-326-4265 0 0,2-32-533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06.8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0 815 6553 0 0,'2'-4'0'0'0,"-2"2"0"0"0,1-1 0 0 0,0 1 0 0 0,0 0 0 0 0,0 0 0 0 0,0 0 0 0 0,0 0 0 0 0,1 0 0 0 0,-1 0 0 0 0,0 0 0 0 0,1 0 0 0 0,0 0 0 0 0,-1 1 0 0 0,1-1 0 0 0,0 0 0 0 0,0 1 0 0 0,0 0 0 0 0,0-1 0 0 0,0 1 0 0 0,0 0 0 0 0,0 0 0 0 0,5-1 0 0 0,104-40 0 0 0,-84 31 0 0 0,-9 4 0 0 0,-1-1 0 0 0,-1 0 0 0 0,0-1 0 0 0,0-1 0 0 0,-1 0 0 0 0,0-1 0 0 0,0-1 0 0 0,-2 0 0 0 0,1-1 0 0 0,-2-1 0 0 0,1 0 0 0 0,-2 0 0 0 0,0-1 0 0 0,-1-1 0 0 0,0 1 0 0 0,10-25 0 0 0,48-146 0 0 0,-11 29 0 0 0,-49 135 0 0 0,2-3 0 0 0,0 0 0 0 0,28-46 0 0 0,-33 66-5 0 0,-2 10 19 0 0,-3 11 261 0 0,-7 17 421 0 0,-2-1 0 0 0,-14 35 1 0 0,-1 4 606 0 0,-44 184 2492 0 0,55-190-1991 0 0,-9 131 1 0 0,21-139-462 0 0,6 67 1 0 0,-1-91-697 0 0,1 0 0 0 0,2 0 0 0 0,15 45 0 0 0,-13-49-283 0 0,-5-18-308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07.0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84 6553 0 0,'0'-2'2'0'0,"1"0"-1"0"0,-1 0 0 0 0,1-1 1 0 0,-1 1-1 0 0,1 0 0 0 0,0 0 1 0 0,0 0-1 0 0,0 0 0 0 0,0 0 1 0 0,0 1-1 0 0,1-1 0 0 0,-1 0 1 0 0,0 0-1 0 0,1 1 0 0 0,-1-1 1 0 0,1 1-1 0 0,0-1 0 0 0,-1 1 1 0 0,1 0-1 0 0,0 0 0 0 0,0-1 1 0 0,0 1-1 0 0,0 1 0 0 0,0-1 1 0 0,0 0-1 0 0,0 0 0 0 0,0 1 1 0 0,1-1-1 0 0,2 1 0 0 0,49-13 1063 0 0,0 3-1 0 0,0 2 1 0 0,1 2-1 0 0,0 3 1 0 0,104 8-1 0 0,-127 0-942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07.20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1 139 6553 0 0,'0'-14'0'0'0,"0"6"0"0"0,1 3 0 0 0,1 0 0 0 0,0 1 0 0 0,0 3 0 0 0,1-3 0 0 0,1-1 0 0 0,1-4 0 0 0,4-4 0 0 0,1-2 0 0 0,-1 0 0 0 0,2 3 0 0 0,-4 1 0 0 0,2 4 0 0 0,-9-3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41.7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1044 185 6553 0 0,'-2'-9'68'0'0,"0"0"0"0"0,0 0-1 0 0,-1 0 1 0 0,0 0-1 0 0,0 1 1 0 0,-10-17 0 0 0,11 22-56 0 0,0-1 1 0 0,-1 1 0 0 0,0-1-1 0 0,1 1 1 0 0,-1 0 0 0 0,0 0-1 0 0,0 1 1 0 0,-1-1 0 0 0,1 0-1 0 0,-1 1 1 0 0,1 0 0 0 0,-1 0-1 0 0,0 0 1 0 0,0 0 0 0 0,1 1-1 0 0,-1 0 1 0 0,-7-2 0 0 0,5 2 104 0 0,-1 0-1 0 0,0 1 1 0 0,0 0 0 0 0,0 0 0 0 0,0 1-1 0 0,-12 2 1 0 0,-42 15 791 0 0,9-3 24 0 0,-172 39 2459 0 0,192-46-2890 0 0,0 2 0 0 0,1 1 0 0 0,1 1 0 0 0,0 2 0 0 0,0 1 0 0 0,1 1-1 0 0,1 2 1 0 0,1 0 0 0 0,1 2 0 0 0,1 1 0 0 0,0 1 0 0 0,-23 27 0 0 0,35-34-191 0 0,0 0 1 0 0,0 0 0 0 0,1 1-1 0 0,1 1 1 0 0,1 0 0 0 0,1 0-1 0 0,-9 20 1 0 0,8-10 145 0 0,-31 98 1111 0 0,38-111-1535 0 0,0 0-1 0 0,1 0 1 0 0,1 0-1 0 0,0 0 1 0 0,1 1-1 0 0,0-1 1 0 0,3 17-1 0 0,-1-24-31 0 0,0 1 0 0 0,1-1 0 0 0,0 1 0 0 0,0-1 0 0 0,0 0 0 0 0,1 0 0 0 0,0 0 0 0 0,1 0 0 0 0,0-1 0 0 0,0 1 0 0 0,0-1 0 0 0,0-1 0 0 0,1 1 0 0 0,0-1 0 0 0,0 0 0 0 0,1 0 0 0 0,0-1 0 0 0,-1 0 0 0 0,1 0 0 0 0,12 4 0 0 0,32 12 0 0 0,93 20 0 0 0,-112-34 0 0 0,44 0 0 0 0,-20-1 0 0 0,-41-4 0 0 0,184 24 0 0 0,-151-15 0 0 0,27 3 0 0 0,-27-5 0 0 0,-30-4 0 0 0,28 1 0 0 0,39-3 0 0 0,156-19 0 0 0,-63-3 0 0 0,107-5 0 0 0,-255 22 0 0 0,0-1 0 0 0,-1-2 0 0 0,40-13 0 0 0,33-7 0 0 0,-70 21 0 0 0,1 1 0 0 0,42 1 0 0 0,11 6 0 0 0,-72-3 0 0 0,-1 0 0 0 0,1-1 0 0 0,-1-1 0 0 0,1 0 0 0 0,12-4 0 0 0,64-23 0 0 0,-43 12-331 0 0,71-35-1 0 0,-86 37 240 0 0,-25 12-40 0 0,1 0-1 0 0,-1 0 1 0 0,0-1-1 0 0,-1 0 1 0 0,1 0 0 0 0,11-10-1 0 0,-16 11 67 0 0,0 0-1 0 0,1 0 1 0 0,-1 0 0 0 0,0-1-1 0 0,0 1 1 0 0,-1-1-1 0 0,1 1 1 0 0,-1-1-1 0 0,0 0 1 0 0,0 0-1 0 0,0 0 1 0 0,0 1-1 0 0,-1-1 1 0 0,1 0 0 0 0,-1 0-1 0 0,0 0 1 0 0,0 0-1 0 0,-2-7 1 0 0,0-2-168 0 0,-1 0-1 0 0,0 0 1 0 0,-1 0 0 0 0,-6-14 0 0 0,-9-13-807 0 0,-27-44 0 0 0,7 14 8 0 0,26 48 637 0 0,-1 1 0 0 0,-1 0 0 0 0,0 1 1 0 0,-2 0-1 0 0,0 2 0 0 0,-1 0 1 0 0,-1 0-1 0 0,-1 2 0 0 0,0 1 1 0 0,-1 0-1 0 0,-28-14 0 0 0,-23-12-910 0 0,14 6-353 0 0,-96-41 0 0 0,109 61 2260 0 0,-1 1 0 0 0,0 3 0 0 0,0 1 0 0 0,-1 3 0 0 0,0 1 0 0 0,-68 2 0 0 0,-77 13 2207 0 0,-90 22 977 0 0,264-29-3514 0 0,-88 7 1298 0 0,37-4-695 0 0,60-5-706 0 0,-1 0 0 0 0,1 0 0 0 0,-14-3 0 0 0,-15-1 638 0 0,34 4-721 0 0,0 1 1 0 0,-1-1-1 0 0,1 1 0 0 0,0 0 0 0 0,0 0 0 0 0,0 0 1 0 0,0 0-1 0 0,0 1 0 0 0,0-1 0 0 0,-7 5 0 0 0,10-5-65 0 0,-1 0 0 0 0,1 0 0 0 0,0 0 0 0 0,-1 0 0 0 0,1 1 0 0 0,0-1 0 0 0,0 0 0 0 0,0 0 0 0 0,0 1 0 0 0,0-1 0 0 0,0 1 0 0 0,0-1 0 0 0,0 1 0 0 0,1-1 0 0 0,-1 1 0 0 0,1-1 0 0 0,-1 1 0 0 0,1 0 0 0 0,-1-1 0 0 0,1 1 0 0 0,0 0 0 0 0,0-1 0 0 0,0 1 0 0 0,0 0 0 0 0,0-1 0 0 0,0 1 0 0 0,0 0 0 0 0,1-1 0 0 0,0 3 0 0 0,1 6 54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49.1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1181 6553 0 0,'0'-3'23'0'0,"0"1"-1"0"0,0 0 1 0 0,1-1-1 0 0,0 1 1 0 0,-1-1 0 0 0,1 1-1 0 0,0 0 1 0 0,0 0-1 0 0,0 0 1 0 0,0-1-1 0 0,1 1 1 0 0,-1 0-1 0 0,0 0 1 0 0,1 1-1 0 0,2-3 1 0 0,4-4 18 0 0,0 1 1 0 0,11-8-1 0 0,1-1-80 0 0,153-153-55 0 0,10-9-5 0 0,-87 93 53 0 0,-27 26-21 0 0,114-126-1 0 0,-123 111 32 0 0,62-101 0 0 0,-39 61 36 0 0,-58 82 0 0 0,-5 8 0 0 0,-19 22 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49.5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18 208 6553 0 0,'-1'-1'16'0'0,"0"1"-1"0"0,0-1 0 0 0,0 1 0 0 0,0-1 0 0 0,0 0 1 0 0,0 1-1 0 0,0-1 0 0 0,0 0 0 0 0,0 1 0 0 0,0-1 0 0 0,1 0 1 0 0,-1 0-1 0 0,0 0 0 0 0,1 0 0 0 0,-1 0 0 0 0,1 0 1 0 0,-1 0-1 0 0,1 0 0 0 0,-1 0 0 0 0,1 0 0 0 0,-1 0 1 0 0,1 0-1 0 0,0 0 0 0 0,0 0 0 0 0,0-1 0 0 0,0 1 1 0 0,0 0-1 0 0,0 0 0 0 0,0 0 0 0 0,0 0 0 0 0,0 0 0 0 0,0 0 1 0 0,1-2-1 0 0,-1 1-18 0 0,1 1 0 0 0,0-1-1 0 0,0 0 1 0 0,0 0 0 0 0,0 1 0 0 0,0-1 0 0 0,1 1 0 0 0,-1-1-1 0 0,0 1 1 0 0,1-1 0 0 0,-1 1 0 0 0,1 0 0 0 0,-1 0 0 0 0,1 0 0 0 0,0 0-1 0 0,-1 0 1 0 0,1 0 0 0 0,3-1 0 0 0,8-1 183 0 0,-1 0 1 0 0,1 1-1 0 0,24-1 1 0 0,-23 2 140 0 0,1 0 0 0 0,24-6 0 0 0,84-38 1329 0 0,-30 8-1906 0 0,-46 17 371 0 0,-36 14 111 0 0,0 1 0 0 0,0 1 0 0 0,20-6 0 0 0,-30 10-224 0 0,-1 0 0 0 0,1-1-1 0 0,-1 1 1 0 0,0 0 0 0 0,1 0 0 0 0,-1 0-1 0 0,1 0 1 0 0,-1 0 0 0 0,1 0-1 0 0,-1 0 1 0 0,1 0 0 0 0,-1 0-1 0 0,0 0 1 0 0,1 0 0 0 0,-1 1 0 0 0,1-1-1 0 0,-1 0 1 0 0,1 0 0 0 0,-1 0-1 0 0,0 0 1 0 0,1 1 0 0 0,-1-1-1 0 0,1 0 1 0 0,-1 0 0 0 0,0 1-1 0 0,1-1 1 0 0,-1 0 0 0 0,0 1 0 0 0,0-1-1 0 0,1 0 1 0 0,-1 1 0 0 0,1 0 15 0 0,-1 0 1 0 0,0 0 0 0 0,0 1 0 0 0,0-1 0 0 0,0 0-1 0 0,0 0 1 0 0,0 0 0 0 0,0 0 0 0 0,0 0-1 0 0,0 0 1 0 0,0 0 0 0 0,-1 2 0 0 0,0 2 71 0 0,-1 0-1 0 0,0 1 1 0 0,0-1 0 0 0,-3 5 0 0 0,-14 22 333 0 0,-19 30 488 0 0,-12 24 296 0 0,28-47-681 0 0,3 0-12 0 0,17-35-452 0 0,1 0 1 0 0,0 0 0 0 0,0 0-1 0 0,0-1 1 0 0,0 1 0 0 0,1 0 0 0 0,-1 0-1 0 0,1 8 1 0 0,1-10-30 0 0,-1-1 0 0 0,1 1 0 0 0,-1 0 0 0 0,1 0 0 0 0,0 0 0 0 0,0-1 0 0 0,0 1 0 0 0,0 0 0 0 0,1 1 0 0 0,0-1-44 0 0,3 7 12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50.9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1149 6553 0 0,'-10'3'115'0'0,"8"-4"102"0"0,12-8 114 0 0,-4 5-416 0 0,54-54 41 0 0,-10 9 6 0 0,18-11-1 0 0,244-233-171 0 0,-240 215 173 0 0,171-181-121 0 0,19 18 106 0 0,-230 215 52 0 0,-22 15 0 0 0,1 2 0 0 0,1-1 0 0 0,0 2 0 0 0,0 0 0 0 0,0 0 0 0 0,26-11 0 0 0,-29 19 217 0 0,-9 0-207 0 0,0 0 1 0 0,0 0-1 0 0,0 0 1 0 0,0 1-1 0 0,0-1 0 0 0,0 0 1 0 0,0 0-1 0 0,0 1 0 0 0,0-1 1 0 0,0 0-1 0 0,0 0 1 0 0,0 0-1 0 0,0 1 0 0 0,0-1 1 0 0,0 0-1 0 0,0 0 1 0 0,0 1-1 0 0,0-1 0 0 0,0 0 1 0 0,0 0-1 0 0,0 1 1 0 0,0-1-1 0 0,0 0 0 0 0,0 0 1 0 0,0 0-1 0 0,0 1 0 0 0,-1-1 1 0 0,1 0-1 0 0,0 0 1 0 0,0 0-1 0 0,0 0 0 0 0,0 1 1 0 0,-1-1-1 0 0,1 0 1 0 0,-3 4-11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51.4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45 199 6553 0 0,'-3'-3'92'0'0,"0"0"-1"0"0,-1 1 0 0 0,1 0 0 0 0,-1 0 0 0 0,0 0 0 0 0,0 0 0 0 0,0 0 1 0 0,-7-1-1 0 0,10 2-50 0 0,-3-1 122 0 0,12 1 33 0 0,10 2 139 0 0,0-1-1 0 0,0-1 1 0 0,31-6-1 0 0,1-9 723 0 0,-1-2 0 0 0,79-40 0 0 0,-74 31-1375 0 0,-27 14 110 0 0,-5 3 462 0 0,26-11 0 0 0,-45 21-214 0 0,0-1 0 0 0,0 0 0 0 0,0 1 0 0 0,0-1 0 0 0,0 1 0 0 0,0 0 1 0 0,4 0-1 0 0,-6 0-32 0 0,0 0 1 0 0,0 0 0 0 0,0 0 0 0 0,0 1 0 0 0,0-1-1 0 0,0 0 1 0 0,0 1 0 0 0,0-1 0 0 0,0 0 0 0 0,0 1 0 0 0,0-1-1 0 0,0 1 1 0 0,0 0 0 0 0,0-1 0 0 0,0 1 0 0 0,0 0-1 0 0,0-1 1 0 0,-1 1 0 0 0,1 0 0 0 0,0 0 0 0 0,0 1-1 0 0,-1 0 23 0 0,0-1 0 0 0,0 1 0 0 0,-1-1 0 0 0,1 1 0 0 0,-1-1 0 0 0,1 1 0 0 0,-1-1 0 0 0,0 1 0 0 0,0-1 0 0 0,1 0 0 0 0,-1 1 0 0 0,0-1 0 0 0,-2 2 0 0 0,0 2-50 0 0,-6 9 357 0 0,-16 20 0 0 0,15-21-18 0 0,-16 27 0 0 0,-19 35 633 0 0,6-12-244 0 0,25-39-321 0 0,-43 82 865 0 0,46-85-1189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52.1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36 913 6553 0 0,'-5'0'124'0'0,"-15"-1"151"0"0,20 1-272 0 0,-1 0-1 0 0,1 0 1 0 0,-1 0-1 0 0,1 0 1 0 0,-1 0 0 0 0,1 0-1 0 0,-1-1 1 0 0,1 1-1 0 0,0 0 1 0 0,-1 0-1 0 0,1 0 1 0 0,-1-1-1 0 0,1 1 1 0 0,0 0 0 0 0,-1 0-1 0 0,1-1 1 0 0,0 1-1 0 0,-1 0 1 0 0,1-1-1 0 0,0 1 1 0 0,-1-1-1 0 0,1 1 1 0 0,0 0 0 0 0,0-1-1 0 0,0 1 1 0 0,-1-1-1 0 0,1 1 1 0 0,0 0-1 0 0,0-1 1 0 0,0 1-1 0 0,0-2 1 0 0,1 0 56 0 0,1 0 0 0 0,-1 0 1 0 0,1 1-1 0 0,0-1 0 0 0,0 0 0 0 0,0 0 1 0 0,0 1-1 0 0,0 0 0 0 0,4-3 0 0 0,1 0 113 0 0,79-67-352 0 0,109-117 1 0 0,-129 120 97 0 0,116-120-201 0 0,-65 65 119 0 0,-56 61 21 0 0,89-70 0 0 0,-96 92 72 0 0,-45 33 71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52.4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49 149 6553 0 0,'-49'5'821'0'0,"86"-19"-241"0"0,60-13 818 0 0,-18 5-1067 0 0,91-37 0 0 0,-150 50-285 0 0,-13 5 5 0 0,-1 1 1 0 0,1 0 0 0 0,0 0-1 0 0,0 1 1 0 0,0 0 0 0 0,0 0-1 0 0,13-1 1 0 0,-20 3-50 0 0,1 0-1 0 0,-1 0 1 0 0,0 0 0 0 0,0 0 0 0 0,1 0 0 0 0,-1 0-1 0 0,0 0 1 0 0,0 0 0 0 0,0 0 0 0 0,1 0-1 0 0,-1 0 1 0 0,0 0 0 0 0,0 0 0 0 0,0 0 0 0 0,1 0-1 0 0,-1 0 1 0 0,0 1 0 0 0,0-1 0 0 0,0 0-1 0 0,0 0 1 0 0,1 0 0 0 0,-1 0 0 0 0,0 0 0 0 0,0 1-1 0 0,0-1 1 0 0,0 0 0 0 0,0 0 0 0 0,0 0-1 0 0,0 1 1 0 0,1-1 0 0 0,-1 0 0 0 0,0 0 0 0 0,0 0-1 0 0,0 1 1 0 0,0-1 0 0 0,0 0 0 0 0,0 0-1 0 0,0 0 1 0 0,0 1 0 0 0,0-1 0 0 0,0 0 0 0 0,0 0-1 0 0,0 0 1 0 0,0 1 0 0 0,0-1 0 0 0,0 0-1 0 0,0 0 1 0 0,0 0 0 0 0,-1 1 0 0 0,1-1 0 0 0,0 0-1 0 0,0 0 1 0 0,0 0 0 0 0,0 1 0 0 0,0-1-1 0 0,0 0 1 0 0,-1 0 0 0 0,-8 14 170 0 0,7-12-137 0 0,-71 91 1402 0 0,3-2-92 0 0,57-73-956 0 0,1 1 0 0 0,1 1 0 0 0,-10 24 0 0 0,13-25-389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53.3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19 938 6553 0 0,'-2'0'21'0'0,"1"0"-1"0"0,0 1 1 0 0,0-1-1 0 0,0 0 1 0 0,0 0-1 0 0,-1 0 1 0 0,1 0-1 0 0,0-1 1 0 0,0 1-1 0 0,0 0 1 0 0,0 0-1 0 0,-2-1 1 0 0,3 1-14 0 0,0 0 1 0 0,0 0-1 0 0,0-1 1 0 0,0 1-1 0 0,0 0 1 0 0,-1 0-1 0 0,1 0 0 0 0,0 0 1 0 0,0-1-1 0 0,0 1 1 0 0,0 0-1 0 0,0 0 1 0 0,0 0-1 0 0,0-1 1 0 0,0 1-1 0 0,0 0 1 0 0,0 0-1 0 0,0 0 1 0 0,0-1-1 0 0,0 1 0 0 0,0 0 1 0 0,0 0-1 0 0,0 0 1 0 0,0-1-1 0 0,0 1 1 0 0,0 0-1 0 0,0 0 1 0 0,0 0-1 0 0,0-1 1 0 0,0 1-1 0 0,0 0 1 0 0,11-14 321 0 0,19-13-96 0 0,37-25 1 0 0,-6 5-339 0 0,218-206-325 0 0,-64 63 112 0 0,12 17 19 0 0,-226 172 298 0 0,196-153-148 0 0,-196 153 149 0 0,0 1 0 0 0,-1-1 0 0 0,1 1 0 0 0,-1-1 0 0 0,1 0 0 0 0,0 1 0 0 0,-1-1 0 0 0,1 0 0 0 0,-1 0 0 0 0,1 1 0 0 0,-1-1 0 0 0,0 0 0 0 0,1 0 0 0 0,-1 0 0 0 0,0 0 0 0 0,1-1 0 0 0,-3-4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53.7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90 283 6553 0 0,'-56'23'961'0'0,"49"-20"-746"0"0,4-2-149 0 0,1 0-1 0 0,-1 0 0 0 0,1 1 1 0 0,-1-1-1 0 0,1 1 0 0 0,-1 0 1 0 0,1-1-1 0 0,-4 6 0 0 0,7-7 3 0 0,1 0 0 0 0,0 1-1 0 0,-1-1 1 0 0,1 0 0 0 0,0 0 0 0 0,-1 0-1 0 0,1 0 1 0 0,0 0 0 0 0,-1 0-1 0 0,4-1 1 0 0,34-9 500 0 0,0-1 0 0 0,39-18 0 0 0,71-41-1082 0 0,0-22-116 0 0,-98 59 295 0 0,71-36 1 0 0,-118 67 317 0 0,1 0-1 0 0,0 0 1 0 0,0 0 0 0 0,0 1 0 0 0,0 0-1 0 0,8-1 1 0 0,-12 2 26 0 0,-1 0 0 0 0,1 0 0 0 0,0 0 1 0 0,0 0-1 0 0,-1 0 0 0 0,1 0 0 0 0,0 0 0 0 0,0 1 0 0 0,-1-1 1 0 0,1 0-1 0 0,0 0 0 0 0,0 1 0 0 0,-1-1 0 0 0,1 0 0 0 0,0 1 0 0 0,-1-1 1 0 0,1 1-1 0 0,0-1 0 0 0,-1 1 0 0 0,1 0 0 0 0,0 0 11 0 0,-1 0-1 0 0,0 0 1 0 0,1 0 0 0 0,-1 0-1 0 0,0 0 1 0 0,0 0-1 0 0,0 0 1 0 0,1 0 0 0 0,-1 0-1 0 0,0 0 1 0 0,0 0-1 0 0,-1 0 1 0 0,1 0 0 0 0,0 0-1 0 0,0 0 1 0 0,0 0-1 0 0,-1 0 1 0 0,1 0 0 0 0,-1 1-1 0 0,-7 15 324 0 0,-1 0-1 0 0,-1-1 0 0 0,0 0 1 0 0,-1-1-1 0 0,-25 28 1 0 0,10-13 236 0 0,-32 44 1156 0 0,-55 94 1 0 0,104-152-1391 0 0,1 0-1 0 0,-9 25 0 0 0,10-16-25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55.6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0 871 6553 0 0,'22'-13'0'0'0,"33"-19"0"0"0,-2-2 0 0 0,83-70 0 0 0,84-99 0 0 0,-138 125 0 0 0,-56 54 0 0 0,169-155 0 0 0,-140 134 0 0 0,104-66 0 0 0,-140 100 0 0 0,34-20 0 0 0,-38 25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56.0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82 76 6553 0 0,'-26'-5'785'0'0,"15"3"-646"0"0,0 0 0 0 0,-15 0 0 0 0,19 1-12 0 0,8-2 65 0 0,15-2 50 0 0,214-23 3328 0 0,-108 10-2885 0 0,-110 17-676 0 0,80-7 678 0 0,-83 8-575 0 0,0 0-1 0 0,1 1 1 0 0,-1 0 0 0 0,1 1 0 0 0,-1 0 0 0 0,0 0 0 0 0,15 6-1 0 0,-23-7-98 0 0,0-1-1 0 0,0 1 0 0 0,-1-1 0 0 0,1 1 0 0 0,0-1 0 0 0,0 1 0 0 0,0 0 0 0 0,0-1 0 0 0,-1 1 0 0 0,1 0 0 0 0,0 0 0 0 0,0 0 0 0 0,-1 0 0 0 0,1-1 1 0 0,-1 1-1 0 0,1 0 0 0 0,-1 0 0 0 0,1 0 0 0 0,-1 0 0 0 0,0 0 0 0 0,1 0 0 0 0,-1 0 0 0 0,0 1 0 0 0,0-1 0 0 0,0 0 0 0 0,0 0 0 0 0,0 0 0 0 0,0 0 1 0 0,0 0-1 0 0,0 0 0 0 0,0 0 0 0 0,0 0 0 0 0,-1 0 0 0 0,1 0 0 0 0,-1 2 0 0 0,-2 4 56 0 0,0-1 1 0 0,0 0-1 0 0,-1 0 1 0 0,-5 8-1 0 0,6-8-11 0 0,-94 117 1563 0 0,2-2-176 0 0,71-85-1128 0 0,-1 1 123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12.2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13 536 6553 0 0,'-4'-17'0'0'0,"1"2"0"0"0,-3-25 0 0 0,6 34 0 0 0,0 0 0 0 0,1 0 0 0 0,-1 0 0 0 0,1 0 0 0 0,0 0 0 0 0,1 0 0 0 0,2-7 0 0 0,2-3 0 0 0,1 1 0 0 0,0 0 0 0 0,1 1 0 0 0,0 0 0 0 0,2 0 0 0 0,18-21 0 0 0,-13 19 0 0 0,1 0 0 0 0,1 1 0 0 0,1 1 0 0 0,24-16 0 0 0,4 4 0 0 0,1 2 0 0 0,1 2 0 0 0,73-23 0 0 0,-54 23-49 0 0,101-19 0 0 0,-134 35 253 0 0,1 2 0 0 0,-1 1 0 0 0,1 1 0 0 0,0 3 1 0 0,35 4-1 0 0,-47-1 240 0 0,0 1 0 0 0,-1 1 0 0 0,1 1 0 0 0,-1 1 0 0 0,-1 1 0 0 0,38 21 0 0 0,-28-11 266 0 0,0 2 0 0 0,-1 1-1 0 0,43 41 1 0 0,-51-40-137 0 0,-1 1-1 0 0,-1 0 0 0 0,-1 2 0 0 0,-1 0 0 0 0,-2 1 0 0 0,18 37 0 0 0,-16-22 382 0 0,-1 1-1 0 0,-3 1 0 0 0,16 76 0 0 0,-30-117-895 0 0,55 253 2833 0 0,-39-198-2830 0 0,2-1-1 0 0,35 75 0 0 0,-42-110-60 0 0,1-1 0 0 0,1 0 0 0 0,1-1 0 0 0,20 23 0 0 0,0-7 0 0 0,40 35 0 0 0,14 9 0 0 0,105 122 0 0 0,-183-190 0 0 0,-1-1 0 0 0,2 0 0 0 0,0-1 0 0 0,0 0 0 0 0,22 14 0 0 0,-29-22 2 0 0,-1-1-1 0 0,0 0 1 0 0,1 1 0 0 0,-1-1-1 0 0,1-1 1 0 0,-1 1-1 0 0,1 0 1 0 0,-1-1-1 0 0,1 1 1 0 0,-1-1-1 0 0,1 0 1 0 0,0-1 0 0 0,-1 1-1 0 0,1 0 1 0 0,-1-1-1 0 0,1 0 1 0 0,5-2-1 0 0,5-2-71 0 0,0-1 0 0 0,25-15 0 0 0,-18 9-325 0 0,24-14-133 0 0,-63 39 564 0 0,0 0 0 0 0,-23 25 1 0 0,14-12-4 0 0,15-16-18 0 0,2 1 0 0 0,-1 1 0 0 0,1 0 0 0 0,1 0 0 0 0,0 1 0 0 0,1 0 1 0 0,0 1-1 0 0,1-1 0 0 0,1 1 0 0 0,-5 16 0 0 0,8-20-5 0 0,0 0 1 0 0,1 0-1 0 0,0 1 0 0 0,0-1 1 0 0,2 1-1 0 0,-1-1 0 0 0,1 1 1 0 0,1-1-1 0 0,0 1 0 0 0,0-1 1 0 0,1 1-1 0 0,0-1 0 0 0,1 0 1 0 0,0 0-1 0 0,7 15 0 0 0,-1-8 15 0 0,1-1-1 0 0,0 0 0 0 0,1-1 0 0 0,23 27 0 0 0,61 48 96 0 0,-36-37-53 0 0,-37-30-50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12.63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80 6553 0 0,'-4'-68'0'0'0,"4"67"3"0"0,1 1 0 0 0,-1-1 0 0 0,0 0 0 0 0,1 1 0 0 0,-1-1 0 0 0,0 1 0 0 0,1-1-1 0 0,-1 1 1 0 0,1-1 0 0 0,-1 1 0 0 0,1-1 0 0 0,-1 1 0 0 0,1-1 0 0 0,-1 1 0 0 0,1 0-1 0 0,-1-1 1 0 0,1 1 0 0 0,0 0 0 0 0,-1 0 0 0 0,1-1 0 0 0,-1 1 0 0 0,1 0 0 0 0,0 0-1 0 0,-1 0 1 0 0,1 0 0 0 0,0 0 0 0 0,-1 0 0 0 0,2 0 0 0 0,20-1 274 0 0,1 3 174 0 0,0 2-1 0 0,0 1 1 0 0,-1 1 0 0 0,24 9 0 0 0,20 5 349 0 0,10-2 1400 0 0,134 13 1 0 0,79-16 1904 0 0,-198-10-2954 0 0,-33-2 156 0 0,68-4-1 0 0,-112-1-1029 0 0,0 1-1 0 0,0-2 0 0 0,-1 0 0 0 0,27-9 0 0 0,-36 10-319 0 0,0 0 0 0 0,1 0 1 0 0,-1 0-1 0 0,0 0 0 0 0,0-1 0 0 0,0 0 0 0 0,0 0 1 0 0,0 0-1 0 0,-1 0 0 0 0,0 0 0 0 0,1-1 0 0 0,-1 0 1 0 0,0 1-1 0 0,-1-1 0 0 0,1 0 0 0 0,-1-1 0 0 0,4-7 1 0 0,-3-3-83 0 0,-4-3-68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12.8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228 71 6553 0 0,'-2'-10'0'0'0,"1"3"0"0"0,-1 0 0 0 0,0 0 0 0 0,0 0 0 0 0,0 0 0 0 0,-6-10 0 0 0,7 16 6 0 0,1 0 0 0 0,-1 1-1 0 0,1-1 1 0 0,-1 1-1 0 0,1-1 1 0 0,-1 1-1 0 0,1-1 1 0 0,-1 1-1 0 0,1-1 1 0 0,-1 1 0 0 0,0 0-1 0 0,1-1 1 0 0,-1 1-1 0 0,0 0 1 0 0,0 0-1 0 0,1-1 1 0 0,-1 1-1 0 0,0 0 1 0 0,1 0 0 0 0,-1 0-1 0 0,0 0 1 0 0,0 0-1 0 0,1 0 1 0 0,-1 0-1 0 0,0 0 1 0 0,0 0-1 0 0,1 0 1 0 0,-2 1 0 0 0,1-1 20 0 0,-1 1 1 0 0,1-1 0 0 0,0 1 0 0 0,0-1 0 0 0,0 1-1 0 0,0 0 1 0 0,0 0 0 0 0,-1-1 0 0 0,1 1 0 0 0,1 0 0 0 0,-1 0-1 0 0,0 0 1 0 0,0 0 0 0 0,-1 2 0 0 0,-1 2 70 0 0,1 0 0 0 0,0 1-1 0 0,1-1 1 0 0,-1 1 0 0 0,1-1 0 0 0,0 1 0 0 0,0 9 0 0 0,1 42 695 0 0,1-45-540 0 0,27 250 3380 0 0,-3-65-529 0 0,-21-149-2225 0 0,-3 0 1 0 0,-5 55-1 0 0,-2-58 238 0 0,-2 0-1 0 0,-2-1 0 0 0,-25 71 0 0 0,-66 122 620 0 0,47-125-1662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24.5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113 102 6553 0 0,'-13'-17'44'0'0,"-1"1"-1"0"0,-1 0 0 0 0,0 0 1 0 0,-21-15-1 0 0,35 30-45 0 0,0 1 0 0 0,1-1 1 0 0,-1 1-1 0 0,0-1 0 0 0,0 1 1 0 0,0 0-1 0 0,1-1 0 0 0,-1 1 0 0 0,0 0 1 0 0,0-1-1 0 0,0 1 0 0 0,-1 0 0 0 0,1 0 11 0 0,1 0 0 0 0,0 0-1 0 0,-1 0 1 0 0,1 0-1 0 0,0 0 1 0 0,0 0-1 0 0,-1 1 1 0 0,1-1 0 0 0,0 0-1 0 0,-1 0 1 0 0,1 0-1 0 0,0 0 1 0 0,0 0 0 0 0,0 1-1 0 0,-1-1 1 0 0,1 0-1 0 0,0 0 1 0 0,0 0-1 0 0,0 1 1 0 0,-1-1 0 0 0,1 0-1 0 0,0 0 1 0 0,0 1-1 0 0,0-1 1 0 0,0 1 0 0 0,-1 0 29 0 0,1 0 0 0 0,0 0-1 0 0,0 1 1 0 0,0-1 0 0 0,0 0 0 0 0,0 1 0 0 0,0-1 0 0 0,0 0 0 0 0,0 1 0 0 0,0-1 0 0 0,1 0 0 0 0,-1 1 0 0 0,0-1 0 0 0,1 1 0 0 0,4 6 138 0 0,-1 0 0 0 0,1 0 0 0 0,0-1 0 0 0,10 11 0 0 0,-5-5 71 0 0,-6-9-103 0 0,1 0 0 0 0,-1 0-1 0 0,0 0 1 0 0,1-1 0 0 0,0 1-1 0 0,0-1 1 0 0,8 3 0 0 0,0 1 270 0 0,25 7 0 0 0,-25-11-177 0 0,0 0 0 0 0,0 0-1 0 0,0-1 1 0 0,1-1 0 0 0,-1 0 0 0 0,0-1 0 0 0,1-1 0 0 0,-1 0 0 0 0,23-5 0 0 0,3-4 572 0 0,70-27 0 0 0,-27 7-1552 0 0,-67 25 627 0 0,4-1-18 0 0,38-8-1 0 0,-52 13 169 0 0,0 0 1 0 0,0 0-1 0 0,0 1 0 0 0,0 0 0 0 0,-1 0 0 0 0,1 1 0 0 0,0-1 0 0 0,0 1 0 0 0,0 0 0 0 0,-1 0 0 0 0,1 0 0 0 0,0 1 0 0 0,6 3 0 0 0,-8-3 10 0 0,0 0-1 0 0,0 0 1 0 0,0 1 0 0 0,-1-1 0 0 0,1 1 0 0 0,-1 0 0 0 0,3 4-1 0 0,-4-6-19 0 0,0 1 1 0 0,0-1-1 0 0,0 1 0 0 0,0-1 0 0 0,0 1 0 0 0,0-1 0 0 0,-1 1 0 0 0,1 0 0 0 0,-1 0 0 0 0,1-1 0 0 0,-1 1 0 0 0,0 0 0 0 0,0 0 1 0 0,1 0-1 0 0,-1-1 0 0 0,-1 1 0 0 0,1 3 0 0 0,-3 1 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24.9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503 0 6553 0 0,'0'2'33'0'0,"1"-1"-1"0"0,-1 0 0 0 0,1 1 0 0 0,-1-1 1 0 0,1 0-1 0 0,-1 1 0 0 0,1-1 0 0 0,0 0 0 0 0,0 0 1 0 0,0 0-1 0 0,0 1 0 0 0,0-1 0 0 0,1 1 1 0 0,16 14 318 0 0,-15-14-290 0 0,5 4 134 0 0,0 0 0 0 0,0-1 0 0 0,1 0 0 0 0,-1 0 0 0 0,1-1 0 0 0,15 5 0 0 0,58 12 979 0 0,-57-16-503 0 0,44 14-1 0 0,-65-17-605 0 0,-1-1 0 0 0,0 1-1 0 0,0-1 1 0 0,1 1 0 0 0,-1 0 0 0 0,0 0 0 0 0,-1 0 0 0 0,1 1-1 0 0,0-1 1 0 0,-1 1 0 0 0,1-1 0 0 0,-1 1 0 0 0,0 0 0 0 0,0 0 0 0 0,0 0-1 0 0,0 0 1 0 0,0 0 0 0 0,-1 0 0 0 0,1 1 0 0 0,0 5 0 0 0,-1-4 28 0 0,0 0 1 0 0,0 0 0 0 0,-1 0-1 0 0,0 0 1 0 0,0 0-1 0 0,0 0 1 0 0,-1 1 0 0 0,0-1-1 0 0,0 0 1 0 0,0 0 0 0 0,0 0-1 0 0,-1-1 1 0 0,-4 10-1 0 0,-3 4 257 0 0,-1-1 0 0 0,-1 0-1 0 0,-1-1 1 0 0,-17 20 0 0 0,-61 55 1591 0 0,14-15-426 0 0,-4 17 1050 0 0,-80 121 1 0 0,139-183-2527 0 0,-2-1-1 0 0,-1-1 1 0 0,-1-2-1 0 0,-1 0 1 0 0,-1-2 0 0 0,-59 43-1 0 0,-32 6-38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32.7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1055 564 6553 0 0,'2'-10'0'0'0,"1"0"0"0"0,-2 0 0 0 0,0-1 0 0 0,0 1 0 0 0,0-1 0 0 0,-2 1 0 0 0,-1-20 0 0 0,1 26 0 0 0,0 0 0 0 0,0 0 0 0 0,0 0 0 0 0,-1 0 0 0 0,0 0 0 0 0,1 0 0 0 0,-1 0 0 0 0,0 0 0 0 0,-1 1 0 0 0,1-1 0 0 0,-1 1 0 0 0,1-1 0 0 0,-1 1 0 0 0,0 0 0 0 0,-1 0 0 0 0,1 1 0 0 0,0-1 0 0 0,-1 1 0 0 0,1-1 0 0 0,-1 1 0 0 0,-7-3 0 0 0,1 2 92 0 0,0 0-1 0 0,0 1 1 0 0,0 0-1 0 0,-1 0 0 0 0,1 1 1 0 0,0 1-1 0 0,-1 0 0 0 0,1 0 1 0 0,0 1-1 0 0,-1 0 0 0 0,1 1 1 0 0,0 0-1 0 0,-15 6 1 0 0,-12 5 809 0 0,1 2 1 0 0,-41 22 0 0 0,65-30-743 0 0,-118 63 3201 0 0,-125 93 0 0 0,229-144-2832 0 0,1 1 0 0 0,1 0 0 0 0,1 2 0 0 0,1 1 0 0 0,1 1 0 0 0,1 1 0 0 0,-21 33-1 0 0,28-36-233 0 0,0 0-1 0 0,2 1 1 0 0,0 1-1 0 0,2-1 1 0 0,1 2-1 0 0,0-1 1 0 0,2 1-1 0 0,1 0 1 0 0,-3 36-1 0 0,8-49-293 0 0,0-1 0 0 0,0 1 0 0 0,1-1 0 0 0,0 1 0 0 0,1-1 0 0 0,0 1 0 0 0,1-1 0 0 0,7 16 0 0 0,-7-19 0 0 0,1 0 0 0 0,0-1 0 0 0,1 1 0 0 0,-1-1 0 0 0,1 0 0 0 0,1-1 0 0 0,0 1 0 0 0,-1-1 0 0 0,2 0 0 0 0,-1-1 0 0 0,1 0 0 0 0,8 6 0 0 0,0-2 0 0 0,2-1 0 0 0,-1-1 0 0 0,1 0 0 0 0,0-1 0 0 0,0-1 0 0 0,1 0 0 0 0,-1-2 0 0 0,1 0 0 0 0,22 1 0 0 0,-7-3 0 0 0,0-1 0 0 0,0-1 0 0 0,-1-2 0 0 0,40-9 0 0 0,-40 4-412 0 0,-1-1-1 0 0,0-2 1 0 0,0-1-1 0 0,-2-1 0 0 0,1-2 1 0 0,-2-1-1 0 0,28-20 1 0 0,174-151-4159 0 0,-204 165 4112 0 0,265-259-5228 0 0,-255 240 5020 0 0,-1-1-1 0 0,-3-3 1 0 0,-1 0-1 0 0,-3-2 1 0 0,31-68-1 0 0,-37 63 668 0 0,22-78 0 0 0,-39 109 0 0 0,0 0 0 0 0,-1-1 0 0 0,-1 0 0 0 0,-2 1 0 0 0,0-1 0 0 0,-3-38 0 0 0,1 54 0 0 0,0-1 0 0 0,-1 1 0 0 0,1-1 0 0 0,-1 1 0 0 0,0 0 0 0 0,-1 0 0 0 0,0 0 0 0 0,0 0 0 0 0,0 0 0 0 0,-5-6 0 0 0,5 9 0 0 0,0-1 0 0 0,0 1 0 0 0,0 0 0 0 0,0 1 0 0 0,0-1 0 0 0,-1 0 0 0 0,1 1 0 0 0,-1 0 0 0 0,0 0 0 0 0,1 0 0 0 0,-1 0 0 0 0,0 1 0 0 0,0-1 0 0 0,0 1 0 0 0,-1 0 0 0 0,-6-1 0 0 0,0 2 91 0 0,0 0 0 0 0,0 0-1 0 0,0 1 1 0 0,0 0 0 0 0,0 1-1 0 0,1 1 1 0 0,-1-1 0 0 0,0 2-1 0 0,-10 4 1 0 0,-13 7 944 0 0,-40 25 0 0 0,61-33-992 0 0,-108 64 1772 0 0,51-29-814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44.6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5 199 6553 0 0,'0'0'0'0'0,"0"0"0"0"0,-1 0-1 0 0,1 0 1 0 0,0 0 0 0 0,-1 1-1 0 0,1-1 1 0 0,0 0 0 0 0,0 0-1 0 0,0 0 1 0 0,-1 1-1 0 0,1-1 1 0 0,0 0 0 0 0,0 0-1 0 0,0 1 1 0 0,-1-1 0 0 0,1 0-1 0 0,0 1 1 0 0,0-1 0 0 0,0 0-1 0 0,0 0 1 0 0,0 1-1 0 0,0-1 1 0 0,0 0 0 0 0,0 1-1 0 0,0-1 1 0 0,0 1 12 0 0,0-1 0 0 0,0 1 1 0 0,0 0-1 0 0,0-1 0 0 0,0 1 0 0 0,0-1 1 0 0,0 1-1 0 0,1-1 0 0 0,-1 1 0 0 0,0-1 0 0 0,0 1 1 0 0,1-1-1 0 0,-1 1 0 0 0,0-1 0 0 0,1 1 0 0 0,-1-1 1 0 0,0 1-1 0 0,1-1 0 0 0,-1 0 0 0 0,1 1 1 0 0,-1-1-1 0 0,1 1 0 0 0,-1-1 0 0 0,1 0 0 0 0,-1 0 1 0 0,2 1-1 0 0,2 1 79 0 0,1-1 1 0 0,1 0-1 0 0,-1 0 1 0 0,0 0-1 0 0,0 0 1 0 0,0-1 0 0 0,0 0-1 0 0,1 0 1 0 0,-1 0-1 0 0,0-1 1 0 0,0 1-1 0 0,0-1 1 0 0,9-4-1 0 0,17-3 450 0 0,17-5 236 0 0,85-12 1 0 0,-66 20 67 0 0,-30 3 17 0 0,56-10 0 0 0,131-53 21 0 0,-153 42-1516 0 0,1 2-1 0 0,78-11 1 0 0,-33 20 1844 0 0,-98 12-973 0 0,0 1-1 0 0,1 0 1 0 0,-1 1 0 0 0,19 5 0 0 0,18 5 484 0 0,-1-3 1 0 0,2-3-1 0 0,-1-2 1 0 0,58-3-1 0 0,276 12 3258 0 0,-348-11-3517 0 0,0-2 1 0 0,1-2-1 0 0,-1-2 1 0 0,0-2-1 0 0,57-14 0 0 0,-86 17-463 0 0,0 0 0 0 0,0 2 0 0 0,0-1 0 0 0,0 2 0 0 0,0-1 0 0 0,21 4 0 0 0,-25-2 0 0 0,-1 1 0 0 0,1 0 0 0 0,-1 1 0 0 0,0 0 0 0 0,1 0 0 0 0,-2 1 0 0 0,1 0 0 0 0,0 0 0 0 0,-1 0 0 0 0,13 12 0 0 0,-11-9 0 0 0,0 1 0 0 0,0 0 0 0 0,0-1 0 0 0,1 0 0 0 0,0 0 0 0 0,0-1 0 0 0,1-1 0 0 0,15 7 0 0 0,3-3 0 0 0,-1 0 0 0 0,0 1 0 0 0,46 23 0 0 0,-60-26 4 0 0,0 0-1 0 0,0-1 0 0 0,1-1 0 0 0,0-1 1 0 0,0 0-1 0 0,0-1 0 0 0,0 0 1 0 0,1-1-1 0 0,-1-1 0 0 0,30-2 0 0 0,8-3-140 0 0,94-21 0 0 0,-89 13-258 0 0,27 0 304 0 0,-54 9 121 0 0,-1-2-1 0 0,1-1 1 0 0,45-15-1 0 0,55-39-1153 0 0,-105 49 1176 0 0,-26 12-50 0 0,0-1 0 0 0,0 1 0 0 0,-1 0 0 0 0,1-1 1 0 0,0 1-1 0 0,0-1 0 0 0,0 1 0 0 0,0 0 0 0 0,-1-1 0 0 0,1 1 1 0 0,0-1-1 0 0,0 1 0 0 0,-1-1 0 0 0,1 1 0 0 0,-1-1 0 0 0,1 1 0 0 0,0-1 1 0 0,-1 1-1 0 0,0 0 0 0 0,-33 35 88 0 0,9-12-73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47.6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520 1 6553 0 0,'-17'7'443'0'0,"0"0"-1"0"0,-1-2 0 0 0,-29 6 0 0 0,28-7-38 0 0,1 1 0 0 0,-1 0-1 0 0,-27 13 1 0 0,-134 61 2462 0 0,154-70-2443 0 0,19-8-313 0 0,0 1-1 0 0,1 1 1 0 0,-1-1 0 0 0,1 1 0 0 0,0 0 0 0 0,0 1-1 0 0,0-1 1 0 0,0 1 0 0 0,1 0 0 0 0,-1 0 0 0 0,-5 7 0 0 0,-16 19 569 0 0,20-24-622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48.0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3 6553 0 0,'2'-1'0'0'0,"-2"1"6"0"0,2-1-20 0 0,-2 5 112 0 0,-2 0-10 0 0,0 1 1 0 0,0 0-1 0 0,0-1 0 0 0,0 0 0 0 0,-1 0 1 0 0,0 1-1 0 0,1-2 0 0 0,-1 1 1 0 0,-1 0-1 0 0,-3 3 0 0 0,-1 1 126 0 0,0 1 0 0 0,0-1 0 0 0,1 1 0 0 0,0 1 0 0 0,1-1 0 0 0,-6 12-1 0 0,11-20-195 0 0,0 0 0 0 0,1 0 0 0 0,-1 0 0 0 0,1 1 0 0 0,-1-1-1 0 0,1 0 1 0 0,-1 0 0 0 0,1 0 0 0 0,0 0 0 0 0,0 0-1 0 0,0 1 1 0 0,-1-1 0 0 0,1 0 0 0 0,0 0 0 0 0,0 0 0 0 0,1 1-1 0 0,-1-1 1 0 0,0 0 0 0 0,0 0 0 0 0,0 0 0 0 0,1 1-1 0 0,-1-1 1 0 0,1 0 0 0 0,-1 0 0 0 0,1 0 0 0 0,-1 0 0 0 0,2 2-1 0 0,0-2 29 0 0,0 0-1 0 0,-1 0 0 0 0,1 1 0 0 0,0-1 0 0 0,0-1 0 0 0,0 1 0 0 0,0 0 0 0 0,0 0 0 0 0,0-1 1 0 0,0 1-1 0 0,0-1 0 0 0,0 0 0 0 0,0 1 0 0 0,0-1 0 0 0,4 0 0 0 0,40-6 568 0 0,0 0 166 0 0,-42 6-725 0 0,0 0 0 0 0,0 0 0 0 0,0 0 0 0 0,0 1 0 0 0,0-1 0 0 0,0 1 1 0 0,-1 0-1 0 0,8 3 0 0 0,-10-3-28 0 0,1 0 1 0 0,0-1 0 0 0,-1 2 0 0 0,0-1 0 0 0,1 0 0 0 0,-1 0 0 0 0,0 0 0 0 0,1 1 0 0 0,-1-1 0 0 0,0 0 0 0 0,1 3 0 0 0,2 4 173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44.1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641 55 6553 0 0,'7'-13'0'0'0,"4"-6"0"0"0,-10 18 0 0 0,-1 0 0 0 0,0 0 0 0 0,1 0 0 0 0,-1 0 0 0 0,0 0 0 0 0,0 0 0 0 0,1 0 0 0 0,-1 0 0 0 0,0 0 0 0 0,0 0 0 0 0,0 0 0 0 0,0 0 0 0 0,-1 0 0 0 0,1 0 0 0 0,0 0 0 0 0,0 1 0 0 0,-1-3 0 0 0,0 3 16 0 0,1-1-1 0 0,-1 1 1 0 0,1-1-1 0 0,-1 1 0 0 0,1 0 1 0 0,-1 0-1 0 0,1-1 0 0 0,-1 1 1 0 0,0 0-1 0 0,1 0 1 0 0,-1-1-1 0 0,0 1 0 0 0,1 0 1 0 0,-1 0-1 0 0,0 0 1 0 0,1 0-1 0 0,-1 0 0 0 0,1 0 1 0 0,-1 0-1 0 0,0 0 1 0 0,0 1-1 0 0,-21 2 209 0 0,13-1-126 0 0,-227 43 3465 0 0,208-39-3125 0 0,-147 40 2027 0 0,7-4 50 0 0,160-41-2314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6:44.5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210 6 6553 0 0,'-2'-1'37'0'0,"0"0"0"0"0,0 0 0 0 0,0 1-1 0 0,-1-1 1 0 0,1 1 0 0 0,0-1-1 0 0,0 1 1 0 0,0 0 0 0 0,0-1 0 0 0,0 1-1 0 0,-1 0 1 0 0,1 0 0 0 0,0 1-1 0 0,0-1 1 0 0,0 0 0 0 0,0 1-1 0 0,0-1 1 0 0,0 1 0 0 0,0 0 0 0 0,0 0-1 0 0,0 0 1 0 0,0 0 0 0 0,-4 2-1 0 0,-8 5 248 0 0,1 0 0 0 0,-1 1 0 0 0,1 0 0 0 0,1 1 0 0 0,0 1 0 0 0,0 0 0 0 0,1 1 0 0 0,0 0 0 0 0,-14 22 0 0 0,22-31-230 0 0,1 1 0 0 0,0-1-1 0 0,0 1 1 0 0,0 0-1 0 0,1 0 1 0 0,-1-1-1 0 0,1 1 1 0 0,0 0 0 0 0,0 0-1 0 0,0 1 1 0 0,1-1-1 0 0,-1 0 1 0 0,1 0-1 0 0,0 0 1 0 0,1 0 0 0 0,-1 0-1 0 0,0 0 1 0 0,2 5-1 0 0,-1-8-22 0 0,0 1-1 0 0,0 0 1 0 0,0-1-1 0 0,0 0 0 0 0,0 1 1 0 0,1-1-1 0 0,-1 0 1 0 0,0 1-1 0 0,1-1 1 0 0,-1 0-1 0 0,1 0 0 0 0,-1 0 1 0 0,1 0-1 0 0,-1 0 1 0 0,1 0-1 0 0,0-1 1 0 0,2 1-1 0 0,33 8 794 0 0,-25-7-694 0 0,-4-1 20 0 0,1 0 1 0 0,-1-1 0 0 0,1 0-1 0 0,-1-1 1 0 0,0 0 0 0 0,17-3-1 0 0,-13 1 93 0 0,0 2-1 0 0,16-2 0 0 0,-27 3-224 0 0,-1 0 0 0 0,1 0 0 0 0,0 0 0 0 0,-1 0 1 0 0,1 0-1 0 0,0 0 0 0 0,-1 1 0 0 0,1-1 0 0 0,0 0 0 0 0,-1 0 0 0 0,1 0 0 0 0,0 1 0 0 0,-1-1 0 0 0,1 0 0 0 0,0 1 0 0 0,-1-1 1 0 0,1 1-1 0 0,-1-1 0 0 0,1 0 0 0 0,0 2 0 0 0,3 3-18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56.2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389 25 6553 0 0,'2'-1'29'0'0,"-1"0"-1"0"0,0 0 0 0 0,0 0 1 0 0,0 0-1 0 0,0 0 1 0 0,0 0-1 0 0,0 0 0 0 0,0 0 1 0 0,0-1-1 0 0,-1 1 0 0 0,1 0 1 0 0,0-1-1 0 0,0-1 1 0 0,-1 3-25 0 0,0 0 0 0 0,0-1 1 0 0,1 1-1 0 0,-1 0 0 0 0,0 0 1 0 0,0 0-1 0 0,0-1 0 0 0,0 1 1 0 0,0 0-1 0 0,0 0 0 0 0,0-1 1 0 0,0 1-1 0 0,0 0 0 0 0,0 0 1 0 0,0 0-1 0 0,0-1 0 0 0,0 1 1 0 0,0 0-1 0 0,0 0 1 0 0,0-1-1 0 0,-1 1 0 0 0,1 0 1 0 0,0 0-1 0 0,0 0 0 0 0,0-1 1 0 0,0 1-1 0 0,0 0 0 0 0,-1 0 1 0 0,1 0 8 0 0,-1 0 0 0 0,1 0 1 0 0,-1 0-1 0 0,1 0 1 0 0,-1 0-1 0 0,1 0 0 0 0,-1 0 1 0 0,1 0-1 0 0,-1 0 0 0 0,1 0 1 0 0,-1 1-1 0 0,1-1 1 0 0,-1 0-1 0 0,1 0 0 0 0,-1 1 1 0 0,1-1-1 0 0,-1 0 1 0 0,0 1-1 0 0,-12 10 356 0 0,-1 1 0 0 0,1 0 0 0 0,1 1-1 0 0,0 0 1 0 0,-19 29 0 0 0,-22 24 730 0 0,-109 104 2316 0 0,154-160-3215 0 0,0-1-1 0 0,1 1 1 0 0,1 1-1 0 0,-1-1 1 0 0,-4 13-1 0 0,-20 58 1053 0 0,30-79-1229 0 0,1-1 0 0 0,-1 0 0 0 0,1 1-1 0 0,-1 0 1 0 0,1-1 0 0 0,0 1 0 0 0,-1-1-1 0 0,1 1 1 0 0,0-1 0 0 0,0 1 0 0 0,0-1-1 0 0,1 1 1 0 0,-1 0 0 0 0,0-1 0 0 0,0 1-1 0 0,1-1 1 0 0,-1 1 0 0 0,1-1 0 0 0,0 2-1 0 0,1-1 6 0 0,-1-1 1 0 0,0 0-1 0 0,0 0 0 0 0,1 0 0 0 0,-1 0 0 0 0,1 0 0 0 0,-1 0 0 0 0,1 0 0 0 0,-1 0 1 0 0,1-1-1 0 0,-1 1 0 0 0,1-1 0 0 0,0 1 0 0 0,-1-1 0 0 0,1 0 0 0 0,0 1 0 0 0,2-1 1 0 0,54 6 929 0 0,-10-2 282 0 0,72 16-1 0 0,-99-15-822 0 0,0-1-1 0 0,0-1 1 0 0,1 0 0 0 0,-1-2-1 0 0,41-2 1 0 0,-60 0-388 0 0,0 1 1 0 0,0 0 0 0 0,0 0 0 0 0,0 0-1 0 0,0 0 1 0 0,0 0 0 0 0,0 0 0 0 0,0 1-1 0 0,0-1 1 0 0,0 1 0 0 0,0-1 0 0 0,2 2-1 0 0,-4-2-8 0 0,1 1-1 0 0,-1 0 1 0 0,1-1-1 0 0,0 1 1 0 0,-1 0-1 0 0,0 0 1 0 0,1-1-1 0 0,-1 1 1 0 0,1 0-1 0 0,-1 0 1 0 0,0 0-1 0 0,0 0 1 0 0,1-1-1 0 0,-1 1 1 0 0,0 0-1 0 0,0 0 1 0 0,0 0-1 0 0,0 0 1 0 0,0 0-1 0 0,0 0 1 0 0,0-1-1 0 0,0 1 1 0 0,0 0-1 0 0,-1 0 1 0 0,1 0-1 0 0,0 0 0 0 0,0 0 1 0 0,-1-1-1 0 0,0 2 1 0 0,0 1-4 0 0,0 0 1 0 0,0 1 0 0 0,-1-2-1 0 0,1 1 1 0 0,-1 0-1 0 0,0 0 1 0 0,-3 3-1 0 0,-5 4 11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34.8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0 116 6553 0 0,'28'-8'853'0'0,"35"-6"0"0"0,-2 2 143 0 0,249-53-771 0 0,-255 54 117 0 0,-47 9-231 0 0,0 1 0 0 0,1 0-1 0 0,0 0 1 0 0,-1 0 0 0 0,1 1 0 0 0,-1 1-1 0 0,1-1 1 0 0,0 1 0 0 0,-1 1-1 0 0,14 3 1 0 0,-18-3-77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35.1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183 0 6553 0 0,'32'7'922'0'0,"33"9"210"0"0,-45-12-815 0 0,0 1 1 0 0,0 0 0 0 0,0 1-1 0 0,-1 2 1 0 0,0 0-1 0 0,20 11 1 0 0,-37-17-268 0 0,1-1 0 0 0,-1 1 0 0 0,0 0 1 0 0,0-1-1 0 0,0 1 0 0 0,0 0 0 0 0,0 0 0 0 0,0 0 1 0 0,0 1-1 0 0,-1-1 0 0 0,1 0 0 0 0,-1 1 0 0 0,1-1 1 0 0,-1 1-1 0 0,0-1 0 0 0,0 1 0 0 0,0 0 0 0 0,-1-1 1 0 0,1 1-1 0 0,0 0 0 0 0,-1 0 0 0 0,0 4 0 0 0,0-1 58 0 0,-1 0-1 0 0,0 1 1 0 0,-1-1-1 0 0,1 0 0 0 0,-1 0 1 0 0,-1 0-1 0 0,1 0 1 0 0,-7 11-1 0 0,-22 36 1357 0 0,-41 55 0 0 0,-47 45 1171 0 0,20-26 26 0 0,20-21-625 0 0,31-47-1692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8:02.4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6553 0 0,'5'0'241'0'0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8:03.7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822 225 6553 0 0,'-2'-3'0'0'0,"1"1"0"0"0,0-1 0 0 0,0 1 0 0 0,1-1 0 0 0,-1 0 0 0 0,0 1 0 0 0,1-1 0 0 0,0 0 0 0 0,-1 1 0 0 0,1-4 0 0 0,-1-8 0 0 0,-5-9 0 0 0,0 0 0 0 0,-12-28 0 0 0,16 47 0 0 0,-1 0 0 0 0,1 1 0 0 0,0-1 0 0 0,-1 1 0 0 0,0 0 0 0 0,0 0 0 0 0,0 0 0 0 0,0 0 0 0 0,-1 0 0 0 0,1 1 0 0 0,-1 0 0 0 0,1-1 0 0 0,-6-1 0 0 0,-7-3 0 0 0,-30-10 0 0 0,40 15 0 0 0,-7-1 167 0 0,-1 0 0 0 0,0 1 0 0 0,0 0-1 0 0,0 1 1 0 0,0 1 0 0 0,1 0 0 0 0,-1 0-1 0 0,0 2 1 0 0,0 0 0 0 0,-26 7-1 0 0,-1 4 772 0 0,1 1-1 0 0,-47 25 1 0 0,63-28-495 0 0,1 1 0 0 0,0 2 0 0 0,1 0 0 0 0,-25 21 0 0 0,34-23-146 0 0,1 0-1 0 0,0 1 0 0 0,0 1 0 0 0,1-1 0 0 0,1 2 1 0 0,0 0-1 0 0,-9 19 0 0 0,2 1 502 0 0,1 1-1 0 0,-14 49 1 0 0,24-64-407 0 0,2 1-1 0 0,0 0 1 0 0,1 1 0 0 0,0-1 0 0 0,3 34 0 0 0,1-38 17 0 0,0 1 0 0 0,2-1 0 0 0,8 35 1 0 0,-7-44-244 0 0,-1 1 0 0 0,1 0 0 0 0,1-1 0 0 0,0 0 0 0 0,0 0 0 0 0,1 0 0 0 0,0-1 0 0 0,11 13 1 0 0,-6-10-2 0 0,1 0 0 0 0,0 0-1 0 0,1-1 1 0 0,0 0 0 0 0,27 14 0 0 0,-31-19-169 0 0,1 0 0 0 0,0-2 0 0 0,1 1 0 0 0,-1-1 0 0 0,1-1 0 0 0,-1 1 0 0 0,1-2 0 0 0,0 0 0 0 0,20 0 0 0 0,8-4 5 0 0,65-15 0 0 0,-69 11 0 0 0,1 1 0 0 0,55-2 0 0 0,-80 8 3 0 0,0 0-1 0 0,0-1 1 0 0,15-3-1 0 0,-20 2-16 0 0,-1 0 1 0 0,1 1-1 0 0,-1-2 0 0 0,0 1 1 0 0,0-1-1 0 0,0 0 0 0 0,0 0 1 0 0,6-5-1 0 0,17-17-788 0 0,-1-1-1 0 0,-2-1 1 0 0,29-41-1 0 0,17-17-530 0 0,-66 79 1200 0 0,-1-1 1 0 0,1 1 0 0 0,-1-1 0 0 0,0 0-1 0 0,-1 0 1 0 0,0 0 0 0 0,0 0-1 0 0,0-1 1 0 0,-1 1 0 0 0,0-1-1 0 0,-1 0 1 0 0,0 1 0 0 0,0-1-1 0 0,0-9 1 0 0,-1-9-313 0 0,-2 0 1 0 0,0 1-1 0 0,-7-26 0 0 0,6 31 93 0 0,-2-1 0 0 0,-1 2-1 0 0,0-1 1 0 0,-2 0-1 0 0,0 1 1 0 0,-1 1 0 0 0,-13-22-1 0 0,15 30 161 0 0,0 0-1 0 0,-1 1 0 0 0,0 0 0 0 0,0 0 1 0 0,-1 0-1 0 0,0 1 0 0 0,-1 1 1 0 0,1-1-1 0 0,-1 1 0 0 0,-1 1 0 0 0,0 0 1 0 0,0 1-1 0 0,-16-7 0 0 0,16 9 132 0 0,0-1 0 0 0,0 1 0 0 0,0 1 0 0 0,-18-2 0 0 0,26 4 104 0 0,0 0 0 0 0,0 0-1 0 0,0 0 1 0 0,1 0-1 0 0,-1 1 1 0 0,0-1 0 0 0,0 1-1 0 0,1 0 1 0 0,-1-1-1 0 0,0 1 1 0 0,1 1 0 0 0,-1-1-1 0 0,1 0 1 0 0,-1 0-1 0 0,1 1 1 0 0,0 0 0 0 0,-1-1-1 0 0,1 1 1 0 0,0 0-1 0 0,0 0 1 0 0,0 0 0 0 0,0 0-1 0 0,1 1 1 0 0,-2 1 0 0 0,-3 8 204 0 0,0 0 0 0 0,1 0 1 0 0,1 1-1 0 0,0-1 0 0 0,0 1 1 0 0,-2 24-1 0 0,2-5 264 0 0,2 53 0 0 0,4-41-187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7:59.8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1172 23 6553 0 0,'16'-18'0'0'0,"-12"13"0"0"0,-6 7 0 0 0,-11 10 393 0 0,-1-1-1 0 0,-1 0 1 0 0,-26 14-1 0 0,5-3 93 0 0,-296 174 5195 0 0,232-146-2938 0 0,-153 53 0 0 0,208-90-1585 0 0,-74 11 0 0 0,80-17-523 0 0,31-5-490 0 0,-1 0 0 0 0,0 0 0 0 0,1 1 0 0 0,0 0-1 0 0,-1 1 1 0 0,1 0 0 0 0,1 0 0 0 0,-1 0 0 0 0,-9 8-1 0 0,4-1-38 0 0,1 1-1 0 0,0 0 0 0 0,-19 26 0 0 0,20-24-104 0 0,-1-3 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8:00.2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 6553 0 0,'1'0'13'0'0,"-1"-1"0"0"0,1 1 0 0 0,-1-1-1 0 0,1 1 1 0 0,0 0 0 0 0,-1 0 0 0 0,1-1-1 0 0,0 1 1 0 0,-1 0 0 0 0,1 0-1 0 0,0 0 1 0 0,-1 0 0 0 0,1 0 0 0 0,0 0-1 0 0,-1 0 1 0 0,1 0 0 0 0,0 0 0 0 0,-1 0-1 0 0,1 0 1 0 0,0 0 0 0 0,-1 1-1 0 0,1-1 1 0 0,0 0 0 0 0,-1 0 0 0 0,1 1-1 0 0,0-1 1 0 0,-1 0 0 0 0,1 1 0 0 0,21 15 336 0 0,-13-9-90 0 0,3 2 42 0 0,0 0 0 0 0,-1 1 0 0 0,0 0 0 0 0,0 1 0 0 0,-1 0 0 0 0,16 23 0 0 0,-24-31-255 0 0,0 0 1 0 0,-1 0 0 0 0,1 1 0 0 0,-1-1 0 0 0,0 0-1 0 0,0 0 1 0 0,0 1 0 0 0,0-1 0 0 0,-1 1-1 0 0,1 2 1 0 0,-3 37 609 0 0,1-32-376 0 0,1-1 0 0 0,0 19 0 0 0,1-26-220 0 0,-1 0-1 0 0,1 0 1 0 0,0 0-1 0 0,0 0 0 0 0,0 0 1 0 0,0 0-1 0 0,0 0 1 0 0,1 0-1 0 0,-1-1 0 0 0,1 1 1 0 0,0 0-1 0 0,-1-1 1 0 0,5 4-1 0 0,-5-5-28 0 0,1 1 0 0 0,0-1 0 0 0,-1 0 0 0 0,1 0 0 0 0,0 0 0 0 0,0 0-1 0 0,0 0 1 0 0,-1-1 0 0 0,1 1 0 0 0,0-1 0 0 0,0 1 0 0 0,0-1 0 0 0,0 1 0 0 0,0-1 0 0 0,0 0 0 0 0,0 0 0 0 0,1 0 0 0 0,2-1 0 0 0,5 0 242 0 0,-1-1 0 0 0,17-6 0 0 0,-13 4 10 0 0,13-5-414 0 0,30-14 1 0 0,-36 14-31 0 0,0 1 0 0 0,0 1 0 0 0,26-7 0 0 0,-42 14 139 0 0,-1-1 0 0 0,0 1-1 0 0,1-1 1 0 0,-1 1 0 0 0,1 0-1 0 0,-1 1 1 0 0,0-1 0 0 0,1 0-1 0 0,3 2 1 0 0,-5-2 33 0 0,-1 1 0 0 0,0-1 0 0 0,0 1 0 0 0,0 0 1 0 0,0-1-1 0 0,0 1 0 0 0,1 0 0 0 0,-1 0 0 0 0,0-1 0 0 0,-1 1 0 0 0,1 0 0 0 0,0 0 0 0 0,0 0 0 0 0,0 0 0 0 0,0 0 1 0 0,-1 0-1 0 0,1 0 0 0 0,-1 1 0 0 0,1-1 0 0 0,-1 0 0 0 0,1 0 0 0 0,-1 0 0 0 0,1 1 0 0 0,-1-1 0 0 0,0 0 0 0 0,0 3 1 0 0,-1 20 270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8:05.3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981 220 6553 0 0,'-26'-17'624'0'0,"20"13"-506"0"0,1 0-1 0 0,-1 0 1 0 0,0 0 0 0 0,0 1 0 0 0,0 0-1 0 0,-1 0 1 0 0,1 1 0 0 0,-1 0-1 0 0,1 0 1 0 0,-10-1 0 0 0,-2 2 214 0 0,-1 2 1 0 0,1 0-1 0 0,-1 1 0 0 0,1 1 1 0 0,0 1-1 0 0,-20 7 1 0 0,-28 5 687 0 0,10-7-293 0 0,-65 15 1191 0 0,98-18-1495 0 0,1 1 0 0 0,-1 1 0 0 0,-26 14-1 0 0,19-5 236 0 0,1 1 0 0 0,1 1-1 0 0,0 2 1 0 0,1 0-1 0 0,-46 50 1 0 0,55-52-316 0 0,-53 65 1307 0 0,63-74-1432 0 0,1 1 0 0 0,0 1 0 0 0,1-1 0 0 0,0 1 0 0 0,1 0 0 0 0,-5 18 0 0 0,4-2-79 0 0,2 1 0 0 0,0-1 0 0 0,2 1-1 0 0,2 0 1 0 0,0 0 0 0 0,7 46-1 0 0,-6-65-137 0 0,1 0 0 0 0,0-1 0 0 0,0 0 0 0 0,1 1 0 0 0,6 13 0 0 0,-7-19 0 0 0,0-1 0 0 0,0 1 0 0 0,1 0 0 0 0,-1-1 0 0 0,1 0 0 0 0,-1 0 0 0 0,1 1 0 0 0,0-2 0 0 0,0 1 0 0 0,1 0 0 0 0,-1-1 0 0 0,1 1 0 0 0,-1-1 0 0 0,1 0 0 0 0,5 2 0 0 0,34 11 0 0 0,1-3 0 0 0,88 13 0 0 0,18-10 0 0 0,-131-14-49 0 0,-1-2-1 0 0,0 0 0 0 0,0-1 0 0 0,-1-1 1 0 0,35-9-1 0 0,-29 4-436 0 0,1-1 0 0 0,-2 0 0 0 0,40-24 1 0 0,11-9-842 0 0,-40 24 692 0 0,0-1-1 0 0,-2-1 0 0 0,30-26 1 0 0,-54 39 475 0 0,0 0 1 0 0,0 0-1 0 0,-1-1 1 0 0,0 0-1 0 0,0 0 1 0 0,-1 0-1 0 0,0-1 1 0 0,5-12-1 0 0,-5 8-111 0 0,-1-1 1 0 0,0 0-1 0 0,0 0 0 0 0,-2 0 1 0 0,2-16-1 0 0,-3-7-498 0 0,-1-1 0 0 0,-2 0 0 0 0,-9-53 0 0 0,3 48-5 0 0,-1 0 0 0 0,-2 0 0 0 0,-19-48 0 0 0,20 67 392 0 0,-1-1-1 0 0,-1 2 0 0 0,-1 0 0 0 0,-1 0 0 0 0,-1 1 0 0 0,-28-31 0 0 0,38 47 387 0 0,-1 1 1 0 0,0-1-1 0 0,0 1 0 0 0,-1 0 0 0 0,0 1 0 0 0,1-1 0 0 0,-1 1 0 0 0,-1 1 0 0 0,1-1 0 0 0,-1 1 0 0 0,1 0 0 0 0,-1 1 0 0 0,0 0 0 0 0,0 0 0 0 0,0 1 1 0 0,0 0-1 0 0,0 0 0 0 0,0 1 0 0 0,0 0 0 0 0,0 0 0 0 0,-15 3 0 0 0,-10 2 444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8:15.3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675 84 6553 0 0,'27'-14'582'0'0,"-9"6"-327"0"0,0-1 0 0 0,32-22 0 0 0,-18 10-302 0 0,-31 20 85 0 0,-14 12 370 0 0,-94 27 1868 0 0,-110 25 0 0 0,144-51-861 0 0,0-2-1 0 0,-91 0 1 0 0,50-5 90 0 0,111-4-1504 0 0,-3-1 101 0 0,0 0 0 0 0,0 1 0 0 0,-10 3 0 0 0,14-4-77 0 0,1 0-1 0 0,0 1 1 0 0,0-1-1 0 0,0 1 1 0 0,0 0-1 0 0,0-1 1 0 0,-1 1-1 0 0,1 0 1 0 0,0-1-1 0 0,1 1 1 0 0,-1 0-1 0 0,0 0 1 0 0,0 0-1 0 0,0 0 1 0 0,0 0-1 0 0,1 0 1 0 0,-1 0-1 0 0,0 0 1 0 0,1 0-1 0 0,-1 0 1 0 0,1 0-1 0 0,-1 0 1 0 0,1 1-1 0 0,-1 0 0 0 0,1 4-24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8:15.7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245 47 6553 0 0,'-1'-2'20'0'0,"-1"0"-1"0"0,1-1 1 0 0,-1 1-1 0 0,1 0 1 0 0,-1 0-1 0 0,0 0 1 0 0,1 0-1 0 0,-1 0 1 0 0,0 0-1 0 0,0 0 1 0 0,-1 1-1 0 0,1-1 1 0 0,0 1-1 0 0,0 0 1 0 0,-5-2-1 0 0,-3-1 226 0 0,0 1-1 0 0,-16-4 1 0 0,23 6-196 0 0,0 1 1 0 0,1-1-1 0 0,-1 1 1 0 0,0 0 0 0 0,0 0-1 0 0,0 0 1 0 0,1 1-1 0 0,-1-1 1 0 0,0 1-1 0 0,0-1 1 0 0,1 1-1 0 0,-1 0 1 0 0,0 0 0 0 0,1 0-1 0 0,-1 1 1 0 0,1-1-1 0 0,0 0 1 0 0,-1 1-1 0 0,1 0 1 0 0,0-1-1 0 0,0 1 1 0 0,0 0-1 0 0,0 0 1 0 0,0 0 0 0 0,-3 5-1 0 0,-2 4 205 0 0,0 0-1 0 0,1 1 1 0 0,0 0-1 0 0,-5 14 1 0 0,8-20-190 0 0,-38 107 1675 0 0,37-98-1479 0 0,0 1 0 0 0,1-1 0 0 0,1 1 0 0 0,1-1 0 0 0,0 28 0 0 0,8 113 1993 0 0,-7-153-2187 0 0,0 1 1 0 0,1-1 0 0 0,-1 1 0 0 0,1-1 0 0 0,0 1 0 0 0,0-1 0 0 0,0 0 0 0 0,1 1-1 0 0,-1-1 1 0 0,1 0 0 0 0,-1 0 0 0 0,1 0 0 0 0,0 0 0 0 0,0 0 0 0 0,5 5 0 0 0,-4-6-6 0 0,0 0 1 0 0,0 0-1 0 0,0 0 1 0 0,1 0-1 0 0,-1-1 1 0 0,0 1-1 0 0,1-1 1 0 0,-1 0-1 0 0,1 0 1 0 0,0 0-1 0 0,-1 0 1 0 0,1-1-1 0 0,0 1 1 0 0,-1-1-1 0 0,5 0 1 0 0,42-5 624 0 0,-41 3-549 0 0,0 1-1 0 0,1 0 1 0 0,-1 0-1 0 0,0 1 1 0 0,1 0-1 0 0,-1 1 1 0 0,10 2-1 0 0,-1 4 62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8:27.7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21 202 6553 0 0,'-2'-2'84'0'0,"0"1"-1"0"0,0-1 0 0 0,0 1 0 0 0,0-1 0 0 0,0 0 0 0 0,1 1 1 0 0,-1-1-1 0 0,-2-4 0 0 0,4 6-78 0 0,0-1 1 0 0,-1 0-1 0 0,1 1 0 0 0,0-1 1 0 0,0 1-1 0 0,0-1 1 0 0,-1 0-1 0 0,1 1 0 0 0,0-1 1 0 0,0 0-1 0 0,0 1 1 0 0,0-1-1 0 0,0 0 0 0 0,0 1 1 0 0,0-1-1 0 0,1 0 1 0 0,-1 1-1 0 0,0-1 0 0 0,0 1 1 0 0,0-1-1 0 0,1 0 1 0 0,-1 1-1 0 0,0-1 0 0 0,1 1 1 0 0,-1-1-1 0 0,0 1 1 0 0,1-1-1 0 0,-1 1 0 0 0,1-1 1 0 0,-1 1-1 0 0,1-1 1 0 0,-1 1-1 0 0,1 0 0 0 0,0-1 1 0 0,27-18-52 0 0,55-24 1 0 0,-46 25 32 0 0,0 2 0 0 0,1 2 0 0 0,1 1 0 0 0,0 2 0 0 0,1 2 0 0 0,0 2 0 0 0,81-5 0 0 0,-105 12 230 0 0,-1 1 1 0 0,1 0-1 0 0,0 2 0 0 0,-1 0 1 0 0,0 0-1 0 0,1 2 0 0 0,-2-1 0 0 0,1 2 1 0 0,0 0-1 0 0,-1 1 0 0 0,0 1 1 0 0,-1 0-1 0 0,0 0 0 0 0,0 1 1 0 0,12 12-1 0 0,-18-15-36 0 0,1 1 1 0 0,13 7-1 0 0,-4-6 94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8:28.0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409 56 6553 0 0,'-3'-6'0'0'0,"-2"-3"0"0"0,0 0 0 0 0,-1 1 0 0 0,-10-12 0 0 0,16 19 0 0 0,-1 1 0 0 0,1 0-1 0 0,-1-1 1 0 0,1 1-1 0 0,-1 0 1 0 0,0 0 0 0 0,1-1-1 0 0,-1 1 1 0 0,1 0 0 0 0,-1 0-1 0 0,0 0 1 0 0,1 0-1 0 0,-1 0 1 0 0,0 0 0 0 0,1 0-1 0 0,-1 0 1 0 0,1 0-1 0 0,-1 0 1 0 0,0 0 0 0 0,1 0-1 0 0,-1 0 1 0 0,0 1 0 0 0,1-1-1 0 0,-1 0 1 0 0,1 0-1 0 0,-1 1 1 0 0,1-1 0 0 0,-1 1-1 0 0,-1 0 28 0 0,1 0 0 0 0,-1 0 0 0 0,1 0-1 0 0,0 0 1 0 0,0 0 0 0 0,-1 0 0 0 0,1 0-1 0 0,0 0 1 0 0,0 1 0 0 0,-1 1 0 0 0,1 1 34 0 0,-1 0 1 0 0,1 1 0 0 0,0-1-1 0 0,0 1 1 0 0,1-1 0 0 0,-1 1-1 0 0,1-1 1 0 0,0 1 0 0 0,0-1-1 0 0,0 1 1 0 0,2 7 0 0 0,2 6 500 0 0,7 25 1 0 0,-10-40-513 0 0,4 11 222 0 0,1 1 0 0 0,1-1 0 0 0,0 0 0 0 0,1 0 0 0 0,13 16 0 0 0,8 14 511 0 0,-27-40-704 0 0,0 0 1 0 0,0 1 0 0 0,0-1 0 0 0,-1 1 0 0 0,0 0 0 0 0,0-1 0 0 0,0 1-1 0 0,0 0 1 0 0,-1 0 0 0 0,0 0 0 0 0,0 0 0 0 0,0-1 0 0 0,-1 1 0 0 0,1 0-1 0 0,-1 0 1 0 0,-3 8 0 0 0,-2 5 374 0 0,-1 1 1 0 0,-17 30-1 0 0,0-8 566 0 0,-2-2 0 0 0,-57 68 0 0 0,56-75-104 0 0,-128 159 2654 0 0,65-86-1871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0.1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257 90 6553 0 0,'1'-5'0'0'0,"-1"4"0"0"0,1 0 0 0 0,-1 0 0 0 0,0 0 0 0 0,0 0 0 0 0,0 0 0 0 0,0 0 0 0 0,0 0 0 0 0,0 0 0 0 0,0 0 0 0 0,0 0 0 0 0,0 0 0 0 0,0 0 0 0 0,0 0 0 0 0,-1 0 0 0 0,0-1 0 0 0,-4-18 0 0 0,5 19 3 0 0,-1 0 0 0 0,0 0-1 0 0,1 0 1 0 0,-1 0-1 0 0,0 0 1 0 0,1 0-1 0 0,-1 0 1 0 0,0 0-1 0 0,0 1 1 0 0,0-1-1 0 0,0 0 1 0 0,1 0 0 0 0,-1 1-1 0 0,0-1 1 0 0,0 1-1 0 0,-1-1 1 0 0,1 1-1 0 0,0-1 1 0 0,0 1-1 0 0,0 0 1 0 0,-2-1 0 0 0,-23-1 421 0 0,25 2-384 0 0,-7 0 76 0 0,0 0 1 0 0,0 1-1 0 0,1 0 0 0 0,-1 0 1 0 0,0 1-1 0 0,1 0 0 0 0,-1 0 1 0 0,1 1-1 0 0,0 0 0 0 0,0 0 0 0 0,-7 5 1 0 0,10-6-47 0 0,1 0 1 0 0,0 1 0 0 0,0-1-1 0 0,1 1 1 0 0,-1 0 0 0 0,0-1-1 0 0,1 1 1 0 0,0 1-1 0 0,-1-1 1 0 0,1 0 0 0 0,0 0-1 0 0,1 1 1 0 0,-1-1 0 0 0,1 1-1 0 0,-1 0 1 0 0,1-1-1 0 0,0 1 1 0 0,1 0 0 0 0,-1 0-1 0 0,1-1 1 0 0,-1 1 0 0 0,1 0-1 0 0,0 0 1 0 0,1 5 0 0 0,0-3 45 0 0,-1 1 1 0 0,1-1 0 0 0,1 1 0 0 0,-1-1 0 0 0,1 0 0 0 0,0 0 0 0 0,1 0 0 0 0,4 9-1 0 0,-5-12-54 0 0,0 0 0 0 0,1 0-1 0 0,-1 0 1 0 0,1-1 0 0 0,-1 1 0 0 0,1-1-1 0 0,0 0 1 0 0,0 1 0 0 0,0-1-1 0 0,0 0 1 0 0,0-1 0 0 0,1 1-1 0 0,-1-1 1 0 0,1 1 0 0 0,-1-1 0 0 0,6 1-1 0 0,0 0 64 0 0,0-1-1 0 0,1 0 1 0 0,-1 0 0 0 0,0-1-1 0 0,0-1 1 0 0,0 1-1 0 0,0-1 1 0 0,0-1 0 0 0,0 0-1 0 0,0 0 1 0 0,0-1-1 0 0,0 0 1 0 0,8-4 0 0 0,-13 5-130 0 0,0 0 0 0 0,-1 0 0 0 0,1 0 0 0 0,0-1 0 0 0,0 1 0 0 0,-1-1 0 0 0,0 0 0 0 0,0 0 0 0 0,1 0 0 0 0,-2-1 1 0 0,1 1-1 0 0,0-1 0 0 0,-1 1 0 0 0,1-1 0 0 0,-1 0 0 0 0,0 0 0 0 0,0 0 0 0 0,-1 0 0 0 0,1 0 0 0 0,-1 0 0 0 0,0-1 0 0 0,0 1 1 0 0,0 0-1 0 0,-1-1 0 0 0,0 1 0 0 0,0-1 0 0 0,0 1 0 0 0,-1-6 0 0 0,0 4-40 0 0,0 0 0 0 0,-1 0 0 0 0,1 0 0 0 0,-1 1 0 0 0,-1-1 0 0 0,1 1 0 0 0,-1-1-1 0 0,0 1 1 0 0,0 0 0 0 0,-1 0 0 0 0,0 0 0 0 0,1 1 0 0 0,-1-1 0 0 0,-1 1 0 0 0,1 0 0 0 0,-1 0 0 0 0,0 1 0 0 0,0-1 0 0 0,0 1 0 0 0,0 0-1 0 0,0 0 1 0 0,-1 1 0 0 0,-5-3 0 0 0,4 3 66 0 0,0 0 1 0 0,-1 0-1 0 0,1 0 0 0 0,0 1 0 0 0,-1 0 0 0 0,1 0 0 0 0,-1 1 0 0 0,1 0 1 0 0,0 1-1 0 0,-1-1 0 0 0,1 1 0 0 0,-1 1 0 0 0,1-1 0 0 0,0 1 0 0 0,0 1 1 0 0,0-1-1 0 0,0 1 0 0 0,-8 5 0 0 0,7-3 73 0 0,1 0 0 0 0,0 0 0 0 0,0 1 0 0 0,1 0 0 0 0,0 0 0 0 0,0 0 0 0 0,0 1 0 0 0,1 0 0 0 0,0 0 0 0 0,0 0 0 0 0,0 1 0 0 0,1 0 0 0 0,1 0 0 0 0,-1 0 0 0 0,1 0 0 0 0,1 0 0 0 0,-1 1 0 0 0,1-1 0 0 0,1 1-1 0 0,-1 16 1 0 0,1-20-44 0 0,1-1-1 0 0,0 1 0 0 0,0-1 0 0 0,1 1 0 0 0,0 0 0 0 0,-1-1 0 0 0,2 1 0 0 0,-1-1 1 0 0,0 0-1 0 0,1 1 0 0 0,0-1 0 0 0,0 0 0 0 0,0 0 0 0 0,0 0 0 0 0,1 0 1 0 0,-1 0-1 0 0,1-1 0 0 0,0 1 0 0 0,1-1 0 0 0,-1 0 0 0 0,0 0 0 0 0,1 0 0 0 0,0 0 1 0 0,-1 0-1 0 0,1-1 0 0 0,0 0 0 0 0,0 0 0 0 0,1 0 0 0 0,-1 0 0 0 0,5 1 0 0 0,-1-1 40 0 0,0 0 1 0 0,0 0-1 0 0,0-1 0 0 0,0 0 0 0 0,0 0 0 0 0,0-1 0 0 0,0 0 0 0 0,0-1 0 0 0,0 1 0 0 0,0-2 0 0 0,0 1 0 0 0,0-1 0 0 0,0 0 0 0 0,0-1 0 0 0,-1 0 0 0 0,11-5 0 0 0,-14 5-136 0 0,1 0-1 0 0,-1 0 1 0 0,0 0-1 0 0,-1-1 1 0 0,1 0-1 0 0,-1 0 1 0 0,0 0-1 0 0,1 0 1 0 0,-2 0-1 0 0,1 0 1 0 0,0-1-1 0 0,-1 1 1 0 0,0-1-1 0 0,0 0 1 0 0,0 0-1 0 0,-1 0 1 0 0,0 0-1 0 0,0 0 1 0 0,0 0-1 0 0,0 0 1 0 0,-1 0-1 0 0,0 0 1 0 0,0 0-1 0 0,0 0 1 0 0,-2-8-1 0 0,1 7-21 0 0,0 0 1 0 0,0-1-1 0 0,-1 1 0 0 0,1 0 0 0 0,-2-1 1 0 0,1 1-1 0 0,-1 0 0 0 0,0 1 0 0 0,0-1 1 0 0,0 0-1 0 0,-1 1 0 0 0,0 0 0 0 0,0 0 0 0 0,0 0 1 0 0,-1 0-1 0 0,1 1 0 0 0,-1 0 0 0 0,0 0 1 0 0,-11-7-1 0 0,14 10 76 0 0,0 0 0 0 0,-1 1 0 0 0,1-1 0 0 0,0 0 0 0 0,0 1 0 0 0,-1 0 0 0 0,1-1 0 0 0,-1 1 0 0 0,1 0 0 0 0,0 0 1 0 0,-1 0-1 0 0,1 1 0 0 0,0-1 0 0 0,-1 0 0 0 0,1 1 0 0 0,0 0 0 0 0,0-1 0 0 0,-1 1 0 0 0,1 0 0 0 0,0 0 0 0 0,0 0 0 0 0,0 0 0 0 0,0 1 0 0 0,0-1 0 0 0,0 1 0 0 0,1-1 1 0 0,-1 1-1 0 0,0 0 0 0 0,-2 3 0 0 0,0 0 55 0 0,0 0 0 0 0,0 0 1 0 0,1 1-1 0 0,0-1 0 0 0,0 1 1 0 0,0 0-1 0 0,0 0 0 0 0,1 0 1 0 0,-3 11-1 0 0,4-9-3 0 0,1-1 0 0 0,0 1 0 0 0,0 0 0 0 0,0 0 0 0 0,1-1 0 0 0,0 1 0 0 0,0 0 0 0 0,1-1 0 0 0,0 1 0 0 0,1-1 0 0 0,-1 0 0 0 0,1 0 0 0 0,1 0 0 0 0,-1 0 0 0 0,1 0 0 0 0,0-1 0 0 0,1 1 0 0 0,0-1 0 0 0,0 0 0 0 0,0-1 0 0 0,1 1 0 0 0,-1-1 0 0 0,1 0 0 0 0,8 5 0 0 0,-10-8-33 0 0,0 0 0 0 0,0 0 0 0 0,1 0 0 0 0,-1 0 0 0 0,0-1 0 0 0,1 1 1 0 0,-1-1-1 0 0,1 0 0 0 0,-1-1 0 0 0,1 1 0 0 0,0-1 0 0 0,-1 0 0 0 0,1 0 0 0 0,0 0 1 0 0,-1-1-1 0 0,1 1 0 0 0,0-1 0 0 0,-1 0 0 0 0,1-1 0 0 0,-1 1 0 0 0,0-1 1 0 0,1 0-1 0 0,-1 0 0 0 0,0 0 0 0 0,0 0 0 0 0,0-1 0 0 0,-1 0 0 0 0,1 0 1 0 0,0 0-1 0 0,4-5 0 0 0,-4 4-85 0 0,0-1 0 0 0,-1 1 0 0 0,1 0 0 0 0,-1-1 0 0 0,0 0 0 0 0,0 0 0 0 0,0 0 0 0 0,-1 0 0 0 0,0 0 0 0 0,0-1 0 0 0,0 1 0 0 0,-1-1 0 0 0,0 1 0 0 0,0-1 0 0 0,0 1 0 0 0,0-1 0 0 0,-1 0 0 0 0,0 1 0 0 0,0-1 0 0 0,-1 0 0 0 0,0 1 0 0 0,0-1 0 0 0,0 1 0 0 0,-4-11 0 0 0,3 10 24 0 0,-1 1 1 0 0,0 0 0 0 0,-1-1-1 0 0,1 1 1 0 0,-1 0 0 0 0,0 1-1 0 0,-1-1 1 0 0,1 1-1 0 0,-1-1 1 0 0,1 1 0 0 0,-1 1-1 0 0,0-1 1 0 0,-1 1 0 0 0,1 0-1 0 0,-1 0 1 0 0,1 0 0 0 0,-1 1-1 0 0,0 0 1 0 0,0 0 0 0 0,0 0-1 0 0,0 1 1 0 0,0 0 0 0 0,0 0-1 0 0,-1 1 1 0 0,1 0-1 0 0,0 0 1 0 0,0 0 0 0 0,0 1-1 0 0,-1-1 1 0 0,1 2 0 0 0,-8 1-1 0 0,7-1 104 0 0,0 1-1 0 0,0 0 0 0 0,1 0 1 0 0,-1 0-1 0 0,1 1 0 0 0,-8 6 1 0 0,12-9-54 0 0,0 0 0 0 0,0 1 1 0 0,0-1-1 0 0,0 1 0 0 0,1 0 1 0 0,-1 0-1 0 0,0 0 0 0 0,1 0 1 0 0,-1 0-1 0 0,1 0 0 0 0,0 0 1 0 0,0 0-1 0 0,0 0 1 0 0,0 1-1 0 0,0-1 0 0 0,0 0 1 0 0,1 1-1 0 0,-1-1 0 0 0,1 0 1 0 0,-1 1-1 0 0,1-1 0 0 0,0 4 1 0 0,0-5-2 0 0,1 1 0 0 0,-1 0 1 0 0,1-1-1 0 0,-1 1 1 0 0,1-1-1 0 0,-1 1 0 0 0,1 0 1 0 0,0-1-1 0 0,0 0 0 0 0,0 1 1 0 0,0-1-1 0 0,0 1 0 0 0,0-1 1 0 0,0 0-1 0 0,0 0 1 0 0,1 0-1 0 0,-1 0 0 0 0,0 0 1 0 0,1 0-1 0 0,-1 0 0 0 0,1 0 1 0 0,1 1-1 0 0,3 0 69 0 0,0 0 1 0 0,0 0-1 0 0,1-1 0 0 0,8 2 1 0 0,-3-2-49 0 0,-3 1-35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4.28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39 0 6553 0 0,'-2'1'32'0'0,"1"-1"-1"0"0,0 1 0 0 0,0-1 1 0 0,0 1-1 0 0,0-1 0 0 0,0 1 1 0 0,0 0-1 0 0,0 0 0 0 0,0-1 0 0 0,0 1 1 0 0,0 0-1 0 0,0 0 0 0 0,0 0 1 0 0,0 0-1 0 0,1 0 0 0 0,-1 0 1 0 0,0 0-1 0 0,0 2 0 0 0,-10 23 334 0 0,8-10-28 0 0,0 0-1 0 0,2 1 1 0 0,0 25-1 0 0,7 53 1162 0 0,-1-39-657 0 0,1 101 1388 0 0,4 55 624 0 0,-7-188-2248 0 0,6 30 1 0 0,-7-45-461 0 0,1-1 1 0 0,-1 1 0 0 0,2-1 0 0 0,-1 0 0 0 0,1 0-1 0 0,8 13 1 0 0,-8-15-146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4.68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102 213 6553 0 0,'1'-21'0'0'0,"1"1"0"0"0,1-1 0 0 0,11-38 0 0 0,-8 35 0 0 0,-6 24-2 0 0,0 0 0 0 0,0 0-1 0 0,0 0 1 0 0,0 0-1 0 0,0 0 1 0 0,0 0 0 0 0,0 0-1 0 0,0 0 1 0 0,0 0-1 0 0,-1 0 1 0 0,1 0-1 0 0,0 0 1 0 0,0 0 0 0 0,0 0-1 0 0,0 0 1 0 0,0 0-1 0 0,0 0 1 0 0,0 0 0 0 0,0 0-1 0 0,0 0 1 0 0,0 0-1 0 0,0 0 1 0 0,0 0-1 0 0,0 0 1 0 0,0 0 0 0 0,-7 13 206 0 0,-12 27 482 0 0,12-26-479 0 0,-18 37 1304 0 0,-43 62 0 0 0,112-181-649 0 0,95-135-1831 0 0,-136 200 952 0 0,-1 0-1 0 0,1 0 1 0 0,0 0-1 0 0,0 0 1 0 0,0 1 0 0 0,0-1-1 0 0,5-2 1 0 0,-7 5 17 0 0,-1-1 0 0 0,1 1 0 0 0,0 0 0 0 0,0-1 0 0 0,-1 1 0 0 0,1 0 0 0 0,0 0 0 0 0,0 0 0 0 0,-1 0 1 0 0,1 0-1 0 0,0 0 0 0 0,0 0 0 0 0,-1 0 0 0 0,1 0 0 0 0,0 0 0 0 0,-1 0 0 0 0,1 0 0 0 0,1 1 0 0 0,-1-1 12 0 0,0 1-1 0 0,-1-1 1 0 0,1 1-1 0 0,0 0 1 0 0,0 0 0 0 0,-1-1-1 0 0,1 1 1 0 0,0 0-1 0 0,-1 0 1 0 0,1 0-1 0 0,-1-1 1 0 0,1 1-1 0 0,-1 0 1 0 0,0 0 0 0 0,1 0-1 0 0,-1 0 1 0 0,1 2-1 0 0,7 34 626 0 0,5 37-1 0 0,-11-62-541 0 0,1 12 64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5.1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 29 6553 0 0,'-18'-10'0'0'0,"14"7"0"0"0,0 1 0 0 0,0 0 0 0 0,1 0 0 0 0,-2 0 0 0 0,1 0 0 0 0,0 1 0 0 0,0-1 0 0 0,-6 0 0 0 0,10 2 5 0 0,0 0-1 0 0,0 0 1 0 0,-1 0 0 0 0,1 0-1 0 0,0 0 1 0 0,0 0-1 0 0,0 0 1 0 0,0 0-1 0 0,0 0 1 0 0,0 0-1 0 0,0 0 1 0 0,0 0 0 0 0,-1 0-1 0 0,1 0 1 0 0,0 0-1 0 0,0 0 1 0 0,0 0-1 0 0,0 0 1 0 0,0 0-1 0 0,0 0 1 0 0,0 0-1 0 0,0 0 1 0 0,-1 0 0 0 0,1 1-1 0 0,0-1 1 0 0,0 0-1 0 0,0 0 1 0 0,0 0-1 0 0,0 0 1 0 0,0 0-1 0 0,0 0 1 0 0,0 0-1 0 0,0 0 1 0 0,0 0 0 0 0,0 1-1 0 0,0-1 1 0 0,0 0-1 0 0,0 0 1 0 0,0 0-1 0 0,0 0 1 0 0,0 0-1 0 0,0 0 1 0 0,2 6 82 0 0,8 3 71 0 0,4-1 133 0 0,-1 0 0 0 0,2-1 1 0 0,-1-1-1 0 0,1-1 0 0 0,0 0 0 0 0,0 0 0 0 0,0-2 1 0 0,1 0-1 0 0,29 2 0 0 0,9-4 1084 0 0,82-8-1 0 0,-99 4-710 0 0,116-11 1409 0 0,81-5 988 0 0,-212 19-2660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5.4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183 0 6553 0 0,'-2'0'56'0'0,"-1"0"0"0"0,1 0 0 0 0,0 1 0 0 0,-1-1 0 0 0,1 1 0 0 0,0-1 0 0 0,-4 2 0 0 0,6-2-40 0 0,-1 0 0 0 0,0 1 1 0 0,1-1-1 0 0,-1 0 1 0 0,1 1-1 0 0,-1-1 0 0 0,1 1 1 0 0,-1-1-1 0 0,1 0 1 0 0,-1 1-1 0 0,1-1 0 0 0,-1 1 1 0 0,1-1-1 0 0,0 1 1 0 0,-1 0-1 0 0,1-1 0 0 0,0 1 1 0 0,-1 0-1 0 0,1 1 7 0 0,0-1-1 0 0,0 0 1 0 0,1 0-1 0 0,-1 0 1 0 0,0 1-1 0 0,0-1 1 0 0,1 0-1 0 0,-1 0 1 0 0,1 0-1 0 0,-1 0 1 0 0,1 0-1 0 0,-1 0 1 0 0,1 0-1 0 0,0 0 1 0 0,0 0-1 0 0,-1 0 1 0 0,1 0-1 0 0,0 0 1 0 0,0 0-1 0 0,0-1 1 0 0,0 1-1 0 0,0 0 1 0 0,0-1-1 0 0,0 1 1 0 0,2 0-1 0 0,10 6 214 0 0,0-1 0 0 0,0-1 1 0 0,1 0-1 0 0,0 0 0 0 0,15 2 0 0 0,-9-3 286 0 0,32 13 1 0 0,-49-15-458 0 0,4 0 52 0 0,-1 1 0 0 0,1 0-1 0 0,-1 1 1 0 0,0-1 0 0 0,7 7-1 0 0,-12-9-90 0 0,0 0 1 0 0,1 0-1 0 0,-1 0 0 0 0,0 0 0 0 0,0 0 0 0 0,-1 1 0 0 0,1-1 0 0 0,0 0 0 0 0,0 1 0 0 0,-1-1 1 0 0,1 0-1 0 0,0 1 0 0 0,-1-1 0 0 0,0 1 0 0 0,1-1 0 0 0,-1 1 0 0 0,0-1 0 0 0,0 1 0 0 0,0-1 1 0 0,0 1-1 0 0,0 0 0 0 0,0-1 0 0 0,0 1 0 0 0,0-1 0 0 0,-1 1 0 0 0,1-1 0 0 0,0 1 0 0 0,-1-1 0 0 0,0 0 1 0 0,0 3-1 0 0,-3 3 113 0 0,0-1 1 0 0,-1 1-1 0 0,1-1 1 0 0,-1 0 0 0 0,-1 0-1 0 0,1 0 1 0 0,-1-1-1 0 0,-8 6 1 0 0,-7 5 550 0 0,-26 13 0 0 0,19-13-185 0 0,0-1-1 0 0,-1-2 1 0 0,-1 0-1 0 0,0-3 1 0 0,-1 0-1 0 0,-42 7 0 0 0,49-13-303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5.9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59 6553 0 0,'-2'-4'0'0'0,"1"-1"0"0"0,-1 1 0 0 0,1-1 0 0 0,0 1 0 0 0,0-1 0 0 0,1 0 0 0 0,-1 1 0 0 0,1-1 0 0 0,0 0 0 0 0,1-6 0 0 0,0 9 2 0 0,2 6-5 0 0,1 4 61 0 0,7 20 606 0 0,-1 1 0 0 0,-1 0 1 0 0,8 56-1 0 0,-12-38 646 0 0,-2 85 0 0 0,-3-101-785 0 0,2 222 2714 0 0,0-233-2998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6.1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 77 6553 0 0,'0'0'14'0'0,"-1"-1"0"0"0,1 1 0 0 0,-1 0 0 0 0,1 0-1 0 0,-1 0 1 0 0,1 0 0 0 0,-1 0 0 0 0,1 0 0 0 0,-1 0-1 0 0,1 0 1 0 0,-1 0 0 0 0,1 0 0 0 0,-1 0 0 0 0,1 0-1 0 0,-1 0 1 0 0,1 0 0 0 0,-1 0 0 0 0,1 0-1 0 0,-1 1 1 0 0,1-1 0 0 0,0 0 0 0 0,-1 0 0 0 0,1 1-1 0 0,-1-1 1 0 0,1 0 0 0 0,-1 0 0 0 0,1 1 0 0 0,0-1-1 0 0,-1 1 1 0 0,1-1 0 0 0,0 0 0 0 0,-1 1 0 0 0,1-1-1 0 0,0 1 1 0 0,0-1 0 0 0,-1 0 0 0 0,1 1 0 0 0,0-1-1 0 0,0 1 1 0 0,0 0 0 0 0,-1 1 7 0 0,0 0 1 0 0,1 0-1 0 0,-1-1 1 0 0,1 1-1 0 0,0 0 0 0 0,0 0 1 0 0,-1 0-1 0 0,1 0 1 0 0,0 0-1 0 0,1 3 0 0 0,2 9 276 0 0,1-1-1 0 0,0 1 1 0 0,1-1-1 0 0,10 19 1 0 0,-12-26-213 0 0,0-1 0 0 0,1 0 0 0 0,0 1 0 0 0,-1-1 0 0 0,2 0 0 0 0,-1-1 0 0 0,0 1 0 0 0,1-1 0 0 0,0 0 0 0 0,0 0 0 0 0,0 0 0 0 0,8 3 0 0 0,-12-6-53 0 0,1-1 0 0 0,-1 1 0 0 0,1-1 0 0 0,-1 0 0 0 0,1 0 1 0 0,-1 0-1 0 0,1 0 0 0 0,-1 0 0 0 0,1 0 0 0 0,-1 0 0 0 0,1 0 0 0 0,1-1 0 0 0,-2 1 3 0 0,1 0 1 0 0,-1-1-1 0 0,1 1 0 0 0,-1 0 0 0 0,1 0 0 0 0,-1 0 0 0 0,1 0 0 0 0,-1 0 1 0 0,1 0-1 0 0,-1 1 0 0 0,1-1 0 0 0,1 1 0 0 0,14 9 138 0 0,-14-7-96 0 0,0-1 1 0 0,0 0-1 0 0,0-1 1 0 0,0 1-1 0 0,1 0 0 0 0,5 1 1 0 0,-8-3-56 0 0,1 0 0 0 0,-1 0 0 0 0,1 0 0 0 0,-1 0 0 0 0,0 0 0 0 0,1 0 0 0 0,-1 0 0 0 0,1 0 0 0 0,-1-1 0 0 0,0 1 0 0 0,1-1 0 0 0,-1 1 0 0 0,0-1 0 0 0,0 1 0 0 0,1-1 0 0 0,-1 0 0 0 0,0 1 0 0 0,0-1 0 0 0,0 0 0 0 0,0 0 1 0 0,0 0-1 0 0,2-1 0 0 0,3-5 1 0 0,0-1 0 0 0,0 1 0 0 0,-1-1 0 0 0,0 0 0 0 0,-1 0 0 0 0,0-1 0 0 0,4-8 0 0 0,18-65-549 0 0,-20 63 484 0 0,26-76-429 0 0,-30 89 472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6.8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867 123 6553 0 0,'1'-3'50'0'0,"0"0"0"0"0,0 0-1 0 0,1 0 1 0 0,-1 0 0 0 0,1 0-1 0 0,0 0 1 0 0,0 1 0 0 0,0-1-1 0 0,3-3 1 0 0,4-5-77 0 0,-8 9 28 0 0,3-4-7 0 0,0 1-1 0 0,-1-1 1 0 0,0 0 0 0 0,4-13 0 0 0,-6 18 7 0 0,-1 0 1 0 0,0 0-1 0 0,0 0 1 0 0,1 1-1 0 0,-1-1 1 0 0,0 0-1 0 0,0 0 1 0 0,0 0-1 0 0,0 0 1 0 0,0 0-1 0 0,0 0 1 0 0,0 0-1 0 0,0 0 1 0 0,-1 0-1 0 0,1 0 1 0 0,0 0-1 0 0,-1 0 0 0 0,1 0 1 0 0,0 0-1 0 0,-1 0 1 0 0,1 1-1 0 0,-1-1 1 0 0,1 0-1 0 0,-1 0 1 0 0,0 1-1 0 0,1-1 1 0 0,-1 0-1 0 0,0 0 1 0 0,0 1-1 0 0,1-1 1 0 0,-1 1-1 0 0,0-1 1 0 0,0 1-1 0 0,0-1 1 0 0,0 1-1 0 0,0 0 1 0 0,1-1-1 0 0,-1 1 0 0 0,0 0 1 0 0,0-1-1 0 0,0 1 1 0 0,0 0-1 0 0,-2 0 1 0 0,-29-3 591 0 0,-1 2 0 0 0,1 1-1 0 0,-40 5 1 0 0,38-3-106 0 0,-125 13 2055 0 0,-112 5 1122 0 0,115-31-1605 0 0,74 3-871 0 0,57 4-993 0 0,29 3-195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17.1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157 21 6553 0 0,'1'-1'1'0'0,"-1"0"1"0"0,0 1-1 0 0,0-1 0 0 0,0 0 0 0 0,0 1 0 0 0,0-1 0 0 0,0 0 0 0 0,-1 0 0 0 0,1 1 0 0 0,0-1 0 0 0,0 0 0 0 0,0 0 0 0 0,-1 1 0 0 0,1-1 0 0 0,0 0 0 0 0,-1 1 0 0 0,1-1 0 0 0,-1 1 0 0 0,1-1 1 0 0,0 0-1 0 0,-1 1 0 0 0,0-1 0 0 0,1 1 0 0 0,-1-1 0 0 0,1 1 0 0 0,-1-1 0 0 0,1 1 0 0 0,-1 0 0 0 0,0-1 0 0 0,1 1 0 0 0,-1 0 0 0 0,0 0 0 0 0,0-1 0 0 0,0 1 0 0 0,0 0 23 0 0,-1 0-1 0 0,1 0 0 0 0,0 0 0 0 0,0 0 0 0 0,0 1 0 0 0,-1-1 1 0 0,1 0-1 0 0,0 1 0 0 0,0-1 0 0 0,0 1 0 0 0,0-1 0 0 0,0 1 1 0 0,0-1-1 0 0,0 1 0 0 0,0 0 0 0 0,0 0 0 0 0,0-1 0 0 0,0 1 1 0 0,0 0-1 0 0,0 1 0 0 0,-7 9 263 0 0,2 0 0 0 0,0 1 1 0 0,-9 20-1 0 0,4-6 23 0 0,-10 15 535 0 0,11-23-441 0 0,1 0-1 0 0,1 1 1 0 0,0 0 0 0 0,-9 38 0 0 0,17-55-370 0 0,-1 0 0 0 0,1 0 0 0 0,0 0 0 0 0,0 0 1 0 0,0 0-1 0 0,0 0 0 0 0,0 0 0 0 0,0 0 0 0 0,0 0 0 0 0,1 0 0 0 0,-1 0 0 0 0,1 0 0 0 0,-1 0 0 0 0,1 0 0 0 0,0 0 0 0 0,0 0 0 0 0,0 0 1 0 0,0 0-1 0 0,0-1 0 0 0,0 1 0 0 0,1 0 0 0 0,-1-1 0 0 0,0 1 0 0 0,1-1 0 0 0,2 3 0 0 0,0-2 34 0 0,0 0-1 0 0,0 0 1 0 0,0-1-1 0 0,0 1 1 0 0,1-1-1 0 0,-1 0 1 0 0,0 0 0 0 0,0 0-1 0 0,1-1 1 0 0,-1 1-1 0 0,6-1 1 0 0,18-2 324 0 0,-1-2 0 0 0,0 0 0 0 0,0-2 0 0 0,0 0 0 0 0,29-13 0 0 0,63-14-1213 0 0,-112 32 775 0 0,0 0 0 0 0,0 0 1 0 0,0 1-1 0 0,0 0 1 0 0,8 0-1 0 0,6 5 161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2.4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224 259 6553 0 0,'-3'2'60'0'0,"0"-1"1"0"0,1 0-1 0 0,-1 0 0 0 0,0 0 0 0 0,0 0 0 0 0,0-1 0 0 0,0 1 0 0 0,1-1 0 0 0,-1 1 0 0 0,0-1 0 0 0,0 0 0 0 0,0 0 0 0 0,-4-1 0 0 0,5 1-25 0 0,0-1 0 0 0,0 0 0 0 0,1 0-1 0 0,-1 1 1 0 0,0-1 0 0 0,0 0 0 0 0,0 0-1 0 0,0-1 1 0 0,1 1 0 0 0,-1 0 0 0 0,1-1 0 0 0,-1 1-1 0 0,1-1 1 0 0,-1 1 0 0 0,1-1 0 0 0,0 1 0 0 0,0-1-1 0 0,0 0 1 0 0,-2-3 0 0 0,-1-2-47 0 0,1-1 0 0 0,0 0 1 0 0,0 0-1 0 0,1-1 0 0 0,0 1 0 0 0,0 0 0 0 0,1-1 1 0 0,0 1-1 0 0,1-12 0 0 0,0 15 3 0 0,0-1 1 0 0,1 1-1 0 0,0-1 1 0 0,0 1-1 0 0,0 0 0 0 0,1-1 1 0 0,0 1-1 0 0,0 0 0 0 0,0 0 1 0 0,1 0-1 0 0,0 0 0 0 0,0 1 1 0 0,0-1-1 0 0,0 1 0 0 0,6-7 1 0 0,-2 5 3 0 0,-1 0-1 0 0,1 1 1 0 0,0 0 0 0 0,1 0-1 0 0,-1 0 1 0 0,1 1 0 0 0,0 0 0 0 0,0 0-1 0 0,0 1 1 0 0,0 0 0 0 0,1 1-1 0 0,0 0 1 0 0,9-2 0 0 0,-13 4 71 0 0,0-1-1 0 0,0 1 1 0 0,1 0 0 0 0,-1 0 0 0 0,0 1 0 0 0,0 0-1 0 0,0 0 1 0 0,0 0 0 0 0,0 0 0 0 0,0 1 0 0 0,0 0-1 0 0,-1 0 1 0 0,1 0 0 0 0,-1 0 0 0 0,1 1-1 0 0,-1 0 1 0 0,0 0 0 0 0,0 0 0 0 0,0 0 0 0 0,0 1-1 0 0,0 0 1 0 0,-1-1 0 0 0,6 9 0 0 0,-3-2 118 0 0,0 1 1 0 0,-1 0-1 0 0,0 0 1 0 0,-1 0 0 0 0,0 0-1 0 0,-1 1 1 0 0,0 0-1 0 0,-1-1 1 0 0,0 1-1 0 0,0 0 1 0 0,-2 0 0 0 0,1 0-1 0 0,-2 0 1 0 0,-1 15-1 0 0,-2-2 164 0 0,-1-1 0 0 0,0 0-1 0 0,-2-1 1 0 0,-1 0 0 0 0,-1 0 0 0 0,-11 22-1 0 0,5-18 129 0 0,0-1-1 0 0,-2-1 0 0 0,-1 0 1 0 0,-1-1-1 0 0,-1-1 0 0 0,-1-1 1 0 0,0-1-1 0 0,-2-1 0 0 0,-1-1 1 0 0,-46 28-1 0 0,63-43-355 0 0,0 0-1 0 0,0-1 1 0 0,0 0 0 0 0,-1 0-1 0 0,1-1 1 0 0,-11 2 0 0 0,15-3-77 0 0,1-1 1 0 0,-1 0-1 0 0,0 0 1 0 0,1 0-1 0 0,-1 0 1 0 0,1 0-1 0 0,-1-1 1 0 0,0 1-1 0 0,1-1 1 0 0,-4 0-1 0 0,5 0-22 0 0,-1 0 1 0 0,1 1-1 0 0,0-1 0 0 0,0 0 1 0 0,-1 0-1 0 0,1 0 0 0 0,0 0 0 0 0,0 0 1 0 0,0 0-1 0 0,0 0 0 0 0,0 0 0 0 0,1-1 1 0 0,-1 1-1 0 0,0 0 0 0 0,0 0 0 0 0,1-1 1 0 0,-1 1-1 0 0,1 0 0 0 0,-1-3 1 0 0,0 2-44 0 0,1 0 1 0 0,0 0 0 0 0,0 0 0 0 0,0 0 0 0 0,0 0 0 0 0,0 0 0 0 0,0 0 0 0 0,1 0 0 0 0,-1 0 0 0 0,0 0 0 0 0,1 0 0 0 0,0 0 0 0 0,0 0 0 0 0,-1 0 0 0 0,1 0 0 0 0,0 0 0 0 0,1 1-1 0 0,-1-1 1 0 0,0 0 0 0 0,0 1 0 0 0,1-1 0 0 0,-1 1 0 0 0,1-1 0 0 0,-1 1 0 0 0,3-1 0 0 0,0-2-69 0 0,1 1 1 0 0,0 0-1 0 0,0 0 0 0 0,0 0 1 0 0,1 0-1 0 0,-1 1 0 0 0,10-3 1 0 0,-4 3 53 0 0,0 1 1 0 0,0 0 0 0 0,0 0-1 0 0,-1 1 1 0 0,1 1 0 0 0,0 0-1 0 0,0 0 1 0 0,0 1-1 0 0,0 0 1 0 0,19 8 0 0 0,-7-2 197 0 0,-1 2 0 0 0,0 1 1 0 0,38 24-1 0 0,-28-12 54 0 0,0 2 0 0 0,-2 0 0 0 0,36 42 1 0 0,-52-54-118 0 0,4-2-74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2.9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95 376 6553 0 0,'-22'-29'0'0'0,"7"9"0"0"0,-17-29 0 0 0,28 41 0 0 0,0 0 0 0 0,1 0 0 0 0,-1-1 0 0 0,2 1 0 0 0,-1-1 0 0 0,1 1 0 0 0,-1-14 0 0 0,2 11 0 0 0,1 0 0 0 0,0 0 0 0 0,1 1 0 0 0,0-1 0 0 0,1 0 0 0 0,0 1 0 0 0,1-1 0 0 0,0 1 0 0 0,1 0 0 0 0,5-12 0 0 0,-7 17 0 0 0,2-1 0 0 0,-1 1 0 0 0,0 0 0 0 0,1 0 0 0 0,0 0 0 0 0,0 1 0 0 0,0-1 0 0 0,8-5 0 0 0,-9 8 0 0 0,1-1 0 0 0,-1 1 0 0 0,1 0 0 0 0,0 0 0 0 0,0 0 0 0 0,0 1 0 0 0,0 0 0 0 0,0-1 0 0 0,0 1 0 0 0,0 1 0 0 0,0-1 0 0 0,1 0 0 0 0,4 1 0 0 0,-5 0 65 0 0,0 1-1 0 0,1 0 0 0 0,-1 0 0 0 0,0 0 0 0 0,0 0 0 0 0,0 1 0 0 0,0-1 0 0 0,0 1 0 0 0,-1 0 1 0 0,1 0-1 0 0,0 0 0 0 0,-1 1 0 0 0,1-1 0 0 0,-1 1 0 0 0,0 0 0 0 0,0 0 0 0 0,0 0 1 0 0,-1 0-1 0 0,1 1 0 0 0,3 5 0 0 0,2 4 200 0 0,0 1-1 0 0,-1 0 1 0 0,-1 0 0 0 0,6 19 0 0 0,-1 6 520 0 0,-3 0 1 0 0,-1 1-1 0 0,3 54 1 0 0,8 51 1322 0 0,-17-142-2064 0 0,0 0 0 0 0,0 0 0 0 0,0-1 0 0 0,0 1 0 0 0,0 0 0 0 0,0-1 0 0 0,1 1 0 0 0,1 1-1 0 0,-3-3-29 0 0,0-1-1 0 0,1 1 0 0 0,-1-1 0 0 0,0 0 0 0 0,1 1 0 0 0,-1-1 0 0 0,1 0 0 0 0,-1 1 1 0 0,0-1-1 0 0,1 0 0 0 0,-1 1 0 0 0,1-1 0 0 0,-1 0 0 0 0,1 0 0 0 0,-1 0 0 0 0,1 0 1 0 0,-1 1-1 0 0,1-1 0 0 0,-1 0 0 0 0,1 0 0 0 0,-1 0 0 0 0,1 0 0 0 0,-1 0 0 0 0,1 0 1 0 0,0 0-1 0 0,-1 0 0 0 0,1 0 0 0 0,-1-1 0 0 0,1 1 0 0 0,-1 0 0 0 0,1 0 0 0 0,-1 0 1 0 0,1-1-1 0 0,-1 1 0 0 0,0 0 0 0 0,1 0 0 0 0,-1-1 0 0 0,1 1 0 0 0,-1 0 0 0 0,0-1 1 0 0,1 1-1 0 0,-1 0 0 0 0,1-1 0 0 0,-1 1 0 0 0,0-1 0 0 0,0 1 0 0 0,1-1 0 0 0,-1 1 1 0 0,0-1-1 0 0,0 1 0 0 0,1-1 0 0 0,7-15-134 0 0,0-1 0 0 0,-1 1 0 0 0,-1-1-1 0 0,0-1 1 0 0,5-30 0 0 0,-8 34 38 0 0,12-63-1002 0 0,9-148-1 0 0,-20 206 872 0 0,-4 19 214 0 0,0 0 1 0 0,0 0-1 0 0,0 0 1 0 0,0 0-1 0 0,0 0 1 0 0,0 0-1 0 0,0 0 1 0 0,0 0-1 0 0,0 0 1 0 0,0 0-1 0 0,0-1 1 0 0,0 1-1 0 0,0 0 1 0 0,0 0-1 0 0,0 0 1 0 0,0 0 0 0 0,1 0-1 0 0,-1 0 1 0 0,0 0-1 0 0,0 0 1 0 0,0 0-1 0 0,0 0 1 0 0,0 0-1 0 0,0 0 1 0 0,0 0-1 0 0,0 0 1 0 0,0 0-1 0 0,0 0 1 0 0,0 0-1 0 0,0 0 1 0 0,0 0-1 0 0,1 0 1 0 0,-1 0 0 0 0,0 0-1 0 0,0 0 1 0 0,0 0-1 0 0,0 0 1 0 0,0 0-1 0 0,0 0 1 0 0,0 0-1 0 0,0 0 1 0 0,0 0-1 0 0,0 0 1 0 0,0 0-1 0 0,0 0 1 0 0,1 0-1 0 0,-1 0 1 0 0,0 0-1 0 0,0 0 1 0 0,0 0-1 0 0,0 0 1 0 0,0 0 0 0 0,4 10 132 0 0,44 158 1787 0 0,-39-143-1585 0 0,2-1 0 0 0,0 0 0 0 0,1-1 0 0 0,24 35 0 0 0,-33-54-273 0 0,1 0 0 0 0,-1 1-1 0 0,1-1 1 0 0,0-1 0 0 0,0 1-1 0 0,1-1 1 0 0,-1 1 0 0 0,1-1-1 0 0,-1 0 1 0 0,1-1 0 0 0,0 1-1 0 0,8 2 1 0 0,-6-3 15 0 0,0-1 0 0 0,0 1 1 0 0,0-1-1 0 0,0-1 0 0 0,0 1 0 0 0,0-1 0 0 0,-1-1 1 0 0,1 1-1 0 0,9-3 0 0 0,16 1 225 0 0,-18 2-164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5.6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327 603 6553 0 0,'2'0'0'0'0,"0"0"22"0"0,0 1 0 0 0,0-2 0 0 0,0 1-1 0 0,0 0 1 0 0,0 0 0 0 0,0-1 0 0 0,0 1-1 0 0,0-1 1 0 0,0 1 0 0 0,-1-1 0 0 0,1 0-1 0 0,0 0 1 0 0,0 0 0 0 0,0 0 0 0 0,-1 0-1 0 0,1 0 1 0 0,-1 0 0 0 0,1-1 0 0 0,-1 1-1 0 0,1 0 1 0 0,-1-1 0 0 0,0 1 0 0 0,0-1-1 0 0,1 0 1 0 0,-1 1 0 0 0,0-1 0 0 0,-1 0-1 0 0,1 0 1 0 0,0 0 0 0 0,0 0 0 0 0,-1 1-1 0 0,1-1 1 0 0,-1 0 0 0 0,0 0 0 0 0,1-3-1 0 0,-1 0-23 0 0,0 1-1 0 0,0-1 0 0 0,0 1 0 0 0,-1 0 0 0 0,0-1 0 0 0,0 1 1 0 0,0 0-1 0 0,0 0 0 0 0,0 0 0 0 0,-1-1 0 0 0,0 2 0 0 0,0-1 1 0 0,0 0-1 0 0,0 0 0 0 0,-4-4 0 0 0,-1 1 82 0 0,-1-1 0 0 0,0 2 1 0 0,0-1-1 0 0,-1 1 0 0 0,0 0 0 0 0,0 1 0 0 0,0 0 0 0 0,0 1 1 0 0,-1-1-1 0 0,0 2 0 0 0,0 0 0 0 0,0 0 0 0 0,0 0 0 0 0,0 1 1 0 0,0 1-1 0 0,-1 0 0 0 0,1 0 0 0 0,-1 1 0 0 0,1 1 0 0 0,-1-1 1 0 0,1 2-1 0 0,0-1 0 0 0,-1 1 0 0 0,1 1 0 0 0,0 0 0 0 0,-15 7 1 0 0,20-7 10 0 0,0 0 0 0 0,0 0 0 0 0,0 0 0 0 0,1 1 0 0 0,0-1 1 0 0,-1 1-1 0 0,1 0 0 0 0,1 1 0 0 0,-1-1 0 0 0,0 1 1 0 0,-3 5-1 0 0,3-2 40 0 0,1-1 0 0 0,-1 1 0 0 0,1 0 0 0 0,1 0 0 0 0,-1 0 0 0 0,1 1 0 0 0,-1 8 0 0 0,2-4 90 0 0,0 0 1 0 0,1 0-1 0 0,0 0 0 0 0,1 0 0 0 0,1-1 1 0 0,0 1-1 0 0,0 0 0 0 0,1-1 0 0 0,9 24 0 0 0,-9-29-115 0 0,0-1-1 0 0,1 0 0 0 0,-1 0 0 0 0,1 0 1 0 0,0-1-1 0 0,1 1 0 0 0,-1-1 0 0 0,1 0 0 0 0,0 0 1 0 0,1-1-1 0 0,-1 0 0 0 0,1 1 0 0 0,-1-2 1 0 0,1 1-1 0 0,12 5 0 0 0,-13-8-19 0 0,0 1 0 0 0,0 0 1 0 0,0-1-1 0 0,0 0 0 0 0,0-1 0 0 0,1 1 0 0 0,-1-1 1 0 0,0 0-1 0 0,1 0 0 0 0,-1 0 0 0 0,0-1 0 0 0,0 0 1 0 0,1 0-1 0 0,-1 0 0 0 0,0-1 0 0 0,0 1 0 0 0,0-1 1 0 0,0-1-1 0 0,-1 1 0 0 0,1-1 0 0 0,5-3 0 0 0,-2 0-164 0 0,-1 1 0 0 0,-1-1 1 0 0,1-1-1 0 0,-1 1 0 0 0,0-1 0 0 0,0 0 0 0 0,-1 0 0 0 0,0-1 0 0 0,5-10 0 0 0,-4 5-72 0 0,-1 1 0 0 0,0-1-1 0 0,-1-1 1 0 0,0 1 0 0 0,2-20 0 0 0,-3-8-477 0 0,-1-1 0 0 0,-7-82 1 0 0,4 117 565 0 0,-37-288-2318 0 0,35 282 2195 0 0,2 2 77 0 0,-1 1-1 0 0,0-1 0 0 0,-1 0 0 0 0,0 1 1 0 0,-8-17-1 0 0,11 27 108 0 0,0 0 1 0 0,0-1 0 0 0,0 1-1 0 0,0 0 1 0 0,0 0 0 0 0,0 0-1 0 0,-1 0 1 0 0,1 0-1 0 0,0 0 1 0 0,0-1 0 0 0,0 1-1 0 0,0 0 1 0 0,0 0 0 0 0,0 0-1 0 0,0 0 1 0 0,0 0-1 0 0,0 0 1 0 0,0 0 0 0 0,-1 0-1 0 0,1 0 1 0 0,0 0 0 0 0,0-1-1 0 0,0 1 1 0 0,0 0 0 0 0,0 0-1 0 0,0 0 1 0 0,-1 0-1 0 0,1 0 1 0 0,0 0 0 0 0,0 0-1 0 0,0 0 1 0 0,0 0 0 0 0,0 0-1 0 0,0 0 1 0 0,-1 0-1 0 0,1 0 1 0 0,0 0 0 0 0,0 0-1 0 0,0 0 1 0 0,0 0 0 0 0,0 0-1 0 0,-1 0 1 0 0,1 0 0 0 0,0 1-1 0 0,0-1 1 0 0,-4 7 72 0 0,1 10 101 0 0,0 8 266 0 0,2 0 1 0 0,1 1-1 0 0,6 46 0 0 0,20 74 1266 0 0,-20-121-1381 0 0,3 22 222 0 0,-1-1 208 0 0,16 47 0 0 0,-19-80-567 0 0,-1 0-1 0 0,2 0 0 0 0,0 0 1 0 0,0-1-1 0 0,2 0 0 0 0,-1 0 1 0 0,1-1-1 0 0,10 11 1 0 0,-16-19-140 0 0,1-1 1 0 0,0 1 0 0 0,0 0 0 0 0,-1-1 0 0 0,1 0-1 0 0,1 0 1 0 0,-1 0 0 0 0,0 0 0 0 0,0 0 0 0 0,1-1-1 0 0,-1 1 1 0 0,1-1 0 0 0,-1 0 0 0 0,1 0-1 0 0,0 0 1 0 0,-1-1 0 0 0,1 1 0 0 0,0-1 0 0 0,0 0-1 0 0,0 0 1 0 0,-1 0 0 0 0,1 0 0 0 0,0-1 0 0 0,-1 0-1 0 0,1 1 1 0 0,0-1 0 0 0,-1-1 0 0 0,1 1 0 0 0,-1 0-1 0 0,1-1 1 0 0,-1 0 0 0 0,0 0 0 0 0,0 0-1 0 0,0 0 1 0 0,0 0 0 0 0,3-3 0 0 0,0-1-119 0 0,1 0 1 0 0,-2 0-1 0 0,1-1 0 0 0,-1 1 1 0 0,0-1-1 0 0,0-1 1 0 0,0 1-1 0 0,4-12 0 0 0,-7 14 6 0 0,0 0 0 0 0,0 0-1 0 0,0-1 1 0 0,-1 1 0 0 0,1-1-1 0 0,-2 1 1 0 0,1-1-1 0 0,0 1 1 0 0,-1-1 0 0 0,0 1-1 0 0,-1-1 1 0 0,1 1-1 0 0,-3-11 1 0 0,3 14 48 0 0,-1 1 0 0 0,1 0-1 0 0,-1 0 1 0 0,1 0 0 0 0,-1 0-1 0 0,1-1 1 0 0,-1 1 0 0 0,1 0 0 0 0,-1 0-1 0 0,0 0 1 0 0,0 0 0 0 0,-1 0-1 0 0,2 0 13 0 0,0 1 0 0 0,-1 0 0 0 0,1 0 0 0 0,0 0 0 0 0,-1-1 0 0 0,1 1-1 0 0,0 0 1 0 0,-1 0 0 0 0,1 0 0 0 0,0 0 0 0 0,-1 0 0 0 0,1 0-1 0 0,0 0 1 0 0,-1 0 0 0 0,1 0 0 0 0,-1 0 0 0 0,1 0 0 0 0,0 0 0 0 0,-1 0-1 0 0,1 0 1 0 0,0 0 0 0 0,-1 0 0 0 0,1 0 0 0 0,0 0 0 0 0,-1 1-1 0 0,0 0 10 0 0,0 0 0 0 0,0 0 0 0 0,0 0 0 0 0,0 0 0 0 0,0 0 0 0 0,0 0 0 0 0,1 0 0 0 0,-1 0 0 0 0,0 0 0 0 0,1 0 0 0 0,-1 1 0 0 0,1-1 0 0 0,-1 0 0 0 0,1 0 0 0 0,0 1 0 0 0,-1-1 0 0 0,1 0 0 0 0,0 1 0 0 0,0-1 0 0 0,0 2 0 0 0,1 9 77 0 0,0-1 0 0 0,0 1 0 0 0,1-1 0 0 0,0 0 0 0 0,1 0 0 0 0,1 0 0 0 0,8 19-1 0 0,-10-25-42 0 0,1 1 0 0 0,-1-1 0 0 0,1 0 0 0 0,1 0 0 0 0,-1 0 0 0 0,1 0 0 0 0,0-1-1 0 0,0 0 1 0 0,0 1 0 0 0,1-1 0 0 0,-1-1 0 0 0,1 1 0 0 0,0-1 0 0 0,0 1 0 0 0,0-2-1 0 0,10 5 1 0 0,-10-6-10 0 0,-1 0 0 0 0,1 0-1 0 0,0-1 1 0 0,0 0 0 0 0,0 0-1 0 0,0 0 1 0 0,0 0-1 0 0,-1-1 1 0 0,1 0 0 0 0,0 0-1 0 0,0 0 1 0 0,-1-1 0 0 0,1 1-1 0 0,-1-1 1 0 0,1 0-1 0 0,-1-1 1 0 0,8-4 0 0 0,4-5 45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5.8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 57 6553 0 0,'-7'-10'0'0'0,"4"4"0"0"0,-1 1 0 0 0,1 0 0 0 0,1 1 0 0 0,2 2 0 0 0,0 1 0 0 0,2-3 0 0 0,-1-1 0 0 0,3-2 0 0 0,5 1 0 0 0,1 5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6.2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29 254 6553 0 0,'-3'-4'0'0'0,"0"0"0"0"0,1 0 0 0 0,-1-1 0 0 0,0 1 0 0 0,1-1 0 0 0,0 1 0 0 0,0-1 0 0 0,1 0 0 0 0,-1 0 0 0 0,1 0 0 0 0,0 0 0 0 0,0-7 0 0 0,-1-4 0 0 0,1 1 0 0 0,3-29 0 0 0,-2 38-2 0 0,2 0-1 0 0,-1 0 0 0 0,0 0 0 0 0,1 0 0 0 0,0 0 0 0 0,1 0 0 0 0,-1 0 0 0 0,1 1 0 0 0,0-1 1 0 0,0 1-1 0 0,1 0 0 0 0,0 0 0 0 0,0 0 0 0 0,7-7 0 0 0,-9 10 31 0 0,1 0 1 0 0,-1 0-1 0 0,1 0 0 0 0,-1 0 1 0 0,1 1-1 0 0,0-1 0 0 0,-1 1 1 0 0,1 0-1 0 0,0-1 0 0 0,0 1 0 0 0,0 1 1 0 0,0-1-1 0 0,0 0 0 0 0,0 1 1 0 0,1 0-1 0 0,-1-1 0 0 0,0 1 1 0 0,0 0-1 0 0,0 1 0 0 0,0-1 1 0 0,0 0-1 0 0,0 1 0 0 0,0 0 0 0 0,0 0 1 0 0,0 0-1 0 0,0 0 0 0 0,0 0 1 0 0,0 1-1 0 0,0-1 0 0 0,4 4 1 0 0,-1 0 83 0 0,-1 0 0 0 0,1 0 0 0 0,-1 1 0 0 0,0-1 0 0 0,-1 1 0 0 0,1 0 0 0 0,-1 1 0 0 0,-1-1 0 0 0,6 12 0 0 0,22 65 1325 0 0,-31-83-1423 0 0,11 41 622 0 0,-8-28-414 0 0,1 1-1 0 0,0-1 1 0 0,1 0 0 0 0,0 0-1 0 0,1-1 1 0 0,11 19-1 0 0,-16-30-185 0 0,0 1-1 0 0,0-1 0 0 0,1 1 0 0 0,-1-1 1 0 0,0 0-1 0 0,1 1 0 0 0,-1-1 0 0 0,1 0 0 0 0,-1 0 1 0 0,1 0-1 0 0,0 0 0 0 0,-1 0 0 0 0,1-1 1 0 0,0 1-1 0 0,-1 0 0 0 0,1-1 0 0 0,0 0 0 0 0,0 1 1 0 0,0-1-1 0 0,2 0 0 0 0,-1 0 18 0 0,0 0 0 0 0,0-1 0 0 0,0 1 0 0 0,0-1 0 0 0,0 0 0 0 0,0 0 0 0 0,-1 0 0 0 0,1 0 0 0 0,0-1 0 0 0,-1 1 0 0 0,5-3 0 0 0,0-3-30 0 0,1 1 0 0 0,0-1 0 0 0,-1 0 0 0 0,-1 0-1 0 0,1-1 1 0 0,7-12 0 0 0,-7 8-128 0 0,0 0-1 0 0,-1-1 0 0 0,0 1 1 0 0,-1-1-1 0 0,6-24 1 0 0,-9 31 59 0 0,-1-1-1 0 0,0 0 1 0 0,0 0 0 0 0,-1 1 0 0 0,0-1 0 0 0,0 0 0 0 0,0 0-1 0 0,-1 0 1 0 0,0 1 0 0 0,0-1 0 0 0,-1 0 0 0 0,0 1 0 0 0,-4-11-1 0 0,5 16 40 0 0,1-1 0 0 0,-1 0-1 0 0,0 1 1 0 0,0 0 0 0 0,0-1-1 0 0,0 1 1 0 0,-1-1-1 0 0,1 1 1 0 0,0 0 0 0 0,0 0-1 0 0,-1 0 1 0 0,1 0 0 0 0,-1 0-1 0 0,-2-1 1 0 0,3 1 14 0 0,0 1 1 0 0,0 0 0 0 0,1 0-1 0 0,-1 0 1 0 0,0 0 0 0 0,0 0-1 0 0,0 0 1 0 0,0 0 0 0 0,0 0-1 0 0,1 0 1 0 0,-1 0 0 0 0,0 1-1 0 0,0-1 1 0 0,0 0 0 0 0,0 1-1 0 0,1-1 1 0 0,-1 0 0 0 0,0 1-1 0 0,0-1 1 0 0,1 1 0 0 0,-1-1-1 0 0,0 1 1 0 0,1 0 0 0 0,-1-1-1 0 0,1 1 1 0 0,-1-1 0 0 0,1 1-1 0 0,-1 0 1 0 0,1 0 0 0 0,-1-1-1 0 0,0 3 1 0 0,-3 3 69 0 0,1 1 0 0 0,0 0 0 0 0,0 1 1 0 0,0-1-1 0 0,1 0 0 0 0,0 1 0 0 0,0-1 0 0 0,1 1 0 0 0,0 0 0 0 0,1-1 1 0 0,-1 1-1 0 0,2 0 0 0 0,-1 0 0 0 0,1-1 0 0 0,0 1 0 0 0,0 0 0 0 0,1-1 0 0 0,0 1 1 0 0,3 6-1 0 0,-2-7 0 0 0,-1-1 0 0 0,1 0 0 0 0,1-1 1 0 0,-1 1-1 0 0,1 0 0 0 0,0-1 0 0 0,0 0 0 0 0,0 0 1 0 0,1 0-1 0 0,-1-1 0 0 0,1 1 0 0 0,1-1 0 0 0,-1 0 1 0 0,0 0-1 0 0,1-1 0 0 0,0 0 0 0 0,0 0 0 0 0,0 0 0 0 0,0-1 1 0 0,0 0-1 0 0,1 0 0 0 0,9 2 0 0 0,-5-3 30 0 0,1 0 0 0 0,-1-1-1 0 0,1 0 1 0 0,-1-1 0 0 0,15-2-1 0 0,4-4 200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6.8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89 540 6553 0 0,'-6'-1'-53'0'0,"5"0"83"0"0,-1 1 0 0 0,1-1 1 0 0,0 1-1 0 0,-1 0 0 0 0,1-1 0 0 0,0 1 1 0 0,-1 0-1 0 0,1 0 0 0 0,-1 0 1 0 0,1 0-1 0 0,-1 1 0 0 0,1-1 0 0 0,0 0 1 0 0,-1 0-1 0 0,1 1 0 0 0,0-1 0 0 0,-1 1 1 0 0,1-1-1 0 0,0 1 0 0 0,0 0 1 0 0,-1-1-1 0 0,1 1 0 0 0,0 0 0 0 0,0 0 1 0 0,0 0-1 0 0,-2 2 0 0 0,-2 3 92 0 0,0 1-1 0 0,0 0 1 0 0,1 0 0 0 0,0 0-1 0 0,0 0 1 0 0,1 1 0 0 0,-1 0-1 0 0,2-1 1 0 0,-1 1-1 0 0,1 0 1 0 0,0 1 0 0 0,1-1-1 0 0,0 0 1 0 0,0 11 0 0 0,1-14-32 0 0,0 1 1 0 0,1-1-1 0 0,-1 0 1 0 0,1 0-1 0 0,0 1 1 0 0,0-1-1 0 0,1 0 1 0 0,0 0-1 0 0,0 0 1 0 0,0 0-1 0 0,0-1 1 0 0,1 1 0 0 0,0 0-1 0 0,0-1 1 0 0,0 0-1 0 0,0 0 1 0 0,1 0-1 0 0,0 0 1 0 0,-1 0-1 0 0,1-1 1 0 0,1 0-1 0 0,-1 1 1 0 0,8 3 0 0 0,-6-4 2 0 0,0-1 0 0 0,1 0 0 0 0,-1 0 0 0 0,1 0 0 0 0,0-1 0 0 0,-1 0 0 0 0,1 0 0 0 0,0 0 0 0 0,0-1 0 0 0,-1 0 0 0 0,1-1 0 0 0,0 1 0 0 0,0-1 0 0 0,-1-1 0 0 0,1 1 0 0 0,-1-1 0 0 0,1 0 0 0 0,-1-1 0 0 0,0 1 0 0 0,10-7 0 0 0,-5 3-90 0 0,-1 0 0 0 0,0-1 0 0 0,-1 0 0 0 0,1-1 0 0 0,-1 0 0 0 0,-1 0 0 0 0,1-1 0 0 0,-2 0 0 0 0,1-1 0 0 0,12-20 0 0 0,-15 18-91 0 0,0 0 0 0 0,0 0 0 0 0,-1-1 0 0 0,-1 0 0 0 0,0 0 0 0 0,0 0 0 0 0,-2 0 0 0 0,0 0 0 0 0,0-1-1 0 0,-1 1 1 0 0,-2-18 0 0 0,-4-16-454 0 0,-23-83 0 0 0,24 108 425 0 0,-18-65-423 0 0,-26-122-730 0 0,80 367 3273 0 0,21 160 2059 0 0,-46-238-3342 0 0,6 109 1616 0 0,-10-202-2234 0 0,0 1-1 0 0,1 0 0 0 0,6-14 1 0 0,19-52-965 0 0,4 3 70 0 0,-27 67 687 0 0,0 0-1 0 0,0 0 1 0 0,0 0 0 0 0,1 0-1 0 0,0 1 1 0 0,11-10 0 0 0,-16 16 92 0 0,0 0 0 0 0,0 0-1 0 0,1 0 1 0 0,-1 0 0 0 0,0 0 0 0 0,0 0 0 0 0,0 1 0 0 0,1-1 0 0 0,-1 0-1 0 0,0 1 1 0 0,1-1 0 0 0,-1 1 0 0 0,0 0 0 0 0,1-1 0 0 0,-1 1 0 0 0,1 0-1 0 0,-1 0 1 0 0,0 0 0 0 0,1 0 0 0 0,-1 0 0 0 0,1 0 0 0 0,-1 0 0 0 0,1 1 0 0 0,-1-1-1 0 0,2 1 1 0 0,-1 0 17 0 0,0 0-1 0 0,0 1 1 0 0,-1-1 0 0 0,1 1-1 0 0,0-1 1 0 0,-1 1 0 0 0,1 0-1 0 0,-1-1 1 0 0,1 1 0 0 0,-1 0-1 0 0,0 0 1 0 0,0 0-1 0 0,0 0 1 0 0,0 0 0 0 0,1 3-1 0 0,3 12 153 0 0,-1 1 0 0 0,0-1-1 0 0,-1 1 1 0 0,-1-1-1 0 0,-1 1 1 0 0,-1 18 0 0 0,0-18-8 0 0,1-1 0 0 0,0 0 1 0 0,1 0-1 0 0,0 0 0 0 0,2 0 1 0 0,6 21-1 0 0,-10-37-137 0 0,1 0 1 0 0,-1 1 0 0 0,1-1-1 0 0,-1 0 1 0 0,1 0-1 0 0,0 0 1 0 0,-1 1-1 0 0,1-1 1 0 0,0 0-1 0 0,0 0 1 0 0,0 0-1 0 0,-1 0 1 0 0,1 0-1 0 0,0-1 1 0 0,0 1-1 0 0,1 0 1 0 0,-1 0-1 0 0,0-1 1 0 0,0 1 0 0 0,0 0-1 0 0,0-1 1 0 0,1 1-1 0 0,-1-1 1 0 0,0 0-1 0 0,0 1 1 0 0,1-1-1 0 0,2 0 1 0 0,-2 0 11 0 0,1 0 0 0 0,0-1 1 0 0,-1 0-1 0 0,1 0 0 0 0,0 0 0 0 0,-1 0 1 0 0,1 0-1 0 0,-1 0 0 0 0,1-1 0 0 0,-1 1 1 0 0,0-1-1 0 0,3-2 0 0 0,7-6 115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7.0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2 6553 0 0,'-2'-2'0'0'0,"0"2"241"0"0,0 0-241 0 0,2 2 0 0 0,2 0 0 0 0,0 3 340 0 0,5 0-340 0 0,3 4 537 0 0,8 2-537 0 0,2-1 340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7.7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 80 6553 0 0,'-2'27'773'0'0,"-5"31"-1"0"0,0 16 376 0 0,6-64-1021 0 0,1-1 0 0 0,1 1-1 0 0,0 0 1 0 0,0-1-1 0 0,4 15 1 0 0,-4-22-84 0 0,-1 0 0 0 0,1 1 0 0 0,0-1 0 0 0,0 0 0 0 0,0 0 0 0 0,0 0 0 0 0,1 0 0 0 0,-1 0 0 0 0,1 0 0 0 0,-1 0 0 0 0,1 0 0 0 0,-1 0 0 0 0,1-1 0 0 0,0 1 0 0 0,0-1 0 0 0,0 1 0 0 0,0-1 0 0 0,0 0-1 0 0,0 0 1 0 0,1 0 0 0 0,-1 0 0 0 0,0 0 0 0 0,0 0 0 0 0,1-1 0 0 0,-1 1 0 0 0,0-1 0 0 0,1 1 0 0 0,-1-1 0 0 0,1 0 0 0 0,-1 0 0 0 0,0 0 0 0 0,1 0 0 0 0,-1-1 0 0 0,1 1 0 0 0,3-2 0 0 0,-2 1-22 0 0,0 0 0 0 0,0 0 0 0 0,0 0 0 0 0,-1-1 0 0 0,1 0 0 0 0,0 0 0 0 0,-1 0 0 0 0,1 0 1 0 0,-1-1-1 0 0,0 1 0 0 0,1-1 0 0 0,-1 0 0 0 0,0 0 0 0 0,-1 0 0 0 0,1 0 0 0 0,-1 0 0 0 0,1-1 0 0 0,-1 1 0 0 0,0-1 0 0 0,2-5 0 0 0,-2 4-53 0 0,-1-1 0 0 0,0 0 0 0 0,-1 0 0 0 0,1 0 0 0 0,-1 1 0 0 0,0-1 0 0 0,-1 0 0 0 0,1 0 0 0 0,-1 0 0 0 0,0 0 0 0 0,-1 1 0 0 0,1-1 0 0 0,-1 0 0 0 0,0 1 0 0 0,-1-1 0 0 0,-5-9 1 0 0,-4-4-150 0 0,0 0 1 0 0,-30-33 0 0 0,19 29 13 0 0,17 18 138 0 0,1-1-1 0 0,-1 1 1 0 0,1-1 0 0 0,0 0-1 0 0,1 0 1 0 0,0 0-1 0 0,-6-10 1 0 0,10 15 27 0 0,0 1 0 0 0,0 0 0 0 0,0-1 0 0 0,-1 1 0 0 0,1-1 0 0 0,0 1 0 0 0,0-1 0 0 0,0 1 0 0 0,0 0 0 0 0,0-1 0 0 0,0 1 0 0 0,0-1 0 0 0,0 1 0 0 0,0-1 0 0 0,0 1 0 0 0,0 0 0 0 0,0-1 0 0 0,0 1 0 0 0,1-1 0 0 0,-1 1 0 0 0,0 0 0 0 0,0-1 0 0 0,0 1 0 0 0,1-1 0 0 0,-1 1 0 0 0,0 0 0 0 0,0-1-1 0 0,1 1 1 0 0,-1-1 0 0 0,1 1 7 0 0,0-1-1 0 0,0 1 0 0 0,0-1 0 0 0,0 1 0 0 0,0 0 0 0 0,0-1 0 0 0,0 1 0 0 0,0 0 0 0 0,0 0 0 0 0,0 0 0 0 0,2 0 0 0 0,29 3 246 0 0,-32-3-247 0 0,10 2 136 0 0,0 1 0 0 0,0 0-1 0 0,-1 1 1 0 0,1-1 0 0 0,-1 2 0 0 0,0-1 0 0 0,0 1-1 0 0,-1 1 1 0 0,0 0 0 0 0,1 0 0 0 0,-2 0 0 0 0,1 1-1 0 0,8 10 1 0 0,-7-5 66 0 0,0-1-1 0 0,-1 2 0 0 0,0-1 1 0 0,-1 1-1 0 0,-1 0 0 0 0,0 1 0 0 0,-1 0 1 0 0,6 22-1 0 0,-5-7 244 0 0,-1-1 1 0 0,-2 1-1 0 0,-1 55 0 0 0,-2-84-443 0 0,0 0-1 0 0,0 0 0 0 0,0 0 0 0 0,0 0 1 0 0,0 0-1 0 0,0 0 0 0 0,0 0 0 0 0,0 1 1 0 0,0-1-1 0 0,0 0 0 0 0,0 0 0 0 0,0 0 1 0 0,0 0-1 0 0,0 0 0 0 0,0 0 0 0 0,0 0 1 0 0,0 0-1 0 0,0 1 0 0 0,0-1 0 0 0,0 0 1 0 0,0 0-1 0 0,0 0 0 0 0,1 0 1 0 0,-1 0-1 0 0,0 0 0 0 0,0 0 0 0 0,0 0 1 0 0,0 0-1 0 0,0 0 0 0 0,0 1 0 0 0,0-1 1 0 0,0 0-1 0 0,0 0 0 0 0,0 0 0 0 0,0 0 1 0 0,1 0-1 0 0,-1 0 0 0 0,0 0 0 0 0,0 0 1 0 0,0 0-1 0 0,0 0 0 0 0,0 0 0 0 0,0 0 1 0 0,0 0-1 0 0,0 0 0 0 0,1 0 0 0 0,-1 0 1 0 0,0 0-1 0 0,0 0 0 0 0,6-4 110 0 0,5-10 40 0 0,4-11-331 0 0,-1 0 0 0 0,-1-1 0 0 0,9-30 0 0 0,-3 11-330 0 0,-14 33 499 0 0,-4 6-37 0 0,1 1-1 0 0,0 0 0 0 0,1 0 0 0 0,-1 0 0 0 0,1 0 0 0 0,0 1 1 0 0,0-1-1 0 0,0 1 0 0 0,1-1 0 0 0,6-5 0 0 0,-10 10 48 0 0,0 0-1 0 0,0 0 0 0 0,1 0 0 0 0,-1 0 0 0 0,0-1 1 0 0,1 1-1 0 0,-1 0 0 0 0,0 0 0 0 0,1 0 1 0 0,-1 0-1 0 0,0 0 0 0 0,1 0 0 0 0,-1 0 1 0 0,0 0-1 0 0,0 0 0 0 0,1 0 0 0 0,-1 0 1 0 0,0 0-1 0 0,1 0 0 0 0,-1 0 0 0 0,0 1 1 0 0,1-1-1 0 0,-1 0 0 0 0,0 0 0 0 0,0 0 1 0 0,1 0-1 0 0,-1 0 0 0 0,0 1 0 0 0,1-1 1 0 0,7 11 146 0 0,1 14 81 0 0,-4 7 37 0 0,0-2 73 0 0,2-1 0 0 0,11 36-1 0 0,-15-56-269 0 0,0-1 0 0 0,1 0-1 0 0,0-1 1 0 0,0 1 0 0 0,0-1 0 0 0,1 0-1 0 0,1 0 1 0 0,-1 0 0 0 0,1-1-1 0 0,0 1 1 0 0,0-2 0 0 0,12 9-1 0 0,-16-12-34 0 0,1 0-1 0 0,0 0 0 0 0,0-1 0 0 0,0 1 0 0 0,0-1 0 0 0,1 0 0 0 0,-1 0 0 0 0,0 0 0 0 0,0 0 0 0 0,1-1 0 0 0,-1 1 0 0 0,0-1 0 0 0,1 0 0 0 0,-1 0 0 0 0,0 0 1 0 0,1 0-1 0 0,4-2 0 0 0,-3 1 10 0 0,0-1 1 0 0,0 0-1 0 0,-1 0 1 0 0,1 0 0 0 0,0-1-1 0 0,-1 0 1 0 0,1 0 0 0 0,-1 0-1 0 0,0 0 1 0 0,4-5-1 0 0,4-5-159 0 0,0 0 0 0 0,-1-1 0 0 0,-1-1 0 0 0,0 0 0 0 0,11-24 0 0 0,13-42-540 0 0,2-3-398 0 0,-30 73 933 0 0,0 0 0 0 0,1 0-1 0 0,0 1 1 0 0,1 0 0 0 0,10-11 0 0 0,-17 20 110 0 0,1-1 1 0 0,-1 1-1 0 0,1 0 1 0 0,-1 0-1 0 0,1-1 0 0 0,-1 1 1 0 0,1 1-1 0 0,0-1 1 0 0,-1 0-1 0 0,1 0 1 0 0,0 0-1 0 0,0 1 0 0 0,0-1 1 0 0,0 1-1 0 0,0 0 1 0 0,-1-1-1 0 0,1 1 0 0 0,3 0 1 0 0,-2 1 26 0 0,0-1 0 0 0,-1 1 1 0 0,1 0-1 0 0,0-1 0 0 0,0 1 1 0 0,-1 1-1 0 0,1-1 0 0 0,-1 0 0 0 0,1 1 1 0 0,-1-1-1 0 0,3 3 0 0 0,5 4 110 0 0,-1 1 0 0 0,-1 0 0 0 0,1 1 0 0 0,9 14 0 0 0,-17-23-118 0 0,12 18 212 0 0,-1 0 0 0 0,0 0 0 0 0,-1 1 0 0 0,8 22 0 0 0,-16-36-166 0 0,-1 1 0 0 0,0 0 0 0 0,0 0 1 0 0,0-1-1 0 0,-1 1 0 0 0,0 0 0 0 0,0 1 0 0 0,-1-1 0 0 0,0 0 1 0 0,0 0-1 0 0,0 0 0 0 0,-1 0 0 0 0,0 0 0 0 0,-1 0 0 0 0,0 0 1 0 0,-4 12-1 0 0,3-15-7 0 0,1 1 0 0 0,-1-1-1 0 0,0 0 1 0 0,0-1 0 0 0,0 1 0 0 0,-1-1 0 0 0,1 1 0 0 0,-1-1 0 0 0,0 0 0 0 0,0 0 0 0 0,0 0 0 0 0,0-1 0 0 0,-1 0 0 0 0,1 0 0 0 0,-7 3-1 0 0,-6 0 135 0 0,0 0 0 0 0,-34 4 0 0 0,30-5-3 0 0,-6-1 29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0.2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 8 1839 0 0,'0'0'134'0'0,"0"-1"-97"0"0,0 0 157 0 0,-1-5-176 0 0,-6 9 2857 0 0,3 2-2593 0 0,0-1 1 0 0,-1 1-1 0 0,1-1 1 0 0,1 1-1 0 0,-5 8 1 0 0,7-11-191 0 0,-1 0 0 0 0,1 0 1 0 0,0 1-1 0 0,1-1 0 0 0,-1 1 0 0 0,0-1 1 0 0,1 0-1 0 0,-1 1 0 0 0,1-1 0 0 0,0 1 1 0 0,-1-1-1 0 0,2 1 0 0 0,-1-1 0 0 0,0 1 1 0 0,0-1-1 0 0,1 1 0 0 0,-1-1 0 0 0,1 1 0 0 0,1 2 1 0 0,1 2-3163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1.4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1 558 4143 0 0,'13'5'1296'0'0,"-5"-5"-812"0"0,1 1-1 0 0,-1-1 0 0 0,1-1 0 0 0,0 1 1 0 0,-1-2-1 0 0,1 1 0 0 0,-1-1 0 0 0,15-5 1 0 0,63-29 1934 0 0,-77 31-2238 0 0,0 0-1 0 0,0-1 0 0 0,-1 0 1 0 0,0-1-1 0 0,0 0 0 0 0,-1 0 1 0 0,1-1-1 0 0,-2 0 0 0 0,1 0 1 0 0,-1 0-1 0 0,0-1 0 0 0,-1 0 1 0 0,0 0-1 0 0,-1 0 0 0 0,1-1 1 0 0,3-13-1 0 0,-3 4-24 0 0,0 0 0 0 0,0 0 0 0 0,-2 0 0 0 0,-1-1-1 0 0,0 1 1 0 0,-1-1 0 0 0,-4-35 0 0 0,1 39-77 0 0,0 1-1 0 0,-2 0 0 0 0,0-1 1 0 0,-9-21-1 0 0,11 31-61 0 0,0 0 1 0 0,-1 1-1 0 0,0 0 0 0 0,0-1 1 0 0,0 1-1 0 0,-1 0 0 0 0,0 1 1 0 0,0-1-1 0 0,0 1 1 0 0,0-1-1 0 0,-1 1 0 0 0,0 0 1 0 0,1 1-1 0 0,-10-6 0 0 0,12 8-14 0 0,0 0 0 0 0,0 1 0 0 0,0-1-1 0 0,0 0 1 0 0,0 1 0 0 0,0-1 0 0 0,-1 1-1 0 0,1 0 1 0 0,0 0 0 0 0,0 0 0 0 0,0 0 0 0 0,0 0-1 0 0,0 0 1 0 0,0 0 0 0 0,-1 1 0 0 0,1-1-1 0 0,0 1 1 0 0,0 0 0 0 0,0-1 0 0 0,0 1 0 0 0,0 0-1 0 0,1 0 1 0 0,-1 0 0 0 0,0 1 0 0 0,0-1-1 0 0,1 0 1 0 0,-1 1 0 0 0,1-1 0 0 0,-1 1 0 0 0,1-1-1 0 0,-1 1 1 0 0,1 0 0 0 0,0-1 0 0 0,0 1-1 0 0,-1 2 1 0 0,-2 3 6 0 0,0 0 0 0 0,1 1 0 0 0,0-1 0 0 0,1 0 0 0 0,0 1 0 0 0,0 0 0 0 0,-2 15 0 0 0,3 1-8 0 0,1 0 0 0 0,1-1 0 0 0,2 1 0 0 0,0-1 0 0 0,8 32 0 0 0,41 110 0 0 0,-52-165 0 0 0,90 228 0 0 0,-7-17 0 0 0,-65-164-2 0 0,15 49-1982 0 0,-30-87-3542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1.6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14 158 4607 0 0,'-1'-2'56'0'0,"-1"0"0"0"0,0 0 0 0 0,1 0 0 0 0,0 0 0 0 0,-1 0 0 0 0,1-1 0 0 0,0 1 0 0 0,-2-5 0 0 0,3 6-23 0 0,0 0 1 0 0,0 0-1 0 0,1 0 1 0 0,-1 0 0 0 0,0-1-1 0 0,0 1 1 0 0,1 0-1 0 0,-1 0 1 0 0,1 0-1 0 0,-1 0 1 0 0,1 0-1 0 0,-1 0 1 0 0,1 0-1 0 0,0 0 1 0 0,-1 0-1 0 0,1 0 1 0 0,0 1 0 0 0,0-1-1 0 0,0 0 1 0 0,0 0-1 0 0,1 0 1 0 0,8-8 699 0 0,0 2 1 0 0,1-1 0 0 0,0 2-1 0 0,1-1 1 0 0,-1 1 0 0 0,25-8-1 0 0,78-16-121 0 0,-54 16-835 0 0,-36 9-696 0 0,-1-1-2856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1.8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31 2303 0 0,'-1'-4'37'0'0,"0"2"0"0"0,1-1-1 0 0,-1 0 1 0 0,0 1-1 0 0,0-1 1 0 0,0 0 0 0 0,-3-3-1 0 0,4 6-2 0 0,-1-1 0 0 0,1 1 0 0 0,-1 0-1 0 0,1-1 1 0 0,0 1 0 0 0,-1 0 0 0 0,1-1-1 0 0,-1 1 1 0 0,1 0 0 0 0,-1-1 0 0 0,1 1-1 0 0,-1 0 1 0 0,0 0 0 0 0,1 0 0 0 0,-1 0-1 0 0,1-1 1 0 0,-1 1 0 0 0,1 0 0 0 0,-1 0-1 0 0,0 0 1 0 0,1 0 0 0 0,-1 0 0 0 0,1 0-1 0 0,-1 1 1 0 0,1-1 0 0 0,-1 0 0 0 0,0 0-1 0 0,1 0 1 0 0,-1 0 0 0 0,1 1 0 0 0,-1-1-1 0 0,1 0 1 0 0,-1 1 0 0 0,1-1 0 0 0,-1 0 0 0 0,1 1-1 0 0,0-1 1 0 0,-1 1 0 0 0,-2 1 287 0 0,0 1 0 0 0,1 0 0 0 0,-1 0-1 0 0,1-1 1 0 0,0 1 0 0 0,0 0 0 0 0,0 1 0 0 0,0-1 0 0 0,0 0 0 0 0,1 1 0 0 0,0-1 0 0 0,-1 1 0 0 0,1-1 0 0 0,1 1 0 0 0,-2 6 0 0 0,0 7 476 0 0,1 0 0 0 0,0 19 1 0 0,1-23-389 0 0,20 316 3683 0 0,-19-317-3991 0 0,1 1 0 0 0,1-1 0 0 0,0 1 1 0 0,5 14-1 0 0,-6-22-228 0 0,0 0 0 0 0,1 0 0 0 0,0 0 0 0 0,0-1 0 0 0,4 6 0 0 0,-5-8-268 0 0,0 1-1 0 0,0-1 1 0 0,1 0 0 0 0,-1 0 0 0 0,0 0-1 0 0,1 0 1 0 0,0 0 0 0 0,-1-1-1 0 0,1 1 1 0 0,3 0 0 0 0,8 2-4479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2.3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0 279 1839 0 0,'0'-9'373'0'0,"1"-1"-1"0"0,1 1 0 0 0,-1 0 0 0 0,1 0 0 0 0,1 0 0 0 0,0 0 1 0 0,0 0-1 0 0,1 0 0 0 0,0 1 0 0 0,7-12 0 0 0,-7 14 45 0 0,-1 1 1 0 0,1-1-1 0 0,0 1 0 0 0,1 0 0 0 0,-1 1 0 0 0,1-1 0 0 0,0 1 0 0 0,0 0 0 0 0,0 0 1 0 0,1 0-1 0 0,-1 1 0 0 0,1 0 0 0 0,0 0 0 0 0,0 0 0 0 0,11-3 0 0 0,-14 5-250 0 0,0 1-1 0 0,1-1 1 0 0,-1 1-1 0 0,0 0 1 0 0,1 0 0 0 0,-1 0-1 0 0,0 1 1 0 0,0-1-1 0 0,1 1 1 0 0,-1 0-1 0 0,0 0 1 0 0,0 0-1 0 0,0 0 1 0 0,4 2-1 0 0,-3-1-4 0 0,1 1 0 0 0,-1 0 1 0 0,1 1-1 0 0,-1-1 0 0 0,0 1 0 0 0,0 0 0 0 0,7 8 0 0 0,-5-3-66 0 0,0 0 1 0 0,-1 0 0 0 0,0 0-1 0 0,0 1 1 0 0,-1 0-1 0 0,0 0 1 0 0,-1 0 0 0 0,3 13-1 0 0,-4-12-40 0 0,-1 0 0 0 0,0 1 0 0 0,-1 20 0 0 0,0-26-46 0 0,-1 0-1 0 0,0 1 1 0 0,0-1-1 0 0,-1 0 1 0 0,1 0-1 0 0,-1 0 1 0 0,-1 0-1 0 0,-3 7 1 0 0,44-81 0 0 0,-16 35-48 0 0,101-169-988 0 0,-121 198 1019 0 0,13-26-3 0 0,-15 29 10 0 0,1-1 0 0 0,0 0 0 0 0,-1 0 0 0 0,1 1 1 0 0,-1-1-1 0 0,0 0 0 0 0,1 0 0 0 0,-1 0 0 0 0,0 0 0 0 0,0 1 0 0 0,0-1 0 0 0,0 0 0 0 0,-1-3 0 0 0,1 5 2 0 0,0 0 0 0 0,0 0 0 0 0,0 0 0 0 0,0-1 1 0 0,0 1-1 0 0,-1 0 0 0 0,1 0 0 0 0,0 0 0 0 0,0 0 0 0 0,0 0 0 0 0,0-1 0 0 0,0 1 0 0 0,0 0 0 0 0,-1 0 0 0 0,1 0 0 0 0,0 0 0 0 0,0 0 0 0 0,0 0 0 0 0,0 0 0 0 0,-1 0 1 0 0,1-1-1 0 0,0 1 0 0 0,0 0 0 0 0,0 0 0 0 0,0 0 0 0 0,-1 0 0 0 0,1 0 0 0 0,0 0 0 0 0,0 0 0 0 0,0 0 0 0 0,-1 0 0 0 0,1 0 0 0 0,0 0 0 0 0,0 0 0 0 0,0 1 0 0 0,0-1 0 0 0,-1 0 1 0 0,1 0-1 0 0,0 0 0 0 0,0 0 0 0 0,-10 7 141 0 0,-6 11 101 0 0,5-1-140 0 0,1 0 0 0 0,1 0 0 0 0,0 1 0 0 0,1 0 0 0 0,1 1 0 0 0,1-1 0 0 0,1 2 0 0 0,0-1 0 0 0,-2 23 0 0 0,5-30-39 0 0,1 0-1 0 0,1 0 1 0 0,0 0-1 0 0,0 1 1 0 0,1-1-1 0 0,3 14 1 0 0,-3-21-22 0 0,0 0-1 0 0,1 0 1 0 0,-1 0 0 0 0,1-1 0 0 0,0 1-1 0 0,0 0 1 0 0,1-1 0 0 0,-1 1 0 0 0,1-1-1 0 0,0 0 1 0 0,0 0 0 0 0,1 0 0 0 0,-1 0-1 0 0,1 0 1 0 0,0-1 0 0 0,0 0 0 0 0,4 3 0 0 0,-4-4-31 0 0,-1-1 1 0 0,1 1 0 0 0,-1-1-1 0 0,1 0 1 0 0,0 0-1 0 0,0-1 1 0 0,-1 1 0 0 0,1-1-1 0 0,0 0 1 0 0,0 0 0 0 0,0 0-1 0 0,0-1 1 0 0,-1 1 0 0 0,1-1-1 0 0,0 0 1 0 0,-1 0 0 0 0,1 0-1 0 0,4-2 1 0 0,1-1-361 0 0,-1 0-1 0 0,1 0 1 0 0,-1-1-1 0 0,0 0 1 0 0,-1 0-1 0 0,11-9 1 0 0,-8 3-5827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2.5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90 2303 0 0,'79'-23'5879'0'0,"73"-17"-2526"0"0,-68 18-4250 0 0,-66 17 498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2.8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 3679 0 0,'0'-1'31'0'0,"0"1"-1"0"0,0-1 0 0 0,0 1 1 0 0,0-1-1 0 0,1 1 0 0 0,-1-1 0 0 0,0 1 1 0 0,0-1-1 0 0,0 1 0 0 0,1-1 0 0 0,-1 1 1 0 0,0-1-1 0 0,0 1 0 0 0,1-1 1 0 0,-1 1-1 0 0,0-1 0 0 0,1 1 0 0 0,-1 0 1 0 0,0-1-1 0 0,1 1 0 0 0,-1-1 1 0 0,1 1-1 0 0,-1 0 0 0 0,2-1 0 0 0,15-2 1278 0 0,-12 3-806 0 0,0 0-1 0 0,-1 1 1 0 0,1 0-1 0 0,0-1 0 0 0,8 4 1 0 0,-4 0 14 0 0,0 1 0 0 0,-1 0 0 0 0,0 0 0 0 0,0 1 0 0 0,0-1 0 0 0,-1 2 0 0 0,1-1 1 0 0,10 14-1 0 0,-4-3 79 0 0,-1 1 0 0 0,20 33 0 0 0,-22-30-477 0 0,-1 0-1 0 0,-1 0 1 0 0,0 1 0 0 0,-2 1-1 0 0,-1-1 1 0 0,0 1-1 0 0,2 31 1 0 0,-6-36-104 0 0,-1-1 1 0 0,-1 0 0 0 0,-1 1-1 0 0,0-1 1 0 0,-1 0-1 0 0,-1 0 1 0 0,-1 0 0 0 0,0 0-1 0 0,-1 0 1 0 0,-11 24 0 0 0,-23 44 49 0 0,26-57-1424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3.0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8287 0 0,'1'0'98'0'0,"1"1"-1"0"0,-1-1 0 0 0,0 0 0 0 0,0 0 0 0 0,0 1 1 0 0,0-1-1 0 0,0 1 0 0 0,0-1 0 0 0,0 1 0 0 0,0 0 1 0 0,0-1-1 0 0,0 1 0 0 0,-1 0 0 0 0,1 0 0 0 0,0-1 1 0 0,1 3-1 0 0,13 17 1464 0 0,-9-10-599 0 0,-2-6-349 0 0,-1 1-1 0 0,0 0 1 0 0,0 0-1 0 0,0 0 1 0 0,-1 0-1 0 0,0 1 1 0 0,1-1-1 0 0,-2 0 1 0 0,3 11-1 0 0,-4-12-512 0 0,1 0 1 0 0,-1 0-1 0 0,-1 1 0 0 0,1-1 0 0 0,0 0 1 0 0,-1 0-1 0 0,0 0 0 0 0,0 0 1 0 0,0 0-1 0 0,-1 0 0 0 0,1 0 1 0 0,-1-1-1 0 0,0 1 0 0 0,-3 4 1 0 0,-30 40-2089 0 0,21-30-4542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4.0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4 460 6447 0 0,'-1'0'13'0'0,"1"0"-1"0"0,0 0 0 0 0,0 0 0 0 0,0 0 0 0 0,0 0 0 0 0,0 0 0 0 0,0 0 0 0 0,0 0 0 0 0,-1 0 1 0 0,1 0-1 0 0,0 0 0 0 0,0 0 0 0 0,0 0 0 0 0,0 0 0 0 0,0 0 0 0 0,0 0 0 0 0,0 0 0 0 0,0 0 1 0 0,-1 0-1 0 0,1 0 0 0 0,0 0 0 0 0,0 0 0 0 0,0 1 0 0 0,0-1 0 0 0,0 0 0 0 0,0 0 0 0 0,0 0 1 0 0,0 0-1 0 0,0 0 0 0 0,0 0 0 0 0,0 0 0 0 0,0 0 0 0 0,0 0 0 0 0,0 1 0 0 0,-1-1 1 0 0,1 0-1 0 0,0 0 0 0 0,0 0 0 0 0,0 0 0 0 0,0 0 0 0 0,0 0 0 0 0,0 0 0 0 0,0 1 0 0 0,0-1 1 0 0,0 0-1 0 0,0 0 0 0 0,0 0 0 0 0,1 0 0 0 0,-1 0 0 0 0,0 0 0 0 0,4 8 250 0 0,8 5 461 0 0,-9-10-534 0 0,0-1-1 0 0,0 0 1 0 0,1-1 0 0 0,-1 1-1 0 0,1 0 1 0 0,0-1-1 0 0,-1 0 1 0 0,1 0 0 0 0,0 0-1 0 0,8 1 1 0 0,41 0 1193 0 0,-48-2-1280 0 0,16 0 121 0 0,-1-2 1 0 0,0 0 0 0 0,0-1 0 0 0,0-1-1 0 0,0 0 1 0 0,-1-2 0 0 0,0 0 0 0 0,0-2-1 0 0,0 0 1 0 0,26-15 0 0 0,-36 17-116 0 0,0 0 1 0 0,0-1 0 0 0,0 1-1 0 0,-1-2 1 0 0,0 1 0 0 0,0-1-1 0 0,-1 0 1 0 0,0-1 0 0 0,-1 0-1 0 0,0 0 1 0 0,0 0-1 0 0,-1-1 1 0 0,0 1 0 0 0,0-1-1 0 0,-1-1 1 0 0,-1 1 0 0 0,0 0-1 0 0,0-1 1 0 0,-1 0 0 0 0,2-21-1 0 0,-4 20-83 0 0,-1 0 0 0 0,0 1 1 0 0,-1-1-1 0 0,0 1 0 0 0,-1-1 0 0 0,0 1 0 0 0,-1 0 0 0 0,0 0 0 0 0,-1 0 0 0 0,0 1 1 0 0,0 0-1 0 0,-1-1 0 0 0,-1 2 0 0 0,1-1 0 0 0,-2 1 0 0 0,1 0 0 0 0,-1 1 0 0 0,-12-10 1 0 0,17 15-25 0 0,0 1 0 0 0,0-1 0 0 0,0 1 1 0 0,0 0-1 0 0,-1 0 0 0 0,1 1 1 0 0,-1-1-1 0 0,1 1 0 0 0,-1-1 0 0 0,1 1 1 0 0,-1 0-1 0 0,0 1 0 0 0,1-1 0 0 0,-1 1 1 0 0,0-1-1 0 0,0 1 0 0 0,1 0 1 0 0,-1 0-1 0 0,0 1 0 0 0,0-1 0 0 0,-7 3 1 0 0,7-2 0 0 0,0 1 1 0 0,0 0-1 0 0,0 0 1 0 0,0 0 0 0 0,0 1-1 0 0,0-1 1 0 0,0 1-1 0 0,1 0 1 0 0,0 0 0 0 0,-1 0-1 0 0,1 1 1 0 0,0-1-1 0 0,0 1 1 0 0,1-1-1 0 0,-1 1 1 0 0,1 0 0 0 0,-4 8-1 0 0,3-2 9 0 0,0-1 0 0 0,1 1-1 0 0,-1 0 1 0 0,2 1 0 0 0,0-1-1 0 0,0 0 1 0 0,0 0 0 0 0,2 0-1 0 0,-1 1 1 0 0,1-1 0 0 0,1 0-1 0 0,0 0 1 0 0,3 12 0 0 0,7 14 81 0 0,1-1 1 0 0,21 42 0 0 0,70 157 475 0 0,29 60-188 0 0,-119-266-380 0 0,19 40 0 0 0,-30-60 0 0 0,0 0 0 0 0,0 0 0 0 0,-1 0 0 0 0,0 0 0 0 0,-1 0 0 0 0,1 14 0 0 0,-2-17-317 0 0,-1 0-1 0 0,1 0 0 0 0,-1-1 0 0 0,0 1 1 0 0,0 0-1 0 0,-1-1 0 0 0,1 1 1 0 0,-1-1-1 0 0,0 0 0 0 0,-4 7 1 0 0,-1 0-5141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4.2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2 272 6911 0 0,'0'-2'63'0'0,"-1"0"-1"0"0,1 0 0 0 0,0 0 0 0 0,0 0 0 0 0,0 0 0 0 0,0 0 0 0 0,0 1 1 0 0,0-1-1 0 0,0 0 0 0 0,1 0 0 0 0,0-3 0 0 0,0 3-167 0 0,1 0-1 0 0,-1 0 1 0 0,0 0-1 0 0,1 0 1 0 0,0 1-1 0 0,-1-1 1 0 0,1 1-1 0 0,0-1 1 0 0,3-1-1 0 0,22-15 651 0 0,1 0 0 0 0,1 2 0 0 0,0 2 0 0 0,1 0-1 0 0,41-12 1 0 0,2 2-571 0 0,76-38-1 0 0,-110 40-1994 0 0,-19 10-929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4.5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 51 455 0 0,'0'-2'-90'0'0,"-1"-1"461"0"0,1-1 1 0 0,-1 1 0 0 0,1 0-1 0 0,-1 0 1 0 0,0-1 0 0 0,-1 1 0 0 0,1 0-1 0 0,0 0 1 0 0,-1 0 0 0 0,0 0 0 0 0,0 0-1 0 0,0 1 1 0 0,-3-5 0 0 0,5 7-313 0 0,-1 0 1 0 0,1-1-1 0 0,0 1 1 0 0,-1 0-1 0 0,1 0 0 0 0,-1 0 1 0 0,1 0-1 0 0,0-1 1 0 0,-1 1-1 0 0,1 0 1 0 0,0 0-1 0 0,-1 0 0 0 0,1 0 1 0 0,-1 0-1 0 0,1 0 1 0 0,0 0-1 0 0,-1 0 1 0 0,1 0-1 0 0,-1 0 1 0 0,1 0-1 0 0,0 0 0 0 0,-1 1 1 0 0,1-1-1 0 0,0 0 1 0 0,-1 0-1 0 0,1 0 1 0 0,-1 0-1 0 0,1 1 1 0 0,0-1-1 0 0,-1 0 0 0 0,1 0 1 0 0,0 1-1 0 0,0-1 1 0 0,-1 0-1 0 0,1 0 1 0 0,0 1-1 0 0,0-1 1 0 0,-1 0-1 0 0,1 1 0 0 0,0-1 1 0 0,0 0-1 0 0,0 1 1 0 0,0-1-1 0 0,-1 1 1 0 0,1-1-1 0 0,0 0 1 0 0,0 1-1 0 0,-6 19 1046 0 0,2 9 130 0 0,2 1-1 0 0,2 48 0 0 0,0-32-289 0 0,0 24 835 0 0,11 77-1 0 0,-8-122-1550 0 0,2 0 0 0 0,0 0-1 0 0,2-1 1 0 0,1 0 0 0 0,1-1-1 0 0,20 39 1 0 0,-27-57-410 0 0,1 0 0 0 0,1 0 1 0 0,-1 0-1 0 0,1-1 0 0 0,-1 1 0 0 0,1-1 0 0 0,1 0 0 0 0,-1 0 0 0 0,0-1 0 0 0,1 1 0 0 0,10 5 1 0 0,-6-6-6026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5.1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0 260 3679 0 0,'1'-10'153'0'0,"-1"8"-127"0"0,0 0 0 0 0,0 0 0 0 0,0-1 0 0 0,1 1 0 0 0,-1 0 0 0 0,0 0 0 0 0,1 0 0 0 0,0 0 0 0 0,-1 0 1 0 0,1-1-1 0 0,0 1 0 0 0,0 1 0 0 0,0-1 0 0 0,0 0 0 0 0,1 0 0 0 0,-1 0 0 0 0,0 0 0 0 0,1 1 0 0 0,-1-1 0 0 0,3-1 0 0 0,22-16 1230 0 0,0 1 0 0 0,29-16 0 0 0,-46 30-808 0 0,0-1 0 0 0,1 2 1 0 0,-1-1-1 0 0,1 1 0 0 0,-1 1 1 0 0,1 0-1 0 0,0 0 0 0 0,0 1 0 0 0,0 0 1 0 0,18 1-1 0 0,-24 0-328 0 0,0 1 1 0 0,0-1-1 0 0,0 1 0 0 0,0 0 0 0 0,-1 0 1 0 0,1 1-1 0 0,0-1 0 0 0,0 1 1 0 0,-1 0-1 0 0,1 0 0 0 0,-1 0 1 0 0,0 0-1 0 0,1 0 0 0 0,-1 1 1 0 0,3 3-1 0 0,-3-2-21 0 0,1 1 1 0 0,-1-1-1 0 0,1 1 1 0 0,-1 0-1 0 0,-1 0 1 0 0,1 1 0 0 0,-1-1-1 0 0,0 0 1 0 0,2 9-1 0 0,-1 0-27 0 0,0 1-1 0 0,-2-1 1 0 0,0 1-1 0 0,0-1 1 0 0,-1 1-1 0 0,-1 0 0 0 0,-4 19 1 0 0,-1-5 78 0 0,-12 31 1 0 0,4-11 57 0 0,12-34-167 0 0,2-15-38 0 0,0 0-1 0 0,0 0 0 0 0,0 1 1 0 0,0-1-1 0 0,0 0 0 0 0,1 1 1 0 0,-1-1-1 0 0,0 0 0 0 0,0 0 1 0 0,0 1-1 0 0,0-1 1 0 0,0 0-1 0 0,1 0 0 0 0,-1 1 1 0 0,0-1-1 0 0,0 0 0 0 0,0 0 1 0 0,1 1-1 0 0,-1-1 0 0 0,0 0 1 0 0,0 0-1 0 0,1 0 1 0 0,-1 0-1 0 0,1 1 0 0 0,0-1 2 0 0,0 0-1 0 0,0-1 1 0 0,0 1-1 0 0,0 0 1 0 0,0 0-1 0 0,0-1 0 0 0,0 1 1 0 0,0-1-1 0 0,0 1 1 0 0,0-1-1 0 0,-1 1 1 0 0,1-1-1 0 0,0 1 1 0 0,0-1-1 0 0,0 0 1 0 0,-1 1-1 0 0,1-1 0 0 0,0 0 1 0 0,-1 0-1 0 0,1 0 1 0 0,0-1-1 0 0,17-21-55 0 0,-1-2 0 0 0,-2 0 0 0 0,0-1-1 0 0,-2 0 1 0 0,16-44 0 0 0,-15 26-58 0 0,-2 0 0 0 0,13-86 1 0 0,-25 126 90 0 0,1 0 29 0 0,0-1 0 0 0,-1 1 1 0 0,1-1-1 0 0,-1 1 0 0 0,0-1 1 0 0,0 0-1 0 0,-1 1 0 0 0,1-1 1 0 0,-1 1-1 0 0,-2-8 0 0 0,3 12-8 0 0,0 0 0 0 0,-1-1-1 0 0,1 1 1 0 0,0 0 0 0 0,0 0-1 0 0,0 0 1 0 0,0 0 0 0 0,0 0-1 0 0,0 0 1 0 0,-1-1 0 0 0,1 1-1 0 0,0 0 1 0 0,0 0 0 0 0,0 0-1 0 0,0 0 1 0 0,-1 0 0 0 0,1 0-1 0 0,0 0 1 0 0,0 0 0 0 0,0 0-1 0 0,0 0 1 0 0,-1 0 0 0 0,1 0-1 0 0,0 0 1 0 0,0 0 0 0 0,0 0-1 0 0,-1 0 1 0 0,1 0 0 0 0,0 0-1 0 0,0 0 1 0 0,0 0 0 0 0,0 0-1 0 0,-1 0 1 0 0,1 0 0 0 0,0 0-1 0 0,0 0 1 0 0,0 0 0 0 0,0 0-1 0 0,-1 1 1 0 0,1-1 0 0 0,0 0-1 0 0,0 0 1 0 0,0 0 0 0 0,0 0-1 0 0,0 0 1 0 0,-1 0 0 0 0,1 1-1 0 0,0-1 1 0 0,0 0 0 0 0,0 0-1 0 0,0 0 1 0 0,0 0 0 0 0,0 1-1 0 0,0-1 1 0 0,0 0 0 0 0,0 0-1 0 0,0 0 1 0 0,0 1 0 0 0,0-1-1 0 0,0 0 1 0 0,0 0 0 0 0,0 1-1 0 0,-4 12 173 0 0,-42 279 815 0 0,42-270-899 0 0,2 0 0 0 0,-1 38 1 0 0,3-51-20 0 0,1 0 1 0 0,0 0-1 0 0,0 0 1 0 0,1 0 0 0 0,0 0-1 0 0,0 0 1 0 0,1-1 0 0 0,0 1-1 0 0,7 11 1 0 0,-8-17-37 0 0,0 0 1 0 0,1 1-1 0 0,0-1 1 0 0,-1 0-1 0 0,1 0 1 0 0,0-1-1 0 0,1 1 1 0 0,-1 0-1 0 0,0-1 0 0 0,1 0 1 0 0,-1 0-1 0 0,1 0 1 0 0,0 0-1 0 0,-1-1 1 0 0,1 1-1 0 0,0-1 1 0 0,0 0-1 0 0,0 0 1 0 0,0-1-1 0 0,0 1 0 0 0,0-1 1 0 0,0 0-1 0 0,0 0 1 0 0,0 0-1 0 0,6-1 1 0 0,-3 0-219 0 0,1-1-1 0 0,-1 1 1 0 0,0-1 0 0 0,0-1 0 0 0,-1 1 0 0 0,1-1-1 0 0,0 0 1 0 0,-1-1 0 0 0,0 1 0 0 0,0-1 0 0 0,0-1 0 0 0,0 1-1 0 0,8-9 1 0 0,-5 2-6089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5.3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3 171 6447 0 0,'0'0'41'0'0,"0"0"-1"0"0,0 0 0 0 0,-1 0 1 0 0,1 0-1 0 0,0 0 0 0 0,0 0 1 0 0,0 0-1 0 0,0 0 1 0 0,0 0-1 0 0,0 0 0 0 0,0 0 1 0 0,-1 0-1 0 0,1-1 0 0 0,0 1 1 0 0,0 0-1 0 0,0 0 0 0 0,0 0 1 0 0,0 0-1 0 0,0 0 0 0 0,0 0 1 0 0,0-1-1 0 0,0 1 0 0 0,0 0 1 0 0,0 0-1 0 0,0 0 0 0 0,0 0 1 0 0,0 0-1 0 0,0-1 1 0 0,0 1-1 0 0,0 0 0 0 0,0 0 1 0 0,0 0-1 0 0,0 0 0 0 0,0 0 1 0 0,0 0-1 0 0,0-1 0 0 0,0 1 1 0 0,0 0-1 0 0,0 0 0 0 0,0 0 1 0 0,0 0-1 0 0,0 0 0 0 0,0 0 1 0 0,0-1-1 0 0,0 1 0 0 0,1 0 1 0 0,-1 0-1 0 0,0 0 1 0 0,10-5 1630 0 0,23-4 806 0 0,-23 7-1776 0 0,52-16 1936 0 0,86-40 0 0 0,31-9-2098 0 0,-173 65-583 0 0,-4 1 2 0 0,-1 1-1 0 0,1-1 1 0 0,0 0-1 0 0,-1 1 1 0 0,1-1-1 0 0,0 1 1 0 0,-1 0-1 0 0,1 0 1 0 0,0-1-1 0 0,-1 1 1 0 0,1 0-1 0 0,0 0 1 0 0,0 1-1 0 0,-1-1 1 0 0,1 0-1 0 0,2 1 1 0 0,-1 4-816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7.7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7 4607 0 0,'-15'-7'9363'0'0,"15"8"-9214"0"0,8 26 733 0 0,0 0 1 0 0,14 32-1 0 0,-4-20-800 0 0,-2 1 0 0 0,-3 1 0 0 0,11 50 0 0 0,-23-85-430 0 0,1 6 301 0 0,-1-5-4674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7.9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51 4607 0 0,'-13'-12'784'0'0,"13"11"-680"0"0,0 1 0 0 0,-1 0 0 0 0,1-1 0 0 0,0 1 0 0 0,0-1 0 0 0,0 1 0 0 0,0 0 0 0 0,0-1 0 0 0,0 1 0 0 0,-1-1 0 0 0,1 1 0 0 0,0-1 0 0 0,0 1 0 0 0,0 0 0 0 0,0-1 0 0 0,1 1 0 0 0,-1-1 0 0 0,0 1 0 0 0,0-1-1 0 0,0 1 1 0 0,0-1 0 0 0,1 0 76 0 0,0 0-1 0 0,0 0 1 0 0,0 0-1 0 0,0 0 1 0 0,0 0-1 0 0,0 1 0 0 0,0-1 1 0 0,0 0-1 0 0,1 1 1 0 0,-1-1-1 0 0,0 1 0 0 0,0-1 1 0 0,0 1-1 0 0,1 0 1 0 0,-1-1-1 0 0,0 1 1 0 0,1 0-1 0 0,0 0 0 0 0,80-7 2632 0 0,-29 3-1735 0 0,14-1-661 0 0,114 4 1 0 0,-133 7-655 0 0,-28-1-3992 0 0,-9-1-641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8.2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19 104 4143 0 0,'-3'1'55'0'0,"-11"5"394"0"0,12-5-4 0 0,9-2 190 0 0,67-23 3452 0 0,163-19 738 0 0,-199 38-4466 0 0,156-32 698 0 0,-181 35-1082 0 0,-7 3-445 0 0,-5 2-693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19.7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71 2759 0 0,'2'-5'173'0'0,"-1"-1"0"0"0,1 1-1 0 0,0 0 1 0 0,0 0 0 0 0,0 0-1 0 0,1 0 1 0 0,0 0 0 0 0,4-6-1 0 0,-3 5 550 0 0,-3 5-565 0 0,-1 0-1 0 0,1-1 0 0 0,0 1 0 0 0,-1 0 0 0 0,1 1 0 0 0,0-1 0 0 0,0 0 1 0 0,0 0-1 0 0,0 0 0 0 0,0 0 0 0 0,1 0 0 0 0,-2 1-111 0 0,0 0 0 0 0,0 0 0 0 0,1 0 0 0 0,-1 0 0 0 0,0 0 0 0 0,0 0-1 0 0,0 0 1 0 0,0 0 0 0 0,1 0 0 0 0,-1 0 0 0 0,0 0 0 0 0,0 0 0 0 0,0 1 0 0 0,0-1-1 0 0,1 0 1 0 0,-1 0 0 0 0,0 0 0 0 0,0 0 0 0 0,0 0 0 0 0,0 0 0 0 0,0 1 0 0 0,0-1 0 0 0,0 0-1 0 0,1 0 1 0 0,-1 0 0 0 0,0 0 0 0 0,0 1 0 0 0,0-1 0 0 0,0 0 0 0 0,0 0 0 0 0,0 0 0 0 0,0 1-1 0 0,0-1 1 0 0,0 0 0 0 0,0 0 0 0 0,0 0 0 0 0,0 0 0 0 0,0 1 0 0 0,0-1 0 0 0,-2 31 1343 0 0,2-30-1442 0 0,-3 28 192 0 0,0 0-1 0 0,4 48 0 0 0,0-60-293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24.8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101 284 2303 0 0,'-64'21'6773'0'0,"71"-19"-5197"0"0,15 0 2035 0 0,11-3-2530 0 0,63-9 0 0 0,-81 8-953 0 0,-1-1 0 0 0,-1-1-1 0 0,1 0 1 0 0,0-1 0 0 0,-1 0 0 0 0,0-1-1 0 0,18-11 1 0 0,-28 15-101 0 0,0-1 0 0 0,0 1 0 0 0,1-1 0 0 0,-1 0 0 0 0,-1 0 0 0 0,1 0 0 0 0,0 0 0 0 0,-1 0 0 0 0,0 0 0 0 0,0-1 0 0 0,0 1 0 0 0,0-1 0 0 0,0 0 0 0 0,-1 0 0 0 0,1 1 0 0 0,-1-1 0 0 0,1-5 0 0 0,-2 4-13 0 0,0 0 1 0 0,0 0-1 0 0,0 0 0 0 0,0-1 1 0 0,-1 1-1 0 0,0 0 0 0 0,0 0 1 0 0,0 0-1 0 0,0 0 0 0 0,-1 0 1 0 0,0 0-1 0 0,-5-9 0 0 0,2 5 4 0 0,0 0-1 0 0,-1 0 1 0 0,0 1 0 0 0,0-1-1 0 0,-1 1 1 0 0,0 1-1 0 0,-1-1 1 0 0,0 1 0 0 0,-10-7-1 0 0,13 11-6 0 0,-1-1-1 0 0,0 1 0 0 0,1 1 1 0 0,-1-1-1 0 0,0 1 0 0 0,0 0 1 0 0,0 0-1 0 0,-1 1 0 0 0,1-1 1 0 0,0 2-1 0 0,-1-1 0 0 0,1 1 1 0 0,0 0-1 0 0,-1 0 1 0 0,1 0-1 0 0,-9 3 0 0 0,7-2-6 0 0,1 1 0 0 0,0 0 0 0 0,0 0 0 0 0,1 1 0 0 0,-1 0 0 0 0,1 0 0 0 0,-1 1 0 0 0,1 0 0 0 0,0 0 0 0 0,0 0 0 0 0,1 1 0 0 0,-11 10 0 0 0,9-7 9 0 0,1 0 0 0 0,1 0 0 0 0,-1 1 0 0 0,1 0 0 0 0,1 0-1 0 0,-1 0 1 0 0,2 0 0 0 0,-5 15 0 0 0,2 1 15 0 0,2 1-1 0 0,0 0 1 0 0,2 1-1 0 0,1-1 0 0 0,1 0 1 0 0,4 35-1 0 0,1-23 33 0 0,12 54 0 0 0,-12-75-33 0 0,0 0 0 0 0,1-1-1 0 0,0 1 1 0 0,2-1 0 0 0,12 21-1 0 0,-17-32 13 0 0,1 0-1 0 0,0-1 1 0 0,0 0-1 0 0,0 1 1 0 0,0-1-1 0 0,1-1 0 0 0,-1 1 1 0 0,1-1-1 0 0,0 1 1 0 0,0-1-1 0 0,0-1 1 0 0,1 1-1 0 0,-1-1 1 0 0,1 0-1 0 0,-1 0 1 0 0,1-1-1 0 0,0 1 0 0 0,-1-1 1 0 0,1-1-1 0 0,0 1 1 0 0,0-1-1 0 0,0 0 1 0 0,8-1-1 0 0,-3 0-221 0 0,0-1-1 0 0,0 0 1 0 0,0-1-1 0 0,0 0 1 0 0,0 0-1 0 0,-1-2 1 0 0,1 1-1 0 0,-1-1 1 0 0,0-1-1 0 0,-1 1 1 0 0,13-11 0 0 0,-14 9-6267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26.7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57 1839 0 0,'11'-56'11456'0'0,"-23"97"-9669"0"0,-23 86 457 0 0,29-96-1958 0 0,0 0-1 0 0,0 36 1 0 0,4-48-216 0 0,1 30 192 0 0,1-45-247 0 0,0-1-1 0 0,1 1 0 0 0,0-1 0 0 0,-1 1 0 0 0,1 0 0 0 0,0-1 1 0 0,1 0-1 0 0,-1 1 0 0 0,1-1 0 0 0,2 5 0 0 0,-3-7-84 0 0,1 1 0 0 0,-1-1 1 0 0,0 0-1 0 0,1 0 0 0 0,-1 0 0 0 0,1 0 0 0 0,0 0 0 0 0,-1 0 0 0 0,1-1 0 0 0,0 1 1 0 0,-1 0-1 0 0,1-1 0 0 0,0 1 0 0 0,0-1 0 0 0,-1 0 0 0 0,1 0 0 0 0,0 1 1 0 0,0-1-1 0 0,0 0 0 0 0,2-1 0 0 0,4 0-962 0 0,-1 0 0 0 0,1 0 0 0 0,12-4 1 0 0,-5 0-4599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27.0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1839 0 0,'0'-20'2638'0'0,"0"7"1467"0"0,0 26-1612 0 0,0 1-854 0 0,0 8 460 0 0,3 32 0 0 0,-2-48-2016 0 0,0 0 1 0 0,0-1-1 0 0,0 1 1 0 0,1-1 0 0 0,0 1-1 0 0,0-1 1 0 0,0 0-1 0 0,1 0 1 0 0,0 0 0 0 0,6 9-1 0 0,-6-11-174 0 0,0-1 0 0 0,0 0 0 0 0,0 1-1 0 0,1-1 1 0 0,-1-1 0 0 0,1 1 0 0 0,-1 0 0 0 0,1-1 0 0 0,0 0-1 0 0,-1 0 1 0 0,1 0 0 0 0,0 0 0 0 0,0 0 0 0 0,0-1-1 0 0,0 0 1 0 0,0 0 0 0 0,4 0 0 0 0,1-1-5740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27.2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62 6911 0 0,'-5'-15'53'0'0,"-5"-13"-1511"0"0,8 10 5089 0 0,7 23-1527 0 0,2 8-1931 0 0,4 11-1182 0 0,-8-17-2733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27.5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3 3223 0 0,'0'0'19'0'0,"0"0"-1"0"0,0 0 0 0 0,0 0 1 0 0,0 0-1 0 0,0-1 0 0 0,0 1 0 0 0,0 0 1 0 0,0 0-1 0 0,1 0 0 0 0,-1 0 0 0 0,0 0 1 0 0,0 0-1 0 0,0 0 0 0 0,0 0 0 0 0,0-1 1 0 0,0 1-1 0 0,0 0 0 0 0,1 0 1 0 0,-1 0-1 0 0,0 0 0 0 0,0 0 0 0 0,0 0 1 0 0,0 0-1 0 0,0 0 0 0 0,0 0 0 0 0,1 0 1 0 0,-1 0-1 0 0,0 0 0 0 0,0 0 0 0 0,0 0 1 0 0,0 0-1 0 0,0 0 0 0 0,1 0 1 0 0,-1 0-1 0 0,0 0 0 0 0,0 0 0 0 0,0 0 1 0 0,0 0-1 0 0,0 0 0 0 0,0 0 0 0 0,1 0 1 0 0,-1 1-1 0 0,0-1 0 0 0,0 0 0 0 0,12 5 1337 0 0,10 9 1358 0 0,-15-8-2308 0 0,0 0 1 0 0,0 0 0 0 0,0 1-1 0 0,-1 0 1 0 0,0 0 0 0 0,0 1-1 0 0,0 0 1 0 0,-1 0 0 0 0,-1 0-1 0 0,1 0 1 0 0,-1 1 0 0 0,-1 0-1 0 0,0-1 1 0 0,0 1 0 0 0,3 17-1 0 0,-5-15-233 0 0,0 0 0 0 0,0 0 0 0 0,-1-1 0 0 0,-1 1-1 0 0,0 0 1 0 0,0 0 0 0 0,-1 0 0 0 0,-1-1 0 0 0,1 1-1 0 0,-2-1 1 0 0,1 0 0 0 0,-2 0 0 0 0,-7 14 0 0 0,-4 1 121 0 0,-29 37 0 0 0,18-28-1467 0 0,15-17-4680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29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303 25 2759 0 0,'3'-3'623'0'0,"-1"0"186"0"0,1 0 0 0 0,0 0 0 0 0,0 0 0 0 0,0 1 0 0 0,7-4 0 0 0,-10 6-701 0 0,1-1-1 0 0,-1 1 0 0 0,1 0 0 0 0,-1 0 0 0 0,1 0 0 0 0,-1 0 1 0 0,1-1-1 0 0,-1 1 0 0 0,1 0 0 0 0,-1 0 0 0 0,0 0 0 0 0,1 0 1 0 0,-1 0-1 0 0,1 0 0 0 0,-1 0 0 0 0,1 1 0 0 0,-1-1 0 0 0,1 0 0 0 0,-1 0 1 0 0,1 0-1 0 0,-1 0 0 0 0,1 1 0 0 0,0 0 4 0 0,0-1 0 0 0,-1 1 0 0 0,1 0 0 0 0,0 0 0 0 0,-1 0 0 0 0,1 0 0 0 0,-1-1 0 0 0,0 1 0 0 0,1 0 0 0 0,-1 0 0 0 0,0 0 0 0 0,1 0 0 0 0,-1 0 0 0 0,0 0 0 0 0,0 2 0 0 0,1 3 128 0 0,-1-1 0 0 0,0 1 0 0 0,-1-1 0 0 0,1 0 0 0 0,-1 1 0 0 0,0-1 0 0 0,0 1 0 0 0,-3 5 0 0 0,-18 43 621 0 0,18-45-758 0 0,-3 5 6 0 0,-1-1-1 0 0,0 0 1 0 0,0 0 0 0 0,-1-1-1 0 0,-1 0 1 0 0,-20 18 0 0 0,12-13 11 0 0,-2-1 1 0 0,0 0 0 0 0,-30 15 0 0 0,44-27-93 0 0,0-1-1 0 0,-1 0 1 0 0,1-1 0 0 0,-1 1-1 0 0,1-1 1 0 0,-1 0-1 0 0,0-1 1 0 0,0 0 0 0 0,-10 0-1 0 0,15 0-20 0 0,0-1 1 0 0,0 0-1 0 0,0-1 0 0 0,0 1 0 0 0,0 0 1 0 0,0 0-1 0 0,0-1 0 0 0,0 1 0 0 0,0-1 0 0 0,0 0 1 0 0,0 0-1 0 0,1 0 0 0 0,-1 1 0 0 0,0-2 0 0 0,0 1 1 0 0,1 0-1 0 0,-1 0 0 0 0,1 0 0 0 0,-1-1 1 0 0,1 1-1 0 0,-1-1 0 0 0,1 1 0 0 0,0-1 0 0 0,0 0 1 0 0,0 1-1 0 0,0-1 0 0 0,0 0 0 0 0,0 0 1 0 0,0 0-1 0 0,1 0 0 0 0,-1 0 0 0 0,1 0 0 0 0,-1 0 1 0 0,1 0-1 0 0,0 0 0 0 0,0-2 0 0 0,0-1-7 0 0,0 1-1 0 0,0-1 0 0 0,1 1 1 0 0,0-1-1 0 0,0 0 1 0 0,0 1-1 0 0,0 0 0 0 0,1-1 1 0 0,0 1-1 0 0,0 0 0 0 0,0 0 1 0 0,5-8-1 0 0,1 2-8 0 0,-1 1 1 0 0,1-1-1 0 0,15-13 0 0 0,-20 20 8 0 0,0 1 0 0 0,-1 0 0 0 0,1 0 0 0 0,0-1 0 0 0,0 2 0 0 0,0-1-1 0 0,1 0 1 0 0,-1 1 0 0 0,0-1 0 0 0,1 1 0 0 0,-1 0 0 0 0,1 0 0 0 0,-1 0 0 0 0,1 1 0 0 0,-1-1-1 0 0,1 1 1 0 0,-1 0 0 0 0,1 0 0 0 0,0 0 0 0 0,-1 0 0 0 0,1 1 0 0 0,-1-1 0 0 0,1 1 0 0 0,-1 0-1 0 0,1 0 1 0 0,-1 1 0 0 0,0-1 0 0 0,1 0 0 0 0,-1 1 0 0 0,0 0 0 0 0,0 0 0 0 0,0 0 0 0 0,0 0-1 0 0,-1 0 1 0 0,5 5 0 0 0,5 8 12 0 0,-1 0 0 0 0,-1 1 0 0 0,13 25 0 0 0,-14-24 194 0 0,0-1 0 0 0,1 0 0 0 0,19 23 0 0 0,-25-36-119 0 0,-1 1-1 0 0,1-1 1 0 0,1 0-1 0 0,-1 0 0 0 0,0 0 1 0 0,1 0-1 0 0,-1-1 1 0 0,1 0-1 0 0,0 0 1 0 0,0 0-1 0 0,0 0 0 0 0,0-1 1 0 0,0 0-1 0 0,0 0 1 0 0,0-1-1 0 0,0 1 1 0 0,10-1-1 0 0,5-2 139 0 0,-1 0-1 0 0,0-1 1 0 0,25-7 0 0 0,-40 9-198 0 0,10-6 48 0 0,-13 6-86 0 0,0 0 1 0 0,1 1 0 0 0,-1-1 0 0 0,0 0-1 0 0,0 1 1 0 0,1-1 0 0 0,-1 1-1 0 0,0-1 1 0 0,1 1 0 0 0,-1 0-1 0 0,1-1 1 0 0,-1 1 0 0 0,0 0-1 0 0,3 0 1 0 0,0 1-192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0.8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81 3679 0 0,'0'0'11'0'0,"0"-1"-1"0"0,0 1 0 0 0,0 0 0 0 0,0 0 0 0 0,0 0 0 0 0,-1-1 0 0 0,1 1 0 0 0,0 0 0 0 0,0 0 0 0 0,0-1 1 0 0,0 1-1 0 0,0 0 0 0 0,0 0 0 0 0,0-1 0 0 0,0 1 0 0 0,0 0 0 0 0,0 0 0 0 0,1-1 0 0 0,-1 1 0 0 0,0 0 1 0 0,0 0-1 0 0,0 0 0 0 0,0-1 0 0 0,0 1 0 0 0,0 0 0 0 0,0 0 0 0 0,1 0 0 0 0,-1-1 0 0 0,0 1 0 0 0,0 0 0 0 0,0 0 1 0 0,0 0-1 0 0,1 0 0 0 0,-1-1 0 0 0,0 1 5 0 0,1 0 1 0 0,-1 0-1 0 0,0 0 1 0 0,0 0-1 0 0,0 0 1 0 0,0-1-1 0 0,0 1 0 0 0,1 0 1 0 0,-1 0-1 0 0,0 0 1 0 0,0 0-1 0 0,0 0 1 0 0,0-1-1 0 0,0 1 0 0 0,0 0 1 0 0,0 0-1 0 0,0 0 1 0 0,0 0-1 0 0,1-1 1 0 0,-1 1-1 0 0,0 0 1 0 0,0 0-1 0 0,0 0 0 0 0,0-1 1 0 0,0 1-1 0 0,0 0 1 0 0,0 0-1 0 0,0 0 1 0 0,0-1-1 0 0,0 1 0 0 0,0 0 1 0 0,-1 0-1 0 0,1 0 1 0 0,0 0-1 0 0,0-1 1 0 0,0 1-1 0 0,0 0 1 0 0,0 0-1 0 0,0 0 0 0 0,0 0 1 0 0,0-1-1 0 0,-1 1 1 0 0,0-4 469 0 0,-1 0 0 0 0,1 0 0 0 0,0-1 1 0 0,1 1-1 0 0,-1 0 0 0 0,0-1 0 0 0,1 1 0 0 0,0 0 1 0 0,0-1-1 0 0,1 1 0 0 0,1-8 0 0 0,-2 12-396 0 0,0-1 0 0 0,0 1 0 0 0,1-1-1 0 0,-1 1 1 0 0,0 0 0 0 0,1-1 0 0 0,-1 1-1 0 0,0-1 1 0 0,1 1 0 0 0,-1 0 0 0 0,1-1-1 0 0,-1 1 1 0 0,0 0 0 0 0,1 0-1 0 0,-1-1 1 0 0,1 1 0 0 0,-1 0 0 0 0,1 0-1 0 0,-1 0 1 0 0,1 0 0 0 0,-1-1 0 0 0,1 1-1 0 0,-1 0 1 0 0,1 0 0 0 0,-1 0 0 0 0,1 0-1 0 0,-1 0 1 0 0,1 0 0 0 0,-1 0 0 0 0,1 1-1 0 0,-1-1 1 0 0,1 0 0 0 0,-1 0 0 0 0,1 0-1 0 0,-1 0 1 0 0,1 1 0 0 0,-1-1 0 0 0,1 1-1 0 0,20 8 1067 0 0,-19-8-971 0 0,15 10 234 0 0,-1 0-1 0 0,0 1 1 0 0,0 0 0 0 0,-2 1-1 0 0,1 1 1 0 0,-2 1-1 0 0,22 28 1 0 0,-9-5-134 0 0,-2 1-1 0 0,24 53 1 0 0,-37-67-192 0 0,-1 1-1 0 0,-2 0 0 0 0,0 1 1 0 0,-2-1-1 0 0,-1 1 0 0 0,2 33 1 0 0,-3 166-77 0 0,-4-217-14 0 0,-2 30 65 0 0,0 0 0 0 0,-3-1 1 0 0,-1 0-1 0 0,-2 0 0 0 0,-2-1 0 0 0,-1 0 0 0 0,-1 0 0 0 0,-3-1 0 0 0,-27 50 1 0 0,28-61 295 0 0,-1 0 0 0 0,-2 0 0 0 0,-20 23-1 0 0,10-24-200 0 0,21-20-155 0 0,1 1-1 0 0,0-1 1 0 0,0 1 0 0 0,0 0-1 0 0,-4 7 1 0 0,7-11-462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53.6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182 142 3223 0 0,'-2'-1'26'0'0,"-1"0"0"0"0,1 0-1 0 0,0 0 1 0 0,0 1 0 0 0,0-1-1 0 0,-1 1 1 0 0,1-1-1 0 0,0 1 1 0 0,-1 0 0 0 0,1 0-1 0 0,0 0 1 0 0,-1 0-1 0 0,1 0 1 0 0,-1 0 0 0 0,1 1-1 0 0,0-1 1 0 0,0 1-1 0 0,-4 1 1 0 0,-1 1 96 0 0,0-1-1 0 0,0 0 1 0 0,0 0-1 0 0,-11 1 0 0 0,-4 1 93 0 0,-45 10 1161 0 0,80-19-1297 0 0,0 1 1 0 0,0 1-1 0 0,22-4 0 0 0,-5 2-18 0 0,-5 0-59 0 0,247-48 33 0 0,2 22-5 0 0,71-7-1006 0 0,-344 38 971 0 0,107-15-970 0 0,-85 13 510 0 0,-1 1 1 0 0,41 3-1 0 0,-62-2 450 0 0,3 0 3 0 0,-1 1-1 0 0,1-1 1 0 0,-1 1-1 0 0,1-1 1 0 0,0 1 0 0 0,-1 0-1 0 0,0 1 1 0 0,1-1-1 0 0,-1 0 1 0 0,4 3-1 0 0,0 6 14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53.9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117 282 5063 0 0,'-6'0'37'0'0,"-41"2"306"0"0,43-2-332 0 0,0 1 1 0 0,0-1 0 0 0,0 1-1 0 0,0 0 1 0 0,0 1 0 0 0,1-1-1 0 0,-1 1 1 0 0,0-1 0 0 0,-4 4-1 0 0,7-4 8 0 0,-1 1 0 0 0,1-1-1 0 0,0 1 1 0 0,0 0-1 0 0,-1-1 1 0 0,1 1 0 0 0,0 0-1 0 0,0 0 1 0 0,1 0 0 0 0,-1-1-1 0 0,0 1 1 0 0,0 4-1 0 0,-5 23 313 0 0,6-27-328 0 0,0 0 1 0 0,-1 1 0 0 0,1 0 0 0 0,0 0 0 0 0,0 0-1 0 0,0 0 1 0 0,0-1 0 0 0,1 1 0 0 0,-1 0-1 0 0,1 0 1 0 0,0 0 0 0 0,0-1 0 0 0,0 1 0 0 0,0 0-1 0 0,0-1 1 0 0,0 1 0 0 0,1-1 0 0 0,-1 1-1 0 0,1-1 1 0 0,-1 0 0 0 0,1 0 0 0 0,0 0 0 0 0,0 0-1 0 0,0 0 1 0 0,1 0 0 0 0,-1 0 0 0 0,0 0-1 0 0,1-1 1 0 0,-1 0 0 0 0,0 1 0 0 0,1-1 0 0 0,0 0-1 0 0,-1 0 1 0 0,1 0 0 0 0,4 1 0 0 0,5 0-19 0 0,-1 0 0 0 0,1-1 0 0 0,0 0 0 0 0,-1-1 0 0 0,1 0 0 0 0,0-1 1 0 0,15-3-1 0 0,72-17-347 0 0,112-39 0 0 0,-123 33 106 0 0,19-5-110 0 0,374-103-1650 0 0,-207 79 848 0 0,-44 10 1006 0 0,-203 40 185 0 0,0-1 1 0 0,33-15-1 0 0,-19 2-23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00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61 1751 0 0,'1'-1'10'0'0,"0"1"0"0"0,0 0 0 0 0,-1 0 0 0 0,1-1 0 0 0,0 1 0 0 0,0-1 0 0 0,0 1 0 0 0,0-1 0 0 0,0 1-1 0 0,-1-1 1 0 0,1 1 0 0 0,0-1 0 0 0,0 0 0 0 0,-1 1 0 0 0,2-2 0 0 0,0 0-9 0 0,-5-2-1 0 0,-12-7 0 0 0,9 5 0 0 0,6 5 0 0 0,1 1 0 0 0,-1 0 0 0 0,0-1 0 0 0,1 1 0 0 0,-1 0 0 0 0,0 0 0 0 0,0 0 0 0 0,1-1 0 0 0,-1 1 0 0 0,1 0 0 0 0,-1 0 0 0 0,0 0 0 0 0,1 0 0 0 0,-1 0 0 0 0,0 0 0 0 0,1 0 0 0 0,-1 0 0 0 0,0 0 0 0 0,1 0 0 0 0,-1 0 0 0 0,1 0 0 0 0,-1 0 0 0 0,0 0 0 0 0,1 0 0 0 0,3 0 0 0 0,-2 0 0 0 0,0 1 0 0 0,0-1 0 0 0,0 0 0 0 0,0 0 0 0 0,0 0 0 0 0,0-1 0 0 0,0 1 0 0 0,0 0 0 0 0,0-1 0 0 0,-1 1 0 0 0,1-1 0 0 0,0 1 0 0 0,0-1 0 0 0,0 0 0 0 0,-1 0 0 0 0,1 0 0 0 0,0 0 0 0 0,-1 0 0 0 0,1 0 0 0 0,-1 0 0 0 0,1-1 0 0 0,-1 1 0 0 0,2-2 0 0 0,-2-1 0 0 0,-4-1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07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313 199 1695 0 0,'5'-7'30'0'0,"-2"3"-18"0"0,0 0 1 0 0,0 0-1 0 0,1 0 0 0 0,-1 1 0 0 0,1-1 0 0 0,0 1 1 0 0,0 0-1 0 0,0 0 0 0 0,8-4 0 0 0,-11 7-12 0 0,-1 0 0 0 0,0 0 0 0 0,0 0 0 0 0,0 0 0 0 0,0-1 0 0 0,0 1 0 0 0,0 0 0 0 0,1 0 0 0 0,-1 0 0 0 0,0 0 0 0 0,0 0 0 0 0,0 0 0 0 0,0 0 0 0 0,0 0 0 0 0,1 0 0 0 0,-1 0 0 0 0,0 0 0 0 0,0 0 0 0 0,0 0 0 0 0,0 0 0 0 0,0 0 0 0 0,1 0 0 0 0,-1 1 0 0 0,0-1 0 0 0,0 0 0 0 0,0 0 0 0 0,0 0 0 0 0,0 0 0 0 0,0 0 0 0 0,0 0 0 0 0,1 0 0 0 0,-1 0 0 0 0,0 0 0 0 0,0 0 0 0 0,0 1 0 0 0,0-1 0 0 0,0 0 0 0 0,0 0 0 0 0,4 9 0 0 0,-1 2 0 0 0,4 8 0 0 0,-7-19-3 0 0,0 0 0 0 0,0 0-1 0 0,0 1 1 0 0,0-1 0 0 0,0 0-1 0 0,1 0 1 0 0,-1 1 0 0 0,0-1-1 0 0,0 0 1 0 0,0 0-1 0 0,1 0 1 0 0,-1 1 0 0 0,0-1-1 0 0,0 0 1 0 0,0 0 0 0 0,1 0-1 0 0,-1 0 1 0 0,0 1 0 0 0,0-1-1 0 0,1 0 1 0 0,-1 0 0 0 0,0 0-1 0 0,1 0 1 0 0,-1 0-1 0 0,0 0 1 0 0,0 0 0 0 0,1 0-1 0 0,-1 0 1 0 0,0 0 0 0 0,1 0-1 0 0,-1 0 1 0 0,0 0 0 0 0,0 0-1 0 0,1 0 1 0 0,-1 0-1 0 0,0 0 1 0 0,0 0 0 0 0,1-1-1 0 0,-1 1 1 0 0,0 0 0 0 0,0 0-1 0 0,1 0 1 0 0,-1 0 0 0 0,0-1-1 0 0,0 1 1 0 0,0 0-1 0 0,1 0 1 0 0,-1 0 0 0 0,0-1-1 0 0,0 1 1 0 0,0 0 0 0 0,0 0-1 0 0,1-1 1 0 0,-1 1 0 0 0,0 0-1 0 0,0 0 1 0 0,0-1-1 0 0,0 1 1 0 0,0 0 0 0 0,0 0-1 0 0,0-1 1 0 0,0 1 0 0 0,0 0-1 0 0,0-1 1 0 0,0 1 0 0 0,0 0-1 0 0,0 0 1 0 0,0-1-1 0 0,-20-6 4 0 0,-19-10 0 0 0,-17-6 78 0 0,27 12-728 0 0,26 10 846 0 0,-1-1-1 0 0,0-1 0 0 0,1 1 1 0 0,-6-5-1 0 0,7 5-158 0 0,1 1 0 0 0,-1 0 0 0 0,1-1 0 0 0,-1 1 0 0 0,0 0 0 0 0,1 0 0 0 0,-1 0-1 0 0,0 0 1 0 0,0 0 0 0 0,0 0 0 0 0,0 0 0 0 0,0 1 0 0 0,0-1 0 0 0,0 1 0 0 0,0-1 0 0 0,0 1 0 0 0,0 0 0 0 0,0 0 0 0 0,0 0 0 0 0,0 0 0 0 0,0 0 0 0 0,0 0 0 0 0,0 1 0 0 0,-3 0-1 0 0,-2 2 2 0 0,-1 0-1 0 0,0 1 0 0 0,1 1 0 0 0,0-1 1 0 0,0 1-1 0 0,0 0 0 0 0,1 1 1 0 0,-1 0-1 0 0,1 0 0 0 0,-10 13 0 0 0,5-4 94 0 0,0 1-1 0 0,1 1 1 0 0,-14 29-1 0 0,17-29-47 0 0,1 1 0 0 0,0-1 0 0 0,2 1 0 0 0,0 0 0 0 0,1 0 0 0 0,1 0 0 0 0,0 1 0 0 0,2 18 0 0 0,0-31-58 0 0,1 1 1 0 0,0-1-1 0 0,0 1 0 0 0,0-1 0 0 0,1 0 0 0 0,0 0 1 0 0,0 0-1 0 0,0 0 0 0 0,1 0 0 0 0,0-1 0 0 0,5 8 1 0 0,-5-8 5 0 0,1-1 0 0 0,-1-1 0 0 0,1 1 0 0 0,0 0 0 0 0,0-1 0 0 0,0 0 0 0 0,0 0 1 0 0,1 0-1 0 0,-1-1 0 0 0,1 1 0 0 0,0-1 0 0 0,0 0 0 0 0,0 0 0 0 0,6 1 0 0 0,2-1 28 0 0,-1 0 0 0 0,1 0 0 0 0,0-1 0 0 0,0-1 0 0 0,0 0 0 0 0,0-1 1 0 0,0-1-1 0 0,24-5 0 0 0,5-5 124 0 0,52-22 1 0 0,-88 32-163 0 0,17-7 133 0 0,-1-1 1 0 0,-1-1-1 0 0,34-23 0 0 0,-42 24-61 0 0,1-1 1 0 0,-2 0 0 0 0,0-1-1 0 0,0 0 1 0 0,-1-1 0 0 0,10-15-1 0 0,-11 14 25 0 0,-1 0-1 0 0,0 0 0 0 0,-2-1 0 0 0,8-20 0 0 0,-13 29-60 0 0,0 1 1 0 0,-1-1-1 0 0,1 0 0 0 0,-1 0 1 0 0,-1 1-1 0 0,1-1 0 0 0,-1 0 1 0 0,0 0-1 0 0,-1 0 0 0 0,1 0 0 0 0,-1 0 1 0 0,0 1-1 0 0,0-1 0 0 0,-1 0 1 0 0,-4-10-1 0 0,1 6 39 0 0,-1 0 0 0 0,0 0 0 0 0,-1 0 0 0 0,0 1 0 0 0,0 0 0 0 0,-1 0 1 0 0,0 0-1 0 0,-1 1 0 0 0,0 1 0 0 0,0-1 0 0 0,-1 2 0 0 0,0-1 0 0 0,0 1 0 0 0,0 1 0 0 0,-19-8 0 0 0,14 8-49 0 0,0 0 0 0 0,0 1 1 0 0,-1 0-1 0 0,1 2 0 0 0,-1 0 0 0 0,0 0 0 0 0,0 1 0 0 0,0 1 0 0 0,1 1 0 0 0,-1 1 1 0 0,-16 3-1 0 0,24-4-45 0 0,-1 1 0 0 0,1 0 1 0 0,0 1-1 0 0,0 0 0 0 0,1 0 1 0 0,-1 1-1 0 0,1 0 0 0 0,-9 6 1 0 0,12-7-10 0 0,1 0 0 0 0,0 0 0 0 0,-1 0 0 0 0,1 1 0 0 0,1-1 0 0 0,-1 1 0 0 0,1-1 0 0 0,-1 1 0 0 0,1 0 0 0 0,0 0 0 0 0,0 0 0 0 0,1 0 0 0 0,-1 1 0 0 0,1-1 0 0 0,0 0 0 0 0,-1 9 0 0 0,1-6-71 0 0,1 0-1 0 0,0 0 0 0 0,1-1 0 0 0,0 1 0 0 0,0 0 1 0 0,0-1-1 0 0,1 1 0 0 0,0-1 0 0 0,3 9 0 0 0,7 13-209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08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1 840 1463 0 0,'0'0'3'0'0,"0"0"0"0"0,0 0 0 0 0,0-1-1 0 0,0 1 1 0 0,0 0 0 0 0,0 0-1 0 0,0 0 1 0 0,0 0 0 0 0,0 0-1 0 0,-1 0 1 0 0,1 0 0 0 0,0-1-1 0 0,0 1 1 0 0,0 0 0 0 0,0 0-1 0 0,0 0 1 0 0,0 0 0 0 0,0 0-1 0 0,0-1 1 0 0,0 1 0 0 0,0 0 0 0 0,0 0-1 0 0,0 0 1 0 0,0 0 0 0 0,0 0-1 0 0,0 0 1 0 0,0-1 0 0 0,0 1-1 0 0,0 0 1 0 0,0 0 0 0 0,0 0-1 0 0,1 0 1 0 0,-1 0 0 0 0,0 0-1 0 0,0-1 1 0 0,0 1 0 0 0,0 0-1 0 0,0 0 1 0 0,0 0 0 0 0,0 0-1 0 0,0 0 1 0 0,0 0 0 0 0,1 0 0 0 0,-1 0-1 0 0,0 0 1 0 0,0-1 0 0 0,0 1-1 0 0,0 0 1 0 0,0 0 0 0 0,0 0-1 0 0,1 0 1 0 0,-1 0 0 0 0,0 0-1 0 0,8-7 215 0 0,6 2 85 0 0,1 0 0 0 0,0 0 1 0 0,0 2-1 0 0,1 0 0 0 0,-1 0 1 0 0,17 1-1 0 0,14-4 48 0 0,67-14 392 0 0,140-45 0 0 0,371-141 1721 0 0,-245 103-1760 0 0,-64 23-679 0 0,39-8 141 0 0,337-25 118 0 0,19 32-25 0 0,-50 43-358 0 0,0 54 200 0 0,-39 42 129 0 0,-461-41-202 0 0,25 7 32 0 0,0 8 0 0 0,217 67-1 0 0,-338-77-31 0 0,71 35 0 0 0,-12-5-1 0 0,-79-38-24 0 0,0-1-1 0 0,59 7 0 0 0,-74-14 6 0 0,-26-6 8 0 0,41 6 23 0 0,-42-6-21 0 0,0 1 0 0 0,1-1 1 0 0,-1 0-1 0 0,0 0 0 0 0,1-1 1 0 0,-1 1-1 0 0,0 0 1 0 0,1-1-1 0 0,-1 0 0 0 0,0 1 1 0 0,0-1-1 0 0,0 0 1 0 0,0 0-1 0 0,1 0 0 0 0,2-3 1 0 0,-5 4-15 0 0,1 0 1 0 0,-1-1-1 0 0,0 1 1 0 0,1-1-1 0 0,-1 1 1 0 0,0-1-1 0 0,1 1 1 0 0,-1-1-1 0 0,0 1 1 0 0,0-1-1 0 0,0 1 1 0 0,1-1 0 0 0,-1 1-1 0 0,0-1 1 0 0,0 0-1 0 0,0 1 1 0 0,0-1-1 0 0,0 1 1 0 0,0-1-1 0 0,0 1 1 0 0,0-1-1 0 0,0 0 1 0 0,0 1-1 0 0,0-1 1 0 0,0 1-1 0 0,-1-1 1 0 0,1 1-1 0 0,0-1 1 0 0,0 1 0 0 0,-1-1-1 0 0,1 1 1 0 0,0-1-1 0 0,0 1 1 0 0,-1-1-1 0 0,1 1 1 0 0,-1-1-1 0 0,1 1 1 0 0,0-1-1 0 0,-1 1 1 0 0,1 0-1 0 0,-1-1 1 0 0,1 1-1 0 0,-1 0 1 0 0,1 0-1 0 0,-1-1 1 0 0,0 1 0 0 0,-2-2-4 0 0,0 0 1 0 0,0 1 0 0 0,0 0-1 0 0,-1-1 1 0 0,1 1 0 0 0,-5-1-1 0 0,-9 0-263 0 0,-22 1 0 0 0,28 1-715 0 0,1 0 0 0 0,0-1 0 0 0,0 0 0 0 0,0 0-1 0 0,0-1 1 0 0,-19-6 0 0 0,28 8 922 0 0,1 0 1 0 0,-1-1-1 0 0,1 1 0 0 0,-1 0 0 0 0,1 0 1 0 0,0-1-1 0 0,-1 1 0 0 0,1 0 0 0 0,0 0 1 0 0,-1-1-1 0 0,1 1 0 0 0,0 0 0 0 0,-1-1 1 0 0,1 1-1 0 0,0-1 0 0 0,-1 1 0 0 0,1 0 1 0 0,0-1-1 0 0,0 1 0 0 0,0-1 0 0 0,-1 1 1 0 0,1-1-1 0 0,0 1 0 0 0,0 0 0 0 0,0-1 1 0 0,0 0-1 0 0,0 0 3 0 0,0-1 0 0 0,0 1 0 0 0,1 0 0 0 0,-1 0 0 0 0,0 0 0 0 0,1 0 1 0 0,-1 0-1 0 0,1 0 0 0 0,-1 0 0 0 0,2-2 0 0 0,3-3 41 0 0,-1 0 0 0 0,11-8 0 0 0,-10 10-68 0 0,49-52-336 0 0,-53 56 426 0 0,0-1 0 0 0,-1 0 0 0 0,1 0 0 0 0,0 0 0 0 0,0 0 0 0 0,-1 0 0 0 0,1-1-1 0 0,-1 1 1 0 0,1 0 0 0 0,-1 0 0 0 0,1 0 0 0 0,-1 0 0 0 0,0-1 0 0 0,0 1-1 0 0,0 0 1 0 0,1 0 0 0 0,-1-1 0 0 0,0 1 0 0 0,0 0 0 0 0,-1 0 0 0 0,1-1 0 0 0,0 1-1 0 0,0 0 1 0 0,-1 0 0 0 0,1-1 0 0 0,0 1 0 0 0,-1 0 0 0 0,1 0 0 0 0,-1 0-1 0 0,0 0 1 0 0,1 0 0 0 0,-1 0 0 0 0,0 0 0 0 0,0 0 0 0 0,1 0 0 0 0,-1 0 0 0 0,0 0-1 0 0,0 0 1 0 0,0 1 0 0 0,0-1 0 0 0,0 0 0 0 0,0 1 0 0 0,0-1 0 0 0,-1 0-1 0 0,1 1 1 0 0,0 0 0 0 0,0-1 0 0 0,0 1 0 0 0,-1 0 0 0 0,1-1 0 0 0,0 1 0 0 0,0 0-1 0 0,-1 0 1 0 0,1 0 0 0 0,0 0 0 0 0,0 0 0 0 0,-1 0 0 0 0,1 1 0 0 0,-2-1-1 0 0,0 4 800 0 0,3-3-737 0 0,0-1 0 0 0,1 1 0 0 0,-1-1-1 0 0,0 0 1 0 0,0 1 0 0 0,0-1 0 0 0,1 1 0 0 0,-1-1-1 0 0,0 0 1 0 0,0 1 0 0 0,1-1 0 0 0,-1 0 0 0 0,0 1-1 0 0,1-1 1 0 0,-1 0 0 0 0,0 1 0 0 0,1-1-1 0 0,-1 0 1 0 0,1 0 0 0 0,-1 1 0 0 0,0-1 0 0 0,2 0-1 0 0,-1 1-73 0 0,16 8 583 0 0,0 1 1 0 0,18 13-1 0 0,-30-17-203 0 0,1 0 0 0 0,0 0-1 0 0,-1 1 1 0 0,0 0 0 0 0,5 9 0 0 0,-7-10-237 0 0,1 1 0 0 0,1-1-1 0 0,-1 0 1 0 0,1 0 0 0 0,0-1 0 0 0,0 1-1 0 0,7 4 1 0 0,10 3-23 0 0,-18-12-32 0 0,0 1 1 0 0,0 1-1 0 0,0-1 0 0 0,0 1 0 0 0,0-1 1 0 0,-1 1-1 0 0,1 0 0 0 0,3 5 1 0 0,-7-8-70 0 0,1 0 0 0 0,-1 0 0 0 0,0 0 0 0 0,0 1 0 0 0,0-1 0 0 0,0 0 0 0 0,0 0 0 0 0,0 0-1 0 0,0 0 1 0 0,0 0 0 0 0,0 1 0 0 0,0-1 0 0 0,0 0 0 0 0,0 0 0 0 0,0 0 0 0 0,0 0 0 0 0,0 0 0 0 0,0 1 0 0 0,0-1 0 0 0,0 0 0 0 0,0 0 0 0 0,0 0 0 0 0,-1 0 0 0 0,1 0 0 0 0,0 0 0 0 0,0 1 0 0 0,0-1 0 0 0,0 0 0 0 0,0 0 0 0 0,0 0 0 0 0,0 0 0 0 0,0 0 0 0 0,0 0 0 0 0,-1 0 0 0 0,1 0 0 0 0,0 0 0 0 0,0 0 0 0 0,0 1 0 0 0,-9 2 338 0 0,-11 1 34 0 0,18-3-309 0 0,-46 7 244 0 0,0 3 0 0 0,1 1 0 0 0,-90 38 0 0 0,126-44-327 0 0,1-1-1 0 0,0 1 0 0 0,0 1 0 0 0,-9 8 1 0 0,4-3-91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1.2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 1807 0 0,'3'-2'0'0'0,"1"0"0"0"0,-4 1 0 0 0,0-1 0 0 0,0 0 0 0 0,2-1 0 0 0,-1-1 0 0 0,1-1 0 0 0,-2 3 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2.1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1623 0 0,'0'4'144'0'0,"2"-4"-144"0"0,0 1 0 0 0,-1-1 0 0 0,1 0 0 0 0,4 0 0 0 0,1 0 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2.6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76 919 0 0,'12'-6'210'0'0,"0"-1"0"0"0,1 2 0 0 0,0 0-1 0 0,0 1 1 0 0,19-5 0 0 0,-9 3-157 0 0,17-4-21 0 0,1 2 0 0 0,0 1 0 0 0,1 2 0 0 0,-1 2 0 0 0,1 2 0 0 0,0 2 0 0 0,52 7 0 0 0,-68-2-276 0 0,0 0 0 0 0,0 2 0 0 0,0 1-1 0 0,27 13 1 0 0,-53-22 244 0 0,0 0 0 0 0,0 0 0 0 0,0 0-1 0 0,0 1 1 0 0,1-1 0 0 0,-1 0 0 0 0,0 0 0 0 0,0 0-1 0 0,0 0 1 0 0,0 0 0 0 0,0 0 0 0 0,1 0 0 0 0,-1 0 0 0 0,0 0-1 0 0,0 0 1 0 0,0 0 0 0 0,1 0 0 0 0,-1 0 0 0 0,0 0-1 0 0,0 0 1 0 0,0 0 0 0 0,0 0 0 0 0,1 0 0 0 0,-1 0-1 0 0,0 0 1 0 0,0 0 0 0 0,0 0 0 0 0,0 0 0 0 0,1 0 0 0 0,-1 0-1 0 0,0 0 1 0 0,0-1 0 0 0,0 1 0 0 0,0 0 0 0 0,1 0-1 0 0,-1 0 1 0 0,0 0 0 0 0,0 0 0 0 0,0 0 0 0 0,0-1-1 0 0,0 1 1 0 0,0 0 0 0 0,0 0 0 0 0,0 0 0 0 0,1 0 0 0 0,-1-1-1 0 0,0 1 1 0 0,0 0 0 0 0,0 0 0 0 0,0 0 0 0 0,0 0-1 0 0,0-1 1 0 0,0 1 0 0 0,0 0 0 0 0,0 0 0 0 0,0-1-1 0 0,0-5 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2.9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372 119 919 0 0,'-6'-11'-52'0'0,"0"1"80"0"0,0-1-1 0 0,-5-14 0 0 0,10 23 55 0 0,0-1 0 0 0,0 1 0 0 0,0-1 0 0 0,1 1 0 0 0,-1-1 0 0 0,1 1 0 0 0,0-1 0 0 0,0 0 0 0 0,0 1 0 0 0,0-1 0 0 0,0 1-1 0 0,0-1 1 0 0,1 0 0 0 0,-1 1 0 0 0,1-1 0 0 0,1-3 0 0 0,-1 5-58 0 0,0 0 0 0 0,0 0 0 0 0,0 0 0 0 0,0 0 0 0 0,0 0 0 0 0,0 0 0 0 0,0 0 0 0 0,0 0 0 0 0,0 1 0 0 0,1-1 0 0 0,-1 0 0 0 0,0 1 0 0 0,0-1 0 0 0,1 1 0 0 0,-1-1 0 0 0,0 1 0 0 0,1 0 0 0 0,-1-1 0 0 0,1 1 0 0 0,-1 0 0 0 0,0 0 0 0 0,1 0 0 0 0,-1 0 0 0 0,1 0 0 0 0,-1 0 0 0 0,0 0-1 0 0,1 1 1 0 0,1 0 0 0 0,6 1 183 0 0,-1 0 0 0 0,1 1 0 0 0,8 4 0 0 0,-16-7-185 0 0,9 5 72 0 0,1 0-1 0 0,-1 0 0 0 0,-1 1 0 0 0,1 1 0 0 0,-1 0 0 0 0,0 0 0 0 0,-1 0 0 0 0,1 1 0 0 0,-2 1 0 0 0,11 13 0 0 0,-16-20-89 0 0,-1 0 0 0 0,0 0 0 0 0,0 0 0 0 0,0 0-1 0 0,0 1 1 0 0,0-1 0 0 0,-1 0 0 0 0,1 0 0 0 0,0 1-1 0 0,-1-1 1 0 0,0 1 0 0 0,0-1 0 0 0,0 0 0 0 0,0 1-1 0 0,0-1 1 0 0,0 0 0 0 0,0 1 0 0 0,-2 2 0 0 0,1-2 8 0 0,0 1 1 0 0,-1 0 0 0 0,0-1 0 0 0,0 1 0 0 0,0-1-1 0 0,0 1 1 0 0,-1-1 0 0 0,1 0 0 0 0,-6 5-1 0 0,-4 2 24 0 0,0-1-1 0 0,0 0 0 0 0,-1-1 0 0 0,-22 11 0 0 0,-121 51-197 0 0,-60 33-108 0 0,211-101 270 0 0,0 2-2 0 0,-1-1 0 0 0,0 0 0 0 0,0 0 0 0 0,-8 2 0 0 0,-4-4-52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3.3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6 154 655 0 0,'6'-38'1246'0'0,"0"-63"0"0"0,-8 87-302 0 0,0 13-246 0 0,0 8-304 0 0,-2 13-335 0 0,0 0 0 0 0,2 1-1 0 0,1-1 1 0 0,0 0 0 0 0,4 28-1 0 0,18 101-236 0 0,-19-140 188 0 0,9 60-510 0 0,6 139-1 0 0,-17-200 349 0 0,0 0-1 0 0,1 0 0 0 0,3 14 1 0 0,-4-21 140 0 0,0 0 1 0 0,0 0 0 0 0,0 0-1 0 0,1 1 1 0 0,-1-1 0 0 0,0 0 0 0 0,1 0-1 0 0,-1 0 1 0 0,1 0 0 0 0,-1 0-1 0 0,1 0 1 0 0,0 0 0 0 0,-1 0-1 0 0,1 0 1 0 0,0 0 0 0 0,0 0-1 0 0,0 0 1 0 0,0-1 0 0 0,0 1-1 0 0,0 0 1 0 0,0 0 0 0 0,0-1-1 0 0,0 1 1 0 0,0-1 0 0 0,0 1-1 0 0,0-1 1 0 0,0 1 0 0 0,0-1-1 0 0,1 0 1 0 0,-1 0 0 0 0,0 1-1 0 0,0-1 1 0 0,0 0 0 0 0,2 0-1 0 0,3-2 12 0 0,0-3 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3.7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287 315 455 0 0,'-9'-98'83'0'0,"7"55"729"0"0,-3 1 0 0 0,-11-52 0 0 0,15 91-707 0 0,0 0 0 0 0,0 0-1 0 0,0 0 1 0 0,0 0 0 0 0,-1 0 0 0 0,1 1-1 0 0,-1-1 1 0 0,1 0 0 0 0,-3-2 0 0 0,3 4-80 0 0,0 0 0 0 0,0 1 0 0 0,1-1 0 0 0,-1 1 0 0 0,0-1 0 0 0,0 1 0 0 0,0-1 0 0 0,1 1 0 0 0,-1 0 0 0 0,0-1 0 0 0,0 1 0 0 0,0 0 0 0 0,0-1 0 0 0,0 1 0 0 0,0 0 0 0 0,0 0 0 0 0,0 0 0 0 0,0 0 0 0 0,0 0 0 0 0,1 0 0 0 0,-1 0 0 0 0,0 0 0 0 0,0 1 0 0 0,0-1 0 0 0,0 0-1 0 0,0 1 1 0 0,0-1 0 0 0,0 0 0 0 0,0 1 0 0 0,1-1 0 0 0,-1 1 0 0 0,0-1 0 0 0,-1 2 0 0 0,-8 6 2 0 0,-1 1 0 0 0,2 0 0 0 0,-1 1 0 0 0,1 0 0 0 0,-8 13-1 0 0,2-4-19 0 0,-26 35-7 0 0,-43 79 0 0 0,83-133 0 0 0,1 0 0 0 0,0 0 0 0 0,0 0 0 0 0,0 0 0 0 0,0 1 0 0 0,0-1 0 0 0,0 0 0 0 0,-1 0 0 0 0,1 0 0 0 0,0 0 0 0 0,0 0 0 0 0,0 1 0 0 0,0-1 0 0 0,0 0 0 0 0,0 0 0 0 0,0 0 0 0 0,0 0 0 0 0,0 1 0 0 0,0-1 0 0 0,0 0 0 0 0,0 0 0 0 0,0 0 0 0 0,0 1 0 0 0,0-1 0 0 0,0 0 0 0 0,0 0 0 0 0,0 0 0 0 0,0 0 0 0 0,0 1 0 0 0,0-1 0 0 0,0 0 0 0 0,0 0 0 0 0,0 0 0 0 0,0 0 0 0 0,0 1 0 0 0,1-1 0 0 0,-1 0 0 0 0,0 0 0 0 0,0 0 0 0 0,8 0 0 0 0,9-8 0 0 0,2-4-2 0 0,231-160-177 0 0,-244 167 212 0 0,9-5-11 0 0,-15 10-22 0 0,0-1 0 0 0,1 1 0 0 0,-1 0 0 0 0,0 0 0 0 0,0 0 0 0 0,0 0 0 0 0,0 0 0 0 0,0 0-1 0 0,0 0 1 0 0,0 0 0 0 0,1 0 0 0 0,-1 0 0 0 0,0 0 0 0 0,0 0 0 0 0,0 1 0 0 0,0-1 0 0 0,0 0 0 0 0,0 0-1 0 0,0 0 1 0 0,1 0 0 0 0,-1 0 0 0 0,0 0 0 0 0,0 0 0 0 0,0 0 0 0 0,0 0 0 0 0,0 0 0 0 0,0 0 0 0 0,0 0-1 0 0,0 0 1 0 0,0 1 0 0 0,0-1 0 0 0,0 0 0 0 0,1 0 0 0 0,-1 0 0 0 0,0 0 0 0 0,0 0 0 0 0,0 0 0 0 0,0 0-1 0 0,0 0 1 0 0,0 1 0 0 0,0-1 0 0 0,0 0 0 0 0,-2 12 2 0 0,-5 18-46 0 0,1 0-1 0 0,1 0 0 0 0,2 0 0 0 0,1 62 0 0 0,5-51-11 0 0,1 0 0 0 0,3 0 0 0 0,12 45 0 0 0,-10-53 56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4.1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689 59 255 0 0,'0'-2'24'0'0,"-1"0"0"0"0,1-1-1 0 0,0 1 1 0 0,-1 0-1 0 0,1 0 1 0 0,-1 0-1 0 0,0-1 1 0 0,0 1-1 0 0,1 0 1 0 0,-1 0-1 0 0,-1 0 1 0 0,1 0-1 0 0,0 1 1 0 0,0-1-1 0 0,-1 0 1 0 0,1 0-1 0 0,-1 1 1 0 0,0-1-1 0 0,1 1 1 0 0,-1-1-1 0 0,0 1 1 0 0,0 0-1 0 0,0 0 1 0 0,0 0-1 0 0,0 0 1 0 0,0 0-1 0 0,-4-1 1 0 0,-1 0 78 0 0,0 0 0 0 0,-1 0 1 0 0,1 1-1 0 0,-1 0 0 0 0,1 0 1 0 0,-13 1-1 0 0,-25 4 43 0 0,1 2 0 0 0,-81 23 0 0 0,68-15-131 0 0,-212 67-264 0 0,232-69 614 0 0,32-10-86 0 0,2-2 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4.4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159 83 919 0 0,'3'-74'636'0'0,"-3"73"-610"0"0,0 1 0 0 0,0 0 0 0 0,1 0 0 0 0,-1-1 0 0 0,0 1 0 0 0,0 0-1 0 0,0-1 1 0 0,0 1 0 0 0,0 0 0 0 0,0-1 0 0 0,0 1 0 0 0,-1 0-1 0 0,1 0 1 0 0,0-1 0 0 0,0 1 0 0 0,0 0 0 0 0,0-1 0 0 0,0 1-1 0 0,0 0 1 0 0,0 0 0 0 0,-1-1 0 0 0,1 1 0 0 0,0 0 0 0 0,0 0-1 0 0,0 0 1 0 0,-1-1 0 0 0,1 1 0 0 0,0 0 0 0 0,0 0 0 0 0,-1 0 0 0 0,1-1-1 0 0,-8 6 316 0 0,-7 16-135 0 0,14-20-161 0 0,-122 162 614 0 0,122-162-636 0 0,0 1-1 0 0,0-1 1 0 0,0 0 0 0 0,0 1-1 0 0,0-1 1 0 0,0 1 0 0 0,0-1 0 0 0,0 1-1 0 0,1-1 1 0 0,-1 1 0 0 0,1-1 0 0 0,-1 1-1 0 0,1 0 1 0 0,0-1 0 0 0,-1 1 0 0 0,1 0-1 0 0,0-1 1 0 0,0 1 0 0 0,0 0 0 0 0,0-1-1 0 0,1 1 1 0 0,-1 0 0 0 0,1 2 0 0 0,0-2-1 0 0,0 0 0 0 0,0-1 0 0 0,1 1 0 0 0,-1 0 0 0 0,0-1 0 0 0,1 1 1 0 0,-1-1-1 0 0,1 1 0 0 0,0-1 0 0 0,-1 0 0 0 0,1 0 0 0 0,0 0 1 0 0,0 0-1 0 0,0 0 0 0 0,0 0 0 0 0,0 0 0 0 0,0-1 0 0 0,2 2 0 0 0,50 10 85 0 0,0-1 0 0 0,79 4 0 0 0,-69-9-1116 0 0,78 17 0 0 0,-103-13 322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4.8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69 6911 0 0,'-21'-55'-202'0'0,"15"42"-2716"0"0,4 23 2833 0 0,6 25 626 0 0,3-10-525 0 0,0 0-1 0 0,2-1 1 0 0,20 42-1 0 0,-17-42 26 0 0,-2-1-1 0 0,0 2 1 0 0,11 44-1 0 0,16 81-356 0 0,-27-113 280 0 0,-8-29 36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15.1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64 3223 0 0,'-8'-8'116'0'0,"6"5"-83"0"0,0 0-1 0 0,0 1 1 0 0,-1 0 0 0 0,1-1 0 0 0,-6-3-1 0 0,8 6-55 0 0,0 0-1 0 0,-1 0 1 0 0,1 0-1 0 0,0 0 1 0 0,-1 0-1 0 0,1 0 1 0 0,0 0-1 0 0,0 0 1 0 0,-1 0-1 0 0,1 0 1 0 0,0 0-1 0 0,-1 0 1 0 0,1 0-1 0 0,0 0 1 0 0,-1 0-1 0 0,1 0 1 0 0,0 0-1 0 0,0 0 1 0 0,-1 0-1 0 0,1 0 1 0 0,0 0-1 0 0,0 1 1 0 0,-1-1-1 0 0,1 0 1 0 0,0 0-1 0 0,0 0 1 0 0,-1 1-1 0 0,1-1 1 0 0,0 0-1 0 0,0 0 1 0 0,0 0-1 0 0,-1 1 1 0 0,1-1-1 0 0,0 0 1 0 0,0 0-1 0 0,0 1 1 0 0,0-1-1 0 0,0 0 1 0 0,-1 1-1 0 0,1-1 1 0 0,0 0-1 0 0,0 0 1 0 0,0 1-1 0 0,0-1 1 0 0,0 0-1 0 0,0 1 1 0 0,0-1-1 0 0,0 0 1 0 0,0 1-1 0 0,0-1 1 0 0,0 1-1 0 0,1 15 670 0 0,4 2-288 0 0,1-1 0 0 0,1 0 0 0 0,13 23 0 0 0,-6-12-30 0 0,-12-22-271 0 0,1-1-1 0 0,0 1 0 0 0,1 0 0 0 0,-1-1 0 0 0,1 0 0 0 0,0 0 0 0 0,1 0 1 0 0,-1-1-1 0 0,1 1 0 0 0,9 6 0 0 0,-12-10-23 0 0,1 1 0 0 0,0-1 0 0 0,0 0 0 0 0,-1 0-1 0 0,1 0 1 0 0,0 0 0 0 0,0 0 0 0 0,0 0 0 0 0,0-1 0 0 0,0 0 0 0 0,0 1 0 0 0,0-1 0 0 0,0 0 0 0 0,0 0-1 0 0,0-1 1 0 0,0 1 0 0 0,0-1 0 0 0,0 1 0 0 0,0-1 0 0 0,0 0 0 0 0,-1 0 0 0 0,1-1 0 0 0,0 1 0 0 0,4-3-1 0 0,7-5 178 0 0,0 0-1 0 0,-1-1 1 0 0,-1-1 0 0 0,0 0-1 0 0,0 0 1 0 0,13-18-1 0 0,-18 21-77 0 0,-2 0 0 0 0,1 0 0 0 0,-1-1 1 0 0,0 0-1 0 0,-1 0 0 0 0,0 0 0 0 0,0 0 0 0 0,-1-1 0 0 0,-1 1 0 0 0,1-1 0 0 0,1-16 0 0 0,-4 25-121 0 0,0 0 0 0 0,0-1 0 0 0,0 1 1 0 0,0 0-1 0 0,0-1 0 0 0,0 1 0 0 0,0 0 0 0 0,0-1 0 0 0,-1 1 0 0 0,1 0 0 0 0,-1-1 0 0 0,1 1 0 0 0,-1 0 0 0 0,1 0 0 0 0,-1 0 0 0 0,1-1 0 0 0,-1 1 0 0 0,0 0 0 0 0,0 0 0 0 0,-1-1 0 0 0,1 1-34 0 0,0 1 0 0 0,0 0-1 0 0,0-1 1 0 0,1 1-1 0 0,-1 0 1 0 0,0 0 0 0 0,0 0-1 0 0,0-1 1 0 0,0 1 0 0 0,0 0-1 0 0,0 0 1 0 0,0 1-1 0 0,0-1 1 0 0,0 0 0 0 0,0 0-1 0 0,0 0 1 0 0,0 1-1 0 0,0-1 1 0 0,0 0 0 0 0,0 1-1 0 0,0-1 1 0 0,0 1 0 0 0,0-1-1 0 0,0 1 1 0 0,1 0-1 0 0,-1-1 1 0 0,-1 2 0 0 0,-12 9-3111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0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78 2759 0 0,'-2'-1'108'0'0,"1"1"0"0"0,-1-1 0 0 0,1 0 0 0 0,-1 0 0 0 0,1 0 0 0 0,0 0 0 0 0,0 0-1 0 0,-1 0 1 0 0,1 0 0 0 0,0 0 0 0 0,0 0 0 0 0,0-1 0 0 0,0 1 0 0 0,0 0-1 0 0,0-1 1 0 0,1 1 0 0 0,-1-1 0 0 0,0 1 0 0 0,1-1 0 0 0,-1 1 0 0 0,1-1 0 0 0,-1 0-1 0 0,1 1 1 0 0,0-1 0 0 0,0-2 0 0 0,0 3-1 0 0,0 0-1 0 0,0 0 0 0 0,0-1 1 0 0,1 1-1 0 0,-1 0 1 0 0,0 0-1 0 0,1 0 1 0 0,-1 0-1 0 0,1 0 1 0 0,-1 0-1 0 0,1 0 1 0 0,0 0-1 0 0,-1 0 1 0 0,1 0-1 0 0,0 0 1 0 0,0 0-1 0 0,0 0 0 0 0,0 1 1 0 0,0-1-1 0 0,0 0 1 0 0,0 0-1 0 0,0 1 1 0 0,0-1-1 0 0,0 1 1 0 0,0-1-1 0 0,0 1 1 0 0,0 0-1 0 0,0-1 1 0 0,0 1-1 0 0,1 0 1 0 0,-1 0-1 0 0,0-1 0 0 0,0 1 1 0 0,0 0-1 0 0,1 0 1 0 0,0 1-1 0 0,83 6 1737 0 0,1-1-1926 0 0,-35-7-826 0 0,0-3 0 0 0,84-17-1 0 0,-110 16-2274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0.5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31 2303 0 0,'-42'-2'812'0'0,"42"2"-771"0"0,0 0 0 0 0,0 0 0 0 0,0 0 0 0 0,0 0 0 0 0,0 0 0 0 0,0 0 0 0 0,0 0 0 0 0,0 0 0 0 0,0 0 0 0 0,-1 0 0 0 0,1 0 0 0 0,0 0 0 0 0,0 1 0 0 0,0-1 0 0 0,0 0-1 0 0,0 0 1 0 0,0 0 0 0 0,0 0 0 0 0,0 0 0 0 0,0 0 0 0 0,0 0 0 0 0,0 0 0 0 0,0 0 0 0 0,0 0 0 0 0,0 0 0 0 0,0 0 0 0 0,0 1 0 0 0,0-1 0 0 0,0 0 0 0 0,0 0 0 0 0,0 0-1 0 0,0 0 1 0 0,0 0 0 0 0,0 0 0 0 0,0 0 0 0 0,0 0 0 0 0,0 0 0 0 0,0 0 0 0 0,0 0 0 0 0,0 1 0 0 0,0-1 0 0 0,0 0 0 0 0,1 0 0 0 0,-1 0 0 0 0,0 0 0 0 0,0 0 0 0 0,0 0 0 0 0,0 0-1 0 0,0 0 1 0 0,0 0 0 0 0,0 0 0 0 0,0 0 0 0 0,0 0 0 0 0,0 0 0 0 0,0 0 0 0 0,0 0 0 0 0,0 0 0 0 0,1 0 0 0 0,-1 0 0 0 0,0 0 0 0 0,4 4 921 0 0,2-2-685 0 0,0 0 0 0 0,0-1 0 0 0,-1 0-1 0 0,1 0 1 0 0,0-1 0 0 0,0 1 0 0 0,0-1-1 0 0,0-1 1 0 0,6 0 0 0 0,10 0 291 0 0,229-20 1637 0 0,-77 3-2090 0 0,-124 17-515 0 0,-30 2-64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2.0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307 746 455 0 0,'0'-2'472'0'0,"1"5"232"0"0,-1-3-570 0 0,0 0 0 0 0,1 0 0 0 0,-1 0-1 0 0,0 0 1 0 0,0 0 0 0 0,0 0 0 0 0,1 0-1 0 0,-1 0 1 0 0,0 0 0 0 0,0 0 0 0 0,1 0-1 0 0,-1 0 1 0 0,0 0 0 0 0,0 0 0 0 0,0 0-1 0 0,1 0 1 0 0,-1 0 0 0 0,0-1 0 0 0,0 1-1 0 0,0 0 1 0 0,0 0 0 0 0,1 0 0 0 0,-1 0-1 0 0,0 0 1 0 0,0 0 0 0 0,0-1 0 0 0,0 1-1 0 0,0 0 1 0 0,1 0 0 0 0,-1 0 0 0 0,0-1-1 0 0,0 1 1 0 0,0 0 0 0 0,0-1 0 0 0,6-5 291 0 0,-1-1 0 0 0,0 0 0 0 0,0 0 1 0 0,-1 0-1 0 0,0-1 0 0 0,0 1 0 0 0,5-16 0 0 0,-8 19-274 0 0,0-1-1 0 0,0 1 0 0 0,-1-1 0 0 0,1 0 0 0 0,-1 1 1 0 0,0-1-1 0 0,0 0 0 0 0,-1 1 0 0 0,1-1 0 0 0,-1 1 1 0 0,0-1-1 0 0,0 1 0 0 0,0-1 0 0 0,-1 1 0 0 0,0-1 1 0 0,0 1-1 0 0,-3-5 0 0 0,1 2-18 0 0,-1 0 0 0 0,0 1 0 0 0,0 0 1 0 0,-1 0-1 0 0,1 1 0 0 0,-1-1 0 0 0,0 1 0 0 0,-1 0 0 0 0,1 1 0 0 0,-1 0 0 0 0,0 0 1 0 0,0 0-1 0 0,-1 1 0 0 0,1 0 0 0 0,-12-3 0 0 0,14 4-120 0 0,0 1-1 0 0,0 0 1 0 0,0 1-1 0 0,-1-1 1 0 0,1 1 0 0 0,0 0-1 0 0,-1 0 1 0 0,1 0-1 0 0,0 1 1 0 0,-1 0-1 0 0,1 0 1 0 0,0 1 0 0 0,0-1-1 0 0,0 1 1 0 0,0 0-1 0 0,0 0 1 0 0,0 1-1 0 0,1-1 1 0 0,-1 1 0 0 0,1 0-1 0 0,-1 0 1 0 0,1 1-1 0 0,-6 6 1 0 0,-3 5-2 0 0,2 0-1 0 0,0 0 1 0 0,0 1 0 0 0,2 1 0 0 0,0 0 0 0 0,1 0-1 0 0,0 0 1 0 0,2 1 0 0 0,0 0 0 0 0,1 1-1 0 0,-5 35 1 0 0,9-50-10 0 0,1 0 0 0 0,0-1 0 0 0,0 1 0 0 0,0 0 0 0 0,1-1 0 0 0,-1 1 0 0 0,1 0 0 0 0,0-1 0 0 0,0 1 0 0 0,0 0 0 0 0,0-1 0 0 0,1 1 0 0 0,-1-1 0 0 0,1 0 0 0 0,0 0 0 0 0,0 0 0 0 0,0 0 0 0 0,1 0 0 0 0,-1 0 0 0 0,1 0 0 0 0,3 3 0 0 0,-1-3 0 0 0,-1 0 0 0 0,1-1 0 0 0,-1 1 0 0 0,1-1 0 0 0,0 0 0 0 0,0 0 0 0 0,0 0 0 0 0,1-1 0 0 0,-1 0 0 0 0,0 0 0 0 0,0 0 0 0 0,1-1 0 0 0,-1 1 0 0 0,7-2 0 0 0,0 0 7 0 0,-1 0 0 0 0,1-1 0 0 0,-1 0 0 0 0,0-1 0 0 0,0 0 0 0 0,0-1-1 0 0,-1 0 1 0 0,1-1 0 0 0,-1 0 0 0 0,0-1 0 0 0,0 0 0 0 0,-1 0 0 0 0,1-1 0 0 0,-2 0 0 0 0,1-1-1 0 0,-1 0 1 0 0,0 0 0 0 0,13-19 0 0 0,-6 4 195 0 0,-1 0-1 0 0,0 0 1 0 0,-2-1 0 0 0,-1-1 0 0 0,-2 0-1 0 0,14-53 1 0 0,-17 57-80 0 0,46-213 874 0 0,-44 187-764 0 0,-2-1-1 0 0,0-94 0 0 0,-7 136-208 0 0,-1-21 1 0 0,2 26-21 0 0,0 0 0 0 0,0 0 0 0 0,0 0 0 0 0,0 0 1 0 0,-1 0-1 0 0,1 0 0 0 0,0 0 0 0 0,-1 0 0 0 0,1 0 0 0 0,-1 0 0 0 0,1 0 1 0 0,-1 0-1 0 0,0 0 0 0 0,1 0 0 0 0,-1 0 0 0 0,0 1 0 0 0,0-1 0 0 0,-1-1 1 0 0,2 2-4 0 0,-1 0 1 0 0,0 0-1 0 0,1 0 0 0 0,-1 0 1 0 0,0 0-1 0 0,1 0 1 0 0,-1 0-1 0 0,0 0 1 0 0,1 1-1 0 0,-1-1 1 0 0,0 0-1 0 0,1 0 1 0 0,-1 0-1 0 0,0 1 1 0 0,1-1-1 0 0,-1 0 1 0 0,1 1-1 0 0,-1-1 1 0 0,1 1-1 0 0,-1-1 1 0 0,1 1-1 0 0,-1-1 1 0 0,1 1-1 0 0,-1-1 0 0 0,1 1 1 0 0,-1-1-1 0 0,0 2 1 0 0,-11 18-4 0 0,11-19 3 0 0,-11 24-41 0 0,0 1 0 0 0,-14 47-1 0 0,-7 57-112 0 0,30-118 150 0 0,-14 66-54 0 0,-6 81 0 0 0,19-109 34 0 0,2 1-1 0 0,8 87 0 0 0,-5-128 25 0 0,0 1-1 0 0,1-1 1 0 0,1 0-1 0 0,-1 0 0 0 0,2 0 1 0 0,-1 0-1 0 0,11 17 1 0 0,-12-23-21 0 0,0 0 0 0 0,1-1 0 0 0,0 1 0 0 0,0-1 0 0 0,0 0 0 0 0,0 0 0 0 0,0 0 0 0 0,0 0 0 0 0,1-1 0 0 0,0 1 0 0 0,-1-1 0 0 0,1 0 0 0 0,0 0 0 0 0,0 0 1 0 0,0 0-1 0 0,0-1 0 0 0,1 0 0 0 0,-1 0 0 0 0,0 0 0 0 0,1 0 0 0 0,6 0 0 0 0,-3-1-72 0 0,0-1 0 0 0,0 1 0 0 0,0-1 0 0 0,0-1 1 0 0,0 1-1 0 0,0-1 0 0 0,0-1 0 0 0,0 0 0 0 0,-1 0 0 0 0,1 0 0 0 0,-1-1 1 0 0,0 0-1 0 0,0 0 0 0 0,0-1 0 0 0,-1 0 0 0 0,1 0 0 0 0,-1 0 0 0 0,0-1 1 0 0,-1 0-1 0 0,10-13 0 0 0,-5 4 87 0 0,0-1-1 0 0,-1 0 1 0 0,-1 0 0 0 0,0-1-1 0 0,-1 0 1 0 0,-1 0 0 0 0,-1-1 0 0 0,5-23-1 0 0,-5 13 274 0 0,-1 0 0 0 0,1-41-1 0 0,-5 69-253 0 0,0-1 0 0 0,0 1 0 0 0,0 0-1 0 0,0-1 1 0 0,0 1 0 0 0,0 0 0 0 0,0-1 0 0 0,0 1-1 0 0,0 0 1 0 0,0-1 0 0 0,0 1 0 0 0,0 0 0 0 0,0-1-1 0 0,0 1 1 0 0,0 0 0 0 0,0-1 0 0 0,0 1 0 0 0,-1 0-1 0 0,1 0 1 0 0,0-1 0 0 0,0 1 0 0 0,0 0-1 0 0,0-1 1 0 0,-1 1 0 0 0,1 0 0 0 0,0-1 0 0 0,-5 8 173 0 0,-3 14-68 0 0,3 2-44 0 0,0-1 1 0 0,1 1-1 0 0,1-1 1 0 0,1 1-1 0 0,1 0 1 0 0,1 0-1 0 0,2 0 1 0 0,4 30-1 0 0,-5-48-76 0 0,0 0-1 0 0,0-1 1 0 0,1 1 0 0 0,-1-1-1 0 0,1 1 1 0 0,0-1-1 0 0,0 0 1 0 0,0 0 0 0 0,1 0-1 0 0,0 0 1 0 0,0 0-1 0 0,0-1 1 0 0,0 1-1 0 0,0-1 1 0 0,1 1 0 0 0,-1-1-1 0 0,1-1 1 0 0,0 1-1 0 0,0 0 1 0 0,0-1 0 0 0,0 0-1 0 0,0 0 1 0 0,1 0-1 0 0,-1 0 1 0 0,1-1-1 0 0,-1 0 1 0 0,1 1 0 0 0,0-2-1 0 0,-1 1 1 0 0,1-1-1 0 0,0 1 1 0 0,-1-1 0 0 0,1-1-1 0 0,0 1 1 0 0,0-1-1 0 0,6-1 1 0 0,47-13-3595 0 0,-42 10-1549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2.9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166 141 2303 0 0,'3'-13'-10'0'0,"3"-27"2810"0"0,-6 37-2480 0 0,0 1 0 0 0,0-1 0 0 0,0 1-1 0 0,0-1 1 0 0,0 0 0 0 0,-1 1 0 0 0,1-1-1 0 0,-1 1 1 0 0,0 0 0 0 0,1-1 0 0 0,-1 1-1 0 0,-2-3 1 0 0,3 4-218 0 0,0 1-1 0 0,-1-1 1 0 0,1 1-1 0 0,0 0 1 0 0,-1-1 0 0 0,1 1-1 0 0,0 0 1 0 0,-1-1-1 0 0,1 1 1 0 0,-1 0-1 0 0,1-1 1 0 0,0 1 0 0 0,-1 0-1 0 0,1 0 1 0 0,-1-1-1 0 0,1 1 1 0 0,-1 0 0 0 0,1 0-1 0 0,-1 0 1 0 0,1 0-1 0 0,-1 0 1 0 0,1 0-1 0 0,-1 0 1 0 0,1 0 0 0 0,-1 0-1 0 0,0 0 1 0 0,0 0 35 0 0,-1 1 0 0 0,1-1 0 0 0,0 1 1 0 0,-1-1-1 0 0,1 1 0 0 0,0 0 0 0 0,0-1 0 0 0,0 1 1 0 0,-2 2-1 0 0,-20 22 953 0 0,23-24-1018 0 0,-24 31 609 0 0,-28 53-1 0 0,45-71-629 0 0,0 0 0 0 0,1 0 0 0 0,1 0 0 0 0,0 1-1 0 0,1 0 1 0 0,1 0 0 0 0,-2 16 0 0 0,4-27-31 0 0,1 0-1 0 0,0 0 1 0 0,0 0-1 0 0,1 1 1 0 0,-1-1-1 0 0,1 0 1 0 0,0 0-1 0 0,0 0 1 0 0,0 0-1 0 0,0 0 1 0 0,1 0-1 0 0,0 0 1 0 0,3 5-1 0 0,-3-6-21 0 0,0-1-1 0 0,0 1 1 0 0,0-1-1 0 0,0 0 1 0 0,1 0-1 0 0,-1 0 1 0 0,1 0-1 0 0,0 0 1 0 0,0 0-1 0 0,0-1 1 0 0,-1 1-1 0 0,1-1 1 0 0,1 0-1 0 0,-1 0 1 0 0,0 0-1 0 0,0 0 1 0 0,6 1-1 0 0,0-2 3 0 0,-1 1-1 0 0,0-2 1 0 0,0 1-1 0 0,0-1 1 0 0,0 0-1 0 0,0 0 1 0 0,0-1-1 0 0,0 0 1 0 0,0-1-1 0 0,-1 0 1 0 0,1 0-1 0 0,-1 0 1 0 0,0-1-1 0 0,0 0 1 0 0,0-1-1 0 0,0 1 1 0 0,-1-1-1 0 0,11-11 1 0 0,-3 1 47 0 0,-1 0 1 0 0,0-1-1 0 0,-1 0 1 0 0,0-1-1 0 0,-1 0 0 0 0,11-26 1 0 0,-14 21 123 0 0,0 1 0 0 0,-2-1 0 0 0,0 0 0 0 0,-2 0 0 0 0,3-25 0 0 0,4-22 322 0 0,-9 66-484 0 0,2 7-5 0 0,4 11-6 0 0,-6-10 1 0 0,7 8-112 0 0,1-1 0 0 0,0 0 1 0 0,0-1-1 0 0,1 0 0 0 0,1 0 0 0 0,0-1 0 0 0,0-1 0 0 0,25 15 0 0 0,-33-22 90 0 0,0 1-1 0 0,-1-1 1 0 0,1 1-1 0 0,-1-1 1 0 0,0 1-1 0 0,0 0 0 0 0,0 1 1 0 0,0-1-1 0 0,0 0 1 0 0,-1 1-1 0 0,0 0 1 0 0,4 5-1 0 0,-5-5 9 0 0,0-1 0 0 0,0 1-1 0 0,0 0 1 0 0,-1 0 0 0 0,1-1-1 0 0,-1 1 1 0 0,0 0 0 0 0,0 0-1 0 0,0 0 1 0 0,0-1 0 0 0,-1 1-1 0 0,0 0 1 0 0,0 0 0 0 0,-1 4-1 0 0,-4 10 16 0 0,3-9 0 0 0,0 0 0 0 0,0 0 0 0 0,1 0 0 0 0,0 1 0 0 0,0-1 0 0 0,1 1 0 0 0,0 11 0 0 0,1-20 1 0 0,1 0-1 0 0,-1 1 1 0 0,0-1-1 0 0,0 0 1 0 0,1 0-1 0 0,-1 0 1 0 0,0 0-1 0 0,1 0 1 0 0,-1 0-1 0 0,1 1 0 0 0,0-1 1 0 0,-1 0-1 0 0,1 0 1 0 0,0-1-1 0 0,0 1 1 0 0,-1 0-1 0 0,1 0 1 0 0,0 0-1 0 0,0 0 1 0 0,2 0-1 0 0,-1 0 2 0 0,0 0 0 0 0,0 0 0 0 0,0 0 0 0 0,1 0 0 0 0,-1-1 0 0 0,0 1 0 0 0,1-1 0 0 0,-1 0 0 0 0,0 0 0 0 0,3 0 0 0 0,4 0 5 0 0,0-1-1 0 0,0 0 0 0 0,-1-1 1 0 0,13-4-1 0 0,-15 4-3 0 0,0 0-1 0 0,-1-1 1 0 0,1 0 0 0 0,-1 0-1 0 0,1 0 1 0 0,-1-1 0 0 0,0 1-1 0 0,0-1 1 0 0,-1-1-1 0 0,1 1 1 0 0,-1-1 0 0 0,0 1-1 0 0,0-1 1 0 0,0 0-1 0 0,-1-1 1 0 0,0 1 0 0 0,0-1-1 0 0,4-10 1 0 0,-2 4 102 0 0,-2 0-1 0 0,0 0 1 0 0,0-1 0 0 0,-1 1-1 0 0,0-1 1 0 0,-1 1 0 0 0,-1-1 0 0 0,-1-17-1 0 0,1 28-65 0 0,0 0 0 0 0,-1 0 0 0 0,1 1-1 0 0,0-1 1 0 0,-1 0 0 0 0,1 0 0 0 0,-1 1 0 0 0,0-1-1 0 0,0 0 1 0 0,1 1 0 0 0,-1-1 0 0 0,0 1 0 0 0,0-1 0 0 0,-2-1-1 0 0,2 2-26 0 0,1 1-1 0 0,-1 0 0 0 0,1 0 0 0 0,0-1 0 0 0,-1 1 0 0 0,1 0 1 0 0,0 0-1 0 0,-1 0 0 0 0,1-1 0 0 0,-1 1 0 0 0,1 0 1 0 0,-1 0-1 0 0,1 0 0 0 0,-1 0 0 0 0,1 0 0 0 0,0 0 1 0 0,-1 0-1 0 0,1 0 0 0 0,-1 0 0 0 0,1 0 0 0 0,-1 0 1 0 0,0 1-1 0 0,0-1-2 0 0,0 1-1 0 0,0-1 1 0 0,1 1 0 0 0,-1-1 0 0 0,0 1 0 0 0,0 0 0 0 0,0-1 0 0 0,1 1 0 0 0,-1 0 0 0 0,0 0 0 0 0,1 0-1 0 0,-1 0 1 0 0,0 1 0 0 0,-6 10 0 0 0,1 0-1 0 0,0 0 0 0 0,1 1 1 0 0,1 0-1 0 0,0 0 0 0 0,1 0 0 0 0,0 0 1 0 0,-1 17-1 0 0,3-23-51 0 0,1 0 1 0 0,-1 0-1 0 0,1 0 0 0 0,1 0 1 0 0,0 0-1 0 0,0 0 0 0 0,0 0 1 0 0,1 0-1 0 0,0 0 0 0 0,0 0 1 0 0,0-1-1 0 0,1 1 0 0 0,0-1 1 0 0,1 1-1 0 0,-1-1 0 0 0,1 0 1 0 0,6 6-1 0 0,-5-8-347 0 0,1 1 1 0 0,-1 0-1 0 0,1-1 0 0 0,0 0 1 0 0,1-1-1 0 0,-1 0 0 0 0,1 1 1 0 0,-1-2-1 0 0,1 1 1 0 0,0-1-1 0 0,0 0 0 0 0,9 1 1 0 0,6-1-4537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3.6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139 220 3223 0 0,'8'-26'813'0'0,"8"-46"-1"0"0,-13 52 449 0 0,-1 1 0 0 0,-1-1 0 0 0,-1-22-1 0 0,0 41-1160 0 0,0 0-1 0 0,0 1 0 0 0,0-1 1 0 0,0 0-1 0 0,-1 0 1 0 0,1 0-1 0 0,0 0 0 0 0,0 0 1 0 0,0 0-1 0 0,-1 0 0 0 0,1 0 1 0 0,-1 0-1 0 0,1 0 0 0 0,-1 1 1 0 0,1-1-1 0 0,-1 0 1 0 0,1 0-1 0 0,-1 0 0 0 0,1 1 1 0 0,-1-1-1 0 0,-1 0 0 0 0,2 0-23 0 0,-1 1 0 0 0,0 0 0 0 0,0 0 0 0 0,1 0 0 0 0,-1 0 0 0 0,0 0 0 0 0,0 0 0 0 0,0 0 0 0 0,1 0 0 0 0,-1 0 0 0 0,0 0 0 0 0,0 0-1 0 0,1 1 1 0 0,-1-1 0 0 0,0 0 0 0 0,1 0 0 0 0,-1 1 0 0 0,0-1 0 0 0,1 0 0 0 0,-2 1 0 0 0,-3 3 140 0 0,1-1 1 0 0,-1 1 0 0 0,1 0-1 0 0,0 0 1 0 0,-5 6-1 0 0,-9 12-7 0 0,2 1 0 0 0,-26 48 0 0 0,36-59-156 0 0,0-1-1 0 0,2 2 1 0 0,-1-1-1 0 0,1 1 1 0 0,1-1 0 0 0,0 1-1 0 0,1 0 1 0 0,-1 19-1 0 0,3-31-52 0 0,0 1 0 0 0,0-1 0 0 0,0 0 0 0 0,0 1 0 0 0,0-1 0 0 0,0 1 0 0 0,1-1 0 0 0,-1 0 0 0 0,0 1 0 0 0,1-1 0 0 0,-1 0 0 0 0,1 1 0 0 0,-1-1 0 0 0,1 0 0 0 0,-1 0 0 0 0,1 1 0 0 0,0-1 0 0 0,0 0 0 0 0,0 0 0 0 0,0 0 0 0 0,0 0 0 0 0,0 0 0 0 0,0 0 0 0 0,0 0 0 0 0,0 0 0 0 0,0-1 0 0 0,0 1 0 0 0,0 0 0 0 0,1-1 0 0 0,-1 1 0 0 0,0-1 0 0 0,1 1 0 0 0,-1-1 0 0 0,0 0 0 0 0,1 1 0 0 0,-1-1 0 0 0,2 0 0 0 0,1 0 0 0 0,0 0 0 0 0,-1-1 0 0 0,1 1 0 0 0,0-1 0 0 0,-1 0 0 0 0,1 0 0 0 0,-1 0 0 0 0,1 0 0 0 0,-1-1 0 0 0,0 1 0 0 0,0-1 0 0 0,1 0 0 0 0,2-3 0 0 0,3-2 16 0 0,0-1 0 0 0,0-1 1 0 0,-1 0-1 0 0,0 0 0 0 0,8-12 0 0 0,28-54 195 0 0,-32 53-145 0 0,-11 20 15 0 0,-1 0 0 0 0,2 1 0 0 0,-1-1 0 0 0,0 0 0 0 0,0 0 0 0 0,1 1 0 0 0,-1-1 0 0 0,1 1 0 0 0,-1-1 0 0 0,1 1 0 0 0,-1-1 0 0 0,1 1 0 0 0,3-2 0 0 0,-3 3-64 0 0,-1 0 0 0 0,0 0 0 0 0,0 0 0 0 0,0 0-1 0 0,0 0 1 0 0,1 0 0 0 0,-1 0 0 0 0,0 0 0 0 0,0 0 0 0 0,0 1 0 0 0,0-1 0 0 0,0 0 0 0 0,0 1 0 0 0,0-1 0 0 0,0 1 0 0 0,0-1-1 0 0,0 1 1 0 0,0 0 0 0 0,0-1 0 0 0,0 1 0 0 0,0 0 0 0 0,0 0 0 0 0,0 0 0 0 0,-1 0 0 0 0,1-1 0 0 0,0 1 0 0 0,0 2 0 0 0,10 13 54 0 0,-1 0 0 0 0,-1 0 0 0 0,-1 1 0 0 0,11 29 1 0 0,7 16 74 0 0,-21-53-127 0 0,-1-2 0 0 0,0 1 0 0 0,4 14 0 0 0,-8-22-19 0 0,0 0 0 0 0,0 0 0 0 0,0-1 0 0 0,0 1 0 0 0,0 0 0 0 0,0 0 0 0 0,0 0 0 0 0,0 0 0 0 0,0 0 0 0 0,0 0 0 0 0,-1 0 0 0 0,1 0 0 0 0,0 0 0 0 0,0 0 0 0 0,0 0 0 0 0,0 0 0 0 0,0 0 0 0 0,0 0 0 0 0,0 0 0 0 0,0 0 0 0 0,0 0 0 0 0,0 0 0 0 0,0 0 0 0 0,-1 0 0 0 0,1 0 0 0 0,0 0 0 0 0,0 0 0 0 0,0 0 0 0 0,0 0 0 0 0,0 0 0 0 0,0 0 0 0 0,0 0 0 0 0,0 0 0 0 0,0 0 0 0 0,0 0 0 0 0,0 0 0 0 0,0 0 0 0 0,-1 1 0 0 0,1-1 0 0 0,0 0 0 0 0,0 0 0 0 0,0 0 0 0 0,0 0 0 0 0,0 0 0 0 0,0 0 0 0 0,0 0 0 0 0,0 0 0 0 0,0 0 0 0 0,0 0 0 0 0,0 0 0 0 0,0 0 0 0 0,0 1 0 0 0,0-1 0 0 0,-5-5 0 0 0,4 2 0 0 0,-1 0 0 0 0,1 1 0 0 0,0-1 0 0 0,0 0 0 0 0,1 0 0 0 0,-1 0 0 0 0,1 0 0 0 0,-1 0 0 0 0,1 0 0 0 0,0-6 0 0 0,5-32 0 0 0,-2 28 0 0 0,-3 8 0 0 0,1 1 0 0 0,0 0 0 0 0,0-1 0 0 0,0 1 0 0 0,1 0 0 0 0,0 0 0 0 0,-1 0 0 0 0,6-8 0 0 0,-6 11 0 0 0,0-1 0 0 0,1 1 0 0 0,-1 0 0 0 0,0-1 0 0 0,1 1 0 0 0,0 0 0 0 0,-1 0 0 0 0,1 0 0 0 0,0 0 0 0 0,-1 0 0 0 0,1 0 0 0 0,0 0 0 0 0,0 1 0 0 0,0-1 0 0 0,0 1 0 0 0,-1-1 0 0 0,1 1 0 0 0,0 0 0 0 0,0-1 0 0 0,0 1 0 0 0,0 0 0 0 0,4 1 0 0 0,52 5-12 0 0,-23-2-5 0 0,0-1-1 0 0,43-3 1 0 0,-71-1 17 0 0,1 0 0 0 0,-1-1 0 0 0,0 0 0 0 0,0 0 0 0 0,0-1 0 0 0,0 0 0 0 0,0 0 0 0 0,-1-1 0 0 0,7-4 0 0 0,9-7 0 0 0,21-20 0 0 0,-39 33 0 0 0,-1-1 0 0 0,1 0 0 0 0,-1-1 0 0 0,0 1 0 0 0,0 0 0 0 0,0-1 0 0 0,0 0 0 0 0,-1 0 0 0 0,1 1 0 0 0,1-6 0 0 0,-4 8 1 0 0,1 1 0 0 0,-1 0 0 0 0,0-1-1 0 0,0 1 1 0 0,0 0 0 0 0,0-1 0 0 0,0 1 0 0 0,0-1-1 0 0,0 1 1 0 0,0 0 0 0 0,0-1 0 0 0,0 1 0 0 0,0 0-1 0 0,0-1 1 0 0,0 1 0 0 0,0-1 0 0 0,0 1 0 0 0,0 0-1 0 0,0-1 1 0 0,-1 1 0 0 0,1 0 0 0 0,0-1 0 0 0,0 1-1 0 0,0 0 1 0 0,-1-1 0 0 0,1 1 0 0 0,0 0-1 0 0,0 0 1 0 0,-1-1 0 0 0,1 1 0 0 0,0 0 0 0 0,-1 0-1 0 0,1-1 1 0 0,0 1 0 0 0,0 0 0 0 0,-1 0 0 0 0,1 0-1 0 0,-1 0 1 0 0,1-1 0 0 0,0 1 0 0 0,-1 0 0 0 0,1 0-1 0 0,0 0 1 0 0,-1 0 0 0 0,1 0 0 0 0,-1 0 0 0 0,1 0-1 0 0,0 0 1 0 0,-1 0 0 0 0,1 0 0 0 0,0 0 0 0 0,-1 0-1 0 0,1 1 1 0 0,-1-1 0 0 0,-21 5 73 0 0,12-2-67 0 0,0 2 1 0 0,1-1 0 0 0,-1 1 0 0 0,1 0 0 0 0,0 1-1 0 0,0 0 1 0 0,1 0 0 0 0,0 1 0 0 0,0 0 0 0 0,1 1 0 0 0,-11 13-1 0 0,15-17 11 0 0,-1 0 0 0 0,1 1 0 0 0,1-1 0 0 0,-1 1 0 0 0,1 0 0 0 0,0 0 0 0 0,0 0 0 0 0,0 0-1 0 0,0 0 1 0 0,1 1 0 0 0,0-1 0 0 0,0 0 0 0 0,1 1 0 0 0,0-1 0 0 0,0 1 0 0 0,0-1 0 0 0,0 1 0 0 0,1-1-1 0 0,0 0 1 0 0,0 1 0 0 0,0-1 0 0 0,1 0 0 0 0,-1 0 0 0 0,4 7 0 0 0,-3-9 54 0 0,1 0 0 0 0,-1 1 1 0 0,0-1-1 0 0,1 0 0 0 0,0 0 0 0 0,0 0 1 0 0,0-1-1 0 0,0 1 0 0 0,0-1 1 0 0,0 1-1 0 0,1-1 0 0 0,-1 0 0 0 0,1 0 1 0 0,-1-1-1 0 0,1 1 0 0 0,0-1 0 0 0,0 0 1 0 0,5 2-1 0 0,1-1-327 0 0,-1-1-1 0 0,14 1 1 0 0,17-2-4960 0 0,-20-1-1060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4.5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1 355 4143 0 0,'10'-27'1522'0'0,"20"-34"0"0"0,-7 13 82 0 0,7-30 1188 0 0,-19 49-519 0 0,26-54 1 0 0,-36 81-2185 0 0,0 0 1 0 0,0 0-1 0 0,1 0 0 0 0,-1 0 0 0 0,0 0 1 0 0,1 1-1 0 0,-1-1 0 0 0,1 0 1 0 0,0 1-1 0 0,-1-1 0 0 0,1 1 1 0 0,0 0-1 0 0,0 0 0 0 0,0 0 0 0 0,0 0 1 0 0,0 0-1 0 0,3-1 0 0 0,-3 2-48 0 0,0-1 1 0 0,0 1-1 0 0,0 0 0 0 0,0 0 0 0 0,0 0 0 0 0,-1 1 0 0 0,1-1 0 0 0,0 0 1 0 0,0 1-1 0 0,0-1 0 0 0,0 1 0 0 0,0 0 0 0 0,0 0 0 0 0,0-1 0 0 0,2 3 1 0 0,2 2-31 0 0,0-1 0 0 0,0 1 0 0 0,-1 1 0 0 0,0-1 0 0 0,0 1 0 0 0,0 0 0 0 0,-1 0 0 0 0,8 12 0 0 0,-4-3-16 0 0,-1 0 0 0 0,0 0 0 0 0,-1 1 1 0 0,0 0-1 0 0,-1 0 0 0 0,-1 0 0 0 0,-1 1 0 0 0,0-1 0 0 0,-1 1 0 0 0,-1 0 0 0 0,-1 0 0 0 0,-1 19 0 0 0,0-31 5 0 0,0-1 0 0 0,0 1 0 0 0,-1-1 0 0 0,1 1 0 0 0,-1-1 0 0 0,0 0 0 0 0,0 0 0 0 0,0 0 0 0 0,-1 0 0 0 0,1 0 0 0 0,-1 0 0 0 0,0-1 0 0 0,0 1 0 0 0,-1-1 0 0 0,1 0 0 0 0,0 0 0 0 0,-1 0 0 0 0,0 0 0 0 0,0-1 0 0 0,0 1 0 0 0,0-1 0 0 0,0 0 0 0 0,0 0 0 0 0,-7 1 0 0 0,4-1 0 0 0,1 0 0 0 0,-1-1 0 0 0,1 1 0 0 0,-1-2 0 0 0,1 1 0 0 0,-1-1 0 0 0,1 0 0 0 0,-1 0 0 0 0,0-1 0 0 0,1 0 0 0 0,-1 0 0 0 0,1-1 0 0 0,0 1 0 0 0,-1-1 0 0 0,1-1 0 0 0,-10-5 0 0 0,14 8 4 0 0,0-1 0 0 0,1 0 0 0 0,-1 0 0 0 0,1 0 0 0 0,-1-1 0 0 0,1 1 0 0 0,0 0 0 0 0,0 0 0 0 0,-1-1 0 0 0,1 1 0 0 0,0-1 0 0 0,0 1 0 0 0,0-1 0 0 0,0-1 0 0 0,0 2-3 0 0,1 0-1 0 0,0 0 1 0 0,0-1-1 0 0,-1 1 1 0 0,1 0-1 0 0,0 0 1 0 0,0 0-1 0 0,0 0 1 0 0,1 0-1 0 0,-1 0 1 0 0,0 0-1 0 0,0 0 1 0 0,0 0-1 0 0,1 0 1 0 0,-1 0-1 0 0,1 0 1 0 0,-1 0-1 0 0,1-1 1 0 0,1-1-2 0 0,0 0 1 0 0,1 1 0 0 0,-1-1-1 0 0,1 1 1 0 0,-1-1-1 0 0,1 1 1 0 0,0 0 0 0 0,0 0-1 0 0,0 0 1 0 0,0 1-1 0 0,0-1 1 0 0,0 1 0 0 0,4-2-1 0 0,19-4-8 0 0,0 1 0 0 0,42-5-1 0 0,-34 6-11 0 0,35-9 0 0 0,-59 11 21 0 0,0 0 1 0 0,0 0 0 0 0,-1-1 0 0 0,0-1 0 0 0,0 0 0 0 0,0 0-1 0 0,16-13 1 0 0,-21 15-1 0 0,0-1 0 0 0,-1 0 0 0 0,1 0 0 0 0,-1-1 0 0 0,0 1 0 0 0,0 0 0 0 0,-1-1-1 0 0,1 0 1 0 0,-1 0 0 0 0,0 0 0 0 0,1-6 0 0 0,-2 8 1 0 0,0-1 0 0 0,0 1 0 0 0,0-1-1 0 0,-1 0 1 0 0,1 1 0 0 0,-1-1 0 0 0,0 0 0 0 0,-1 1 0 0 0,1-1 0 0 0,0 0-1 0 0,-1 1 1 0 0,0-1 0 0 0,0 0 0 0 0,0 1 0 0 0,0-1 0 0 0,-4-5 0 0 0,5 8 10 0 0,0 0 0 0 0,-1 0 0 0 0,1 1 0 0 0,-1-1 1 0 0,1 0-1 0 0,-1 0 0 0 0,0 1 0 0 0,1-1 0 0 0,-1 0 0 0 0,0 1 1 0 0,1-1-1 0 0,-1 1 0 0 0,0-1 0 0 0,0 1 0 0 0,0-1 1 0 0,1 1-1 0 0,-1 0 0 0 0,0-1 0 0 0,0 1 0 0 0,0 0 1 0 0,0 0-1 0 0,0-1 0 0 0,0 1 0 0 0,1 0 0 0 0,-1 0 1 0 0,0 0-1 0 0,0 0 0 0 0,0 0 0 0 0,0 0 0 0 0,0 0 1 0 0,0 1-1 0 0,0-1 0 0 0,0 0 0 0 0,0 0 0 0 0,1 1 1 0 0,-1-1-1 0 0,0 0 0 0 0,0 1 0 0 0,0-1 0 0 0,1 1 0 0 0,-1-1 1 0 0,0 1-1 0 0,-1 1 0 0 0,-1 1 101 0 0,-1 1 0 0 0,1-1-1 0 0,0 1 1 0 0,-1 0 0 0 0,2 0-1 0 0,-5 8 1 0 0,0 0-4 0 0,2 0-1 0 0,0 1 1 0 0,0-1 0 0 0,1 1-1 0 0,0 1 1 0 0,1-1 0 0 0,1 0-1 0 0,0 1 1 0 0,1-1 0 0 0,1 16-1 0 0,0-23-102 0 0,0 1-1 0 0,1-1 1 0 0,0 0 0 0 0,1 0-1 0 0,-1 0 1 0 0,1 0-1 0 0,0 0 1 0 0,1-1 0 0 0,-1 1-1 0 0,1-1 1 0 0,0 1-1 0 0,1-1 1 0 0,-1 0-1 0 0,1 0 1 0 0,0 0 0 0 0,0-1-1 0 0,0 1 1 0 0,1-1-1 0 0,0 0 1 0 0,0 0 0 0 0,0-1-1 0 0,0 1 1 0 0,0-1-1 0 0,8 3 1 0 0,16 4-1522 0 0,3-4-5481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4.9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324 17 9215 0 0,'0'-1'102'0'0,"0"1"0"0"0,0-1 0 0 0,0 0-1 0 0,1 0 1 0 0,-1 1 0 0 0,0-1-1 0 0,0 0 1 0 0,1 0 0 0 0,-1 1 0 0 0,1-1-1 0 0,-1 0 1 0 0,0 1 0 0 0,1-1 0 0 0,-1 0-1 0 0,1 1 1 0 0,0-1 0 0 0,-1 1 0 0 0,1-1-1 0 0,-1 1 1 0 0,1-1 0 0 0,0 1-1 0 0,-1-1 1 0 0,1 1 0 0 0,0 0 0 0 0,0-1-1 0 0,-1 1 1 0 0,1 0 0 0 0,0 0 0 0 0,1-1-1 0 0,-2 1-59 0 0,0 0-1 0 0,1 1 1 0 0,-1-1-1 0 0,0 0 1 0 0,0 0-1 0 0,1 0 1 0 0,-1 1-1 0 0,0-1 1 0 0,0 0-1 0 0,1 0 1 0 0,-1 1-1 0 0,0-1 1 0 0,0 0-1 0 0,0 0 1 0 0,0 1-1 0 0,0-1 1 0 0,1 0-1 0 0,-1 1 1 0 0,0-1-1 0 0,0 0 1 0 0,0 0-1 0 0,0 1 1 0 0,0-1-1 0 0,0 0 1 0 0,0 1-1 0 0,0-1 1 0 0,0 0-1 0 0,0 1 1 0 0,0-1-1 0 0,0 0 1 0 0,0 1-1 0 0,-5 19 1274 0 0,-14 22-894 0 0,-2 0-1 0 0,-1-2 1 0 0,-3-1 0 0 0,-1-1 0 0 0,-2-1-1 0 0,-47 50 1 0 0,67-79-405 0 0,1-2-1 0 0,-1 1 1 0 0,-1-1-1 0 0,-12 8 1 0 0,18-12-17 0 0,1-1 0 0 0,-1 0 0 0 0,-1 0 0 0 0,1 0 0 0 0,0 0 0 0 0,0 0 0 0 0,0 0 0 0 0,-4 0 0 0 0,6-1 1 0 0,-1 0 0 0 0,0 0 0 0 0,1-1 0 0 0,-1 1 1 0 0,1 0-1 0 0,-1 0 0 0 0,1-1 0 0 0,-1 1 0 0 0,1-1 1 0 0,0 1-1 0 0,-1-1 0 0 0,1 0 0 0 0,-1 0 0 0 0,1 1 1 0 0,0-1-1 0 0,0 0 0 0 0,-2-2 0 0 0,1 1 0 0 0,1 0 0 0 0,0 0 0 0 0,0 1 0 0 0,0-2 0 0 0,0 1 0 0 0,0 0 0 0 0,0 0 0 0 0,0 0 0 0 0,1 0 0 0 0,-1 0 0 0 0,1 0 0 0 0,0-1 0 0 0,-1 1 0 0 0,1 0 0 0 0,0 0 0 0 0,1-1 0 0 0,-1-2 0 0 0,1-4 0 0 0,1-1 0 0 0,3-13 0 0 0,-1 12-2 0 0,-1 1-1 0 0,2 0 1 0 0,-1 0-1 0 0,1 0 1 0 0,10-14 0 0 0,-11 19 18 0 0,-1-1 1 0 0,2 1-1 0 0,-1 0 1 0 0,0 1-1 0 0,1-1 0 0 0,0 1 1 0 0,0 0-1 0 0,0 0 1 0 0,1 1-1 0 0,9-6 1 0 0,-13 8 16 0 0,0 1-1 0 0,0-1 1 0 0,0 1-1 0 0,0-1 1 0 0,0 1 0 0 0,0 0-1 0 0,-1 0 1 0 0,1 0-1 0 0,0 0 1 0 0,0 0 0 0 0,0 0-1 0 0,0 0 1 0 0,0 1-1 0 0,0-1 1 0 0,0 1 0 0 0,0-1-1 0 0,-1 1 1 0 0,1 0-1 0 0,0 0 1 0 0,0 0 0 0 0,-1 0-1 0 0,1 0 1 0 0,-1 0-1 0 0,1 0 1 0 0,-1 0 0 0 0,1 1-1 0 0,1 2 1 0 0,4 4 84 0 0,-1 0-1 0 0,0 1 1 0 0,0 0 0 0 0,4 10 0 0 0,1 0-13 0 0,-3-6 37 0 0,1 0-1 0 0,0-1 1 0 0,1 0 0 0 0,0-1-1 0 0,21 18 1 0 0,-23-22-99 0 0,1-1 0 0 0,0-1 0 0 0,0 1 0 0 0,0-1 0 0 0,1-1 0 0 0,-1 0 0 0 0,1 0 0 0 0,0-1 0 0 0,14 3 0 0 0,20 3-1439 0 0,-25-4-5590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6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23 2599 0 0,'-5'-7'305'0'0,"-6"-7"1216"0"0,10 14-1472 0 0,1 0-1 0 0,0 0 0 0 0,0-1 1 0 0,0 1-1 0 0,-1 0 0 0 0,1 0 1 0 0,0 0-1 0 0,0 0 0 0 0,-1 0 1 0 0,1 0-1 0 0,0 0 0 0 0,0 0 1 0 0,-1-1-1 0 0,1 1 0 0 0,0 0 1 0 0,0 0-1 0 0,-1 0 0 0 0,1 0 1 0 0,0 0-1 0 0,0 0 0 0 0,-1 0 1 0 0,1 0-1 0 0,0 1 0 0 0,0-1 1 0 0,-1 0-1 0 0,1 0 0 0 0,0 0 1 0 0,0 0-1 0 0,0 0 0 0 0,-1 0 0 0 0,1 0 1 0 0,0 1-1 0 0,0-1 0 0 0,-1 0 1 0 0,1 0-1 0 0,0 0 0 0 0,0 0 1 0 0,0 1-1 0 0,0-1 0 0 0,-1 0 1 0 0,1 0-1 0 0,0 0 0 0 0,0 1 1 0 0,0-1-1 0 0,0 0 0 0 0,0 0 1 0 0,0 1-1 0 0,0-1 0 0 0,0 0 1 0 0,0 0-1 0 0,0 1 0 0 0,0-1 1 0 0,0 0-1 0 0,0 1 0 0 0,-1-1-23 0 0,1 1-1 0 0,0-1 0 0 0,0 1 0 0 0,0 0 0 0 0,1-1 1 0 0,-1 1-1 0 0,0-1 0 0 0,0 1 0 0 0,0-1 1 0 0,0 1-1 0 0,0-1 0 0 0,1 1 0 0 0,-1-1 0 0 0,0 1 1 0 0,0-1-1 0 0,1 1 0 0 0,-1-1 0 0 0,0 1 1 0 0,1-1-1 0 0,-1 1 0 0 0,1-1 0 0 0,-1 0 0 0 0,0 1 1 0 0,1-1-1 0 0,-1 0 0 0 0,1 1 0 0 0,-1-1 0 0 0,1 0 1 0 0,-1 1-1 0 0,1-1 0 0 0,0 0 0 0 0,17 7 66 0 0,-17-7-80 0 0,10 2 37 0 0,1 0 0 0 0,-1 0 0 0 0,1-1 1 0 0,0-1-1 0 0,18-1 0 0 0,62-11 67 0 0,-55 6 10 0 0,21-3-2454 0 0,-47 9-316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6.5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12 3223 0 0,'-1'-2'29'0'0,"0"1"0"0"0,-1 0 1 0 0,1 0-1 0 0,-1 0 0 0 0,0 0 0 0 0,1 0 0 0 0,-1 0 0 0 0,-3-1 0 0 0,4 2-1 0 0,0 0 0 0 0,1 0 1 0 0,-1 0-1 0 0,0-1 1 0 0,1 1-1 0 0,-1 0 0 0 0,0 0 1 0 0,1 0-1 0 0,-1 0 0 0 0,0 0 1 0 0,0 0-1 0 0,1 1 0 0 0,-1-1 1 0 0,0 0-1 0 0,1 0 1 0 0,-1 0-1 0 0,1 0 0 0 0,-1 1 1 0 0,0-1-1 0 0,1 0 0 0 0,-1 1 1 0 0,0-1-1 0 0,1 1 1 0 0,-1-1-1 0 0,1 0 0 0 0,-1 1 1 0 0,1-1-1 0 0,-1 2 0 0 0,1-2 21 0 0,0 0 0 0 0,0 1-1 0 0,-1-1 1 0 0,1 1-1 0 0,0-1 1 0 0,0 1 0 0 0,0-1-1 0 0,0 0 1 0 0,0 1-1 0 0,0-1 1 0 0,0 1 0 0 0,1-1-1 0 0,-1 1 1 0 0,0-1 0 0 0,0 0-1 0 0,0 1 1 0 0,0-1-1 0 0,0 1 1 0 0,1-1 0 0 0,-1 0-1 0 0,0 1 1 0 0,0-1-1 0 0,1 0 1 0 0,-1 1 0 0 0,0-1-1 0 0,0 0 1 0 0,1 1-1 0 0,-1-1 1 0 0,0 0 0 0 0,1 0-1 0 0,-1 1 1 0 0,1-1-1 0 0,-1 0 1 0 0,0 0 0 0 0,1 1-1 0 0,17 7 815 0 0,-16-7-738 0 0,47 18 1298 0 0,-32-14-1101 0 0,0 2 0 0 0,-1 0 0 0 0,31 18 1 0 0,-46-25-311 0 0,1 1 0 0 0,-1 0 0 0 0,1 1 0 0 0,-1-1 0 0 0,0 0 0 0 0,1 0 0 0 0,-1 0 1 0 0,0 1-1 0 0,0-1 0 0 0,0 1 0 0 0,0-1 0 0 0,0 1 0 0 0,0-1 0 0 0,0 1 0 0 0,-1 0 0 0 0,1-1 0 0 0,0 4 1 0 0,-1-4-5 0 0,0 1 1 0 0,0-1 0 0 0,0 0 0 0 0,0 1-1 0 0,0-1 1 0 0,-1 1 0 0 0,1-1 0 0 0,-1 0-1 0 0,1 1 1 0 0,-1-1 0 0 0,1 0 0 0 0,-1 1 0 0 0,0-1-1 0 0,1 0 1 0 0,-1 0 0 0 0,0 0 0 0 0,-1 2-1 0 0,-4 2-126 0 0,1 0-1 0 0,-1 0 1 0 0,-1-1-1 0 0,1 1 0 0 0,0-1 1 0 0,-11 4-1 0 0,-2 2-3224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6.9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219 38 3223 0 0,'1'-1'61'0'0,"0"-1"0"0"0,0 1 0 0 0,-1-1 0 0 0,1 1 0 0 0,-1-1-1 0 0,1 1 1 0 0,-1-1 0 0 0,0 0 0 0 0,1 1 0 0 0,-1-1-1 0 0,0 1 1 0 0,0-1 0 0 0,0 0 0 0 0,0 1 0 0 0,-1-4 0 0 0,1 4-14 0 0,-1 1 1 0 0,1-1 0 0 0,-1 0-1 0 0,1 1 1 0 0,-1-1 0 0 0,0 0 0 0 0,1 1-1 0 0,-1-1 1 0 0,1 1 0 0 0,-1-1-1 0 0,0 1 1 0 0,1-1 0 0 0,-1 1 0 0 0,0 0-1 0 0,0-1 1 0 0,0 1 0 0 0,1 0-1 0 0,-1 0 1 0 0,0-1 0 0 0,0 1 0 0 0,0 0-1 0 0,1 0 1 0 0,-1 0 0 0 0,0 0-1 0 0,0 0 1 0 0,0 0 0 0 0,0 0 0 0 0,1 0-1 0 0,-1 1 1 0 0,0-1 0 0 0,-1 0-1 0 0,-33 8 447 0 0,0 2 0 0 0,-36 14 0 0 0,48-15-308 0 0,11-4-113 0 0,10-4-319 0 0,0 0 1 0 0,-1 0 0 0 0,1 0-1 0 0,0 0 1 0 0,-1 0-1 0 0,1-1 1 0 0,-5 2 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7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6271 0 0,'0'0'0'0'0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7.1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219 31 455 0 0,'0'-1'138'0'0,"0"0"-1"0"0,0-1 1 0 0,0 1-1 0 0,0-1 0 0 0,0 1 1 0 0,0 0-1 0 0,0-1 0 0 0,0 1 1 0 0,-1 0-1 0 0,1-1 0 0 0,-1 1 1 0 0,1 0-1 0 0,-1 0 0 0 0,1-1 1 0 0,-1 1-1 0 0,0 0 1 0 0,0 0-1 0 0,1 0 0 0 0,-3-2 1 0 0,2 2 66 0 0,-1 1 1 0 0,1-1 0 0 0,-1 1 0 0 0,1-1 0 0 0,-1 1-1 0 0,0 0 1 0 0,1 0 0 0 0,-1 0 0 0 0,1 0-1 0 0,-1 0 1 0 0,0 0 0 0 0,1 0 0 0 0,-1 0 0 0 0,0 0-1 0 0,1 1 1 0 0,-1-1 0 0 0,-1 1 0 0 0,-10 4 199 0 0,-1 1 0 0 0,1 0 1 0 0,0 0-1 0 0,1 1 0 0 0,-1 1 0 0 0,1 0 1 0 0,1 1-1 0 0,-17 16 0 0 0,21-18-262 0 0,0 0-1 0 0,1 0 1 0 0,0 1-1 0 0,-6 10 0 0 0,10-16-73 0 0,1 0 0 0 0,-1 1-1 0 0,1-1 1 0 0,0 1-1 0 0,0-1 1 0 0,0 1-1 0 0,0-1 1 0 0,0 1-1 0 0,1-1 1 0 0,-1 1-1 0 0,1 0 1 0 0,0-1-1 0 0,-1 1 1 0 0,1 0-1 0 0,1-1 1 0 0,-1 1 0 0 0,0 0-1 0 0,1-1 1 0 0,-1 1-1 0 0,2 3 1 0 0,-1-5-66 0 0,0 1 0 0 0,0-1 0 0 0,0 0 0 0 0,0 1 1 0 0,0-1-1 0 0,1 0 0 0 0,-1 0 0 0 0,0 0 0 0 0,1 0 0 0 0,-1 0 1 0 0,1-1-1 0 0,-1 1 0 0 0,1 0 0 0 0,-1-1 0 0 0,1 1 0 0 0,-1-1 1 0 0,1 1-1 0 0,0-1 0 0 0,-1 0 0 0 0,1 1 0 0 0,3-1 0 0 0,4 0-7 0 0,1 0 0 0 0,15-3 0 0 0,-15 2-1 0 0,44-8-1228 0 0,-36 4-2892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7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81 455 0 0,'5'-13'20'0'0,"8"-28"1567"0"0,-9 14 2305 0 0,-5 30-3541 0 0,1 0-1 0 0,-1-1 1 0 0,0 1 0 0 0,0 0 0 0 0,0-1-1 0 0,-1 4 1 0 0,-4 8-67 0 0,5-11-233 0 0,-20 88 952 0 0,19-82-974 0 0,1 0 0 0 0,0-1 0 0 0,1 1 1 0 0,0 0-1 0 0,0 0 0 0 0,1-1 0 0 0,0 1 1 0 0,4 13-1 0 0,-4-20-119 0 0,-1 0-117 0 0,0-1-1 0 0,1 1 1 0 0,-1 0-1 0 0,1-1 1 0 0,0 1-1 0 0,0 0 1 0 0,0-1-1 0 0,0 1 1 0 0,0-1 0 0 0,1 2-1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7.8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10 212 1375 0 0,'1'-13'-79'0'0,"3"-19"749"0"0,-3 30-547 0 0,-1 0 1 0 0,1 0-1 0 0,0 1 1 0 0,0-1-1 0 0,-1 0 1 0 0,1 0-1 0 0,0 0 0 0 0,0 1 1 0 0,1-1-1 0 0,-1 1 1 0 0,0-1-1 0 0,1 1 1 0 0,1-3-1 0 0,-3 4-101 0 0,1 0-1 0 0,-1 0 1 0 0,0 0-1 0 0,0 0 1 0 0,0-1 0 0 0,0 1-1 0 0,0 0 1 0 0,1 0-1 0 0,-1 0 1 0 0,0 0-1 0 0,0 0 1 0 0,0 0 0 0 0,0 0-1 0 0,1-1 1 0 0,-1 1-1 0 0,0 0 1 0 0,0 0 0 0 0,0 0-1 0 0,1 0 1 0 0,-1 0-1 0 0,0 0 1 0 0,0 0-1 0 0,0 0 1 0 0,0 0 0 0 0,1 0-1 0 0,-1 0 1 0 0,0 0-1 0 0,0 0 1 0 0,0 0-1 0 0,1 0 1 0 0,-1 1 0 0 0,0-1-1 0 0,0 0 1 0 0,0 0-1 0 0,1 0 1 0 0,-1 0 0 0 0,0 0-1 0 0,0 0 1 0 0,0 0-1 0 0,1 1 1 0 0,0 9 513 0 0,-5 12 288 0 0,-20 39 1041 0 0,15-41-1490 0 0,9-20-365 0 0,0 1-1 0 0,0-1 1 0 0,-1 0-1 0 0,1 1 1 0 0,0-1 0 0 0,0 0-1 0 0,0 1 1 0 0,-1-1-1 0 0,1 0 1 0 0,0 1-1 0 0,0-1 1 0 0,0 1-1 0 0,0-1 1 0 0,0 0-1 0 0,0 1 1 0 0,0-1-1 0 0,0 1 1 0 0,0-1-1 0 0,0 0 1 0 0,0 1-1 0 0,0-1 1 0 0,0 1 0 0 0,0-1-1 0 0,0 0 1 0 0,0 1-1 0 0,1-1 1 0 0,-1 1-1 0 0,10-4 182 0 0,-7 1-145 0 0,1-1 0 0 0,-1 0 0 0 0,0 1 0 0 0,5-7 0 0 0,-5 5-43 0 0,-1 0 0 0 0,0 0-1 0 0,0 0 1 0 0,0 0 0 0 0,-1 0 0 0 0,1-1 0 0 0,-1 1 0 0 0,0-1 0 0 0,0 1 0 0 0,0-1 0 0 0,-1 0 0 0 0,0 1 0 0 0,0-6 0 0 0,-1-3-20 0 0,-1 0 0 0 0,-1 0 0 0 0,-5-15 0 0 0,4 16 301 0 0,1 0 0 0 0,1 0 1 0 0,-1 0-1 0 0,0-17 1 0 0,4 27-125 0 0,-1 0 0 0 0,0 0 1 0 0,0 0-1 0 0,1 0 0 0 0,-1 0 1 0 0,1 1-1 0 0,-1-1 0 0 0,1 0 1 0 0,0 0-1 0 0,0 0 0 0 0,0 1 1 0 0,0-1-1 0 0,1-2 0 0 0,-1 4-141 0 0,-1-1 0 0 0,1 1 0 0 0,-1 0 0 0 0,1-1 0 0 0,-1 1 0 0 0,1-1 0 0 0,-1 1 0 0 0,1 0 0 0 0,-1 0 0 0 0,1-1 0 0 0,-1 1 0 0 0,1 0 0 0 0,0 0 0 0 0,-1-1 0 0 0,1 1 0 0 0,-1 0 0 0 0,1 0 0 0 0,0 0 0 0 0,-1 0 0 0 0,1 0 0 0 0,-1 0 0 0 0,1 0 0 0 0,0 0 0 0 0,-1 0 0 0 0,1 1 0 0 0,0-1 0 0 0,-1 0 0 0 0,1 0 0 0 0,-1 0 0 0 0,1 1 0 0 0,-1-1 0 0 0,1 0 0 0 0,-1 1 0 0 0,1-1 0 0 0,-1 0 0 0 0,1 1 0 0 0,-1-1 0 0 0,1 1 0 0 0,-1-1 0 0 0,1 1 0 0 0,-1-1 0 0 0,0 1 0 0 0,1-1 0 0 0,-1 1 0 0 0,6 6-85 0 0,0 0-791 0 0,1 1 0 0 0,8 15 1 0 0,-10-13-3057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8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 1375 0 0,'0'0'23'0'0,"0"0"0"0"0,0-1 0 0 0,0 1 0 0 0,0 0-1 0 0,0 0 1 0 0,-1-1 0 0 0,1 1 0 0 0,0 0 0 0 0,0-1-1 0 0,0 1 1 0 0,0 0 0 0 0,0-1 0 0 0,0 1 0 0 0,0 0-1 0 0,0-1 1 0 0,0 1 0 0 0,0 0 0 0 0,0-1 0 0 0,0 1-1 0 0,0 0 1 0 0,1-1 0 0 0,-1 1 0 0 0,0 0 0 0 0,0-1-1 0 0,0 1 61 0 0,0 0 1 0 0,1-2 1161 0 0,0 2-1162 0 0,-1 0 0 0 0,0 0 0 0 0,0 0 0 0 0,0 0 0 0 0,0 0 0 0 0,0 0 0 0 0,0 0 0 0 0,0 0 0 0 0,1 0 1 0 0,-1 0-1 0 0,0 0 0 0 0,0 0 0 0 0,0 0 0 0 0,0 0 0 0 0,0 0 0 0 0,0 0 0 0 0,0 0 0 0 0,1 0 0 0 0,-1 0 0 0 0,1 1 1246 0 0,-1-1-1246 0 0,0 0 0 0 0,0 0 0 0 0,0 0 0 0 0,1 0 0 0 0,-1 0 0 0 0,0 1 0 0 0,0-1 0 0 0,0 0 0 0 0,0 0 0 0 0,0 0 0 0 0,0 0 0 0 0,0 0 0 0 0,2 7 136 0 0,-1 0 0 0 0,0-1 1 0 0,0 1-1 0 0,0 0 0 0 0,-1-1 0 0 0,1 1 0 0 0,-2 0 1 0 0,1 0-1 0 0,-3 10 0 0 0,1-2-94 0 0,0 0 1 0 0,1 0-1 0 0,0 1 0 0 0,3 19 0 0 0,-2-30-151 0 0,0 0 0 0 0,1-1 0 0 0,0 0-1 0 0,0 1 1 0 0,0-1 0 0 0,1 0-1 0 0,-1 1 1 0 0,1-1 0 0 0,0 0-1 0 0,0 0 1 0 0,1 0 0 0 0,-1-1-1 0 0,1 1 1 0 0,0 0 0 0 0,0-1-1 0 0,0 0 1 0 0,0 0 0 0 0,0 0-1 0 0,6 4 1 0 0,-6-5-389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8.6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64 2759 0 0,'0'-1'60'0'0,"0"0"-1"0"0,0 0 0 0 0,0 0 0 0 0,0 0 1 0 0,0 0-1 0 0,0 1 0 0 0,0-1 0 0 0,1 0 1 0 0,-1 0-1 0 0,0 0 0 0 0,1 0 0 0 0,-1 0 1 0 0,0 0-1 0 0,1 1 0 0 0,-1-1 0 0 0,1 0 1 0 0,-1 0-1 0 0,1 1 0 0 0,-1-1 0 0 0,2-1 1 0 0,-1 2 35 0 0,0-1 0 0 0,0 1 1 0 0,0-1-1 0 0,1 1 0 0 0,-1 0 1 0 0,0 0-1 0 0,0 0 0 0 0,0 0 1 0 0,0-1-1 0 0,0 2 0 0 0,0-1 0 0 0,0 0 1 0 0,0 0-1 0 0,1 0 0 0 0,-1 0 1 0 0,0 1-1 0 0,1-1 0 0 0,1 2 69 0 0,0-1 0 0 0,0 1 0 0 0,0-1-1 0 0,-1 1 1 0 0,1 0 0 0 0,0 0-1 0 0,-1 0 1 0 0,0 1 0 0 0,1-1 0 0 0,-1 0-1 0 0,0 1 1 0 0,3 4 0 0 0,-3-3-91 0 0,0-1 1 0 0,1 0-1 0 0,-1 0 1 0 0,1 0 0 0 0,0 0-1 0 0,0-1 1 0 0,0 1-1 0 0,0-1 1 0 0,5 3-1 0 0,-2-3 63 0 0,-1 0 0 0 0,1-1-1 0 0,0 1 1 0 0,0-1 0 0 0,0-1-1 0 0,0 1 1 0 0,0-1 0 0 0,0 0-1 0 0,0-1 1 0 0,0 1 0 0 0,8-3-1 0 0,-3 1 136 0 0,0 0-1 0 0,-1-1 0 0 0,0-1 0 0 0,1 0 0 0 0,12-7 1 0 0,-18 8-110 0 0,0 0 0 0 0,0-1 0 0 0,0 0 0 0 0,-1 1 1 0 0,8-9-1 0 0,-11 11-137 0 0,0 0 1 0 0,0 0-1 0 0,0 0 1 0 0,0-1-1 0 0,0 1 1 0 0,0 0-1 0 0,-1-1 1 0 0,1 1-1 0 0,0 0 1 0 0,-1-1-1 0 0,1 1 1 0 0,-1-1-1 0 0,1 1 1 0 0,-1-1-1 0 0,0 1 1 0 0,0-1-1 0 0,0 1 1 0 0,0-1-1 0 0,0 1 1 0 0,0-1-1 0 0,0 0 1 0 0,0 1-1 0 0,0-1 1 0 0,-1 1-1 0 0,1-1 1 0 0,-1 1-1 0 0,0-2 1 0 0,0 2-36 0 0,1 0-1 0 0,-1 0 1 0 0,0 0-1 0 0,0 0 1 0 0,0 0-1 0 0,1 0 1 0 0,-1 1-1 0 0,0-1 1 0 0,0 0 0 0 0,0 1-1 0 0,0-1 1 0 0,0 1-1 0 0,-1-1 1 0 0,1 1-1 0 0,0-1 1 0 0,-1 1-1 0 0,-13-2-3484 0 0,3 3-708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29.7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 2599 0 0,'18'-9'0'0'0,"-4"2"64"0"0,-7 2-64 0 0,-4 1 0 0 0,1 0 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30.4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65 1 2119 0 0,'-4'3'0'0'0,"2"1"0"0"0,1-2 0 0 0,1-1 0 0 0,-2 1 0 0 0,0 0 0 0 0,-2 3 0 0 0,-3 4 0 0 0,-1 4 0 0 0,-3 1 0 0 0,0 0 0 0 0,-1 0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40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530 90 6655 0 0,'-11'-10'1104'0'0,"1"0"0"0"0,-2 1-1 0 0,1 0 1 0 0,-1 1-1 0 0,0 0 1 0 0,-1 1-1 0 0,-16-6 1 0 0,22 9-875 0 0,-1 2 0 0 0,1-1 0 0 0,-1 1 0 0 0,0 1 0 0 0,0-1 0 0 0,0 2 0 0 0,0-1 0 0 0,0 1 0 0 0,0 0 0 0 0,0 0 0 0 0,0 1 0 0 0,0 0 0 0 0,0 0 0 0 0,-12 5 0 0 0,4 0-136 0 0,0 2-1 0 0,0 0 1 0 0,0 1-1 0 0,1 0 0 0 0,1 1 1 0 0,0 1-1 0 0,0 0 1 0 0,1 1-1 0 0,0 0 1 0 0,1 1-1 0 0,0 1 0 0 0,1 0 1 0 0,-14 24-1 0 0,16-23-78 0 0,1 0 0 0 0,0 1 0 0 0,1-1 0 0 0,1 1 0 0 0,0 1 0 0 0,1-1 0 0 0,1 1 0 0 0,1 0 0 0 0,0 0 0 0 0,1 0 0 0 0,1 0 0 0 0,1 0 0 0 0,0 1 0 0 0,3 17 0 0 0,-1-26-18 0 0,-1-1-1 0 0,1 1 1 0 0,1-1-1 0 0,0 0 1 0 0,0 0 0 0 0,1 0-1 0 0,-1 0 1 0 0,2-1-1 0 0,-1 1 1 0 0,1-1-1 0 0,0 0 1 0 0,1-1-1 0 0,-1 1 1 0 0,1-1 0 0 0,1 0-1 0 0,-1-1 1 0 0,1 1-1 0 0,0-1 1 0 0,0-1-1 0 0,1 1 1 0 0,-1-1-1 0 0,1 0 1 0 0,0-1 0 0 0,0 0-1 0 0,0 0 1 0 0,0-1-1 0 0,1 0 1 0 0,-1 0-1 0 0,1-1 1 0 0,-1 0-1 0 0,1-1 1 0 0,0 0 0 0 0,-1 0-1 0 0,1-1 1 0 0,16-3-1 0 0,-10 1 1 0 0,-1-2-1 0 0,-1 0 1 0 0,1 0-1 0 0,-1-1 1 0 0,0-1-1 0 0,21-14 1 0 0,-27 16-16 0 0,0-1-1 0 0,0 0 1 0 0,0 0 0 0 0,0 0 0 0 0,-1-1-1 0 0,0 0 1 0 0,-1 0 0 0 0,1-1-1 0 0,-1 1 1 0 0,-1-1 0 0 0,7-15 0 0 0,-9 18 3 0 0,-1 0 0 0 0,0-1 0 0 0,0 1 0 0 0,-1 0 0 0 0,0-1 0 0 0,0 1 0 0 0,0-1 0 0 0,0 1 0 0 0,-1 0 0 0 0,0-1 0 0 0,0 1 1 0 0,-3-8-1 0 0,-2-5 17 0 0,-1 1 0 0 0,-9-18 1 0 0,13 30 17 0 0,0 1 0 0 0,-1 0 0 0 0,1 0 1 0 0,-1 0-1 0 0,1 1 0 0 0,-1-1 0 0 0,0 1 1 0 0,0 0-1 0 0,-1 0 0 0 0,1 0 0 0 0,-1 1 0 0 0,1-1 1 0 0,-9-2-1 0 0,-16-10 100 0 0,-40-25 503 0 0,-125-53 0 0 0,182 89-1204 0 0,0-1 0 0 0,-22-3 1 0 0,21 6-6464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9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112 279 7831 0 0,'-1'-9'387'0'0,"-2"0"0"0"0,1 1 0 0 0,-2-1-1 0 0,-3-8 1 0 0,6 14-250 0 0,-1 1 1 0 0,1-1-1 0 0,-1 1 0 0 0,1-1 0 0 0,-1 1 0 0 0,0-1 1 0 0,0 1-1 0 0,0 0 0 0 0,0 0 0 0 0,0 0 1 0 0,-1 0-1 0 0,1 0 0 0 0,-1 0 0 0 0,1 1 0 0 0,-6-3 1 0 0,7 4-83 0 0,0 0 1 0 0,-1 0-1 0 0,1 0 1 0 0,0 0-1 0 0,0 0 1 0 0,-1 0 0 0 0,1 0-1 0 0,0 0 1 0 0,0 0-1 0 0,0 1 1 0 0,-1-1-1 0 0,1 1 1 0 0,0-1-1 0 0,0 1 1 0 0,0-1-1 0 0,0 1 1 0 0,0-1 0 0 0,0 1-1 0 0,0 0 1 0 0,0 0-1 0 0,0 0 1 0 0,0-1-1 0 0,1 1 1 0 0,-1 0-1 0 0,0 0 1 0 0,0 0 0 0 0,1 0-1 0 0,-1 0 1 0 0,1 0-1 0 0,-2 2 1 0 0,-1 3 89 0 0,1 0 1 0 0,-1 0-1 0 0,1 1 1 0 0,-2 6-1 0 0,0 5 85 0 0,1-1-1 0 0,1 1 1 0 0,1 0-1 0 0,0 0 1 0 0,1-1 0 0 0,4 29-1 0 0,-2-32-152 0 0,1 1 0 0 0,0-1 0 0 0,1 0 0 0 0,1 0-1 0 0,0 0 1 0 0,1 0 0 0 0,0-1 0 0 0,11 17 0 0 0,-14-26-74 0 0,0 0 0 0 0,0-1 0 0 0,0 1 0 0 0,0-1 1 0 0,0 1-1 0 0,1-1 0 0 0,0 0 0 0 0,-1-1 0 0 0,1 1 1 0 0,0-1-1 0 0,1 1 0 0 0,-1-1 0 0 0,0 0 0 0 0,0-1 1 0 0,1 1-1 0 0,-1-1 0 0 0,1 0 0 0 0,0 0 0 0 0,-1 0 1 0 0,1-1-1 0 0,0 1 0 0 0,-1-1 0 0 0,1 0 0 0 0,0-1 1 0 0,0 1-1 0 0,-1-1 0 0 0,1 0 0 0 0,-1 0 0 0 0,1 0 1 0 0,-1-1-1 0 0,1 0 0 0 0,-1 0 0 0 0,0 0 0 0 0,0 0 1 0 0,0 0-1 0 0,0-1 0 0 0,0 0 0 0 0,0 0 0 0 0,4-5 1 0 0,-2 2 25 0 0,-1 0 0 0 0,0-1 0 0 0,0 1 0 0 0,-1-1 0 0 0,0 0 0 0 0,0 0 0 0 0,-1-1 1 0 0,1 1-1 0 0,-2-1 0 0 0,1 0 0 0 0,-1 0 0 0 0,0 0 0 0 0,-1 0 0 0 0,1-14 0 0 0,-1 2 152 0 0,-1 0-1 0 0,-1-1 1 0 0,-1 1-1 0 0,-7-35 0 0 0,0 17 431 0 0,-23-64-1 0 0,25 86-451 0 0,0 0 1 0 0,-1 0-1 0 0,-1 1 0 0 0,0 0 1 0 0,-1 0-1 0 0,-14-15 0 0 0,22 27-118 0 0,-2 0 0 0 0,1 0 0 0 0,0 0 1 0 0,0 0-1 0 0,-1 0 0 0 0,0 1 0 0 0,1 0 0 0 0,-1-1 0 0 0,0 1 0 0 0,0 1 0 0 0,0-1 0 0 0,-5-1 0 0 0,7 3-22 0 0,0 0 0 0 0,-1-1 0 0 0,1 1-1 0 0,0 0 1 0 0,0 1 0 0 0,-1-1 0 0 0,1 0 0 0 0,0 1-1 0 0,0-1 1 0 0,-1 1 0 0 0,1-1 0 0 0,0 1 0 0 0,0 0-1 0 0,0 0 1 0 0,0 0 0 0 0,0 0 0 0 0,0 1 0 0 0,0-1-1 0 0,0 0 1 0 0,1 1 0 0 0,-1-1 0 0 0,0 1 0 0 0,1 0-1 0 0,-3 3 1 0 0,-2 3-1 0 0,1 0 1 0 0,0 1-1 0 0,1 0 0 0 0,0 0 1 0 0,0 0-1 0 0,1 1 0 0 0,0-1 1 0 0,0 1-1 0 0,-1 19 0 0 0,0 4-1026 0 0,2 53 0 0 0,5-23-6075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39.8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374 214 4807 0 0,'-14'-31'496'0'0,"7"9"411"0"0,-1 0 0 0 0,-12-26-1 0 0,15 39-496 0 0,0 0 0 0 0,0 0 0 0 0,-1 0 0 0 0,0 1 0 0 0,-1 0 0 0 0,0 0 0 0 0,-11-10 0 0 0,17 17-266 0 0,-1-1-1 0 0,1 1 1 0 0,-1 0-1 0 0,1 0 1 0 0,-1 0-1 0 0,0 0 1 0 0,1 0-1 0 0,-1 1 1 0 0,0-1 0 0 0,0 0-1 0 0,0 1 1 0 0,0-1-1 0 0,1 1 1 0 0,-1 0-1 0 0,0 0 1 0 0,0 0-1 0 0,-3 0 1 0 0,3 0-31 0 0,0 1 1 0 0,0-1 0 0 0,1 1 0 0 0,-1 0-1 0 0,0-1 1 0 0,1 1 0 0 0,-1 0-1 0 0,1 0 1 0 0,-1 0 0 0 0,1 0 0 0 0,0 1-1 0 0,-1-1 1 0 0,1 0 0 0 0,0 1-1 0 0,-2 1 1 0 0,-1 3 74 0 0,1 1-1 0 0,-1-1 1 0 0,1 1 0 0 0,0 0-1 0 0,1 0 1 0 0,-1 0 0 0 0,-1 13-1 0 0,0 5-5 0 0,2 1 0 0 0,0-1 0 0 0,2 0 1 0 0,3 26-1 0 0,21 100-5 0 0,-21-138-164 0 0,1 0 1 0 0,0-1-1 0 0,0 1 0 0 0,1-1 0 0 0,1 0 1 0 0,13 21-1 0 0,-16-29-9 0 0,-1-1-1 0 0,1 1 1 0 0,0-1 0 0 0,1 0 0 0 0,-1 0 0 0 0,1 0 0 0 0,-1 0-1 0 0,1-1 1 0 0,0 1 0 0 0,5 2 0 0 0,-6-4-4 0 0,0 0 1 0 0,0 0 0 0 0,0 0-1 0 0,0-1 1 0 0,0 1-1 0 0,0-1 1 0 0,1 0-1 0 0,-1 0 1 0 0,0 0-1 0 0,0 0 1 0 0,0 0-1 0 0,0-1 1 0 0,0 0 0 0 0,0 1-1 0 0,0-1 1 0 0,4-2-1 0 0,1 0 0 0 0,-1-1 1 0 0,1-1-1 0 0,-1 1 0 0 0,-1-1 0 0 0,1-1 1 0 0,-1 1-1 0 0,0-1 0 0 0,0 0 0 0 0,0 0 1 0 0,-1-1-1 0 0,0 1 0 0 0,0-1 0 0 0,-1-1 1 0 0,5-8-1 0 0,-3 4 36 0 0,-1-1 0 0 0,0 0 0 0 0,0 0 0 0 0,-1 0 0 0 0,-1 0 0 0 0,0-1 0 0 0,1-27 0 0 0,-4 32 55 0 0,0-1 0 0 0,-1 0-1 0 0,0 0 1 0 0,-1 0 0 0 0,0 1-1 0 0,-1-1 1 0 0,0 1 0 0 0,0-1 0 0 0,-1 1-1 0 0,0 0 1 0 0,-1 0 0 0 0,0 1-1 0 0,0 0 1 0 0,-1-1 0 0 0,0 2-1 0 0,-8-10 1 0 0,6 9 50 0 0,-1 0 0 0 0,0 1 0 0 0,0 0-1 0 0,0 0 1 0 0,-1 1 0 0 0,0 0 0 0 0,-1 1 0 0 0,1 0-1 0 0,-1 0 1 0 0,0 1 0 0 0,0 1 0 0 0,0 0 0 0 0,-17-3-1 0 0,16 5-73 0 0,0 0-1 0 0,0 1 1 0 0,0 0 0 0 0,0 1-1 0 0,1 1 1 0 0,-1-1-1 0 0,0 2 1 0 0,1 0-1 0 0,-18 6 1 0 0,21-6-104 0 0,0 1 1 0 0,0 0 0 0 0,1 0 0 0 0,-1 1 0 0 0,1-1 0 0 0,1 2 0 0 0,-1-1 0 0 0,1 1 0 0 0,-1 0 0 0 0,2 0 0 0 0,-1 1 0 0 0,1-1 0 0 0,0 1 0 0 0,-5 8-1 0 0,-2 12-588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41.1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141 84 8751 0 0,'3'-6'521'0'0,"0"0"0"0"0,-1-1 0 0 0,0 1 0 0 0,0-1 0 0 0,-1 1 0 0 0,0-1 0 0 0,0 0 0 0 0,0 0 0 0 0,-1-9 0 0 0,0 15-474 0 0,0 1 1 0 0,0 0 0 0 0,0-1 0 0 0,0 1-1 0 0,0 0 1 0 0,-1-1 0 0 0,1 1 0 0 0,0 0-1 0 0,0-1 1 0 0,0 1 0 0 0,0 0-1 0 0,0-1 1 0 0,0 1 0 0 0,-1 0 0 0 0,1 0-1 0 0,0-1 1 0 0,0 1 0 0 0,0 0 0 0 0,-1-1-1 0 0,1 1 1 0 0,0 0 0 0 0,0 0 0 0 0,-1 0-1 0 0,1-1 1 0 0,0 1 0 0 0,-1 0-1 0 0,1 0 1 0 0,0 0 0 0 0,-1 0 0 0 0,1-1-1 0 0,-9 7 937 0 0,-6 16 76 0 0,15-22-1026 0 0,-13 26 218 0 0,0 0 1 0 0,2 1-1 0 0,2 0 1 0 0,0 0-1 0 0,1 1 0 0 0,2 0 1 0 0,1 0-1 0 0,1 1 1 0 0,2 0-1 0 0,1-1 0 0 0,1 1 1 0 0,4 33-1 0 0,-2-46-156 0 0,0 0-1 0 0,2 1 1 0 0,0-1-1 0 0,1 0 1 0 0,0-1-1 0 0,1 1 1 0 0,11 18-1 0 0,-13-27-77 0 0,-1-1 0 0 0,1-1 0 0 0,1 1 0 0 0,-1 0 0 0 0,1-1 0 0 0,0 0 0 0 0,0 0 0 0 0,1-1-1 0 0,-1 1 1 0 0,1-1 0 0 0,0 0 0 0 0,0-1 0 0 0,0 1 0 0 0,1-1 0 0 0,-1 0 0 0 0,1-1 0 0 0,0 0 0 0 0,-1 0 0 0 0,12 2 0 0 0,-6-3 1 0 0,35 4 15 0 0,-43-5-34 0 0,1 0 0 0 0,-1-1 0 0 0,0 1 0 0 0,0-1 0 0 0,0 0 0 0 0,0 0 0 0 0,0 0 0 0 0,0-1 0 0 0,6-2 0 0 0,0-3 2 0 0,-1 1 1 0 0,1-2-1 0 0,-1 1 0 0 0,0-1 0 0 0,-1-1 1 0 0,0 1-1 0 0,0-1 0 0 0,6-11 0 0 0,3-6 53 0 0,25-50-1 0 0,-34 59-36 0 0,0-1 0 0 0,-1 0-1 0 0,-1 0 1 0 0,-1 0 0 0 0,-1-1-1 0 0,0 1 1 0 0,1-26 0 0 0,-4 35-3 0 0,-1 0 1 0 0,-1-1 0 0 0,1 1 0 0 0,-2 0-1 0 0,1 0 1 0 0,-1 0 0 0 0,0 1-1 0 0,-1-1 1 0 0,0 0 0 0 0,-1 1 0 0 0,1 0-1 0 0,-2 0 1 0 0,1 0 0 0 0,-1 0-1 0 0,0 1 1 0 0,-1-1 0 0 0,-9-9-1 0 0,4 8 44 0 0,0-1 0 0 0,-1 1 0 0 0,0 1 0 0 0,0 0-1 0 0,-1 1 1 0 0,0 0 0 0 0,-1 1 0 0 0,1 1 0 0 0,-20-6-1 0 0,6 4 17 0 0,-1 1 0 0 0,0 2-1 0 0,-55-3 1 0 0,19 8 36 0 0,57 0-103 0 0,1 0 1 0 0,-1 0-1 0 0,0 0 0 0 0,0 1 0 0 0,1 0 0 0 0,-1 0 0 0 0,-7 5 0 0 0,13-7-8 0 0,0 1-1 0 0,0-1 0 0 0,-1 1 1 0 0,1 0-1 0 0,0 0 0 0 0,0 0 1 0 0,0-1-1 0 0,0 1 1 0 0,1 0-1 0 0,-1 0 0 0 0,0 0 1 0 0,0 0-1 0 0,0 1 0 0 0,1-1 1 0 0,-1 0-1 0 0,1 0 1 0 0,-1 0-1 0 0,1 1 0 0 0,-1-1 1 0 0,1 0-1 0 0,0 0 1 0 0,-1 1-1 0 0,1-1 0 0 0,0 0 1 0 0,0 1-1 0 0,0-1 0 0 0,0 0 1 0 0,1 2-1 0 0,-1 0-191 0 0,1 0-1 0 0,0 0 1 0 0,0 0-1 0 0,1 0 1 0 0,-1 0 0 0 0,1 0-1 0 0,-1 0 1 0 0,1-1-1 0 0,0 1 1 0 0,4 4 0 0 0,13 14-7522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50.3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1104 2303 0 0,'-1'0'111'0'0,"0"-1"-1"0"0,0 1 0 0 0,0 0 0 0 0,0-1 1 0 0,0 1-1 0 0,0-1 0 0 0,0 1 0 0 0,0-1 0 0 0,0 0 1 0 0,0 1-1 0 0,0-1 0 0 0,0 0 0 0 0,0 0 1 0 0,1 1-1 0 0,-1-1 0 0 0,0 0 0 0 0,1 0 0 0 0,-1 0 1 0 0,1 0-1 0 0,-1 0 0 0 0,1 0 0 0 0,-1 0 1 0 0,0-2-1 0 0,1 1 4 0 0,0 0 1 0 0,0 1-1 0 0,0-1 1 0 0,1 0-1 0 0,-1 1 1 0 0,0-1-1 0 0,1 0 1 0 0,-1 1-1 0 0,1-1 1 0 0,-1 0-1 0 0,1 1 1 0 0,0-1-1 0 0,0 1 1 0 0,0-1-1 0 0,0 1 1 0 0,1-2-1 0 0,8-9 162 0 0,0 0-1 0 0,1 0 0 0 0,1 2 0 0 0,24-20 1 0 0,58-30 54 0 0,-89 56-297 0 0,383-243 155 0 0,-292 183-190 0 0,189-94-1 0 0,-246 140 7 0 0,262-116 29 0 0,-206 97-25 0 0,123-31 0 0 0,236-47-8 0 0,-356 92-17 0 0,1 4-1 0 0,1 4 1 0 0,0 5-1 0 0,105 3 0 0 0,-143 9 46 0 0,1 3-1 0 0,-2 3 0 0 0,1 3 0 0 0,86 26 0 0 0,98 47 540 0 0,-156-56-388 0 0,84 28 73 0 0,-121-36-268 0 0,78 42 1 0 0,45 43-32 0 0,7 35 78 0 0,-124-91-14 0 0,80 51-1 0 0,-103-79-16 0 0,0-1 0 0 0,1-2 0 0 0,1-2 0 0 0,0-1 0 0 0,2-2 0 0 0,-1-1 0 0 0,2-3 0 0 0,-1-1 0 0 0,76 5 0 0 0,-24-12 220 0 0,-1-3 0 0 0,0-4 0 0 0,140-28 0 0 0,31-43 332 0 0,-256 75-548 0 0,75-26 22 0 0,203-62 72 0 0,-142 57-98 0 0,253-73 0 0 0,-327 84 10 0 0,-30 11 6 0 0,-1-2-1 0 0,-1-1 1 0 0,65-36-1 0 0,-89 42-15 0 0,0-1 0 0 0,0 0 0 0 0,16-17 0 0 0,-18 16-123 0 0,0 1-1 0 0,1 1 1 0 0,0-1-1 0 0,17-9 1 0 0,-21 16-3030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50.7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7 109 831 0 0,'-1'-1'9'0'0,"1"1"0"0"0,-1-1 0 0 0,1 1 0 0 0,-1-1 0 0 0,1 0 0 0 0,-1 1 0 0 0,1-1 0 0 0,0 0 0 0 0,-1 0 0 0 0,1 1 0 0 0,0-1-1 0 0,0 0 1 0 0,-1 0 0 0 0,1 0 0 0 0,0 1 0 0 0,0-1 0 0 0,0 0 0 0 0,0 0 0 0 0,0 0 0 0 0,0 1 0 0 0,0-1 0 0 0,0 0 0 0 0,1-1-1 0 0,0 0 118 0 0,-1 0 0 0 0,1 0-1 0 0,0 0 1 0 0,0 0 0 0 0,1 0-1 0 0,-1 0 1 0 0,0 0 0 0 0,4-2-1 0 0,0-1 318 0 0,0 0-1 0 0,0 1 1 0 0,1 0-1 0 0,0 0 1 0 0,7-4-1 0 0,-5 4 117 0 0,1 1-1 0 0,0 0 0 0 0,0 0 0 0 0,0 1 0 0 0,16-3 0 0 0,49 1 1252 0 0,-20 1-1158 0 0,-3-2-512 0 0,-28 1 32 0 0,0 2 1 0 0,-1 1-1 0 0,33 1 0 0 0,-54 1-138 0 0,0-1-1 0 0,0 0 1 0 0,1 0-1 0 0,-1 1 1 0 0,0-1-1 0 0,0 0 0 0 0,0 1 1 0 0,0 0-1 0 0,0-1 1 0 0,0 1-1 0 0,0-1 1 0 0,0 1-1 0 0,0 0 1 0 0,2 1-1 0 0,-3-1-14 0 0,0-1 0 0 0,0 0 0 0 0,1 1 1 0 0,-1-1-1 0 0,0 0 0 0 0,0 1 0 0 0,0-1 0 0 0,0 0 0 0 0,0 1 1 0 0,1-1-1 0 0,-1 0 0 0 0,0 1 0 0 0,0-1 0 0 0,0 0 1 0 0,0 1-1 0 0,0-1 0 0 0,0 1 0 0 0,0-1 0 0 0,0 0 0 0 0,0 1 1 0 0,-1-1-1 0 0,1 0 0 0 0,0 1 0 0 0,0-1 0 0 0,0 1 0 0 0,0-1 1 0 0,0 0-1 0 0,-1 1 0 0 0,1-1 0 0 0,0 0 0 0 0,0 0 0 0 0,-1 1 1 0 0,1-1-1 0 0,0 0 0 0 0,0 0 0 0 0,-1 1 0 0 0,1-1 0 0 0,0 0 1 0 0,-1 0-1 0 0,1 1 0 0 0,0-1 0 0 0,-1 0 0 0 0,1 0 0 0 0,0 0 1 0 0,-1 0-1 0 0,1 0 0 0 0,-90 37 1458 0 0,84-30-1249 0 0,8-3-125 0 0,10-3-15 0 0,-6-1-236 0 0,5-1-124 0 0,1 1-3405 0 0,-5 0-917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51.5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117 31 455 0 0,'0'-1'139'0'0,"0"0"0"0"0,0 0 0 0 0,0 1 0 0 0,-1-1 0 0 0,1 0 0 0 0,0 0-1 0 0,0 1 1 0 0,-1-1 0 0 0,1 0 0 0 0,0 0 0 0 0,-1 1 0 0 0,1-1-1 0 0,-1 0 1 0 0,1 1 0 0 0,-1-1 0 0 0,1 1 0 0 0,-1-1 0 0 0,0 1 0 0 0,1-1-1 0 0,-1 1 1 0 0,0-1 0 0 0,1 1 0 0 0,-1-1 0 0 0,0 1 0 0 0,0 0-1 0 0,1 0 1 0 0,-2-1 0 0 0,1 1-4 0 0,0-1 0 0 0,0 1 1 0 0,0 0-1 0 0,-1 0 0 0 0,1 0 0 0 0,0 0 0 0 0,0-1 0 0 0,0 2 0 0 0,0-1 1 0 0,0 0-1 0 0,0 0 0 0 0,0 0 0 0 0,0 0 0 0 0,0 1 0 0 0,0-1 0 0 0,0 0 1 0 0,0 1-1 0 0,0-1 0 0 0,-2 2 0 0 0,0 1 46 0 0,0 0-1 0 0,0 0 1 0 0,1 0 0 0 0,-1 0 0 0 0,1 0-1 0 0,0 1 1 0 0,-1-1 0 0 0,-1 6-1 0 0,3-7-159 0 0,1 0 0 0 0,-1 0 0 0 0,0 0 0 0 0,1 0 0 0 0,-1 0 0 0 0,1 0 0 0 0,-1 0 0 0 0,1 0 0 0 0,0 0-1 0 0,0 1 1 0 0,0-1 0 0 0,0 0 0 0 0,1 0 0 0 0,-1 0 0 0 0,0 0 0 0 0,1 0 0 0 0,1 4 0 0 0,-1-4 16 0 0,-1-1 1 0 0,1 0-1 0 0,0 1 1 0 0,0-1-1 0 0,1 0 1 0 0,-1 0-1 0 0,0 1 1 0 0,0-1-1 0 0,0 0 1 0 0,1 0-1 0 0,-1 0 1 0 0,1-1-1 0 0,-1 1 1 0 0,1 0-1 0 0,-1 0 1 0 0,1-1-1 0 0,-1 1 0 0 0,1-1 1 0 0,-1 1-1 0 0,1-1 1 0 0,0 0-1 0 0,-1 0 1 0 0,1 0-1 0 0,0 0 1 0 0,-1 0-1 0 0,1 0 1 0 0,0 0-1 0 0,-1 0 1 0 0,1 0-1 0 0,2-2 1 0 0,-2 2 13 0 0,0-1 0 0 0,0 1 0 0 0,0-1 1 0 0,0 0-1 0 0,0 0 0 0 0,0 0 0 0 0,-1 0 0 0 0,1 0 1 0 0,0 0-1 0 0,-1 0 0 0 0,1-1 0 0 0,0 1 0 0 0,-1-1 0 0 0,0 1 1 0 0,1-1-1 0 0,-1 1 0 0 0,0-1 0 0 0,0 0 0 0 0,0 0 1 0 0,0 1-1 0 0,0-1 0 0 0,0 0 0 0 0,0-4 0 0 0,0 4 13 0 0,-1-1 0 0 0,0 1-1 0 0,0-1 1 0 0,0 0-1 0 0,0 1 1 0 0,0-1 0 0 0,-1 1-1 0 0,1-1 1 0 0,-1 1-1 0 0,0-1 1 0 0,1 1 0 0 0,-1-1-1 0 0,0 1 1 0 0,-1 0-1 0 0,1-1 1 0 0,0 1 0 0 0,-1 0-1 0 0,1 0 1 0 0,-1 0-1 0 0,1 0 1 0 0,-1 0 0 0 0,0 0-1 0 0,0 1 1 0 0,-3-3-1 0 0,3 3-22 0 0,0 0 1 0 0,0 0-1 0 0,0 0 0 0 0,0 0 0 0 0,0 1 0 0 0,0-1 0 0 0,-1 1 0 0 0,1-1 0 0 0,0 1 0 0 0,0 0 0 0 0,0 0 0 0 0,0 0 0 0 0,-1 0 0 0 0,1 0 1 0 0,0 0-1 0 0,0 0 0 0 0,0 1 0 0 0,0 0 0 0 0,-1-1 0 0 0,1 1 0 0 0,0 0 0 0 0,0 0 0 0 0,0 0 0 0 0,0 0 0 0 0,1 0 0 0 0,-1 0 0 0 0,0 1 1 0 0,-3 2-1 0 0,0 1 11 0 0,-1 1 0 0 0,1-1 0 0 0,1 1 0 0 0,-1 1 0 0 0,1-1 0 0 0,0 0 0 0 0,-3 8 1 0 0,6-12-51 0 0,0 0 0 0 0,0 0 0 0 0,0 1 0 0 0,0-1 0 0 0,0 0 0 0 0,1 0 1 0 0,-1 1-1 0 0,1-1 0 0 0,0 0 0 0 0,-1 1 0 0 0,1-1 0 0 0,0 0 0 0 0,0 1 1 0 0,1-1-1 0 0,-1 0 0 0 0,0 1 0 0 0,1-1 0 0 0,0 0 0 0 0,-1 1 0 0 0,1-1 0 0 0,0 0 1 0 0,0 0-1 0 0,0 0 0 0 0,0 0 0 0 0,1 0 0 0 0,1 3 0 0 0,0-3 3 0 0,0 0 0 0 0,-1 0 0 0 0,1-1 0 0 0,0 1 0 0 0,0-1 0 0 0,0 1 0 0 0,1-1 0 0 0,-1 0 0 0 0,0 0 0 0 0,0-1 0 0 0,1 1 0 0 0,-1 0 0 0 0,0-1-1 0 0,1 0 1 0 0,-1 0 0 0 0,0 0 0 0 0,6-1 0 0 0,-1 0 11 0 0,0 0-1 0 0,0-1 0 0 0,0 0 0 0 0,0 0 1 0 0,0-1-1 0 0,7-4 0 0 0,-7 3-3 0 0,0 0-1 0 0,-1-1 0 0 0,1 0 0 0 0,-1-1 1 0 0,-1 1-1 0 0,10-10 0 0 0,-14 13-5 0 0,0 0 0 0 0,-1 0 0 0 0,1-1 0 0 0,0 1 0 0 0,0 0 1 0 0,-1-1-1 0 0,0 1 0 0 0,1-1 0 0 0,-1 0 0 0 0,0 1 0 0 0,0-1 0 0 0,-1 0 0 0 0,1 0 0 0 0,0 1 0 0 0,-1-1 0 0 0,0 0 0 0 0,1 0 0 0 0,-1 0 0 0 0,0 0 0 0 0,-1 0 0 0 0,1 1 0 0 0,0-1 0 0 0,-2-4 0 0 0,1 5 15 0 0,0 0 0 0 0,0 0 0 0 0,0 1-1 0 0,0-1 1 0 0,0 0 0 0 0,-1 1 0 0 0,1-1-1 0 0,-1 1 1 0 0,1-1 0 0 0,-1 1 0 0 0,1 0-1 0 0,-1 0 1 0 0,0 0 0 0 0,1 0 0 0 0,-1 0 0 0 0,0 0-1 0 0,0 0 1 0 0,0 0 0 0 0,0 1 0 0 0,0-1-1 0 0,0 1 1 0 0,0-1 0 0 0,0 1 0 0 0,0 0-1 0 0,0 0 1 0 0,0 0 0 0 0,0 0 0 0 0,0 0-1 0 0,-3 1 1 0 0,-1-1 39 0 0,0 1 0 0 0,1 0-1 0 0,-1 1 1 0 0,1-1 0 0 0,-1 1-1 0 0,1 0 1 0 0,0 1 0 0 0,0-1 0 0 0,-7 6-1 0 0,8-6-50 0 0,1 1 1 0 0,0-1-1 0 0,0 1 0 0 0,1 0 0 0 0,-1 0 0 0 0,0 0 1 0 0,1 0-1 0 0,0 0 0 0 0,0 1 0 0 0,0-1 1 0 0,-2 7-1 0 0,3-8-8 0 0,1-1 0 0 0,-1 1 0 0 0,1-1 0 0 0,0 0 0 0 0,0 1-1 0 0,0-1 1 0 0,-1 1 0 0 0,2-1 0 0 0,-1 1 0 0 0,0-1 0 0 0,0 1 0 0 0,0-1 0 0 0,1 1 0 0 0,-1-1 0 0 0,1 0 0 0 0,-1 1 0 0 0,1-1 0 0 0,-1 1 0 0 0,1-1 0 0 0,0 0 0 0 0,0 0 0 0 0,-1 0 0 0 0,1 1 0 0 0,0-1 0 0 0,0 0 0 0 0,0 0 0 0 0,1 0 0 0 0,-1 0 0 0 0,0 0-1 0 0,0-1 1 0 0,0 1 0 0 0,1 0 0 0 0,-1 0 0 0 0,2 0 0 0 0,-1 0 4 0 0,1 0 0 0 0,0-1 0 0 0,0 1 0 0 0,-1-1 0 0 0,1 1-1 0 0,0-1 1 0 0,0 0 0 0 0,-1 0 0 0 0,1 0 0 0 0,0 0 0 0 0,0 0 0 0 0,-1-1-1 0 0,5 0 1 0 0,2-2 12 0 0,-1 1 0 0 0,0-1 0 0 0,8-5 0 0 0,-9 4-4 0 0,0 0 0 0 0,0 0 0 0 0,0-1-1 0 0,11-9 1 0 0,-17 12-8 0 0,1 0 0 0 0,0 0 0 0 0,0 0 0 0 0,-1 0 0 0 0,1 0 0 0 0,-1-1-1 0 0,0 1 1 0 0,2-4 0 0 0,-3 5-4 0 0,1-1 0 0 0,-1 1 0 0 0,0 0 0 0 0,0 0 1 0 0,0-1-1 0 0,1 1 0 0 0,-1 0 0 0 0,-1 0 0 0 0,1-1 0 0 0,0 1 0 0 0,0 0 0 0 0,0 0 0 0 0,-1-1 0 0 0,1 1 0 0 0,0 0 0 0 0,-1 0 0 0 0,1 0 0 0 0,-2-2 0 0 0,1 2 7 0 0,0-1 0 0 0,0 1 0 0 0,-1 0 0 0 0,1 0-1 0 0,0-1 1 0 0,-1 1 0 0 0,1 1 0 0 0,-1-1 0 0 0,1 0 0 0 0,-1 0-1 0 0,0 0 1 0 0,1 1 0 0 0,-1-1 0 0 0,0 1 0 0 0,1-1 0 0 0,-1 1-1 0 0,0 0 1 0 0,0-1 0 0 0,1 1 0 0 0,-1 0 0 0 0,0 0 0 0 0,0 1-1 0 0,-2-1 1 0 0,-5 1 90 0 0,0 1-1 0 0,-18 5 0 0 0,18-5 26 0 0,0 1 0 0 0,1 1-1 0 0,-1 0 1 0 0,1 0 0 0 0,0 1-1 0 0,0-1 1 0 0,0 2 0 0 0,1-1-1 0 0,0 1 1 0 0,0 1 0 0 0,-7 6-1 0 0,14-12-119 0 0,-1-1 1 0 0,0 1-1 0 0,1-1 0 0 0,-1 1 0 0 0,1 0 0 0 0,-1-1 0 0 0,1 1 0 0 0,-1 0 1 0 0,1 0-1 0 0,-1 0 0 0 0,1-1 0 0 0,0 1 0 0 0,-1 0 0 0 0,1 0 0 0 0,0 0 1 0 0,0 0-1 0 0,0 0 0 0 0,-1-1 0 0 0,1 1 0 0 0,0 0 0 0 0,0 0 1 0 0,0 0-1 0 0,0 0 0 0 0,1 0 0 0 0,-1 0 0 0 0,0 0 0 0 0,0-1 0 0 0,1 1 1 0 0,-1 0-1 0 0,0 0 0 0 0,1 0 0 0 0,-1-1 0 0 0,0 1 0 0 0,1 0 0 0 0,-1 0 1 0 0,1-1-1 0 0,0 1 0 0 0,-1 0 0 0 0,1-1 0 0 0,0 1 0 0 0,-1 0 1 0 0,1-1-1 0 0,0 1 0 0 0,-1-1 0 0 0,1 1 0 0 0,0-1 0 0 0,0 0 0 0 0,0 1 1 0 0,0-1-1 0 0,0 0 0 0 0,7 3-117 0 0,1 0-1 0 0,-1-1 1 0 0,1 0 0 0 0,10 0 0 0 0,-7 0-652 0 0,14 3-5514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52.2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5 3023 0 0,'-4'0'272'0'0,"2"0"-272"0"0,2-2 128 0 0,2 0 256 0 0,0 2-176 0 0,3 2 752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54.9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42 3647 0 0,'-2'-4'249'0'0,"2"3"-238"0"0,-1 0 1 0 0,1 1-1 0 0,-1-1 1 0 0,1 0 0 0 0,0 0-1 0 0,0 0 1 0 0,-1 0-1 0 0,1 0 1 0 0,0 0-1 0 0,0 0 1 0 0,0 0 0 0 0,0-1-1 0 0,0 1 55 0 0,0 0-122 0 0,6 3 667 0 0,-1 0-609 0 0,-1 0-1 0 0,0 0 0 0 0,0-1 1 0 0,1 1-1 0 0,-1-1 0 0 0,1-1 1 0 0,-1 1-1 0 0,8 0 0 0 0,19 0-116 0 0,41 8 0 0 0,-49-5 14 0 0,0-2-1 0 0,1 0 1 0 0,44-2-1 0 0,-27-7-86 0 0,50-14 0 0 0,26-4 595 0 0,-111 24-369 0 0,-1 0-1 0 0,1 1 1 0 0,0 0-1 0 0,0 0 1 0 0,0 1 0 0 0,-1 0-1 0 0,1 0 1 0 0,0 0-1 0 0,-1 1 1 0 0,1-1 0 0 0,7 5-1 0 0,1 1-16 0 0,0 1 0 0 0,22 18 0 0 0,-23-16-26 0 0,0-3 32 0 0,0 1 0 0 0,1-2 0 0 0,-1 0-1 0 0,1 0 1 0 0,0-1 0 0 0,1-1 0 0 0,26 4 0 0 0,19 7 126 0 0,179 59-9 0 0,-182-58-65 0 0,113 17 0 0 0,-136-29-7 0 0,1-2 1 0 0,0-2-1 0 0,-1-1 1 0 0,59-9-1 0 0,-71 5 109 0 0,-1-1-1 0 0,0-2 0 0 0,19-9 0 0 0,-38 17-173 0 0,-1-1-27 0 0,1 0-1 0 0,-1 1 1 0 0,1-1-1 0 0,-1 1 1 0 0,0 0-1 0 0,1-1 1 0 0,-1 1-1 0 0,1 0 1 0 0,0 0-1 0 0,-1 0 1 0 0,1 0-1 0 0,-1 0 1 0 0,2 1-1 0 0,-2-1-29 0 0,0 0 1 0 0,-1 0-1 0 0,1 1 0 0 0,0-1 1 0 0,-1 0-1 0 0,1 1 0 0 0,0-1 0 0 0,-1 1 1 0 0,1-1-1 0 0,-1 1 0 0 0,1-1 0 0 0,-1 1 1 0 0,1-1-1 0 0,-1 1 0 0 0,1 0 0 0 0,-1-1 1 0 0,1 1-1 0 0,-1 0 0 0 0,0-1 0 0 0,1 1 1 0 0,-1 0-1 0 0,0 0 0 0 0,0-1 0 0 0,1 2 1 0 0,-3 3 35 0 0,-4 1 14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55.4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1839 0 0,'3'0'39'0'0,"0"1"-1"0"0,-1 0 1 0 0,1 0-1 0 0,-1 0 1 0 0,1 0-1 0 0,-1 0 1 0 0,4 3-1 0 0,9 3-55 0 0,6 0-53 0 0,0-1 0 0 0,0-1 0 0 0,28 4 0 0 0,29 1-5 0 0,-77-10 78 0 0,-1 0-1 0 0,1 0 0 0 0,-1 0 1 0 0,1 1-1 0 0,-1-1 0 0 0,1 0 1 0 0,-1 0-1 0 0,1 0 0 0 0,-1 0 1 0 0,1 0-1 0 0,-1 1 0 0 0,1-1 1 0 0,-1 0-1 0 0,0 0 0 0 0,1 1 1 0 0,-1-1-1 0 0,1 0 0 0 0,-1 1 1 0 0,0-1-1 0 0,1 0 0 0 0,-1 1 0 0 0,0 0 1 0 0,-2 2 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5:59:56.0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86 919 0 0,'-3'-14'-23'0'0,"-2"-22"530"0"0,4 34-402 0 0,1 0 0 0 0,0 1 0 0 0,0-1 0 0 0,0 0 0 0 0,1 0 0 0 0,-1 1 0 0 0,0-1 0 0 0,1 0 0 0 0,-1 1 0 0 0,1-1 0 0 0,-1 1 0 0 0,1-1 1 0 0,0 0-1 0 0,0 1 0 0 0,0-1 0 0 0,2-1 0 0 0,-3 2-44 0 0,1 0 0 0 0,0 1-1 0 0,0-1 1 0 0,0 1 0 0 0,0-1 0 0 0,0 1 0 0 0,0 0 0 0 0,1-1 0 0 0,-1 1-1 0 0,0 0 1 0 0,0 0 0 0 0,0 0 0 0 0,0 0 0 0 0,0 0 0 0 0,0 0 0 0 0,0 0 0 0 0,0 0-1 0 0,1 0 1 0 0,-1 0 0 0 0,0 1 0 0 0,1 0 0 0 0,26 10 231 0 0,-20-8-210 0 0,47 20-16 0 0,72 18 0 0 0,-93-32-69 0 0,1-3 1 0 0,0 0-1 0 0,52 1 0 0 0,76-7 3 0 0,157 9-72 0 0,-121 21-173 0 0,-36-5 34 0 0,-115-19 186 0 0,121 13-14 0 0,-78-6 39 0 0,-65-8 0 0 0,1-1 0 0 0,31 0 0 0 0,-46-6 38 0 0,-12 2-37 0 0,1 0 1 0 0,-1 0-1 0 0,0 0 1 0 0,0 0 0 0 0,0 0-1 0 0,0-1 1 0 0,0 1-1 0 0,0 0 1 0 0,0 0-1 0 0,1 0 1 0 0,-1 0 0 0 0,0 0-1 0 0,0 0 1 0 0,0 0-1 0 0,0 0 1 0 0,0-1 0 0 0,0 1-1 0 0,0 0 1 0 0,0 0-1 0 0,0 0 1 0 0,0 0-1 0 0,0 0 1 0 0,0 0 0 0 0,0-1-1 0 0,0 1 1 0 0,0 0-1 0 0,0 0 1 0 0,0 0-1 0 0,0 0 1 0 0,0 0 0 0 0,0-1-1 0 0,0 1 1 0 0,0 0-1 0 0,0 0 1 0 0,0 0-1 0 0,0 0 1 0 0,0 0 0 0 0,0-1-1 0 0,-1 1-6 0 0,1-1 1 0 0,-1 1-1 0 0,0-1 0 0 0,0 1 0 0 0,1 0 1 0 0,-1-1-1 0 0,0 1 0 0 0,0 0 0 0 0,1-1 1 0 0,-1 1-1 0 0,0 0 0 0 0,0 0 0 0 0,0 0 1 0 0,0 0-1 0 0,1 0 0 0 0,-1 0 0 0 0,0 0 1 0 0,0 0-1 0 0,0 0 0 0 0,0 0 0 0 0,1 0 1 0 0,-2 1-1 0 0,-7 2-1669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6.2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 24 5527 0 0,'-31'16'3854'0'0,"27"-13"-3339"0"0,2-2-275 0 0,0 0 0 0 0,0 0-1 0 0,0 0 1 0 0,0 1 0 0 0,1-1-1 0 0,-1 0 1 0 0,0 1-1 0 0,1 0 1 0 0,-1-1 0 0 0,0 1-1 0 0,1 0 1 0 0,0 0 0 0 0,-2 2-1 0 0,3-4-209 0 0,0 1-1 0 0,0-1 0 0 0,0 0 0 0 0,1 0 0 0 0,-1 0 1 0 0,0 0-1 0 0,0 1 0 0 0,0-1 0 0 0,0 0 0 0 0,0 0 1 0 0,0 0-1 0 0,1 0 0 0 0,-1 0 0 0 0,0 1 1 0 0,0-1-1 0 0,0 0 0 0 0,0 0 0 0 0,1 0 0 0 0,-1 0 1 0 0,0 0-1 0 0,0 0 0 0 0,0 0 0 0 0,1 0 1 0 0,-1 0-1 0 0,0 0 0 0 0,0 0 0 0 0,0 0 0 0 0,1 0 1 0 0,-1 0-1 0 0,0 0 0 0 0,0 0 0 0 0,1 0 0 0 0,-1 0 1 0 0,0 0-1 0 0,0 0 0 0 0,0 0 0 0 0,1 0 1 0 0,11-3 468 0 0,-6 2-183 0 0,6 1 187 0 0,1 0 0 0 0,0 0 0 0 0,-1 2-1 0 0,1-1 1 0 0,-1 2 0 0 0,16 4 0 0 0,4 1 289 0 0,-22-7-679 0 0,-1 0-1 0 0,0 0 0 0 0,1-1 1 0 0,-1 0-1 0 0,1 0 1 0 0,-1-1-1 0 0,0-1 0 0 0,14-2 1 0 0,8-6-60 0 0,34-14 1 0 0,23-7 21 0 0,-77 29-83 0 0,8-3 48 0 0,27-4 0 0 0,-41 9-34 0 0,-1-1 1 0 0,1 1 0 0 0,0 0 0 0 0,0 1-1 0 0,0-1 1 0 0,0 1 0 0 0,0 0-1 0 0,0 0 1 0 0,0 0 0 0 0,8 4 0 0 0,-7 0-298 0 0,7 4 349 0 0,-13-9-200 0 0,0 1 0 0 0,0-1 0 0 0,0 0 0 0 0,1 0 0 0 0,-1 0 0 0 0,0 0 1 0 0,0 1-1 0 0,1-1 0 0 0,-1 0 0 0 0,0 0 0 0 0,0 0 0 0 0,1 0 0 0 0,-1 0 0 0 0,0 0 0 0 0,0 0 1 0 0,1 1-1 0 0,-1-1 0 0 0,0 0 0 0 0,0 0 0 0 0,1 0 0 0 0,-1 0 0 0 0,0 0 0 0 0,1 0 0 0 0,-1-1 1 0 0,0 1-1 0 0,0 0 0 0 0,1 0 0 0 0,-1 0 0 0 0,0 0 0 0 0,0 0 0 0 0,1 0 0 0 0,-1 0 0 0 0,0 0 0 0 0,1-1 1 0 0,-1-2-1480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6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28 2559 0 0,'-5'1'77'0'0,"-5"0"322"0"0,9-1-382 0 0,1 0 0 0 0,0 0 0 0 0,0 0 0 0 0,-1 0 0 0 0,1 0 0 0 0,0 0 0 0 0,0 0 0 0 0,0 0 0 0 0,-1 0 0 0 0,1 0 0 0 0,0-1 0 0 0,0 1 0 0 0,0 0 0 0 0,-1 0 0 0 0,1 0 0 0 0,0 0 0 0 0,0 0 0 0 0,0 0 0 0 0,0 0 0 0 0,-1-1 0 0 0,1 1 0 0 0,0 0 0 0 0,0 0 0 0 0,0 0 0 0 0,0 0-1 0 0,0-1 1 0 0,0 1 0 0 0,-1 0 0 0 0,1 0 0 0 0,0 0 0 0 0,0-1 0 0 0,0 1 0 0 0,0 0 0 0 0,0 0 0 0 0,0-1 0 0 0,0 0 803 0 0,6 0 2785 0 0,14-5-2451 0 0,0 1 0 0 0,22-4-1 0 0,-34 8-837 0 0,1 0 0 0 0,0 0 0 0 0,-1 1-1 0 0,1 0 1 0 0,-1 1 0 0 0,1 0 0 0 0,0 0-1 0 0,11 4 1 0 0,-17-4-200 0 0,0 0 1 0 0,-1 0-1 0 0,1 0 1 0 0,0 1-1 0 0,0-1 1 0 0,-1 1-1 0 0,1 0 1 0 0,-1-1-1 0 0,1 1 1 0 0,-1 1-1 0 0,0-1 0 0 0,0 0 1 0 0,0 0-1 0 0,3 5 1 0 0,-4-5-72 0 0,-1-1 0 0 0,1 1 1 0 0,-1-1-1 0 0,1 1 0 0 0,-1 0 1 0 0,1-1-1 0 0,-1 1 0 0 0,0-1 0 0 0,0 1 1 0 0,0 0-1 0 0,0-1 0 0 0,0 1 0 0 0,0 0 1 0 0,-1-1-1 0 0,1 1 0 0 0,0 0 1 0 0,-1-1-1 0 0,0 1 0 0 0,1-1 0 0 0,-1 1 1 0 0,0-1-1 0 0,1 1 0 0 0,-1-1 1 0 0,0 0-1 0 0,0 1 0 0 0,0-1 0 0 0,0 0 1 0 0,-1 0-1 0 0,-1 2 0 0 0,-7 6 72 0 0,0-1-1 0 0,-1 0 1 0 0,0-1-1 0 0,-1 0 0 0 0,-15 6 1 0 0,-21 13-1388 0 0,31-14-4789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7.1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10 2303 0 0,'-1'-1'198'0'0,"0"0"-1"0"0,0 0 1 0 0,0 0-1 0 0,0 0 1 0 0,-1 1-1 0 0,1-1 0 0 0,0 0 1 0 0,0 1-1 0 0,0-1 1 0 0,-3 0-1 0 0,3 0-70 0 0,0 1 0 0 0,1 0-1 0 0,-1 0 1 0 0,0 0 0 0 0,1 1 0 0 0,-1-1-1 0 0,0 0 1 0 0,1 0 0 0 0,-1 0 0 0 0,0 0 0 0 0,1 1-1 0 0,-1-1 1 0 0,0 0 0 0 0,1 1 0 0 0,-1-1-1 0 0,1 0 1 0 0,-1 1 0 0 0,1-1 0 0 0,-1 1-1 0 0,1-1 1 0 0,-1 1 0 0 0,1-1 0 0 0,-1 1 0 0 0,1-1-1 0 0,0 1 1 0 0,-1-1 0 0 0,1 1 0 0 0,-1 1-1 0 0,0 0 207 0 0,0 1 0 0 0,0 0 1 0 0,0 0-1 0 0,1 0 0 0 0,-1-1 0 0 0,1 1 0 0 0,-1 0 0 0 0,1 0 0 0 0,0 0 0 0 0,0 0 0 0 0,1 4 0 0 0,6 32 1486 0 0,17 43-906 0 0,-15-56-506 0 0,-1 1 1 0 0,7 49 0 0 0,-14-69-481 0 0,-1-1-464 0 0,1 0 0 0 0,0-1 0 0 0,-1 1-1 0 0,2 0 1 0 0,-1 0 0 0 0,1-1 0 0 0,0 1-1 0 0,0-1 1 0 0,6 11 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7.3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2303 0 0,'-1'0'112'0'0,"-14"3"3075"0"0,23 4 3430 0 0,134 72-1557 0 0,-137-77-5004 0 0,0 0-1 0 0,-1 0 0 0 0,1 0 1 0 0,1-1-1 0 0,5 2 0 0 0,-11-3-49 0 0,1 0-1 0 0,0 1 1 0 0,-1-1-1 0 0,1 0 1 0 0,-1 0-1 0 0,1 0 1 0 0,0 0-1 0 0,-1 0 1 0 0,1 0-1 0 0,0 0 1 0 0,-1 0-1 0 0,1 0 1 0 0,0-1-1 0 0,-1 1 1 0 0,1 0 0 0 0,0 0-1 0 0,-1-1 1 0 0,1 1-1 0 0,-1 0 1 0 0,1-1-1 0 0,0 1 1 0 0,-1 0-1 0 0,1-1 1 0 0,-1 1-1 0 0,1-1 1 0 0,-1 1-1 0 0,0-1 1 0 0,1 1-1 0 0,-1-1 1 0 0,1 1-1 0 0,-1-1 1 0 0,0 1-1 0 0,1-1 1 0 0,-1 0-1 0 0,0 1 1 0 0,0-1-1 0 0,0 0 1 0 0,1 1-1 0 0,-1-1 1 0 0,0 0 0 0 0,0 1-1 0 0,0-1 1 0 0,0 0-1 0 0,0 1 1 0 0,0-1-1 0 0,0 0 1 0 0,0 1-1 0 0,0-1 1 0 0,-1-1-1 0 0,-3-38-1199 0 0,2 29-4780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7.6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559 1 3679 0 0,'-16'1'718'0'0,"0"1"0"0"0,0 1 0 0 0,1 0 0 0 0,-17 6 0 0 0,-4 1 646 0 0,-92 22 1094 0 0,91-23-2203 0 0,6-2-146 0 0,-1 0-1 0 0,-40 2 0 0 0,54-8-149 0 0,1 2 0 0 0,-31 7-1 0 0,14-1-3338 0 0,23-7-132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8.0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202 1 1839 0 0,'-5'2'339'0'0,"0"1"0"0"0,-1-1 0 0 0,1 0 0 0 0,-10 3 0 0 0,-8 2 1150 0 0,13-3-621 0 0,-7 3 1077 0 0,0 1 0 0 0,-22 13 0 0 0,35-18-1638 0 0,-1 1-1 0 0,0-1 1 0 0,1 1 0 0 0,0 0-1 0 0,-1 1 1 0 0,2-1 0 0 0,-1 1-1 0 0,0-1 1 0 0,1 1 0 0 0,0 0-1 0 0,-4 10 1 0 0,5-11-247 0 0,1 1 1 0 0,-1 0-1 0 0,1-1 1 0 0,0 1-1 0 0,0 0 1 0 0,1 0-1 0 0,0 0 1 0 0,-1-1 0 0 0,2 1-1 0 0,-1 0 1 0 0,2 6-1 0 0,-2-8-46 0 0,1-1 0 0 0,-1 1 0 0 0,1-1 1 0 0,0 1-1 0 0,0-1 0 0 0,0 0 0 0 0,0 0 0 0 0,0 1 0 0 0,1-1 0 0 0,-1 0 1 0 0,1 0-1 0 0,-1 0 0 0 0,1 0 0 0 0,0-1 0 0 0,0 1 0 0 0,0 0 0 0 0,0-1 0 0 0,0 1 1 0 0,0-1-1 0 0,0 0 0 0 0,0 0 0 0 0,1 1 0 0 0,3 0 0 0 0,4 1 43 0 0,1 0 0 0 0,0-1 0 0 0,0-1 0 0 0,0 1 0 0 0,0-2 0 0 0,0 1 0 0 0,0-2 1 0 0,17-2-1 0 0,-19 2-1244 0 0,0-1 0 0 0,0-1 0 0 0,13-5 0 0 0,-8 1-4075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8.4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37 3223 0 0,'-1'-3'118'0'0,"0"-1"-1"0"0,1 1 0 0 0,-1-1 0 0 0,-1 1 0 0 0,1 0 0 0 0,-3-7 1 0 0,3 10-47 0 0,1-1 1 0 0,0 1 0 0 0,-1-1 0 0 0,1 1-1 0 0,-1-1 1 0 0,1 1 0 0 0,-1 0 0 0 0,1-1 0 0 0,-1 1-1 0 0,1-1 1 0 0,-1 1 0 0 0,1 0 0 0 0,-1 0-1 0 0,1-1 1 0 0,-1 1 0 0 0,1 0 0 0 0,-1 0 0 0 0,0-1-1 0 0,1 1 1 0 0,-1 0 0 0 0,1 0 0 0 0,-1 0-1 0 0,0 0 1 0 0,1 0 0 0 0,-1 0 0 0 0,0 0-1 0 0,1 0 1 0 0,-1 0 0 0 0,1 0 0 0 0,-1 1 0 0 0,0-1-1 0 0,1 0 1 0 0,-1 0 0 0 0,1 1 0 0 0,-1-1-1 0 0,1 0 1 0 0,-1 0 0 0 0,1 1 0 0 0,-1-1 0 0 0,1 1-1 0 0,-1-1 1 0 0,1 0 0 0 0,-1 1 0 0 0,1-1-1 0 0,-1 1 1 0 0,1-1 0 0 0,-1 2 0 0 0,-3 2 165 0 0,0 1 1 0 0,1 0-1 0 0,-1 0 1 0 0,1 1-1 0 0,0-1 1 0 0,0 1-1 0 0,1-1 1 0 0,0 1-1 0 0,0 0 1 0 0,-2 8-1 0 0,0 9 229 0 0,-3 31-1 0 0,6-47-314 0 0,-1 18 244 0 0,1 0 0 0 0,2 30 0 0 0,0-44-459 0 0,1-1 0 0 0,-1 1-1 0 0,2-1 1 0 0,-1 0 0 0 0,2 1 0 0 0,-1-1-1 0 0,10 17 1 0 0,-10-21-615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0:38.7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171 82 455 0 0,'-5'-13'1711'0'0,"-1"0"-1"0"0,-13-21 0 0 0,9 17 537 0 0,10 17-2171 0 0,0 0 0 0 0,-1 0 1 0 0,1-1-1 0 0,0 1 0 0 0,0 0 0 0 0,0-1 1 0 0,0 1-1 0 0,-1 0 0 0 0,1 0 0 0 0,0 0 1 0 0,0-1-1 0 0,0 1 0 0 0,-1 0 1 0 0,1 0-1 0 0,0 0 0 0 0,0-1 0 0 0,-1 1 1 0 0,1 0-1 0 0,0 0 0 0 0,0 0 0 0 0,-1 0 1 0 0,1 0-1 0 0,0 0 0 0 0,-1-1 1 0 0,1 1-1 0 0,0 0 0 0 0,-1 0 0 0 0,1 0 1 0 0,0 0-1 0 0,-1 0 0 0 0,-6 8 1050 0 0,-4 18-575 0 0,8-20-299 0 0,-11 23-41 0 0,-1 0-1 0 0,-2-1 1 0 0,-30 37 0 0 0,39-55-68 0 0,10-16 106 0 0,13-17 93 0 0,-1 2-342 0 0,0 1 0 0 0,2 1 0 0 0,0 0 0 0 0,2 1 0 0 0,33-27 0 0 0,-50 44 3 0 0,0 0-1 0 0,0 0 1 0 0,0 0-1 0 0,0 1 1 0 0,0-1-1 0 0,0 1 1 0 0,0-1 0 0 0,1 1-1 0 0,-1-1 1 0 0,0 1-1 0 0,0-1 1 0 0,1 1-1 0 0,-1 0 1 0 0,0 0-1 0 0,1 0 1 0 0,-1 0-1 0 0,0 0 1 0 0,0 0-1 0 0,2 0 1 0 0,-2 1 0 0 0,0-1 0 0 0,0 1 0 0 0,0 0 0 0 0,0-1-1 0 0,-1 1 1 0 0,1 0 0 0 0,0-1 0 0 0,0 1 0 0 0,-1 0 0 0 0,1 0 0 0 0,0 0 0 0 0,-1 0 0 0 0,1 0 0 0 0,-1 0-1 0 0,1 0 1 0 0,-1 0 0 0 0,0 0 0 0 0,1 0 0 0 0,-1 0 0 0 0,0 0 0 0 0,0 0 0 0 0,1 2 0 0 0,0 35-1114 0 0,-1-27-1560 0 0,0 5-1633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54.7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868 1 1983 0 0,'-66'34'0'0'0,"24"-11"-80"0"0,20-8 80 0 0,15-6 0 0 0,-1 0-72 0 0,-17 9 72 0 0,-28 19 0 0 0,-32 23 0 0 0,-25 20 0 0 0,-8 3 0 0 0,1-2 0 0 0,5-10 0 0 0,10-7 64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1:39.3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1808 359 1727 0 0,'15'-12'128'0'0,"-5"6"304"0"0,-1-1-1 0 0,0-1 0 0 0,12-13 1 0 0,-18 18-341 0 0,-1 0 0 0 0,1 0 1 0 0,-1 0-1 0 0,0-1 0 0 0,-1 1 0 0 0,1-1 1 0 0,-1 1-1 0 0,1-1 0 0 0,-1 0 1 0 0,0 1-1 0 0,0-1 0 0 0,-1 0 1 0 0,1 0-1 0 0,-1-7 0 0 0,0 10-31 0 0,0 0 1 0 0,0 0-1 0 0,-1-1 0 0 0,1 1 0 0 0,0 0 0 0 0,-1 0 1 0 0,1 0-1 0 0,-1 0 0 0 0,1 0 0 0 0,-1 0 1 0 0,0 0-1 0 0,0 0 0 0 0,1 0 0 0 0,-1 0 1 0 0,0 0-1 0 0,0 0 0 0 0,0 0 0 0 0,-2-1 1 0 0,-22-13 212 0 0,12 7-290 0 0,-6-5 157 0 0,0 1-1 0 0,-1 1 0 0 0,0 1 0 0 0,-1 1 1 0 0,0 0-1 0 0,0 2 0 0 0,-1 0 0 0 0,-31-5 1 0 0,7 5 58 0 0,-1-3 1 0 0,1-1 0 0 0,-84-33-1 0 0,109 36-145 0 0,0 1-1 0 0,-1 1 1 0 0,0 0-1 0 0,0 2 0 0 0,0 1 1 0 0,-1 1-1 0 0,1 0 1 0 0,-1 2-1 0 0,-22 2 0 0 0,-23 7 194 0 0,-109 26 0 0 0,110-22-268 0 0,0-3 0 0 0,-1-3 0 0 0,-92-3 0 0 0,135-4 6 0 0,1 1 0 0 0,-1 1 0 0 0,-39 9 0 0 0,50-7 8 0 0,1 0 0 0 0,-1 1 0 0 0,1 0 0 0 0,1 1 0 0 0,-1 1 0 0 0,1 0 0 0 0,-21 15 0 0 0,11-4 13 0 0,-95 81 103 0 0,104-87-95 0 0,0 2-1 0 0,1 0 1 0 0,0 0-1 0 0,2 1 0 0 0,0 0 1 0 0,-11 21-1 0 0,18-28-12 0 0,0 1 0 0 0,1-1 0 0 0,0 1-1 0 0,0 0 1 0 0,0 0 0 0 0,1 0 0 0 0,1 0-1 0 0,0-1 1 0 0,0 1 0 0 0,0 0 0 0 0,1 0-1 0 0,1 0 1 0 0,0 0 0 0 0,0 0 0 0 0,6 16-1 0 0,-1-8 1 0 0,0-1-1 0 0,1 0 1 0 0,1 0-1 0 0,0-1 1 0 0,1-1-1 0 0,1 1 1 0 0,13 13-1 0 0,-9-13 1 0 0,1-1 0 0 0,1 0 0 0 0,0-2 0 0 0,1 1 0 0 0,0-2 0 0 0,0-1 0 0 0,28 12 0 0 0,145 43 0 0 0,-137-48 0 0 0,-29-11 3 0 0,1 0-1 0 0,-1-1 0 0 0,1-2 0 0 0,28 1 0 0 0,104-8 29 0 0,-35 0 5 0 0,-30 2 28 0 0,90 4 34 0 0,-168-1-98 0 0,89 4 0 0 0,-87-5 0 0 0,1-1 0 0 0,-1-1 0 0 0,33-7 0 0 0,223-74 256 0 0,-256 76-208 0 0,0 0 0 0 0,0-2-1 0 0,-1 1 1 0 0,0-2-1 0 0,0 0 1 0 0,-1-1-1 0 0,18-17 1 0 0,-11 7 60 0 0,-1-2 0 0 0,-1 0 1 0 0,28-42-1 0 0,-45 61-62 0 0,-1 0 0 0 0,1 0 0 0 0,-1 0 0 0 0,0 0 0 0 0,0 0-1 0 0,-1 0 1 0 0,1-1 0 0 0,-1 1 0 0 0,0 0 0 0 0,0-1 0 0 0,0 1 0 0 0,0-1 0 0 0,-1 0 0 0 0,0 1 0 0 0,0-1 0 0 0,0 1 0 0 0,-1-1 0 0 0,1 1 0 0 0,-1-1 0 0 0,-2-5 0 0 0,-3-20 11 0 0,5 23-41 0 0,-1 0-1 0 0,1 0 1 0 0,-1 0-1 0 0,0 0 1 0 0,-1 0-1 0 0,0 1 1 0 0,-3-8-1 0 0,-6-4 11 0 0,0-1 0 0 0,-2 1-1 0 0,0 1 1 0 0,-24-23-1 0 0,35 37-16 0 0,-1 0 0 0 0,1 0 0 0 0,-1 1-1 0 0,0-1 1 0 0,0 1 0 0 0,0 0 0 0 0,-7-2-1 0 0,9 3-49 0 0,1 1 0 0 0,-1 0-1 0 0,0-1 1 0 0,0 1 0 0 0,0 0-1 0 0,0 0 1 0 0,1 0 0 0 0,-1 0 0 0 0,0 0-1 0 0,0 1 1 0 0,0-1 0 0 0,0 1-1 0 0,1-1 1 0 0,-1 1 0 0 0,0 0-1 0 0,0-1 1 0 0,1 1 0 0 0,-1 0 0 0 0,1 0-1 0 0,-4 2 1 0 0,-3 5-3946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04.6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84 1375 0 0,'1'-3'149'0'0,"0"0"-1"0"0,0 1 1 0 0,1-1-1 0 0,-1 0 1 0 0,1 1-1 0 0,0-1 1 0 0,-1 1-1 0 0,1-1 1 0 0,5-3-1 0 0,-1-1 338 0 0,-2 2-121 0 0,0 1 0 0 0,0-1 0 0 0,0 1 0 0 0,0 0 0 0 0,1 0 0 0 0,0 1 0 0 0,-1 0 1 0 0,7-4-1 0 0,-7 5-182 0 0,0 1 1 0 0,0 0 0 0 0,-1 0 0 0 0,1 0 0 0 0,0 0-1 0 0,0 1 1 0 0,0-1 0 0 0,0 1 0 0 0,0 0 0 0 0,0 0-1 0 0,0 1 1 0 0,-1-1 0 0 0,7 2 0 0 0,110 21-155 0 0,-103-20-280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05.1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1839 0 0,'0'0'92'0'0,"0"-1"-1"0"0,0 1 0 0 0,1 0 1 0 0,-1-1-1 0 0,0 1 0 0 0,0-1 0 0 0,0 1 1 0 0,1 0-1 0 0,-1-1 0 0 0,0 1 1 0 0,1 0-1 0 0,-1 0 0 0 0,0-1 1 0 0,1 1-1 0 0,-1 0 0 0 0,0 0 0 0 0,1-1 1 0 0,-1 1-1 0 0,0 0 0 0 0,1 0 1 0 0,-1 0-1 0 0,1 0 0 0 0,-1 0 0 0 0,0 0 1 0 0,1-1-1 0 0,-1 1 0 0 0,1 0 1 0 0,15-1 465 0 0,-11 0-167 0 0,29-2-167 0 0,-1 1-1 0 0,1 1 1 0 0,-1 2-1 0 0,56 9 0 0 0,-57-6-222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05.8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57 455 0 0,'0'0'121'0'0,"-1"0"-1"0"0,1 0 0 0 0,-1 0 0 0 0,1-1 0 0 0,-1 1 0 0 0,1 0 0 0 0,0 0 0 0 0,-1 0 0 0 0,1-1 0 0 0,-1 1 0 0 0,1 0 0 0 0,0-1 0 0 0,-1 1 0 0 0,1 0 0 0 0,0-1 0 0 0,-1 1 0 0 0,1 0 0 0 0,-2-6 5125 0 0,6 2-4651 0 0,1 0-333 0 0,1 0 0 0 0,0 0 0 0 0,-1 1 0 0 0,2 0-1 0 0,-1 0 1 0 0,0 0 0 0 0,0 1 0 0 0,1 0 0 0 0,8-2-1 0 0,1 1-223 0 0,-1 0 0 0 0,1 1 0 0 0,0 1-1 0 0,0 0 1 0 0,0 1 0 0 0,0 1-1 0 0,0 0 1 0 0,0 1 0 0 0,-1 1 0 0 0,30 9-1 0 0,-24-5-1302 0 0,-12-2-2440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06.1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55 919 0 0,'-11'-5'588'0'0,"11"5"-498"0"0,0-1 0 0 0,0 1 0 0 0,0 0 0 0 0,0 0 0 0 0,0-1 0 0 0,0 1 0 0 0,0 0 0 0 0,0 0 0 0 0,0-1 0 0 0,0 1 0 0 0,0 0 0 0 0,0 0 0 0 0,0-1 0 0 0,0 1 0 0 0,0 0 0 0 0,0-1 0 0 0,0 1 0 0 0,0 0 0 0 0,0 0 0 0 0,0-1 0 0 0,0 1 0 0 0,0 0 0 0 0,1 0 0 0 0,-1 0 0 0 0,3-3 2400 0 0,2 1-1835 0 0,38-9 85 0 0,0 1 1 0 0,1 2-1 0 0,47-1 0 0 0,-56 10-1473 0 0,-19 3-2550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07.6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78 1375 0 0,'0'-2'215'0'0,"0"0"-1"0"0,1 0 0 0 0,-1 0 1 0 0,1 0-1 0 0,0 0 0 0 0,-1 0 1 0 0,1 0-1 0 0,0 0 0 0 0,0 0 1 0 0,0 0-1 0 0,0 0 0 0 0,1 0 1 0 0,-1 1-1 0 0,0-1 0 0 0,1 1 1 0 0,-1-1-1 0 0,1 1 0 0 0,0-1 1 0 0,-1 1-1 0 0,4-2 0 0 0,2-1 273 0 0,0 0 0 0 0,0 0 0 0 0,1 1 0 0 0,8-3 0 0 0,-2 2 32 0 0,2 0-1 0 0,-1 1 1 0 0,24-3-1 0 0,-29 6-501 0 0,0-1-1 0 0,0 1 0 0 0,0 1 1 0 0,-1 0-1 0 0,1 0 0 0 0,17 6 0 0 0,-11 2-878 0 0,-10-3-2600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07.8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69 3223 0 0,'-9'-3'258'0'0,"9"3"-197"0"0,0 0 0 0 0,0 0-1 0 0,0-1 1 0 0,0 1 0 0 0,0 0-1 0 0,0 0 1 0 0,0-1 0 0 0,0 1-1 0 0,0 0 1 0 0,0 0 0 0 0,0-1-1 0 0,0 1 1 0 0,0 0 0 0 0,0 0 0 0 0,0-1-1 0 0,0 1 1 0 0,0 0 0 0 0,0 0-1 0 0,0 0 1 0 0,0-1 0 0 0,0 1-1 0 0,0 0 1 0 0,1 0 0 0 0,1-3 2363 0 0,3 0-1620 0 0,5-5-377 0 0,1 2 0 0 0,-1 0 0 0 0,1 0 0 0 0,0 0 1 0 0,1 2-1 0 0,-1-1 0 0 0,1 2 0 0 0,13-4 0 0 0,-14 6-1259 0 0,-1-1-1 0 0,0 1 1 0 0,16 1 0 0 0,-8 2-2898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09.7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28 176 919 0 0,'-1'-6'401'0'0,"0"1"0"0"0,0-1 0 0 0,-1 0 0 0 0,1 1 0 0 0,-4-7 0 0 0,0-1 337 0 0,2 5-282 0 0,1 0-1 0 0,0-1 0 0 0,0 1 0 0 0,1 0 0 0 0,0-1 0 0 0,0 1 0 0 0,1-1 0 0 0,0 1 0 0 0,1-1 0 0 0,0 1 1 0 0,2-11-1 0 0,-3 19-455 0 0,0 0 0 0 0,0 0 0 0 0,0 0 0 0 0,0 0 1 0 0,0 0-1 0 0,0 0 0 0 0,0 0 0 0 0,0 0 1 0 0,0 0-1 0 0,0 0 0 0 0,0 0 0 0 0,0 1 0 0 0,0-1 1 0 0,0 0-1 0 0,0 0 0 0 0,0 0 0 0 0,0 0 0 0 0,0 0 1 0 0,0 0-1 0 0,0 0 0 0 0,0 0 0 0 0,0 0 0 0 0,0 0 1 0 0,1 0-1 0 0,-1 0 0 0 0,0 0 0 0 0,0 0 0 0 0,0 0 1 0 0,0 0-1 0 0,0 0 0 0 0,0 0 0 0 0,0 0 0 0 0,0 0 1 0 0,0 0-1 0 0,0 0 0 0 0,0 0 0 0 0,0 0 0 0 0,0 0 1 0 0,0 0-1 0 0,0 0 0 0 0,0 0 0 0 0,0 0 0 0 0,0 0 1 0 0,1 0-1 0 0,-1 0 0 0 0,0 0 0 0 0,0 0 0 0 0,0 0 1 0 0,0 0-1 0 0,0 0 0 0 0,0 0 0 0 0,0 0 0 0 0,0 0 1 0 0,0 0-1 0 0,0 0 0 0 0,0-1 0 0 0,0 1 0 0 0,0 0 1 0 0,0 0-1 0 0,0 0 0 0 0,0 0 0 0 0,0 0 0 0 0,0 0 1 0 0,0 0-1 0 0,0 0 0 0 0,5 16-3 0 0,-4-10-1 0 0,1 1-1 0 0,-1-1 1 0 0,2 0-1 0 0,-1 1 1 0 0,1-1-1 0 0,-1 0 0 0 0,2 0 1 0 0,-1-1-1 0 0,1 1 1 0 0,0 0-1 0 0,0-1 1 0 0,0 0-1 0 0,5 4 0 0 0,-5-6 8 0 0,-1-1 0 0 0,1 0 0 0 0,-1 1 0 0 0,1-2 0 0 0,0 1 0 0 0,0 0 0 0 0,0-1 0 0 0,0 0 0 0 0,0 0-1 0 0,0 0 1 0 0,0 0 0 0 0,0-1 0 0 0,0 0 0 0 0,0 1 0 0 0,1-1 0 0 0,-1-1 0 0 0,0 1 0 0 0,0-1 0 0 0,0 1 0 0 0,0-1-1 0 0,5-2 1 0 0,-4 1 2 0 0,1 0-1 0 0,-1-1 1 0 0,0 0 0 0 0,1 0-1 0 0,-1 0 1 0 0,0 0-1 0 0,-1-1 1 0 0,1 0-1 0 0,-1 0 1 0 0,0 0 0 0 0,1-1-1 0 0,-2 1 1 0 0,7-11-1 0 0,-9 14-4 0 0,-1 1-1 0 0,1-1 1 0 0,-1 0-1 0 0,1 0 0 0 0,-1 0 1 0 0,1 0-1 0 0,0 1 1 0 0,-1-1-1 0 0,1 0 1 0 0,0 1-1 0 0,0-1 0 0 0,-1 1 1 0 0,1-1-1 0 0,0 1 1 0 0,0-1-1 0 0,0 1 0 0 0,0-1 1 0 0,0 1-1 0 0,0 0 1 0 0,0-1-1 0 0,0 1 1 0 0,0 0-1 0 0,0 0 0 0 0,-1 0 1 0 0,1 0-1 0 0,0 0 1 0 0,0 0-1 0 0,0 0 0 0 0,0 0 1 0 0,0 0-1 0 0,0 0 1 0 0,2 1-1 0 0,2 1-4 0 0,-1 0-1 0 0,0 1 1 0 0,1-1-1 0 0,-1 1 1 0 0,6 5-1 0 0,11 7-6 0 0,-12-12 26 0 0,-1 0 0 0 0,1-1 0 0 0,-1 0 0 0 0,1 0 0 0 0,0-1 0 0 0,0 0 0 0 0,0-1 0 0 0,-1 0 0 0 0,1 0 0 0 0,0-1 0 0 0,0 0-1 0 0,14-4 1 0 0,-5 1 26 0 0,1-2 0 0 0,-1 0 0 0 0,0-2 0 0 0,30-16-1 0 0,-37 17-11 0 0,-1 0 0 0 0,1-1 0 0 0,-1 0 0 0 0,12-13 0 0 0,-16 40 151 0 0,-3-6-83 0 0,-1-11-88 0 0,-1 1 0 0 0,1-1 0 0 0,-1 0-1 0 0,1 1 1 0 0,0-1 0 0 0,0 0 0 0 0,0 0 0 0 0,0 0 0 0 0,0-1-1 0 0,0 1 1 0 0,1 0 0 0 0,-1-1 0 0 0,1 1 0 0 0,-1-1 0 0 0,1 0-1 0 0,-1 0 1 0 0,1 0 0 0 0,0 0 0 0 0,-1 0 0 0 0,1-1 0 0 0,0 1-1 0 0,5-1 1 0 0,7 2 82 0 0,0-2 0 0 0,29-1 0 0 0,-40 1-63 0 0,32-5-5 0 0,0-1-1 0 0,59-17 0 0 0,-86 21-21 0 0,0 0 0 0 0,-1 1 0 0 0,1 0 0 0 0,0 1 0 0 0,0 0 0 0 0,11 1 0 0 0,53 11 0 0 0,1 0 0 0 0,-55-11 0 0 0,-1-2 0 0 0,0 0 0 0 0,0-2-1 0 0,0 0 1 0 0,28-8 0 0 0,15-3 15 0 0,-50 13 1 0 0,0 0 0 0 0,0 1 1 0 0,17 2-1 0 0,-14-1 160 0 0,23-1-1 0 0,-33 0-45 0 0,1-1 0 0 0,-1 0 0 0 0,0 1-1 0 0,0-1 1 0 0,0-1 0 0 0,0 1 0 0 0,0-1 0 0 0,0 1 0 0 0,6-5-1 0 0,-19 8-3431 0 0,2 1-684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11.8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0 261 455 0 0,'1'-8'240'0'0,"0"0"0"0"0,0 0 0 0 0,1 0-1 0 0,0 1 1 0 0,4-9 0 0 0,-1 0 73 0 0,-1 3 43 0 0,-3 6-40 0 0,1 0 0 0 0,1 0 0 0 0,-1 0 0 0 0,1 0-1 0 0,1 0 1 0 0,3-7 0 0 0,-7 14-287 0 0,1 0 0 0 0,-1 0 0 0 0,0 0 0 0 0,0-1 0 0 0,0 1 1 0 0,1 0-1 0 0,-1 0 0 0 0,0 0 0 0 0,0 0 0 0 0,0 0 0 0 0,1 0 0 0 0,-1 0 0 0 0,0-1 0 0 0,0 1 0 0 0,1 0 0 0 0,-1 0 0 0 0,0 0 0 0 0,0 0 0 0 0,0 0 1 0 0,1 0-1 0 0,-1 0 0 0 0,0 0 0 0 0,0 0 0 0 0,1 0 0 0 0,-1 0 0 0 0,0 0 0 0 0,0 1 0 0 0,1-1 0 0 0,-1 0 0 0 0,0 0 0 0 0,0 0 0 0 0,0 0 0 0 0,1 0 1 0 0,-1 0-1 0 0,0 0 0 0 0,0 1 0 0 0,0-1 0 0 0,1 0 0 0 0,-1 0 0 0 0,0 0 0 0 0,0 0 0 0 0,0 1 0 0 0,0-1 0 0 0,0 0 0 0 0,1 0 0 0 0,-1 1 1 0 0,0-1-1 0 0,0 0 0 0 0,0 0 0 0 0,0 0 0 0 0,0 1 0 0 0,0-1 0 0 0,7 18 792 0 0,-4-11-504 0 0,7 10 71 0 0,0-1 0 0 0,1-1 0 0 0,0 1 1 0 0,21 19-1 0 0,-7-8-157 0 0,-17-16-196 0 0,0-1 0 0 0,0 1 0 0 0,-1 1 1 0 0,11 23-1 0 0,-15-27-21 0 0,0 0 0 0 0,0 0 0 0 0,0 0 0 0 0,-1 1 0 0 0,-1-1 0 0 0,0 0 0 0 0,0 1 0 0 0,0 16 0 0 0,-2-15 19 0 0,-1-1 0 0 0,1 1 0 0 0,-5 10 0 0 0,5-15-21 0 0,-1-1 0 0 0,1 1 1 0 0,-1-1-1 0 0,-1 0 0 0 0,1 0 0 0 0,0 1 0 0 0,-1-2 0 0 0,-5 7 1 0 0,8-10-19 0 0,0 0 0 0 0,0 1 1 0 0,0-1-1 0 0,0 0 0 0 0,-1 0 0 0 0,1 0 1 0 0,0 1-1 0 0,0-1 0 0 0,0 0 1 0 0,-1 0-1 0 0,1 0 0 0 0,0 1 1 0 0,0-1-1 0 0,-1 0 0 0 0,1 0 0 0 0,0 0 1 0 0,-1 0-1 0 0,1 0 0 0 0,0 0 1 0 0,0 0-1 0 0,-1 0 0 0 0,1 0 0 0 0,0 0 1 0 0,-1 0-1 0 0,1 0 0 0 0,0 0 1 0 0,0 0-1 0 0,-1 0 0 0 0,1 0 1 0 0,-1 0-1 0 0,-2-8-31 0 0,4-13 49 0 0,8-16-1 0 0,22-58-1 0 0,-11 36-31 0 0,6-11 10 0 0,-13 37 83 0 0,10-41 0 0 0,-20 63-77 0 0,-1 0 0 0 0,-1 1-1 0 0,0-1 1 0 0,0 0-1 0 0,-1 0 1 0 0,0 0-1 0 0,-1 1 1 0 0,-2-15-1 0 0,2 23 11 0 0,1 1-1 0 0,0-1 1 0 0,-1 1 0 0 0,1-1-1 0 0,-1 1 1 0 0,0-1-1 0 0,1 0 1 0 0,-1 1-1 0 0,0 0 1 0 0,0-1-1 0 0,0 1 1 0 0,0 0-1 0 0,0-1 1 0 0,0 1 0 0 0,-1 0-1 0 0,1 0 1 0 0,0 0-1 0 0,0 0 1 0 0,-1 0-1 0 0,-2-1 1 0 0,2 1-8 0 0,0 0 1 0 0,-1 1-1 0 0,1-1 0 0 0,0 1 1 0 0,-1 0-1 0 0,1-1 0 0 0,0 1 1 0 0,-1 0-1 0 0,1 1 0 0 0,-1-1 1 0 0,1 0-1 0 0,0 1 0 0 0,-3 0 1 0 0,1 0 5 0 0,0 0 1 0 0,0 1-1 0 0,0-1 0 0 0,0 1 1 0 0,1 0-1 0 0,-1 0 0 0 0,1 0 1 0 0,0 1-1 0 0,-1-1 1 0 0,1 1-1 0 0,0 0 0 0 0,0 0 1 0 0,1 0-1 0 0,-1 0 1 0 0,0 0-1 0 0,-2 6 0 0 0,4-7 6 0 0,0 0-1 0 0,0-1 1 0 0,0 1-1 0 0,1 0 0 0 0,-1-1 1 0 0,1 1-1 0 0,0 0 1 0 0,-1 0-1 0 0,1-1 1 0 0,0 1-1 0 0,0 0 0 0 0,0 0 1 0 0,0-1-1 0 0,0 1 1 0 0,0 0-1 0 0,1 0 1 0 0,-1-1-1 0 0,1 1 0 0 0,-1 0 1 0 0,1 0-1 0 0,-1-1 1 0 0,1 1-1 0 0,0-1 0 0 0,0 1 1 0 0,0-1-1 0 0,0 1 1 0 0,0-1-1 0 0,0 1 1 0 0,0-1-1 0 0,1 0 0 0 0,-1 0 1 0 0,0 1-1 0 0,1-1 1 0 0,-1 0-1 0 0,1 0 1 0 0,-1-1-1 0 0,1 1 0 0 0,0 0 1 0 0,-1 0-1 0 0,1-1 1 0 0,2 1-1 0 0,5 2 31 0 0,0-1-1 0 0,1 0 1 0 0,-1 0 0 0 0,1-1-1 0 0,-1-1 1 0 0,14 0-1 0 0,22-4 49 0 0,-1-2-1 0 0,45-12 1 0 0,14-2-117 0 0,-93 19-270 0 0,-2 1-86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18.4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35 126 2303 0 0,'-13'-21'-13'0'0,"3"12"80"0"0,10 9-22 0 0,0 0-1 0 0,-1 0 1 0 0,1 0 0 0 0,0-1 0 0 0,-1 1 0 0 0,1 0 0 0 0,0 0-1 0 0,-1 0 1 0 0,1 0 0 0 0,0 0 0 0 0,-1 0 0 0 0,1 0 0 0 0,0 0-1 0 0,-1 0 1 0 0,1 0 0 0 0,0 0 0 0 0,-1 0 0 0 0,1 1 0 0 0,0-1-1 0 0,-1 0 1 0 0,1 0 0 0 0,0 0 0 0 0,0 0 0 0 0,-1 0-1 0 0,1 1 1 0 0,0-1 0 0 0,-1 0 0 0 0,1 1 0 0 0,0-1-23 0 0,-1 0 1 0 0,1 0-1 0 0,0 1 1 0 0,0-1 0 0 0,-1 0-1 0 0,1 1 1 0 0,0-1-1 0 0,0 0 1 0 0,0 0-1 0 0,0 1 1 0 0,0-1-1 0 0,-1 0 1 0 0,1 1-1 0 0,0-1 1 0 0,0 0 0 0 0,0 1-1 0 0,0-1 1 0 0,0 0-1 0 0,0 1 1 0 0,0-1-1 0 0,0 1 1 0 0,0-1-1 0 0,0 0 1 0 0,0 1-1 0 0,0-1 1 0 0,1 0 0 0 0,-1 1-1 0 0,0-1 1 0 0,0 0-1 0 0,0 0 1 0 0,0 1-1 0 0,0-1 1 0 0,1 0-1 0 0,-1 1 1 0 0,0-1-1 0 0,0 0 1 0 0,1 0 0 0 0,-1 1-1 0 0,0-1 1 0 0,0 0-1 0 0,1 0 1 0 0,-1 0-1 0 0,0 1 1 0 0,1-1-1 0 0,-1 0 1 0 0,0 0-1 0 0,1 0 1 0 0,-1 0 0 0 0,0 0-1 0 0,1 0 1 0 0,-1 0-1 0 0,0 1 1 0 0,1-1-1 0 0,-1 0 1 0 0,1 0-1 0 0,6-1 65 0 0,0 0 0 0 0,0 0 0 0 0,0 0 0 0 0,-1-1 0 0 0,1 0 0 0 0,0 0 0 0 0,10-6 0 0 0,0-1 159 0 0,0 1 0 0 0,1 1 0 0 0,0 0 0 0 0,0 1 0 0 0,1 1 0 0 0,0 1 0 0 0,35-3 0 0 0,-39 5-256 0 0,-1-1 0 0 0,1 0-1 0 0,24-9 1 0 0,-24 6 0 0 0,0 2 1 0 0,0 0-1 0 0,18-2 0 0 0,-17 7-491 0 0,-11 3-2006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18.8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77 255 0 0,'0'-2'5'0'0,"-3"-4"302"0"0,0-1 0 0 0,1 0 0 0 0,0 1 0 0 0,-2-11 0 0 0,4 16-267 0 0,0 0 1 0 0,-1 0-1 0 0,1 0 1 0 0,0 0 0 0 0,0 0-1 0 0,0 0 1 0 0,0 0-1 0 0,0 0 1 0 0,0 0-1 0 0,1 0 1 0 0,-1 0-1 0 0,0 0 1 0 0,0 0 0 0 0,1 0-1 0 0,-1 0 1 0 0,1 0-1 0 0,-1 0 1 0 0,1 0-1 0 0,-1 0 1 0 0,1 0-1 0 0,-1 1 1 0 0,1-1-1 0 0,0 0 1 0 0,-1 0 0 0 0,1 1-1 0 0,0-1 1 0 0,0 0-1 0 0,0 1 1 0 0,0-1-1 0 0,-1 1 1 0 0,1-1-1 0 0,0 1 1 0 0,0-1-1 0 0,0 1 1 0 0,0 0 0 0 0,0 0-1 0 0,0-1 1 0 0,0 1-1 0 0,1 0 1 0 0,8-1 434 0 0,0 1 1 0 0,0 0 0 0 0,0 0-1 0 0,0 1 1 0 0,17 4 0 0 0,47 16 748 0 0,-25-6-1081 0 0,-43-13-79 0 0,-1 0 1 0 0,1 0-1 0 0,-1 0 0 0 0,1 1 1 0 0,-1 0-1 0 0,0 0 0 0 0,7 5 1 0 0,-11-7-41 0 0,0 0 0 0 0,0 0 0 0 0,0-1 1 0 0,0 1-1 0 0,-1 0 0 0 0,1 0 1 0 0,0 0-1 0 0,-1 0 0 0 0,1 0 1 0 0,0 0-1 0 0,-1 1 0 0 0,1-1 1 0 0,-1 0-1 0 0,0 0 0 0 0,1 0 0 0 0,-1 0 1 0 0,0 2-1 0 0,0-1-2 0 0,0-1 0 0 0,-1 0 0 0 0,1 1 0 0 0,0-1 0 0 0,-1 0 0 0 0,1 1 1 0 0,-1-1-1 0 0,0 0 0 0 0,1 0 0 0 0,-1 0 0 0 0,0 0 0 0 0,0 0 0 0 0,1 1 0 0 0,-1-1 0 0 0,0-1 0 0 0,0 1 0 0 0,0 0 0 0 0,-1 0 0 0 0,0 1 0 0 0,-15 9 81 0 0,0-1-1 0 0,0-1 1 0 0,-19 8-1 0 0,-20 10 88 0 0,27-13-122 0 0,19-9-72 0 0,0 0 1 0 0,-11 7 0 0 0,18-10-77 0 0,0 1 1 0 0,-1 0-1 0 0,1-1 1 0 0,1 1-1 0 0,-1 0 1 0 0,0 1-1 0 0,1-1 1 0 0,0 0-1 0 0,-4 7 1 0 0,1 1-3128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31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997 0 1439 0 0,'-231'35'134'0'0,"60"-12"-125"0"0,103-11-152 0 0,-371 59-66 0 0,420-68 267 0 0,-2 0-50 0 0,-26 0-1 0 0,69-10 7 0 0,-5 5 223 0 0,27-8 0 0 0,-28 5-117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32.1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170 0 1519 0 0,'-3'4'25'0'0,"1"-1"0"0"0,-1 1 0 0 0,0-1 0 0 0,0 0 0 0 0,0 0 0 0 0,-1 0 0 0 0,1-1 0 0 0,-1 1 0 0 0,1-1 0 0 0,-7 3 0 0 0,-15 12 407 0 0,18-10-502 0 0,0 0 1 0 0,1 0-1 0 0,-1 1 0 0 0,2-1 1 0 0,-1 2-1 0 0,-6 10 0 0 0,4-1-16 0 0,1 0 0 0 0,-7 23-1 0 0,8-23 231 0 0,0-1-87 0 0,-5 27-1 0 0,11-40-35 0 0,-1 1-1 0 0,0-1 0 0 0,1 1 1 0 0,0-1-1 0 0,0 0 0 0 0,1 1 1 0 0,-1-1-1 0 0,1 1 1 0 0,0-1-1 0 0,0 0 0 0 0,2 7 1 0 0,-1-9-14 0 0,-1 0 0 0 0,0 1-1 0 0,1-1 1 0 0,-1 0 0 0 0,1 0 0 0 0,-1 0 0 0 0,1-1 0 0 0,0 1 0 0 0,0 0 0 0 0,0 0 0 0 0,0-1-1 0 0,0 0 1 0 0,0 1 0 0 0,1-1 0 0 0,-1 0 0 0 0,0 0 0 0 0,1 0 0 0 0,-1 0 0 0 0,1 0-1 0 0,-1-1 1 0 0,1 1 0 0 0,-1-1 0 0 0,1 0 0 0 0,-1 0 0 0 0,1 0 0 0 0,0 0 0 0 0,2 0 0 0 0,9-2 90 0 0,-1 0 0 0 0,0 0 0 0 0,0-2 0 0 0,12-4 1 0 0,-11 4-28 0 0,25-8-150 0 0,1 2 0 0 0,0 2 0 0 0,1 2 0 0 0,66-2 0 0 0,-93 8-142 0 0,-1 1-1 0 0,1 1 1 0 0,-1 0 0 0 0,26 7-1 0 0,-13 1 156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45.1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35 1439 0 0,'-3'-6'128'0'0,"1"3"-128"0"0,2-1 0 0 0,2 2 0 0 0,0 1 0 0 0,-2-3 0 0 0,0-1 0 0 0,1-4 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59.1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1 241 1599 0 0,'3'-4'0'0'0,"1"0"0"0"0,0 0 0 0 0,0 0 0 0 0,0 1 0 0 0,1 0 0 0 0,-1 0 0 0 0,1 0 0 0 0,0 1 0 0 0,0-1 0 0 0,0 1 0 0 0,10-3 0 0 0,66-16 0 0 0,-75 20 0 0 0,117-27 0 0 0,-5 1 0 0 0,136-14 0 0 0,169-29 54 0 0,-398 65-51 0 0,-1 1 1 0 0,45 0-1 0 0,-62 5-3 0 0,-1 2 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2:59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1663 0 0,'1'1'9'0'0,"0"1"-1"0"0,0-1 0 0 0,1 0 0 0 0,-1 0 0 0 0,0 0 0 0 0,1 0 0 0 0,-1 0 0 0 0,0 0 0 0 0,1 0 0 0 0,-1-1 0 0 0,1 1 0 0 0,1 0 0 0 0,23 8 37 0 0,-21-8-43 0 0,34 10-2 0 0,0-2 0 0 0,0-2 0 0 0,68 4 0 0 0,-98-11-1 0 0,46 4-34 0 0,-49-3 31 0 0,-1 0 0 0 0,1 0 0 0 0,0 1 0 0 0,0-1 0 0 0,-1 1 0 0 0,10 5 0 0 0,-14-7 5 0 0,-1 1-1 0 0,1-1 0 0 0,-1 0 0 0 0,1 0 0 0 0,-1 1 0 0 0,1-1 0 0 0,-1 1 0 0 0,0-1 0 0 0,1 0 0 0 0,-1 1 0 0 0,0-1 0 0 0,1 1 0 0 0,-1-1 0 0 0,0 1 0 0 0,0-1 0 0 0,1 1 0 0 0,-1-1 0 0 0,0 1 0 0 0,0-1 1 0 0,0 1-1 0 0,1-1 0 0 0,-1 1 0 0 0,0-1 0 0 0,0 1 0 0 0,0-1 0 0 0,0 1 0 0 0,0-1 0 0 0,0 2 0 0 0,-1-1 0 0 0,0 1 0 0 0,1-1 0 0 0,-1 1 1 0 0,0-1-1 0 0,1 1 0 0 0,-1-1 0 0 0,0 0 0 0 0,0 0 0 0 0,0 1 0 0 0,-1 0 0 0 0,-4 3-3 0 0,0 0-1 0 0,0 0 0 0 0,-7 4 0 0 0,-26 15-58 0 0,20-13 50 0 0,1 0-1 0 0,0 2 1 0 0,1 0 0 0 0,-23 22-1 0 0,-6 9 13 0 0,29-28 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00.7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1 208 1439 0 0,'41'-18'68'0'0,"71"-21"0"0"0,-83 30-22 0 0,179-42 13 0 0,3 18 9 0 0,-112 18-57 0 0,117-25-11 0 0,-208 38 0 0 0,1 2 0 0 0,-1-1 0 0 0,13 1 0 0 0,-11 1 0 0 0,-17-1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01.0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123 1 1639 0 0,'100'5'155'0'0,"-13"-2"-166"0"0,-47-1 11 0 0,-19-1 0 0 0,36 4 0 0 0,-52-4 0 0 0,0 0 0 0 0,1 1 0 0 0,-1-1 0 0 0,0 1 0 0 0,0 0 0 0 0,0 0 0 0 0,0 1 0 0 0,-1 0 0 0 0,1-1 0 0 0,-1 1 0 0 0,8 7 0 0 0,-12-10 0 0 0,1 1 0 0 0,0 0 0 0 0,0 0 0 0 0,-1 0 0 0 0,1 0 0 0 0,0 0 0 0 0,-1 0 0 0 0,1 0 0 0 0,-1 0 0 0 0,0 0 0 0 0,1 0 0 0 0,-1 0 0 0 0,0 1 0 0 0,0-1 0 0 0,1 0 0 0 0,-1 0 0 0 0,0 0 0 0 0,0 0 0 0 0,0 0 0 0 0,-1 2 0 0 0,1 0 0 0 0,-1 0 0 0 0,0 0 0 0 0,0-1 0 0 0,0 1 0 0 0,0-1 0 0 0,-1 1 0 0 0,1-1 0 0 0,-3 4 0 0 0,-2 2 0 0 0,-2 1 0 0 0,1-1 0 0 0,-11 8 0 0 0,18-16 0 0 0,-37 30-18 0 0,-68 41-1 0 0,-20 15-96 0 0,90-55 115 0 0,20-17 0 0 0,-19 15 0 0 0,28-26 0 0 0,1 1 0 0 0,-1 0 0 0 0,0-1 0 0 0,0 0 0 0 0,0-1 0 0 0,-1 1 0 0 0,-9 1 0 0 0,-24 1 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07.6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1 106 1807 0 0,'8'-11'105'0'0,"0"0"-1"0"0,1 1 0 0 0,20-17 1 0 0,-23 22-9 0 0,1 1-1 0 0,0-1 1 0 0,0 1 0 0 0,0 1 0 0 0,0-1 0 0 0,1 1 0 0 0,-1 1 0 0 0,9-3-1 0 0,5 1-54 0 0,1 1-1 0 0,-1 0 0 0 0,1 2 1 0 0,0 0-1 0 0,0 2 0 0 0,22 3 1 0 0,8 3-258 0 0,68 20-1 0 0,55 32 80 0 0,-141-46 84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05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34 655 0 0,'-18'-12'436'0'0,"10"10"339"0"0,7 2-764 0 0,1 0 0 0 0,0 1 0 0 0,0-1 0 0 0,0 0 1 0 0,0 0-1 0 0,0 1 0 0 0,-1-1 0 0 0,1 0 1 0 0,0 0-1 0 0,0 1 0 0 0,0-1 0 0 0,0 0 0 0 0,0 1 1 0 0,0-1-1 0 0,0 0 0 0 0,0 0 0 0 0,0 1 0 0 0,0-1 1 0 0,0 0-1 0 0,0 0 0 0 0,0 1 0 0 0,0-1 0 0 0,0 0 1 0 0,0 1-1 0 0,1-1 0 0 0,-1 0 0 0 0,0 0 0 0 0,0 1 1 0 0,0-1-1 0 0,0 0 0 0 0,0 0 0 0 0,1 1 0 0 0,1 2-10 0 0,0 1 0 0 0,0-1 0 0 0,1 1 0 0 0,-1-1 0 0 0,1 0-1 0 0,0 0 1 0 0,0 0 0 0 0,0 0 0 0 0,0-1 0 0 0,1 1 0 0 0,-1-1-1 0 0,1 0 1 0 0,-1 0 0 0 0,1 0 0 0 0,0 0 0 0 0,0-1 0 0 0,5 2-1 0 0,6 1 0 0 0,1 0-1 0 0,-1-1 0 0 0,20 1 0 0 0,4-2-51 0 0,69-5 0 0 0,40-13-84 0 0,-113 12 128 0 0,151-25 16 0 0,-79 11-31 0 0,150-6 1 0 0,-84 27-653 0 0,-71 0 491 0 0,-48-4 184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06.0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 1783 0 0,'-12'0'168'0'0,"48"4"-1149"0"0,-4 1 1104 0 0,126 11-50 0 0,517 33 432 0 0,-632-48-502 0 0,555 2 298 0 0,-2-37-29 0 0,-551 29-272 0 0,154-14 0 0 0,-133 15 0 0 0,67 6 0 0 0,-8 7 0 0 0,-61-4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07.3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65 3223 0 0,'0'-2'-33'0'0,"-1"0"0"0"0,1 0-1 0 0,-1 0 1 0 0,1 0-1 0 0,0 0 1 0 0,0 0 0 0 0,0 0-1 0 0,0 0 1 0 0,0 0-1 0 0,0 0 1 0 0,0 0-1 0 0,1 0 1 0 0,-1 0 0 0 0,1 1-1 0 0,-1-1 1 0 0,1 0-1 0 0,0 0 1 0 0,0 0-1 0 0,0 0 1 0 0,1-1 0 0 0,0 1 47 0 0,0 0 0 0 0,0 0 0 0 0,0 1 1 0 0,0-1-1 0 0,1 1 0 0 0,-1-1 1 0 0,0 1-1 0 0,1 0 0 0 0,-1 0 1 0 0,1 0-1 0 0,-1 0 0 0 0,1 0 0 0 0,3 0 1 0 0,7-1 31 0 0,1 1 0 0 0,0 1 0 0 0,0 0 0 0 0,21 2-1 0 0,332 15-186 0 0,-161-11 66 0 0,-154-2 82 0 0,1 2 0 0 0,76 20-1 0 0,-88-16 62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10.0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0 196 2175 0 0,'4'-5'-9'0'0,"1"1"-1"0"0,-1 0 0 0 0,1-1 0 0 0,0 1 0 0 0,0 1 0 0 0,0-1 0 0 0,0 1 1 0 0,1 0-1 0 0,0 0 0 0 0,7-2 0 0 0,-7 2 13 0 0,26-11 34 0 0,1 2-1 0 0,0 2 1 0 0,0 0 0 0 0,36-4-1 0 0,143-11 212 0 0,-154 20-230 0 0,323-22-99 0 0,-77 6-123 0 0,-188 12-341 0 0,125 6-1 0 0,-58 15 546 0 0,-91-5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10.5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83 3223 0 0,'0'-3'-11'0'0,"1"1"-1"0"0,0 0 1 0 0,-1 0-1 0 0,1 0 1 0 0,0 0-1 0 0,0 0 1 0 0,0 0-1 0 0,1 0 1 0 0,-1 0-1 0 0,0 0 1 0 0,1 1-1 0 0,-1-1 1 0 0,1 0-1 0 0,0 1 1 0 0,2-3-1 0 0,2 0-13 0 0,1 0 0 0 0,0 0-1 0 0,10-4 1 0 0,-2 2 101 0 0,1 0-1 0 0,-1 2 1 0 0,1 0-1 0 0,1 0 1 0 0,-1 2-1 0 0,27-2 1 0 0,103 8-97 0 0,-130-3-6 0 0,179 24-130 0 0,-115-13 230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13.1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1 220 455 0 0,'6'-3'2'0'0,"1"1"0"0"0,0 0-1 0 0,0 0 1 0 0,12-1 0 0 0,7-1 43 0 0,147-34 42 0 0,64-14 28 0 0,39-9 464 0 0,-133 32-251 0 0,-137 27-295 0 0,25-5 475 0 0,0 1 0 0 0,56-2 0 0 0,-84 8-444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13.5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 0 1727 0 0,'66'0'85'0'0,"124"2"526"0"0,-134 1-403 0 0,74 13 0 0 0,-130-16-208 0 0,9 2 0 0 0,0 0 0 0 0,0 0 0 0 0,0 1 0 0 0,0 0 0 0 0,10 4 0 0 0,-18-6 0 0 0,0 0 0 0 0,0-1 0 0 0,1 1 0 0 0,-1 0 0 0 0,0 0 0 0 0,0 0 0 0 0,0 0 0 0 0,0 0 0 0 0,0 0 0 0 0,0 0 0 0 0,0 0 0 0 0,0 0 0 0 0,-1 0 0 0 0,1 0 0 0 0,0 1 0 0 0,-1-1 0 0 0,1 0 0 0 0,-1 1 0 0 0,1-1 0 0 0,-1 0 0 0 0,0 1 0 0 0,1-1 0 0 0,-1 0 0 0 0,0 1 0 0 0,0-1 0 0 0,0 1 0 0 0,0-1 0 0 0,0 0 0 0 0,0 1 0 0 0,0-1 0 0 0,-1 1 0 0 0,1-1 0 0 0,-1 0 0 0 0,1 1 0 0 0,-1-1 0 0 0,1 0 0 0 0,-1 0 0 0 0,0 1 0 0 0,1-1 0 0 0,-1 0 0 0 0,0 0 0 0 0,-1 1 0 0 0,-9 13 0 0 0,-1-1 0 0 0,0 0 0 0 0,-1-1 0 0 0,-1-1 0 0 0,-22 17 0 0 0,5-4 0 0 0,-56 48 0 0 0,-107 118 0 0 0,88-67 0 0 0,72-80 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19.7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1 382 1503 0 0,'3'-2'14'0'0,"1"0"0"0"0,0 0 0 0 0,0 0-1 0 0,0 1 1 0 0,0-1 0 0 0,0 1-1 0 0,0 0 1 0 0,7-1 0 0 0,5-1 1 0 0,20-5 32 0 0,44-6-1 0 0,8 0 32 0 0,-33 1-74 0 0,-1-3 1 0 0,79-34-1 0 0,95-67-7 0 0,-179 89-30 0 0,1 2 0 0 0,64-23-1 0 0,-96 43 25 0 0,0 0 0 0 0,0 1 0 0 0,0 1 0 0 0,1 1 0 0 0,0 0 0 0 0,-1 2 0 0 0,1 0 0 0 0,0 1 0 0 0,0 1 0 0 0,28 5-1 0 0,-17 3 10 0 0,-24-7 0 0 0,0 0 0 0 0,0 0 0 0 0,0 0 0 0 0,0-1 0 0 0,12 1 0 0 0,-3-3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20.0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3 1567 0 0,'13'-1'0'0'0,"-10"0"0"0"0,1 1 0 0 0,-1 0 0 0 0,1 0 0 0 0,-1 0 0 0 0,0 0 0 0 0,1 0 0 0 0,-1 1 0 0 0,1 0 0 0 0,3 1 0 0 0,-2 0 0 0 0,1-1 0 0 0,0 1 0 0 0,-1-1 0 0 0,1 0 0 0 0,9 1 0 0 0,9 1 0 0 0,-1 1 0 0 0,2 0 0 0 0,0 1 0 0 0,45 16 0 0 0,-64-19 0 0 0,0 0 0 0 0,-1 1 0 0 0,0-1 0 0 0,1 1 0 0 0,-1 1 0 0 0,0-1 0 0 0,0 1 0 0 0,-1-1 0 0 0,1 1 0 0 0,-1 1 0 0 0,0-1 0 0 0,0 1 0 0 0,0-1 0 0 0,0 1 0 0 0,-1 0 0 0 0,0 1 0 0 0,4 9 0 0 0,-5-10-1 0 0,-1 0-1 0 0,0 1 1 0 0,0-1-1 0 0,-1 0 1 0 0,0 1-1 0 0,0-1 0 0 0,0 1 1 0 0,0-1-1 0 0,-1 1 1 0 0,0-1-1 0 0,0 0 1 0 0,0 1-1 0 0,-1-1 0 0 0,0 0 1 0 0,0 0-1 0 0,-3 5 1 0 0,-6 10-11 0 0,0 0 0 0 0,-23 27 1 0 0,21-28 8 0 0,-39 52 54 0 0,-64 92 122 0 0,97-133-173 0 0,-2-2 0 0 0,-46 50 0 0 0,20-34 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22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3248 494 1663 0 0,'-4'-5'17'0'0,"-1"1"0"0"0,1 0 0 0 0,-1 0 0 0 0,0 0 0 0 0,-1 0 0 0 0,1 1 0 0 0,0 0 0 0 0,-11-5-1 0 0,10 6-16 0 0,1 1 0 0 0,-1-1 0 0 0,1 1 0 0 0,-1 0 0 0 0,-10-1 0 0 0,11 2 0 0 0,-1-1 0 0 0,0 1 0 0 0,1-1 0 0 0,-1-1 0 0 0,1 1 0 0 0,-10-5 0 0 0,4-1 33 0 0,-1 0-1 0 0,2-2 0 0 0,-1 1 0 0 0,1-1 0 0 0,-11-13 0 0 0,-10-7-67 0 0,5 7 27 0 0,0 2 1 0 0,-2 1-1 0 0,0 2 1 0 0,-2 0-1 0 0,-35-14 0 0 0,-90-30 368 0 0,124 51-220 0 0,-1 2-1 0 0,1 1 0 0 0,-38-2 1 0 0,-14 0 89 0 0,-120-29 0 0 0,126 22 89 0 0,-89-7 0 0 0,-80 5 91 0 0,93 8-206 0 0,26 1 105 0 0,-191 10 0 0 0,257 7-119 0 0,-113 30 0 0 0,60-10-191 0 0,-1-7 7 0 0,-78 20-7 0 0,168-34 32 0 0,0 1 0 0 0,0 2-1 0 0,1 0 1 0 0,0 2 0 0 0,-31 20 0 0 0,8 0 4 0 0,-47 43 1 0 0,80-62-34 0 0,0 1 0 0 0,0 0-1 0 0,1 1 1 0 0,1 0 0 0 0,1 1 0 0 0,-19 34-1 0 0,27-42-11 0 0,0 1 1 0 0,0-1-1 0 0,1 1 0 0 0,0 0 0 0 0,1 0 0 0 0,0 0 0 0 0,0 0 0 0 0,1-1 0 0 0,0 1 0 0 0,0 0 0 0 0,1 0 0 0 0,0 0 0 0 0,1 0 0 0 0,0 0 0 0 0,1-1 0 0 0,-1 1 0 0 0,6 10 0 0 0,-1-4 9 0 0,1 0 0 0 0,0-1 0 0 0,1 0 0 0 0,0-1 0 0 0,1 1 0 0 0,0-2 0 0 0,1 0 0 0 0,20 17-1 0 0,6 2-7 0 0,1-2-1 0 0,2-2 0 0 0,1-2 1 0 0,1-1-1 0 0,64 26 0 0 0,-66-36 11 0 0,2-2 0 0 0,0-1 0 0 0,57 6-1 0 0,130 1 6 0 0,-74-8 51 0 0,-31 6 166 0 0,56 3 184 0 0,-140-18-352 0 0,325 17 860 0 0,-257-7-840 0 0,0-6 0 0 0,137-10 0 0 0,-175-1 17 0 0,162-16 203 0 0,-164 12-261 0 0,91-25-1 0 0,-105 18-28 0 0,0-3 0 0 0,82-43 0 0 0,-119 54 24 0 0,-1 0-1 0 0,0-1 0 0 0,-1 0 0 0 0,22-21 0 0 0,-32 26-20 0 0,1-1-1 0 0,-1 1 1 0 0,0-1-1 0 0,-1-1 1 0 0,0 1 0 0 0,0 0-1 0 0,0-1 1 0 0,-1 0-1 0 0,0 0 1 0 0,0 0 0 0 0,0-1-1 0 0,-1 1 1 0 0,2-14-1 0 0,-2-6 28 0 0,-1-1-1 0 0,-1 1 0 0 0,-1 0 0 0 0,-1-1 0 0 0,-2 1 0 0 0,-1 0 1 0 0,-1 1-1 0 0,-16-45 0 0 0,17 59 75 0 0,-1 0 0 0 0,0 1 0 0 0,-1 0 1 0 0,0 0-1 0 0,-1 1 0 0 0,0 0 0 0 0,-1 0 0 0 0,0 1 0 0 0,0 0 0 0 0,-1 0 1 0 0,0 1-1 0 0,-18-11 0 0 0,2 4-96 0 0,-1 1 0 0 0,0 1 0 0 0,-1 1-1 0 0,-37-10 1 0 0,45 16-60 0 0,1 1 36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3:33.6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490 1 1887 0 0,'-99'23'0'0'0,"38"-11"0"0"0,29-8 0 0 0,19-4-64 0 0,1 0 64 0 0,-31 1 0 0 0,-45 5 0 0 0,-53-1 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6:04.4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277 93 919 0 0,'8'-21'3816'0'0,"-6"16"-3658"0"0,-1 3 26 0 0,1-1 1 0 0,-1 0 0 0 0,0 0-1 0 0,-1 0 1 0 0,1 0 0 0 0,0 0-1 0 0,-1-4 1 0 0,-13-3 746 0 0,7 6-847 0 0,0 0 1 0 0,0 1-1 0 0,-1 0 1 0 0,1 0-1 0 0,-1 0 1 0 0,0 1-1 0 0,0 0 1 0 0,0 0-1 0 0,0 1 1 0 0,0 0-1 0 0,0 0 1 0 0,-8 1-1 0 0,3 2 43 0 0,1 0-1 0 0,-1 1 1 0 0,1 1 0 0 0,-1-1-1 0 0,1 2 1 0 0,0 0-1 0 0,0 0 1 0 0,1 1-1 0 0,0 0 1 0 0,-11 9-1 0 0,16-10-35 0 0,0-1-1 0 0,1 1 1 0 0,0 0-1 0 0,0 0 1 0 0,0 1-1 0 0,1-1 1 0 0,-1 1-1 0 0,1 0 1 0 0,1 0-1 0 0,-1 0 1 0 0,1 0-1 0 0,-3 12 1 0 0,3-10-47 0 0,1 0-1 0 0,0 0 1 0 0,0 0 0 0 0,1 0-1 0 0,0 0 1 0 0,0 0 0 0 0,1 0 0 0 0,0 0-1 0 0,0 0 1 0 0,3 9 0 0 0,-3-14-46 0 0,1-1 0 0 0,-1 1 1 0 0,0-1-1 0 0,1 1 0 0 0,-1-1 1 0 0,1 0-1 0 0,0 1 0 0 0,0-1 1 0 0,0 0-1 0 0,0 0 0 0 0,0-1 1 0 0,0 1-1 0 0,1 0 0 0 0,-1-1 1 0 0,1 1-1 0 0,-1-1 0 0 0,1 0 1 0 0,-1 1-1 0 0,1-1 0 0 0,0-1 1 0 0,0 1-1 0 0,-1 0 0 0 0,1-1 1 0 0,0 1-1 0 0,0-1 0 0 0,4 0 1 0 0,8 0-6 0 0,-1 0 0 0 0,1-1 0 0 0,26-6 0 0 0,-33 6 6 0 0,0-1 18 0 0,0 1 0 0 0,0-2 0 0 0,0 1 0 0 0,0-1 0 0 0,0 0 0 0 0,-1-1-1 0 0,0 1 1 0 0,1-2 0 0 0,-1 1 0 0 0,7-6 0 0 0,-11 6-4 0 0,1 1 0 0 0,-1-1 0 0 0,1 1 0 0 0,-1-1 0 0 0,0 0 0 0 0,-1 0 0 0 0,1 0 0 0 0,-1 0 0 0 0,0-1 0 0 0,0 1 0 0 0,0-1 0 0 0,0 1 0 0 0,-1-1 0 0 0,0 0 1 0 0,0 0-1 0 0,0 0 0 0 0,0 1 0 0 0,-1-8 0 0 0,0 6 62 0 0,-1 0 0 0 0,0 0-1 0 0,0 0 1 0 0,0-1 0 0 0,-1 2 0 0 0,0-1 0 0 0,0 0 0 0 0,0 0 0 0 0,-1 0 0 0 0,0 1 0 0 0,0 0 0 0 0,-7-10 0 0 0,7 11 22 0 0,0 0 0 0 0,-1 0 1 0 0,0 0-1 0 0,0 1 0 0 0,0-1 0 0 0,0 1 1 0 0,0 0-1 0 0,-1 0 0 0 0,0 0 1 0 0,1 1-1 0 0,-1 0 0 0 0,0-1 0 0 0,0 2 1 0 0,-10-4-1 0 0,12 5-31 0 0,0 0-1 0 0,1 0 1 0 0,-1 0 0 0 0,0 0-1 0 0,1 0 1 0 0,-1 1-1 0 0,1-1 1 0 0,-1 1 0 0 0,1 0-1 0 0,-1-1 1 0 0,1 1 0 0 0,-1 0-1 0 0,1 0 1 0 0,-1 1 0 0 0,1-1-1 0 0,0 0 1 0 0,0 1 0 0 0,0 0-1 0 0,0-1 1 0 0,0 1-1 0 0,0 0 1 0 0,0 0 0 0 0,1 0-1 0 0,-3 3 1 0 0,2-1-112 0 0,0-1 1 0 0,0 1-1 0 0,0 0 0 0 0,0 0 0 0 0,0-1 1 0 0,-1 8-1 0 0,3-8-463 0 0,-1 1 1 0 0,0-1-1 0 0,1 1 0 0 0,0-1 1 0 0,0 1-1 0 0,0 0 1 0 0,1 5-1 0 0,3 6-4426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6:08.8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341 87 6553 0 0,'2'-22'0'0'0,"-2"17"0"0"0,1 1 0 0 0,-1-1 0 0 0,1 1 0 0 0,-1-1 0 0 0,0 1 0 0 0,-1-1 0 0 0,0-5 0 0 0,0 9 0 0 0,1-1 0 0 0,-1 1 0 0 0,0 0 0 0 0,0-1 0 0 0,1 1 0 0 0,-1 0 0 0 0,0 0 0 0 0,0 0 0 0 0,0 0 0 0 0,0 0 0 0 0,0 0 0 0 0,0 0 0 0 0,-1 0 0 0 0,1 0 0 0 0,0 0 0 0 0,0 0 0 0 0,-1 1 0 0 0,1-1 0 0 0,0 0 0 0 0,-1 1 0 0 0,1-1 0 0 0,-1 1 0 0 0,1 0 0 0 0,-1 0 0 0 0,1-1 0 0 0,-1 1 0 0 0,-2 0 0 0 0,-4 0 137 0 0,0 0 0 0 0,1 1 0 0 0,-1 0 0 0 0,0 0-1 0 0,0 0 1 0 0,1 1 0 0 0,-12 4 0 0 0,-51 25 1002 0 0,56-24-944 0 0,-1 0 103 0 0,1 2 0 0 0,0 0 0 0 0,0 0 0 0 0,-12 12 1 0 0,17-14-83 0 0,1 1 0 0 0,0 0 0 0 0,0 1 0 0 0,1 0 0 0 0,0 0 0 0 0,-10 18 0 0 0,17-26-192 0 0,-1 1 0 0 0,1-1 1 0 0,-1 0-1 0 0,1 0 0 0 0,-1 1 0 0 0,1-1 1 0 0,0 0-1 0 0,0 1 0 0 0,-1-1 1 0 0,1 0-1 0 0,0 1 0 0 0,0-1 0 0 0,0 1 1 0 0,1-1-1 0 0,-1 0 0 0 0,0 1 1 0 0,0-1-1 0 0,1 0 0 0 0,-1 0 0 0 0,2 3 1 0 0,-1-2 16 0 0,1 0 1 0 0,-1 1-1 0 0,1-1 0 0 0,0 0 1 0 0,0-1-1 0 0,0 1 1 0 0,0 0-1 0 0,0 0 0 0 0,0-1 1 0 0,3 2-1 0 0,4 2 150 0 0,0-1-1 0 0,1 0 1 0 0,-1 0 0 0 0,18 3-1 0 0,-21-6-120 0 0,-1 0 0 0 0,1-1 0 0 0,0 1 0 0 0,0-1 0 0 0,0 0 0 0 0,0-1 0 0 0,-1 1 0 0 0,1-1-1 0 0,0-1 1 0 0,0 1 0 0 0,-1-1 0 0 0,1 0 0 0 0,-1 0 0 0 0,1 0 0 0 0,-1-1 0 0 0,0 0 0 0 0,0 0 0 0 0,0 0 0 0 0,-1-1-1 0 0,8-6 1 0 0,-8 7-105 0 0,-1-1 0 0 0,1 0 0 0 0,-1 0-1 0 0,0 0 1 0 0,0-1 0 0 0,0 1-1 0 0,-1-1 1 0 0,1 1 0 0 0,-1-1-1 0 0,0 0 1 0 0,0 0 0 0 0,-1 0 0 0 0,0 0-1 0 0,0 0 1 0 0,0-1 0 0 0,0 1-1 0 0,-1 0 1 0 0,0 0 0 0 0,0 0-1 0 0,0-1 1 0 0,-1 1 0 0 0,1 0 0 0 0,-3-5-1 0 0,1 4-2 0 0,0 1 0 0 0,0 0 0 0 0,0 0-1 0 0,-1 0 1 0 0,0 0 0 0 0,0 0 0 0 0,0 1-1 0 0,-1-1 1 0 0,0 1 0 0 0,0 0 0 0 0,0 0 0 0 0,0 0-1 0 0,0 1 1 0 0,-1-1 0 0 0,1 1 0 0 0,-1 0-1 0 0,-7-3 1 0 0,9 5 60 0 0,-1-1 0 0 0,0 1 0 0 0,1-1-1 0 0,-1 1 1 0 0,0 0 0 0 0,0 0 0 0 0,0 1 0 0 0,0-1-1 0 0,1 1 1 0 0,-1 0 0 0 0,0 0 0 0 0,0 0 0 0 0,0 1-1 0 0,0-1 1 0 0,0 1 0 0 0,0 0 0 0 0,1 0 0 0 0,-1 1-1 0 0,0-1 1 0 0,1 1 0 0 0,-1-1 0 0 0,1 1 0 0 0,-1 0-1 0 0,1 0 1 0 0,-5 5 0 0 0,4-4 27 0 0,1 1-1 0 0,0-1 1 0 0,0 1 0 0 0,0 0 0 0 0,0 0-1 0 0,1 0 1 0 0,-1 1 0 0 0,1-1-1 0 0,0 1 1 0 0,0-1 0 0 0,1 1 0 0 0,-1-1-1 0 0,0 8 1 0 0,1-10-29 0 0,1 0 0 0 0,0 0 0 0 0,0 1 0 0 0,0-1 1 0 0,0 0-1 0 0,0 0 0 0 0,1 0 0 0 0,-1 0 0 0 0,0 0 0 0 0,1 1 0 0 0,0-1 0 0 0,-1 0 1 0 0,1 0-1 0 0,0 0 0 0 0,0 0 0 0 0,0-1 0 0 0,1 1 0 0 0,-1 0 0 0 0,0 0 1 0 0,1-1-1 0 0,-1 1 0 0 0,1 0 0 0 0,-1-1 0 0 0,1 0 0 0 0,0 1 0 0 0,-1-1 0 0 0,1 0 1 0 0,0 0-1 0 0,0 0 0 0 0,0 0 0 0 0,4 1 0 0 0,0 0 39 0 0,-1-1-1 0 0,1 0 1 0 0,0 0-1 0 0,-1 0 1 0 0,1-1 0 0 0,0 0-1 0 0,0 0 1 0 0,-1 0-1 0 0,8-2 1 0 0,-10 2-36 0 0,0-1 1 0 0,-1 1-1 0 0,1-1 0 0 0,0 0 0 0 0,-1 0 1 0 0,1 0-1 0 0,-1 0 0 0 0,1 0 1 0 0,-1 0-1 0 0,0-1 0 0 0,1 1 1 0 0,-1-1-1 0 0,0 0 0 0 0,0 1 0 0 0,0-1 1 0 0,0 0-1 0 0,0 0 0 0 0,-1 0 1 0 0,1-1-1 0 0,-1 1 0 0 0,3-4 0 0 0,-4 5-36 0 0,0-1 0 0 0,1 0 0 0 0,-1 1 0 0 0,0-1 0 0 0,0 0 0 0 0,0 1 0 0 0,0-1 0 0 0,-1 1 0 0 0,1-1 0 0 0,0 0 0 0 0,-1 1 0 0 0,1-1 0 0 0,-1 1 0 0 0,1-1-1 0 0,-1 1 1 0 0,0-1 0 0 0,0 1 0 0 0,0-1 0 0 0,0 1 0 0 0,0 0 0 0 0,0-1 0 0 0,0 1 0 0 0,0 0 0 0 0,0 0 0 0 0,0 0 0 0 0,-1 0 0 0 0,-1-1 0 0 0,0-1-16 0 0,0 1 1 0 0,0 0 0 0 0,-1 0 0 0 0,1 1 0 0 0,0-1 0 0 0,-1 1 0 0 0,1-1 0 0 0,-1 1-1 0 0,1 0 1 0 0,-1 0 0 0 0,-5 0 0 0 0,6 1 54 0 0,-1 1-1 0 0,1-1 1 0 0,-1 1 0 0 0,1 0-1 0 0,0 0 1 0 0,-1 0-1 0 0,1 0 1 0 0,0 0 0 0 0,0 1-1 0 0,0 0 1 0 0,0-1 0 0 0,0 1-1 0 0,0 0 1 0 0,1 0-1 0 0,-1 1 1 0 0,1-1 0 0 0,-1 1-1 0 0,1-1 1 0 0,0 1 0 0 0,0 0-1 0 0,0-1 1 0 0,0 1-1 0 0,-1 4 1 0 0,-5 7 69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6:09.8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306 107 6553 0 0,'0'1'8'0'0,"-1"-1"0"0"0,1 0-1 0 0,0 0 1 0 0,0 0-1 0 0,0 0 1 0 0,0 0 0 0 0,-1 0-1 0 0,1 0 1 0 0,0 0-1 0 0,0 0 1 0 0,0 0-1 0 0,-1 0 1 0 0,1-1 0 0 0,0 1-1 0 0,0 0 1 0 0,0 0-1 0 0,0 0 1 0 0,-1 0 0 0 0,1 0-1 0 0,0 0 1 0 0,0 0-1 0 0,0 0 1 0 0,0-1 0 0 0,-1 1-1 0 0,1 0 1 0 0,0 0-1 0 0,0 0 1 0 0,0 0-1 0 0,0 0 1 0 0,0-1 0 0 0,0 1-1 0 0,0 0 1 0 0,-1 0-1 0 0,4-18 214 0 0,-1 14-229 0 0,-1 0 1 0 0,0-1-1 0 0,0 1 1 0 0,0-1-1 0 0,-1 0 1 0 0,0-8 0 0 0,0 12 19 0 0,0 0 1 0 0,0-1 0 0 0,0 1 0 0 0,-1 0 0 0 0,1-1 0 0 0,-1 1 0 0 0,1 0-1 0 0,-1-1 1 0 0,0 1 0 0 0,1 0 0 0 0,-1 0 0 0 0,0 0 0 0 0,0 0 0 0 0,0-1-1 0 0,0 1 1 0 0,0 0 0 0 0,0 1 0 0 0,0-1 0 0 0,0 0 0 0 0,0 0 0 0 0,0 0-1 0 0,0 1 1 0 0,-1-1 0 0 0,1 0 0 0 0,0 1 0 0 0,0-1 0 0 0,-1 1 0 0 0,1 0-1 0 0,-1-1 1 0 0,1 1 0 0 0,-2 0 0 0 0,-1 0 53 0 0,0 0 1 0 0,0 0-1 0 0,0 0 1 0 0,0 1-1 0 0,0-1 0 0 0,0 1 1 0 0,0 0-1 0 0,1 0 1 0 0,-1 0-1 0 0,0 1 0 0 0,-4 2 1 0 0,-3 2 196 0 0,0 0 1 0 0,-13 10-1 0 0,13-8-59 0 0,1 1-1 0 0,-1 0 0 0 0,2 1 1 0 0,-1 0-1 0 0,1 1 1 0 0,1 0-1 0 0,0 0 0 0 0,-7 15 1 0 0,10-18-49 0 0,1 1 1 0 0,0 0-1 0 0,1 0 1 0 0,0 0-1 0 0,0 0 1 0 0,1 0 0 0 0,0 0-1 0 0,1 1 1 0 0,0-1-1 0 0,0 1 1 0 0,1-1-1 0 0,2 16 1 0 0,-2-22-120 0 0,1-1 0 0 0,-1 1 1 0 0,1-1-1 0 0,0 0 0 0 0,0 1 1 0 0,0-1-1 0 0,0 0 0 0 0,0 1 0 0 0,0-1 1 0 0,1 0-1 0 0,-1 0 0 0 0,1 0 1 0 0,-1 0-1 0 0,1 0 0 0 0,0-1 0 0 0,0 1 1 0 0,0 0-1 0 0,0-1 0 0 0,0 0 1 0 0,0 1-1 0 0,0-1 0 0 0,0 0 1 0 0,1 0-1 0 0,-1 0 0 0 0,0 0 0 0 0,1 0 1 0 0,-1-1-1 0 0,1 1 0 0 0,-1-1 1 0 0,1 0-1 0 0,-1 1 0 0 0,5-1 1 0 0,0 0 68 0 0,0-1 0 0 0,0 1 0 0 0,1-1 0 0 0,-1-1 0 0 0,0 1 0 0 0,0-1 0 0 0,-1 0 0 0 0,1-1 0 0 0,0 0 0 0 0,8-5 0 0 0,-6 3-188 0 0,-1-1 0 0 0,0 0-1 0 0,0-1 1 0 0,-1 0 0 0 0,0 0-1 0 0,0-1 1 0 0,-1 0 0 0 0,1 0-1 0 0,-2 0 1 0 0,1-1 0 0 0,6-16-1 0 0,-6 11-54 0 0,0-1 1 0 0,-1 0-1 0 0,-1-1 0 0 0,0 1 0 0 0,-1-1 0 0 0,1-28 0 0 0,-4 40 99 0 0,0-1 0 0 0,0 0 1 0 0,0 1-1 0 0,-1-1 0 0 0,1 1 0 0 0,-1-1 1 0 0,0 0-1 0 0,-1 1 0 0 0,-2-6 1 0 0,4 8 41 0 0,-1 1 1 0 0,0 0 0 0 0,1 0-1 0 0,-1 0 1 0 0,0 0 0 0 0,0 0 0 0 0,0 0-1 0 0,0 0 1 0 0,0 0 0 0 0,0 0 0 0 0,0 0-1 0 0,0 1 1 0 0,0-1 0 0 0,0 0-1 0 0,0 1 1 0 0,0-1 0 0 0,-1 1 0 0 0,1-1-1 0 0,0 1 1 0 0,-1 0 0 0 0,1-1-1 0 0,0 1 1 0 0,0 0 0 0 0,-1 0 0 0 0,1 0-1 0 0,0 0 1 0 0,-1 0 0 0 0,1 0 0 0 0,0 0-1 0 0,-1 1 1 0 0,1-1 0 0 0,0 0-1 0 0,-1 1 1 0 0,1-1 0 0 0,-2 2 0 0 0,-3 0 74 0 0,0 2 0 0 0,0-1 0 0 0,0 0 0 0 0,1 1 0 0 0,-1 0 0 0 0,1 1 0 0 0,0-1 0 0 0,-6 8 0 0 0,-33 44 565 0 0,43-55-628 0 0,-16 23 407 0 0,1 0 0 0 0,-19 41 0 0 0,31-57-337 0 0,1 0 0 0 0,0 1 0 0 0,0-1 0 0 0,0 1 0 0 0,1 0 0 0 0,1 0 0 0 0,-1 0 0 0 0,1-1 0 0 0,1 1 0 0 0,0 0 0 0 0,0 0 0 0 0,2 14 0 0 0,-1-21-64 0 0,-1 0 1 0 0,0 0-1 0 0,1 0 0 0 0,0 0 0 0 0,-1 0 1 0 0,1-1-1 0 0,0 1 0 0 0,0 0 1 0 0,0 0-1 0 0,0-1 0 0 0,0 1 0 0 0,0-1 1 0 0,0 1-1 0 0,1-1 0 0 0,-1 1 1 0 0,0-1-1 0 0,1 0 0 0 0,0 1 1 0 0,-1-1-1 0 0,1 0 0 0 0,0 0 0 0 0,-1 0 1 0 0,1-1-1 0 0,0 1 0 0 0,0 0 1 0 0,0-1-1 0 0,0 1 0 0 0,-1-1 1 0 0,1 1-1 0 0,0-1 0 0 0,0 0 0 0 0,0 0 1 0 0,0 0-1 0 0,0 0 0 0 0,0 0 1 0 0,0 0-1 0 0,4-1 0 0 0,-1-1 31 0 0,0 1 0 0 0,0-1 0 0 0,0 0 0 0 0,0 0 0 0 0,0 0 0 0 0,0-1 0 0 0,-1 0-1 0 0,1 0 1 0 0,-1 0 0 0 0,0 0 0 0 0,0-1 0 0 0,7-7 0 0 0,-4 1-197 0 0,0 0 1 0 0,0-1-1 0 0,-1 0 1 0 0,-1 0-1 0 0,0-1 1 0 0,0 1-1 0 0,-1-1 1 0 0,-1 0-1 0 0,4-21 1 0 0,-4 15-95 0 0,-1-1-1 0 0,-1 0 1 0 0,-1 1 0 0 0,-1-1-1 0 0,-5-34 1 0 0,5 47 180 0 0,0 0 0 0 0,-1-1 0 0 0,0 1 0 0 0,0 0 0 0 0,-1 0-1 0 0,-6-11 1 0 0,8 15 46 0 0,0 1 1 0 0,0-1-1 0 0,0 1 0 0 0,0-1 0 0 0,-1 1 0 0 0,1 0 0 0 0,0-1 1 0 0,-1 1-1 0 0,1 0 0 0 0,-1 0 0 0 0,1 0 0 0 0,-1 0 0 0 0,0 0 1 0 0,1 0-1 0 0,-1 0 0 0 0,0 1 0 0 0,0-1 0 0 0,1 1 0 0 0,-1-1 1 0 0,0 1-1 0 0,0 0 0 0 0,0 0 0 0 0,0-1 0 0 0,0 1 0 0 0,1 1 1 0 0,-1-1-1 0 0,0 0 0 0 0,-3 1 0 0 0,-3 2 108 0 0,0 0-1 0 0,1 0 0 0 0,-1 1 1 0 0,1 0-1 0 0,0 0 0 0 0,0 1 1 0 0,0 0-1 0 0,-9 10 0 0 0,-46 50 632 0 0,60-62-702 0 0,-4 4 35 0 0,-6 6 139 0 0,-17 27-1 0 0,27-37-157 0 0,0 1-1 0 0,0-1 0 0 0,0 1 1 0 0,0 0-1 0 0,1-1 1 0 0,0 1-1 0 0,-1 0 0 0 0,1 0 1 0 0,1 0-1 0 0,-1 0 1 0 0,1 0-1 0 0,-1 0 1 0 0,1 7-1 0 0,1-9-22 0 0,-1 0 1 0 0,1-1 0 0 0,-1 1-1 0 0,1-1 1 0 0,0 1-1 0 0,-1-1 1 0 0,1 1-1 0 0,0-1 1 0 0,0 1-1 0 0,0-1 1 0 0,0 0 0 0 0,0 1-1 0 0,0-1 1 0 0,1 0-1 0 0,-1 0 1 0 0,0 0-1 0 0,1 0 1 0 0,-1 0-1 0 0,0 0 1 0 0,1 0-1 0 0,-1-1 1 0 0,1 1 0 0 0,0 0-1 0 0,-1-1 1 0 0,1 1-1 0 0,-1-1 1 0 0,1 0-1 0 0,0 1 1 0 0,-1-1-1 0 0,1 0 1 0 0,0 0-1 0 0,1 0 1 0 0,8 0 101 0 0,-1-1 0 0 0,0 0 0 0 0,20-5 0 0 0,-26 6-99 0 0,21-6 93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6:10.9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199 15 6553 0 0,'-4'-1'70'0'0,"0"0"-1"0"0,1 0 1 0 0,-1 1-1 0 0,0-1 1 0 0,0 1-1 0 0,1 0 1 0 0,-1 0-1 0 0,0 1 0 0 0,0-1 1 0 0,0 1-1 0 0,1 0 1 0 0,-1 0-1 0 0,0 0 1 0 0,1 0-1 0 0,-1 0 1 0 0,1 1-1 0 0,0 0 0 0 0,-1 0 1 0 0,1 0-1 0 0,0 0 1 0 0,0 0-1 0 0,-4 5 1 0 0,-1 0 102 0 0,1 0 0 0 0,1 0 0 0 0,0 1 0 0 0,0 0 0 0 0,0 0 0 0 0,1 1 0 0 0,-7 14 0 0 0,2 1 542 0 0,-12 42 0 0 0,19-54-542 0 0,0-1 1 0 0,1 0-1 0 0,1 1 0 0 0,0-1 1 0 0,0 1-1 0 0,2 14 1 0 0,-1-24-141 0 0,0-1-1 0 0,1 1 1 0 0,-1 0 0 0 0,0 0 0 0 0,1 0 0 0 0,-1-1 0 0 0,1 1 0 0 0,-1 0 0 0 0,1-1 0 0 0,0 1-1 0 0,-1 0 1 0 0,1-1 0 0 0,0 1 0 0 0,0-1 0 0 0,1 1 0 0 0,-1-1 0 0 0,0 0 0 0 0,0 0 0 0 0,0 1-1 0 0,1-1 1 0 0,-1 0 0 0 0,1 0 0 0 0,-1 0 0 0 0,1 0 0 0 0,-1 0 0 0 0,1-1 0 0 0,0 1 0 0 0,-1 0 0 0 0,1-1-1 0 0,0 1 1 0 0,0-1 0 0 0,-1 0 0 0 0,1 1 0 0 0,0-1 0 0 0,0 0 0 0 0,0 0 0 0 0,-1 0 0 0 0,4-1-1 0 0,2 0 55 0 0,0 0 0 0 0,-1-1 0 0 0,1 0 0 0 0,-1 0 0 0 0,0-1 0 0 0,1 1 0 0 0,-1-1 0 0 0,0-1 0 0 0,5-3 0 0 0,0-1-180 0 0,-1-1 0 0 0,1 0-1 0 0,-2-1 1 0 0,1 1 0 0 0,-1-2 0 0 0,-1 0 0 0 0,0 0 0 0 0,-1 0 0 0 0,0-1-1 0 0,7-15 1 0 0,-11 20 36 0 0,-1 0 1 0 0,1-1-1 0 0,-1 1 0 0 0,0-1 0 0 0,-1 1 0 0 0,0-1 0 0 0,0 0 0 0 0,-1-11 0 0 0,0 13 21 0 0,-1 1-1 0 0,0 0 1 0 0,0-1-1 0 0,0 1 1 0 0,-1 0-1 0 0,0 0 0 0 0,0 0 1 0 0,0 0-1 0 0,0 0 1 0 0,-1 1-1 0 0,0-1 1 0 0,0 1-1 0 0,-5-6 0 0 0,6 7 33 0 0,-1 0 0 0 0,1 1 1 0 0,-1-1-1 0 0,0 1 0 0 0,0 0 0 0 0,0 0 0 0 0,0 0 0 0 0,0 0 0 0 0,0 0 0 0 0,-1 1 0 0 0,1 0 0 0 0,-1-1 0 0 0,1 1 0 0 0,-1 0 0 0 0,1 1 0 0 0,-1-1 0 0 0,0 1 0 0 0,1-1 0 0 0,-1 1 0 0 0,0 0 0 0 0,1 0 1 0 0,-1 1-1 0 0,0-1 0 0 0,1 1 0 0 0,-1 0 0 0 0,-6 2 0 0 0,3 0 89 0 0,0 0 1 0 0,0 0 0 0 0,1 1-1 0 0,-1 0 1 0 0,1 0 0 0 0,0 1-1 0 0,0 0 1 0 0,0 0 0 0 0,1 0-1 0 0,-1 1 1 0 0,1-1 0 0 0,-4 8-1 0 0,3-4 70 0 0,0 0-1 0 0,1 1 1 0 0,0-1-1 0 0,0 1 1 0 0,1 0-1 0 0,-3 14 0 0 0,6-20-114 0 0,0 0 0 0 0,0-1 0 0 0,1 1 0 0 0,-1 0 0 0 0,1 0 0 0 0,0 0 0 0 0,0 0 0 0 0,1 0 0 0 0,-1 0 0 0 0,1-1 0 0 0,0 1 0 0 0,0 0 0 0 0,0 0 0 0 0,0-1 0 0 0,1 1 0 0 0,-1-1 0 0 0,1 1 0 0 0,0-1 0 0 0,0 0 0 0 0,5 7 0 0 0,-4-8 7 0 0,0 0 1 0 0,-1 0-1 0 0,1 0 1 0 0,0 0 0 0 0,0 0-1 0 0,0-1 1 0 0,0 1 0 0 0,0-1-1 0 0,0 0 1 0 0,0 0 0 0 0,1 0-1 0 0,-1 0 1 0 0,0 0 0 0 0,1-1-1 0 0,-1 1 1 0 0,0-1 0 0 0,1 0-1 0 0,-1 0 1 0 0,5-1-1 0 0,2 0 77 0 0,-1-1 0 0 0,1 0 0 0 0,-1-1-1 0 0,1 1 1 0 0,13-8 0 0 0,-16 7-79 0 0,0-1 0 0 0,0 0 0 0 0,-1-1 1 0 0,1 1-1 0 0,-1-1 0 0 0,7-7 1 0 0,-11 10-82 0 0,1-1 1 0 0,-1 0 0 0 0,1 0 0 0 0,-1 0 0 0 0,0 0-1 0 0,0 0 1 0 0,0 0 0 0 0,-1 0 0 0 0,1-1 0 0 0,-1 1-1 0 0,1 0 1 0 0,-1-1 0 0 0,0 0 0 0 0,-1 1 0 0 0,2-6-1 0 0,-3 7 19 0 0,1 1 0 0 0,0-1 0 0 0,0 0 0 0 0,-1 0 0 0 0,1 1 0 0 0,-1-1 0 0 0,0 0 0 0 0,1 1 0 0 0,-1-1 0 0 0,0 0 0 0 0,0 1 0 0 0,0-1 0 0 0,0 1 0 0 0,0-1 0 0 0,0 1 0 0 0,-1 0 0 0 0,1 0 0 0 0,0-1 0 0 0,-1 1 0 0 0,1 0 0 0 0,-1 0 0 0 0,1 0 0 0 0,-1 0 0 0 0,1 1 0 0 0,-1-1 0 0 0,0 0 0 0 0,-1 0 0 0 0,-2 0 11 0 0,0-1 0 0 0,0 1 0 0 0,0 0 1 0 0,-1 0-1 0 0,1 1 0 0 0,0-1 0 0 0,0 1 0 0 0,-6 1 0 0 0,2-1 68 0 0,1 1 0 0 0,0 0-1 0 0,-1 1 1 0 0,1 0 0 0 0,0 0-1 0 0,0 1 1 0 0,0 0 0 0 0,1 0-1 0 0,-1 1 1 0 0,1 0 0 0 0,0 0 0 0 0,0 1-1 0 0,-9 7 1 0 0,15-11-51 0 0,0 0 0 0 0,1 0 0 0 0,-1 0 0 0 0,0 0 0 0 0,0 0 1 0 0,0 0-1 0 0,1 1 0 0 0,-1-1 0 0 0,0 0 0 0 0,1 0 0 0 0,-1 1 0 0 0,1-1 0 0 0,0 0 0 0 0,-1 1 0 0 0,1-1 0 0 0,0 0 1 0 0,0 1-1 0 0,0-1 0 0 0,0 0 0 0 0,0 1 0 0 0,0-1 0 0 0,0 1 0 0 0,0-1 0 0 0,1 0 0 0 0,-1 1 0 0 0,1-1 0 0 0,-1 0 1 0 0,2 2-1 0 0,1 3 54 0 0,0-1 1 0 0,0 0-1 0 0,1 0 1 0 0,0 0-1 0 0,5 5 0 0 0,-2-3 88 0 0,8 9-96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6:32.6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185 191 4143 0 0,'0'-9'154'0'0,"1"-1"0"0"0,0 1-1 0 0,5-15 1 0 0,-4 14 106 0 0,-1 5 41 0 0,0-1 1 0 0,0 1-1 0 0,-1-1 0 0 0,1 1 0 0 0,-1-1 1 0 0,-1-6-1 0 0,1 11-207 0 0,0 0 1 0 0,0 0-1 0 0,0 0 1 0 0,-1 0-1 0 0,1 1 0 0 0,0-1 1 0 0,0 0-1 0 0,-1 0 1 0 0,1 0-1 0 0,0 0 0 0 0,-1 0 1 0 0,1 0-1 0 0,-1 1 1 0 0,1-1-1 0 0,-1 0 0 0 0,0 0 1 0 0,1 1-1 0 0,-1-1 1 0 0,0 0-1 0 0,1 1 1 0 0,-1-1-1 0 0,0 1 0 0 0,0-1 1 0 0,0 1-1 0 0,1-1 1 0 0,-1 1-1 0 0,0 0 0 0 0,0-1 1 0 0,0 1-1 0 0,0 0 1 0 0,0 0-1 0 0,0-1 0 0 0,0 1 1 0 0,0 0-1 0 0,1 0 1 0 0,-1 0-1 0 0,0 0 0 0 0,0 0 1 0 0,0 1-1 0 0,0-1 1 0 0,0 0-1 0 0,0 0 1 0 0,0 0-1 0 0,-1 1 0 0 0,-4 2 207 0 0,-1 0-1 0 0,1 0 0 0 0,0 0 0 0 0,0 1 1 0 0,1-1-1 0 0,-1 1 0 0 0,1 1 1 0 0,-1-1-1 0 0,1 1 0 0 0,1 0 0 0 0,-7 8 1 0 0,-3 6-54 0 0,1 0-1 0 0,-11 22 1 0 0,17-27-241 0 0,0 0 0 0 0,1 0-1 0 0,0 1 1 0 0,1-1 0 0 0,-3 20 0 0 0,7-28 3 0 0,0 0 1 0 0,0 0 0 0 0,1 0 0 0 0,0 0 0 0 0,0-1 0 0 0,1 1 0 0 0,1 8 0 0 0,-1-10-3 0 0,0-1 0 0 0,0 0-1 0 0,0 0 1 0 0,1 1 0 0 0,-1-1 0 0 0,1 0-1 0 0,0 0 1 0 0,0-1 0 0 0,0 1-1 0 0,0 0 1 0 0,0-1 0 0 0,1 1 0 0 0,4 3-1 0 0,-4-4 7 0 0,1 0 0 0 0,0 0-1 0 0,-1 0 1 0 0,1 0-1 0 0,0-1 1 0 0,0 0 0 0 0,0 0-1 0 0,0 0 1 0 0,0 0 0 0 0,0 0-1 0 0,0-1 1 0 0,0 0 0 0 0,0 0-1 0 0,0 0 1 0 0,1 0 0 0 0,-1-1-1 0 0,0 0 1 0 0,0 1-1 0 0,0-2 1 0 0,0 1 0 0 0,-1 0-1 0 0,1-1 1 0 0,4-2 0 0 0,1 0 59 0 0,-1 0 1 0 0,1-1-1 0 0,-1-1 1 0 0,0 1-1 0 0,-1-1 1 0 0,1 0-1 0 0,-1-1 1 0 0,11-13-1 0 0,-15 15-18 0 0,1-1 1 0 0,-1 1-1 0 0,0-1 0 0 0,-1 0 0 0 0,0 0 0 0 0,0 0 0 0 0,0 0 1 0 0,0 0-1 0 0,-1-1 0 0 0,0 1 0 0 0,0 0 0 0 0,-1 0 1 0 0,0-1-1 0 0,0 1 0 0 0,0-1 0 0 0,-1 1 0 0 0,0 0 0 0 0,0 0 1 0 0,-4-12-1 0 0,3 12 0 0 0,0 1-1 0 0,0-1 1 0 0,0 1 0 0 0,-1 0 0 0 0,0 0 0 0 0,0 0 0 0 0,0 0-1 0 0,-1 0 1 0 0,0 1 0 0 0,0-1 0 0 0,0 1 0 0 0,0 0 0 0 0,-1 0 0 0 0,1 1-1 0 0,-1 0 1 0 0,0-1 0 0 0,0 1 0 0 0,0 1 0 0 0,0-1 0 0 0,-1 1-1 0 0,-10-3 1 0 0,13 4-39 0 0,0 1-1 0 0,0-1 1 0 0,0 1-1 0 0,0 0 1 0 0,0 0-1 0 0,-1 0 1 0 0,1 0 0 0 0,0 1-1 0 0,0-1 1 0 0,0 1-1 0 0,0 0 1 0 0,0 0-1 0 0,0 0 1 0 0,0 0-1 0 0,0 0 1 0 0,-4 4-1 0 0,3-3 27 0 0,1 1 0 0 0,-1 0-1 0 0,1 0 1 0 0,0 0-1 0 0,0 1 1 0 0,1-1-1 0 0,-1 0 1 0 0,1 1 0 0 0,-1 0-1 0 0,1 0 1 0 0,-2 5-1 0 0,2-5-13 0 0,0 0-1 0 0,1 0 1 0 0,0 1-1 0 0,-1-1 1 0 0,2 0-1 0 0,-1 0 1 0 0,0 1-1 0 0,1-1 1 0 0,0 0 0 0 0,0 1-1 0 0,0-1 1 0 0,1 1-1 0 0,-1-1 1 0 0,1 0-1 0 0,0 0 1 0 0,0 1-1 0 0,1-1 1 0 0,-1 0-1 0 0,1 0 1 0 0,0 0-1 0 0,0 0 1 0 0,0-1 0 0 0,0 1-1 0 0,1 0 1 0 0,4 4-1 0 0,-4-5-25 0 0,0-1 1 0 0,1 1-1 0 0,0-1 0 0 0,-1 1 0 0 0,1-1 0 0 0,0 0 0 0 0,0 0 1 0 0,0-1-1 0 0,0 1 0 0 0,0-1 0 0 0,1 0 0 0 0,5 1 1 0 0,-3-2 2 0 0,-1 0 0 0 0,1 0 1 0 0,0 0-1 0 0,0 0 1 0 0,0-1-1 0 0,-1 0 0 0 0,11-4 1 0 0,-8 2 0 0 0,0 0 1 0 0,0 0 0 0 0,-1-2-1 0 0,1 1 1 0 0,-1-1-1 0 0,0 0 1 0 0,0 0-1 0 0,-1-1 1 0 0,0 0-1 0 0,0-1 1 0 0,11-11 0 0 0,-14 11 21 0 0,0 0 1 0 0,0 1-1 0 0,-1-1 0 0 0,1-1 1 0 0,-1 1-1 0 0,-1 0 1 0 0,0-1-1 0 0,0 1 1 0 0,0-1-1 0 0,-1 0 1 0 0,0 0-1 0 0,-1 1 1 0 0,1-1-1 0 0,-2-8 1 0 0,1 10 0 0 0,-1 0-1 0 0,0 1 1 0 0,0-1 0 0 0,0 1 0 0 0,0-1-1 0 0,-1 1 1 0 0,0 0 0 0 0,0 0-1 0 0,0-1 1 0 0,-1 1 0 0 0,0 1 0 0 0,0-1-1 0 0,0 0 1 0 0,-1 1 0 0 0,1 0 0 0 0,-1-1-1 0 0,0 1 1 0 0,0 1 0 0 0,0-1-1 0 0,-6-3 1 0 0,7 5-2 0 0,1 1 0 0 0,-1 0-1 0 0,1 0 1 0 0,-1 0 0 0 0,1 0-1 0 0,-1 0 1 0 0,0 1 0 0 0,1-1-1 0 0,-1 1 1 0 0,0 0 0 0 0,0 0-1 0 0,1 0 1 0 0,-1 0 0 0 0,-5 1-1 0 0,4 0 9 0 0,0 0-1 0 0,0 0 0 0 0,-1 1 0 0 0,1 0 1 0 0,0 0-1 0 0,1 0 0 0 0,-1 0 0 0 0,-5 5 1 0 0,1-1 15 0 0,0 1 1 0 0,1 1-1 0 0,0-1 0 0 0,0 1 1 0 0,1 0-1 0 0,0 1 1 0 0,-6 10-1 0 0,6-7-16 0 0,0 0-1 0 0,1 1 1 0 0,-5 14-1 0 0,9-21-23 0 0,-1-1-1 0 0,1 1 1 0 0,0 0 0 0 0,1 0-1 0 0,-1-1 1 0 0,1 1-1 0 0,0 0 1 0 0,1 0 0 0 0,2 10-1 0 0,-3-14-9 0 0,0 0-1 0 0,1 0 1 0 0,0 0-1 0 0,-1 0 1 0 0,1 0 0 0 0,0 0-1 0 0,0-1 1 0 0,0 1-1 0 0,0 0 1 0 0,1-1-1 0 0,-1 1 1 0 0,0-1 0 0 0,1 1-1 0 0,-1-1 1 0 0,1 1-1 0 0,-1-1 1 0 0,1 0-1 0 0,0 0 1 0 0,1 1 0 0 0,0-1-6 0 0,0 0 1 0 0,0 0 0 0 0,0 0-1 0 0,0-1 1 0 0,0 1 0 0 0,0-1-1 0 0,0 0 1 0 0,0 1 0 0 0,0-2-1 0 0,1 1 1 0 0,3-1-1 0 0,2-1-26 0 0,1 0-1 0 0,-1-1 0 0 0,0 0 0 0 0,0-1 0 0 0,0 0 1 0 0,15-9-1 0 0,-16 8-231 0 0,0-1 0 0 0,0 0 1 0 0,-1 0-1 0 0,0 0 0 0 0,0-1 0 0 0,0 0 1 0 0,7-11-1 0 0,-12 15 70 0 0,-1 1 0 0 0,1 0 0 0 0,-1 0 1 0 0,0-1-1 0 0,0 1 0 0 0,0-1 0 0 0,0 1 0 0 0,0-1 1 0 0,0 1-1 0 0,-1-1 0 0 0,1 0 0 0 0,-1 1 0 0 0,0-1 1 0 0,0 0-1 0 0,0 1 0 0 0,0-1 0 0 0,0 0 0 0 0,-1 1 0 0 0,1-1 1 0 0,-1 0-1 0 0,1 1 0 0 0,-1-1 0 0 0,0 1 0 0 0,0-1 1 0 0,0 1-1 0 0,-1-1 0 0 0,1 1 0 0 0,0 0 0 0 0,-1 0 1 0 0,0 0-1 0 0,-1-3 0 0 0,-8-4-5104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6:33.6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15 224 2303 0 0,'9'-11'366'0'0,"0"2"-1"0"0,14-11 1 0 0,-15 13 47 0 0,0 0 1 0 0,-1 0-1 0 0,1-1 1 0 0,9-14-1 0 0,-15 20-220 0 0,0-2 0 0 0,0 1 1 0 0,-1 0-1 0 0,0 0 0 0 0,0 0 0 0 0,1-1 0 0 0,-2 1 0 0 0,1 0 0 0 0,0-1 1 0 0,-1 1-1 0 0,0-1 0 0 0,1 1 0 0 0,-2-1 0 0 0,1 1 0 0 0,0-1 0 0 0,-1 1 0 0 0,1-1 1 0 0,-2-4-1 0 0,1 4 67 0 0,-1 1 0 0 0,1 0 0 0 0,-1 0 1 0 0,1-1-1 0 0,-1 1 0 0 0,0 0 0 0 0,0 0 0 0 0,0 1 1 0 0,0-1-1 0 0,-1 0 0 0 0,1 1 0 0 0,-1-1 0 0 0,-3-2 1 0 0,4 4-133 0 0,0 0 1 0 0,1 0 0 0 0,-1 0 0 0 0,0 0-1 0 0,0 0 1 0 0,0 0 0 0 0,0 0 0 0 0,0 1-1 0 0,-1-1 1 0 0,1 1 0 0 0,0 0-1 0 0,0-1 1 0 0,0 1 0 0 0,0 0 0 0 0,-1 0-1 0 0,1 0 1 0 0,0 1 0 0 0,0-1 0 0 0,0 0-1 0 0,0 1 1 0 0,0-1 0 0 0,-3 2 0 0 0,3 0-91 0 0,0-1 0 0 0,0 1 0 0 0,0-1 1 0 0,0 1-1 0 0,0 0 0 0 0,1-1 1 0 0,-1 1-1 0 0,1 0 0 0 0,0 0 1 0 0,-1 0-1 0 0,1 0 0 0 0,0 0 0 0 0,0 1 1 0 0,0-1-1 0 0,0 0 0 0 0,1 0 1 0 0,-1 4-1 0 0,-2 3 5 0 0,2 1 0 0 0,-2 18 0 0 0,2-22-20 0 0,1 1-1 0 0,0-1 1 0 0,1 1 0 0 0,0-1-1 0 0,0 1 1 0 0,0-1-1 0 0,1 1 1 0 0,0-1 0 0 0,0 0-1 0 0,0 0 1 0 0,4 7-1 0 0,-3-9 1 0 0,0 0-1 0 0,0 0 1 0 0,0 0 0 0 0,0 0-1 0 0,1-1 1 0 0,-1 1-1 0 0,1-1 1 0 0,0 0-1 0 0,0 0 1 0 0,0 0-1 0 0,1-1 1 0 0,-1 0 0 0 0,1 0-1 0 0,-1 0 1 0 0,7 2-1 0 0,-3-2 43 0 0,-1 0 0 0 0,1 0-1 0 0,0-1 1 0 0,0-1 0 0 0,0 1-1 0 0,0-1 1 0 0,0 0 0 0 0,-1-1-1 0 0,1 0 1 0 0,0 0 0 0 0,0-1-1 0 0,0 0 1 0 0,-1 0 0 0 0,1-1-1 0 0,9-5 1 0 0,-12 6-20 0 0,-1 0 0 0 0,1-1 1 0 0,-1 0-1 0 0,0 0 0 0 0,0 0 0 0 0,-1 0 0 0 0,1 0 0 0 0,-1-1 1 0 0,1 0-1 0 0,-1 0 0 0 0,0 0 0 0 0,-1 0 0 0 0,1 0 0 0 0,-1-1 1 0 0,1 1-1 0 0,-1-1 0 0 0,-1 1 0 0 0,1-1 0 0 0,-1 0 0 0 0,1 0 1 0 0,-2 0-1 0 0,1 1 0 0 0,0-1 0 0 0,-1 0 0 0 0,0-7 1 0 0,-1 6 14 0 0,1 0 1 0 0,-1-1-1 0 0,-1 1 1 0 0,1 0-1 0 0,-1 1 1 0 0,0-1 0 0 0,0 0-1 0 0,-1 0 1 0 0,1 1-1 0 0,-7-10 1 0 0,7 13-33 0 0,1 0 0 0 0,-1 1 0 0 0,1-1 0 0 0,-1 0 0 0 0,0 0 0 0 0,0 1 0 0 0,1-1 0 0 0,-1 1 0 0 0,0-1 0 0 0,-1 1 0 0 0,1 0 0 0 0,0 0 0 0 0,0 0 0 0 0,0 0 0 0 0,-1 0 0 0 0,1 1 0 0 0,0-1 0 0 0,-1 1 0 0 0,1-1 0 0 0,-1 1 0 0 0,1 0 0 0 0,-1 0 0 0 0,1 0 0 0 0,0 0 0 0 0,-1 0 0 0 0,1 1 0 0 0,-1-1 0 0 0,1 1 0 0 0,0-1 0 0 0,-3 2 0 0 0,-2 1 23 0 0,1 1 1 0 0,0-1-1 0 0,0 1 0 0 0,0 0 0 0 0,0 1 0 0 0,1 0 1 0 0,-1-1-1 0 0,1 2 0 0 0,1-1 0 0 0,-9 12 1 0 0,-1 3 66 0 0,-20 41 0 0 0,28-48-84 0 0,0 1-1 0 0,1-1 0 0 0,0 1 1 0 0,1 0-1 0 0,1 0 0 0 0,-3 24 1 0 0,6-34-25 0 0,0 1 0 0 0,0 0 1 0 0,0-1-1 0 0,0 1 0 0 0,1 0 1 0 0,0-1-1 0 0,0 1 0 0 0,0-1 1 0 0,1 1-1 0 0,3 7 0 0 0,-4-10-8 0 0,1 1 0 0 0,0-1 0 0 0,0 1 0 0 0,0-1-1 0 0,0 0 1 0 0,0 0 0 0 0,1 0 0 0 0,-1 0 0 0 0,0 0 0 0 0,1 0-1 0 0,0-1 1 0 0,-1 1 0 0 0,1-1 0 0 0,0 0 0 0 0,0 1 0 0 0,0-1-1 0 0,-1-1 1 0 0,5 2 0 0 0,-3-1-3 0 0,0-1 1 0 0,1 1-1 0 0,-1-1 0 0 0,1 0 0 0 0,-1 0 0 0 0,0-1 0 0 0,1 1 1 0 0,-1-1-1 0 0,0 0 0 0 0,1 0 0 0 0,-1 0 0 0 0,6-3 0 0 0,-4 1 14 0 0,1 0-1 0 0,-1-1 1 0 0,0 0-1 0 0,0 0 1 0 0,0-1-1 0 0,0 0 1 0 0,5-5-1 0 0,-4 2 21 0 0,0-1 0 0 0,0 1-1 0 0,0-1 1 0 0,-1-1-1 0 0,-1 1 1 0 0,0-1-1 0 0,0 0 1 0 0,-1 0 0 0 0,7-21-1 0 0,-10 21-24 0 0,1 0 0 0 0,-2 0 0 0 0,1 0-1 0 0,-1 0 1 0 0,0 0 0 0 0,-1 1 0 0 0,-1-1-1 0 0,-4-19 1 0 0,4 22 20 0 0,0 0-1 0 0,0 1 1 0 0,-1-1-1 0 0,0 1 1 0 0,0 0-1 0 0,-1 0 1 0 0,1 0-1 0 0,-1 0 1 0 0,0 1-1 0 0,-1-1 1 0 0,0 1-1 0 0,0 0 1 0 0,-9-7-1 0 0,12 11-10 0 0,0-1 0 0 0,-1 1 0 0 0,0-1 0 0 0,1 1 0 0 0,-1 0 0 0 0,0 0 0 0 0,1 0 0 0 0,-1 0 0 0 0,0 1 0 0 0,0-1 0 0 0,0 1 0 0 0,0 0 0 0 0,0-1 0 0 0,0 1 0 0 0,-4 1 0 0 0,2 0 6 0 0,1 0 0 0 0,0 0 0 0 0,0 1 0 0 0,0-1 0 0 0,0 1 0 0 0,0 0 0 0 0,0 0 0 0 0,0 0 0 0 0,-5 5 0 0 0,0 0 11 0 0,0 1 1 0 0,1 1-1 0 0,0 0 0 0 0,0 0 1 0 0,1 0-1 0 0,-11 19 0 0 0,15-21-22 0 0,-1-1 0 0 0,1 1-1 0 0,0 0 1 0 0,0 0 0 0 0,1 0-1 0 0,0 1 1 0 0,-1 8 0 0 0,2-14-18 0 0,1 1 1 0 0,0-1-1 0 0,0 1 1 0 0,0-1 0 0 0,0 1-1 0 0,1-1 1 0 0,-1 0 0 0 0,0 1-1 0 0,1-1 1 0 0,0 0 0 0 0,0 1-1 0 0,0-1 1 0 0,0 0 0 0 0,0 0-1 0 0,0 0 1 0 0,0 0-1 0 0,1 0 1 0 0,-1 0 0 0 0,1 0-1 0 0,-1 0 1 0 0,1 0 0 0 0,0-1-1 0 0,0 1 1 0 0,-1-1 0 0 0,1 1-1 0 0,3 1 1 0 0,13 5-1644 0 0,4-2-6187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6:34.5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 43 3679 0 0,'-9'11'628'0'0,"6"-8"-1"0"0,1 0 1 0 0,-1 0-1 0 0,0 0 1 0 0,-1 0-1 0 0,1-1 0 0 0,0 1 1 0 0,-5 2 936 0 0,8-5-1392 0 0,0 0 1 0 0,0 0-1 0 0,1 0 0 0 0,-1 0 0 0 0,0 0 0 0 0,1 0 0 0 0,-1 0 0 0 0,0 0 1 0 0,1 0-1 0 0,-1 0 0 0 0,0 0 0 0 0,0 1 0 0 0,1-1 0 0 0,-1 0 0 0 0,0 0 1 0 0,0 0-1 0 0,1 0 0 0 0,-1 1 0 0 0,0-1 0 0 0,0 0 0 0 0,0 0 0 0 0,1 0 0 0 0,-1 1 1 0 0,0-1-1 0 0,0 0 0 0 0,0 1 0 0 0,0-1 0 0 0,0 0 0 0 0,1 0 0 0 0,-1 1 1 0 0,0-1-1 0 0,0 0 0 0 0,0 0 0 0 0,0 1 0 0 0,-2 14 767 0 0,0-8-1063 0 0,-1 0 0 0 0,1-1 0 0 0,-5 8 0 0 0,-6 9 278 0 0,-16 41-1 0 0,24-53-23 0 0,2 1 0 0 0,0-1 0 0 0,0 1 0 0 0,1-1 0 0 0,0 1 0 0 0,0 13 1 0 0,2-22-97 0 0,0 0 0 0 0,1-1 1 0 0,-1 1-1 0 0,0 0 1 0 0,1 0-1 0 0,0-1 1 0 0,-1 1-1 0 0,1 0 0 0 0,0-1 1 0 0,0 1-1 0 0,1-1 1 0 0,-1 1-1 0 0,0-1 1 0 0,4 5-1 0 0,-4-6-23 0 0,1 0 1 0 0,-1 0-1 0 0,0 0 0 0 0,1 0 1 0 0,-1 0-1 0 0,1 0 0 0 0,-1 0 1 0 0,1-1-1 0 0,-1 1 0 0 0,1 0 1 0 0,0-1-1 0 0,-1 1 0 0 0,1-1 1 0 0,0 0-1 0 0,-1 1 0 0 0,1-1 1 0 0,0 0-1 0 0,0 0 0 0 0,-1 0 1 0 0,1 0-1 0 0,0-1 1 0 0,-1 1-1 0 0,1 0 0 0 0,2-1 1 0 0,6-3 1 0 0,-1 0 0 0 0,1 0 0 0 0,-1-1 1 0 0,0 0-1 0 0,-1 0 0 0 0,1-1 1 0 0,-1 0-1 0 0,0-1 0 0 0,-1 0 1 0 0,1 0-1 0 0,6-9 0 0 0,3-5 38 0 0,-1-1 0 0 0,-1 0-1 0 0,13-26 1 0 0,-24 40-36 0 0,0 0-1 0 0,-1 0 1 0 0,0 0-1 0 0,-1-1 1 0 0,1 1-1 0 0,-1 0 1 0 0,-1-1-1 0 0,0 0 1 0 0,0-16 0 0 0,-1 22-10 0 0,0 0 0 0 0,0-1 0 0 0,-1 1 0 0 0,1-1 0 0 0,-1 1 0 0 0,0-1 0 0 0,0 1 0 0 0,0 0 0 0 0,-1 0 0 0 0,1 0 0 0 0,-1 0 0 0 0,0 0 0 0 0,1 0 0 0 0,-1 0 0 0 0,-1 0 0 0 0,1 0 0 0 0,0 1 0 0 0,-1-1 0 0 0,1 1 0 0 0,-1 0 1 0 0,0 0-1 0 0,0 0 0 0 0,0 0 0 0 0,0 0 0 0 0,0 1 0 0 0,0-1 0 0 0,-5-1 0 0 0,4 2 20 0 0,0 1 0 0 0,1-1 0 0 0,-1 0 0 0 0,-1 1 0 0 0,1 0 0 0 0,0 0 0 0 0,0 0 0 0 0,0 1-1 0 0,0-1 1 0 0,1 1 0 0 0,-1 0 0 0 0,0 0 0 0 0,0 0 0 0 0,0 1 0 0 0,0-1 0 0 0,1 1 0 0 0,-1 0 0 0 0,1 0 0 0 0,0 0 0 0 0,-1 1 0 0 0,1-1 0 0 0,0 1 0 0 0,-5 5 0 0 0,0 0 83 0 0,1 1 0 0 0,0-1 1 0 0,0 2-1 0 0,1-1 0 0 0,0 1 1 0 0,0 0-1 0 0,-5 14 0 0 0,3-4 0 0 0,0 1 0 0 0,1-1 0 0 0,1 1-1 0 0,1 1 1 0 0,1-1 0 0 0,-1 32 0 0 0,5-52-101 0 0,0 1 0 0 0,0 0-1 0 0,0 0 1 0 0,0 0 0 0 0,1-1 0 0 0,-1 1 0 0 0,1 0 0 0 0,-1 0 0 0 0,1-1-1 0 0,0 1 1 0 0,0 0 0 0 0,0-1 0 0 0,0 1 0 0 0,0-1 0 0 0,0 1 0 0 0,0-1-1 0 0,2 2 1 0 0,-3-2 0 0 0,1 0 1 0 0,0-1-1 0 0,0 1 0 0 0,0-1 0 0 0,1 1 0 0 0,-1-1 0 0 0,0 1 0 0 0,0-1 1 0 0,0 1-1 0 0,0-1 0 0 0,0 0 0 0 0,0 0 0 0 0,1 0 0 0 0,-1 0 0 0 0,0 0 1 0 0,0 0-1 0 0,0 0 0 0 0,0 0 0 0 0,1 0 0 0 0,-1 0 0 0 0,0 0 0 0 0,0-1 1 0 0,0 1-1 0 0,0-1 0 0 0,0 1 0 0 0,0-1 0 0 0,0 1 0 0 0,2-1 1 0 0,8-7-20 0 0,1 0 1 0 0,-1-1 0 0 0,-1 0 0 0 0,0 0 0 0 0,14-16 0 0 0,40-58-72 0 0,-33 32 83 0 0,-27 45 0 0 0,-1 0 0 0 0,0-1 0 0 0,-1 1 0 0 0,1-1 0 0 0,-1 0 0 0 0,1-9 0 0 0,-3 15 0 0 0,1 1 0 0 0,-1-1 0 0 0,0 1 0 0 0,0 0 0 0 0,0-1 0 0 0,0 1 0 0 0,0-1 0 0 0,0 1 0 0 0,0-1 0 0 0,0 1 0 0 0,0-1 0 0 0,0 1 0 0 0,0-1 0 0 0,0 1 0 0 0,0-1 0 0 0,0 1 0 0 0,-1 0 0 0 0,1-1 0 0 0,0 1 0 0 0,0-1 0 0 0,0 1 0 0 0,-1 0 0 0 0,1-1 0 0 0,0 1 0 0 0,-1-1 0 0 0,1 1 0 0 0,-1-1 0 0 0,1 1 0 0 0,-1 0 0 0 0,1 0 0 0 0,-1 1 0 0 0,0-1 0 0 0,1 0 0 0 0,-1 0 0 0 0,1 0 0 0 0,-1 0 0 0 0,1 1 0 0 0,-1-1 0 0 0,1 0 0 0 0,-1 0 0 0 0,1 1 0 0 0,-1-1 0 0 0,1 0 0 0 0,-1 1 0 0 0,0 0 0 0 0,-19 21 0 0 0,15-15 2 0 0,-29 43 80 0 0,30-43-84 0 0,1 0 0 0 0,-1 0 0 0 0,1 1 0 0 0,0-1 0 0 0,-2 12 0 0 0,5-11-296 0 0,3-3-132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6:36.2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1168 493 1839 0 0,'3'0'20'0'0,"0"-1"0"0"0,-1 0 0 0 0,1 0 0 0 0,0-1 0 0 0,-1 1 0 0 0,1 0 0 0 0,-1-1 0 0 0,3-2 0 0 0,3-1 83 0 0,6-3 50 0 0,9-5 1427 0 0,0-1 0 0 0,23-19 0 0 0,-45 32-1443 0 0,0 0 0 0 0,0 0 0 0 0,0 0-1 0 0,0 0 1 0 0,0 0 0 0 0,-1 0 0 0 0,1 0-1 0 0,0 0 1 0 0,0 0 0 0 0,-1 0 0 0 0,1-1-1 0 0,-1 1 1 0 0,1 0 0 0 0,-1 0 0 0 0,1-1-1 0 0,-1 1 1 0 0,0 0 0 0 0,0-1 0 0 0,0 1-1 0 0,0 0 1 0 0,0-3 0 0 0,0 1 300 0 0,-1-1 0 0 0,0 0 0 0 0,0 1 0 0 0,-1-1 0 0 0,-3-6 0 0 0,-1-3 100 0 0,-4-10-33 0 0,-1 1 0 0 0,-1 0 0 0 0,0 1-1 0 0,-2 1 1 0 0,-1 0 0 0 0,0 1 0 0 0,-1 0-1 0 0,-2 1 1 0 0,1 1 0 0 0,-23-15 0 0 0,23 19-442 0 0,-2 0 1 0 0,0 2-1 0 0,0 0 1 0 0,-1 2-1 0 0,0 0 1 0 0,0 1-1 0 0,-1 1 1 0 0,0 1 0 0 0,-1 0-1 0 0,1 2 1 0 0,-35-2-1 0 0,18 4 37 0 0,-1 3-1 0 0,0 1 1 0 0,0 2-1 0 0,1 1 1 0 0,0 2-1 0 0,-63 21 1 0 0,69-17 11 0 0,0 2 1 0 0,1 1-1 0 0,0 2 1 0 0,1 0-1 0 0,1 2 1 0 0,1 2-1 0 0,-48 41 1 0 0,50-35-54 0 0,1 1 0 0 0,1 1 1 0 0,1 0-1 0 0,-27 47 0 0 0,37-53-50 0 0,2 0 0 0 0,0 1 0 0 0,2 1 0 0 0,0-1 0 0 0,1 1 0 0 0,2 1 0 0 0,-5 33 0 0 0,10-42-7 0 0,0 1 0 0 0,2-1 0 0 0,0 1 0 0 0,0-1 0 0 0,2 1 0 0 0,0-1 0 0 0,1 0 0 0 0,1 0 0 0 0,0-1 0 0 0,1 1 0 0 0,0-1 0 0 0,2-1 0 0 0,9 17 0 0 0,2-2 0 0 0,1-1 0 0 0,1 0 0 0 0,2-2 0 0 0,1-1 0 0 0,33 29 0 0 0,-35-35 12 0 0,1 0 0 0 0,1-2-1 0 0,0 0 1 0 0,1-2 0 0 0,1-1 0 0 0,1-1-1 0 0,0-1 1 0 0,0-1 0 0 0,31 7 0 0 0,-18-9 24 0 0,0-3 0 0 0,0-1 1 0 0,1-1-1 0 0,-1-3 0 0 0,0-1 1 0 0,1-2-1 0 0,44-8 0 0 0,-38 2-9 0 0,-1-3 0 0 0,-1-1 1 0 0,0-2-1 0 0,-1-3 0 0 0,78-39 0 0 0,-103 45-4 0 0,-1-1-1 0 0,-1 0 1 0 0,1-1 0 0 0,-2-1-1 0 0,0 0 1 0 0,23-28 0 0 0,-29 30-8 0 0,-1 0 0 0 0,-1-1 1 0 0,0 1-1 0 0,0-2 1 0 0,-2 1-1 0 0,0-1 0 0 0,0 0 1 0 0,-1 0-1 0 0,-1-1 0 0 0,4-18 1 0 0,-5 8 45 0 0,-2 0 0 0 0,0 0 0 0 0,-1-1 0 0 0,-2 1 0 0 0,0 0 0 0 0,-2 0 0 0 0,-12-42 0 0 0,3 23 13 0 0,-3 2 1 0 0,-1-1 0 0 0,-33-55-1 0 0,33 70-59 0 0,0 0 0 0 0,-2 1-1 0 0,-1 1 1 0 0,-2 1-1 0 0,0 1 1 0 0,-1 1-1 0 0,-1 1 1 0 0,-39-28-1 0 0,56 45-83 0 0,-1 1-1 0 0,0-1 0 0 0,-15-5 1 0 0,20 8 30 0 0,0 2 0 0 0,1-1-1 0 0,-1 0 1 0 0,1 1 0 0 0,-1-1 0 0 0,0 1 0 0 0,1 0 0 0 0,-1-1 0 0 0,0 1 0 0 0,0 1-1 0 0,1-1 1 0 0,-1 0 0 0 0,0 1 0 0 0,1-1 0 0 0,-1 1 0 0 0,0 0 0 0 0,-2 1-1 0 0,-10 8-857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07.5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409 56 455 0 0,'-2'-5'-933'0'0,"-1"-2"1748"0"0,0 0 1 0 0,-1 0 0 0 0,-5-7 0 0 0,9 13-590 0 0,-1 0 0 0 0,0 0-1 0 0,1 0 1 0 0,-1 0-1 0 0,0 0 1 0 0,1 0-1 0 0,-1 0 1 0 0,0 0 0 0 0,0 1-1 0 0,0-1 1 0 0,0 0-1 0 0,0 1 1 0 0,0-1-1 0 0,0 1 1 0 0,0-1 0 0 0,0 1-1 0 0,0-1 1 0 0,0 1-1 0 0,-1 0 1 0 0,1-1-1 0 0,0 1 1 0 0,0 0 0 0 0,0 0-1 0 0,0 0 1 0 0,-1 0-1 0 0,1 0 1 0 0,0 0 0 0 0,0 0-1 0 0,-1 1 1 0 0,0-1-100 0 0,1 1 0 0 0,0 0 0 0 0,0 0 0 0 0,0 0 1 0 0,0 0-1 0 0,0 0 0 0 0,0 0 0 0 0,0 0 1 0 0,0 0-1 0 0,1 0 0 0 0,-1 0 0 0 0,0 0 0 0 0,1 1 1 0 0,-1-1-1 0 0,1 0 0 0 0,-1 3 0 0 0,-6 24 1149 0 0,6-24-1083 0 0,-14 125 2663 0 0,3-16-1964 0 0,9-95-811 0 0,-1 0 1 0 0,-1 0 0 0 0,0 0 0 0 0,-10 19 0 0 0,4-15 16 0 0,-1-1-1 0 0,-1 0 1 0 0,-1-1 0 0 0,-1 0-1 0 0,0-1 1 0 0,-2-1-1 0 0,0 0 1 0 0,-26 20 0 0 0,4-1-60 0 0,26-24-536 0 0,-1-1 1 0 0,0 0 0 0 0,-19 13 0 0 0,27-23-2658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07.8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 74 5527 0 0,'-46'-27'915'0'0,"37"20"-81"0"0,-1 1-1 0 0,1 1 1 0 0,-1-1 0 0 0,0 2-1 0 0,-1-1 1 0 0,1 1 0 0 0,-23-4-1 0 0,33 7-781 0 0,0 1-1 0 0,0 0 1 0 0,0 0-1 0 0,-1 0 1 0 0,1 0-1 0 0,0 0 1 0 0,0 0-1 0 0,0 0 1 0 0,0 0-1 0 0,-1 0 1 0 0,1 0-1 0 0,0 0 1 0 0,0 0-1 0 0,0 0 1 0 0,0 0-1 0 0,-1 0 1 0 0,1 0-1 0 0,0 0 1 0 0,0 0-1 0 0,0 0 1 0 0,-1 0-1 0 0,1 0 1 0 0,0 0-1 0 0,0 0 1 0 0,0 0-1 0 0,0 0 1 0 0,-1 0-1 0 0,1 1 1 0 0,0-1-1 0 0,0 0 1 0 0,0 0-1 0 0,0 0 1 0 0,0 0-1 0 0,0 0 1 0 0,-1 0-1 0 0,1 1 1 0 0,0-1-1 0 0,0 0 1 0 0,5 6 1239 0 0,13 6-263 0 0,11 0-448 0 0,1-2 1 0 0,40 10-1 0 0,65 6 15 0 0,-23-6-73 0 0,-13 2-75 0 0,319 73 1304 0 0,-398-89-1711 0 0,0 0 0 0 0,0 1 0 0 0,-1 1 0 0 0,0 1 0 0 0,0 1 0 0 0,-1 0 0 0 0,-1 1 0 0 0,18 15 0 0 0,-33-25-155 0 0,-1 0 0 0 0,0 0-1 0 0,0 0 1 0 0,0 0 0 0 0,0 0-1 0 0,0 0 1 0 0,0 1 0 0 0,0-1 0 0 0,0 0-1 0 0,-1 0 1 0 0,1 1 0 0 0,0-1-1 0 0,-1 1 1 0 0,1-1 0 0 0,-1 0-1 0 0,1 4 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08.6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713 98 5527 0 0,'-1'-1'65'0'0,"0"0"-1"0"0,0 0 1 0 0,1 0-1 0 0,-1 0 1 0 0,1 0-1 0 0,-1-1 1 0 0,1 1-1 0 0,-1 0 1 0 0,1 0-1 0 0,0-1 1 0 0,-1 1-1 0 0,1 0 1 0 0,0-1-1 0 0,0 1 1 0 0,0 0-1 0 0,0 0 1 0 0,0-1-1 0 0,0 1 1 0 0,1-2-1 0 0,0-12 341 0 0,-1-6-1 0 0,-2-15 1205 0 0,2 36-1462 0 0,-1 0 0 0 0,1 1-1 0 0,-1-1 1 0 0,1 0 0 0 0,-1 0-1 0 0,1 0 1 0 0,0 0 0 0 0,-1 1-1 0 0,1-1 1 0 0,-1 0 0 0 0,1 0-1 0 0,0 1 1 0 0,-1-1 0 0 0,1 0 0 0 0,0 1-1 0 0,-1-1 1 0 0,1 0 0 0 0,0 1-1 0 0,0-1 1 0 0,-1 0 0 0 0,1 1-1 0 0,0-1 1 0 0,0 1 0 0 0,0-1-1 0 0,-1 1 1 0 0,-9 14 891 0 0,-120 177 3233 0 0,-16-11-4025 0 0,82-103-24 0 0,-84 130 298 0 0,22 13 64 0 0,102-180-557 0 0,12-22-221 0 0,1 1 1 0 0,-14 36 0 0 0,25-56 169 0 0,0 0 0 0 0,0 0 1 0 0,0 0-1 0 0,0 0 0 0 0,0 0 1 0 0,0 0-1 0 0,0 0 0 0 0,0 0 1 0 0,0 0-1 0 0,0 0 1 0 0,0 0-1 0 0,0 0 0 0 0,0 0 1 0 0,0 0-1 0 0,0 0 0 0 0,0 0 1 0 0,0 0-1 0 0,0 0 0 0 0,0 0 1 0 0,0 0-1 0 0,1 0 1 0 0,-1 0-1 0 0,0 0 0 0 0,0 0 1 0 0,0 0-1 0 0,0 0 0 0 0,0 0 1 0 0,0 0-1 0 0,0 0 0 0 0,0 0 1 0 0,0 0-1 0 0,0 0 1 0 0,0 1-1 0 0,0-1 0 0 0,0 0 1 0 0,0 0-1 0 0,0 0 0 0 0,0 0 1 0 0,0 0-1 0 0,0 0 0 0 0,0 0 1 0 0,0 0-1 0 0,0 0 1 0 0,0 0-1 0 0,0 0 0 0 0,0 0 1 0 0,0 0-1 0 0,0 0 0 0 0,0 0 1 0 0,0 0-1 0 0,0 0 0 0 0,0 0 1 0 0,0 0-1 0 0,0 1 1 0 0,0-1-1 0 0,0 0 0 0 0,0 0 1 0 0,0 0-1 0 0,0 0 0 0 0,0 0 1 0 0,5-5-962 0 0,6-8-762 0 0,-2 1-215 0 0,1-2-3008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09.0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1 209 24 0 0,'1'-19'436'0'0,"1"-1"0"0"0,1 1 0 0 0,10-35 1 0 0,-5 23 1007 0 0,-6 22-303 0 0,0 0 0 0 0,1 0 0 0 0,0 0 0 0 0,8-15 0 0 0,-11 24-1008 0 0,0-1 1 0 0,0 1-1 0 0,1 0 0 0 0,-1-1 1 0 0,1 1-1 0 0,-1-1 0 0 0,0 1 1 0 0,1 0-1 0 0,-1-1 0 0 0,1 1 0 0 0,-1 0 1 0 0,1 0-1 0 0,-1-1 0 0 0,1 1 1 0 0,-1 0-1 0 0,1 0 0 0 0,-1 0 1 0 0,1 0-1 0 0,-1-1 0 0 0,1 1 1 0 0,-1 0-1 0 0,1 0 0 0 0,-1 0 1 0 0,1 0-1 0 0,-1 0 0 0 0,1 0 1 0 0,-1 1-1 0 0,1-1 0 0 0,-1 0 0 0 0,1 0 1 0 0,-1 0-1 0 0,1 0 0 0 0,-1 1 1 0 0,1-1-1 0 0,-1 0 0 0 0,1 0 1 0 0,-1 1-1 0 0,1 0 0 0 0,20 16 1784 0 0,-16-12-1456 0 0,47 47 1741 0 0,73 96 0 0 0,-58-66-1678 0 0,-51-64-366 0 0,0 0-1 0 0,1-1 1 0 0,1-1-1 0 0,1-1 1 0 0,0-1-1 0 0,1 0 0 0 0,26 12 1 0 0,-28-17-127 0 0,0-1-1 0 0,1-1 1 0 0,1 0 0 0 0,-1-2-1 0 0,1 0 1 0 0,0-1 0 0 0,0-1-1 0 0,38 1 1 0 0,-32-6-32 0 0,-18 2-9 0 0,1-1-1 0 0,-1 1 1 0 0,0 0-1 0 0,15 3 1 0 0,-21 0-405 0 0,-6 1-1259 0 0,3-4 1288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09.7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323 84 1375 0 0,'6'-8'539'0'0,"2"-1"-1"0"0,-1 1 0 0 0,17-13 1 0 0,-15 13-285 0 0,32-19 2677 0 0,-41 27-2872 0 0,0 0-1 0 0,0 0 1 0 0,0 0-1 0 0,1-1 1 0 0,-1 1-1 0 0,0 0 1 0 0,0 0-1 0 0,0 0 1 0 0,1 0-1 0 0,-1-1 1 0 0,0 1-1 0 0,0 0 1 0 0,1 0-1 0 0,-1 0 1 0 0,0 0-1 0 0,0 0 1 0 0,1 0 0 0 0,-1 0-1 0 0,0 0 1 0 0,0 0-1 0 0,1 0 1 0 0,-1 0-1 0 0,0 0 1 0 0,0 0-1 0 0,1 0 1 0 0,-1 0-1 0 0,0 0 1 0 0,0 0-1 0 0,1 0 1 0 0,-1 8 1386 0 0,-7 14 413 0 0,5-18-1589 0 0,-31 80 1308 0 0,-4-3 1 0 0,-4-1-1 0 0,-99 147 0 0 0,84-143-1021 0 0,-52 72 24 0 0,113-195-3733 0 0,0 10 898 0 0,-3 13 823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10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74 3679 0 0,'-9'-11'-36'0'0,"4"6"717"0"0,0-1 0 0 0,0 0-1 0 0,0-1 1 0 0,1 1 0 0 0,0-1 0 0 0,-4-9 0 0 0,8 16-583 0 0,0 0 0 0 0,0 0 0 0 0,-1-1 0 0 0,1 1 1 0 0,0 0-1 0 0,0-1 0 0 0,0 1 0 0 0,0 0 0 0 0,0 0 1 0 0,0-1-1 0 0,0 1 0 0 0,0 0 0 0 0,0 0 0 0 0,0-1 0 0 0,0 1 1 0 0,0 0-1 0 0,0-1 0 0 0,0 1 0 0 0,1 0 0 0 0,-1 0 0 0 0,0-1 1 0 0,0 1-1 0 0,0 0 0 0 0,0 0 0 0 0,0 0 0 0 0,0-1 1 0 0,1 1-1 0 0,-1 0 0 0 0,0 0 0 0 0,0 0 0 0 0,0-1 0 0 0,1 1 1 0 0,-1 0-1 0 0,0 0 0 0 0,13-2 1919 0 0,18 8-293 0 0,-26-5-1393 0 0,18 5 399 0 0,110 28 884 0 0,-117-28-1562 0 0,0 0 0 0 0,-1 1 0 0 0,0 1 0 0 0,0 1 0 0 0,-1 0 0 0 0,16 12 0 0 0,2 9 375 0 0,-1 1 0 0 0,-2 2 0 0 0,36 50 0 0 0,-30-37 62 0 0,45 47 0 0 0,-61-72-270 0 0,-14-15-144 0 0,0 0-1 0 0,0-1 0 0 0,1 1 1 0 0,0-1-1 0 0,0 0 0 0 0,0-1 1 0 0,0 1-1 0 0,9 3 0 0 0,-15-8-67 0 0,1 1 0 0 0,-1-1 0 0 0,1 0-1 0 0,0 0 1 0 0,-1 0 0 0 0,1 0 0 0 0,-1 0 0 0 0,1 0 0 0 0,-1 0-1 0 0,1 0 1 0 0,-1 0 0 0 0,1 0 0 0 0,0-1 0 0 0,-1 1-1 0 0,1 0 1 0 0,-1 0 0 0 0,1 0 0 0 0,-1-1 0 0 0,1 1 0 0 0,-1 0-1 0 0,1-1 1 0 0,-1 1 0 0 0,0 0 0 0 0,1-1 0 0 0,-1 1-1 0 0,1-1 1 0 0,-1 1 0 0 0,0 0 0 0 0,1-1 0 0 0,-1 1 0 0 0,0-1-1 0 0,1 1 1 0 0,-1-1 0 0 0,8-21-299 0 0,-6 9-88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25.6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320 715 4143 0 0,'4'-1'379'0'0,"1"0"-1"0"0,-1-1 0 0 0,0 1 1 0 0,1-1-1 0 0,-1 0 1 0 0,0 0-1 0 0,0-1 0 0 0,0 1 1 0 0,4-5-1 0 0,3 0 646 0 0,-7 4-594 0 0,0 1-1 0 0,0-1 0 0 0,0 0 1 0 0,0-1-1 0 0,0 1 1 0 0,-1-1-1 0 0,1 1 0 0 0,-1-1 1 0 0,0 0-1 0 0,4-8 0 0 0,-6 9-264 0 0,0 1-1 0 0,0-1 1 0 0,0 0-1 0 0,-1 0 1 0 0,1 1-1 0 0,-1-1 0 0 0,1 0 1 0 0,-1 0-1 0 0,0 0 1 0 0,0 0-1 0 0,-1 1 0 0 0,1-1 1 0 0,0 0-1 0 0,-1 0 1 0 0,0 0-1 0 0,0 1 1 0 0,1-1-1 0 0,-2 0 0 0 0,1 1 1 0 0,-2-5-1 0 0,-4-5-18 0 0,-1 1-1 0 0,0 0 1 0 0,0 0-1 0 0,-1 0 0 0 0,0 1 1 0 0,-1 1-1 0 0,0-1 1 0 0,-19-12-1 0 0,21 17-114 0 0,0 0 1 0 0,-1 0-1 0 0,0 0 1 0 0,0 1-1 0 0,0 0 1 0 0,0 1-1 0 0,-1 0 0 0 0,0 1 1 0 0,1 0-1 0 0,-1 0 1 0 0,0 1-1 0 0,-17 0 1 0 0,20 1-24 0 0,-1 1 1 0 0,1 0-1 0 0,0 1 1 0 0,0 0 0 0 0,-1 0-1 0 0,1 0 1 0 0,1 1-1 0 0,-1 0 1 0 0,0 1 0 0 0,1-1-1 0 0,-1 1 1 0 0,1 0-1 0 0,0 1 1 0 0,0 0 0 0 0,1 0-1 0 0,0 0 1 0 0,-1 0-1 0 0,2 1 1 0 0,-1 0 0 0 0,1 0-1 0 0,0 0 1 0 0,-6 11-1 0 0,4-4-7 0 0,0 1-1 0 0,1-1 1 0 0,0 1-1 0 0,1 0 1 0 0,1 0-1 0 0,0 1 0 0 0,1-1 1 0 0,1 1-1 0 0,0 0 1 0 0,2 22-1 0 0,0-23 0 0 0,0-1 0 0 0,2 0 0 0 0,-1 1-1 0 0,2-1 1 0 0,8 22 0 0 0,-9-28-5 0 0,0-1-1 0 0,1 1 1 0 0,0 0 0 0 0,0-1 0 0 0,1 0 0 0 0,-1 0-1 0 0,1 0 1 0 0,1-1 0 0 0,-1 0 0 0 0,1 1-1 0 0,10 5 1 0 0,-9-6 5 0 0,0-1 0 0 0,1 0 0 0 0,0 0 0 0 0,-1-1 0 0 0,1 0 0 0 0,1 0 0 0 0,-1-1 0 0 0,0 0 0 0 0,1 0 0 0 0,-1-1 0 0 0,1 0 0 0 0,13-1 0 0 0,-15 0 0 0 0,0-1 0 0 0,-1 0 0 0 0,1-1 0 0 0,0 0 0 0 0,-1 0 0 0 0,0 0 0 0 0,1-1 0 0 0,-1 0 0 0 0,0 0 0 0 0,0 0 0 0 0,0-1 0 0 0,-1 0 0 0 0,1 0 0 0 0,-1 0 0 0 0,0-1 0 0 0,6-7 0 0 0,0-2 103 0 0,-1 0 0 0 0,0-1-1 0 0,-1 0 1 0 0,0-1 0 0 0,-2 0 0 0 0,1 0 0 0 0,-2-1-1 0 0,8-33 1 0 0,-1-10 317 0 0,4-76-1 0 0,-15 117-400 0 0,12-391 373 0 0,-14 395-391 0 0,0 11-1 0 0,1 1 0 0 0,-1 0 0 0 0,0 0 0 0 0,0 0 0 0 0,0 0 0 0 0,-1 0 0 0 0,1 0 0 0 0,-1 0 0 0 0,1 0 0 0 0,-1 0 0 0 0,0 1 0 0 0,0-1 0 0 0,0 0 0 0 0,-2-3 0 0 0,3 6 0 0 0,-1 0 0 0 0,1 0 0 0 0,0-1 0 0 0,0 1 0 0 0,0 0 0 0 0,-1 0 0 0 0,1 0 0 0 0,0 0 0 0 0,0 0 0 0 0,-1-1 0 0 0,1 1 0 0 0,0 0 0 0 0,-1 0 0 0 0,1 0 0 0 0,0 0 0 0 0,0 0 0 0 0,-1 0 0 0 0,1 0 0 0 0,0 0 0 0 0,-1 0 0 0 0,1 0 0 0 0,0 0 0 0 0,0 0 0 0 0,-1 0 0 0 0,1 0 0 0 0,0 0 0 0 0,0 0 0 0 0,-1 1 0 0 0,1-1 0 0 0,0 0 0 0 0,-1 0 0 0 0,1 0 0 0 0,-8 10 0 0 0,-4 12 0 0 0,12-21 0 0 0,-7 22 0 0 0,1 0 0 0 0,1 0 0 0 0,1 0 0 0 0,-2 48 0 0 0,2-30 0 0 0,-17 277 0 0 0,20-296 0 0 0,1 0 0 0 0,1 1 0 0 0,1-1 0 0 0,7 36 0 0 0,-7-50 0 0 0,0 1 0 0 0,1-1 0 0 0,0 1 0 0 0,0-1 0 0 0,1 0 0 0 0,0 0 0 0 0,1 0 0 0 0,0-1 0 0 0,0 0 0 0 0,0 0 0 0 0,1 0 0 0 0,0 0 0 0 0,0-1 0 0 0,11 8 0 0 0,-7-7-154 0 0,-1 0 0 0 0,1-1 0 0 0,1-1-1 0 0,-1 0 1 0 0,1 0 0 0 0,0-1 0 0 0,0 0-1 0 0,0-1 1 0 0,0 0 0 0 0,1 0 0 0 0,-1-2 0 0 0,1 1-1 0 0,0-2 1 0 0,-1 1 0 0 0,1-2 0 0 0,0 1-1 0 0,11-4 1 0 0,-7 1-1286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26.0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253 90 3223 0 0,'0'-4'157'0'0,"0"1"0"0"0,1 0 0 0 0,-1 0 0 0 0,-1-1 0 0 0,1 1 0 0 0,0 0 0 0 0,-1-1 0 0 0,1 1 0 0 0,-1 0 0 0 0,0 0-1 0 0,0 0 1 0 0,0 0 0 0 0,-1 0 0 0 0,1 0 0 0 0,-1 0 0 0 0,0 0 0 0 0,1 0 0 0 0,-1 0 0 0 0,-1 1 0 0 0,1-1 0 0 0,0 1 0 0 0,0 0-1 0 0,-1 0 1 0 0,0-1 0 0 0,1 2 0 0 0,-1-1 0 0 0,0 0 0 0 0,0 0 0 0 0,0 1 0 0 0,0 0 0 0 0,0 0 0 0 0,0-1 0 0 0,0 2-1 0 0,-5-2 1 0 0,3 1 143 0 0,0 1-1 0 0,0 0 0 0 0,1 0 0 0 0,-1 0 1 0 0,0 0-1 0 0,0 1 0 0 0,1 0 0 0 0,-1 0 1 0 0,0 0-1 0 0,1 0 0 0 0,-1 1 0 0 0,1 0 1 0 0,0 0-1 0 0,0 0 0 0 0,-1 0 0 0 0,1 1 1 0 0,0 0-1 0 0,1 0 0 0 0,-1 0 0 0 0,1 0 1 0 0,-1 0-1 0 0,-2 4 0 0 0,-3 4 1 0 0,1-1-1 0 0,0 1 0 0 0,0 0 1 0 0,1 1-1 0 0,1 0 1 0 0,-8 20-1 0 0,8-15-74 0 0,0 0 0 0 0,2 1 0 0 0,0-1 0 0 0,1 1 0 0 0,1 0 0 0 0,1 0 0 0 0,1 27 0 0 0,1-23-29 0 0,2 1 0 0 0,0-1 0 0 0,2 0 0 0 0,0 0 0 0 0,14 34 0 0 0,-15-47-118 0 0,0-1 0 0 0,1 1-1 0 0,0-1 1 0 0,0-1 0 0 0,1 1 0 0 0,0-1 0 0 0,0 0 0 0 0,0 0 0 0 0,1 0 0 0 0,0-1-1 0 0,11 7 1 0 0,-13-10-182 0 0,0 0 0 0 0,1 0-1 0 0,-1 0 1 0 0,1-1 0 0 0,0 0-1 0 0,-1 0 1 0 0,1 0 0 0 0,7 0-1 0 0,-9-1-370 0 0,1-1 0 0 0,-1 0 0 0 0,0 0-1 0 0,1 0 1 0 0,-1 0 0 0 0,1-1 0 0 0,-1 0-1 0 0,0 0 1 0 0,1 0 0 0 0,-1 0 0 0 0,0-1 0 0 0,4-1-1 0 0,1-1-5756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26.1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84 5063 0 0,'0'0'9'0'0,"-2"-1"68"0"0,0 0-1 0 0,1 0 0 0 0,0-1 1 0 0,-1 1-1 0 0,1 0 1 0 0,0-1-1 0 0,-1 1 1 0 0,1-1-1 0 0,-2-2 1 0 0,3 3-9 0 0,0 0 0 0 0,0 1 0 0 0,0-1 0 0 0,1 0 0 0 0,-1 0 1 0 0,0 1-1 0 0,0-1 0 0 0,0 0 0 0 0,1 0 0 0 0,-1 1 0 0 0,0-1 0 0 0,1 0 1 0 0,-1 1-1 0 0,0-1 0 0 0,1 0 0 0 0,-1 1 0 0 0,1-1 0 0 0,-1 0 0 0 0,1 1 1 0 0,-1-1-1 0 0,1 1 0 0 0,0-1 0 0 0,-1 1 0 0 0,1 0 0 0 0,0-1 1 0 0,0 0-1 0 0,8-5 526 0 0,0 1 0 0 0,0 0 0 0 0,0 0 0 0 0,1 0 0 0 0,0 1 0 0 0,0 1 0 0 0,0 0 0 0 0,0 0 0 0 0,21-2 0 0 0,6 2 539 0 0,55 1 0 0 0,-60 2-1101 0 0,67 2-761 0 0,-66-1-2927 0 0,-4 0-1307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27.0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337 308 6911 0 0,'0'-3'281'0'0,"-1"1"0"0"0,1 0 0 0 0,0-1 0 0 0,0 1-1 0 0,0-1 1 0 0,0 0 0 0 0,0 1 0 0 0,0-1-1 0 0,1 1 1 0 0,-1 0 0 0 0,1-1 0 0 0,0 1 0 0 0,-1-1-1 0 0,1 1 1 0 0,0 0 0 0 0,1-1 0 0 0,-1 1-1 0 0,0 0 1 0 0,1 0 0 0 0,-1 0 0 0 0,3-2 0 0 0,-4 4-209 0 0,0 0 0 0 0,1-1 0 0 0,-1 1 1 0 0,0 0-1 0 0,1 0 0 0 0,-1 0 1 0 0,0 0-1 0 0,1 0 0 0 0,-1 0 0 0 0,0-1 1 0 0,1 1-1 0 0,-1 0 0 0 0,1 0 0 0 0,-1 0 1 0 0,0 0-1 0 0,1 0 0 0 0,-1 1 1 0 0,1-1-1 0 0,-1 0 0 0 0,0 0 0 0 0,1 0 1 0 0,-1 0-1 0 0,0 0 0 0 0,1 0 0 0 0,-1 1 1 0 0,0-1-1 0 0,1 0 0 0 0,-1 0 1 0 0,0 0-1 0 0,1 1 0 0 0,-1-1 0 0 0,0 0 1 0 0,0 1-1 0 0,1-1 0 0 0,-1 0 0 0 0,0 0 1 0 0,0 1-1 0 0,0-1 0 0 0,1 0 1 0 0,-1 1-1 0 0,0 0 0 0 0,8 15 1251 0 0,-3 6-731 0 0,0 1 0 0 0,-2-1-1 0 0,0 1 1 0 0,-1 35 0 0 0,-3-23-448 0 0,-1 0 1 0 0,-10 43-1 0 0,8-61-132 0 0,0 0 0 0 0,-2-1 0 0 0,0 1 0 0 0,-1-1 0 0 0,0-1 0 0 0,-2 1 0 0 0,0-1 0 0 0,0-1 0 0 0,-1 0 0 0 0,-1 0 0 0 0,-1-1 0 0 0,1 0 0 0 0,-2-1 0 0 0,0 0 0 0 0,0-1 0 0 0,-1-1 0 0 0,-1 0 0 0 0,0-1 0 0 0,0-1 0 0 0,0 0 0 0 0,-1-1 0 0 0,0 0 0 0 0,-27 6 0 0 0,39-12-14 0 0,1-1-1 0 0,0 1 1 0 0,0-1-1 0 0,-1 0 1 0 0,1 0-1 0 0,0 0 1 0 0,-1 0 0 0 0,1-1-1 0 0,0 1 1 0 0,0-1-1 0 0,-1 0 1 0 0,1 0-1 0 0,0 0 1 0 0,0 0-1 0 0,0-1 1 0 0,0 1-1 0 0,-5-4 1 0 0,7 4-13 0 0,-1-1 0 0 0,0 0 0 0 0,1 1 0 0 0,-1-1 0 0 0,1 0 0 0 0,0 1 0 0 0,-1-1 0 0 0,1 0 0 0 0,0 0 0 0 0,0 0 0 0 0,0 0 1 0 0,0 0-1 0 0,1 0 0 0 0,-1-1 0 0 0,1 1 0 0 0,-1 0 0 0 0,1 0 0 0 0,0 0 0 0 0,-1-1 0 0 0,1 1 0 0 0,0 0 0 0 0,1 0 0 0 0,-1-1 0 0 0,0 1 0 0 0,1 0 0 0 0,0-4 0 0 0,2-2-42 0 0,1 0 0 0 0,-1 0 0 0 0,1 0 0 0 0,1 1-1 0 0,-1-1 1 0 0,1 1 0 0 0,1 1 0 0 0,-1-1 0 0 0,1 1 0 0 0,0 0 0 0 0,1 0-1 0 0,9-7 1 0 0,-10 8 37 0 0,1 0 0 0 0,0 1 0 0 0,0 0 0 0 0,0 1 0 0 0,0-1 0 0 0,1 1 0 0 0,-1 1 0 0 0,1-1 0 0 0,0 1-1 0 0,0 1 1 0 0,0-1 0 0 0,0 1 0 0 0,11 0 0 0 0,-16 2 20 0 0,0-1 0 0 0,0 1 0 0 0,0-1 0 0 0,0 1 0 0 0,0 0 0 0 0,0 0 0 0 0,-1 0 0 0 0,1 0 0 0 0,0 1 0 0 0,-1-1 0 0 0,1 1 0 0 0,-1 0 0 0 0,1-1 0 0 0,-1 1 0 0 0,0 0 0 0 0,0 1 0 0 0,0-1 0 0 0,0 0 0 0 0,0 0 0 0 0,2 5 0 0 0,3 5 0 0 0,-1 0 0 0 0,-1 1 0 0 0,7 19 0 0 0,-8-18 0 0 0,10 20 0 0 0,-8-23-1 0 0,0-1 0 0 0,1 0 0 0 0,0-1 0 0 0,0 0 0 0 0,1 0 0 0 0,0 0 0 0 0,1-1 0 0 0,0 0 0 0 0,0-1 0 0 0,1 0 0 0 0,0 0 0 0 0,17 8 0 0 0,-20-12 9 0 0,1 0 0 0 0,-1 0 0 0 0,1 0 0 0 0,0-1 0 0 0,0-1 0 0 0,0 1 0 0 0,0-1 0 0 0,0-1 0 0 0,0 1-1 0 0,0-1 1 0 0,0-1 0 0 0,0 1 0 0 0,0-1 0 0 0,0-1 0 0 0,0 0 0 0 0,-1 0 0 0 0,1 0 0 0 0,0-1 0 0 0,10-5 0 0 0,-7 1 81 0 0,-1 1 0 0 0,0-2 0 0 0,0 1 1 0 0,-1-1-1 0 0,0-1 0 0 0,-1 0 0 0 0,0 0 0 0 0,0 0 1 0 0,-1-1-1 0 0,0 0 0 0 0,11-22 0 0 0,-6 5 0 0 0,0 0 0 0 0,-2-1-1 0 0,12-53 1 0 0,-18 63-83 0 0,-1 0 0 0 0,-1 0 0 0 0,-1-1-1 0 0,-1 1 1 0 0,0 0 0 0 0,-2 0 0 0 0,0-1 0 0 0,-1 1 0 0 0,0 0 0 0 0,-2 0 0 0 0,0 1 0 0 0,-1 0 0 0 0,0 0 0 0 0,-15-26 0 0 0,4 14 3 0 0,-2 0 1 0 0,-1 1 0 0 0,-1 1 0 0 0,-1 1 0 0 0,-1 1-1 0 0,-52-42 1 0 0,55 51 5 0 0,-1 0 0 0 0,0 2 0 0 0,-1 1 0 0 0,-1 0 0 0 0,-31-12 0 0 0,39 19-4 0 0,1 1 1 0 0,-1 1 0 0 0,0 1 0 0 0,0 0-1 0 0,0 0 1 0 0,0 2 0 0 0,-1 0 0 0 0,1 1-1 0 0,0 0 1 0 0,-20 3 0 0 0,30-2-5 0 0,-1 1 0 0 0,1-1 0 0 0,0 1 0 0 0,0 0 0 0 0,-1 0 1 0 0,2 0-1 0 0,-1 1 0 0 0,0 0 0 0 0,0 0 0 0 0,-7 7 0 0 0,6-4 10 0 0,0 0 1 0 0,0 0-1 0 0,1 1 0 0 0,0 0 0 0 0,0 0 0 0 0,-5 11 1 0 0,2-2 4 0 0,2 0 1 0 0,0 0 0 0 0,1 1-1 0 0,0-1 1 0 0,1 1-1 0 0,-1 23 1 0 0,3-27-12 0 0,1 0 0 0 0,1 0 0 0 0,0 0 0 0 0,1 1 0 0 0,1-1 0 0 0,0 0 0 0 0,6 21 0 0 0,-7-30-6 0 0,0 0 0 0 0,1 1 0 0 0,0-1 0 0 0,0 0 0 0 0,0-1 0 0 0,1 1 1 0 0,-1 0-1 0 0,1-1 0 0 0,0 1 0 0 0,0-1 0 0 0,0 0 0 0 0,0 0 0 0 0,0 0 0 0 0,1 0 0 0 0,-1 0 0 0 0,1-1 0 0 0,0 0 1 0 0,0 0-1 0 0,0 0 0 0 0,0 0 0 0 0,0 0 0 0 0,0-1 0 0 0,1 0 0 0 0,-1 0 0 0 0,0 0 0 0 0,5 0 0 0 0,11 0 63 0 0,-1-1 0 0 0,1-1-1 0 0,-1-1 1 0 0,0 0-1 0 0,0-2 1 0 0,0 0-1 0 0,32-11 1 0 0,-18 2 54 0 0,0-1 1 0 0,-2-2 0 0 0,41-25-1 0 0,-53 27-122 0 0,-17 13 0 0 0,-1 0 0 0 0,0 1 0 0 0,-1-1 0 0 0,1 0 0 0 0,0 0 0 0 0,0 0 0 0 0,0 0 0 0 0,0 0 0 0 0,-1 0 0 0 0,1 0 0 0 0,0-1 0 0 0,-1 1 0 0 0,1 0 0 0 0,-1 0 0 0 0,1-2 0 0 0,-1 3-3 0 0,-1 0 1 0 0,1-1-1 0 0,0 1 0 0 0,0 0 0 0 0,-1 0 0 0 0,1 0 0 0 0,0-1 1 0 0,-1 1-1 0 0,1 0 0 0 0,0 0 0 0 0,-1 0 0 0 0,1 0 1 0 0,0 0-1 0 0,-1 0 0 0 0,1 0 0 0 0,-1 0 0 0 0,1 0 1 0 0,0 0-1 0 0,-1 0 0 0 0,1 0 0 0 0,0 0 0 0 0,-1 0 1 0 0,1 0-1 0 0,0 0 0 0 0,-1 1 0 0 0,1-1 0 0 0,0 0 0 0 0,-1 0 1 0 0,1 0-1 0 0,-13 5-280 0 0,-1 1-142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1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178 221 455 0 0,'10'-76'2155'0'0,"-3"47"-1268"0"0,-1 3 1046 0 0,0 0 0 0 0,12-27-1 0 0,-12 43 721 0 0,-4 13-587 0 0,-5 23 334 0 0,2-15-2049 0 0,-1 67 323 0 0,4-1 1 0 0,3 1 0 0 0,25 127-1 0 0,-23-168-426 0 0,2 42 1 0 0,-9-66-183 0 0,1 1 0 0 0,-2 0 0 0 0,0-1 1 0 0,-1 1-1 0 0,0-1 0 0 0,-6 21 0 0 0,7-32-53 0 0,0 0-1 0 0,0 1 0 0 0,-1-1 1 0 0,1 0-1 0 0,-1 0 0 0 0,1 1 1 0 0,-1-1-1 0 0,0-1 0 0 0,0 1 1 0 0,0 0-1 0 0,0 0 0 0 0,0-1 1 0 0,0 1-1 0 0,0-1 0 0 0,-1 1 1 0 0,1-1-1 0 0,-1 0 1 0 0,1 0-1 0 0,-1 0 0 0 0,1 0 1 0 0,-1-1-1 0 0,-4 2 0 0 0,-1-1 4 0 0,-1 0 0 0 0,1-1 0 0 0,0 0 0 0 0,0 0 0 0 0,0-1 0 0 0,-11-1 0 0 0,9 0-10 0 0,1-1-1 0 0,-1 0 0 0 0,1 0 1 0 0,0-1-1 0 0,0 0 1 0 0,0-1-1 0 0,-15-10 0 0 0,13 7-1425 0 0,1 0 0 0 0,-17-19 0 0 0,16 15-4735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2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48 464 6911 0 0,'-16'-47'367'0'0,"6"20"1014"0"0,-7-34 1 0 0,15 53-757 0 0,1 0-1 0 0,0-1 1 0 0,0 1 0 0 0,1 0-1 0 0,0 0 1 0 0,1 0 0 0 0,-1 0 0 0 0,5-16-1 0 0,-2 15-285 0 0,0 1-1 0 0,1 0 0 0 0,1 0 1 0 0,-1 0-1 0 0,1 0 0 0 0,0 1 1 0 0,1 0-1 0 0,0 0 0 0 0,0 0 1 0 0,9-7-1 0 0,4-2 30 0 0,0 1 0 0 0,35-20 0 0 0,-31 21-192 0 0,1 1 1 0 0,1 1-1 0 0,0 1 1 0 0,42-11 0 0 0,-57 19-114 0 0,1 0 1 0 0,0 1-1 0 0,0 1 1 0 0,0 0 0 0 0,1 0-1 0 0,-1 1 1 0 0,0 1-1 0 0,0 0 1 0 0,0 0 0 0 0,0 1-1 0 0,0 1 1 0 0,0 0 0 0 0,-1 0-1 0 0,11 5 1 0 0,-6-1-46 0 0,-1 1 0 0 0,-1 0 0 0 0,1 1 0 0 0,-2 1 0 0 0,1 0 0 0 0,-1 0-1 0 0,-1 2 1 0 0,0-1 0 0 0,0 1 0 0 0,-1 1 0 0 0,-1 0 0 0 0,14 25 0 0 0,-21-35-16 0 0,-1 1 0 0 0,0-1-1 0 0,1 1 1 0 0,-1 0 0 0 0,-1-1-1 0 0,1 1 1 0 0,0 0 0 0 0,-1 0-1 0 0,0-1 1 0 0,0 1 0 0 0,0 0-1 0 0,-1 0 1 0 0,1 0 0 0 0,-2 6-1 0 0,0-4 6 0 0,0 0-1 0 0,-1-1 1 0 0,0 1-1 0 0,0-1 0 0 0,0 1 1 0 0,0-1-1 0 0,-1 0 0 0 0,-5 6 1 0 0,-3 1 9 0 0,-1-1 1 0 0,0 0-1 0 0,0-1 1 0 0,-1 0-1 0 0,-27 14 0 0 0,19-12-3 0 0,0-2-1 0 0,0 0 1 0 0,-1-1-1 0 0,-1-1 1 0 0,-25 4-1 0 0,45-12 10 0 0,3-2-207 0 0,9-1-6089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3.1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54 9671 0 0,'7'-2'2979'0'0,"29"-14"-1028"0"0,-3 7-1293 0 0,46-12 328 0 0,-68 19-986 0 0,0 0 0 0 0,0 1 0 0 0,0 0 1 0 0,0 1-1 0 0,14 2 0 0 0,-20-1-712 0 0,-1 3-223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3.3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29 5063 0 0,'-6'2'510'0'0,"7"0"-43"0"0,13 1 440 0 0,25-1 1519 0 0,1-6 801 0 0,45-11 1 0 0,30-2-4263 0 0,-104 15-4327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3.8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124 86 7367 0 0,'1'-16'259'0'0,"3"-21"1089"0"0,-4 34-1063 0 0,1 1 0 0 0,-1 0 0 0 0,1 0-1 0 0,0-1 1 0 0,0 1 0 0 0,0 0 0 0 0,0 0-1 0 0,0 0 1 0 0,0 0 0 0 0,1 0-1 0 0,-1 0 1 0 0,1 1 0 0 0,1-3 0 0 0,-2 4-220 0 0,-1-1 1 0 0,1 1 0 0 0,-1 0-1 0 0,1 0 1 0 0,-1 0-1 0 0,1-1 1 0 0,-1 1 0 0 0,1 0-1 0 0,-1 0 1 0 0,1 0-1 0 0,-1 0 1 0 0,1 0 0 0 0,-1 0-1 0 0,1 0 1 0 0,-1 0 0 0 0,1 0-1 0 0,-1 0 1 0 0,1 0-1 0 0,-1 1 1 0 0,1-1 0 0 0,-1 0-1 0 0,1 0 1 0 0,-1 0 0 0 0,1 1-1 0 0,-1-1 1 0 0,1 0-1 0 0,-1 1 1 0 0,1-1 0 0 0,-1 0-1 0 0,0 1 1 0 0,1-1 0 0 0,-1 0-1 0 0,0 1 1 0 0,1-1-1 0 0,-1 1 1 0 0,0-1 0 0 0,1 1-1 0 0,-1-1 1 0 0,0 1-1 0 0,0 0 1 0 0,11 20 1038 0 0,-4 3-665 0 0,-1 1-1 0 0,-1 0 0 0 0,2 33 0 0 0,-2 78 268 0 0,-6-122-642 0 0,-1-1 0 0 0,1 1 0 0 0,-2-1-1 0 0,0 0 1 0 0,-1 0 0 0 0,0 0 0 0 0,-1 0 0 0 0,0-1 0 0 0,-1 0 0 0 0,-1 0 0 0 0,-8 12 0 0 0,2-6-1 0 0,0 0 0 0 0,-1-1 0 0 0,-1-1 0 0 0,0 0 1 0 0,-1-1-1 0 0,-21 14 0 0 0,25-21-28 0 0,11-8-33 0 0,1 1-1 0 0,-1-1 1 0 0,1 0 0 0 0,-1 1 0 0 0,1-1 0 0 0,-1 0 0 0 0,1 0 0 0 0,-1 1 0 0 0,1-1-1 0 0,-1 0 1 0 0,0 0 0 0 0,1 0 0 0 0,-1 0 0 0 0,1 0 0 0 0,-1 0 0 0 0,0 0 0 0 0,1 0-1 0 0,-1 0 1 0 0,0 0 0 0 0,0 0-2 0 0,1-1 0 0 0,0 1 0 0 0,0 0 0 0 0,0 0 0 0 0,0-1 0 0 0,0 1 0 0 0,0 0 0 0 0,0-1 0 0 0,1 1 0 0 0,-1 0 0 0 0,0 0 0 0 0,0-1 0 0 0,0 1 0 0 0,0 0 0 0 0,0 0 0 0 0,0-1 0 0 0,0 1 0 0 0,0 0 0 0 0,1 0 0 0 0,-1-1 0 0 0,0 1 0 0 0,0 0 0 0 0,0 0 0 0 0,1 0 0 0 0,-1-1 0 0 0,0 1 0 0 0,0 0 0 0 0,0 0 0 0 0,1 0 0 0 0,-1 0 0 0 0,0-1 0 0 0,1 1 0 0 0,9-6 0 0 0,-10 5 0 0 0,19-10 0 0 0,0 1 0 0 0,1 1 0 0 0,27-9 0 0 0,-35 14 0 0 0,0 1 0 0 0,0 0 0 0 0,0 1 0 0 0,1 1 0 0 0,-1-1 0 0 0,0 2 0 0 0,18 1 0 0 0,-26-1-1 0 0,0 1-1 0 0,-1 0 0 0 0,1 0 1 0 0,0 0-1 0 0,-1 0 1 0 0,1 0-1 0 0,-1 1 0 0 0,1-1 1 0 0,-1 1-1 0 0,0 0 1 0 0,1 0-1 0 0,-1 1 1 0 0,0-1-1 0 0,3 3 0 0 0,-3 0 9 0 0,1-1 0 0 0,-1 0-1 0 0,1 1 1 0 0,-1 0 0 0 0,-1 0-1 0 0,1 0 1 0 0,-1 0 0 0 0,3 9-1 0 0,-1 1 89 0 0,0 1-1 0 0,-2-1 0 0 0,0 1 0 0 0,0 0 0 0 0,-3 28 1 0 0,-11 86 648 0 0,6-88-532 0 0,2 0 0 0 0,2 0 0 0 0,4 45 0 0 0,-1-79-170 0 0,0-1-1 0 0,0 0 1 0 0,1 1-1 0 0,-1-1 1 0 0,2 0-1 0 0,-1 0 0 0 0,1 0 1 0 0,5 8-1 0 0,-7-13-26 0 0,1 0 0 0 0,-1 0-1 0 0,1 0 1 0 0,-1 0 0 0 0,1 0-1 0 0,0-1 1 0 0,-1 1 0 0 0,1 0-1 0 0,0-1 1 0 0,0 1 0 0 0,1-1-1 0 0,-1 0 1 0 0,0 0 0 0 0,0 0-1 0 0,1 0 1 0 0,-1 0 0 0 0,0 0-1 0 0,1 0 1 0 0,-1-1 0 0 0,1 1-1 0 0,-1-1 1 0 0,1 0 0 0 0,-1 0-1 0 0,1 0 1 0 0,-1 0 0 0 0,1 0-1 0 0,3-1 1 0 0,2-1-7 0 0,0-1-1 0 0,0 0 0 0 0,-1 0 1 0 0,1-1-1 0 0,-1 0 1 0 0,1 0-1 0 0,-1 0 0 0 0,-1-1 1 0 0,11-9-1 0 0,-16 13-47 0 0,1-1 1 0 0,-1 1-1 0 0,0-1 0 0 0,1 0 0 0 0,-1 1 1 0 0,0-1-1 0 0,1-3 0 0 0,1-7-6174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4.9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29 307 6911 0 0,'-3'-4'355'0'0,"0"0"-1"0"0,0 1 1 0 0,0-1-1 0 0,1 0 1 0 0,-1 0-1 0 0,1-1 1 0 0,0 1-1 0 0,1 0 1 0 0,-1-1-1 0 0,1 1 1 0 0,0-1-1 0 0,0 1 1 0 0,0-1-1 0 0,0 0 1 0 0,1 1-1 0 0,0-1 1 0 0,0 0-1 0 0,0 1 1 0 0,1-1-1 0 0,0 0 1 0 0,-1 1-1 0 0,2-1 1 0 0,1-6-1 0 0,1 0 178 0 0,0-1-1 0 0,1 1 0 0 0,1-1 1 0 0,0 1-1 0 0,0 1 0 0 0,1-1 1 0 0,12-13-1 0 0,-9 13-376 0 0,1 1 0 0 0,-1 0 0 0 0,2 0 0 0 0,14-9 0 0 0,-19 14-119 0 0,0 1 1 0 0,0 0-1 0 0,0 1 0 0 0,0 0 0 0 0,0 0 0 0 0,1 0 1 0 0,0 1-1 0 0,-1 0 0 0 0,12-1 0 0 0,-17 3-23 0 0,0 0 0 0 0,0 0 0 0 0,0 0 0 0 0,0 0 0 0 0,0 0 0 0 0,0 0 0 0 0,0 1 0 0 0,0-1 0 0 0,0 1 0 0 0,0-1 0 0 0,0 1 0 0 0,0 0 0 0 0,-1 0 0 0 0,1 0 0 0 0,0 0 0 0 0,-1 0 0 0 0,1 0 0 0 0,0 0 0 0 0,-1 1 0 0 0,2 1 0 0 0,-1 0 1 0 0,0-1 0 0 0,0 1 1 0 0,-1 0-1 0 0,1 0 0 0 0,-1 1 0 0 0,1-1 0 0 0,-1 0 0 0 0,0 0 0 0 0,0 1 0 0 0,0 5 1 0 0,0 6 1 0 0,0-1 1 0 0,-2 1 0 0 0,0 0-1 0 0,-3 18 1 0 0,-5 26-6 0 0,-12 104 42 0 0,16-119-53 0 0,16-56 0 0 0,27-60 25 0 0,-4-1 0 0 0,33-98 0 0 0,-63 160 59 0 0,-1-1 0 0 0,1 1 0 0 0,-2-1 0 0 0,0 1 0 0 0,1-14 0 0 0,-3 25-83 0 0,0 0 1 0 0,0 1-1 0 0,0-1 1 0 0,0 0-1 0 0,0 0 1 0 0,0 0-1 0 0,0 0 1 0 0,0 0-1 0 0,0 0 1 0 0,0 0-1 0 0,-1 0 1 0 0,1 0-1 0 0,0 0 1 0 0,0 0 0 0 0,0 0-1 0 0,0 0 1 0 0,0 0-1 0 0,0 0 1 0 0,0 0-1 0 0,0 0 1 0 0,0 0-1 0 0,0 0 1 0 0,0 0-1 0 0,0 0 1 0 0,0 0-1 0 0,0 0 1 0 0,0 0-1 0 0,0 0 1 0 0,0 0-1 0 0,0 0 1 0 0,0 0-1 0 0,0 0 1 0 0,0 0-1 0 0,-1 0 1 0 0,1 0-1 0 0,0 0 1 0 0,0 0-1 0 0,0 0 1 0 0,0 0-1 0 0,0 0 1 0 0,0 0-1 0 0,0 0 1 0 0,0 0-1 0 0,0-1 1 0 0,0 1-1 0 0,0 0 1 0 0,0 0-1 0 0,0 0 1 0 0,0 0-1 0 0,0 0 1 0 0,0 0-1 0 0,0 0 1 0 0,0 0-1 0 0,0 0 1 0 0,0 0-1 0 0,0 0 1 0 0,0 0-1 0 0,-4 7 14 0 0,-5 10 30 0 0,-4 14-43 0 0,2 2 0 0 0,-13 54 0 0 0,21-72 5 0 0,1 0 0 0 0,0 1 0 0 0,2-1 0 0 0,-1 1 1 0 0,2 0-1 0 0,0-1 0 0 0,0 1 0 0 0,6 17 0 0 0,-6-26-1 0 0,1 0-1 0 0,0 0 1 0 0,1-1-1 0 0,0 1 1 0 0,0-1-1 0 0,0 1 1 0 0,1-1-1 0 0,0-1 1 0 0,0 1-1 0 0,1 0 1 0 0,-1-1-1 0 0,1 0 1 0 0,0 0-1 0 0,1 0 1 0 0,-1-1-1 0 0,1 0 1 0 0,0 0-1 0 0,0 0 1 0 0,0 0-1 0 0,0-1 1 0 0,1 0-1 0 0,0-1 1 0 0,-1 0-1 0 0,1 0 1 0 0,0 0-1 0 0,0-1 1 0 0,0 1-1 0 0,0-2 1 0 0,0 1-1 0 0,0-1 1 0 0,0 0-1 0 0,0-1 1 0 0,0 1-1 0 0,0-1 1 0 0,0-1-1 0 0,0 1 1 0 0,0-1-1 0 0,11-5 1 0 0,-14 5-321 0 0,0 0 1 0 0,0 0-1 0 0,0-1 0 0 0,0 1 1 0 0,4-5-1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5.1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18 113 8287 0 0,'-7'-7'386'0'0,"6"7"-300"0"0,0-1 1 0 0,0 0 0 0 0,0 1-1 0 0,0-1 1 0 0,0 0-1 0 0,1 0 1 0 0,-1 0-1 0 0,0 0 1 0 0,1 0-1 0 0,-1 0 1 0 0,0-1-1 0 0,1 1 5 0 0,0 1 0 0 0,0-1 0 0 0,0 0 0 0 0,0 1 0 0 0,0-1 0 0 0,0 0 0 0 0,1 1-1 0 0,-1-1 1 0 0,0 1 0 0 0,0-1 0 0 0,1 0 0 0 0,-1 1 0 0 0,0-1 0 0 0,1 1-1 0 0,-1-1 1 0 0,0 1 0 0 0,1-1 0 0 0,-1 1 0 0 0,1-1 0 0 0,-1 1 0 0 0,1-1 0 0 0,-1 1-1 0 0,1-1 1 0 0,-1 1 0 0 0,2-1 0 0 0,4-3 629 0 0,1 0 0 0 0,0 0 1 0 0,0 0-1 0 0,1 1 0 0 0,-1 0 0 0 0,11-3 0 0 0,50-9 999 0 0,-57 13-1403 0 0,20-4 166 0 0,14-4 119 0 0,1 3-1 0 0,63-3 1 0 0,-102 10-605 0 0,-4-1-8 0 0,-1 1 0 0 0,1 0 0 0 0,0 0 0 0 0,-1 0 0 0 0,1 0 0 0 0,0 0 0 0 0,-1 1 0 0 0,1-1 0 0 0,0 1 0 0 0,-1 0 0 0 0,1 0 0 0 0,-1 0 0 0 0,3 1 0 0 0,-4-1-117 0 0,-1-1 1 0 0,0 1-1 0 0,0-1 0 0 0,0 0 1 0 0,1 1-1 0 0,-1-1 0 0 0,0 1 1 0 0,0-1-1 0 0,0 1 0 0 0,0-1 1 0 0,0 1-1 0 0,0-1 1 0 0,0 1-1 0 0,0-1 0 0 0,0 1 1 0 0,0-1-1 0 0,0 1 0 0 0,0-1 1 0 0,0 1-1 0 0,-1-1 0 0 0,1 1 1 0 0,0-1-1 0 0,0 1 1 0 0,-1 0-1 0 0,-2 6-1078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7.9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84 5983 0 0,'5'-84'8748'0'0,"-6"93"-7624"0"0,0 12-613 0 0,5 32 32 0 0,2 13-69 0 0,-3 1-1 0 0,-7 68 1 0 0,-6-18-683 0 0,12-98-241 0 0,-2-18 277 0 0,0-1 0 0 0,0 1 0 0 0,0 0 0 0 0,0-1 1 0 0,0 1-1 0 0,0-1 0 0 0,1 1 0 0 0,-1-1 0 0 0,0 1 0 0 0,0 0 1 0 0,1-1-1 0 0,-1 1 0 0 0,0-1 0 0 0,1 1 0 0 0,-1-1 0 0 0,0 0 1 0 0,1 1-1 0 0,-1-1 0 0 0,1 1 0 0 0,-1-1 0 0 0,1 0 0 0 0,-1 1 0 0 0,1-1 1 0 0,-1 0-1 0 0,1 0 0 0 0,-1 1 0 0 0,2-1 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38.2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60 81 1839 0 0,'-20'-6'709'0'0,"-18"-8"2794"0"0,38 14-3460 0 0,0 0 0 0 0,0 0 0 0 0,0 0 0 0 0,0 0 0 0 0,-1 0 0 0 0,1 0-1 0 0,0 0 1 0 0,0 0 515 0 0,0 0-516 0 0,0-1 1 0 0,0 1 0 0 0,0 0 0 0 0,0 0 0 0 0,0 0 0 0 0,0 0 0 0 0,-1 0-1 0 0,1 0 1 0 0,0 0 0 0 0,0 0 0 0 0,0 0 0 0 0,0 0 0 0 0,0 0 0 0 0,0 0-1 0 0,0 0 1 0 0,0 0 0 0 0,0 0 0 0 0,0-1 0 0 0,0 1 0 0 0,0 0 0 0 0,0 0-1 0 0,0 0 1 0 0,1 0 515 0 0,-1 0-516 0 0,0 0 1 0 0,0-1 0 0 0,6-1 1551 0 0,6 0 30 0 0,77-5 2939 0 0,93-11-1257 0 0,-127 5-2672 0 0,-32 7-444 0 0,22-3 1 0 0,-30 9-104 0 0,-12 3-503 0 0,-6 3-1258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0.5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410 78 3223 0 0,'0'0'240'0'0,"-2"-1"-250"0"0,15-17-698 0 0,11-2 2251 0 0,-18 16-721 0 0,-1 0-1 0 0,0 0 0 0 0,-1 0 0 0 0,1-1 0 0 0,6-7 0 0 0,-11 12-764 0 0,0 0-1 0 0,0 0 1 0 0,0 0-1 0 0,0 0 0 0 0,0 0 1 0 0,0-1-1 0 0,0 1 1 0 0,1 0-1 0 0,-1 0 0 0 0,0 0 1 0 0,0 0-1 0 0,0 0 1 0 0,0-1-1 0 0,0 1 0 0 0,0 0 1 0 0,0 0-1 0 0,0 0 1 0 0,0 0-1 0 0,0-1 0 0 0,0 1 1 0 0,0 0-1 0 0,0 0 1 0 0,0 0-1 0 0,0 0 0 0 0,0-1 1 0 0,0 1-1 0 0,0 0 1 0 0,0 0-1 0 0,0 0 0 0 0,0 0 1 0 0,0 0-1 0 0,-1-1 1 0 0,1 1-1 0 0,0 0 0 0 0,0 0 1 0 0,0 0-1 0 0,0 0 1 0 0,0 0-1 0 0,0 0 0 0 0,0-1 1 0 0,-1 1-1 0 0,1 0 60 0 0,0 1 0 0 0,0-1 0 0 0,-1 0 0 0 0,1 0-1 0 0,0 0 1 0 0,0 1 0 0 0,-1-1 0 0 0,1 0 0 0 0,0 0 0 0 0,0 1-1 0 0,0-1 1 0 0,-1 0 0 0 0,1 0 0 0 0,0 1 0 0 0,0-1 0 0 0,0 0-1 0 0,0 1 1 0 0,0-1 0 0 0,0 0 0 0 0,0 1 0 0 0,0-1 0 0 0,0 0 0 0 0,0 0-1 0 0,0 1 1 0 0,0-1 0 0 0,0 0 0 0 0,0 1 0 0 0,0-1 0 0 0,0 0-1 0 0,0 1 1 0 0,0 19 392 0 0,-2 0-1 0 0,0 0 1 0 0,-1-1-1 0 0,-10 34 0 0 0,9-38-350 0 0,-1-1 0 0 0,-1-1 0 0 0,0 1-1 0 0,-1-1 1 0 0,-1 0 0 0 0,0 0-1 0 0,-13 15 1 0 0,3-7 29 0 0,-1-1 1 0 0,-1-1-1 0 0,-23 18 0 0 0,34-30-143 0 0,0-1 0 0 0,-1 0-1 0 0,1 0 1 0 0,-1-1 0 0 0,0 0-1 0 0,-1-1 1 0 0,1 0 0 0 0,-1-1-1 0 0,0 0 1 0 0,-15 2 0 0 0,17-4-43 0 0,0-1 1 0 0,0 1 0 0 0,0-1-1 0 0,0-1 1 0 0,0 0 0 0 0,0 0 0 0 0,0-1-1 0 0,0 0 1 0 0,0 0 0 0 0,0-1-1 0 0,1 0 1 0 0,-1-1 0 0 0,1 0-1 0 0,-14-9 1 0 0,20 12-1 0 0,1 0-1 0 0,-1 0 1 0 0,1 0 0 0 0,0 0-1 0 0,-1 0 1 0 0,1-1-1 0 0,0 1 1 0 0,0 0-1 0 0,0-1 1 0 0,0 1 0 0 0,0-1-1 0 0,0 1 1 0 0,1-1-1 0 0,-1 1 1 0 0,0-1 0 0 0,1 0-1 0 0,-1 1 1 0 0,1-1-1 0 0,0 0 1 0 0,-1 1-1 0 0,1-3 1 0 0,0 1 2 0 0,1 0 0 0 0,-1 0 0 0 0,1 0 0 0 0,0 0 0 0 0,0 0 0 0 0,0 0-1 0 0,0 0 1 0 0,0 1 0 0 0,1-1 0 0 0,-1 0 0 0 0,3-2 0 0 0,3-4 26 0 0,0 0 1 0 0,0 1-1 0 0,1 0 0 0 0,0 0 1 0 0,15-9-1 0 0,-13 9 16 0 0,1 1 0 0 0,1 0 0 0 0,-1 1 0 0 0,17-7 0 0 0,-25 12-32 0 0,1 0-1 0 0,-1 0 0 0 0,1 0 0 0 0,0 0 0 0 0,-1 0 0 0 0,1 1 0 0 0,0-1 0 0 0,0 1 1 0 0,-1 0-1 0 0,1 0 0 0 0,0 1 0 0 0,0-1 0 0 0,-1 1 0 0 0,1 0 0 0 0,-1 0 0 0 0,1 0 1 0 0,0 0-1 0 0,-1 1 0 0 0,6 2 0 0 0,15 14 327 0 0,-1 1 1 0 0,32 34 0 0 0,10 7 106 0 0,-50-46-378 0 0,1-2-1 0 0,0 0 1 0 0,1-1-1 0 0,1-1 1 0 0,0-1-1 0 0,0 0 1 0 0,26 8-1 0 0,-41-16-56 0 0,0 0 0 0 0,1 0 0 0 0,-1 0 1 0 0,0-1-1 0 0,1 0 0 0 0,-1 0 0 0 0,1 0 0 0 0,-1 0 0 0 0,0 0 0 0 0,5-1 0 0 0,-7 0-7 0 0,0 1 0 0 0,1-1 0 0 0,-1 1 1 0 0,0-1-1 0 0,0 0 0 0 0,0 1 0 0 0,0-1 0 0 0,0 0 0 0 0,0 0 0 0 0,0 0 0 0 0,0 0 0 0 0,-1 0 0 0 0,1 0 1 0 0,0 0-1 0 0,0 0 0 0 0,-1 0 0 0 0,1 0 0 0 0,-1 0 0 0 0,1-1 0 0 0,-1 1 0 0 0,1 0 0 0 0,-1 0 0 0 0,0-1 1 0 0,0 1-1 0 0,1 0 0 0 0,-1 0 0 0 0,0-1 0 0 0,0 1 0 0 0,-1-3 0 0 0,1 0 8 0 0,0 1-1 0 0,-1-1 1 0 0,0 0-1 0 0,0 0 1 0 0,0 1-1 0 0,0-1 1 0 0,-3-6-1 0 0,3 9-11 0 0,1-1-1 0 0,-1 1 1 0 0,0 0-1 0 0,0-1 1 0 0,1 1-1 0 0,-1 0 0 0 0,0 0 1 0 0,0 0-1 0 0,0 0 1 0 0,0 0-1 0 0,0 0 1 0 0,-1 0-1 0 0,1 0 1 0 0,0 0-1 0 0,0 0 0 0 0,-1 1 1 0 0,1-1-1 0 0,0 0 1 0 0,-1 1-1 0 0,1-1 1 0 0,-1 1-1 0 0,1 0 0 0 0,-2-1 1 0 0,-6 6-1886 0 0,7-4 897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1.6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93 1375 0 0,'-1'-9'942'0'0,"0"1"-1"0"0,-1-1 0 0 0,0 0 0 0 0,0 1 0 0 0,-1-1 0 0 0,0 1 0 0 0,-1 0 0 0 0,0 0 0 0 0,-7-9 3172 0 0,11 17-4059 0 0,0 8 1214 0 0,4 9-115 0 0,22 73-599 0 0,8 37 584 0 0,-31-110-1037 0 0,-1 0 1 0 0,0 0 0 0 0,-1 1 0 0 0,-1-1-1 0 0,-4 29 1 0 0,2-31-104 0 0,-1 1-16 0 0,1 1 0 0 0,1-1 0 0 0,1 33 0 0 0,0-48-24 0 0,0 0 1 0 0,0-1 0 0 0,0 1 0 0 0,0-1-1 0 0,0 1 1 0 0,1 0 0 0 0,-1-1 0 0 0,0 1-1 0 0,0-1 1 0 0,0 1 0 0 0,1 0 0 0 0,-1-1-1 0 0,0 1 1 0 0,1-1 0 0 0,-1 1 0 0 0,0-1-1 0 0,1 1 1 0 0,-1-1 0 0 0,1 1 0 0 0,-1-1-1 0 0,1 0 1 0 0,-1 1 0 0 0,1-1 0 0 0,-1 1-1 0 0,1-1 1 0 0,2-3-1480 0 0,-5-8 549 0 0,-26-46-879 0 0,13 29 1913 0 0,-13-38 1 0 0,28 65 1 0 0,-1 0 0 0 0,1 0 0 0 0,0 0 0 0 0,-1 0 0 0 0,1 0 0 0 0,0 0 0 0 0,0 0 0 0 0,0 0 0 0 0,0 0 0 0 0,0-1 0 0 0,0 1 0 0 0,0 0 0 0 0,1-1 0 0 0,-1 1-4 0 0,0 1 0 0 0,0 0-1 0 0,0-1 1 0 0,1 1 0 0 0,-1 0 0 0 0,0 0 0 0 0,0-1 0 0 0,1 1 0 0 0,-1 0 0 0 0,0 0 0 0 0,0-1 0 0 0,1 1 0 0 0,-1 0 0 0 0,0 0 0 0 0,1 0 0 0 0,-1 0 0 0 0,0-1 0 0 0,1 1 0 0 0,-1 0 0 0 0,0 0 0 0 0,1 0 0 0 0,-1 0 0 0 0,0 0 0 0 0,1 0 0 0 0,-1 0 0 0 0,1 0 0 0 0,0 0 64 0 0,1 0 0 0 0,0 1 1 0 0,0-1-1 0 0,-1 1 1 0 0,1-1-1 0 0,-1 1 1 0 0,1 0-1 0 0,0-1 0 0 0,-1 1 1 0 0,1 0-1 0 0,-1 0 1 0 0,0 0-1 0 0,1 0 0 0 0,1 2 1 0 0,15 18 331 0 0,-1-1 0 0 0,-1 2 1 0 0,-1 1-1 0 0,18 36 0 0 0,-31-56-440 0 0,-1-1 2 0 0,0 1-1 0 0,1-1 1 0 0,-1 0 0 0 0,0 0-1 0 0,1 0 1 0 0,0 0 0 0 0,0 0-1 0 0,2 2 1 0 0,-3-4-12 0 0,-1 0 0 0 0,1 1 0 0 0,0-1 0 0 0,-1 0 0 0 0,1 0 0 0 0,0 1 0 0 0,0-1-1 0 0,-1 0 1 0 0,1 0 0 0 0,0 0 0 0 0,-1 0 0 0 0,1 0 0 0 0,0 0 0 0 0,0 0 0 0 0,-1 0 0 0 0,1 0 0 0 0,0-1 0 0 0,0 1 0 0 0,-1 0 0 0 0,1 0 0 0 0,0-1 0 0 0,-1 1-1 0 0,1 0 1 0 0,0-1 0 0 0,-1 1 0 0 0,1 0 0 0 0,-1-1 0 0 0,1 1 0 0 0,0-1 0 0 0,-1 1 0 0 0,1-1 0 0 0,0-1 0 0 0,6-6 47 0 0,-1 0 1 0 0,1 0-1 0 0,-1-1 0 0 0,-1 0 1 0 0,0 0-1 0 0,0 0 1 0 0,-1-1-1 0 0,0 1 0 0 0,5-21 1 0 0,-6 18 73 0 0,-1-1 0 0 0,0 1 0 0 0,0 0-1 0 0,-2-1 1 0 0,1 0 0 0 0,-2 1 0 0 0,-3-25 0 0 0,4 36-105 0 0,0 0 1 0 0,0 0-1 0 0,0 1 0 0 0,0-1 0 0 0,-1 0 0 0 0,1 0 0 0 0,0 1 1 0 0,0-1-1 0 0,-1 0 0 0 0,1 1 0 0 0,0-1 0 0 0,-1 0 0 0 0,1 1 1 0 0,-1-1-1 0 0,0 0 0 0 0,-2 3-1303 0 0,1 6-3690 0 0,0 2-1924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3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319 574 1839 0 0,'0'-1'126'0'0,"1"0"-1"0"0,-1 1 0 0 0,0-1 0 0 0,1 0 0 0 0,-1 1 0 0 0,1-1 0 0 0,-1 1 0 0 0,1-1 0 0 0,-1 1 0 0 0,1-1 1 0 0,-1 1-1 0 0,1-1 0 0 0,-1 1 0 0 0,1-1 0 0 0,0 1 0 0 0,-1 0 0 0 0,1-1 0 0 0,0 1 0 0 0,-1 0 0 0 0,2-1 0 0 0,14-4 2166 0 0,-16 5-2255 0 0,8-2 1273 0 0,-5 2-801 0 0,0-1 0 0 0,0 0-1 0 0,-1 1 1 0 0,1-1 0 0 0,0 0-1 0 0,-1 0 1 0 0,1 0 0 0 0,-1-1 0 0 0,3-1-1 0 0,-5 3-354 0 0,1-1 0 0 0,-1 0 0 0 0,0 0 0 0 0,0 0-1 0 0,0 0 1 0 0,0 0 0 0 0,0 0 0 0 0,-1 0 0 0 0,1 0-1 0 0,0 0 1 0 0,0 0 0 0 0,0 0 0 0 0,-1 0 0 0 0,1 0 0 0 0,-1 0-1 0 0,1 0 1 0 0,-1 1 0 0 0,1-1 0 0 0,-1 0 0 0 0,1 0-1 0 0,-2 0 1 0 0,-15-19 58 0 0,12 15-73 0 0,-4-4-123 0 0,0 0 1 0 0,0 1-1 0 0,-1 1 0 0 0,-1-1 0 0 0,1 2 1 0 0,-1-1-1 0 0,0 2 0 0 0,0-1 1 0 0,-1 1-1 0 0,0 1 0 0 0,0 0 1 0 0,0 1-1 0 0,0 0 0 0 0,0 1 0 0 0,-1 0 1 0 0,1 1-1 0 0,-1 1 0 0 0,1 0 1 0 0,-1 0-1 0 0,1 1 0 0 0,-1 1 1 0 0,-17 4-1 0 0,26-4-8 0 0,0-1 0 0 0,-1 1-1 0 0,1 0 1 0 0,0 0 0 0 0,1 0 0 0 0,-1 1 0 0 0,0-1 0 0 0,1 1-1 0 0,-1 0 1 0 0,1 0 0 0 0,0 1 0 0 0,0-1 0 0 0,0 0 0 0 0,0 1 0 0 0,1 0-1 0 0,-1 0 1 0 0,1-1 0 0 0,0 1 0 0 0,0 1 0 0 0,1-1 0 0 0,-2 5-1 0 0,1-4 22 0 0,1 1 0 0 0,0 0-1 0 0,1 0 1 0 0,-1-1 0 0 0,1 1-1 0 0,0 0 1 0 0,0 0-1 0 0,1-1 1 0 0,0 1 0 0 0,0 0-1 0 0,0-1 1 0 0,1 1-1 0 0,-1 0 1 0 0,2-1 0 0 0,-1 0-1 0 0,3 6 1 0 0,-1-5 14 0 0,-1 0 0 0 0,1 0 1 0 0,1-1-1 0 0,-1 1 0 0 0,1-1 0 0 0,-1 0 1 0 0,1-1-1 0 0,1 1 0 0 0,-1-1 0 0 0,1 0 1 0 0,8 5-1 0 0,-9-7 6 0 0,0 0 0 0 0,0 0 0 0 0,0 0 0 0 0,1-1 0 0 0,-1 0 0 0 0,0 0 0 0 0,0 0 0 0 0,1-1 0 0 0,-1 1 1 0 0,1-1-1 0 0,-1-1 0 0 0,0 1 0 0 0,1-1 0 0 0,-1 0 0 0 0,7-2 0 0 0,-1 0 49 0 0,0-1 0 0 0,-1-1 0 0 0,1 1 0 0 0,-1-2 0 0 0,0 0 0 0 0,-1 0 0 0 0,0-1 0 0 0,1 0 0 0 0,-2 0 0 0 0,1-1 0 0 0,-1 0 0 0 0,-1 0-1 0 0,1-1 1 0 0,-1 0 0 0 0,-1-1 0 0 0,8-13 0 0 0,-2-1 24 0 0,-1-1-1 0 0,-1 1 0 0 0,-2-1 1 0 0,0-1-1 0 0,8-50 1 0 0,-9 32-63 0 0,-2 0 0 0 0,-2-1 0 0 0,-2 1 0 0 0,-8-86 0 0 0,6 123-58 0 0,1 6 0 0 0,1 0 0 0 0,-1-1 0 0 0,0 1 0 0 0,-1 0 0 0 0,1 0 0 0 0,0-1 0 0 0,0 1 0 0 0,0 0 0 0 0,-1 0 0 0 0,1-1 0 0 0,-1 1 0 0 0,1 0 0 0 0,-1 0 0 0 0,-1-2 0 0 0,1 5 0 0 0,0-1 0 0 0,0 1 0 0 0,0 0 0 0 0,0-1 0 0 0,1 1 0 0 0,-1 0 0 0 0,-1 4 0 0 0,2-5 0 0 0,-4 14 0 0 0,0 1 0 0 0,2-1 0 0 0,0 0 0 0 0,0 1 0 0 0,2 17 0 0 0,-1-15 0 0 0,0 44 0 0 0,3-1 0 0 0,2 1 0 0 0,3 0 0 0 0,17 65 0 0 0,-21-113 48 0 0,1 0-1 0 0,10 22 0 0 0,-13-33-35 0 0,0 1 0 0 0,1-1-1 0 0,0 0 1 0 0,-1 0 0 0 0,1-1-1 0 0,0 1 1 0 0,1 0 0 0 0,-1-1-1 0 0,0 1 1 0 0,1-1-1 0 0,-1 1 1 0 0,1-1 0 0 0,0 0-1 0 0,0 0 1 0 0,0-1 0 0 0,0 1-1 0 0,3 1 1 0 0,-3-3 12 0 0,0 1 0 0 0,0-1-1 0 0,1 0 1 0 0,-1 0 0 0 0,0 0-1 0 0,0 0 1 0 0,0-1 0 0 0,0 1-1 0 0,0-1 1 0 0,0 0 0 0 0,0 0-1 0 0,0 0 1 0 0,0 0 0 0 0,-1 0 0 0 0,1-1-1 0 0,0 1 1 0 0,-1-1 0 0 0,1 0-1 0 0,2-2 1 0 0,6-5 124 0 0,0 0 0 0 0,16-19 0 0 0,-25 26-146 0 0,2-3-3 0 0,3-2-21 0 0,0 0 0 0 0,-1-1-1 0 0,0 1 1 0 0,0-1 0 0 0,-1-1-1 0 0,6-11 1 0 0,-11 13-1885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5.4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57 1375 0 0,'1'-17'1129'0'0,"-8"-6"4769"0"0,3 10-4033 0 0,4 13-1776 0 0,0 0 0 0 0,0 0-1 0 0,0 0 1 0 0,0 0-1 0 0,0-1 1 0 0,0 1 0 0 0,0 0-1 0 0,0 0 1 0 0,0 0 0 0 0,0 0-1 0 0,0-1 1 0 0,0 1-1 0 0,1 0 1 0 0,-1 0 0 0 0,0 0-1 0 0,0 0 1 0 0,0 0 0 0 0,0-1-1 0 0,0 1 1 0 0,0 0-1 0 0,1 0 1 0 0,-1 0 0 0 0,0 0-1 0 0,0 0 1 0 0,0 0 0 0 0,0 0-1 0 0,1 0 1 0 0,-1-1-1 0 0,0 1 1 0 0,0 0 0 0 0,0 0-1 0 0,0 0 1 0 0,1 0-1 0 0,-1 0 1 0 0,0 0 0 0 0,0 0-1 0 0,0 0 1 0 0,0 0 0 0 0,1 0-1 0 0,-1 0 1 0 0,0 0-1 0 0,0 0 1 0 0,0 1 0 0 0,1-1-1 0 0,10 1 1099 0 0,-8-1-754 0 0,9 1-43 0 0,0 1 0 0 0,1 1 0 0 0,-1 0-1 0 0,0 0 1 0 0,0 1 0 0 0,-1 1 0 0 0,1 0 0 0 0,-1 1-1 0 0,0 0 1 0 0,19 14 0 0 0,-26-17-366 0 0,1 1 0 0 0,-1 0 0 0 0,0 0 0 0 0,0 0 1 0 0,0 1-1 0 0,-1 0 0 0 0,1-1 0 0 0,-1 1 0 0 0,0 0 0 0 0,-1 1 0 0 0,1-1 0 0 0,-1 0 0 0 0,0 1 0 0 0,0-1 1 0 0,-1 1-1 0 0,0 0 0 0 0,0-1 0 0 0,0 1 0 0 0,0 0 0 0 0,-1 0 0 0 0,0 0 0 0 0,0-1 0 0 0,-1 1 1 0 0,0 0-1 0 0,-2 8 0 0 0,1-6-5 0 0,0-1 1 0 0,0 0-1 0 0,-1 0 1 0 0,0 0-1 0 0,-1-1 0 0 0,1 1 1 0 0,-1-1-1 0 0,-1 0 1 0 0,1 0-1 0 0,-1 0 1 0 0,0 0-1 0 0,0-1 1 0 0,0 0-1 0 0,-1 0 0 0 0,0 0 1 0 0,0-1-1 0 0,0 0 1 0 0,-8 4-1 0 0,11-6-24 0 0,-25 11 17 0 0,26-12-18 0 0,0 0-1 0 0,0-1 0 0 0,0 1 0 0 0,0 0 0 0 0,0-1 0 0 0,0 0 1 0 0,0 1-1 0 0,-1-1 0 0 0,1 0 0 0 0,0 0 0 0 0,-2-1 1 0 0,3 1-52 0 0,1 0 1 0 0,0 0-1 0 0,0 0 1 0 0,0 0-1 0 0,0 0 1 0 0,0 0-1 0 0,0 0 1 0 0,-1 0 0 0 0,1 0-1 0 0,0 0 1 0 0,0 0-1 0 0,0 0 1 0 0,0 0-1 0 0,0-1 1 0 0,0 1-1 0 0,0 0 1 0 0,0 0 0 0 0,0 0-1 0 0,0 0 1 0 0,-1 0-1 0 0,1 0 1 0 0,0 0-1 0 0,0 0 1 0 0,0-1 0 0 0,0 1-1 0 0,0 0 1 0 0,0 0-1 0 0,0 0 1 0 0,0 0-1 0 0,0 0 1 0 0,0 0-1 0 0,0-1 1 0 0,0 1 0 0 0,0 0-1 0 0,0 0 1 0 0,0 0-1 0 0,0 0 1 0 0,0 0-1 0 0,0 0 1 0 0,0-1-1 0 0,0 1 1 0 0,1 0 0 0 0,-1 0-1 0 0,0 0 1 0 0,0 0-1 0 0,0 0 1 0 0,0 0-1 0 0,0 0 1 0 0,0-1 0 0 0,0 1-1 0 0,0 0 1 0 0,0 0-1 0 0,0 0 1 0 0,1 0-1 0 0,-1 0 1 0 0,0 0-1 0 0,0 0 1 0 0,0 0 0 0 0,0 0-1 0 0,0 0 1 0 0,0 0-1 0 0,0 0 1 0 0,1 0-1 0 0,-1 0 1 0 0,0 0-1 0 0,0 0 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6.1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238 844 6911 0 0,'29'-26'942'0'0,"-22"20"-252"0"0,0 0 0 0 0,0 0 0 0 0,0-1 0 0 0,-1 1 0 0 0,0-2 0 0 0,0 1 0 0 0,-1-1 0 0 0,0 1 0 0 0,5-11 0 0 0,-9 15-501 0 0,0 0 1 0 0,0 0 0 0 0,-1 0-1 0 0,0 0 1 0 0,1 0 0 0 0,-1 0 0 0 0,0 0-1 0 0,0-1 1 0 0,-1 1 0 0 0,1 0-1 0 0,-1 0 1 0 0,1 0 0 0 0,-1 0-1 0 0,0 0 1 0 0,0 0 0 0 0,0 0-1 0 0,-1 0 1 0 0,1 0 0 0 0,-1 1 0 0 0,1-1-1 0 0,-1 1 1 0 0,0-1 0 0 0,0 1-1 0 0,0-1 1 0 0,-5-3 0 0 0,1 1-102 0 0,0-1 1 0 0,-1 1-1 0 0,0 0 1 0 0,0 1 0 0 0,0 0-1 0 0,-1 0 1 0 0,1 0-1 0 0,-14-3 1 0 0,12 4-67 0 0,0 1 0 0 0,0 1 0 0 0,-1-1 1 0 0,1 1-1 0 0,-1 1 0 0 0,1 0 0 0 0,-1 0 0 0 0,1 1 0 0 0,-1 0 1 0 0,1 1-1 0 0,0 0 0 0 0,-1 0 0 0 0,1 1 0 0 0,0 1 0 0 0,1-1 1 0 0,-1 1-1 0 0,1 0 0 0 0,-10 7 0 0 0,14-8-17 0 0,0 0 0 0 0,0 1-1 0 0,0-1 1 0 0,1 0 0 0 0,-1 1 0 0 0,1 0 0 0 0,0 0-1 0 0,0 0 1 0 0,1 0 0 0 0,-1 1 0 0 0,1-1-1 0 0,0 0 1 0 0,0 1 0 0 0,0 0 0 0 0,1 0 0 0 0,0-1-1 0 0,-1 1 1 0 0,2 0 0 0 0,-1 0 0 0 0,1 0-1 0 0,-1 0 1 0 0,1 0 0 0 0,1 0 0 0 0,-1 0-1 0 0,1 0 1 0 0,0 0 0 0 0,0 0 0 0 0,0-1 0 0 0,1 1-1 0 0,-1 0 1 0 0,1-1 0 0 0,0 1 0 0 0,1-1-1 0 0,-1 1 1 0 0,1-1 0 0 0,0 0 0 0 0,0 0-1 0 0,0 0 1 0 0,0-1 0 0 0,1 1 0 0 0,0-1 0 0 0,-1 0-1 0 0,1 0 1 0 0,5 3 0 0 0,-2-2-6 0 0,0-1-1 0 0,1 0 1 0 0,-1 0 0 0 0,1 0 0 0 0,-1-1-1 0 0,1 0 1 0 0,0 0 0 0 0,0-1 0 0 0,0 0-1 0 0,0-1 1 0 0,0 0 0 0 0,0 0 0 0 0,0 0-1 0 0,0-1 1 0 0,0-1 0 0 0,0 1 0 0 0,0-1-1 0 0,10-4 1 0 0,-9 3 7 0 0,-1-1 0 0 0,0 0-1 0 0,0 0 1 0 0,-1-1 0 0 0,1 0-1 0 0,-1 0 1 0 0,0-1 0 0 0,0 0 0 0 0,-1 0-1 0 0,0 0 1 0 0,0-1 0 0 0,0 0-1 0 0,-1 0 1 0 0,0-1 0 0 0,-1 1-1 0 0,6-13 1 0 0,-2 0 129 0 0,-1-1 0 0 0,-1 1-1 0 0,-1-2 1 0 0,3-22 0 0 0,3-90 227 0 0,-8 80-350 0 0,0 11-12 0 0,4-48 0 0 0,-6-111 0 0 0,-2 193 0 0 0,0 0 1 0 0,0 0-1 0 0,-5-15 0 0 0,5 22 0 0 0,1 0-1 0 0,-1 0 0 0 0,0 0 1 0 0,0 0-1 0 0,0 0 1 0 0,0 0-1 0 0,0 0 1 0 0,0 0-1 0 0,0 0 1 0 0,-1 1-1 0 0,1-1 0 0 0,-1 0 1 0 0,1 1-1 0 0,-1 0 1 0 0,1-1-1 0 0,-1 1 1 0 0,0 0-1 0 0,0 0 1 0 0,0-1-1 0 0,-4 0 0 0 0,5 2-1 0 0,0-1-1 0 0,0 1 1 0 0,0 0-1 0 0,0 0 0 0 0,0 0 1 0 0,0 0-1 0 0,0 0 0 0 0,0 0 1 0 0,0 0-1 0 0,0 1 0 0 0,0-1 1 0 0,0 0-1 0 0,0 0 0 0 0,0 1 1 0 0,1-1-1 0 0,-1 1 0 0 0,0-1 1 0 0,0 1-1 0 0,0-1 0 0 0,0 1 1 0 0,0-1-1 0 0,1 1 0 0 0,-1 0 1 0 0,0-1-1 0 0,1 1 0 0 0,-1 0 1 0 0,0 0-1 0 0,1 0 0 0 0,-1 0 1 0 0,1-1-1 0 0,-1 1 0 0 0,1 0 1 0 0,-1 0-1 0 0,1 0 0 0 0,0 0 1 0 0,0 0-1 0 0,-1 0 0 0 0,1 0 1 0 0,0 2-1 0 0,-1 4-15 0 0,0 0 0 0 0,0 0-1 0 0,1 0 1 0 0,1 8 0 0 0,2 18-18 0 0,1 0 1 0 0,2-1-1 0 0,1 1 0 0 0,11 30 0 0 0,53 123-173 0 0,-63-169 96 0 0,23 57-419 0 0,75 133 1 0 0,-97-196-4473 0 0,-2-2-1652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6.44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117 53 7367 0 0,'-2'-27'2093'0'0,"2"25"-1852"0"0,0 0 0 0 0,-1 1-1 0 0,1-1 1 0 0,-1 1 0 0 0,1-1 0 0 0,-1 0 0 0 0,1 1-1 0 0,-1-1 1 0 0,0 1 0 0 0,0-1 0 0 0,0 1 0 0 0,0 0-1 0 0,-2-3 1 0 0,2 4-154 0 0,1 0 1 0 0,-1-1-1 0 0,1 1 0 0 0,-1 0 0 0 0,0 0 0 0 0,0 0 1 0 0,1 0-1 0 0,-1 0 0 0 0,0 0 0 0 0,1 0 0 0 0,-1 0 1 0 0,0 0-1 0 0,1 0 0 0 0,-1 0 0 0 0,0 0 0 0 0,1 1 1 0 0,-1-1-1 0 0,0 0 0 0 0,1 0 0 0 0,-1 1 0 0 0,1-1 1 0 0,-1 0-1 0 0,0 1 0 0 0,1-1 0 0 0,-1 1 0 0 0,1-1 0 0 0,-1 1 1 0 0,1-1-1 0 0,0 1 0 0 0,-1-1 0 0 0,0 2 0 0 0,-14 18 1033 0 0,4-2-470 0 0,1 1 1 0 0,0 0 0 0 0,-12 41 0 0 0,18-46-336 0 0,0 0 1 0 0,1 0-1 0 0,1 1 0 0 0,0-1 1 0 0,1 1-1 0 0,2 26 0 0 0,0-36-277 0 0,0 1-1 0 0,0-1 0 0 0,1 0 1 0 0,0 1-1 0 0,0-1 0 0 0,0 0 1 0 0,1 0-1 0 0,0-1 0 0 0,0 1 1 0 0,0 0-1 0 0,0-1 0 0 0,1 0 1 0 0,0 0-1 0 0,0 0 0 0 0,0 0 1 0 0,0-1-1 0 0,0 1 0 0 0,1-1 1 0 0,8 5-1 0 0,-3-3-24 0 0,0 0-1 0 0,1 0 1 0 0,-1-1-1 0 0,1 0 1 0 0,0-1-1 0 0,0 0 1 0 0,0-1 0 0 0,19 2-1 0 0,-23-4-153 0 0,20 1 42 0 0,-26-1-18 0 0,1 0 0 0 0,-1 0-1 0 0,1 0 1 0 0,-1-1 0 0 0,1 1-1 0 0,-1-1 1 0 0,1 1 0 0 0,-1-1-1 0 0,1 1 1 0 0,-1-1 0 0 0,0 0-1 0 0,1 1 1 0 0,1-3 0 0 0,-3 3 30 0 0,0 0 1 0 0,1 0-1 0 0,-1-1 1 0 0,0 1-1 0 0,0 0 1 0 0,0 0-1 0 0,0 0 1 0 0,1-1-1 0 0,-1 1 1 0 0,0 0-1 0 0,0 0 1 0 0,0-1-1 0 0,0 1 1 0 0,0 0-1 0 0,0 0 1 0 0,0-1-1 0 0,0 1 1 0 0,0 0-1 0 0,0 0 1 0 0,0-1-1 0 0,0 1 1 0 0,0 0-1 0 0,0 0 1 0 0,0-1-1 0 0,0 1 1 0 0,0 0-1 0 0,0 0 1 0 0,0-1-1 0 0,0 1 1 0 0,0-1-1 0 0,-5-5-1289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6.6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75 5815 0 0,'-2'-2'23'0'0,"-9"-6"393"0"0,13 5-192 0 0,8 0-96 0 0,152-28 9165 0 0,1 8-7260 0 0,-142 20-2159 0 0,-3 2-4162 0 0,0 0-1519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7.3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162 174 7223 0 0,'2'-13'262'0'0,"0"0"0"0"0,1 0 0 0 0,0 0-1 0 0,2 1 1 0 0,5-13 0 0 0,-4 11 591 0 0,-1 4 100 0 0,-1 1 1 0 0,2-1-1 0 0,-1 1 0 0 0,1 0 1 0 0,9-10-1 0 0,-14 18-897 0 0,-1 1 0 0 0,0 0 1 0 0,0-1-1 0 0,0 1 0 0 0,1 0 0 0 0,-1 0 0 0 0,0-1 0 0 0,1 1 0 0 0,-1 0 0 0 0,0 0 0 0 0,1-1 0 0 0,-1 1 0 0 0,0 0 0 0 0,1 0 0 0 0,-1 0 1 0 0,0 0-1 0 0,1 0 0 0 0,-1 0 0 0 0,0-1 0 0 0,1 1 0 0 0,-1 0 0 0 0,1 0 0 0 0,-1 0 0 0 0,0 0 0 0 0,1 0 0 0 0,-1 0 0 0 0,1 0 0 0 0,-1 0 1 0 0,0 1-1 0 0,1-1 0 0 0,-1 0 0 0 0,0 0 0 0 0,1 0 0 0 0,-1 0 0 0 0,0 0 0 0 0,1 1 0 0 0,-1-1 0 0 0,0 0 0 0 0,1 0 0 0 0,-1 1 0 0 0,0-1 1 0 0,1 0-1 0 0,-1 0 0 0 0,0 1 0 0 0,0-1 0 0 0,0 0 0 0 0,1 1 0 0 0,-1-1 0 0 0,0 0 0 0 0,0 1 0 0 0,0-1 0 0 0,0 0 0 0 0,1 1 0 0 0,-1-1 1 0 0,0 1-1 0 0,0-1 0 0 0,0 1 0 0 0,4 23 947 0 0,-3 75 201 0 0,-23 195 0 0 0,20-268-1162 0 0,-2 0 1 0 0,-13 44-1 0 0,15-63-33 0 0,-1 0 1 0 0,0 0-1 0 0,0 0 1 0 0,0 0-1 0 0,-1 0 1 0 0,0-1-1 0 0,0 0 1 0 0,-1 0-1 0 0,0 0 1 0 0,0 0-1 0 0,0-1 1 0 0,-1 0-1 0 0,0 0 1 0 0,-6 4-1 0 0,7-6-1 0 0,0 0-1 0 0,0 0 1 0 0,0-1-1 0 0,0 0 1 0 0,0 0-1 0 0,0 0 1 0 0,-1-1-1 0 0,1 0 1 0 0,-1 0-1 0 0,1 0 0 0 0,-9 0 1 0 0,11-1-5 0 0,0-1 0 0 0,0 1 0 0 0,0-1 0 0 0,1 1 0 0 0,-1-1-1 0 0,0 0 1 0 0,0 0 0 0 0,1 0 0 0 0,-1 0 0 0 0,1-1 0 0 0,-1 1 0 0 0,1-1 0 0 0,0 1 0 0 0,-1-1 0 0 0,1 0 0 0 0,0 0 0 0 0,0 0 0 0 0,0 0 0 0 0,1 0 0 0 0,-1-1-1 0 0,0 1 1 0 0,1 0 0 0 0,-1-1 0 0 0,-1-3 0 0 0,2 2-6 0 0,-1 0 0 0 0,0 0 1 0 0,1 0-1 0 0,0 0 0 0 0,0-1 0 0 0,0 1 0 0 0,0 0 0 0 0,1-1 0 0 0,0 1 0 0 0,-1 0 1 0 0,2 0-1 0 0,0-9 0 0 0,0 10 0 0 0,0 0 0 0 0,0 0 0 0 0,0 0 1 0 0,0 0-1 0 0,1 0 0 0 0,0 0 0 0 0,-1 1 0 0 0,1-1 1 0 0,0 1-1 0 0,0-1 0 0 0,0 1 0 0 0,1-1 0 0 0,-1 1 1 0 0,0 0-1 0 0,1 0 0 0 0,0 0 0 0 0,-1 1 0 0 0,5-3 1 0 0,-2 2-4 0 0,0-1 1 0 0,0 1 0 0 0,0 0-1 0 0,0 0 1 0 0,1 0 0 0 0,-1 1 0 0 0,1 0-1 0 0,-1 0 1 0 0,1 0 0 0 0,10 1-1 0 0,-9 1 7 0 0,-1 0-1 0 0,1 0 1 0 0,-1 0-1 0 0,1 1 1 0 0,-1 0-1 0 0,0 1 1 0 0,0-1-1 0 0,0 1 1 0 0,6 4-1 0 0,11 7-8 0 0,1-2 0 0 0,0-1 0 0 0,0 0 1 0 0,27 6-1 0 0,-42-14 70 0 0,0-1 0 0 0,0 0 0 0 0,0-1 0 0 0,0 1 0 0 0,0-2-1 0 0,0 0 1 0 0,0 0 0 0 0,0 0 0 0 0,0-1 0 0 0,0 0 0 0 0,0-1 0 0 0,0 0 0 0 0,0-1 0 0 0,-1 0 0 0 0,14-6 0 0 0,-17 6-77 0 0,0 0 0 0 0,0 0 1 0 0,0-1-1 0 0,-1 0 0 0 0,1 0 0 0 0,-1 0 0 0 0,0 0 0 0 0,0-1 1 0 0,0 1-1 0 0,-1-1 0 0 0,1 0 0 0 0,-1-1 0 0 0,-1 1 0 0 0,1 0 1 0 0,-1-1-1 0 0,0 1 0 0 0,0-1 0 0 0,0 0 0 0 0,-1 0 0 0 0,0 0 0 0 0,0 0 1 0 0,0-9-1 0 0,-9-75 81 0 0,6 77-55 0 0,-1 0-1 0 0,-1 1 0 0 0,0-1 0 0 0,-10-22 0 0 0,6 21 1 0 0,0 0-1 0 0,-1 1 0 0 0,-1 0 1 0 0,0 0-1 0 0,0 1 1 0 0,-1 1-1 0 0,-1 0 1 0 0,0 0-1 0 0,0 1 0 0 0,-21-11 1 0 0,10 7 11 0 0,-1 1-1 0 0,-1 1 1 0 0,0 1 0 0 0,-1 2 0 0 0,-34-9-1 0 0,51 16-17 0 0,0 0-1 0 0,1 1 0 0 0,-1 0 0 0 0,0 0 0 0 0,0 0 1 0 0,0 2-1 0 0,0-1 0 0 0,-10 2 0 0 0,16-1-2 0 0,1-1 1 0 0,-1 1-1 0 0,1 0 0 0 0,0 0 1 0 0,0 0-1 0 0,-1 0 0 0 0,1 0 1 0 0,0 0-1 0 0,0 0 0 0 0,0 1 1 0 0,0-1-1 0 0,0 1 0 0 0,1-1 1 0 0,-1 1-1 0 0,0 0 0 0 0,1 0 0 0 0,-1 0 1 0 0,1 0-1 0 0,0 0 0 0 0,0 0 1 0 0,-1 0-1 0 0,1 0 0 0 0,0 0 1 0 0,1 1-1 0 0,-1-1 0 0 0,0 0 1 0 0,1 1-1 0 0,-1-1 0 0 0,1 0 1 0 0,0 1-1 0 0,0-1 0 0 0,0 1 1 0 0,0-1-1 0 0,1 5 0 0 0,0-1 40 0 0,0 1 0 0 0,1 0 0 0 0,-1-1 0 0 0,1 0 0 0 0,1 1-1 0 0,-1-1 1 0 0,1 0 0 0 0,0 0 0 0 0,1 0 0 0 0,0 0 0 0 0,0-1 0 0 0,7 8 0 0 0,-4-5-427 0 0,0-1 1 0 0,16 13-1 0 0,-15-15-1237 0 0,0 0-1 0 0,0 0 1 0 0,10 4 0 0 0,-4-4-5371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48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1 103 6359 0 0,'2'-5'117'0'0,"-1"1"-1"0"0,1 0 0 0 0,1 0 1 0 0,-1-1-1 0 0,1 1 0 0 0,0 1 0 0 0,0-1 1 0 0,0 0-1 0 0,3-3 0 0 0,5-3 1395 0 0,19-15 1 0 0,-27 22-1123 0 0,1 0 1 0 0,0 1 0 0 0,0 0 0 0 0,-1 0-1 0 0,1 0 1 0 0,1 0 0 0 0,-1 0-1 0 0,0 1 1 0 0,0 0 0 0 0,1 0 0 0 0,4-1-1 0 0,-7 2-213 0 0,1 0 0 0 0,-1 0 0 0 0,0 0 0 0 0,1 1 0 0 0,-1-1 0 0 0,1 1 0 0 0,-1-1 1 0 0,0 1-1 0 0,1 0 0 0 0,-1 0 0 0 0,0 0 0 0 0,0 0 0 0 0,1 1 0 0 0,-1-1 0 0 0,0 0 0 0 0,-1 1 0 0 0,1 0 0 0 0,0-1 0 0 0,0 1 0 0 0,-1 0 0 0 0,3 3 0 0 0,0 0-44 0 0,-1 0 0 0 0,0 0 1 0 0,-1 1-1 0 0,1-1 0 0 0,-1 1 0 0 0,0 0 1 0 0,0 0-1 0 0,-1 0 0 0 0,0 0 0 0 0,1 9 1 0 0,0 8 49 0 0,-2 31 0 0 0,0-52-168 0 0,-4 81 347 0 0,0-33 34 0 0,3 0-1 0 0,7 72 0 0 0,-5-115-361 0 0,0 0 0 0 0,1 1 0 0 0,0-1 1 0 0,1 0-1 0 0,-1 0 0 0 0,1 0 0 0 0,0-1 0 0 0,1 1 0 0 0,0-1 0 0 0,0 1 0 0 0,0-1 0 0 0,6 6 0 0 0,-6-9 18 0 0,-1 1 1 0 0,1-1-1 0 0,-1 0 0 0 0,1 0 0 0 0,0-1 0 0 0,0 1 0 0 0,0-1 0 0 0,1 0 0 0 0,-1 0 0 0 0,1-1 0 0 0,-1 1 0 0 0,1-1 0 0 0,-1 0 0 0 0,1 0 0 0 0,0 0 0 0 0,-1-1 1 0 0,1 1-1 0 0,0-1 0 0 0,-1 0 0 0 0,6-1 0 0 0,2-1-41 0 0,0 0-1 0 0,0 0 1 0 0,0-1 0 0 0,0-1-1 0 0,-1 0 1 0 0,0 0 0 0 0,1-1 0 0 0,-1-1-1 0 0,14-10 1 0 0,-47 41 54 0 0,18-18-64 0 0,0-1 0 0 0,1 1 0 0 0,0 0 0 0 0,0 1 0 0 0,-3 13 0 0 0,-4 39 0 0 0,10-59 0 0 0,-3 21 0 0 0,2 1 0 0 0,0 0 0 0 0,1 0 0 0 0,1 0 0 0 0,7 36 0 0 0,44 155 224 0 0,-49-204-208 0 0,-1 1-1 0 0,0 0 0 0 0,-1 0 1 0 0,0 0-1 0 0,-1 0 1 0 0,0 1-1 0 0,-1-1 0 0 0,-2 14 1 0 0,2-24-10 0 0,1 0 0 0 0,-1 1 1 0 0,0-1-1 0 0,1 0 0 0 0,-1 0 1 0 0,0 0-1 0 0,0 0 0 0 0,0 0 0 0 0,0 0 1 0 0,0 0-1 0 0,0 0 0 0 0,0 0 1 0 0,0 0-1 0 0,0 0 0 0 0,0 0 0 0 0,0-1 1 0 0,-1 1-1 0 0,1-1 0 0 0,0 1 1 0 0,0-1-1 0 0,-1 1 0 0 0,1-1 0 0 0,0 0 1 0 0,-1 1-1 0 0,1-1 0 0 0,-1 0 1 0 0,1 0-1 0 0,-2 0 0 0 0,-6 0 52 0 0,0-1 1 0 0,1 0-1 0 0,-14-3 0 0 0,11 2-36 0 0,-119-27-61 0 0,123 27 27 0 0,6 2-54 0 0,0 0 1 0 0,-1-1 1 0 0,1 1-1 0 0,0 0 0 0 0,0-1 0 0 0,-1 1 1 0 0,1 0-1 0 0,0 0 0 0 0,-1 0 0 0 0,1 0 1 0 0,0 0-1 0 0,0 1 0 0 0,-3-1 0 0 0,0 3-520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50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1760 246 2303 0 0,'-4'-7'73'0'0,"0"0"0"0"0,0 1 0 0 0,0 0 0 0 0,-1-1 0 0 0,1 2 0 0 0,-1-1 0 0 0,-1 0 0 0 0,-7-5 0 0 0,-52-36 137 0 0,58 42-189 0 0,-21-12 86 0 0,0 1-1 0 0,-1 1 0 0 0,0 2 0 0 0,-1 0 1 0 0,-1 3-1 0 0,-49-12 0 0 0,25 12 206 0 0,-1 2 0 0 0,-110 0 0 0 0,126 9-200 0 0,0 1 1 0 0,0 3-1 0 0,0 1 0 0 0,-76 23 0 0 0,70-13-66 0 0,0 1 1 0 0,2 3-1 0 0,-72 43 1 0 0,59-24 15 0 0,1 1 0 0 0,2 3 0 0 0,2 2 0 0 0,3 3 0 0 0,1 2 1 0 0,-47 63-1 0 0,74-85 31 0 0,1 1 0 0 0,1 1 1 0 0,2 1-1 0 0,1 0 0 0 0,1 1 0 0 0,2 1 1 0 0,1 0-1 0 0,2 1 0 0 0,-8 46 0 0 0,15-60-58 0 0,1 1 0 0 0,1 0-1 0 0,0 0 1 0 0,2-1 0 0 0,1 1-1 0 0,0 0 1 0 0,8 27-1 0 0,-5-32-5 0 0,0 0-1 0 0,1 0 1 0 0,1 0-1 0 0,0-1 1 0 0,2 0-1 0 0,-1-1 1 0 0,2 0-1 0 0,0 0 1 0 0,22 23-1 0 0,-13-19 101 0 0,0 0 0 0 0,2-2 0 0 0,0 0 0 0 0,0-1 0 0 0,47 23 0 0 0,-36-24 66 0 0,0-1-1 0 0,1-1 1 0 0,67 13-1 0 0,-32-15 8 0 0,1-3 0 0 0,0-3 1 0 0,0-3-1 0 0,74-9 0 0 0,-76 1 0 0 0,0-3 1 0 0,-1-3-1 0 0,-1-2 1 0 0,93-36-1 0 0,-75 17 303 0 0,0-3-1 0 0,138-88 0 0 0,-196 109-425 0 0,0-2-1 0 0,-1-1 0 0 0,-1-1 0 0 0,-1-1 1 0 0,0-1-1 0 0,-2-1 0 0 0,-1-1 0 0 0,31-49 1 0 0,-41 57-14 0 0,0 0 1 0 0,-2-1 0 0 0,1 0 0 0 0,-2-1 0 0 0,0 1-1 0 0,-2-1 1 0 0,1 0 0 0 0,-2-1 0 0 0,-1 1 0 0 0,0 0 0 0 0,-1-1-1 0 0,-1 0 1 0 0,-1 1 0 0 0,0-1 0 0 0,-8-33 0 0 0,1 27 60 0 0,0 1 1 0 0,-2 0 0 0 0,0 1-1 0 0,-2 0 1 0 0,0 1 0 0 0,-2 0 0 0 0,-31-39-1 0 0,13 25 86 0 0,-1 1 0 0 0,-1 2 0 0 0,-54-39 0 0 0,60 51-147 0 0,-2 2 1 0 0,0 1-1 0 0,-1 1 0 0 0,0 2 1 0 0,-1 1-1 0 0,-1 2 0 0 0,-44-11 1 0 0,37 14-148 0 0,-1 1 0 0 0,0 3 0 0 0,0 2 1 0 0,-1 1-1 0 0,-76 7 0 0 0,78-2-404 0 0,0 3 0 0 0,0 1 1 0 0,1 2-1 0 0,0 1 0 0 0,-59 26 0 0 0,39-6-4422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51.6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1894 161 11055 0 0,'-4'-3'52'0'0,"0"-1"0"0"0,-1 1 0 0 0,1 0 0 0 0,-1 0-1 0 0,1 0 1 0 0,-1 1 0 0 0,0 0 0 0 0,0-1 0 0 0,0 2 0 0 0,0-1-1 0 0,0 1 1 0 0,0-1 0 0 0,-1 2 0 0 0,1-1 0 0 0,-8 0 0 0 0,-2 0-405 0 0,0 0 1 0 0,-29-7 0 0 0,8 1 59 0 0,-59-7-671 0 0,-145-2 1 0 0,165 17 641 0 0,0 3 1 0 0,-114 20-1 0 0,139-12 479 0 0,-1 2 0 0 0,2 2 0 0 0,0 2 0 0 0,1 2 0 0 0,0 2-1 0 0,2 3 1 0 0,1 1 0 0 0,2 3 0 0 0,0 1 0 0 0,-54 50 0 0 0,55-39-105 0 0,2 2 0 0 0,2 1 0 0 0,-54 82 0 0 0,44-48-53 0 0,-61 135 0 0 0,92-173 62 0 0,1 1 0 0 0,2 0 0 0 0,-12 68-1 0 0,20-77 112 0 0,2 1-1 0 0,2 0 1 0 0,1-1-1 0 0,1 1 1 0 0,6 43-1 0 0,-3-59 19 0 0,1 1 0 0 0,0-1-1 0 0,2 1 1 0 0,-1-1 0 0 0,2-1-1 0 0,0 1 1 0 0,1-1 0 0 0,19 27-1 0 0,-13-24 19 0 0,0-1 0 0 0,2-1 0 0 0,0 0 0 0 0,1-1 0 0 0,1-1-1 0 0,22 15 1 0 0,-4-7 64 0 0,2-1 0 0 0,1-2 0 0 0,0-2 1 0 0,2-2-1 0 0,0-1 0 0 0,78 16 0 0 0,-44-17-87 0 0,1-4-1 0 0,0-3 1 0 0,0-3 0 0 0,0-4-1 0 0,1-2 1 0 0,-1-5 0 0 0,107-22-1 0 0,-148 22-47 0 0,-1-3 0 0 0,1 0 0 0 0,-1-2 1 0 0,-1-2-1 0 0,-1-1 0 0 0,0-2 0 0 0,-1-1 0 0 0,56-42 0 0 0,-62 39 9 0 0,-1 0 0 0 0,-1-2 0 0 0,-1-1 0 0 0,-2-1-1 0 0,0-1 1 0 0,-1 0 0 0 0,-2-1 0 0 0,-1-1 0 0 0,-1-1 0 0 0,13-34 0 0 0,-9 9 23 0 0,-3 0 0 0 0,-2-1 0 0 0,-2-1 0 0 0,-3-1 0 0 0,-2 1 0 0 0,-1-84 0 0 0,-9 51-46 0 0,-4 1-1 0 0,-3-1 1 0 0,-32-123-1 0 0,29 159-101 0 0,-2 1 0 0 0,-23-50 0 0 0,31 84-42 0 0,-2 0 0 0 0,0 1 0 0 0,-1 0 0 0 0,0 1 0 0 0,-2 0 0 0 0,0 1 0 0 0,0 0 0 0 0,-2 1 0 0 0,-16-14 1 0 0,20 20-122 0 0,-1 1 0 0 0,0 0 0 0 0,-1 1 0 0 0,1 0 0 0 0,-1 1 0 0 0,-1 0 0 0 0,1 1 1 0 0,0 0-1 0 0,-1 1 0 0 0,0 1 0 0 0,0 0 0 0 0,0 1 0 0 0,0 0 0 0 0,0 0 1 0 0,0 2-1 0 0,0 0 0 0 0,0 0 0 0 0,1 1 0 0 0,-15 4 0 0 0,-38 13-6706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52.6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1973 837 9671 0 0,'1'-6'74'0'0,"-1"1"-1"0"0,1-1 1 0 0,-2 1-1 0 0,1-1 1 0 0,0 1-1 0 0,-1 0 1 0 0,-2-8-1 0 0,1 9-330 0 0,0 0 1 0 0,0 1-1 0 0,0-1 0 0 0,-1 1 0 0 0,1 0 0 0 0,-1 0 0 0 0,0 0 0 0 0,0 0 0 0 0,-5-3 1 0 0,-14-16 44 0 0,-3-14 167 0 0,-38-73-1 0 0,45 73 154 0 0,-2 1 0 0 0,-44-56-1 0 0,39 62 136 0 0,-2 2 0 0 0,-1 2-1 0 0,-49-36 1 0 0,-101-55 673 0 0,163 106-845 0 0,-29-17 94 0 0,-1 2 1 0 0,-1 1-1 0 0,-78-26 1 0 0,105 43-99 0 0,0 2 1 0 0,-1 0-1 0 0,0 2 1 0 0,0 0-1 0 0,0 1 0 0 0,0 1 1 0 0,0 1-1 0 0,0 0 1 0 0,0 2-1 0 0,0 0 1 0 0,0 1-1 0 0,-24 8 0 0 0,14 0 21 0 0,0 1-1 0 0,1 2 1 0 0,0 1 0 0 0,1 1-1 0 0,1 2 1 0 0,1 0-1 0 0,0 2 1 0 0,-43 43-1 0 0,21-12 82 0 0,3 2 0 0 0,2 2 0 0 0,-38 65 0 0 0,24-23-169 0 0,4 3 0 0 0,4 1 0 0 0,-62 193 0 0 0,96-241 34 0 0,2 0 0 0 0,3 0 0 0 0,2 1 0 0 0,2 0 0 0 0,2 1 0 0 0,5 62 0 0 0,3-53 44 0 0,3-2-1 0 0,3 1 1 0 0,3-1-1 0 0,40 118 1 0 0,-46-162 8 0 0,0-1 1 0 0,1 0 0 0 0,1-1 0 0 0,0 0 0 0 0,1 0 0 0 0,1-1-1 0 0,0 0 1 0 0,1-1 0 0 0,20 18 0 0 0,-19-21-37 0 0,1-1 1 0 0,-1 0-1 0 0,2-1 1 0 0,0-1-1 0 0,0 0 1 0 0,0-1 0 0 0,1 0-1 0 0,0-2 1 0 0,0 1-1 0 0,25 3 1 0 0,-11-5 16 0 0,1 0 1 0 0,0-3 0 0 0,-1 0-1 0 0,60-7 1 0 0,120-34 184 0 0,-86 8-180 0 0,0-6 0 0 0,-3-6-1 0 0,149-74 1 0 0,-219 91 29 0 0,-1-2 0 0 0,-1-1 1 0 0,66-56-1 0 0,-79 54-24 0 0,-1-1 0 0 0,-2-2 0 0 0,-1-1-1 0 0,44-65 1 0 0,-35 36-10 0 0,47-100-1 0 0,-67 115-34 0 0,-1 0 0 0 0,24-100-1 0 0,-36 111-9 0 0,-2 0 0 0 0,-2-1 0 0 0,-1 0 0 0 0,-2 0-1 0 0,-2 0 1 0 0,-2 1 0 0 0,-2-1 0 0 0,-1 0 0 0 0,-2 1-1 0 0,-25-74 1 0 0,20 81 18 0 0,-2 0 0 0 0,-2 1 0 0 0,0 1 0 0 0,-2 0 0 0 0,-2 1 0 0 0,0 1 0 0 0,-2 1 0 0 0,-1 2 0 0 0,-1 0 0 0 0,-29-23 0 0 0,36 34-200 0 0,0 1 0 0 0,-1 1-1 0 0,0 1 1 0 0,-1 1 0 0 0,0 0-1 0 0,-1 1 1 0 0,0 2 0 0 0,-38-10 0 0 0,1 7-5534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58.5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148 63 3223 0 0,'-25'8'348'0'0,"0"-1"-1"0"0,-1-1 0 0 0,-35 3 1 0 0,52-10 342 0 0,7-1 722 0 0,3 2-1267 0 0,0-1 0 0 0,0 1 0 0 0,0-1 0 0 0,0 1-1 0 0,0-1 1 0 0,-1 1 0 0 0,1 0 0 0 0,1-1 0 0 0,-1 1 0 0 0,0 0 0 0 0,0 0 0 0 0,0 0-1 0 0,1 0 1 0 0,14-2 282 0 0,87-5 678 0 0,156-32 1 0 0,-252 37-1095 0 0,17-4 30 0 0,-23 6-40 0 0,0-1 0 0 0,0 1 0 0 0,0 0 0 0 0,0-1 0 0 0,0 1 0 0 0,0-1 0 0 0,-1 1 0 0 0,1-1 0 0 0,0 1 1 0 0,0-1-1 0 0,-1 1 0 0 0,1-1 0 0 0,0 0 0 0 0,-1 0 0 0 0,1 1 0 0 0,0-1 0 0 0,-1 0 0 0 0,1 0 0 0 0,-1 0 0 0 0,1 0 0 0 0,-1 0-1 0 0,0 0 0 0 0,0 1 0 0 0,-1-1 0 0 0,1 1 0 0 0,0-1 0 0 0,0 0 0 0 0,-1 1 0 0 0,1-1 0 0 0,0 1 0 0 0,-1-1 0 0 0,1 1 0 0 0,0-1 0 0 0,-1 1 0 0 0,1-1 0 0 0,-1 1 0 0 0,1 0 0 0 0,-1-1 0 0 0,1 1 0 0 0,-1-1 0 0 0,1 1 0 0 0,-1 0 0 0 0,1 0 0 0 0,-1-1 0 0 0,1 1 0 0 0,-1 0 0 0 0,0 0 0 0 0,1 0 0 0 0,-1-1 0 0 0,1 1 0 0 0,-1 0 0 0 0,0 0 0 0 0,0 0 0 0 0,-24-3 0 0 0,4 3 0 0 0,0 0 0 0 0,0 2 0 0 0,0 0 0 0 0,-27 7 0 0 0,33-5 0 0 0,-1 0 0 0 0,1 1 0 0 0,0 1 0 0 0,0 0 0 0 0,1 1 0 0 0,-19 12 0 0 0,31-17 0 0 0,-1 0 0 0 0,0 0 0 0 0,1 0 0 0 0,-1 0 0 0 0,1 1 0 0 0,0-1 0 0 0,0 1 0 0 0,0 0 0 0 0,0-1 0 0 0,-2 5 0 0 0,3-6 0 0 0,1 0 0 0 0,0 0 0 0 0,0 0 0 0 0,-1 0 0 0 0,1 0 0 0 0,0 0 0 0 0,0 0 0 0 0,0 1 0 0 0,0-1 0 0 0,0 0 0 0 0,0 0 0 0 0,0 0 0 0 0,0 0 0 0 0,1 0 0 0 0,-1 0 0 0 0,0 0 0 0 0,1 0 0 0 0,-1 0 0 0 0,1 0 0 0 0,-1 0 0 0 0,1 0 0 0 0,-1-1 0 0 0,1 1 0 0 0,0 0 0 0 0,-1 0 0 0 0,1 0 0 0 0,0-1 0 0 0,0 1 0 0 0,-1 0 0 0 0,1-1 0 0 0,0 1 0 0 0,0 0 0 0 0,0-1 0 0 0,0 1 0 0 0,2 0 0 0 0,11 5 55 0 0,0-1 0 0 0,0 0-1 0 0,1-1 1 0 0,0-1 0 0 0,0 0-1 0 0,26 2 1 0 0,21 3 89 0 0,-49-6-262 0 0,-1 1 0 0 0,0 0-1 0 0,0 1 1 0 0,-1 0 0 0 0,1 0 0 0 0,-1 1 0 0 0,17 11 0 0 0,-16-7-3848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7:59.2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377 62 3223 0 0,'17'-16'277'0'0,"11"-9"-446"0"0,-27 23 621 0 0,1 0-1 0 0,-1 0 0 0 0,1 0 0 0 0,-1 0 1 0 0,0 0-1 0 0,1-6 1503 0 0,-6 9-1049 0 0,-3 5 228 0 0,-7 10-699 0 0,2 0-1 0 0,0 0 0 0 0,2 1 0 0 0,-18 35 0 0 0,-1 2-207 0 0,10-22-139 0 0,-2-1-1 0 0,-1-1 0 0 0,-1-1 0 0 0,-1-1 0 0 0,-49 43 1 0 0,73-71-86 0 0,-47 37-5 0 0,41-34 28 0 0,1 1-1 0 0,-1-1 1 0 0,0 0-1 0 0,0-1 1 0 0,0 1-1 0 0,0-1 1 0 0,-8 1-1 0 0,13-3-18 0 0,0 0 0 0 0,0 1 0 0 0,0-1 1 0 0,0 0-1 0 0,0 0 0 0 0,0 0 0 0 0,0 0 0 0 0,0 0 0 0 0,0 0 1 0 0,0-1-1 0 0,0 1 0 0 0,0 0 0 0 0,0 0 0 0 0,0-1 0 0 0,0 1 0 0 0,1-1 1 0 0,-1 1-1 0 0,0-1 0 0 0,0 1 0 0 0,0-1 0 0 0,0 1 0 0 0,0-2 1 0 0,0 1-5 0 0,0-1 1 0 0,0 1 0 0 0,0-1 0 0 0,0 1 0 0 0,0-1 0 0 0,1 0 0 0 0,-1 1 0 0 0,0-1 0 0 0,1 0 0 0 0,0 1 0 0 0,-1-4-1 0 0,0-4-5 0 0,1 0-1 0 0,0-1 0 0 0,3-15 1 0 0,-2 21 10 0 0,1-12 4 0 0,2 0 1 0 0,0 1-1 0 0,1-1 0 0 0,0 1 0 0 0,1 0 0 0 0,1 1 1 0 0,1-1-1 0 0,0 1 0 0 0,0 1 0 0 0,21-25 0 0 0,-27 35 3 0 0,1 1 0 0 0,-1-1-1 0 0,1 1 1 0 0,0 0 0 0 0,0 0 0 0 0,0 0-1 0 0,0 0 1 0 0,0 1 0 0 0,0-1-1 0 0,0 1 1 0 0,6-3 0 0 0,-7 4-4 0 0,0 0 0 0 0,-1 0-1 0 0,1 0 1 0 0,0 0 0 0 0,-1 0 0 0 0,1 0 0 0 0,-1 0 0 0 0,1 0-1 0 0,0 0 1 0 0,-1 1 0 0 0,1-1 0 0 0,-1 1 0 0 0,1-1 0 0 0,-1 1-1 0 0,1 0 1 0 0,-1 0 0 0 0,1-1 0 0 0,-1 1 0 0 0,0 0 0 0 0,1 0-1 0 0,-1 0 1 0 0,0 0 0 0 0,0 1 0 0 0,0-1 0 0 0,0 0 0 0 0,0 1-1 0 0,1 1 1 0 0,103 144 286 0 0,-74-109-90 0 0,58 57-1 0 0,-82-89-161 0 0,1 0-1 0 0,0 0 1 0 0,0-1-1 0 0,0 0 1 0 0,1 0 0 0 0,-1-1-1 0 0,1-1 1 0 0,0 1-1 0 0,0-1 1 0 0,1-1-1 0 0,-1 0 1 0 0,16 2-1 0 0,-19-3 8 0 0,0-1-1 0 0,1 1 1 0 0,-1-2-1 0 0,0 1 1 0 0,0-1-1 0 0,0 1 1 0 0,0-2-1 0 0,0 1 1 0 0,0-1-1 0 0,0 1 1 0 0,-1-2-1 0 0,1 1 0 0 0,-1-1 1 0 0,1 0-1 0 0,-1 0 1 0 0,0 0-1 0 0,0-1 1 0 0,0 1-1 0 0,0-1 1 0 0,7-9-1 0 0,-9 8 40 0 0,0 1 0 0 0,0-1-1 0 0,-1 0 1 0 0,1 0 0 0 0,-1 0-1 0 0,-1 0 1 0 0,1 0 0 0 0,-1 0-1 0 0,1-1 1 0 0,-1 1 0 0 0,-1 0-1 0 0,1-1 1 0 0,-1 1 0 0 0,0-1-1 0 0,0 1 1 0 0,-2-7 0 0 0,0-3 146 0 0,-1 1 0 0 0,-1-1 1 0 0,0 1-1 0 0,-10-23 0 0 0,11 30-233 0 0,0 2 18 0 0,-2 16-135 0 0,3-1-422 0 0,-1 2-149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8:00.3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 15 2191 0 0,'-4'4'117'0'0,"3"-3"-108"0"0,0 0-1 0 0,0 0 0 0 0,0 0 0 0 0,0 1 0 0 0,0-1 0 0 0,1 0 0 0 0,-1 0 1 0 0,0 1-1 0 0,1-1 0 0 0,-2 2 0 0 0,3-1 205 0 0,6-5 446 0 0,43-29 436 0 0,-53 48-58 0 0,-18 29-463 0 0,-1 1-240 0 0,2 0-1 0 0,-14 54 1 0 0,26-73-189 0 0,2 1 0 0 0,1 0 1 0 0,1 1-1 0 0,1 29 0 0 0,3-45-110 0 0,0 0 0 0 0,2 0 1 0 0,-1 0-1 0 0,2-1 0 0 0,0 1 0 0 0,0 0 0 0 0,1-1 0 0 0,0 0 0 0 0,1 0 0 0 0,1 0 1 0 0,8 13-1 0 0,3 0 87 0 0,29 30 1 0 0,-25-32 85 0 0,17 27 0 0 0,-37-48-203 0 0,0 0-1 0 0,0 0 1 0 0,1 0 0 0 0,-1 0 0 0 0,0 0-1 0 0,-1 0 1 0 0,1 0 0 0 0,0 1 0 0 0,-1-1-1 0 0,1 0 1 0 0,-1 3 0 0 0,0-5-5 0 0,0 0 1 0 0,0 1-1 0 0,0-1 1 0 0,0 1 0 0 0,0-1-1 0 0,0 0 1 0 0,0 1-1 0 0,0-1 1 0 0,0 0 0 0 0,-1 1-1 0 0,1-1 1 0 0,0 0-1 0 0,0 1 1 0 0,0-1 0 0 0,-1 0-1 0 0,1 1 1 0 0,0-1-1 0 0,0 0 1 0 0,-1 0-1 0 0,1 1 1 0 0,0-1 0 0 0,-1 0-1 0 0,1 0 1 0 0,0 0-1 0 0,-1 1 1 0 0,0-1-1 0 0,-1 0 1 0 0,1 1-1 0 0,0-1 1 0 0,0 0-1 0 0,-1 0 0 0 0,1 0 1 0 0,0 0-1 0 0,0 0 1 0 0,-1-1-1 0 0,1 1 1 0 0,0 0-1 0 0,-1-1 0 0 0,-4-1-9 0 0,0 0 0 0 0,1-1 0 0 0,-1 1 0 0 0,1-1 0 0 0,0 0 0 0 0,0-1 0 0 0,0 1 0 0 0,-8-9 0 0 0,-4-4-64 0 0,-13-19 0 0 0,13 14 28 0 0,-1 1-81 0 0,1-1 0 0 0,2-1 0 0 0,-25-43 0 0 0,40 64 137 0 0,-1 1 0 0 0,1 0-1 0 0,0 0 1 0 0,0-1-1 0 0,-1 1 1 0 0,1 0 0 0 0,0-1-1 0 0,0 1 1 0 0,0 0-1 0 0,0-1 1 0 0,0 1 0 0 0,-1 0-1 0 0,1-1 1 0 0,0 1 0 0 0,0-1-1 0 0,0 1 1 0 0,0 0-1 0 0,0-1 1 0 0,0 1 0 0 0,0 0-1 0 0,0-1 1 0 0,0 1-1 0 0,0 0 1 0 0,0-1 0 0 0,1 1-1 0 0,-1-1 1 0 0,0 1 0 0 0,0 0-1 0 0,0-1 1 0 0,0 1-1 0 0,0 0 1 0 0,1-1 0 0 0,-1 1-1 0 0,0 0 1 0 0,0 0-1 0 0,1-1 1 0 0,-1 1 0 0 0,0 0-1 0 0,0 0 1 0 0,1-1-1 0 0,-1 1 1 0 0,0 0 0 0 0,1 0-1 0 0,-1 0 1 0 0,0-1 0 0 0,1 1-1 0 0,-1 0 1 0 0,0 0-1 0 0,1 0 1 0 0,-1 0 0 0 0,1 0-1 0 0,-1 0 1 0 0,0 0-1 0 0,1 0 1 0 0,-1 0 0 0 0,0 0-1 0 0,1 0 1 0 0,-1 0-1 0 0,1 0 1 0 0,-1 0 0 0 0,28 6 945 0 0,-23-5-744 0 0,160 39 3235 0 0,3-7-3947 0 0,-145-30-4087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8:03.1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787 385 2992 0 0,'-7'-10'2801'0'0,"1"0"0"0"0,0 0 0 0 0,-8-23 1 0 0,-3-3 1309 0 0,11 24-3904 0 0,-1 0 0 0 0,-1 1 0 0 0,1 0 0 0 0,-2 0 0 0 0,0 1 0 0 0,-13-13 0 0 0,15 17-215 0 0,1 1 0 0 0,-1 1 0 0 0,0-1 0 0 0,0 1 0 0 0,0 0-1 0 0,-1 1 1 0 0,1 0 0 0 0,-1 0 0 0 0,0 1 0 0 0,0 0 0 0 0,-16-3 0 0 0,9 4 25 0 0,0 0-1 0 0,1 1 1 0 0,-1 0-1 0 0,0 1 0 0 0,0 1 1 0 0,0 1-1 0 0,0 0 1 0 0,1 0-1 0 0,-26 11 1 0 0,22-6-78 0 0,1 1 1 0 0,1 0-1 0 0,-1 1 1 0 0,2 1-1 0 0,-1 1 1 0 0,-26 26-1 0 0,17-11-433 0 0,2 1 0 0 0,1 2 0 0 0,1 0 0 0 0,1 1 0 0 0,2 1 0 0 0,2 1 0 0 0,-21 54 0 0 0,20-38-1994 0 0,-22 98 0 0 0,34-115 2319 0 0,1 0 1 0 0,0 39-1 0 0,5-59 179 0 0,-1 1-1 0 0,1 0 1 0 0,1-1-1 0 0,1 1 1 0 0,-1-1-1 0 0,2 0 1 0 0,0 0 0 0 0,0 0-1 0 0,1 0 1 0 0,1-1-1 0 0,0 0 1 0 0,0 0-1 0 0,1 0 1 0 0,0-1 0 0 0,1 0-1 0 0,0 0 1 0 0,1-1-1 0 0,0 0 1 0 0,1-1-1 0 0,-1 1 1 0 0,22 12 0 0 0,-2-5 76 0 0,0-1 0 0 0,1-2 0 0 0,0 0 0 0 0,1-2 0 0 0,0-2 0 0 0,1-1 0 0 0,0-1 0 0 0,0-1 0 0 0,0-2 0 0 0,1-2 0 0 0,0 0 1 0 0,48-6-1 0 0,-65 2-40 0 0,1 0 0 0 0,-1-2 0 0 0,-1 0 0 0 0,1 0 0 0 0,0-2 0 0 0,-1 0 0 0 0,0-1 0 0 0,14-8 0 0 0,-9 2-113 0 0,-1 0-1 0 0,-1-1 1 0 0,0-1-1 0 0,31-33 1 0 0,-20 14-129 0 0,42-65-1 0 0,12-41 447 0 0,-66 109-207 0 0,-1 0 1 0 0,-2-1-1 0 0,-1-1 1 0 0,-2 0-1 0 0,14-68 1 0 0,-21 76-24 0 0,-1 0 0 0 0,-2 0 0 0 0,0 0 0 0 0,-2 0 0 0 0,0 0 0 0 0,-2 0 0 0 0,-1 0 0 0 0,-1 1 0 0 0,-9-29 0 0 0,6 30 0 0 0,-1 0 0 0 0,0 1 1 0 0,-2 0-1 0 0,0 1 1 0 0,-1 0-1 0 0,-2 1 1 0 0,-22-27-1 0 0,29 39-13 0 0,-1-1 0 0 0,0 2 0 0 0,-1-1 0 0 0,1 1 0 0 0,-1 1 0 0 0,-1-1 0 0 0,1 2 0 0 0,-1-1 0 0 0,0 1 0 0 0,-1 1 0 0 0,1 0 0 0 0,-1 0 0 0 0,0 1 0 0 0,0 0 0 0 0,0 1 0 0 0,0 0 0 0 0,0 1 0 0 0,-14 0 0 0 0,9 3 2 0 0,0 0-1 0 0,0 0 0 0 0,0 2 1 0 0,0 0-1 0 0,1 0 1 0 0,-1 2-1 0 0,1 0 0 0 0,1 0 1 0 0,-1 2-1 0 0,1 0 1 0 0,-15 11-1 0 0,2 1-89 0 0,0 1 1 0 0,2 2-1 0 0,0 0 0 0 0,-27 35 1 0 0,34-37-329 0 0,1 2 0 0 0,-15 26 0 0 0,4 6-3382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8:03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666 564 1840 0 0,'6'-16'2775'0'0,"0"0"0"0"0,-1 0 0 0 0,4-20 0 0 0,-6 18-1015 0 0,-1 0 0 0 0,0-37 0 0 0,-2 42-1643 0 0,-1 0 0 0 0,0-1 0 0 0,-1 1 0 0 0,-1 0 1 0 0,0 0-1 0 0,-1 0 0 0 0,0 1 0 0 0,-1-1 0 0 0,0 1 0 0 0,-1 0 1 0 0,-9-15-1 0 0,9 20-159 0 0,1 0 1 0 0,-1 1-1 0 0,0-1 0 0 0,-1 1 1 0 0,0 0-1 0 0,0 1 0 0 0,0-1 1 0 0,0 1-1 0 0,-1 1 1 0 0,-13-7-1 0 0,10 7-412 0 0,0 0 0 0 0,0 1 0 0 0,-1 0 0 0 0,1 0 0 0 0,-1 2 0 0 0,0-1 0 0 0,-17 1 0 0 0,13 1-16 0 0,1 1-1 0 0,0 1 1 0 0,-1 1-1 0 0,1 0 1 0 0,0 0-1 0 0,0 2 1 0 0,0 0-1 0 0,1 0 1 0 0,0 2-1 0 0,0 0 1 0 0,0 0-1 0 0,-19 15 1 0 0,15-7 545 0 0,1 1 1 0 0,0 1 0 0 0,1 0 0 0 0,0 1 0 0 0,-17 28 0 0 0,15-17-3 0 0,1 1 0 0 0,1 1 1 0 0,-12 35-1 0 0,18-40-49 0 0,1 0 0 0 0,2 1 0 0 0,0 0 0 0 0,2 0 0 0 0,1 1 0 0 0,1 0 0 0 0,2 34 0 0 0,1-48-18 0 0,2-1 0 0 0,0 0 1 0 0,0 0-1 0 0,1 0 0 0 0,1 0 0 0 0,0 0 0 0 0,9 16 0 0 0,-9-20 1 0 0,2 0 0 0 0,-1 0-1 0 0,1 0 1 0 0,1-1 0 0 0,0 0-1 0 0,0 0 1 0 0,0-1 0 0 0,1 0 0 0 0,0 0-1 0 0,13 7 1 0 0,-11-7 2 0 0,0-2 0 0 0,1 1 0 0 0,0-1 0 0 0,0-1 0 0 0,1 0 0 0 0,-1-1 0 0 0,1 0-1 0 0,18 2 1 0 0,-13-3 20 0 0,0-1 0 0 0,0-1 0 0 0,-1-1 0 0 0,1-1 0 0 0,27-5 0 0 0,-18 0 23 0 0,-1-1 1 0 0,0-1-1 0 0,0-1 0 0 0,-1-1 0 0 0,0-1 0 0 0,-1-1 1 0 0,37-28-1 0 0,-39 24-16 0 0,0-2 1 0 0,-2 0 0 0 0,0-1-1 0 0,-1-1 1 0 0,-2-1-1 0 0,21-34 1 0 0,-10 9 16 0 0,-3-1 1 0 0,25-66 0 0 0,-41 91-31 0 0,0-1 0 0 0,-2-1 1 0 0,-1 1-1 0 0,0-1 0 0 0,-2 0 1 0 0,0-38-1 0 0,-3 48-8 0 0,-1-1 1 0 0,-1 0-1 0 0,0 1 0 0 0,-1 0 0 0 0,-1 0 1 0 0,0 0-1 0 0,-1 0 0 0 0,0 0 0 0 0,-1 1 1 0 0,-1 0-1 0 0,-14-22 0 0 0,16 30-8 0 0,0 0 0 0 0,0 0-1 0 0,0 0 1 0 0,-1 0 0 0 0,0 1-1 0 0,0 0 1 0 0,0 0 0 0 0,-1 1-1 0 0,0 0 1 0 0,0 0-1 0 0,0 0 1 0 0,-11-3 0 0 0,7 3-2 0 0,0 1 0 0 0,-1 1 0 0 0,1 0 0 0 0,-1 0 0 0 0,0 1 0 0 0,0 1 1 0 0,-20 1-1 0 0,7 3-26 0 0,0 0 0 0 0,0 2 0 0 0,0 0 0 0 0,1 2 0 0 0,0 1 1 0 0,0 1-1 0 0,-24 14 0 0 0,-2 6-192 0 0,0 4-57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8:04.6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703 563 1840 0 0,'8'-37'5459'0'0,"7"-42"1945"0"0,-12 60-6111 0 0,-1-1 0 0 0,0-21 0 0 0,-2 33-1236 0 0,-1 1 0 0 0,1-1 0 0 0,-1 0-1 0 0,0 1 1 0 0,-1-1 0 0 0,1 1 0 0 0,-2 0-1 0 0,1 0 1 0 0,-1-1 0 0 0,0 1-1 0 0,0 1 1 0 0,-1-1 0 0 0,0 0 0 0 0,0 1-1 0 0,-1 0 1 0 0,0 0 0 0 0,0 0-1 0 0,-7-6 1 0 0,6 8-57 0 0,1-1-1 0 0,-1 1 1 0 0,-1 1-1 0 0,1-1 1 0 0,0 1-1 0 0,-1 0 1 0 0,0 0-1 0 0,0 1 1 0 0,0 0-1 0 0,-14-2 1 0 0,10 3 1 0 0,0 0 1 0 0,0 1 0 0 0,0 0 0 0 0,0 1 0 0 0,0 0 0 0 0,-17 5-1 0 0,2 2-332 0 0,0 0-1 0 0,0 2 1 0 0,1 2-1 0 0,-46 27 1 0 0,44-22-625 0 0,1 1 1 0 0,1 1 0 0 0,0 1-1 0 0,2 2 1 0 0,-37 42-1 0 0,45-45 770 0 0,0 0 0 0 0,2 2-1 0 0,0 0 1 0 0,2 0 0 0 0,0 1-1 0 0,1 1 1 0 0,2-1 0 0 0,-7 26-1 0 0,8-19 222 0 0,1-1-1 0 0,1 1 1 0 0,2 0-1 0 0,1 0 1 0 0,1 0-1 0 0,2 0 1 0 0,1 0-1 0 0,5 32 1 0 0,-4-47-30 0 0,0 0-1 0 0,1-1 1 0 0,1 1 0 0 0,0-1 0 0 0,0 0 0 0 0,2 0 0 0 0,-1 0-1 0 0,2-1 1 0 0,0 0 0 0 0,0 0 0 0 0,1-1 0 0 0,0 0-1 0 0,1-1 1 0 0,0 0 0 0 0,1 0 0 0 0,0-1 0 0 0,0-1-1 0 0,19 11 1 0 0,-18-13 0 0 0,1 0 0 0 0,0-1 0 0 0,1-1 0 0 0,-1 0 0 0 0,1-1 0 0 0,-1 0 0 0 0,1-1-1 0 0,0-1 1 0 0,0 0 0 0 0,0 0 0 0 0,0-2 0 0 0,19-2 0 0 0,-1-2 34 0 0,0-2 0 0 0,0-1 0 0 0,-1-1-1 0 0,36-17 1 0 0,-41 16-17 0 0,-1-2-1 0 0,-1-1 1 0 0,36-26 0 0 0,-46 28-11 0 0,-1 0 1 0 0,0 0-1 0 0,0-2 1 0 0,-1 1-1 0 0,-1-1 1 0 0,18-28 0 0 0,-13 12 18 0 0,-1-1 0 0 0,-1 0 1 0 0,-1-2-1 0 0,15-61 1 0 0,-14 27 29 0 0,9-97 1 0 0,-20 128-25 0 0,-2 0 0 0 0,-2 0-1 0 0,-1 0 1 0 0,-2 0 0 0 0,-1 0 0 0 0,-2 0 0 0 0,-12-35 0 0 0,13 51-18 0 0,-2 0 1 0 0,0 0 0 0 0,-1 1 0 0 0,-1 0-1 0 0,0 1 1 0 0,-1 0 0 0 0,-23-26 0 0 0,31 39-25 0 0,-1 1 1 0 0,1 0 0 0 0,-1 0 0 0 0,0 0 0 0 0,0 0 0 0 0,0 1-1 0 0,-1-1 1 0 0,1 1 0 0 0,0 0 0 0 0,-1 0 0 0 0,1 1 0 0 0,-1-1-1 0 0,-9 0 1 0 0,8 1 64 0 0,-1 1 0 0 0,1 0 0 0 0,-1 0 0 0 0,1 1-1 0 0,0 0 1 0 0,-1 0 0 0 0,1 0 0 0 0,0 1 0 0 0,-9 3-1 0 0,0 2 90 0 0,0 1 0 0 0,1 0 1 0 0,0 1-1 0 0,0 0 0 0 0,1 1 0 0 0,0 1 0 0 0,-14 15 0 0 0,-10 15-2086 0 0,-2 7-648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8:10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717 236 920 0 0,'-3'-21'12153'0'0,"1"12"-9722"0"0,-5-9 1048 0 0,-6-8-2458 0 0,3 4-1365 0 0,6 13 344 0 0,-1 0 0 0 0,0 1 0 0 0,0-1 0 0 0,-1 1 0 0 0,0 0 0 0 0,0 0 0 0 0,0 1 0 0 0,-1 0 0 0 0,-1 0 0 0 0,1 0 0 0 0,-1 1 0 0 0,-10-6 0 0 0,8 7 0 0 0,0 0 0 0 0,0 0 0 0 0,0 1 0 0 0,-1 0 0 0 0,0 1 0 0 0,0 1 0 0 0,0-1 0 0 0,0 2 0 0 0,0-1 0 0 0,-18 1 0 0 0,8 2 0 0 0,-1 0 0 0 0,0 2 0 0 0,1 0 0 0 0,-1 2 0 0 0,1 0 0 0 0,0 1 0 0 0,0 1 0 0 0,1 1 0 0 0,-32 18 0 0 0,38-18 0 0 0,0 0 0 0 0,1 1 0 0 0,1 1 0 0 0,0 0 0 0 0,0 0 0 0 0,1 2 0 0 0,0-1 0 0 0,1 1 0 0 0,0 1 0 0 0,1 0 0 0 0,0 0 0 0 0,1 0 0 0 0,1 1 0 0 0,-7 17 0 0 0,2 3-787 0 0,-14 68-1 0 0,23-84-197 0 0,0 0-1 0 0,2 0 0 0 0,0 1 1 0 0,1-1-1 0 0,4 32 0 0 0,-2-39 717 0 0,1-1-1 0 0,1 0 0 0 0,-1 0 0 0 0,2 0 1 0 0,-1 0-1 0 0,1-1 0 0 0,1 1 0 0 0,0-1 1 0 0,0-1-1 0 0,1 1 0 0 0,0-1 0 0 0,0 0 1 0 0,13 9-1 0 0,-4-3 325 0 0,1-1-1 0 0,1 0 1 0 0,0-2 0 0 0,1 0 0 0 0,36 15 0 0 0,-45-22-55 0 0,1-1 0 0 0,0 0 0 0 0,0 0 0 0 0,1-1 0 0 0,-1 0 0 0 0,0-1 0 0 0,1 0 0 0 0,-1-1 0 0 0,23-3 0 0 0,-21 1 0 0 0,1-1 0 0 0,-1 0 0 0 0,0-2 0 0 0,0 1 0 0 0,0-1 0 0 0,0-1 0 0 0,22-14 0 0 0,-21 10 2 0 0,0 1 1 0 0,-1-2 0 0 0,0 0-1 0 0,-1-1 1 0 0,0 0 0 0 0,-1 0-1 0 0,0-1 1 0 0,-1-1 0 0 0,0 0-1 0 0,-1 0 1 0 0,-1-1 0 0 0,-1 0-1 0 0,0-1 1 0 0,0 1 0 0 0,-2-1-1 0 0,0-1 1 0 0,-1 1 0 0 0,0-1-1 0 0,-2 1 1 0 0,0-1 0 0 0,0 0-1 0 0,-2 0 1 0 0,0 0 0 0 0,-1 0-1 0 0,-1 0 1 0 0,-4-18 0 0 0,1 17 1 0 0,0-1 1 0 0,-2 1 0 0 0,0 0-1 0 0,-1 1 1 0 0,-15-25 0 0 0,16 31-4 0 0,0 1 1 0 0,0 0-1 0 0,-1 0 1 0 0,-1 1 0 0 0,1 0-1 0 0,-2 1 1 0 0,1 0-1 0 0,-1 0 1 0 0,-15-9 0 0 0,20 15-247 0 0,0-1 0 0 0,-1 1 0 0 0,1 0 1 0 0,-1 0-1 0 0,1 1 0 0 0,-1-1 1 0 0,1 1-1 0 0,-1 1 0 0 0,-10-1 0 0 0,1 1-2503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8:11.3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452 238 1840 0 0,'2'-6'2306'0'0,"-1"-1"-1"0"0,1 1 1 0 0,-1-1 0 0 0,1-11 0 0 0,-2 13-1583 0 0,0-1 0 0 0,-1 1 0 0 0,1 0-1 0 0,-1 0 1 0 0,0 0 0 0 0,-3-8 0 0 0,3 10-674 0 0,0 0 1 0 0,0 0-1 0 0,-1 0 0 0 0,0 0 0 0 0,0 0 0 0 0,1 0 1 0 0,-2 1-1 0 0,1-1 0 0 0,0 0 0 0 0,0 1 1 0 0,-1 0-1 0 0,0-1 0 0 0,1 1 0 0 0,-1 0 1 0 0,0 0-1 0 0,0 1 0 0 0,0-1 0 0 0,0 1 1 0 0,0-1-1 0 0,0 1 0 0 0,-1 0 0 0 0,1 0 1 0 0,0 0-1 0 0,-5 0 0 0 0,-3 0-49 0 0,-1 1 0 0 0,1-1 0 0 0,-1 2 0 0 0,1 0 0 0 0,-1 0 0 0 0,1 1 0 0 0,0 0 0 0 0,0 1 0 0 0,0 1 0 0 0,-19 7 0 0 0,12-2 0 0 0,1 0 0 0 0,0 1 0 0 0,0 1 0 0 0,1 0 0 0 0,-22 21 0 0 0,26-21 0 0 0,1 2 0 0 0,0-1 0 0 0,0 2 0 0 0,1-1 0 0 0,1 2 0 0 0,0-1 0 0 0,2 1 0 0 0,-1 0 0 0 0,2 1 0 0 0,-8 25 0 0 0,10-30 0 0 0,2 1 0 0 0,-1 0 0 0 0,2 0 0 0 0,0 0 0 0 0,0 0 0 0 0,1 0 0 0 0,0 0 0 0 0,1 0 0 0 0,1 0 0 0 0,-1 0 0 0 0,2-1 0 0 0,0 1 0 0 0,0 0 0 0 0,1-1 0 0 0,9 18 0 0 0,-9-22-5 0 0,1 1 0 0 0,0-1 0 0 0,0 0 0 0 0,1 0 0 0 0,0-1 0 0 0,0 0 0 0 0,0 0 0 0 0,1 0 0 0 0,-1-1 0 0 0,2 0 0 0 0,11 7 0 0 0,-8-7 24 0 0,0 0-1 0 0,0-1 0 0 0,1 0 1 0 0,0-1-1 0 0,0 0 1 0 0,0-1-1 0 0,19 2 0 0 0,-7-4-527 0 0,1 0 0 0 0,-1-2 0 0 0,1 0 0 0 0,-1-2 0 0 0,0-1 0 0 0,0-1 0 0 0,38-15 0 0 0,-46 15-223 0 0,-1-1 1 0 0,0-1-1 0 0,-1 0 1 0 0,0-1-1 0 0,0 0 0 0 0,23-22 1 0 0,-26 20 756 0 0,0 0 0 0 0,-1-1-1 0 0,0 0 1 0 0,-1-1 0 0 0,-1 0 0 0 0,0 0 0 0 0,0-1 0 0 0,-2 0 0 0 0,0 0 0 0 0,0-1 0 0 0,-1 0-1 0 0,-1 0 1 0 0,0 0 0 0 0,-1 0 0 0 0,-1-1 0 0 0,-1 1 0 0 0,0-1 0 0 0,-1 1 0 0 0,-3-30 0 0 0,0 28-9 0 0,0 0 0 0 0,-2 0 1 0 0,0 0-1 0 0,-1 1 1 0 0,0 0-1 0 0,-2 0 1 0 0,0 0-1 0 0,0 1 0 0 0,-1 0 1 0 0,-1 1-1 0 0,-1 0 1 0 0,0 1-1 0 0,-19-19 1 0 0,25 28-16 0 0,0 0 1 0 0,0 1 0 0 0,0-1 0 0 0,0 1-1 0 0,-1 0 1 0 0,0 1 0 0 0,1-1 0 0 0,-1 1-1 0 0,0 0 1 0 0,0 0 0 0 0,0 1 0 0 0,0 0 0 0 0,0 0-1 0 0,-1 0 1 0 0,-8 1 0 0 0,5 1-1 0 0,-1 0 0 0 0,1 1 0 0 0,0 0 0 0 0,0 1 0 0 0,0 0 0 0 0,0 1 0 0 0,1 0 0 0 0,-14 7 1 0 0,-8 7-269 0 0,1 2 0 0 0,0 1 1 0 0,2 1-1 0 0,1 1 1 0 0,0 1-1 0 0,2 2 0 0 0,1 1 1 0 0,1 0-1 0 0,2 2 1 0 0,-23 38-1 0 0,19-27-2860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08:12.1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410 179 2304 0 0,'0'-10'2384'0'0,"-1"0"1"0"0,0 0 0 0 0,-1 0 0 0 0,-6-20 0 0 0,3 17-597 0 0,0 0 0 0 0,-14-25 0 0 0,17 35-1784 0 0,0 0 0 0 0,0 0 1 0 0,0 0-1 0 0,-1 0 0 0 0,1 0 0 0 0,-1 0 0 0 0,0 1 0 0 0,0-1 0 0 0,0 1 0 0 0,0 0 0 0 0,0 0 0 0 0,0 0 1 0 0,-1 0-1 0 0,1 0 0 0 0,-1 1 0 0 0,1 0 0 0 0,-6-2 0 0 0,4 2-4 0 0,-1 1-1 0 0,1-1 1 0 0,0 1-1 0 0,0 0 1 0 0,-1 0-1 0 0,1 1 1 0 0,0 0-1 0 0,0 0 1 0 0,0 0 0 0 0,-1 0-1 0 0,1 1 1 0 0,-5 2-1 0 0,-5 3 1 0 0,1 1 0 0 0,0 0 0 0 0,0 1 0 0 0,1 0 0 0 0,0 1 0 0 0,1 1 0 0 0,0 0 0 0 0,1 0 0 0 0,-20 26 0 0 0,20-22 0 0 0,0 2 0 0 0,1 0 0 0 0,1 0 0 0 0,1 0 0 0 0,0 1 0 0 0,1 0 0 0 0,-8 38 0 0 0,10-32 0 0 0,2-1 0 0 0,1 1 0 0 0,1-1 0 0 0,4 46 0 0 0,-2-54 0 0 0,1 0 0 0 0,1 0 0 0 0,1 0 0 0 0,0-1 0 0 0,0 0 0 0 0,2 0 0 0 0,0 0 0 0 0,14 25 0 0 0,-15-33 23 0 0,0 1-1 0 0,0-1 0 0 0,0 0 1 0 0,1 0-1 0 0,0 0 0 0 0,0-1 1 0 0,0 0-1 0 0,1 0 0 0 0,0-1 1 0 0,0 0-1 0 0,0 0 1 0 0,11 4-1 0 0,-8-5-199 0 0,0 0-1 0 0,0 0 1 0 0,1-1-1 0 0,-1 0 1 0 0,1-1 0 0 0,-1-1-1 0 0,1 1 1 0 0,19-3-1 0 0,-14-1-387 0 0,0 0 0 0 0,0 0 0 0 0,-1-2-1 0 0,1 0 1 0 0,-1-1 0 0 0,0 0 0 0 0,0-1-1 0 0,-1-1 1 0 0,0 0 0 0 0,0-1 0 0 0,-1-1-1 0 0,17-15 1 0 0,-11 6 597 0 0,-1-1 0 0 0,-1-1 0 0 0,0 0 0 0 0,-2-1-1 0 0,24-47 1 0 0,-30 50-12 0 0,0 0-1 0 0,-2 0 0 0 0,-1-1 1 0 0,0 0-1 0 0,-1 0 0 0 0,-1-1 1 0 0,-1 1-1 0 0,0-28 1 0 0,-3 35-11 0 0,-1 0 0 0 0,-1 1 0 0 0,0-1 1 0 0,-1 0-1 0 0,0 1 0 0 0,-1 0 0 0 0,0-1 0 0 0,-1 1 1 0 0,-1 1-1 0 0,1-1 0 0 0,-2 1 0 0 0,0 0 1 0 0,-13-16-1 0 0,17 24-8 0 0,1 0 0 0 0,-1 0 0 0 0,0 0 0 0 0,0 1-1 0 0,0-1 1 0 0,-1 1 0 0 0,1 0 0 0 0,-1 0 0 0 0,1 0 0 0 0,-1 0 0 0 0,0 1 0 0 0,0-1 0 0 0,1 1 0 0 0,-1 0 0 0 0,0 0 0 0 0,0 1-1 0 0,0-1 1 0 0,-8 1 0 0 0,7 0 0 0 0,-1 1 0 0 0,1 0-1 0 0,-1 0 1 0 0,1 0 0 0 0,0 1-1 0 0,0 0 1 0 0,-1 0 0 0 0,1 0-1 0 0,1 1 1 0 0,-1 0 0 0 0,0 0-1 0 0,1 0 1 0 0,-6 4 0 0 0,-19 19-489 0 0,17-9-48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05.7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80 220 760 0 0,'-24'-2'9233'0'0,"-9"1"1249"0"0,15 5-11297 0 0,18-4 815 0 0,-1 0 0 0 0,1 0 0 0 0,0 1 0 0 0,0-1 0 0 0,-1 0 0 0 0,1 0 0 0 0,0 0 0 0 0,0 0 0 0 0,0 0 0 0 0,-1 0 0 0 0,1 1 0 0 0,0-1 0 0 0,0 0 0 0 0,0 0 0 0 0,0 0 0 0 0,-1 1 0 0 0,1-1 0 0 0,0 0 0 0 0,0 0 0 0 0,0 0 0 0 0,0 1 0 0 0,0-1 0 0 0,0 0 0 0 0,-1 0 0 0 0,1 1 0 0 0,0-1 0 0 0,0 0 0 0 0,0 0 0 0 0,0 1 0 0 0,0-1 0 0 0,0 0 0 0 0,0 0 0 0 0,0 1 0 0 0,7 6 0 0 0,12 1 0 0 0,-12-8-120 0 0,0 1 0 0 0,1-1 0 0 0,-1 0 0 0 0,0 0 0 0 0,1-1 0 0 0,-1 0 0 0 0,0-1 0 0 0,10-2 0 0 0,57-24-3784 0 0,-64 23 3120 0 0,208-104-9597 0 0,-93 44 10608 0 0,-114 59-241 0 0,-6 3 4 0 0,1-1 0 0 0,0 2 0 0 0,0-1 1 0 0,0 1-1 0 0,1-1 0 0 0,-1 2 0 0 0,0-1 0 0 0,9 0 1 0 0,-15 2 18 0 0,0 0 1 0 0,1 0-1 0 0,-1 0 1 0 0,0 0-1 0 0,1 0 1 0 0,-1 0-1 0 0,1 1 1 0 0,-1-1-1 0 0,0 0 1 0 0,1 0-1 0 0,-1 0 1 0 0,0 1-1 0 0,1-1 1 0 0,-1 0-1 0 0,0 0 0 0 0,0 1 1 0 0,1-1-1 0 0,-1 0 1 0 0,0 1-1 0 0,0-1 1 0 0,1 0-1 0 0,-1 1 1 0 0,0-1-1 0 0,0 0 1 0 0,0 1-1 0 0,0-1 1 0 0,1 0-1 0 0,-1 1 1 0 0,0-1-1 0 0,0 0 1 0 0,0 1-1 0 0,0-1 1 0 0,0 1-1 0 0,0-1 1 0 0,0 0-1 0 0,0 1 1 0 0,0-1-1 0 0,0 1 1 0 0,0-1-1 0 0,0 0 1 0 0,-1 1-1 0 0,1 0 1 0 0,-6 20-1064 0 0,5-18 1055 0 0,-8 20-161 0 0,-1-2 0 0 0,-1 1 0 0 0,-1-1 1 0 0,-29 38-1 0 0,23-36 160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05.9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29 330 228 0 0,'-23'17'11009'0'0,"18"-10"-8591"0"0,5-6-2407 0 0,0-1-1 0 0,0 0 0 0 0,0 0 1 0 0,0 0-1 0 0,0 0 1 0 0,0 0-1 0 0,-1 1 0 0 0,1-1 1 0 0,0 0-1 0 0,0 0 1 0 0,0 0-1 0 0,0 0 0 0 0,0 1 1 0 0,0-1-1 0 0,0 0 1 0 0,0 0-1 0 0,0 0 0 0 0,1 0 1 0 0,-1 0-1 0 0,0 1 1 0 0,0-1-1 0 0,0 0 0 0 0,0 0 1 0 0,0 0-1 0 0,0 0 1 0 0,0 0-1 0 0,0 1 0 0 0,0-1 1 0 0,0 0-1 0 0,0 0 1 0 0,1 0-1 0 0,-1 0 0 0 0,0 0 1 0 0,0 0-1 0 0,0 0 1 0 0,0 0-1 0 0,1 1 0 0 0,7 0 2545 0 0,8-4 500 0 0,5-4-3051 0 0,-1-1-1 0 0,-1 0 1 0 0,30-18-1 0 0,52-40-180 0 0,-3-8-1476 0 0,-7 4-2132 0 0,-67 54 243 0 0,50-27-1 0 0,-36 28 1612 0 0,21-3 3614 0 0,-38 12-1491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06.8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1 378 460 0 0,'6'-18'17835'0'0,"2"12"-17614"0"0,1 0 1 0 0,0 0-1 0 0,1 1 1 0 0,-1 1-1 0 0,19-7 1 0 0,6-3-186 0 0,161-84-646 0 0,-7 3-6027 0 0,-175 88 5155 0 0,-6 4 1621 0 0,-1 0 0 0 0,1 0-1 0 0,0 0 1 0 0,0 0 0 0 0,0 1 0 0 0,0 1 0 0 0,10-2 0 0 0,-16 2-108 0 0,-1 1 1 0 0,0 0-1 0 0,0 0 1 0 0,1 0-1 0 0,-1 0 1 0 0,0 0-1 0 0,1 0 1 0 0,-1 0-1 0 0,0 0 1 0 0,1 0-1 0 0,-1 0 1 0 0,0 0-1 0 0,0 1 1 0 0,1-1-1 0 0,-1 0 1 0 0,0 0-1 0 0,1 0 1 0 0,-1 0-1 0 0,0 0 1 0 0,0 0-1 0 0,1 1 1 0 0,-1-1-1 0 0,0 0 1 0 0,0 0-1 0 0,1 0 1 0 0,-1 1-1 0 0,0-1 1 0 0,0 0-1 0 0,0 0 1 0 0,0 1-1 0 0,1-1 1 0 0,-1 0-1 0 0,0 1 1 0 0,-4 10 2678 0 0,-16 9 868 0 0,19-19-3763 0 0,-51 44 399 0 0,-59 38 1 0 0,42-33-200 0 0,-11 5-15 0 0,98-76 0 0 0,27-22-1334 0 0,2 2 0 0 0,75-49 1 0 0,-51 44-4139 0 0,97-44 1 0 0,-156 84 5243 0 0,23-8-1 0 0,-31 13 199 0 0,0 0 0 0 0,-1 0 0 0 0,1 1 0 0 0,0-1 0 0 0,0 1 0 0 0,0 0 0 0 0,0 0 0 0 0,-1 0 1 0 0,1 1-1 0 0,7 0 0 0 0,0 4-1380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09.4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1 163 460 0 0,'18'-30'13452'0'0,"-14"28"-12779"0"0,17-10 4746 0 0,-1 4-3958 0 0,-10 4-3266 0 0,50-22 1805 0 0,102-30 0 0 0,-157 55 0 0 0,0 0 0 0 0,0 0 0 0 0,0 1 0 0 0,-1-1 0 0 0,1 1 0 0 0,0 0 0 0 0,0 1 0 0 0,6 0 0 0 0,-10-1 0 0 0,0 0 0 0 0,0 1 0 0 0,0-1 0 0 0,0 0 0 0 0,0 1 0 0 0,-1-1 0 0 0,1 1 0 0 0,0-1 0 0 0,0 1 0 0 0,0-1 0 0 0,-1 1 0 0 0,1-1 0 0 0,0 1 0 0 0,-1 0 0 0 0,1-1 0 0 0,0 1 0 0 0,-1 0 0 0 0,1 0 0 0 0,0 1 0 0 0,-1-1 0 0 0,0 1 0 0 0,1-1 0 0 0,-1 0 0 0 0,0 1 0 0 0,0-1 0 0 0,0 1 0 0 0,0-1 0 0 0,0 1 0 0 0,-1-1 0 0 0,1 0 0 0 0,0 1 0 0 0,-1-1 0 0 0,1 1 0 0 0,-1-1 0 0 0,1 0 0 0 0,-1 0 0 0 0,0 2 0 0 0,-4 5-3 0 0,0 0 0 0 0,-1 0 0 0 0,1-1 0 0 0,-1 1 0 0 0,-1-1 0 0 0,-12 11 0 0 0,-49 33-200 0 0,62-47 164 0 0,-38 25-387 0 0,17-12-1119 0 0,1 1 1 0 0,-39 36-1 0 0,55-40 1265 0 0,11-9-500 0 0,8-5-2451 0 0,6-5 1218 0 0,-1 0 0 0 0,17-9 0 0 0,56-37 378 0 0,-57 33 1583 0 0,16-10 180 0 0,229-123 196 0 0,-188 119-358 0 0,-45 20 28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10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5 371 72 0 0,'-1'0'77'0'0,"1"0"0"0"0,0 0-1 0 0,0 0 1 0 0,-1 0 0 0 0,1 0 0 0 0,0-1 0 0 0,0 1 0 0 0,0 0 0 0 0,-1 0 0 0 0,1 0 0 0 0,0-1 0 0 0,0 1 0 0 0,0 0-1 0 0,0 0 1 0 0,0 0 0 0 0,-1-1 0 0 0,1 1 0 0 0,0 0 0 0 0,0 0 0 0 0,0-1 0 0 0,0 1 0 0 0,0 0 0 0 0,0 0 0 0 0,0-1-1 0 0,0 1 1 0 0,0 0 0 0 0,0 0 0 0 0,0-1 0 0 0,0 1 0 0 0,0 0 0 0 0,0 0 0 0 0,0-1 0 0 0,0 1 0 0 0,0 0-1 0 0,0 0 1 0 0,1-1 0 0 0,-1 1 0 0 0,0 0 0 0 0,0 0 0 0 0,0-1 0 0 0,0 1 0 0 0,0 0 0 0 0,1 0 0 0 0,-1 0 0 0 0,0 0-1 0 0,0-1 1 0 0,0 1 0 0 0,0 0 0 0 0,1 0 0 0 0,-1 0 0 0 0,0 0 0 0 0,0 0 0 0 0,1-1 0 0 0,-1 1 0 0 0,0 0 0 0 0,19-11 6629 0 0,-14 8-5480 0 0,45-27 2085 0 0,87-53 567 0 0,-2-4-5432 0 0,-84 51 15 0 0,103-64-7079 0 0,-134 91 9489 0 0,-15 8 561 0 0,-14 6 1763 0 0,-42 22 1637 0 0,-25 18-3301 0 0,55-31-1534 0 0,2 0 0 0 0,-1 2 1 0 0,-31 32-1 0 0,48-45-174 0 0,1 0 0 0 0,-1 0 0 0 0,1 0 0 0 0,-1 1 0 0 0,1-1 0 0 0,0 1 0 0 0,1-1 0 0 0,-1 1 0 0 0,0 0 0 0 0,-1 8 0 0 0,3-11 125 0 0,0 1 0 0 0,0 0 0 0 0,0 0-1 0 0,0 0 1 0 0,0 0 0 0 0,0 0 0 0 0,1 0 0 0 0,-1 0-1 0 0,1-1 1 0 0,-1 1 0 0 0,1 0 0 0 0,0 0 0 0 0,0 0 0 0 0,0-1-1 0 0,0 1 1 0 0,0-1 0 0 0,0 1 0 0 0,0-1 0 0 0,0 1 0 0 0,1-1-1 0 0,-1 1 1 0 0,0-1 0 0 0,1 0 0 0 0,3 2 0 0 0,1 1 363 0 0,0 0 0 0 0,1-1 0 0 0,-1 0 0 0 0,1 0 0 0 0,0 0 0 0 0,0-1 0 0 0,12 2 0 0 0,54 5 163 0 0,-36-6-1114 0 0,58 8-796 0 0,-44-9 854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10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6 145 688 0 0,'63'-44'9065'0'0,"93"-42"842"0"0,-150 83-9907 0 0,0 0 0 0 0,1 1 0 0 0,11-4 0 0 0,-17 6 0 0 0,0 0 0 0 0,-1 0 0 0 0,1 0 0 0 0,0 0 0 0 0,0 0 0 0 0,-1 0 0 0 0,1 0 0 0 0,0 0 0 0 0,0 0 0 0 0,0 0 0 0 0,-1 0 0 0 0,1 0 0 0 0,0 1 0 0 0,-1-1 0 0 0,1 0 0 0 0,0 1 0 0 0,-1-1 0 0 0,2 1 0 0 0,-2 0 0 0 0,1-1 0 0 0,-1 1 0 0 0,0-1 0 0 0,1 1 0 0 0,-1 0 0 0 0,0 0 0 0 0,0-1 0 0 0,0 1 0 0 0,0 0 0 0 0,0-1 0 0 0,0 1 0 0 0,0 0 0 0 0,0 0 0 0 0,0-1 0 0 0,0 1 0 0 0,0 0 0 0 0,0-1 0 0 0,0 1 0 0 0,0 0 0 0 0,-1-1 0 0 0,1 1 0 0 0,0 0 0 0 0,-1-1 0 0 0,0 2 0 0 0,-4 7-2 0 0,-1 0-1 0 0,0 0 1 0 0,-1 0 0 0 0,0-1-1 0 0,0 1 1 0 0,-1-2-1 0 0,-11 10 1 0 0,0 1 15 0 0,-11 10-9 0 0,-1 0-1598 0 0,2 1 0 0 0,1 2 1 0 0,-29 40-1 0 0,55-68 1595 0 0,0 1 0 0 0,0-1 0 0 0,0 1 0 0 0,0 0-1 0 0,1-1 1 0 0,0 1 0 0 0,-1 0 0 0 0,2 0 0 0 0,-2 6 0 0 0,2-9 8 0 0,0 0 0 0 0,0 0 1 0 0,0 0-1 0 0,0 0 0 0 0,0 0 0 0 0,0 0 0 0 0,0 0 1 0 0,1 0-1 0 0,-1 0 0 0 0,0 0 0 0 0,1 0 1 0 0,-1 0-1 0 0,1 0 0 0 0,-1 0 0 0 0,1 0 1 0 0,-1 0-1 0 0,1-1 0 0 0,0 1 0 0 0,-1 0 0 0 0,1 0 1 0 0,0-1-1 0 0,0 1 0 0 0,-1 0 0 0 0,1-1 1 0 0,0 1-1 0 0,0-1 0 0 0,0 1 0 0 0,0-1 1 0 0,0 1-1 0 0,0-1 0 0 0,0 0 0 0 0,0 0 0 0 0,0 1 1 0 0,0-1-1 0 0,0 0 0 0 0,0 0 0 0 0,0 0 1 0 0,0 0-1 0 0,0 0 0 0 0,0 0 0 0 0,1 0 1 0 0,12-2 469 0 0,0 0 0 0 0,-1-1 0 0 0,1-1 0 0 0,-1 0 0 0 0,0 0 0 0 0,18-10 0 0 0,-12 6-888 0 0,136-60-615 0 0,-153 67 1018 0 0,0 0 0 0 0,0 1-1 0 0,1-1 1 0 0,-1 0 0 0 0,0 1 0 0 0,0-1-1 0 0,1 1 1 0 0,-1 0 0 0 0,0 0 0 0 0,1 0-1 0 0,-1 0 1 0 0,0 0 0 0 0,4 1 0 0 0,-3 1-13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14.1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1538 341 1152 0 0,'4'-32'6506'0'0,"-5"19"-3973"0"0,-2-25 0 0 0,-1 19-458 0 0,0 1 0 0 0,-9-25 0 0 0,10 36-2009 0 0,0 0 0 0 0,0 1 1 0 0,-1-1-1 0 0,0 0 0 0 0,0 1 0 0 0,-1 0 1 0 0,0 0-1 0 0,0 0 0 0 0,-7-6 0 0 0,3 5-47 0 0,0 0 0 0 0,0 0 0 0 0,-1 1 0 0 0,1 1 0 0 0,-18-8 0 0 0,-6 2-40 0 0,0 1 1 0 0,0 1 0 0 0,-38-4-1 0 0,64 12 38 0 0,-37-7-763 0 0,-1 3 0 0 0,1 1 1 0 0,-1 3-1 0 0,-46 3 0 0 0,63 2-480 0 0,0 2 1 0 0,0 0-1 0 0,0 2 1 0 0,1 1-1 0 0,1 1 1 0 0,0 1-1 0 0,0 2 1 0 0,1 0-1 0 0,-33 24 1 0 0,-71 63-1977 0 0,10 8 3880 0 0,86-76-683 0 0,2 2 0 0 0,1 1 0 0 0,2 2 0 0 0,1 0 0 0 0,2 2 0 0 0,2 1 0 0 0,-28 66 0 0 0,16-24 5 0 0,4 1 0 0 0,-28 118 0 0 0,49-155 0 0 0,2 1 0 0 0,2 0 0 0 0,3 0 0 0 0,1 0 0 0 0,2 0 0 0 0,9 57 0 0 0,-6-78 10 0 0,3 0 0 0 0,0-1 1 0 0,1 1-1 0 0,1-1 0 0 0,2-1 1 0 0,0 1-1 0 0,2-2 0 0 0,0 1 0 0 0,2-2 1 0 0,23 31-1 0 0,-14-26-2 0 0,1-1 1 0 0,1-1-1 0 0,1-1 0 0 0,54 37 1 0 0,-39-35 9 0 0,1-1 0 0 0,1-3 0 0 0,46 18 1 0 0,-65-31-23 0 0,1-2 0 0 0,1 0 0 0 0,-1-2 0 0 0,1 0 0 0 0,0-2 0 0 0,0-1 0 0 0,0-1 0 0 0,34-3 0 0 0,-6-4 13 0 0,0-2 1 0 0,102-29-1 0 0,-126 27-6 0 0,-1-1 1 0 0,0-1-1 0 0,42-25 0 0 0,74-58 112 0 0,-139 91-107 0 0,48-34 88 0 0,-1-3-1 0 0,-3-2 0 0 0,-1-2 1 0 0,-2-3-1 0 0,60-78 0 0 0,-80 89-43 0 0,-2-1 0 0 0,-2 0 0 0 0,-1-2 0 0 0,-2-1 0 0 0,-2 0 0 0 0,-2-1 0 0 0,-1-1 0 0 0,-3-1 0 0 0,8-46 0 0 0,-15 55 27 0 0,-2 0 1 0 0,-1-1 0 0 0,-4-44 0 0 0,0 54-29 0 0,-2-1 0 0 0,0 1 1 0 0,-2-1-1 0 0,-18-49 1 0 0,13 51-15 0 0,-1 1 1 0 0,-1 0-1 0 0,-1 1 1 0 0,-1 0-1 0 0,-1 1 1 0 0,-1 1-1 0 0,-22-21 1 0 0,4 9 797 0 0,-2 0 1 0 0,-1 3-1 0 0,-44-27 0 0 0,2 2 3377 0 0,-20-14 616 0 0,79 56-4490 0 0,-1 2 0 0 0,-42-18-1 0 0,53 26-103 0 0,1-1-1 0 0,0 2 0 0 0,-1-1 0 0 0,0 2 0 0 0,-20-2 1 0 0,26 3-167 0 0,1 0 1 0 0,0 0 0 0 0,-1 1 0 0 0,1 0 0 0 0,0 0-1 0 0,0 0 1 0 0,-1 0 0 0 0,1 0 0 0 0,0 1-1 0 0,0 0 1 0 0,0 0 0 0 0,1 0 0 0 0,-1 0-1 0 0,0 1 1 0 0,1-1 0 0 0,0 1 0 0 0,-6 5 0 0 0,8-6-60 0 0,-1 0 1 0 0,1 0-1 0 0,0 0 1 0 0,0 0 0 0 0,0 0-1 0 0,0 1 1 0 0,0-1 0 0 0,0 0-1 0 0,1 1 1 0 0,-1-1-1 0 0,1 1 1 0 0,-1-1 0 0 0,1 1-1 0 0,0-1 1 0 0,0 3 0 0 0,1 16-5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15.3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1678 424 400 0 0,'-16'-30'10216'0'0,"-2"1"-4787"0"0,-40-52-1927 0 0,40 57-3389 0 0,5 7-139 0 0,0 1 1 0 0,-1 1-1 0 0,-1 1 0 0 0,-1 0 0 0 0,0 1 1 0 0,-1 0-1 0 0,0 1 0 0 0,-1 1 0 0 0,-24-11 1 0 0,13 9-618 0 0,-1 2 0 0 0,0 1-1 0 0,-1 1 1 0 0,0 2 0 0 0,-45-5 0 0 0,27 6-610 0 0,-175-15-7399 0 0,192 21 8073 0 0,1 0 0 0 0,-1 3 0 0 0,1 0 0 0 0,0 2 0 0 0,-34 10 0 0 0,15 1 687 0 0,1 3 0 0 0,1 2-1 0 0,1 2 1 0 0,-88 58 0 0 0,110-62-94 0 0,0 0 1 0 0,2 2 0 0 0,0 1 0 0 0,2 1-1 0 0,0 0 1 0 0,1 2 0 0 0,2 0 0 0 0,1 1-1 0 0,0 1 1 0 0,2 1 0 0 0,-12 31 0 0 0,10-14 5 0 0,1 0 1 0 0,3 0-1 0 0,1 1 0 0 0,3 1 1 0 0,2 0-1 0 0,-3 80 1 0 0,11-91-21 0 0,1-1 1 0 0,2 1-1 0 0,1-1 1 0 0,2 0-1 0 0,1 0 1 0 0,2-1-1 0 0,23 54 1 0 0,-7-32 0 0 0,1-3 0 0 0,3 0 0 0 0,63 83 0 0 0,-74-113 8 0 0,1-1 1 0 0,0 0-1 0 0,2-1 0 0 0,0-2 1 0 0,2 0-1 0 0,0-1 1 0 0,1-1-1 0 0,0-2 1 0 0,2-1-1 0 0,0 0 1 0 0,42 13-1 0 0,-15-9 0 0 0,0-2 1 0 0,2-3-1 0 0,0-3 1 0 0,0-2-1 0 0,0-2 1 0 0,1-3-1 0 0,0-2 1 0 0,0-3-1 0 0,-1-2 0 0 0,1-3 1 0 0,-1-2-1 0 0,97-29 1 0 0,-93 16 67 0 0,-1-3 1 0 0,-1-3-1 0 0,-2-2 1 0 0,93-65-1 0 0,-120 74-52 0 0,-1-1 0 0 0,-1-2-1 0 0,-1 0 1 0 0,34-43 0 0 0,-44 46-8 0 0,-1 0 1 0 0,0-2-1 0 0,-2 1 0 0 0,-1-2 0 0 0,-1 0 0 0 0,15-46 1 0 0,-16 30 62 0 0,-1 0 1 0 0,-2-1-1 0 0,-2-1 1 0 0,-1 1 0 0 0,-3-1-1 0 0,-6-73 1 0 0,-2 59-3 0 0,-2-1 0 0 0,-3 2 1 0 0,-2-1-1 0 0,-30-72 0 0 0,32 99-70 0 0,-2 1 0 0 0,-2 0 0 0 0,0 1 0 0 0,-1 1 0 0 0,-2 0 0 0 0,-1 2 0 0 0,-34-34 0 0 0,-6 3 14 0 0,-111-79 1 0 0,148 117 18 0 0,-1 2 1 0 0,0 0 0 0 0,-35-14 0 0 0,51 25-26 0 0,0 1 0 0 0,0 0 1 0 0,0 1-1 0 0,-1 0 0 0 0,1 0 1 0 0,-1 0-1 0 0,1 1 0 0 0,-1 1 1 0 0,0-1-1 0 0,0 1 0 0 0,1 1 1 0 0,-1 0-1 0 0,0 0 1 0 0,-16 5-1 0 0,23-6 46 0 0,0 1-1 0 0,0 0 1 0 0,0-1-1 0 0,0 1 1 0 0,0 0 0 0 0,0 1-1 0 0,1-1 1 0 0,-1 0 0 0 0,0 0-1 0 0,1 1 1 0 0,-1-1 0 0 0,0 1-1 0 0,1-1 1 0 0,0 1 0 0 0,-1 0-1 0 0,1 0 1 0 0,0-1 0 0 0,0 1-1 0 0,-2 4 1 0 0,-1 11-153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16.5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1396 196 1152 0 0,'-16'-37'6546'0'0,"10"28"-5604"0"0,1 1 0 0 0,-1-1 0 0 0,-1 1 0 0 0,1 0 1 0 0,-1 1-1 0 0,-16-14 0 0 0,9 10-120 0 0,1 1-1 0 0,-2 0 1 0 0,1 1 0 0 0,-1 1-1 0 0,-29-12 1 0 0,30 15-768 0 0,0 1 1 0 0,-1 0 0 0 0,1 1-1 0 0,-1 1 1 0 0,1 0 0 0 0,-1 1 0 0 0,-19 1-1 0 0,0 3-573 0 0,0 1 1 0 0,-37 10-1 0 0,-65 22-2041 0 0,121-31 2327 0 0,-42 12-1642 0 0,1 2 0 0 0,2 2 1 0 0,0 3-1 0 0,1 3 0 0 0,2 1 0 0 0,-54 40 1 0 0,73-44 1905 0 0,1 1 0 0 0,1 2-1 0 0,1 1 1 0 0,2 2 0 0 0,1 0 0 0 0,-37 56 0 0 0,47-59-18 0 0,1-1 0 0 0,1 2-1 0 0,2 0 1 0 0,1 0 0 0 0,1 1 0 0 0,1 1-1 0 0,2 0 1 0 0,1 0 0 0 0,-3 42 0 0 0,7-33 5 0 0,1 1 1 0 0,3-1 0 0 0,1 1 0 0 0,2-1 0 0 0,2 0-1 0 0,1 0 1 0 0,15 41 0 0 0,-5-37 1128 0 0,2-2 0 0 0,1 0 0 0 0,37 51-1 0 0,-34-55 712 0 0,2-1-1 0 0,2-1 0 0 0,1-2 0 0 0,2 0 0 0 0,44 35 0 0 0,-51-49-1378 0 0,1-1-1 0 0,1-2 1 0 0,34 17-1 0 0,-36-22-800 0 0,1-1 0 0 0,0-1 0 0 0,1-2 0 0 0,28 6 0 0 0,-16-7-1243 0 0,1-2 1 0 0,69-2 0 0 0,77-19-5865 0 0,-55-10 3784 0 0,-77 11 3697 0 0,0-3-1 0 0,-1-1 1 0 0,77-44 0 0 0,-105 50-29 0 0,0-1 0 0 0,-1 0 0 0 0,0-2 0 0 0,-2-1 0 0 0,0-1 0 0 0,0 0 0 0 0,-2-2 1 0 0,22-30-1 0 0,-5-1 546 0 0,31-60 0 0 0,-57 92 24 0 0,-2-1-1 0 0,0 0 0 0 0,-1 0 0 0 0,7-41 0 0 0,-8 24-1054 0 0,-2 0-1 0 0,-1-39 0 0 0,-4 53 276 0 0,0 0-1 0 0,-2 0 0 0 0,-1 1 1 0 0,-1-1-1 0 0,0 1 1 0 0,-2 0-1 0 0,-1 0 0 0 0,-1 1 1 0 0,-21-40-1 0 0,13 34 265 0 0,-1 1 0 0 0,-2 1 1 0 0,0 0-1 0 0,-2 1 0 0 0,-1 2 0 0 0,-44-37 1 0 0,-141-82 6 0 0,75 55 76 0 0,129 84 3 0 0,-3-2 391 0 0,0 1 0 0 0,0-2-1 0 0,0 1 1 0 0,1-1 0 0 0,0 0 0 0 0,-7-9 0 0 0,11 8-135 0 0,2 7-425 0 0,-1 0 0 0 0,1 0 0 0 0,0 0 0 0 0,0 0 1 0 0,0 0-1 0 0,0 0 0 0 0,0 0 0 0 0,0 0 0 0 0,0 0 0 0 0,0 0 1 0 0,0 0-1 0 0,0 0 0 0 0,0 0 0 0 0,0 0 0 0 0,0-1 0 0 0,0 1 1 0 0,0 0-1 0 0,0 0 0 0 0,0 0 0 0 0,0 0 0 0 0,0 0 0 0 0,0 0 0 0 0,0 0 1 0 0,0 0-1 0 0,0 0 0 0 0,0 0 0 0 0,0-1 0 0 0,0 1 0 0 0,0 0 1 0 0,0 0-1 0 0,0 0 0 0 0,0 0 0 0 0,0 0 0 0 0,0 0 0 0 0,0 0 1 0 0,0 0-1 0 0,0 0 0 0 0,0 0 0 0 0,0 0 0 0 0,0-1 0 0 0,0 1 0 0 0,0 0 1 0 0,0 0-1 0 0,1 0 0 0 0,-1 0 0 0 0,0 0 0 0 0,0 0 0 0 0,0 0 1 0 0,0 0-1 0 0,0 0 0 0 0,0 0 0 0 0,0 0 0 0 0,0 0 0 0 0,0 0 1 0 0,0 0-1 0 0,0 0 0 0 0,1 0 0 0 0,-1 0 0 0 0,0 0 0 0 0,0 0 0 0 0,0 0 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54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39 632 1840 0 0,'-28'-15'16497'0'0,"26"13"-16221"0"0,1-1 1 0 0,0 0-1 0 0,-1 1 1 0 0,1-1-1 0 0,1 0 1 0 0,-1 0 0 0 0,0 0-1 0 0,1 0 1 0 0,-1-6-1 0 0,1 0-1003 0 0,0-1 0 0 0,1 0 0 0 0,3-16 0 0 0,1 7 2193 0 0,2-5-1466 0 0,51-163 0 0 0,-47 157 0 0 0,-5 12 0 0 0,0 0 0 0 0,2 0 0 0 0,0 0 0 0 0,1 1 0 0 0,0 0 0 0 0,14-17 0 0 0,-22 33 0 0 0,-1 0 0 0 0,1 0 0 0 0,0 0 0 0 0,-1 0 0 0 0,1 0 0 0 0,0 1 0 0 0,0-1 0 0 0,0 0 0 0 0,0 0 0 0 0,0 1 0 0 0,0-1 0 0 0,0 0 0 0 0,0 1 0 0 0,0-1 0 0 0,0 1 0 0 0,0-1 0 0 0,0 1 0 0 0,1 0 0 0 0,-1-1 0 0 0,0 1 0 0 0,0 0 0 0 0,0 0 0 0 0,1 0 0 0 0,-1 0 0 0 0,0 0 0 0 0,1 0 0 0 0,0 1 0 0 0,-1 0 0 0 0,1 0 0 0 0,-1 0 0 0 0,0 0 0 0 0,1 0 0 0 0,-1 0 0 0 0,0 0 0 0 0,0 1 0 0 0,0-1 0 0 0,0 0 0 0 0,0 1 0 0 0,0-1 0 0 0,0 1 0 0 0,-1-1 0 0 0,1 1 0 0 0,0-1 0 0 0,-1 1 0 0 0,1 1 0 0 0,9 31-1313 0 0,-1 1 0 0 0,-2-1 0 0 0,-1 1 0 0 0,-2 0 0 0 0,-2 1 0 0 0,-1-1 0 0 0,-5 55 0 0 0,3-84 1424 0 0,0 0 0 0 0,0 1 0 0 0,-5 9 0 0 0,6-15-83 0 0,-1 1 0 0 0,1-1 0 0 0,-1 0-1 0 0,0 0 1 0 0,1 1 0 0 0,-1-1 0 0 0,0 0 0 0 0,0 0-1 0 0,0 0 1 0 0,-2 1 0 0 0,3-1-23 0 0,-1-1-1 0 0,1 0 1 0 0,0 0-1 0 0,-1 1 1 0 0,1-1 0 0 0,-1 0-1 0 0,1 0 1 0 0,-1 0 0 0 0,1 0-1 0 0,-1 0 1 0 0,1 0 0 0 0,-1 0-1 0 0,1 0 1 0 0,-1 0-1 0 0,1 0 1 0 0,-1 0 0 0 0,1 0-1 0 0,-1 0 1 0 0,1 0 0 0 0,-1-1-1 0 0,1 1 1 0 0,-1 0-1 0 0,1 0 1 0 0,-1 0 0 0 0,1-1-1 0 0,-1 1 1 0 0,1 0 0 0 0,0-1-1 0 0,-1 1 1 0 0,-1-2 278 0 0,1 1-1 0 0,0-1 1 0 0,0 0 0 0 0,0 1 0 0 0,0-1 0 0 0,0 0-1 0 0,0 0 1 0 0,0 1 0 0 0,0-1 0 0 0,1 0 0 0 0,-1 0 0 0 0,1 0-1 0 0,-1 0 1 0 0,1 0 0 0 0,0 0 0 0 0,0-3 0 0 0,2-33 4524 0 0,0 26-4819 0 0,0 1-1 0 0,1 0 1 0 0,0 0 0 0 0,1 0-1 0 0,0 0 1 0 0,1 1-1 0 0,0 0 1 0 0,8-13 0 0 0,7-5 50 0 0,32-36 0 0 0,6-7-2017 0 0,-49 59 878 0 0,-1 0-1 0 0,-1-1 1 0 0,0 0 0 0 0,6-17-1 0 0,-10 22 751 0 0,10-32-1371 0 0,-12 36 1634 0 0,0 1 0 0 0,-1-1 0 0 0,1 1 1 0 0,-1-1-1 0 0,0 0 0 0 0,0 1 0 0 0,0-1 0 0 0,-1 1 0 0 0,0-6 1 0 0,1 9 106 0 0,0 0 0 0 0,0-1 0 0 0,0 1 0 0 0,-1 0 0 0 0,1-1 1 0 0,0 1-1 0 0,0 0 0 0 0,0 0 0 0 0,0-1 0 0 0,0 1 0 0 0,0 0 1 0 0,0-1-1 0 0,0 1 0 0 0,-1 0 0 0 0,1 0 0 0 0,0-1 1 0 0,0 1-1 0 0,0 0 0 0 0,-1 0 0 0 0,1 0 0 0 0,0-1 0 0 0,0 1 1 0 0,-1 0-1 0 0,1 0 0 0 0,0 0 0 0 0,0 0 0 0 0,-1-1 0 0 0,1 1 1 0 0,0 0-1 0 0,-1 0 0 0 0,1 0 0 0 0,0 0 0 0 0,-1 0 0 0 0,-7 7 1404 0 0,-2 16 537 0 0,5-2-1901 0 0,0 1-1 0 0,2-1 1 0 0,0 1 0 0 0,1 28-1 0 0,2-38-54 0 0,1-1 0 0 0,0 0 0 0 0,1 1-1 0 0,0-1 1 0 0,0 0 0 0 0,1 0 0 0 0,1 0 0 0 0,0-1-1 0 0,0 1 1 0 0,7 10 0 0 0,-8-16 12 0 0,0-1 0 0 0,1 1 0 0 0,-1-1 0 0 0,1 0 0 0 0,0 0 0 0 0,0 0-1 0 0,0-1 1 0 0,1 1 0 0 0,-1-1 0 0 0,1 0 0 0 0,0 0 0 0 0,7 3 0 0 0,-5-4-336 0 0,-1 0 1 0 0,1 0-1 0 0,-1 0 1 0 0,1-1 0 0 0,0 0-1 0 0,0 0 1 0 0,0-1-1 0 0,-1 0 1 0 0,14-1-1 0 0,10-4-3406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55.6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130 155 1612 0 0,'-10'-24'1096'0'0,"7"20"-169"0"0,1 1 0 0 0,0 0 1 0 0,-1-1-1 0 0,1 1 0 0 0,-1 0 0 0 0,0 1 0 0 0,-6-6 0 0 0,7 7-469 0 0,1 0-1 0 0,-1 0 1 0 0,0 0 0 0 0,1 0 0 0 0,-1 0 0 0 0,0 1 0 0 0,0-1 0 0 0,0 0 0 0 0,0 1 0 0 0,0 0 0 0 0,1-1-1 0 0,-1 1 1 0 0,0 0 0 0 0,0 0 0 0 0,0 0 0 0 0,-4 1 0 0 0,4-1-299 0 0,0 1 0 0 0,0 0 1 0 0,0 0-1 0 0,0 0 0 0 0,0 0 0 0 0,0 0 0 0 0,0 0 1 0 0,0 0-1 0 0,0 1 0 0 0,-3 2 0 0 0,2-1-159 0 0,0 1 0 0 0,0 0 0 0 0,0 1 0 0 0,0-1 0 0 0,1 1 0 0 0,-1-1 0 0 0,1 1 0 0 0,0 0 0 0 0,1-1 0 0 0,-1 1 0 0 0,1 0 0 0 0,0 0 0 0 0,0 0 0 0 0,0 8 0 0 0,0 1 0 0 0,1 0 0 0 0,0 0 0 0 0,1 1 0 0 0,4 14 0 0 0,-3-21 0 0 0,0 1 0 0 0,0-1 0 0 0,1 0 0 0 0,0 0 0 0 0,1 0 0 0 0,0 0 0 0 0,0 0 0 0 0,1-1 0 0 0,0 0 0 0 0,0 0 0 0 0,0 0 0 0 0,1-1 0 0 0,0 1 0 0 0,0-1 0 0 0,1-1 0 0 0,8 6 0 0 0,-9-7 0 0 0,0 0 0 0 0,0-1 0 0 0,1 0 0 0 0,-1 0 0 0 0,1 0 0 0 0,-1-1 0 0 0,1 0 0 0 0,0-1 0 0 0,0 1 0 0 0,0-1 0 0 0,0-1 0 0 0,0 1 0 0 0,1-1 0 0 0,-1 0 0 0 0,0-1 0 0 0,0 0 0 0 0,0 0 0 0 0,0 0 0 0 0,0-1 0 0 0,8-3 0 0 0,-8 2-341 0 0,-1 0-1 0 0,0-1 1 0 0,1 0 0 0 0,-1 0-1 0 0,-1 0 1 0 0,1-1 0 0 0,-1 0-1 0 0,0 0 1 0 0,0 0 0 0 0,0-1-1 0 0,0 0 1 0 0,-1 1 0 0 0,0-2-1 0 0,3-6 1 0 0,-2 4-171 0 0,0-1 0 0 0,-1 0 0 0 0,-1 0 0 0 0,0 0 0 0 0,0 0 0 0 0,-1-1 0 0 0,0 1 0 0 0,0-1 0 0 0,-1-20 4101 0 0,2 56 1164 0 0,1-14-4564 0 0,0 0-1 0 0,1 0 1 0 0,0-1-1 0 0,0 1 0 0 0,1-1 1 0 0,0-1-1 0 0,9 11 1 0 0,-12-17-212 0 0,0 1 1 0 0,1-1-1 0 0,-1 0 0 0 0,1 0 1 0 0,0 0-1 0 0,-1 0 1 0 0,2-1-1 0 0,7 4 1 0 0,-9-5 27 0 0,0 0 0 0 0,0 0 0 0 0,0 0 0 0 0,0-1 0 0 0,0 1 0 0 0,0-1 0 0 0,0 0 0 0 0,0 0 0 0 0,0 0 1 0 0,0 0-1 0 0,0-1 0 0 0,0 1 0 0 0,0-1 0 0 0,0 0 0 0 0,3-1 0 0 0,-5 2-13 0 0,1-1 0 0 0,0 1 0 0 0,0-1 0 0 0,-1 0-1 0 0,1 0 1 0 0,-1 0 0 0 0,1 0 0 0 0,-1 0 0 0 0,1 0 0 0 0,-1-1-1 0 0,1 1 1 0 0,-1 0 0 0 0,0-1 0 0 0,0 1 0 0 0,0-1 0 0 0,0 1 0 0 0,0-1-1 0 0,0 0 1 0 0,1-2 0 0 0,-1 1 7 0 0,-1 0 1 0 0,1 0-1 0 0,-1 1 1 0 0,0-1-1 0 0,0 0 1 0 0,0 0-1 0 0,0 0 1 0 0,0 0-1 0 0,-1 0 0 0 0,1 1 1 0 0,-3-6-1 0 0,0 0-233 0 0,0-1 0 0 0,-1 1-1 0 0,0 0 1 0 0,-1 0 0 0 0,0 0-1 0 0,0 1 1 0 0,-7-8 0 0 0,-7-4-1192 0 0,-1 1 0 0 0,-1 1 0 0 0,0 1 1 0 0,-25-14-1 0 0,24 15 1039 0 0,21 15 393 0 0,0 0 0 0 0,1-1 1 0 0,-1 1-1 0 0,1-1 0 0 0,-1 1 1 0 0,1 0-1 0 0,-1-1 1 0 0,1 1-1 0 0,-1-1 0 0 0,1 0 1 0 0,-1 1-1 0 0,1-1 0 0 0,-1 1 1 0 0,1-1-1 0 0,-1 0 0 0 0,1 0 2 0 0,0 1 0 0 0,0 0-1 0 0,1 0 1 0 0,-1-1-1 0 0,0 1 1 0 0,0 0 0 0 0,0 0-1 0 0,0 0 1 0 0,0-1-1 0 0,0 1 1 0 0,1 0-1 0 0,-1 0 1 0 0,0 0 0 0 0,0 0-1 0 0,0 0 1 0 0,0-1-1 0 0,1 1 1 0 0,-1 0-1 0 0,0 0 1 0 0,0 0 0 0 0,0 0-1 0 0,1 0 1 0 0,-1 0-1 0 0,0 0 1 0 0,0 0-1 0 0,1 0 1 0 0,-1 0 0 0 0,0 0-1 0 0,0 0 1 0 0,1 0-1 0 0,28-1 437 0 0,-18 2-449 0 0,18-3-80 0 0,9-1-136 0 0,52 4 1 0 0,-79 0 195 0 0,-1 0 0 0 0,0 1 0 0 0,1 0 0 0 0,-1 1 0 0 0,0 0 0 0 0,0 0 0 0 0,0 1 0 0 0,0 0 1 0 0,16 11-1 0 0,-22-12 38 0 0,-1 0 1 0 0,1 0 0 0 0,-1 0-1 0 0,1 1 1 0 0,-1 0 0 0 0,0-1-1 0 0,-1 1 1 0 0,1 0 0 0 0,-1 0-1 0 0,1 1 1 0 0,-1-1 0 0 0,-1 0 0 0 0,1 1-1 0 0,0-1 1 0 0,0 9 0 0 0,-1-9-1 0 0,0 0 1 0 0,-1 0-1 0 0,1 1 1 0 0,-1-1-1 0 0,-1 0 1 0 0,1 0-1 0 0,0 0 1 0 0,-1 1-1 0 0,0-1 1 0 0,0 0-1 0 0,0 0 1 0 0,0 0-1 0 0,-1 0 1 0 0,0 0-1 0 0,0-1 1 0 0,0 1 0 0 0,0 0-1 0 0,-3 3 1 0 0,-4-2 3113 0 0,10-17-243 0 0,8-19-143 0 0,19-34-2575 0 0,53-86 0 0 0,-80 148-209 0 0,1 1 0 0 0,-1-1 0 0 0,1 0-1 0 0,0 1 1 0 0,0 0 0 0 0,0-1 0 0 0,1 1 0 0 0,-1 0-1 0 0,5-3 1 0 0,-7 5 27 0 0,1 0 0 0 0,-1-1 0 0 0,1 1 0 0 0,-1 0 0 0 0,1 0-1 0 0,0 0 1 0 0,-1 0 0 0 0,1 0 0 0 0,-1-1 0 0 0,1 1 0 0 0,-1 0 0 0 0,1 0 0 0 0,-1 1-1 0 0,1-1 1 0 0,0 0 0 0 0,-1 0 0 0 0,1 0 0 0 0,-1 0 0 0 0,1 0 0 0 0,-1 0 0 0 0,2 1-1 0 0,-1 0 63 0 0,0 0 0 0 0,0 0-1 0 0,0 0 1 0 0,0 0-1 0 0,-1 0 1 0 0,1 0 0 0 0,0 0-1 0 0,0 0 1 0 0,-1 0 0 0 0,1 0-1 0 0,0 1 1 0 0,-1-1-1 0 0,1 1 1 0 0,3 13-61 0 0,0 0-1 0 0,-1 0 1 0 0,2 21-1 0 0,2 8-324 0 0,-6-35 191 0 0,1-1-1 0 0,0 0 1 0 0,0 0-1 0 0,1 0 1 0 0,0 0-1 0 0,1 0 1 0 0,7 12-1 0 0,-9-18-63 0 0,0 1-1 0 0,0-1 0 0 0,0 0 0 0 0,0 0 0 0 0,0 0 1 0 0,0 0-1 0 0,1 0 0 0 0,-1-1 0 0 0,1 1 1 0 0,-1-1-1 0 0,1 1 0 0 0,0-1 0 0 0,-1 0 1 0 0,1 0-1 0 0,0 0 0 0 0,0-1 0 0 0,0 1 0 0 0,0-1 1 0 0,0 1-1 0 0,-1-1 0 0 0,1 0 0 0 0,0 0 1 0 0,0 0-1 0 0,0 0 0 0 0,6-2 0 0 0,0-1 22 0 0,1 0 0 0 0,-1 0 0 0 0,1-1 0 0 0,-1 0 0 0 0,-1-1 0 0 0,1 1-1 0 0,-1-2 1 0 0,1 1 0 0 0,-1-1 0 0 0,-1-1 0 0 0,11-10 0 0 0,-3 0-615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56.2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236 576 1612 0 0,'11'-15'8576'0'0,"-9"10"-7504"0"0,-1 2-124 0 0,0 0-1 0 0,-1-1 0 0 0,1 1 0 0 0,-1 0 0 0 0,1-6 0 0 0,-1 6-514 0 0,0-1 0 0 0,-1 0-1 0 0,1 1 1 0 0,-1-1 0 0 0,0 0 0 0 0,-2-4 0 0 0,2 6-454 0 0,0-1 0 0 0,0 1 0 0 0,0-1 0 0 0,0 1 0 0 0,-1 0 1 0 0,1 0-1 0 0,-1-1 0 0 0,0 1 0 0 0,0 0 0 0 0,0 0 0 0 0,0 1 1 0 0,0-1-1 0 0,0 0 0 0 0,-3-1 0 0 0,1 1 21 0 0,0 0 0 0 0,0 0 0 0 0,0 1 0 0 0,-1 0 0 0 0,1-1 0 0 0,0 1 0 0 0,-1 1 0 0 0,1-1 0 0 0,-1 1 0 0 0,1 0 0 0 0,-1 0 0 0 0,1 0 0 0 0,0 0 0 0 0,-1 1 0 0 0,1 0 0 0 0,-1 0 0 0 0,1 0 0 0 0,0 0 0 0 0,0 1 0 0 0,-1-1 0 0 0,1 1 0 0 0,-6 4 0 0 0,2-1 0 0 0,1 0 0 0 0,0 1 0 0 0,0 0 0 0 0,1 0 0 0 0,-1 1 0 0 0,1-1 0 0 0,1 1 0 0 0,-1 0 0 0 0,1 1 0 0 0,-5 10 0 0 0,3-5 0 0 0,1 0 0 0 0,1 0 0 0 0,0 0 0 0 0,0 1 0 0 0,2 0 0 0 0,0 0 0 0 0,0 0 0 0 0,1 0 0 0 0,1 0 0 0 0,1 0 0 0 0,0 18 0 0 0,1-29 0 0 0,-1 0 0 0 0,1 0 0 0 0,-1 0 0 0 0,1 0 0 0 0,0 0 0 0 0,0 0 0 0 0,1-1 0 0 0,-1 1 0 0 0,1 0 0 0 0,-1 0 0 0 0,1-1 0 0 0,0 1 0 0 0,0-1 0 0 0,0 0 0 0 0,0 1 0 0 0,0-1 0 0 0,0 0 0 0 0,1 0 0 0 0,-1 0 0 0 0,1-1 0 0 0,-1 1 0 0 0,1 0 0 0 0,0-1 0 0 0,0 0 0 0 0,3 1 0 0 0,-1 0 0 0 0,0-1 0 0 0,0 0 0 0 0,0-1 0 0 0,0 1 0 0 0,1-1 0 0 0,-1 0 0 0 0,0 0 0 0 0,0-1 0 0 0,0 0 0 0 0,0 0 0 0 0,0 0 0 0 0,0 0 0 0 0,0-1 0 0 0,7-3 0 0 0,-4 2-129 0 0,0-2 0 0 0,-1 1 0 0 0,1-1 0 0 0,-1 0-1 0 0,0-1 1 0 0,0 1 0 0 0,-1-1 0 0 0,1-1 0 0 0,-1 1 0 0 0,8-14-1 0 0,-7 9-316 0 0,0 0-1 0 0,-2 0 1 0 0,1-1-1 0 0,-2 0 1 0 0,1 0-1 0 0,4-21 1 0 0,-4-2-463 0 0,-1 0-1 0 0,-2 0 1 0 0,-1 0 0 0 0,-5-54 0 0 0,-31-242 909 0 0,28 281 141 0 0,7 50-120 0 0,0 0 1 0 0,0 0 0 0 0,0 0 0 0 0,0 0 0 0 0,0 0 0 0 0,0-1 0 0 0,0 1 0 0 0,0 0 0 0 0,0 0 0 0 0,0 0-1 0 0,0 0 1 0 0,0-1 0 0 0,0 1 0 0 0,0 0 0 0 0,0 0 0 0 0,0 0 0 0 0,0 0 0 0 0,0 0 0 0 0,-1-1 0 0 0,1 1-1 0 0,0 0 1 0 0,0 0 0 0 0,0 0 0 0 0,0 0 0 0 0,0 0 0 0 0,0-1 0 0 0,0 1 0 0 0,0 0 0 0 0,-1 0 0 0 0,1 0-1 0 0,0 0 1 0 0,0 0 0 0 0,0 0 0 0 0,0 0 0 0 0,0 0 0 0 0,0 0 0 0 0,-1 0 0 0 0,1-1 0 0 0,0 1 0 0 0,0 0-1 0 0,0 0 1 0 0,0 0 0 0 0,-1 0 0 0 0,1 0 0 0 0,0 0 0 0 0,0 0 0 0 0,0 0 0 0 0,0 0 0 0 0,-1 0 0 0 0,1 0-1 0 0,0 1 1 0 0,-7 8 1479 0 0,-3 17 527 0 0,6-7-1547 0 0,0-1-1 0 0,1 1 0 0 0,0 0 0 0 0,2 34 1 0 0,11 78 940 0 0,-3-81-2881 0 0,24 86-1 0 0,-24-113 734 0 0,1-1 0 0 0,1 0 0 0 0,1 0 0 0 0,0-1-1 0 0,2-1 1 0 0,14 20 0 0 0,-20-32 655 0 0,0-1 0 0 0,0 0 0 0 0,1 0 0 0 0,0-1 0 0 0,14 11 0 0 0,8-3-2756 0 0,-6-6-576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57.7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1048 3456 0 0,'27'-20'11220'0'0,"-8"10"-9530"0"0,-1-2 0 0 0,26-22 1 0 0,-29 21-1699 0 0,-2 1 0 0 0,0-2 0 0 0,-1 0 0 0 0,0 0 0 0 0,-1-1 1 0 0,0-1-1 0 0,-2 0 0 0 0,0 0 0 0 0,0-1 0 0 0,8-27 0 0 0,-13 31 9 0 0,-1-1 0 0 0,-1 1 0 0 0,0-1 0 0 0,-1 0 0 0 0,0 0 0 0 0,-1 1 0 0 0,-1-1 0 0 0,-3-21 0 0 0,1 17-20 0 0,-2 0 0 0 0,1-1 0 0 0,-2 2 0 0 0,-1-1 0 0 0,-14-28 0 0 0,12 31-404 0 0,0 0 0 0 0,-1 0 0 0 0,-13-14 1 0 0,18 23-35 0 0,0 1 1 0 0,0 0 0 0 0,-1 0-1 0 0,0 0 1 0 0,0 1-1 0 0,0-1 1 0 0,0 2-1 0 0,-1-1 1 0 0,-11-4 0 0 0,16 7 409 0 0,0 0 0 0 0,0 1-1 0 0,0-1 1 0 0,0 1 0 0 0,0 0 0 0 0,0 0 0 0 0,0-1 0 0 0,0 1 0 0 0,0 1 0 0 0,0-1 0 0 0,0 0 0 0 0,0 0 0 0 0,0 1 0 0 0,0-1 0 0 0,0 1 0 0 0,1 0 0 0 0,-1-1 0 0 0,0 1 0 0 0,0 0 0 0 0,0 0-1 0 0,1 0 1 0 0,-1 0 0 0 0,1 0 0 0 0,-1 1 0 0 0,1-1 0 0 0,-1 1 0 0 0,1-1 0 0 0,-1 1 0 0 0,1-1 0 0 0,0 1 0 0 0,0-1 0 0 0,0 1 0 0 0,0 0 0 0 0,-1 3 0 0 0,-2 4 589 0 0,1 0 0 0 0,0 1 0 0 0,0-1 0 0 0,1 1 0 0 0,-2 17 0 0 0,2 4-966 0 0,1 0 0 0 0,2 0 0 0 0,1-1 0 0 0,1 1 0 0 0,14 59 0 0 0,-4-44 4 0 0,2 1-1 0 0,2-2 1 0 0,25 47 0 0 0,-31-69 420 0 0,2 0 0 0 0,1-1 0 0 0,29 34 0 0 0,-36-47 0 0 0,1-1 0 0 0,0 0 0 0 0,0-1 0 0 0,1 1 0 0 0,0-2 0 0 0,0 1 0 0 0,0-1 0 0 0,1 0 0 0 0,0-1 0 0 0,21 7 0 0 0,-27-10 22 0 0,0-1 1 0 0,0 0-1 0 0,0-1 1 0 0,0 1-1 0 0,0-1 1 0 0,0 0-1 0 0,0 0 1 0 0,0 0-1 0 0,0 0 1 0 0,0-1-1 0 0,0 1 1 0 0,0-1-1 0 0,0 0 1 0 0,0-1-1 0 0,-1 1 1 0 0,1-1 0 0 0,0 1-1 0 0,0-1 1 0 0,-1 0-1 0 0,0 0 1 0 0,5-4-1 0 0,-4 2-9 0 0,1-1-1 0 0,-1 1 1 0 0,-1-1-1 0 0,1 0 1 0 0,-1 0-1 0 0,1 0 1 0 0,-1 0-1 0 0,-1-1 1 0 0,1 1-1 0 0,-1-1 1 0 0,0 0-1 0 0,0 1 1 0 0,1-11-1 0 0,-1-1-82 0 0,0 0-1 0 0,-1 0 0 0 0,-1 0 0 0 0,-2-28 0 0 0,-3 13-28 0 0,-13-48 0 0 0,17 72 394 0 0,-2 1 0 0 0,1 0-1 0 0,-1 0 1 0 0,0 0 0 0 0,0 0 0 0 0,-1 1-1 0 0,1-1 1 0 0,-10-10 0 0 0,13 17-240 0 0,0 0-1 0 0,0-1 1 0 0,-1 1-1 0 0,1 0 1 0 0,0 0 0 0 0,-1 0-1 0 0,1-1 1 0 0,0 1-1 0 0,0 0 1 0 0,-1 0 0 0 0,1 0-1 0 0,0 0 1 0 0,-1 0-1 0 0,1-1 1 0 0,0 1 0 0 0,-1 0-1 0 0,1 0 1 0 0,0 0-1 0 0,-1 0 1 0 0,1 0-1 0 0,0 0 1 0 0,-1 0 0 0 0,1 0-1 0 0,-1 0 1 0 0,1 0-1 0 0,0 1 1 0 0,-1-1 0 0 0,1 0-1 0 0,0 0 1 0 0,0 0-1 0 0,-1 0 1 0 0,1 0 0 0 0,0 1-1 0 0,-1-1 1 0 0,1 0-1 0 0,0 0 1 0 0,0 0 0 0 0,-1 1-1 0 0,1-1 1 0 0,0 0-1 0 0,0 0 1 0 0,-1 1 0 0 0,1-1-1 0 0,0 0 1 0 0,0 1-1 0 0,0-1 1 0 0,0 0 0 0 0,-1 1-1 0 0,1-1 1 0 0,0 0-1 0 0,0 1 1 0 0,0-1-1 0 0,0 0 1 0 0,0 1 0 0 0,0-1-1 0 0,0 0 1 0 0,0 1-1 0 0,-3 21 2989 0 0,4-17-3043 0 0,-1 0 0 0 0,2 0 0 0 0,-1-1 0 0 0,0 1 0 0 0,1 0 0 0 0,0-1 0 0 0,0 1 0 0 0,0-1 0 0 0,1 1 0 0 0,0-1 0 0 0,0 0 0 0 0,0 0 0 0 0,0 0 0 0 0,0-1 0 0 0,1 1 0 0 0,-1-1 0 0 0,1 0 0 0 0,0 0 0 0 0,0 0 0 0 0,1 0 0 0 0,-1-1 0 0 0,0 1 0 0 0,9 2 0 0 0,-2-1 0 0 0,-1 0 0 0 0,1-1 0 0 0,0-1 0 0 0,0 1 0 0 0,1-2 0 0 0,-1 0 0 0 0,0 0 0 0 0,1-1 0 0 0,15-1 0 0 0,-17 0 0 0 0,0-1 0 0 0,0 0 0 0 0,0 0 0 0 0,-1-1 0 0 0,1 0 0 0 0,-1-1 0 0 0,1 0 0 0 0,-1-1 0 0 0,10-6 0 0 0,-12 6 0 0 0,-1 0 0 0 0,1-1 0 0 0,-1 0 0 0 0,-1 0 0 0 0,1 0 0 0 0,-1 0 0 0 0,0-1 0 0 0,0 0 0 0 0,-1 0 0 0 0,0 0 0 0 0,5-14 0 0 0,-5 12-189 0 0,-1-1 0 0 0,0 0-1 0 0,2-13 1 0 0,-5 20-27 0 0,1 0 1 0 0,-1 0-1 0 0,0 0 0 0 0,0 0 1 0 0,0 0-1 0 0,0-1 0 0 0,0 1 1 0 0,-1 0-1 0 0,1 0 0 0 0,-1 0 1 0 0,0 0-1 0 0,0 0 0 0 0,0 0 1 0 0,-3-5-1 0 0,4 7 264 0 0,-1 1 1 0 0,1-1-1 0 0,-1 1 1 0 0,1-1-1 0 0,0 1 0 0 0,-1 0 1 0 0,1-1-1 0 0,-1 1 1 0 0,1 0-1 0 0,-1-1 0 0 0,1 1 1 0 0,-1 0-1 0 0,1-1 1 0 0,-1 1-1 0 0,1 0 0 0 0,-1 0 1 0 0,1 0-1 0 0,-1 0 1 0 0,1 0-1 0 0,-1 0 0 0 0,1-1 1 0 0,-1 1-1 0 0,0 0 1 0 0,1 0-1 0 0,-1 1 0 0 0,-1-1 87 0 0,1 0-1 0 0,-1 1 0 0 0,1 0 0 0 0,-1-1 0 0 0,1 1 0 0 0,-1 0 0 0 0,1-1 0 0 0,0 1 1 0 0,-2 1-1 0 0,-2 2 214 0 0,1 1 0 0 0,0-1 0 0 0,-7 8 0 0 0,6-4-625 0 0,-1 0 1 0 0,1 0-1 0 0,0 1 0 0 0,1-1 1 0 0,0 1-1 0 0,1 0 0 0 0,-1 0 1 0 0,2 1-1 0 0,-1-1 0 0 0,1 0 0 0 0,1 1 1 0 0,-1 11-1 0 0,2-13-62 0 0,0 0 0 0 0,1 0-1 0 0,0 1 1 0 0,0-1 0 0 0,0 0 0 0 0,1 0 0 0 0,1 0 0 0 0,-1 0 0 0 0,2-1-1 0 0,-1 1 1 0 0,1-1 0 0 0,0 0 0 0 0,0 0 0 0 0,9 11 0 0 0,-10-14 349 0 0,0 0 0 0 0,1-1 0 0 0,0 1 0 0 0,-1-1 1 0 0,1 0-1 0 0,0 0 0 0 0,0-1 0 0 0,1 1 0 0 0,-1-1 1 0 0,1 0-1 0 0,-1 0 0 0 0,1 0 0 0 0,0-1 0 0 0,-1 1 1 0 0,1-1-1 0 0,0 0 0 0 0,0-1 0 0 0,0 1 0 0 0,0-1 1 0 0,0 0-1 0 0,0 0 0 0 0,0-1 0 0 0,0 1 0 0 0,0-1 1 0 0,7-2-1 0 0,-3 0-8 0 0,0 0 0 0 0,0-1 0 0 0,-1 0 0 0 0,0 0 0 0 0,0-1 0 0 0,0 0 0 0 0,0 0 0 0 0,-1-1 0 0 0,1 1 0 0 0,-2-2 0 0 0,1 1 1 0 0,10-13-1 0 0,-7 3-2 0 0,-1 0 0 0 0,0 0 0 0 0,12-34 0 0 0,0 1 0 0 0,-12 29 9 0 0,14-26-29 0 0,-20 42 34 0 0,-1 0 0 0 0,1 0 0 0 0,0 0-1 0 0,0 0 1 0 0,0 1 0 0 0,1-1 0 0 0,-1 1 0 0 0,5-3 0 0 0,-7 5 116 0 0,0 0 0 0 0,0 0 0 0 0,1 1 0 0 0,-1-1 0 0 0,0 1 0 0 0,0-1 0 0 0,1 1 0 0 0,-1-1 0 0 0,0 1 0 0 0,1 0 0 0 0,-1-1 0 0 0,1 1 0 0 0,-1 0 0 0 0,0 0 0 0 0,1 0 0 0 0,-1 0 0 0 0,1 0 0 0 0,-1 1 0 0 0,0-1 0 0 0,3 1 0 0 0,-2 0 165 0 0,0 0 0 0 0,1 0-1 0 0,-1 1 1 0 0,0-1 0 0 0,0 1 0 0 0,0-1 0 0 0,0 1 0 0 0,0 0 0 0 0,-1 0-1 0 0,3 3 1 0 0,2 4 310 0 0,0 1 0 0 0,-1-1 0 0 0,9 21 0 0 0,-14-28-720 0 0,4 8 115 0 0,-1-1 0 0 0,0 1 0 0 0,-1 1 0 0 0,0-1 0 0 0,0 0 0 0 0,-1 0 0 0 0,0 1 0 0 0,-1-1 0 0 0,0 1 0 0 0,-1-1 0 0 0,0 0 0 0 0,-1 1 0 0 0,0-1 0 0 0,0 0 0 0 0,-1 0 0 0 0,-1 0 0 0 0,0-1 0 0 0,-7 16 0 0 0,57-102-1284 0 0,7-11-2054 0 0,-39 54 3013 0 0,0 0 1 0 0,-2-2-1 0 0,-2 1 1 0 0,-1-2-1 0 0,-2 1 0 0 0,-1-1 1 0 0,-2 0-1 0 0,-2 0 1 0 0,-1 0-1 0 0,-6-55 1 0 0,1 37 324 0 0,-8-64 0 0 0,9 96 0 0 0,-1 0 0 0 0,-16-44 0 0 0,19 63 84 0 0,-1 0 1 0 0,1 1 0 0 0,-1-1 0 0 0,0 1 0 0 0,-1 0 0 0 0,1 0 0 0 0,0-1 0 0 0,-1 2 0 0 0,-4-6 0 0 0,6 8-56 0 0,0-1 0 0 0,0 0 0 0 0,0 1 0 0 0,0-1 0 0 0,0 1 1 0 0,1-1-1 0 0,-1 1 0 0 0,0-1 0 0 0,0 1 0 0 0,0 0 0 0 0,0-1 1 0 0,0 1-1 0 0,0 0 0 0 0,0 0 0 0 0,-1 0 0 0 0,1 0 0 0 0,0 0 0 0 0,0 0 1 0 0,0 0-1 0 0,0 0 0 0 0,0 0 0 0 0,0 1 0 0 0,0-1 0 0 0,0 0 1 0 0,0 1-1 0 0,0-1 0 0 0,0 1 0 0 0,1-1 0 0 0,-1 1 0 0 0,0-1 1 0 0,0 1-1 0 0,0-1 0 0 0,0 1 0 0 0,1 0 0 0 0,-1 0 0 0 0,0-1 1 0 0,1 1-1 0 0,-1 0 0 0 0,0 0 0 0 0,0 1 0 0 0,-2 3 327 0 0,1 0-1 0 0,0-1 1 0 0,0 1-1 0 0,0 0 1 0 0,0 0 0 0 0,1 0-1 0 0,0 0 1 0 0,0 1-1 0 0,0-1 1 0 0,0 0-1 0 0,1 0 1 0 0,1 11 0 0 0,1 6 379 0 0,7 36 0 0 0,-8-52-794 0 0,23 92-1780 0 0,64 166-1 0 0,-75-230 954 0 0,27 63-2221 0 0,-25-67 3041 0 0,2 0 0 0 0,31 43 0 0 0,-33-54-53 0 0,-9-11 1595 0 0,-11-14 703 0 0,0 0 0 0 0,-12-9 0 0 0,-32-19-2261 0 0,13 10 254 0 0,12 6-174 0 0,0 0 1 0 0,2-2-1 0 0,0 0 0 0 0,2-2 0 0 0,0 0 0 0 0,-18-28 1 0 0,17 20 13 0 0,-25-39-12 0 0,46 68 0 0 0,-1 1 0 0 0,1-1 0 0 0,-1 0 0 0 0,1 0 0 0 0,0 0 0 0 0,0 0 0 0 0,-1 0 0 0 0,1 0 0 0 0,0 0 0 0 0,0 0 0 0 0,0-1 0 0 0,0 1 0 0 0,0 0 0 0 0,0 0 0 0 0,1 0 0 0 0,-1 0 0 0 0,0 0 0 0 0,0 0 0 0 0,1 0 0 0 0,-1 0 0 0 0,1 1 0 0 0,-1-1 0 0 0,1 0 0 0 0,-1 0 0 0 0,1 0 0 0 0,-1 0 0 0 0,1 0 0 0 0,0 1 0 0 0,0-1 0 0 0,-1 0 0 0 0,1 0 0 0 0,0 1 0 0 0,0-1 0 0 0,0 1 0 0 0,1-2 0 0 0,4-2 0 0 0,1 1 0 0 0,0-1 0 0 0,12-3 0 0 0,-11 4 0 0 0,139-45-4150 0 0,-11 5 697 0 0,-21-4 3873 0 0,127-72 1 0 0,-227 111-381 0 0,-9 6-9 0 0,0-1 0 0 0,-1 0 0 0 0,0-1 0 0 0,0 1 0 0 0,6-6 0 0 0,-11 10 263 0 0,1 3-1067 0 0,-15 11 6391 0 0,-30 25-7042 0 0,29-28-2864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43.5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37 435 3224 0 0,'-21'-16'12419'0'0,"17"9"-11177"0"0,2 5-599 0 0,1-1 0 0 0,0 0 0 0 0,-1 0 0 0 0,1 0 0 0 0,-1-5 0 0 0,0-18-291 0 0,2 16-1036 0 0,1 0 0 0 0,0 1-1 0 0,4-15 1 0 0,4-6 1986 0 0,-5 20-1302 0 0,0 1 0 0 0,0 0 0 0 0,1 0 0 0 0,0 0 0 0 0,0 1 0 0 0,1-1 0 0 0,0 1 0 0 0,1 1 0 0 0,-1-1 0 0 0,2 1 0 0 0,-1 0 0 0 0,1 1 0 0 0,0-1 0 0 0,0 2 0 0 0,1-1 0 0 0,-1 1 0 0 0,1 1 0 0 0,0-1 0 0 0,1 1 0 0 0,-1 1 0 0 0,1 0 0 0 0,0 0 0 0 0,0 1 0 0 0,0 0 0 0 0,17 0 0 0 0,-24 2 0 0 0,-1 0 0 0 0,1 0 0 0 0,0 0 0 0 0,-1 0 0 0 0,1 1 0 0 0,-1-1 0 0 0,1 1 0 0 0,0-1 0 0 0,-1 1 0 0 0,0 0 0 0 0,1 0 0 0 0,-1 1 0 0 0,1-1 0 0 0,-1 0 0 0 0,0 1 0 0 0,0-1 0 0 0,0 1 0 0 0,0 0 0 0 0,0 0 0 0 0,0 0 0 0 0,0 0 0 0 0,-1 0 0 0 0,1 0 0 0 0,-1 0 0 0 0,1 0 0 0 0,-1 1 0 0 0,0-1 0 0 0,0 0 0 0 0,0 1 0 0 0,0-1 0 0 0,1 5 0 0 0,1 6 0 0 0,-1 0 0 0 0,0 0 0 0 0,-1 0 0 0 0,-1 1 0 0 0,0 13 0 0 0,-23 198-3172 0 0,6-84-1697 0 0,15-126 3931 0 0,-2 43 300 0 0,3-45 1847 0 0,2 1-1 0 0,1 16 0 0 0,-2-30-1204 0 0,0 0 0 0 0,0 0 0 0 0,0 0 1 0 0,0 0-1 0 0,0 0 0 0 0,0 0 0 0 0,0 0 0 0 0,0 0 0 0 0,0 0 0 0 0,0 0 0 0 0,0 1 0 0 0,0-1 1 0 0,0 0-1 0 0,0 0 0 0 0,0 0 0 0 0,0 0 0 0 0,0 0 0 0 0,0 0 0 0 0,0 0 0 0 0,0 0 0 0 0,0 0 1 0 0,0 0-1 0 0,0 0 0 0 0,0 0 0 0 0,0 0 0 0 0,0 0 0 0 0,0 0 0 0 0,1 0 0 0 0,-1 1 0 0 0,0-1 1 0 0,0 0-1 0 0,0 0 0 0 0,0 0 0 0 0,0 0 0 0 0,0 0 0 0 0,0 0 0 0 0,0 0 0 0 0,0 0 0 0 0,0 0 1 0 0,0 0-1 0 0,0 0 0 0 0,0 0 0 0 0,0 0 0 0 0,0 0 0 0 0,1 0 0 0 0,-1 0 0 0 0,0 0 0 0 0,0 0 1 0 0,0 0-1 0 0,0 0 0 0 0,0 0 0 0 0,0 0 0 0 0,0 0 0 0 0,0 0 0 0 0,0 0 0 0 0,0 0 0 0 0,0 0 1 0 0,0 0-1 0 0,0 0 0 0 0,0-1 0 0 0,1 1 0 0 0,3-6 2292 0 0,7-14 1959 0 0,-8 14-5069 0 0,19-41 815 0 0,-3 0 0 0 0,18-66 0 0 0,-23 70-4 0 0,50-182-1703 0 0,-7 3-5830 0 0,-56 218 7819 0 0,0 1-1 0 0,0-1 0 0 0,-1 0 1 0 0,0 1-1 0 0,0-1 0 0 0,-3-7 1976 0 0,3 11-2226 0 0,-3 5 897 0 0,-4 8 451 0 0,7-12-1196 0 0,-40 102 2611 0 0,25-56-2868 0 0,2 0-1 0 0,2 1 0 0 0,-7 62 0 0 0,16-83-775 0 0,1 0 0 0 0,1 1 0 0 0,1-1 0 0 0,1 1 0 0 0,1-1 0 0 0,2 0 0 0 0,14 46 0 0 0,-16-65 659 0 0,-1-1-1 0 0,2 0 1 0 0,-1 0-1 0 0,1 0 1 0 0,0-1-1 0 0,0 1 1 0 0,1-1-1 0 0,0 0 1 0 0,0 0-1 0 0,1 0 1 0 0,-1-1-1 0 0,9 7 1 0 0,-10-10 327 0 0,1 1 1 0 0,-1 0-1 0 0,0-1 1 0 0,1 0-1 0 0,-1 0 1 0 0,1 0-1 0 0,-1-1 1 0 0,1 0-1 0 0,0 0 1 0 0,0 0-1 0 0,0 0 1 0 0,0-1-1 0 0,0 1 1 0 0,-1-1-1 0 0,1-1 1 0 0,0 1-1 0 0,0-1 1 0 0,0 1-1 0 0,0-1 1 0 0,6-3-1 0 0,0 0 673 0 0,0 0 0 0 0,-1-1 0 0 0,1-1 1 0 0,-1 0-1 0 0,-1 0 0 0 0,13-10 0 0 0,-15 10-711 0 0,-1 0-1 0 0,1-1 1 0 0,-2 1-1 0 0,1-1 1 0 0,-1-1-1 0 0,1 1 1 0 0,-2-1 0 0 0,7-14-1 0 0,-9 19-252 0 0,-1-1 0 0 0,0 1 1 0 0,0-1-1 0 0,-1 1 0 0 0,1-1 0 0 0,-1 0 0 0 0,0 1 0 0 0,0-1 0 0 0,0-4 0 0 0,-3-13-3180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43.7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1 115 3684 0 0,'0'7'9490'0'0,"11"-12"-5365"0"0,-1 0-3733 0 0,8-4 1577 0 0,3-2-1969 0 0,4 1 0 0 0,0-1 0 0 0,3-1 0 0 0,0-4 0 0 0,4 2 0 0 0,0 0 0 0 0,2-1-515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44.2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76 359 460 0 0,'-3'-3'1335'0'0,"0"0"-1"0"0,1-1 1 0 0,0 1 0 0 0,-1-1 0 0 0,1 0-1 0 0,1 1 1 0 0,-1-1 0 0 0,0 0 0 0 0,1 0-1 0 0,-1-6 1 0 0,-6-46 3550 0 0,5 30-5252 0 0,-30-117 367 0 0,27 123 0 0 0,6 18 0 0 0,-1 1 0 0 0,1-1 0 0 0,0 0 0 0 0,-1 1 0 0 0,1-1 0 0 0,0 0 0 0 0,0 0 0 0 0,0 1 0 0 0,0-1 0 0 0,0 0 0 0 0,1 1 0 0 0,-1-1 0 0 0,0 0 0 0 0,1 1 0 0 0,-1-1 0 0 0,1 0 0 0 0,0 1 0 0 0,-1-1 0 0 0,3-2 0 0 0,-2 3 0 0 0,0 0 0 0 0,1-1 0 0 0,-1 1 0 0 0,1 0 0 0 0,-1 0 0 0 0,1 0 0 0 0,0 0 0 0 0,-1 0 0 0 0,1 0 0 0 0,0 0 0 0 0,0 1 0 0 0,0-1 0 0 0,0 1 0 0 0,-1-1 0 0 0,1 1 0 0 0,0 0 0 0 0,2 0 0 0 0,63-7 50 0 0,15-1-1372 0 0,-28 6-2947 0 0,-51 2 4073 0 0,-1 0 1 0 0,0 0 0 0 0,0 0 0 0 0,0 0 0 0 0,1 0 0 0 0,-1 1 0 0 0,0-1 0 0 0,0 1 0 0 0,0-1 0 0 0,0 1 0 0 0,0 0 0 0 0,0 0-1 0 0,0 0 1 0 0,0 0 0 0 0,0 0 0 0 0,0 0 0 0 0,0 1 0 0 0,-1-1 0 0 0,1 1 0 0 0,-1-1 0 0 0,1 1 0 0 0,-1 0 0 0 0,1-1-1 0 0,1 5 1 0 0,-1-2 191 0 0,-1 1-1 0 0,1-1 1 0 0,-1 1 0 0 0,0-1-1 0 0,0 1 1 0 0,-1 0-1 0 0,0 0 1 0 0,1-1-1 0 0,-2 1 1 0 0,0 7-1 0 0,-1 6-34 0 0,-2-1-1 0 0,0 0 1 0 0,-12 29 0 0 0,10-31 33 0 0,1 1-1 0 0,0-1 1 0 0,1 1 0 0 0,-2 27 0 0 0,5-39 43 0 0,1 0 0 0 0,0 0-1 0 0,0 0 1 0 0,1 0 0 0 0,-1-1-1 0 0,1 1 1 0 0,0 0 0 0 0,0 0-1 0 0,0 0 1 0 0,1-1 0 0 0,-1 1-1 0 0,1-1 1 0 0,0 1-1 0 0,0-1 1 0 0,0 1 0 0 0,0-1-1 0 0,5 5 1 0 0,-4-6 178 0 0,-1 0-1 0 0,1 0 0 0 0,0 0 1 0 0,0 0-1 0 0,-1-1 1 0 0,1 1-1 0 0,0-1 1 0 0,0 0-1 0 0,0 0 0 0 0,1 0 1 0 0,-1 0-1 0 0,0-1 1 0 0,0 1-1 0 0,0-1 1 0 0,1 1-1 0 0,-1-1 1 0 0,0-1-1 0 0,0 1 0 0 0,1 0 1 0 0,-1-1-1 0 0,5-1 1 0 0,2-1 476 0 0,0 0 0 0 0,0 0 0 0 0,-1-1 0 0 0,10-6 0 0 0,-5 2-1807 0 0,-2-1 0 0 0,1 0 0 0 0,-1-1 0 0 0,12-12 0 0 0,-11 10-3248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44.5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94 2304 0 0,'4'-16'16072'0'0,"0"14"-15262"0"0,0 0-737 0 0,1 0 0 0 0,-1 0 0 0 0,1 1 0 0 0,0 0 0 0 0,-1 0-1 0 0,10-1 1 0 0,-8 2-80 0 0,-1-1 0 0 0,1 0 0 0 0,0 0-1 0 0,9-4 1 0 0,9-6 7 0 0,5-3 0 0 0,34-9 0 0 0,-57 20-36 0 0,-5 2-56 0 0,0 1 0 0 0,0-1 0 0 0,0 0 0 0 0,1 1 0 0 0,-1-1 0 0 0,0 1 0 0 0,1 0 0 0 0,-1-1 0 0 0,0 1 0 0 0,3 0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44.7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1 119 4608 0 0,'7'-16'11891'0'0,"21"-9"-8173"0"0,-19 18-4275 0 0,12-11 557 0 0,-12 9 0 0 0,1 0 0 0 0,1 0 0 0 0,-1 2 0 0 0,16-9 0 0 0,-26 15-19 0 0,0 1 0 0 0,1 0 0 0 0,-1 0 0 0 0,0-1 0 0 0,1 1 0 0 0,-1 0 0 0 0,0 0 0 0 0,1 0 0 0 0,-1 0 0 0 0,1-1 0 0 0,-1 1 0 0 0,0 0 0 0 0,1 0 0 0 0,-1 0-1 0 0,1 0 1 0 0,-1 0 0 0 0,1 0 0 0 0,-1 0 0 0 0,0 0 0 0 0,1 0 0 0 0,-1 0 0 0 0,1 1 0 0 0,-1-1 0 0 0,0 0 0 0 0,1 0 0 0 0,-1 0 0 0 0,1 0 0 0 0,-1 1 0 0 0,0-1 0 0 0,1 0 0 0 0,-1 0 0 0 0,0 0 0 0 0,1 1 0 0 0,-1-1 0 0 0,0 0-1 0 0,0 1 1 0 0,1-1 0 0 0,-1 0 0 0 0,0 1 0 0 0,0-1 0 0 0,1 0 0 0 0,-1 1 0 0 0,0-1 0 0 0,0 1 0 0 0,0-1 0 0 0,0 1 0 0 0,2 7-3578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49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15 316 2304 0 0,'-9'-22'14462'0'0,"7"13"-14176"0"0,1 0 0 0 0,0-1 1 0 0,0 1-1 0 0,1 0 0 0 0,0-1 0 0 0,0 1 0 0 0,1 0 1 0 0,0-1-1 0 0,1 1 0 0 0,3-12 0 0 0,0 5-328 0 0,1 1-1 0 0,0-1 1 0 0,2 1 0 0 0,-1 1 0 0 0,11-15-1 0 0,-13 21 43 0 0,1 1 0 0 0,0 0 0 0 0,0 0 0 0 0,1 1 0 0 0,0-1 0 0 0,12-7 0 0 0,-16 12 0 0 0,0 0 0 0 0,0 0 0 0 0,0 0 0 0 0,0 0 0 0 0,0 1 0 0 0,1-1 0 0 0,-1 1 0 0 0,1 0 0 0 0,-1 0 0 0 0,1 0 0 0 0,-1 0 0 0 0,1 1 0 0 0,0 0 0 0 0,-1-1 0 0 0,1 1 0 0 0,0 1 0 0 0,-1-1 0 0 0,1 0 0 0 0,5 2 0 0 0,-7-1 1 0 0,0 0 0 0 0,0 0-1 0 0,0 1 1 0 0,-1-1 0 0 0,1 0-1 0 0,0 1 1 0 0,0-1 0 0 0,-1 1-1 0 0,1 0 1 0 0,-1 0 0 0 0,0-1-1 0 0,1 1 1 0 0,-1 0 0 0 0,0 0-1 0 0,0 0 1 0 0,0 0 0 0 0,1 3-1 0 0,1 5-50 0 0,0 0 0 0 0,2 14-1 0 0,-5-24 47 0 0,5 43-1202 0 0,-1 0 0 0 0,-2 0-1 0 0,-2 0 1 0 0,-2 0-1 0 0,-11 60 1 0 0,1-49 530 0 0,-2 1 0 0 0,-30 75 0 0 0,40-119 669 0 0,-1 3-268 0 0,5-13 550 0 0,3-8 824 0 0,21-62 3449 0 0,43-154-4412 0 0,-30 79-3937 0 0,-31 125 3489 0 0,1 0 0 0 0,1 0 1 0 0,1 1-1 0 0,1 0 0 0 0,15-22 1 0 0,-22 37 325 0 0,-1-1 0 0 0,1 1 0 0 0,0 0 1 0 0,1 0-1 0 0,-1 1 0 0 0,0-1 0 0 0,1 1 0 0 0,0-1 1 0 0,5-2-1 0 0,-8 5-11 0 0,0-1 0 0 0,0 1 0 0 0,0 0 0 0 0,0-1 0 0 0,0 1 0 0 0,0 0 0 0 0,0 0 0 0 0,0 0 0 0 0,1 0 0 0 0,-1 0 0 0 0,0 0 0 0 0,0 0 0 0 0,0 0 0 0 0,0 0 0 0 0,0 0 0 0 0,0 1 0 0 0,0-1 0 0 0,0 0 0 0 0,0 1 0 0 0,0-1 0 0 0,0 1 0 0 0,0-1 0 0 0,0 1 0 0 0,0-1 0 0 0,0 1 0 0 0,0 0 0 0 0,-1-1 0 0 0,1 1 0 0 0,0 0 0 0 0,0 0 0 0 0,-1 0 0 0 0,1 0 0 0 0,-1 0 0 0 0,1 0 0 0 0,-1-1 0 0 0,1 1 0 0 0,-1 0 1 0 0,1 0-1 0 0,-1 1 0 0 0,0-1 0 0 0,1 0 0 0 0,-1 2 0 0 0,2 3 289 0 0,-1 1 1 0 0,0 0-1 0 0,0 0 1 0 0,-1-1-1 0 0,0 1 1 0 0,0 0-1 0 0,-2 11 1 0 0,-12 49 286 0 0,6-35-1106 0 0,-33 151-1865 0 0,37-163 2370 0 0,0 0 0 0 0,-2 22 1 0 0,6-34 121 0 0,-1 1 1 0 0,1-1 0 0 0,1 1 0 0 0,0-1-1 0 0,0 0 1 0 0,0 1 0 0 0,5 13 0 0 0,-4-18 42 0 0,1 0 1 0 0,-1 0 0 0 0,1 0-1 0 0,0 0 1 0 0,0 0 0 0 0,0 0 0 0 0,0-1-1 0 0,1 0 1 0 0,-1 1 0 0 0,1-2-1 0 0,0 1 1 0 0,0 0 0 0 0,0-1 0 0 0,1 1-1 0 0,-1-1 1 0 0,7 2 0 0 0,-3-1 587 0 0,1 0 0 0 0,0 0 0 0 0,0-1 0 0 0,0 0 0 0 0,0-1 0 0 0,0 0 0 0 0,16-1 0 0 0,-15-1-770 0 0,-1 0 0 0 0,1-1 0 0 0,0 0 0 0 0,-1-1 0 0 0,1 0 0 0 0,-1-1 0 0 0,0 0 0 0 0,0 0 0 0 0,-1-1 0 0 0,1 0 0 0 0,-1-1 1 0 0,9-7-1 0 0,-8 3 220 0 0,-4 1-1126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49.4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17 225 1612 0 0,'-16'-9'8093'0'0,"27"-8"-669"0"0,-7 13-6389 0 0,14-13-749 0 0,1 1 0 0 0,0 1 0 0 0,2 1 1 0 0,41-23-1 0 0,-5 4-221 0 0,-31 18-139 0 0,1 0-1 0 0,30-10 0 0 0,-40 18-836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50.2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39 155 1612 0 0,'-13'-10'10165'0'0,"10"8"-9036"0"0,0 0 0 0 0,-5-4 2258 0 0,2-1-2258 0 0,5 6-1079 0 0,1 0 1 0 0,-1 0-1 0 0,1 0 0 0 0,-1 0 1 0 0,1 0-1 0 0,-1 0 1 0 0,1 0-1 0 0,0 0 1 0 0,-1 0-1 0 0,1-1 0 0 0,0 1 1 0 0,0 0-1 0 0,0 0 1 0 0,0 0-1 0 0,0 0 1 0 0,0 0-1 0 0,0-1 0 0 0,0 1 1 0 0,1 0-1 0 0,-1 0 1 0 0,1-2-1 0 0,0 1-50 0 0,1-1 0 0 0,-1 0 0 0 0,1 0 0 0 0,0 1 0 0 0,0-1 0 0 0,0 1 0 0 0,0-1 0 0 0,0 1 0 0 0,1 0 0 0 0,-1 0 0 0 0,1 0 0 0 0,0 0 0 0 0,-1 1 0 0 0,1-1 0 0 0,0 1 0 0 0,4-2 0 0 0,-5 2 0 0 0,0 0 0 0 0,0 0 0 0 0,0 0 0 0 0,0 1 0 0 0,0-1 0 0 0,0 1 0 0 0,0-1 0 0 0,0 1 0 0 0,1 0 0 0 0,-1 0 0 0 0,0 0 0 0 0,0 0 0 0 0,0 0 0 0 0,0 1 0 0 0,1-1 0 0 0,-1 0 0 0 0,0 1 0 0 0,0 0 0 0 0,0 0 0 0 0,0-1 0 0 0,0 1 0 0 0,0 0 0 0 0,0 0 0 0 0,3 3 0 0 0,5 8 0 0 0,0-1 0 0 0,8 15 0 0 0,-10-14 0 0 0,1-1 0 0 0,14 16 0 0 0,-19-23 0 0 0,0-1 0 0 0,0 0 0 0 0,0 0 0 0 0,0 0 0 0 0,0 0 0 0 0,1-1 0 0 0,-1 0 0 0 0,1 0 0 0 0,0 0 0 0 0,-1 0 0 0 0,7 0 0 0 0,-5-1 0 0 0,1 0 0 0 0,-1 0 0 0 0,1-1 0 0 0,-1 0 0 0 0,1-1 0 0 0,0 1 0 0 0,-1-1 0 0 0,0 0 0 0 0,1-1 0 0 0,-1 0 0 0 0,1 0 0 0 0,-1 0 0 0 0,0-1 0 0 0,8-4 0 0 0,-8 4 0 0 0,-1-1 0 0 0,0 1 0 0 0,0-1 0 0 0,-1 0 0 0 0,1 0 0 0 0,-1 0 0 0 0,0 0 0 0 0,0-1 0 0 0,0 0 0 0 0,0 0 0 0 0,-1 0 0 0 0,0 0 0 0 0,0-1 0 0 0,-1 1 0 0 0,4-11 0 0 0,25-82 137 0 0,-32 98-142 0 0,1 0-1 0 0,0 0 0 0 0,0 0 0 0 0,-1 0 1 0 0,1 0-1 0 0,0 1 0 0 0,-1-1 1 0 0,1 0-1 0 0,0 0 0 0 0,0 0 0 0 0,-1 0 1 0 0,1 1-1 0 0,0-1 0 0 0,0 0 0 0 0,0 0 1 0 0,-1 1-1 0 0,1-1 0 0 0,0 0 1 0 0,0 0-1 0 0,0 1 0 0 0,0-1 0 0 0,0 0 1 0 0,-1 0-1 0 0,1 1 0 0 0,0 0-12 0 0,1 4-12 0 0,4 14-209 0 0,-4-10-76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55.7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55 1104 0 0,'6'-5'2971'0'0,"6"-2"2372"0"0,-3 4-5343 0 0,3-4 2931 0 0,4-2-2931 0 0,0 0 3860 0 0,2 2-3860 0 0,-4 0 1561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56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418 157 1152 0 0,'15'-39'12803'0'0,"-13"33"-11793"0"0,-1 1 0 0 0,0-1 0 0 0,0 0 0 0 0,0-12 0 0 0,-1 15-985 0 0,0 0-1 0 0,0 0 0 0 0,-1 0 0 0 0,1 0 1 0 0,-1 1-1 0 0,0-1 0 0 0,0 0 0 0 0,0 0 1 0 0,0 1-1 0 0,0-1 0 0 0,0 0 0 0 0,-1 1 1 0 0,1 0-1 0 0,-1-1 0 0 0,0 1 0 0 0,0 0 1 0 0,0 0-1 0 0,0 0 0 0 0,0 0 0 0 0,0 0 1 0 0,0 0-1 0 0,-1 0 0 0 0,1 1 0 0 0,-1-1 1 0 0,1 1-1 0 0,-5-2 0 0 0,-2 0-24 0 0,0 1 0 0 0,0-1 0 0 0,0 2 0 0 0,0-1 0 0 0,0 2 0 0 0,-1-1 0 0 0,1 1 0 0 0,0 0 0 0 0,0 1 0 0 0,0 0 0 0 0,0 0 0 0 0,0 1 0 0 0,0 1 0 0 0,0-1 0 0 0,0 1 0 0 0,1 1 0 0 0,-14 6 0 0 0,5 0 0 0 0,0 0 0 0 0,0 1 0 0 0,1 1 0 0 0,0 0 0 0 0,1 2 0 0 0,1-1 0 0 0,-15 19 0 0 0,20-21 0 0 0,-1 1 0 0 0,2 1 0 0 0,0-1 0 0 0,0 1 0 0 0,1 1 0 0 0,1-1 0 0 0,-6 20 0 0 0,9-24 0 0 0,1 0 0 0 0,0 1 0 0 0,1-1 0 0 0,0 1 0 0 0,0-1 0 0 0,1 1 0 0 0,0-1 0 0 0,1 1 0 0 0,0-1 0 0 0,0 0 0 0 0,1 1 0 0 0,5 14 0 0 0,-4-15 0 0 0,1 1 0 0 0,0-1 0 0 0,0 0 0 0 0,1-1 0 0 0,0 1 0 0 0,1-1 0 0 0,-1 0 0 0 0,2 0 0 0 0,-1 0 0 0 0,1-1 0 0 0,0 0 0 0 0,1-1 0 0 0,-1 0 0 0 0,1 0 0 0 0,1 0 0 0 0,-1-1 0 0 0,1 0 0 0 0,0-1 0 0 0,0 0 0 0 0,17 6 0 0 0,-12-6 0 0 0,0-1 0 0 0,0 0 0 0 0,1-1 0 0 0,-1-1 0 0 0,1 0 0 0 0,-1 0 0 0 0,1-2 0 0 0,-1 0 0 0 0,1 0 0 0 0,13-5 0 0 0,-18 4 0 0 0,0-1 0 0 0,0 0 0 0 0,0-1 0 0 0,-1 0 0 0 0,1-1 0 0 0,-1 0 0 0 0,0 0 0 0 0,-1-1 0 0 0,1 0 0 0 0,-1 0 0 0 0,0-1 0 0 0,-1 0 0 0 0,0-1 0 0 0,11-14 0 0 0,-10 11 119 0 0,-1 0-1 0 0,-1-1 0 0 0,0 0 0 0 0,9-25 1 0 0,-12 24-484 0 0,1 1 1 0 0,-2-1 0 0 0,0 0 0 0 0,0 0-1 0 0,-1 0 1 0 0,-1 0 0 0 0,0 0 0 0 0,-3-19-1 0 0,2 21 94 0 0,-1 0 1 0 0,-1 1-1 0 0,0-1 0 0 0,-1 0 0 0 0,0 1 0 0 0,0 0 1 0 0,-1 0-1 0 0,-1 0 0 0 0,1 0 0 0 0,-2 1 0 0 0,1 0 0 0 0,-1 1 1 0 0,0-1-1 0 0,-1 1 0 0 0,0 0 0 0 0,-1 1 0 0 0,1 0 0 0 0,-15-9 1 0 0,14 11 273 0 0,0 0 0 0 0,0 1 0 0 0,0 0 0 0 0,0 1 1 0 0,-1 0-1 0 0,1 0 0 0 0,-1 1 0 0 0,0 0 1 0 0,0 0-1 0 0,0 1 0 0 0,-17 1 0 0 0,19 0-3 0 0,-1 1 0 0 0,1 1 0 0 0,0 0-1 0 0,0 0 1 0 0,0 0 0 0 0,0 1 0 0 0,0 0 0 0 0,0 0 0 0 0,1 1-1 0 0,-1 0 1 0 0,1 1 0 0 0,0-1 0 0 0,1 1 0 0 0,-10 9 0 0 0,7-5-5 0 0,0 2 1 0 0,1-1-1 0 0,0 1 0 0 0,1 0 1 0 0,0 1-1 0 0,0-1 1 0 0,2 1-1 0 0,-1 1 1 0 0,1-1-1 0 0,1 1 1 0 0,0 0-1 0 0,1 0 1 0 0,1 0-1 0 0,-2 25 1 0 0,3-27 0 0 0,1-1 1 0 0,0 1-1 0 0,0 0 1 0 0,2-1 0 0 0,-1 1-1 0 0,1-1 1 0 0,1 0-1 0 0,0 1 1 0 0,0-1 0 0 0,1 0-1 0 0,0-1 1 0 0,1 1-1 0 0,0-1 1 0 0,0 0 0 0 0,1 0-1 0 0,0 0 1 0 0,1-1-1 0 0,0 0 1 0 0,9 8 0 0 0,-11-12-2 0 0,0 0 0 0 0,0-1 1 0 0,0 0-1 0 0,1 0 1 0 0,0 0-1 0 0,-1-1 1 0 0,1 0-1 0 0,0 0 1 0 0,0-1-1 0 0,0 1 1 0 0,0-1-1 0 0,0 0 0 0 0,0-1 1 0 0,1 0-1 0 0,-1 0 1 0 0,9-1-1 0 0,-8 0-1 0 0,0 0 0 0 0,1 0 0 0 0,-1-1 0 0 0,0 0 0 0 0,0 0 0 0 0,0-1 0 0 0,0 0-1 0 0,-1 0 1 0 0,1-1 0 0 0,-1 0 0 0 0,0 0 0 0 0,0 0 0 0 0,8-8 0 0 0,-7 4 3 0 0,0 0 1 0 0,0 0-1 0 0,-1-1 0 0 0,0 0 1 0 0,0 0-1 0 0,-1-1 0 0 0,-1 1 1 0 0,1-1-1 0 0,-2 0 0 0 0,1-1 1 0 0,-1 1-1 0 0,-1 0 0 0 0,0-1 1 0 0,1-18-1 0 0,-2 22 3 0 0,-1 0 1 0 0,-1 0-1 0 0,1 1 1 0 0,-1-1-1 0 0,0 1 0 0 0,-1-1 1 0 0,1 0-1 0 0,-1 1 1 0 0,-1 0-1 0 0,1 0 0 0 0,-1-1 1 0 0,0 1-1 0 0,0 1 1 0 0,-1-1-1 0 0,0 0 0 0 0,0 1 1 0 0,0 0-1 0 0,-1 0 1 0 0,1 0-1 0 0,-1 1 0 0 0,0-1 1 0 0,-1 1-1 0 0,1 0 1 0 0,-11-5-1 0 0,11 7 0 0 0,1-1 0 0 0,-1 1 1 0 0,0 1-1 0 0,0-1 0 0 0,0 1 0 0 0,0 0 0 0 0,0 0 1 0 0,0 0-1 0 0,0 0 0 0 0,0 1 0 0 0,0 0 1 0 0,0 0-1 0 0,-1 1 0 0 0,-6 1 0 0 0,5 0 19 0 0,0 0 1 0 0,1 0-1 0 0,-1 1 0 0 0,1 0 0 0 0,0 0 0 0 0,0 1 0 0 0,0 0 0 0 0,0 0 1 0 0,-9 8-1 0 0,6-3 118 0 0,0 1 1 0 0,0 0-1 0 0,1 1 1 0 0,0 0-1 0 0,1 0 1 0 0,0 0-1 0 0,1 1 1 0 0,0 0-1 0 0,1 1 1 0 0,-7 22-1 0 0,9-23-425 0 0,1 1-1 0 0,0 0 1 0 0,1-1-1 0 0,0 1 1 0 0,2 19-1 0 0,-1-25 295 0 0,1 0-1 0 0,0-1 0 0 0,1 1 1 0 0,-1 0-1 0 0,1-1 0 0 0,0 1 1 0 0,1-1-1 0 0,0 0 1 0 0,0 0-1 0 0,0 0 0 0 0,9 11 1 0 0,-9-13-7 0 0,0-1 0 0 0,1 1 0 0 0,0-1 0 0 0,0 0 0 0 0,0-1 0 0 0,0 1 0 0 0,0-1 0 0 0,0 1 0 0 0,1-1 0 0 0,-1-1 0 0 0,1 1 0 0 0,0 0 0 0 0,-1-1 0 0 0,1 0 0 0 0,0 0 0 0 0,0-1 0 0 0,0 1 0 0 0,-1-1 0 0 0,1 0 0 0 0,0 0 0 0 0,8-2 0 0 0,-7 1-1 0 0,0 0 1 0 0,-1-1 0 0 0,1 1 0 0 0,0-1-1 0 0,-1 0 1 0 0,0-1 0 0 0,1 1 0 0 0,-1-1 0 0 0,0 0-1 0 0,0-1 1 0 0,-1 1 0 0 0,1-1 0 0 0,-1 0-1 0 0,0 0 1 0 0,0 0 0 0 0,0-1 0 0 0,6-8 0 0 0,-5 3 4 0 0,0 1 0 0 0,-1-1 0 0 0,0-1 0 0 0,-1 1 1 0 0,0-1-1 0 0,0 1 0 0 0,-1-1 0 0 0,0 0 0 0 0,0-18 1 0 0,-2 21-2 0 0,0 0 0 0 0,-1 0 0 0 0,0 0 1 0 0,0 0-1 0 0,0 0 0 0 0,-1 1 1 0 0,0-1-1 0 0,-1 0 0 0 0,1 1 0 0 0,-2-1 1 0 0,1 1-1 0 0,-1 0 0 0 0,-9-12 1 0 0,12 17-3 0 0,0 0 0 0 0,0 1 0 0 0,-1-1 0 0 0,1 1 0 0 0,-1 0 0 0 0,1-1 0 0 0,-1 1 0 0 0,1 0 0 0 0,-1 0 0 0 0,0 0 0 0 0,0 0 0 0 0,0 0 0 0 0,0 1 0 0 0,1-1 0 0 0,-1 0 0 0 0,0 1 0 0 0,0-1 0 0 0,0 1 0 0 0,0 0 0 0 0,-3 0 0 0 0,2 0 0 0 0,0 1 0 0 0,0-1 0 0 0,0 1 0 0 0,1 0 0 0 0,-1 0 0 0 0,0 0 0 0 0,1 0 0 0 0,-1 1 0 0 0,1-1 0 0 0,-1 1 0 0 0,1-1 0 0 0,-4 5 0 0 0,-1 0 0 0 0,1 0 0 0 0,1 1 0 0 0,-1-1 0 0 0,1 1 0 0 0,0 1 0 0 0,1-1 0 0 0,0 1 0 0 0,-6 13 0 0 0,7-13-2 0 0,1 1 0 0 0,0 0 1 0 0,0-1-1 0 0,1 1 0 0 0,0 0 1 0 0,1 0-1 0 0,0 0 0 0 0,0 0 1 0 0,1-1-1 0 0,2 14 1 0 0,-2-18 0 0 0,0 0 0 0 0,0-1 1 0 0,0 1-1 0 0,0 0 0 0 0,1-1 1 0 0,0 1-1 0 0,-1-1 0 0 0,1 1 1 0 0,1-1-1 0 0,-1 0 0 0 0,0 0 1 0 0,1 0-1 0 0,0 0 0 0 0,-1-1 1 0 0,1 1-1 0 0,0-1 0 0 0,0 1 1 0 0,1-1-1 0 0,-1 0 0 0 0,0 0 1 0 0,1 0-1 0 0,-1-1 0 0 0,1 1 1 0 0,0-1-1 0 0,-1 0 0 0 0,5 1 1 0 0,-4-2 0 0 0,1 1 0 0 0,-1-1 1 0 0,0 0-1 0 0,0 0 0 0 0,1 0 1 0 0,-1 0-1 0 0,0-1 1 0 0,1 0-1 0 0,-1 1 0 0 0,0-2 1 0 0,0 1-1 0 0,0 0 0 0 0,0-1 1 0 0,6-3-1 0 0,-5 2 1 0 0,0-1 1 0 0,0 0-1 0 0,0 0 0 0 0,0 0 0 0 0,-1 0 1 0 0,0-1-1 0 0,0 0 0 0 0,0 0 0 0 0,4-8 1 0 0,-3 6-1 0 0,-2 0 0 0 0,1 0 0 0 0,-1 0 0 0 0,0-1 0 0 0,-1 1 0 0 0,1-1 0 0 0,-2 0 0 0 0,1 1 0 0 0,-1-1 0 0 0,0 0 0 0 0,-1 0 0 0 0,0 0 0 0 0,0 0 0 0 0,0 0 0 0 0,-1 0 1 0 0,-2-9-1 0 0,1 12 4 0 0,0-1 0 0 0,0 1 0 0 0,-1-1 0 0 0,0 1 1 0 0,0 0-1 0 0,0 0 0 0 0,0 0 0 0 0,-1 1 0 0 0,1-1 0 0 0,-1 1 1 0 0,-1 0-1 0 0,-7-7 0 0 0,10 10-2 0 0,-1-1 0 0 0,0 0 1 0 0,1 1-1 0 0,-1 0 0 0 0,0-1 0 0 0,0 1 1 0 0,1 0-1 0 0,-1 0 0 0 0,0 1 0 0 0,0-1 0 0 0,0 1 1 0 0,0-1-1 0 0,0 1 0 0 0,0 0 0 0 0,0 0 0 0 0,0 1 1 0 0,0-1-1 0 0,0 0 0 0 0,0 1 0 0 0,0 0 0 0 0,0 0 1 0 0,0 0-1 0 0,0 0 0 0 0,0 0 0 0 0,1 0 0 0 0,-4 3 1 0 0,2-2 2 0 0,0 1 1 0 0,1 0 0 0 0,-1 0-1 0 0,1 0 1 0 0,0 0 0 0 0,0 1-1 0 0,0-1 1 0 0,0 1 0 0 0,1 0-1 0 0,-1 0 1 0 0,1 0 0 0 0,0 0-1 0 0,0 0 1 0 0,1 0 0 0 0,-1 1-1 0 0,1-1 1 0 0,-2 7 0 0 0,3-7 98 0 0,-1 0 1 0 0,1-1-1 0 0,0 1 1 0 0,0-1 0 0 0,0 1-1 0 0,1 0 1 0 0,-1-1-1 0 0,1 1 1 0 0,0-1-1 0 0,0 1 1 0 0,0-1 0 0 0,0 1-1 0 0,1-1 1 0 0,-1 0-1 0 0,1 0 1 0 0,0 1 0 0 0,0-1-1 0 0,0-1 1 0 0,0 1-1 0 0,0 0 1 0 0,1 0 0 0 0,4 3-1 0 0,41 26-1181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11.1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274 70 920 0 0,'-16'-16'12719'0'0,"-4"2"-7288"0"0,15 10-5366 0 0,-1 1 1 0 0,0 0-1 0 0,0 0 1 0 0,0 0 0 0 0,0 0-1 0 0,0 1 1 0 0,0 0 0 0 0,-13-2-1 0 0,14 4-65 0 0,1 1-1 0 0,0-1 0 0 0,0 0 0 0 0,-1 1 1 0 0,1 0-1 0 0,0 0 0 0 0,0 1 1 0 0,0-1-1 0 0,0 1 0 0 0,0 0 1 0 0,1 0-1 0 0,-1 0 0 0 0,0 0 1 0 0,1 1-1 0 0,-7 5 0 0 0,-1 2-61 0 0,1 0-1 0 0,0 1 1 0 0,-11 15-1 0 0,14-17-680 0 0,0 1 0 0 0,0 0-1 0 0,1 0 1 0 0,1 1 0 0 0,-8 19 0 0 0,12-28 573 0 0,0 1 0 0 0,1-1 1 0 0,-1 1-1 0 0,0 0 0 0 0,1 0 1 0 0,0-1-1 0 0,0 1 0 0 0,0 0 1 0 0,0 0-1 0 0,0-1 0 0 0,0 1 0 0 0,1 0 1 0 0,-1 0-1 0 0,1-1 0 0 0,0 1 1 0 0,-1 0-1 0 0,1-1 0 0 0,1 1 1 0 0,-1-1-1 0 0,0 1 0 0 0,1-1 0 0 0,-1 0 1 0 0,1 0-1 0 0,0 1 0 0 0,-1-1 1 0 0,1 0-1 0 0,0 0 0 0 0,0-1 1 0 0,1 1-1 0 0,1 1 0 0 0,1 1 175 0 0,1-1 0 0 0,-1 0 0 0 0,1 0 0 0 0,0-1-1 0 0,0 0 1 0 0,0 0 0 0 0,0 0 0 0 0,0-1 0 0 0,0 0 0 0 0,0 0-1 0 0,1 0 1 0 0,-1-1 0 0 0,0 0 0 0 0,1 0 0 0 0,-1-1 0 0 0,0 1-1 0 0,0-1 1 0 0,0-1 0 0 0,1 1 0 0 0,-1-1 0 0 0,-1 0 0 0 0,1-1-1 0 0,0 1 1 0 0,0-1 0 0 0,-1 0 0 0 0,0 0 0 0 0,6-6 0 0 0,-6 5 27 0 0,-1-1 0 0 0,0 1 0 0 0,0-1 0 0 0,0 0 0 0 0,-1-1 0 0 0,0 1 0 0 0,0-1 1 0 0,0 1-1 0 0,-1-1 0 0 0,1 0 0 0 0,-1 0 0 0 0,-1 0 0 0 0,1 0 0 0 0,-1 0 0 0 0,0 0 0 0 0,-1-1 1 0 0,1 1-1 0 0,-2-9 0 0 0,1 7-9 0 0,-1 0 0 0 0,0 1 0 0 0,0-1 0 0 0,0 0 0 0 0,-1 1-1 0 0,-1 0 1 0 0,1-1 0 0 0,-1 1 0 0 0,0 0 0 0 0,-1 0 0 0 0,1 0 0 0 0,-2 1 0 0 0,1-1 0 0 0,-9-9 0 0 0,11 15 26 0 0,1-1 1 0 0,0 1-1 0 0,-1 0 0 0 0,1 0 0 0 0,-1 0 1 0 0,1 0-1 0 0,-1 0 0 0 0,1 0 1 0 0,-1 0-1 0 0,0 0 0 0 0,1 1 1 0 0,-1-1-1 0 0,0 1 0 0 0,0-1 0 0 0,0 1 1 0 0,1 0-1 0 0,-1 0 0 0 0,0-1 1 0 0,0 1-1 0 0,-2 1 0 0 0,1-1-6 0 0,0 1-1 0 0,0 0 1 0 0,0 0-1 0 0,1 0 1 0 0,-1 1-1 0 0,0-1 0 0 0,1 0 1 0 0,-1 1-1 0 0,1 0 1 0 0,-1 0-1 0 0,-2 3 1 0 0,-2 2-229 0 0,0 0 0 0 0,1 1 0 0 0,0 0 0 0 0,1 0 0 0 0,0 1 0 0 0,-7 15 0 0 0,8-15 186 0 0,1 1 0 0 0,0-1 0 0 0,0 0 0 0 0,1 1 0 0 0,1 0 0 0 0,-1 12 0 0 0,1-18 0 0 0,1 0 0 0 0,0 1 0 0 0,1-1 0 0 0,-1 0 0 0 0,1 0 0 0 0,0 1 0 0 0,0-1 0 0 0,0 0 0 0 0,0 0 0 0 0,1 0 0 0 0,0 0 0 0 0,0 0 0 0 0,0 0 0 0 0,0-1 0 0 0,0 1 0 0 0,6 5 0 0 0,-6-7 0 0 0,0-1 0 0 0,0 1 0 0 0,0-1 0 0 0,0 0 0 0 0,0 0 0 0 0,1 1 0 0 0,-1-2 0 0 0,0 1 0 0 0,1 0 0 0 0,-1 0 0 0 0,1-1 0 0 0,-1 1 0 0 0,1-1 0 0 0,-1 0 0 0 0,1 0 0 0 0,-1 0 0 0 0,1 0 0 0 0,-1 0 0 0 0,1 0 0 0 0,4-2 0 0 0,1 0 0 0 0,1 0 0 0 0,-1-1 0 0 0,0 0 0 0 0,12-7 0 0 0,-14 6-1 0 0,-1 1 1 0 0,0-1 0 0 0,0 0-1 0 0,-1 0 1 0 0,1-1-1 0 0,-1 1 1 0 0,0-1 0 0 0,0 0-1 0 0,-1 0 1 0 0,0-1 0 0 0,1 1-1 0 0,-2-1 1 0 0,5-11 0 0 0,-5 12 3 0 0,0 0 1 0 0,0 0-1 0 0,-1 0 1 0 0,0-1 0 0 0,0 1-1 0 0,0 0 1 0 0,-1-1-1 0 0,0 1 1 0 0,0-1-1 0 0,0 1 1 0 0,0 0 0 0 0,-1-1-1 0 0,0 1 1 0 0,0 0-1 0 0,-1-1 1 0 0,-2-5 0 0 0,3 9 62 0 0,-1-1 0 0 0,1 1 1 0 0,-1 0-1 0 0,1-1 0 0 0,-1 1 0 0 0,0 0 1 0 0,0 0-1 0 0,0 0 0 0 0,0 0 1 0 0,0 1-1 0 0,-1-1 0 0 0,1 1 1 0 0,0-1-1 0 0,-1 1 0 0 0,1 0 1 0 0,-1 0-1 0 0,1 0 0 0 0,-1 0 0 0 0,0 0 1 0 0,1 0-1 0 0,-1 1 0 0 0,0 0 1 0 0,0-1-1 0 0,1 1 0 0 0,-1 0 1 0 0,0 0-1 0 0,0 0 0 0 0,0 1 1 0 0,1-1-1 0 0,-1 1 0 0 0,0 0 1 0 0,-3 1-1 0 0,-1 0 87 0 0,1 0 0 0 0,0 1 0 0 0,0 0 0 0 0,0 0 0 0 0,0 0 0 0 0,0 1 0 0 0,1 0 0 0 0,0 0 0 0 0,-1 0 0 0 0,1 1 0 0 0,1 0 0 0 0,-7 7 0 0 0,8-7-289 0 0,-1 0 0 0 0,1 1-1 0 0,0-1 1 0 0,1 1 0 0 0,0 0-1 0 0,-1 0 1 0 0,2 0 0 0 0,-1 0-1 0 0,1 0 1 0 0,0 0 0 0 0,0 0-1 0 0,0 0 1 0 0,1 1-1 0 0,0-1 1 0 0,1 0 0 0 0,-1 0-1 0 0,1 1 1 0 0,0-1 0 0 0,1 0-1 0 0,-1 0 1 0 0,1 0 0 0 0,0 0-1 0 0,1 0 1 0 0,0-1 0 0 0,0 1-1 0 0,0-1 1 0 0,7 10 0 0 0,-8-13 148 0 0,0-1 1 0 0,0 1 0 0 0,-1-1-1 0 0,1 1 1 0 0,0-1 0 0 0,1 0-1 0 0,-1 0 1 0 0,0 0 0 0 0,0 0 0 0 0,0 0-1 0 0,1-1 1 0 0,-1 1 0 0 0,0-1-1 0 0,1 1 1 0 0,-1-1 0 0 0,0 0-1 0 0,1 0 1 0 0,-1 0 0 0 0,0 0-1 0 0,4-1 1 0 0,-1 1 21 0 0,1-1-1 0 0,-1 0 0 0 0,1 0 0 0 0,-1 0 1 0 0,0-1-1 0 0,0 0 0 0 0,10-5 1 0 0,-8 3-36 0 0,0-1-1 0 0,-1-1 1 0 0,0 1 0 0 0,0-1 0 0 0,0 0 0 0 0,-1-1 0 0 0,0 1-1 0 0,0-1 1 0 0,0 0 0 0 0,-1 0 0 0 0,6-15 0 0 0,-8 17 23 0 0,0 0 1 0 0,0-1-1 0 0,-1 1 0 0 0,1-1 1 0 0,-2 0-1 0 0,1 1 1 0 0,0-1-1 0 0,-1-6 0 0 0,-1 8 26 0 0,1 1 0 0 0,-1-1 0 0 0,1 0 0 0 0,-1 1 0 0 0,0-1 0 0 0,0 1 0 0 0,-1 0 0 0 0,1-1 0 0 0,-1 1 0 0 0,0 0 0 0 0,0 0 0 0 0,0 0 0 0 0,-3-4 0 0 0,3 4 229 0 0,-1 1 1 0 0,1 0 0 0 0,0 1-1 0 0,-1-1 1 0 0,1 0 0 0 0,-1 1-1 0 0,1-1 1 0 0,-1 1 0 0 0,0 0-1 0 0,0 0 1 0 0,0 0-1 0 0,1 0 1 0 0,-1 0 0 0 0,-6 0-1 0 0,4 1 59 0 0,-1 0 0 0 0,1 0 1 0 0,0 0-1 0 0,0 0 0 0 0,-1 1 0 0 0,1 0 0 0 0,-9 3 0 0 0,12-3-334 0 0,0-1 0 0 0,0 1 0 0 0,0 0 1 0 0,0 0-1 0 0,0 0 0 0 0,0 0 0 0 0,0 1 0 0 0,0-1 0 0 0,0 0 0 0 0,1 1 0 0 0,-1-1 1 0 0,1 1-1 0 0,-1 0 0 0 0,1-1 0 0 0,-1 1 0 0 0,1 0 0 0 0,0 0 0 0 0,0 0 1 0 0,0 0-1 0 0,0 0 0 0 0,0 0 0 0 0,1 0 0 0 0,-1 1 0 0 0,1-1 0 0 0,-1 0 0 0 0,1 0 1 0 0,0 0-1 0 0,-1 1 0 0 0,1-1 0 0 0,0 0 0 0 0,1 0 0 0 0,-1 1 0 0 0,0-1 0 0 0,1 0 1 0 0,-1 0-1 0 0,1 0 0 0 0,0 0 0 0 0,-1 1 0 0 0,3 1 0 0 0,1 4-219 0 0,2 0 0 0 0,-1-1 0 0 0,10 11 0 0 0,2-1-3887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14.9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0 776 0 0,'26'4'14837'0'0,"-13"-2"-10941"0"0,1-1-3745 0 0,-3-1-151 0 0,1-1 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17.1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16 920 0 0,'-25'-16'18253'0'0,"26"18"-18209"0"0,0-1 1 0 0,0 0-1 0 0,1 0 1 0 0,-1 0-1 0 0,0 0 1 0 0,1 0-1 0 0,-1-1 1 0 0,0 1-1 0 0,1 0 1 0 0,-1-1-1 0 0,3 2 1 0 0,20 5-120 0 0,-22-6 103 0 0,35 7-28 0 0,72 8 0 0 0,-84-14 0 0 0,27 5 0 0 0,87 22 0 0 0,-127-25-95 0 0,0 0 0 0 0,-1 1 0 0 0,0 0 0 0 0,0 1 0 0 0,0 1 0 0 0,0 0 0 0 0,-1 0 0 0 0,0 1 0 0 0,11 11 0 0 0,-20-18-133 0 0,0 0-1 0 0,0 0 0 0 0,0-1 1 0 0,0 1-1 0 0,-1 0 0 0 0,1 0 1 0 0,0 0-1 0 0,-1 0 0 0 0,1 0 1 0 0,0 0-1 0 0,-1 0 0 0 0,1 0 1 0 0,-1 0-1 0 0,0 0 0 0 0,1 0 1 0 0,-1 0-1 0 0,0 1 0 0 0,0-1 1 0 0,1 0-1 0 0,-1 0 0 0 0,0 0 1 0 0,0 0-1 0 0,-1 1 0 0 0,1-1 1 0 0,0 0-1 0 0,0 0 0 0 0,0 0 1 0 0,-1 0-1 0 0,1 0 0 0 0,0 1 1 0 0,-1-1-1 0 0,1 0 0 0 0,-1 0 1 0 0,0 0-1 0 0,1 0 0 0 0,-1 0 1 0 0,0-1-1 0 0,0 1 0 0 0,1 0 1 0 0,-1 0-1 0 0,0 0 0 0 0,-1 0 1 0 0,-5 4-305 0 0,0 0 1 0 0,0-1 0 0 0,0 1 0 0 0,-15 5 0 0 0,9-5 1071 0 0,-218 126 82 0 0,213-120-806 0 0,1 1 0 0 0,1 1 0 0 0,0 1 1 0 0,0 0-1 0 0,1 1 0 0 0,-22 28 0 0 0,28-31-294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17.6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33 616 0 0,'-21'-16'17595'0'0,"16"12"-16146"0"0,4 2-1449 0 0,1 1 0 0 0,5 1 0 0 0,37-6 0 0 0,-22 3 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18.1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35 648 0 0,'81'-16'15723'0'0,"-43"7"-10441"0"0,1 2-7275 0 0,-31 5 1993 0 0,4 3 0 0 0,-12-1 0 0 0,1 0 0 0 0,0 1 0 0 0,0-1 0 0 0,0 0 0 0 0,0 1 0 0 0,0-1 0 0 0,0 1 0 0 0,0-1 0 0 0,0 1 0 0 0,-1 0 0 0 0,1-1 0 0 0,0 1 0 0 0,0 0 0 0 0,0 0 0 0 0,0 1 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18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1 632 0 0,'18'3'20083'0'0,"-17"-2"-20179"0"0,0-1 0 0 0,1 1 0 0 0,-1-1 0 0 0,0 1 0 0 0,0-1 1 0 0,1 0-1 0 0,-1 0 0 0 0,0 0 0 0 0,1 1 0 0 0,1-2 0 0 0,0 1 96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22.6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0 122 1612 0 0,'20'-21'4668'0'0,"-12"12"-1535"0"0,1 0-1 0 0,10-9 0 0 0,-14 15-2440 0 0,-1 0 0 0 0,1 0 0 0 0,-1 1-1 0 0,9-4 1 0 0,1 1-578 0 0,0 1 0 0 0,1 0 0 0 0,0 1 0 0 0,15-1 0 0 0,63-2-197 0 0,-41 4 120 0 0,54-5-316 0 0,32-1-2300 0 0,-1 4-4474 0 0,-133 4 6857 0 0,26 1 250 0 0,-29-1 59 0 0,1 1 0 0 0,-1-1 0 0 0,1 0 0 0 0,-1 0 0 0 0,1 1 0 0 0,-1-1 1 0 0,0 1-1 0 0,1-1 0 0 0,-1 1 0 0 0,0 0 0 0 0,1 0 0 0 0,-1-1 0 0 0,0 1 1 0 0,0 0-1 0 0,0 0 0 0 0,2 2 0 0 0,-3-3 1 0 0,1 1 0 0 0,-1 0 0 0 0,0-1 0 0 0,0 1-1 0 0,0-1 1 0 0,0 1 0 0 0,0 0 0 0 0,0-1 0 0 0,0 1 0 0 0,0-1 0 0 0,0 1 0 0 0,0 0-1 0 0,0-1 1 0 0,0 1 0 0 0,0-1 0 0 0,0 1 0 0 0,0-1 0 0 0,-1 1 0 0 0,1 0 0 0 0,0-1-1 0 0,0 1 1 0 0,-1-1 0 0 0,1 1 0 0 0,0-1 0 0 0,-1 1 0 0 0,1-1 0 0 0,-2 1 0 0 0,-13 12 2009 0 0,1-5-1213 0 0,0 0 0 0 0,-16 5 0 0 0,-64 20-1598 0 0,51-20 97 0 0,-142 41-4284 0 0,85-26-1014 0 0,-115 47-1 0 0,212-73 5887 0 0,0-1 0 0 0,-1 1 0 0 0,1 0 0 0 0,0 0-1 0 0,0 0 1 0 0,-3 3 0 0 0,6-5 14 0 0,-1 1 0 0 0,1-1 0 0 0,0 0-1 0 0,0 1 1 0 0,-1-1 0 0 0,1 0 0 0 0,0 1 0 0 0,0-1 0 0 0,-1 1 0 0 0,1-1-1 0 0,0 0 1 0 0,0 1 0 0 0,0-1 0 0 0,0 1 0 0 0,0-1 0 0 0,0 0 0 0 0,0 1 0 0 0,-1-1-1 0 0,1 1 1 0 0,0-1 0 0 0,0 1 0 0 0,1-1 0 0 0,-1 1 0 0 0,0 0 175 0 0,1-1 0 0 0,-1 1 1 0 0,1 0-1 0 0,-1-1 1 0 0,1 1-1 0 0,-1-1 0 0 0,1 1 1 0 0,-1-1-1 0 0,1 1 1 0 0,0-1-1 0 0,0 1 0 0 0,-1-1 1 0 0,1 0-1 0 0,0 1 0 0 0,-1-1 1 0 0,1 0-1 0 0,1 1 1 0 0,11 2 1152 0 0,0 0 1 0 0,0 0-1 0 0,1-1 1 0 0,-1-1-1 0 0,16 0 0 0 0,68-6 2421 0 0,-81 3-3872 0 0,45-4 146 0 0,-23 2 292 0 0,0 1 1 0 0,42 2-1 0 0,-76 2-373 0 0,0-1 0 0 0,0 1 1 0 0,-1 0-1 0 0,1 1 0 0 0,0-1 0 0 0,3 2 0 0 0,-6-3 83 0 0,-1 1 0 0 0,1-1 0 0 0,-1 0 0 0 0,1 0 0 0 0,-1 0 1 0 0,1 1-1 0 0,-1-1 0 0 0,1 0 0 0 0,-1 1 0 0 0,0-1 0 0 0,1 0 0 0 0,-1 1 0 0 0,1-1 0 0 0,-1 0 1 0 0,0 1-1 0 0,1-1 0 0 0,-1 1 0 0 0,0-1 0 0 0,0 0 0 0 0,1 1 0 0 0,-1-1 0 0 0,0 1 0 0 0,0-1 1 0 0,0 1-1 0 0,1-1 0 0 0,-1 1 0 0 0,0-1 0 0 0,0 1 0 0 0,0 0 0 0 0,0-1 0 0 0,0 1 0 0 0,0-1 1 0 0,0 1-1 0 0,0-1 0 0 0,0 1 0 0 0,0-1 0 0 0,-1 1 0 0 0,1-1 0 0 0,0 1 0 0 0,0-1 0 0 0,0 1 0 0 0,-1-1 1 0 0,1 1-1 0 0,0-1 0 0 0,0 1 0 0 0,-1-1 0 0 0,1 0 0 0 0,0 1 0 0 0,-1-1 0 0 0,1 0 0 0 0,-1 1 1 0 0,1-1-1 0 0,-1 0 0 0 0,1 1 0 0 0,0-1 0 0 0,-2 1 0 0 0,-8 5-36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33.1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2098 474 604 0 0,'-1'-39'18464'0'0,"-1"35"-17378"0"0,-3-5 346 0 0,-1 1-3358 0 0,1 2 1926 0 0,0 1 0 0 0,0-1 0 0 0,0 1 0 0 0,-1 1 0 0 0,0-1 0 0 0,0 1 0 0 0,-13-7 0 0 0,-51-20 0 0 0,37 17 0 0 0,-51-25-3752 0 0,-123-80-1 0 0,159 89-544 0 0,-85-38 0 0 0,101 55 3939 0 0,1 2-1 0 0,-2 1 1 0 0,1 2-1 0 0,-39-6 1 0 0,6 8 378 0 0,1 2 1 0 0,-1 3-1 0 0,0 3 1 0 0,1 3-1 0 0,-69 14 1 0 0,103-13-21 0 0,1 1 0 0 0,0 1 0 0 0,0 2 0 0 0,1 0 0 0 0,0 2 0 0 0,1 2 0 0 0,-34 21 0 0 0,-129 101-108 0 0,119-77 103 0 0,-172 136 606 0 0,236-191-634 0 0,5-2 216 0 0,0-1-1 0 0,-1 1 0 0 0,1-1 0 0 0,0 1 1 0 0,0 0-1 0 0,0 0 0 0 0,0 0 1 0 0,0 0-1 0 0,0 0 0 0 0,-2 4 1 0 0,4-6-74 0 0,1 1 0 0 0,-1-1 0 0 0,0 1 0 0 0,0-1 0 0 0,0 0 0 0 0,0 1 0 0 0,1-1 0 0 0,-1 0 0 0 0,0 1 0 0 0,0-1 0 0 0,0 0 0 0 0,1 1 0 0 0,-1-1 0 0 0,0 0 0 0 0,1 1 0 0 0,-1-1 0 0 0,0 0 0 0 0,1 0 0 0 0,-1 1 0 0 0,0-1 0 0 0,1 0 0 0 0,-1 0 0 0 0,1 0 0 0 0,-1 0 0 0 0,0 1 0 0 0,1-1 0 0 0,-1 0 0 0 0,1 0 1 0 0,-1 0-1 0 0,0 0 0 0 0,1 0 0 0 0,-1 0 0 0 0,1 0 0 0 0,-1 0 0 0 0,0 0 0 0 0,1 0 0 0 0,20 0 1694 0 0,-20 0-1626 0 0,56-1 5919 0 0,-45 0-5178 0 0,1-1-1 0 0,18-4 1 0 0,-26 5-893 0 0,1-1-1 0 0,-1 0 1 0 0,0 0 0 0 0,1 0-1 0 0,-1-1 1 0 0,0 0 0 0 0,0 0-1 0 0,-1 0 1 0 0,1 0 0 0 0,-1-1-1 0 0,1 1 1 0 0,-1-1 0 0 0,0-1 0 0 0,-1 1-1 0 0,1 0 1 0 0,-1-1 0 0 0,5-7-1 0 0,5-14-24 0 0,-1 0 0 0 0,-1-1 0 0 0,-2 0 0 0 0,0-1 0 0 0,-2 0 0 0 0,-1 0 0 0 0,4-53 0 0 0,-10 75 0 0 0,1 1 0 0 0,-1 0 0 0 0,0 0 0 0 0,0 0 0 0 0,0 0 0 0 0,0 0 0 0 0,-1 0 0 0 0,0 1 0 0 0,0-1 0 0 0,0 0 0 0 0,-1 0 0 0 0,-2-6 0 0 0,4 11-2 0 0,-1-1 1 0 0,1 1-1 0 0,0 0 0 0 0,0 0 1 0 0,0-1-1 0 0,0 1 0 0 0,-1 0 1 0 0,1 0-1 0 0,0 0 0 0 0,0 0 0 0 0,0 0 1 0 0,-1-1-1 0 0,1 1 0 0 0,0 0 1 0 0,0 0-1 0 0,0 0 0 0 0,-1 0 0 0 0,1 0 1 0 0,0 0-1 0 0,0 0 0 0 0,-1 0 1 0 0,1 0-1 0 0,0 0 0 0 0,-1 0 1 0 0,1 0-1 0 0,0 0 0 0 0,0 0 0 0 0,-1 0 1 0 0,1 0-1 0 0,0 0 0 0 0,0 0 1 0 0,0 0-1 0 0,-1 0 0 0 0,1 0 0 0 0,-1 1 1 0 0,-7 7-137 0 0,-4 14-13 0 0,2 3 197 0 0,2 1-1 0 0,-8 35 0 0 0,9-30-152 0 0,-13 36 0 0 0,17-60-95 0 0,-11 34-2141 0 0,13-38 1932 0 0,0 0 0 0 0,0 0 1 0 0,1 0-1 0 0,-1 0 1 0 0,1 0-1 0 0,0 0 0 0 0,0 0 1 0 0,0 0-1 0 0,0 1 1 0 0,2 3-1 0 0,-2-6 354 0 0,0 0 1 0 0,1-1-1 0 0,-1 1 1 0 0,1-1-1 0 0,-1 1 1 0 0,1 0-1 0 0,-1-1 1 0 0,1 1-1 0 0,-1-1 1 0 0,1 1-1 0 0,0-1 1 0 0,-1 1-1 0 0,1-1 1 0 0,0 1-1 0 0,-1-1 1 0 0,1 0-1 0 0,0 1 1 0 0,-1-1-1 0 0,1 0 1 0 0,0 0-1 0 0,0 0 0 0 0,-1 0 1 0 0,1 1-1 0 0,0-1 1 0 0,0 0-1 0 0,0 0 1 0 0,-1 0-1 0 0,1 0 1 0 0,0-1-1 0 0,0 1 1 0 0,1 0-1 0 0,28-9 3390 0 0,-21 6-2014 0 0,5-1-197 0 0,8-2-1442 0 0,32-6 0 0 0,-48 11-101 0 0,0 0 0 0 0,1 1 0 0 0,-1 0 0 0 0,1 0 1 0 0,-1 0-1 0 0,1 1 0 0 0,-1 0 0 0 0,1 0 0 0 0,9 4 0 0 0,1 5-283 0 0,-8 3-573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44.7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141 211 1612 0 0,'5'-111'12330'0'0,"-1"61"-8875"0"0,-4 42-2602 0 0,0 5-725 0 0,0 0 0 0 0,0-1 1 0 0,0 1-1 0 0,1 0 0 0 0,-1 0 0 0 0,1-1 0 0 0,0 1 1 0 0,0 0-1 0 0,0 0 0 0 0,3-6 0 0 0,-4 9-128 0 0,0 0 0 0 0,0 0 0 0 0,1 0 0 0 0,-1 0 0 0 0,0 0 0 0 0,0 0 0 0 0,0 0 0 0 0,1 0 0 0 0,-1 0 0 0 0,0 0 0 0 0,0 0 0 0 0,0 0 0 0 0,1 0 0 0 0,-1 0 0 0 0,0 0 0 0 0,0 0 0 0 0,0 0 0 0 0,1 0 0 0 0,-1 0 0 0 0,0 0 0 0 0,0 0 0 0 0,0 0 0 0 0,1 0 0 0 0,-1 0 0 0 0,0 0 0 0 0,0 0 0 0 0,0 0 0 0 0,1 0 0 0 0,-1 1 0 0 0,0-1 0 0 0,0 0 0 0 0,0 0 0 0 0,0 0 0 0 0,0 0 0 0 0,1 0 0 0 0,-1 1 0 0 0,0-1 0 0 0,0 0 0 0 0,0 0 0 0 0,0 0 0 0 0,0 1 0 0 0,0-1 0 0 0,0 0 0 0 0,0 0 0 0 0,0 0 0 0 0,0 1 0 0 0,0-1 0 0 0,0 0 0 0 0,0 0 0 0 0,0 0 0 0 0,0 1 0 0 0,0-1 0 0 0,0 0 0 0 0,5 15 0 0 0,-5-15 0 0 0,6 37-332 0 0,-2-1 0 0 0,-1 1 0 0 0,-3 60 0 0 0,-1-67-177 0 0,-21 359-6755 0 0,9-234 3724 0 0,3 26 2890 0 0,19 284 1 0 0,-5-425 635 0 0,-2 1 0 0 0,-2-1 0 0 0,-8 64 0 0 0,8-100-27 0 0,-1 0 0 0 0,0-1-1 0 0,0 1 1 0 0,0-1 0 0 0,-1 1 0 0 0,1-1-1 0 0,-1 0 1 0 0,0 0 0 0 0,0 1 0 0 0,-3 3 0 0 0,4-6-4 0 0,1-1 1 0 0,-1 1 0 0 0,0 0 0 0 0,0-1 0 0 0,1 1 0 0 0,-1-1 0 0 0,0 1 0 0 0,0-1 0 0 0,0 1 0 0 0,0-1 0 0 0,0 0-1 0 0,0 1 1 0 0,1-1 0 0 0,-1 0 0 0 0,0 0 0 0 0,0 1 0 0 0,-2-1 0 0 0,2 0 52 0 0,0-1-1 0 0,-1 1 1 0 0,1 0 0 0 0,0-1-1 0 0,0 1 1 0 0,-1-1 0 0 0,1 1-1 0 0,0-1 1 0 0,0 1 0 0 0,0-1-1 0 0,0 0 1 0 0,0 0 0 0 0,0 0-1 0 0,0 1 1 0 0,0-1 0 0 0,-1-2-1 0 0,-5-6 193 0 0,0 0-1 0 0,1 0 1 0 0,0-1-1 0 0,0 1 1 0 0,1-1-1 0 0,-7-20 0 0 0,-14-67 6482 0 0,21 73-3352 0 0,-4-42 0 0 0,9 54-3266 0 0,-1 0 0 0 0,2 1 0 0 0,0-1 0 0 0,0 1 0 0 0,5-20 0 0 0,-5 29-63 0 0,-1 0 0 0 0,1 1 0 0 0,-1-1 0 0 0,1 1 0 0 0,0-1 0 0 0,-1 1 0 0 0,1-1 0 0 0,0 1 0 0 0,0-1 0 0 0,0 1 0 0 0,0 0 0 0 0,1-1 0 0 0,-1 1 0 0 0,0 0 0 0 0,3-2 0 0 0,-3 3 0 0 0,-1 0 0 0 0,1-1 0 0 0,0 1 0 0 0,0 0 0 0 0,0 0 0 0 0,-1 0 0 0 0,1 0 0 0 0,0 0 0 0 0,0 0 0 0 0,0 0 0 0 0,-1 0 0 0 0,1 1 0 0 0,0-1 0 0 0,0 0 0 0 0,0 0 0 0 0,-1 1 0 0 0,1-1 0 0 0,0 0 0 0 0,0 1 0 0 0,-1-1 0 0 0,1 1 0 0 0,0-1 0 0 0,-1 1 0 0 0,1-1 0 0 0,-1 1 0 0 0,1-1 0 0 0,-1 1 0 0 0,1 0 0 0 0,-1-1 0 0 0,1 1 0 0 0,-1 0 0 0 0,1-1 0 0 0,-1 2 0 0 0,6 7-50 0 0,-1 1 0 0 0,-1-1-1 0 0,1 1 1 0 0,-2-1 0 0 0,4 12-1 0 0,9 55-1204 0 0,-8-38 24 0 0,-1-4-403 0 0,-3-12-79 0 0,1 0 0 0 0,0 0 0 0 0,18 42 0 0 0,-22-62 1617 0 0,1 1-1 0 0,-1-1 1 0 0,0 0 0 0 0,1 0-1 0 0,-1 1 1 0 0,1-1-1 0 0,-1 0 1 0 0,1 0-1 0 0,0 0 1 0 0,0-1 0 0 0,0 1-1 0 0,0 0 1 0 0,0-1-1 0 0,1 1 1 0 0,-1-1-1 0 0,0 0 1 0 0,1 0 0 0 0,-1 1-1 0 0,1-2 1 0 0,-1 1-1 0 0,4 1 1 0 0,-3-2 109 0 0,0 0 0 0 0,1-1 0 0 0,-1 1-1 0 0,0 0 1 0 0,1-1 0 0 0,-1 0 0 0 0,0 0 0 0 0,0 0 0 0 0,0 0 0 0 0,0 0-1 0 0,0 0 1 0 0,0-1 0 0 0,0 0 0 0 0,0 1 0 0 0,-1-1 0 0 0,5-4 0 0 0,2-2-10 0 0,0-1 0 0 0,-1 0 0 0 0,0 0 1 0 0,9-15-1 0 0,24-43-276 0 0,-30 49 0 0 0,11-23-1865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45.4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206 266 1380 0 0,'-17'-9'1588'0'0,"-25"-16"0"0"0,34 19 463 0 0,0 0-1 0 0,-12-13 1 0 0,-45-57 4095 0 0,59 68-5795 0 0,0-1-1 0 0,0 0 1 0 0,1 0 0 0 0,1 0 0 0 0,-1 0 0 0 0,2-1-1 0 0,-6-17 1 0 0,9 26-358 0 0,0 0 0 0 0,-1 0 0 0 0,1 0 0 0 0,0 0 0 0 0,0 0 0 0 0,0 0 0 0 0,0-1 0 0 0,0 1 0 0 0,0 0 0 0 0,0 0 0 0 0,0 0 0 0 0,0 0 0 0 0,0 0 0 0 0,1 0 0 0 0,-1 0 0 0 0,0 0 0 0 0,1 0-1 0 0,-1 0 1 0 0,1 0 0 0 0,-1 0 0 0 0,1 0 0 0 0,-1 0 0 0 0,1 0 0 0 0,0 0 0 0 0,-1 0 0 0 0,1 1 0 0 0,0-1 0 0 0,0 0 0 0 0,0 1 0 0 0,0-1 0 0 0,0 0 0 0 0,0 1 0 0 0,0-1 0 0 0,0 1 0 0 0,0-1 0 0 0,0 1 0 0 0,0 0 0 0 0,0-1 0 0 0,0 1 0 0 0,0 0 0 0 0,0 0-1 0 0,2 0 1 0 0,4-1 39 0 0,1 1-1 0 0,0 1 1 0 0,-1-1-1 0 0,16 4 1 0 0,-15-2 113 0 0,2 1-315 0 0,1 1-1 0 0,-1 0 1 0 0,0 0 0 0 0,0 1-1 0 0,0 0 1 0 0,-1 1 0 0 0,16 13-1 0 0,7 2-688 0 0,8 3-3343 0 0,84 34 0 0 0,48 5 116 0 0,-42-16 4112 0 0,-27-8 6 0 0,407 151 174 0 0,-208-104-519 0 0,-125-40 168 0 0,-116-28-219 0 0,-36-11-1218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45.9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29 326 1152 0 0,'-28'-18'15320'0'0,"28"18"-15360"0"0,2 1 289 0 0,-1 0-1 0 0,1 0 0 0 0,-1 0 1 0 0,1 0-1 0 0,0 0 0 0 0,-1 0 0 0 0,1 0 1 0 0,0-1-1 0 0,0 1 0 0 0,-1-1 1 0 0,1 1-1 0 0,3-1 0 0 0,19 5-248 0 0,-5-1 0 0 0,0 1 0 0 0,0 0 0 0 0,25 11 0 0 0,-36-12-151 0 0,0 0 180 0 0,-1 0 1 0 0,1-1-1 0 0,0 0 1 0 0,0 0-1 0 0,14 2 1 0 0,-20-5-226 0 0,0 0 1 0 0,0 0-1 0 0,0 0 1 0 0,-1 0-1 0 0,1 0 0 0 0,0 0 1 0 0,0-1-1 0 0,0 1 1 0 0,-1-1-1 0 0,1 1 1 0 0,0-1-1 0 0,0 1 1 0 0,-1-1-1 0 0,1 0 1 0 0,-1 0-1 0 0,1 0 1 0 0,-1 0-1 0 0,1 0 1 0 0,-1 0-1 0 0,1-1 1 0 0,-1 1-1 0 0,0 0 1 0 0,0-1-1 0 0,0 1 1 0 0,1-1-1 0 0,-1 1 1 0 0,-1-1-1 0 0,1 0 1 0 0,0 1-1 0 0,0-1 1 0 0,-1 0-1 0 0,1-1 1 0 0,1-3-831 0 0,0 0 0 0 0,-1 1 0 0 0,0-1 0 0 0,0 0 0 0 0,-1 1 0 0 0,1-10-1 0 0,-2 5 519 0 0,0 1-1 0 0,0-1 1 0 0,-4-12-1 0 0,-4-4 768 0 0,-21-45 0 0 0,21 53-972 0 0,-1-4 705 0 0,-2 2 0 0 0,-1 0 0 0 0,0 0 1 0 0,-17-18-1 0 0,-1 27 8463 0 0,32 11-8302 0 0,4 11 3339 0 0,-4-9-3219 0 0,43 70 2676 0 0,-29-50-4651 0 0,-1 1 0 0 0,22 47 0 0 0,-20-21-1298 0 0,13 66-1 0 0,-26-101 3245 0 0,1-2-293 0 0,0-3-28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47.1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1270 488 1840 0 0,'-2'-2'830'0'0,"0"0"0"0"0,0 0 1 0 0,0 0-1 0 0,0 0 0 0 0,0 0 1 0 0,0-1-1 0 0,1 1 0 0 0,-1 0 1 0 0,1-1-1 0 0,0 1 1 0 0,-1-1-1 0 0,1 0 0 0 0,0 1 1 0 0,1-1-1 0 0,-1 0 0 0 0,0 0 1 0 0,1 0-1 0 0,-1 1 0 0 0,1-5 1 0 0,-3-10-225 0 0,0 6-540 0 0,0 0 0 0 0,-1 1 0 0 0,0 0 0 0 0,0 0 0 0 0,-1 0 0 0 0,-1 0 0 0 0,1 1 0 0 0,-2 0 0 0 0,-9-11 0 0 0,7 10-72 0 0,-1 0-1 0 0,-1 1 0 0 0,1 0 1 0 0,-2 1-1 0 0,1 0 1 0 0,-1 1-1 0 0,-13-7 0 0 0,1 4-226 0 0,-1 0-1 0 0,0 1 1 0 0,0 2-1 0 0,0 0 1 0 0,-1 2-1 0 0,0 1 1 0 0,0 1-1 0 0,-1 1 1 0 0,-51 3-1 0 0,33 4-1336 0 0,-1 1-1 0 0,1 3 1 0 0,1 2-1 0 0,-82 30 1 0 0,-51 33-1305 0 0,145-59 3061 0 0,2 2 0 0 0,0 1 0 0 0,-41 32 0 0 0,59-40-162 0 0,1 0 0 0 0,0 1 0 0 0,1 0 0 0 0,1 1 1 0 0,-1 0-1 0 0,2 0 0 0 0,0 1 0 0 0,0 0 0 0 0,1 1 0 0 0,1-1 1 0 0,0 1-1 0 0,1 1 0 0 0,-5 23 0 0 0,6-17 16 0 0,2 0-1 0 0,0 0 1 0 0,1 1-1 0 0,1-1 1 0 0,1 1-1 0 0,0-1 1 0 0,2 0 0 0 0,1 0-1 0 0,7 23 1 0 0,-1-9-31 0 0,2-1 1 0 0,2 0 0 0 0,1 0 0 0 0,1-2 0 0 0,2 0-1 0 0,2 0 1 0 0,32 40 0 0 0,-25-41-11 0 0,1-1 0 0 0,1-2 0 0 0,1 0 0 0 0,2-2 0 0 0,1-2 1 0 0,49 30-1 0 0,-54-38-7 0 0,1-2 0 0 0,0 0 0 0 0,1-2 1 0 0,1-1-1 0 0,52 11 0 0 0,-13-10-78 0 0,91 4-1 0 0,75-14-221 0 0,-149-5 85 0 0,1-4 0 0 0,-1-4 0 0 0,124-32 0 0 0,-188 37 180 0 0,-1-2-1 0 0,0 0 1 0 0,0-2 0 0 0,-1 0 0 0 0,0-2 0 0 0,-1 0 0 0 0,-1-1 0 0 0,21-17-1 0 0,-29 20 36 0 0,0 0 0 0 0,-1 0 0 0 0,0-1 0 0 0,-1-1 0 0 0,0 0 0 0 0,0 0 0 0 0,-2-1 0 0 0,1 1 0 0 0,-2-2 0 0 0,1 1 0 0 0,-2-1-1 0 0,0 0 1 0 0,6-28 0 0 0,-8 19 15 0 0,-1-1-1 0 0,-1 1 0 0 0,0-1 1 0 0,-2 0-1 0 0,-1 1 1 0 0,-1-1-1 0 0,-1 1 0 0 0,-12-40 1 0 0,4 28 63 0 0,-2-1 1 0 0,-2 2-1 0 0,-1 0 0 0 0,-36-54 1 0 0,13 30 81 0 0,-2 1 0 0 0,-3 3 0 0 0,-1 2 0 0 0,-3 1 0 0 0,-3 3 0 0 0,-58-42 0 0 0,43 42 139 0 0,-92-49 0 0 0,128 80-258 0 0,-2 2 0 0 0,0 1 0 0 0,0 2 0 0 0,-1 2 0 0 0,-53-11 0 0 0,55 18-535 0 0,-50-1 0 0 0,60 4-2206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42.9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1305 1380 0 0,'2'2'11585'0'0,"15"-4"-8920"0"0,-14-1-1683 0 0,33-18 2022 0 0,-33 19-3000 0 0,0-1 0 0 0,0 1 0 0 0,0-1 0 0 0,0 1 0 0 0,-1-1 0 0 0,1 0 0 0 0,-1 0 0 0 0,0 0 0 0 0,0-1 0 0 0,2-3 0 0 0,-1-1-4 0 0,0-1 0 0 0,-1 0 0 0 0,0 1 0 0 0,0-1 0 0 0,0-14 0 0 0,-2-48 0 0 0,-1 33 0 0 0,-1-22 0 0 0,-3 1 0 0 0,-2 0 0 0 0,-3 0 0 0 0,-3 0 0 0 0,-32-93 0 0 0,43 145 0 0 0,-1 1 0 0 0,0 0 0 0 0,-7-11 0 0 0,9 16 0 0 0,1 0 0 0 0,-1-1 0 0 0,0 1 0 0 0,0 0 0 0 0,0 0 0 0 0,0 0 0 0 0,-1 0 0 0 0,1 0 0 0 0,0 1 0 0 0,0-1 0 0 0,-2-1 0 0 0,2 2 0 0 0,1 0 0 0 0,-1 0 0 0 0,1 0 0 0 0,-1 0 0 0 0,1 0 0 0 0,-1 0 0 0 0,0 0 0 0 0,1 0 0 0 0,-1 0 0 0 0,1 0 0 0 0,-1 0 0 0 0,1 0 0 0 0,-1 0 0 0 0,1 1 0 0 0,-1-1 0 0 0,0 0 0 0 0,1 0 0 0 0,-1 0 0 0 0,1 1 0 0 0,-1-1 0 0 0,1 0 0 0 0,0 1 0 0 0,-1-1 0 0 0,1 1 0 0 0,-1-1 0 0 0,1 0 0 0 0,0 1 0 0 0,-1 0 0 0 0,-1 2 0 0 0,1-1 0 0 0,0 0 0 0 0,0 1 0 0 0,0-1 0 0 0,0 1 0 0 0,0-1 0 0 0,1 1 0 0 0,-1-1 0 0 0,1 1 0 0 0,-1 0 1 0 0,1-1-1 0 0,0 1 0 0 0,0 0 0 0 0,1 2 0 0 0,5 40-5 0 0,-5-42 4 0 0,9 39-1082 0 0,3 0 0 0 0,20 48 0 0 0,44 78-5255 0 0,-53-116 4670 0 0,-12-28 1685 0 0,4 11-30 0 0,1-1-1 0 0,22 32 0 0 0,-32-57 36 0 0,-1 0 0 0 0,1-1 0 0 0,0 1 0 0 0,1-2 0 0 0,0 1 0 0 0,1-1 0 0 0,-1 0 0 0 0,1-1 0 0 0,0 0 0 0 0,1 0 0 0 0,17 7 0 0 0,-24-11-52 0 0,0-1-1 0 0,1 0 0 0 0,-1-1 0 0 0,1 1 0 0 0,5 0 1 0 0,-7-1 324 0 0,1 0 1 0 0,-1 0 0 0 0,0 0 0 0 0,1-1-1 0 0,-1 1 1 0 0,0-1 0 0 0,0 1 0 0 0,1-1-1 0 0,-1 0 1 0 0,0 0 0 0 0,0 0-1 0 0,3-2 1 0 0,-2 1 139 0 0,-1 0 0 0 0,1-1-1 0 0,-1 1 1 0 0,0-1 0 0 0,0 1-1 0 0,0-1 1 0 0,0 0 0 0 0,0 0 0 0 0,0 0-1 0 0,-1 0 1 0 0,0 0 0 0 0,1 0-1 0 0,-1 0 1 0 0,0 0 0 0 0,-1-1-1 0 0,2-2 1 0 0,-1-9-429 0 0,1 1-1 0 0,-2 0 0 0 0,0-1 1 0 0,0 1-1 0 0,-1 0 0 0 0,-1 0 1 0 0,-5-18-1 0 0,-2-2-448 0 0,-23-58-1 0 0,25 78-693 0 0,1-1 1 0 0,-11-14-1 0 0,1 7-3592 0 0,23 54 4339 0 0,-5-29 671 0 0,-1 1 1 0 0,1 0-1 0 0,0-1 1 0 0,0 1-1 0 0,0-1 0 0 0,1 0 1 0 0,-1 0-1 0 0,1 0 1 0 0,-1 0-1 0 0,1 0 1 0 0,0 0-1 0 0,0-1 1 0 0,0 0-1 0 0,1 1 0 0 0,-1-1 1 0 0,0 0-1 0 0,1-1 1 0 0,0 1-1 0 0,-1 0 1 0 0,1-1-1 0 0,0 0 0 0 0,5 1 1 0 0,-5-2-355 0 0,1 1 1 0 0,-1-1 0 0 0,0 0-1 0 0,1-1 1 0 0,-1 1-1 0 0,0-1 1 0 0,1 0-1 0 0,-1 0 1 0 0,0 0 0 0 0,0-1-1 0 0,0 1 1 0 0,0-1-1 0 0,5-3 1 0 0,-4 2-406 0 0,0 0 1 0 0,-1-1-1 0 0,1 1 0 0 0,0-1 1 0 0,-1-1-1 0 0,0 1 0 0 0,0 0 1 0 0,0-1-1 0 0,5-10 1 0 0,-4 8 312 0 0,-2-1 0 0 0,1 0 1 0 0,-1 0-1 0 0,0 0 0 0 0,-1-1 1 0 0,2-10-1 0 0,-2 5 165 0 0,-1 0-1 0 0,0 0 1 0 0,-1 0 0 0 0,-1 0-1 0 0,0 0 1 0 0,-1 1-1 0 0,0-1 1 0 0,-6-18 0 0 0,7 29 44 0 0,1 0-1 0 0,-1 0 1 0 0,0 1 0 0 0,-1-1 0 0 0,1 0 0 0 0,0 1 0 0 0,-1-1 0 0 0,1 1 0 0 0,-1 0 0 0 0,0-1 0 0 0,0 1 0 0 0,0 0 0 0 0,0 0 0 0 0,0 0 0 0 0,0 0 0 0 0,0 0 0 0 0,-5-2 0 0 0,6 4 49 0 0,1 0 0 0 0,-1 0 1 0 0,0 0-1 0 0,0 0 1 0 0,1 0-1 0 0,-1 0 0 0 0,0 1 1 0 0,1-1-1 0 0,-1 0 0 0 0,0 0 1 0 0,0 0-1 0 0,1 1 0 0 0,-1-1 1 0 0,1 0-1 0 0,-1 1 1 0 0,0-1-1 0 0,1 1 0 0 0,-1-1 1 0 0,1 1-1 0 0,-1-1 0 0 0,1 1 1 0 0,-1-1-1 0 0,1 1 1 0 0,-1-1-1 0 0,1 1 0 0 0,0-1 1 0 0,-1 1-1 0 0,1 0 0 0 0,0-1 1 0 0,-1 1-1 0 0,1 0 0 0 0,0 0 1 0 0,-9 23 3387 0 0,8-16-3300 0 0,0 1-1 0 0,0 0 0 0 0,1-1 1 0 0,0 1-1 0 0,0 0 0 0 0,1 0 1 0 0,0-1-1 0 0,4 13 1 0 0,2 3-2032 0 0,16 39 1 0 0,-17-50 1478 0 0,0 0 1 0 0,2 0 0 0 0,-1-1-1 0 0,1 0 1 0 0,1 0 0 0 0,0-1-1 0 0,17 16 1 0 0,-19-21 198 0 0,0 0-1 0 0,1 0 1 0 0,-1 0 0 0 0,1-1-1 0 0,1 0 1 0 0,-1-1 0 0 0,1 0-1 0 0,-1 0 1 0 0,1-1 0 0 0,0 0-1 0 0,0 0 1 0 0,15 1 0 0 0,-20-3 174 0 0,1-1 0 0 0,-1 0 0 0 0,0 0 0 0 0,0 0 0 0 0,0 0 0 0 0,0-1 0 0 0,0 1 0 0 0,0-1 0 0 0,0 0 0 0 0,0-1 0 0 0,0 1 0 0 0,0-1 0 0 0,0 1 0 0 0,-1-1 0 0 0,1-1 0 0 0,-1 1 0 0 0,1 0 0 0 0,5-6 0 0 0,-6 4 0 0 0,1 0 0 0 0,-1 0 0 0 0,0 0 0 0 0,0-1 0 0 0,0 1 0 0 0,-1-1 0 0 0,0 0 0 0 0,0 0 0 0 0,0 0 0 0 0,0 0 0 0 0,-1 0 0 0 0,0 0 0 0 0,0 0 0 0 0,1-7 0 0 0,-2-16 34 0 0,0-1 1 0 0,-2 1 0 0 0,-5-28 0 0 0,-2-54 99 0 0,9 100-62 0 0,0 0 0 0 0,1-1 0 0 0,0 1 0 0 0,1 0 0 0 0,0 0 1 0 0,1-1-1 0 0,7-16 0 0 0,-9 24-60 0 0,0 1 0 0 0,0 0 0 0 0,0-1 0 0 0,1 1 0 0 0,-1 0 0 0 0,1 0 0 0 0,0 0 1 0 0,-1 0-1 0 0,1 0 0 0 0,0 0 0 0 0,0 1 0 0 0,0-1 0 0 0,0 1 0 0 0,0-1 0 0 0,1 1 0 0 0,-1 0 1 0 0,0 0-1 0 0,1 0 0 0 0,-1 0 0 0 0,1 0 0 0 0,-1 0 0 0 0,1 1 0 0 0,-1-1 0 0 0,1 1 0 0 0,0 0 1 0 0,-1-1-1 0 0,1 1 0 0 0,-1 1 0 0 0,1-1 0 0 0,0 0 0 0 0,-1 1 0 0 0,1-1 0 0 0,-1 1 0 0 0,1 0 0 0 0,3 1 1 0 0,2 2-7 0 0,0-1 0 0 0,0 2 0 0 0,0-1 0 0 0,-1 1 0 0 0,0 0 1 0 0,0 0-1 0 0,-1 1 0 0 0,11 10 0 0 0,0 4 17 0 0,23 34 1 0 0,-35-46-24 0 0,0 0 0 0 0,0 0 0 0 0,-1 0 0 0 0,0 1 0 0 0,0 0 0 0 0,3 13 0 0 0,-6-19 0 0 0,-1 0 0 0 0,1 0 0 0 0,-1 0 0 0 0,1 0 0 0 0,-1 0 0 0 0,0 0 0 0 0,0 0 0 0 0,-1 1 0 0 0,1-1 0 0 0,0 0 0 0 0,-1 0 0 0 0,0 0 0 0 0,0 0 0 0 0,0 0 0 0 0,0-1 0 0 0,0 1 0 0 0,-1 0 0 0 0,1 0 0 0 0,-1-1 0 0 0,1 1 0 0 0,-1-1 0 0 0,0 1 0 0 0,-4 3 0 0 0,5-5 139 0 0,0 0 1 0 0,-1 0-1 0 0,1 0 1 0 0,0 0-1 0 0,-1-1 1 0 0,1 1-1 0 0,0 0 1 0 0,-1-1-1 0 0,1 1 1 0 0,-1 0-1 0 0,1-1 1 0 0,-1 0-1 0 0,1 1 1 0 0,-1-1-1 0 0,1 0 1 0 0,-1 0-1 0 0,0 0 1 0 0,1 0-1 0 0,-1 0 1 0 0,1 0-1 0 0,-1 0 1 0 0,1-1-1 0 0,-1 1 1 0 0,1-1 0 0 0,-1 1-1 0 0,-2-2 1 0 0,3 1-26 0 0,0 1 0 0 0,0-1 1 0 0,0 0-1 0 0,1 0 1 0 0,-1 0-1 0 0,0 0 1 0 0,0 0-1 0 0,1 0 1 0 0,-1 0-1 0 0,0 0 1 0 0,1 0-1 0 0,-1 0 0 0 0,1 0 1 0 0,-1 0-1 0 0,1 0 1 0 0,0-1-1 0 0,-1 1 1 0 0,1 0-1 0 0,0 0 1 0 0,0 0-1 0 0,0-1 0 0 0,0 1 1 0 0,0 0-1 0 0,0 0 1 0 0,0-1-1 0 0,1 1 1 0 0,-1 0-1 0 0,0 0 1 0 0,1 0-1 0 0,-1 0 1 0 0,0-1-1 0 0,1 1 0 0 0,0 0 1 0 0,0-2-1 0 0,18-34 338 0 0,-4 10-346 0 0,-2 0 1 0 0,14-41 0 0 0,-24 58-346 0 0,-1 0-1 0 0,0 0 1 0 0,0 0-1 0 0,-1 0 1 0 0,0-1-1 0 0,-1 1 1 0 0,0 0-1 0 0,-1-1 1 0 0,0 1 0 0 0,-5-20-1 0 0,-8-14-940 0 0,-2 2-1 0 0,-3 0 1 0 0,-27-48-1 0 0,-3-5-39 0 0,-68-137 1220 0 0,126 257 1405 0 0,164 325 4443 0 0,-91-204-9153 0 0,-80-142 3037 0 0,57 91-3152 0 0,-51-85 3398 0 0,0 0 1 0 0,0-1-1 0 0,1 1 0 0 0,0-2 0 0 0,0 1 0 0 0,18 11 1 0 0,-24-18 60 0 0,-1-1 0 0 0,1 1 0 0 0,0-1 0 0 0,0 0 1 0 0,0 0-1 0 0,0 0 0 0 0,0 0 0 0 0,0 0 0 0 0,0-1 0 0 0,0 1 0 0 0,1-1 1 0 0,2 0-1 0 0,-3 0 297 0 0,0-1 0 0 0,0 1 0 0 0,0-1 0 0 0,0 0 0 0 0,0 0 0 0 0,-1 0 0 0 0,1 0 0 0 0,0-1 0 0 0,-1 1 0 0 0,1-1 1 0 0,-1 0-1 0 0,1 1 0 0 0,-1-1 0 0 0,0 0 0 0 0,1 0 0 0 0,-1-1 0 0 0,0 1 0 0 0,-1 0 0 0 0,3-4 0 0 0,3-5-238 0 0,0 0 0 0 0,-1 0 0 0 0,0 0 0 0 0,-1 0 1 0 0,0-1-1 0 0,-1 0 0 0 0,-1 0 0 0 0,1 0 0 0 0,1-17 0 0 0,-5 18-595 0 0,-2 2-844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43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9 325 3224 0 0,'0'0'112'0'0,"-1"0"-1"0"0,1 0 1 0 0,-1 0 0 0 0,1 0 0 0 0,0 0 0 0 0,-1-1 0 0 0,1 1-1 0 0,-1 0 1 0 0,1 0 0 0 0,0 0 0 0 0,-1-1 0 0 0,1 1 0 0 0,0 0-1 0 0,-1 0 1 0 0,1-1 0 0 0,0 1 0 0 0,-1 0 0 0 0,1-1 0 0 0,0 1-1 0 0,0 0 1 0 0,-1-1 0 0 0,1 1 0 0 0,0 0 0 0 0,0-1 0 0 0,0 1-1 0 0,0-1 1 0 0,-1 1 0 0 0,1 0 0 0 0,0-1 0 0 0,0 1-1 0 0,0-1 1 0 0,0 1 0 0 0,0 0 0 0 0,0-1 0 0 0,0 1 0 0 0,0-1-1 0 0,0 1 1 0 0,0-1 0 0 0,0 1 0 0 0,1 0 0 0 0,-1-1 0 0 0,0 1-1 0 0,0 0 1 0 0,0-1 0 0 0,0 1 0 0 0,1-1 0 0 0,-1 1 0 0 0,0 0-1 0 0,0-1 1 0 0,1 1 0 0 0,-1 0 0 0 0,21-20 9001 0 0,-17 17-8051 0 0,116-87-572 0 0,-65 52-512 0 0,51-48 0 0 0,-97 77 22 0 0,0 0 0 0 0,-1-1 0 0 0,0 0 0 0 0,11-19 0 0 0,-17 24-37 0 0,-5 6 95 0 0,-6 7-937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0:39.4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1885 4144 0 0,'-5'-14'7315'0'0,"6"13"-6997"0"0,4-22 2760 0 0,-3 14-2577 0 0,5-24 959 0 0,2 1-1 0 0,14-37 1 0 0,-8 33-1471 0 0,2 0 1 0 0,1 1-1 0 0,2 1 0 0 0,2 0 1 0 0,0 2-1 0 0,38-41 0 0 0,-7 16-98 0 0,48-53-2025 0 0,-60 63 818 0 0,124-144-3278 0 0,-53 66 4363 0 0,120-140 511 0 0,63-67-131 0 0,-73 83 213 0 0,-185 202 6048 0 0,-64 79-5680 0 0,16-17-277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0:39.8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111 14 2992 0 0,'-16'-5'4512'0'0,"10"3"-4191"0"0,0 0 0 0 0,0 1 0 0 0,1-1 0 0 0,-1 1 0 0 0,0 1 0 0 0,0-1-1 0 0,-6 1 1 0 0,10 0 42 0 0,0 1-1 0 0,0-1 0 0 0,0 1 1 0 0,0-1-1 0 0,0 1 0 0 0,0 0 0 0 0,0-1 1 0 0,0 1-1 0 0,0 0 0 0 0,1 0 1 0 0,-1 1-1 0 0,0-1 0 0 0,1 0 0 0 0,-1 0 1 0 0,1 1-1 0 0,-1-1 0 0 0,1 1 1 0 0,0-1-1 0 0,-1 1 0 0 0,1 0 0 0 0,0 0 1 0 0,0-1-1 0 0,0 1 0 0 0,0 3 1 0 0,0-4-344 0 0,1 1 0 0 0,0 0 0 0 0,-1 0 0 0 0,1 0 0 0 0,0-1 0 0 0,0 1 0 0 0,0 0 0 0 0,1 0 0 0 0,-1 0 0 0 0,0-1-1 0 0,1 1 1 0 0,-1 0 0 0 0,1 0 0 0 0,-1-1 0 0 0,1 1 0 0 0,0 0 0 0 0,0-1 0 0 0,0 1 0 0 0,0-1 0 0 0,0 1 0 0 0,0-1 0 0 0,0 1 0 0 0,0-1 0 0 0,1 0 0 0 0,-1 0 0 0 0,0 1 0 0 0,3 0 0 0 0,4 3-23 0 0,0 0-1 0 0,0-1 1 0 0,1 0-1 0 0,-1-1 1 0 0,1 0-1 0 0,0 0 1 0 0,17 3-1 0 0,68 4-901 0 0,-84-9 633 0 0,309 5-6293 0 0,-213-7 5439 0 0,15-3 1529 0 0,201-32 0 0 0,-255 22 246 0 0,71-24 1 0 0,-83 21 2266 0 0,-52 16-2487 0 0,0 1-1 0 0,1-1 0 0 0,-1 0 0 0 0,1 1 0 0 0,-1-1 0 0 0,7 1 0 0 0,-10 0-408 0 0,1 1-1 0 0,0-1 1 0 0,-1 0-1 0 0,1 0 1 0 0,-1 0-1 0 0,1 0 1 0 0,-1 0-1 0 0,1 1 1 0 0,-1-1-1 0 0,1 0 1 0 0,-1 1 0 0 0,1-1-1 0 0,-1 0 1 0 0,1 1-1 0 0,-1-1 1 0 0,1 0-1 0 0,-1 1 1 0 0,0-1-1 0 0,1 1 1 0 0,-1-1-1 0 0,0 1 1 0 0,1-1-1 0 0,-1 1 1 0 0,0-1-1 0 0,0 1 1 0 0,1-1-1 0 0,-1 1 1 0 0,0-1-1 0 0,0 1 1 0 0,0 0-1 0 0,0-1 1 0 0,0 1-1 0 0,0-1 1 0 0,0 1-1 0 0,0 0 1 0 0,0-1-1 0 0,0 1 1 0 0,0-1-1 0 0,0 1 1 0 0,0-1-1 0 0,0 1 1 0 0,0 0-1 0 0,-1-1 1 0 0,1 1-1 0 0,0-1 1 0 0,0 1-1 0 0,-1 0 1 0 0,-1 4-86 0 0,-1 1-1 0 0,0-1 1 0 0,1 0 0 0 0,-8 10-1 0 0,8-14-45 0 0,-8 15-1773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0:42.6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1418 2992 0 0,'-3'-4'914'0'0,"0"0"0"0"0,0 0 0 0 0,0 0 1 0 0,1 0-1 0 0,0-1 0 0 0,-1 0 0 0 0,2 1 1 0 0,-4-10-1 0 0,-7-41 5039 0 0,11 50-5298 0 0,1 1-382 0 0,-1 1-153 0 0,0 0 0 0 0,0 0 0 0 0,1 0 0 0 0,0 0 0 0 0,-1-1 0 0 0,1 1 0 0 0,0 0-1 0 0,1 0 1 0 0,-1-1 0 0 0,1 1 0 0 0,-1 0 0 0 0,2-4 0 0 0,-2 7-120 0 0,1 0 0 0 0,-1 0 0 0 0,0-1 0 0 0,0 1 0 0 0,0 0 0 0 0,0 0 0 0 0,1 0 0 0 0,-1 0 0 0 0,0 0 0 0 0,0 0 0 0 0,1 0 0 0 0,-1 0 0 0 0,0 0 0 0 0,0 0 0 0 0,0 0 0 0 0,1 0 0 0 0,-1 0 0 0 0,0 0 0 0 0,0 0 0 0 0,1 0 0 0 0,-1 0 0 0 0,0 0 0 0 0,0 0 0 0 0,0 0 0 0 0,1 0 0 0 0,-1 0 0 0 0,0 0 0 0 0,0 0 0 0 0,0 0 0 0 0,1 1 0 0 0,-1-1 0 0 0,0 0 0 0 0,0 0 0 0 0,0 0 0 0 0,0 0 0 0 0,1 0 0 0 0,-1 1 0 0 0,0-1 0 0 0,0 0 0 0 0,0 0 0 0 0,7 8 0 0 0,8 15-392 0 0,-1 0 0 0 0,-1 1 0 0 0,14 34 0 0 0,22 42-3680 0 0,-43-90 3546 0 0,1 0 0 0 0,0-1 0 0 0,0 0 0 0 0,1 0 0 0 0,0-1 0 0 0,0 0 0 0 0,13 10 0 0 0,-18-16 556 0 0,0 0 1 0 0,0 0 0 0 0,0 0 0 0 0,1-1 0 0 0,-1 1 0 0 0,0-1 0 0 0,1 0 0 0 0,-1 0-1 0 0,1 0 1 0 0,-1 0 0 0 0,1 0 0 0 0,-1-1 0 0 0,1 0 0 0 0,0 0 0 0 0,6 0 0 0 0,-7-1-1 0 0,0 0 1 0 0,0 1-1 0 0,0-2 0 0 0,0 1 1 0 0,0 0-1 0 0,0 0 1 0 0,-1-1-1 0 0,1 0 1 0 0,0 1-1 0 0,-1-1 0 0 0,0 0 1 0 0,1 0-1 0 0,-1-1 1 0 0,0 1-1 0 0,0 0 1 0 0,0-1-1 0 0,0 1 1 0 0,2-5-1 0 0,-1 1 19 0 0,0 1 0 0 0,0-1 0 0 0,-1 0 0 0 0,1 0 1 0 0,-2-1-1 0 0,1 1 0 0 0,-1 0 0 0 0,1-1 0 0 0,-2 1 0 0 0,1-12 0 0 0,-1 8-11 0 0,-1-1-1 0 0,-1 1 0 0 0,0-1 0 0 0,0 1 1 0 0,-7-20-1 0 0,-3 3 3 0 0,-1 1 0 0 0,-1 0 0 0 0,-30-42-1 0 0,18 38 3265 0 0,85 117 1181 0 0,-42-64-4752 0 0,37 36 1 0 0,-45-49-253 0 0,1-1 0 0 0,0-1 1 0 0,1 0-1 0 0,0 0 1 0 0,0-1-1 0 0,0 0 0 0 0,1-1 1 0 0,0-1-1 0 0,0 1 1 0 0,1-2-1 0 0,-1 0 0 0 0,1-1 1 0 0,0 0-1 0 0,14 2 1 0 0,-25-5 518 0 0,0 0 0 0 0,0 0 0 0 0,0 0 0 0 0,0 0 0 0 0,0-1 0 0 0,0 1 0 0 0,0 0 0 0 0,0-1 0 0 0,0 1 0 0 0,0-1 0 0 0,-1 0 0 0 0,5-1 0 0 0,-6 1 0 0 0,1 1 0 0 0,-1-1 0 0 0,1 0 0 0 0,0 1 0 0 0,-1-1 0 0 0,1 1 0 0 0,-1-1 0 0 0,1 0 0 0 0,-1 1 0 0 0,0-1 0 0 0,1 0 0 0 0,-1 0 0 0 0,0 1 0 0 0,1-1 0 0 0,-1 0 0 0 0,0 0 0 0 0,0 1 0 0 0,0-1 0 0 0,1 0 0 0 0,-1 0 0 0 0,0 0 0 0 0,0 1 0 0 0,0-1 0 0 0,-1 0 0 0 0,1 0 0 0 0,0 0 0 0 0,0 1 0 0 0,0-1 0 0 0,0 0 0 0 0,-1 0 0 0 0,0-1 0 0 0,-6-14 1255 0 0,-1 1 1 0 0,-1 0 0 0 0,-12-16 0 0 0,8 14 631 0 0,-14-30-1 0 0,24 40-1970 0 0,-1 0 0 0 0,2 0 0 0 0,-1-1 0 0 0,-1-9 0 0 0,4 13 84 0 0,-1 0 0 0 0,1 0 0 0 0,1 0 0 0 0,-1 1 0 0 0,0-1 0 0 0,1 0 0 0 0,0 0 0 0 0,0 1 0 0 0,0-1 0 0 0,0 1 0 0 0,0-1 0 0 0,1 1 0 0 0,0-1 0 0 0,3-4 0 0 0,5-6 0 0 0,0 0 0 0 0,12-12 0 0 0,-4 5 0 0 0,-6 8 0 0 0,-1 1 0 0 0,18-14 0 0 0,12-11 0 0 0,36-41-2323 0 0,-42 43-2214 0 0,-35 35 4534 0 0,0 0 0 0 0,0 0 0 0 0,0 0 0 0 0,0 1 0 0 0,0-1 0 0 0,0 0 0 0 0,0 0 0 0 0,0 0 0 0 0,0 0 0 0 0,0 0-1 0 0,0 0 1 0 0,0 0 0 0 0,0 0 0 0 0,0 0 0 0 0,0 1 0 0 0,0-1 0 0 0,0 0 0 0 0,0 0 0 0 0,0 0 0 0 0,0 0 0 0 0,0 0 0 0 0,0 0 0 0 0,0 0 0 0 0,0 0 0 0 0,0 0 0 0 0,0 0-1 0 0,0 1 1 0 0,0-1 0 0 0,1 0 0 0 0,-1 0 0 0 0,0 0 0 0 0,0 0 0 0 0,0 0 0 0 0,0 0 0 0 0,0 0 0 0 0,0 0 0 0 0,0 0 0 0 0,0 0 0 0 0,0 0 0 0 0,0 0 0 0 0,0 0 0 0 0,0 0-1 0 0,1 0 1 0 0,-1 0 0 0 0,0 0 0 0 0,0 0 0 0 0,0 0 0 0 0,0 0 0 0 0,0 0 0 0 0,0 0 0 0 0,0 0 0 0 0,0 0 0 0 0,0 0 0 0 0,1 0 0 0 0,-1 0 0 0 0,0 0 0 0 0,0 0-1 0 0,0 0 1 0 0,0 0 0 0 0,0 0 0 0 0,0 0 0 0 0,0 0 0 0 0,0 0 0 0 0,0 0 0 0 0,0 0 0 0 0,1 0 0 0 0,-1 0 0 0 0,0 0 0 0 0,-1 14-462 0 0,-6 16-211 0 0,5-24 676 0 0,-5 13 0 0 0,1 1 0 0 0,1 0 0 0 0,0 0 0 0 0,-2 29 0 0 0,7-44 0 0 0,0 0 0 0 0,0 0 0 0 0,0 0 0 0 0,0 0 0 0 0,1 0 0 0 0,0-1 0 0 0,0 1 0 0 0,0 0 0 0 0,1 0 0 0 0,-1-1 0 0 0,1 1 0 0 0,0-1 0 0 0,1 1 0 0 0,-1-1 0 0 0,1 0 0 0 0,0 0 0 0 0,0 0 0 0 0,0 0 0 0 0,0-1 0 0 0,0 1 0 0 0,1-1 0 0 0,0 0 0 0 0,0 0 0 0 0,6 4 0 0 0,-5-4 0 0 0,2-1 0 0 0,-1 1 0 0 0,0-1 0 0 0,0-1 0 0 0,1 1 0 0 0,-1-1 0 0 0,1 0 0 0 0,-1 0 0 0 0,1-1 0 0 0,-1 0 0 0 0,1 0 0 0 0,-1-1 0 0 0,1 1 0 0 0,-1-1 0 0 0,12-4 0 0 0,-9 3 0 0 0,0-1 0 0 0,0 0 0 0 0,-1-1 0 0 0,1 0 0 0 0,-1 0 0 0 0,0-1 0 0 0,-1 0 0 0 0,1 0 0 0 0,-1-1 0 0 0,12-11 0 0 0,-16 13 0 0 0,1 0 0 0 0,0-1 0 0 0,-1 0 0 0 0,0 0 0 0 0,0 0 0 0 0,-1 0 0 0 0,1 0 0 0 0,-1 0 0 0 0,2-7 0 0 0,-4 10 0 0 0,1-1 0 0 0,-1 0 0 0 0,1 0 0 0 0,-1 0 0 0 0,0 0 0 0 0,0 0 0 0 0,0 1 0 0 0,-1-1 0 0 0,1 0 0 0 0,-1 0 0 0 0,1 0 0 0 0,-1 0 0 0 0,0 1 0 0 0,0-1 0 0 0,0 0 0 0 0,0 1 0 0 0,-1-1 0 0 0,1 1 0 0 0,-4-5 0 0 0,-2-1-1 0 0,-1 1 1 0 0,0 0 0 0 0,0 0 0 0 0,0 0 0 0 0,-1 1 0 0 0,0 0 0 0 0,-1 1-1 0 0,-19-9 1 0 0,6 5 2 0 0,0 1 1 0 0,-45-8-1 0 0,56 13 73 0 0,0 1-1 0 0,-15 0 1 0 0,23 2-75 0 0,1 0 1 0 0,0 0-1 0 0,-1 1 1 0 0,1-1-1 0 0,0 1 0 0 0,0-1 1 0 0,-1 1-1 0 0,1 0 1 0 0,0 0-1 0 0,0 1 1 0 0,0-1-1 0 0,0 1 1 0 0,-3 1-1 0 0,6-3 8 0 0,-1 1 0 0 0,1-1-1 0 0,0 0 1 0 0,0 0 0 0 0,0 0 0 0 0,0 0-1 0 0,0 0 1 0 0,-1 0 0 0 0,1 0 0 0 0,0 0-1 0 0,0 0 1 0 0,0 0 0 0 0,0 1 0 0 0,0-1-1 0 0,0 0 1 0 0,0 0 0 0 0,-1 0 0 0 0,1 0-1 0 0,0 0 1 0 0,0 1 0 0 0,0-1 0 0 0,0 0 0 0 0,0 0-1 0 0,0 0 1 0 0,0 0 0 0 0,0 0 0 0 0,0 1-1 0 0,0-1 1 0 0,0 0 0 0 0,0 0 0 0 0,0 0-1 0 0,0 0 1 0 0,0 1 0 0 0,0-1 0 0 0,0 0-1 0 0,0 0 1 0 0,0 0 0 0 0,0 0 0 0 0,0 0 0 0 0,0 1-1 0 0,0-1 1 0 0,0 0 0 0 0,1 0 0 0 0,7 3 3418 0 0,6-3-118 0 0,-8 0-4359 0 0,3-2 1377 0 0,0 0-1 0 0,0-1 1 0 0,0 0 0 0 0,-1 0-1 0 0,17-9 1 0 0,37-28-1393 0 0,0 1-1935 0 0,-54 34 2348 0 0,0 1-1 0 0,1 0 0 0 0,0 1 1 0 0,0 0-1 0 0,16-3 1 0 0,-22 5 655 0 0,0 1 1 0 0,1 0 0 0 0,-1 0 0 0 0,0 0-1 0 0,1 0 1 0 0,-1 1 0 0 0,0-1-1 0 0,1 1 1 0 0,-1 0 0 0 0,0 0-1 0 0,0 0 1 0 0,1 0 0 0 0,-1 1 0 0 0,0-1-1 0 0,0 1 1 0 0,-1 0 0 0 0,1 0-1 0 0,0 0 1 0 0,0 0 0 0 0,-1 0-1 0 0,3 3 1 0 0,4 6 28 0 0,1 1 0 0 0,-2 0 0 0 0,13 22 1 0 0,-13-19 157 0 0,14 17 0 0 0,-17-25 83 0 0,1-1 1 0 0,0 1-1 0 0,0-1 0 0 0,0 0 0 0 0,14 9 1 0 0,-18-14-24 0 0,1 0 1 0 0,-1 1-1 0 0,1-1 1 0 0,0 0-1 0 0,-1 0 1 0 0,1 0-1 0 0,0-1 1 0 0,0 1-1 0 0,0-1 1 0 0,0 1-1 0 0,-1-1 1 0 0,1 0-1 0 0,0 0 1 0 0,0 0-1 0 0,0-1 1 0 0,0 1 0 0 0,0-1-1 0 0,0 1 1 0 0,-1-1-1 0 0,1 0 1 0 0,3-2-1 0 0,-1 1-233 0 0,1-1 0 0 0,-1 0 0 0 0,0 0 0 0 0,0 0-1 0 0,0-1 1 0 0,-1 0 0 0 0,1 0 0 0 0,-1 0 0 0 0,0 0 0 0 0,0-1-1 0 0,0 0 1 0 0,3-6 0 0 0,-2 3-177 0 0,-1 0 1 0 0,0-1-1 0 0,-1 0 0 0 0,0 0 0 0 0,0 0 0 0 0,-1 0 1 0 0,1-10-1 0 0,0-13-1339 0 0,-1 0 0 0 0,-2 1-1 0 0,-7-50 1 0 0,6 69 900 0 0,0 6 612 0 0,1 0 1 0 0,0 0 0 0 0,0 1 0 0 0,0-1-1 0 0,1 0 1 0 0,-1 0 0 0 0,2 1 0 0 0,1-7 0 0 0,-3 10-9 0 0,1 0 0 0 0,0 1 0 0 0,0-1 0 0 0,0 0 0 0 0,0 1 0 0 0,0-1 0 0 0,0 1 0 0 0,0-1 1 0 0,0 1-1 0 0,1-1 0 0 0,-1 1 0 0 0,1 0 0 0 0,-1 0 0 0 0,1 0 0 0 0,-1 0 0 0 0,1 0 0 0 0,0 0 0 0 0,-1 0 1 0 0,1 0-1 0 0,0 1 0 0 0,0-1 0 0 0,0 1 0 0 0,0-1 0 0 0,-1 1 0 0 0,1 0 0 0 0,0 0 0 0 0,0 0 0 0 0,2 0 1 0 0,9 0-2 0 0,-1 1 0 0 0,0 1 0 0 0,0 0 0 0 0,0 1 0 0 0,0 0 0 0 0,0 0 0 0 0,21 11 0 0 0,-25-10-1 0 0,0 0 0 0 0,0 0 1 0 0,-1 1-1 0 0,0 0 0 0 0,0 0 1 0 0,0 1-1 0 0,0 0 0 0 0,-1 0 1 0 0,0 0-1 0 0,-1 1 0 0 0,10 14 1 0 0,-13-17-6 0 0,0 0 0 0 0,-1 0-1 0 0,1 1 1 0 0,-1-1 0 0 0,0 0 0 0 0,0 1 0 0 0,0-1 0 0 0,-1 1 0 0 0,0-1 0 0 0,0 1 0 0 0,0 0 0 0 0,-1 5 0 0 0,1-8 39 0 0,0 0-1 0 0,0-1 0 0 0,-1 1 1 0 0,1 0-1 0 0,-1 0 1 0 0,0 0-1 0 0,1 0 0 0 0,-1 0 1 0 0,0-1-1 0 0,0 1 1 0 0,0 0-1 0 0,0-1 0 0 0,0 1 1 0 0,-1-1-1 0 0,1 1 1 0 0,0-1-1 0 0,-1 1 0 0 0,1-1 1 0 0,-1 0-1 0 0,1 0 1 0 0,-1 0-1 0 0,0 0 0 0 0,0 0 1 0 0,1 0-1 0 0,-1 0 1 0 0,0-1-1 0 0,0 1 0 0 0,0 0 1 0 0,0-1-1 0 0,-3 1 1 0 0,5-1 104 0 0,-1 0 0 0 0,0 0 1 0 0,0 0-1 0 0,0 0 0 0 0,0 0 1 0 0,0 0-1 0 0,0 0 0 0 0,1-1 1 0 0,-1 1-1 0 0,0 0 0 0 0,0 0 1 0 0,0-1-1 0 0,0 1 0 0 0,1-1 1 0 0,-1 1-1 0 0,0-1 0 0 0,0 1 1 0 0,1-1-1 0 0,-1 1 0 0 0,0-1 1 0 0,1 1-1 0 0,-2-2 0 0 0,1 0 95 0 0,0 0 0 0 0,0 0-1 0 0,0 0 1 0 0,0 0 0 0 0,1 0-1 0 0,-1 0 1 0 0,0 0 0 0 0,1 0-1 0 0,-1-3 1 0 0,1-5 58 0 0,-1 1 0 0 0,1-1 0 0 0,2-11 0 0 0,-2 21-319 0 0,9-55-2263 0 0,15-54 0 0 0,-12 61 727 0 0,10-87-1 0 0,-21 119 1571 0 0,0-1 1 0 0,-1 1-1 0 0,-1-1 1 0 0,-1 0-1 0 0,0 1 1 0 0,-1 0-1 0 0,-1-1 1 0 0,-1 1-1 0 0,-7-19 1 0 0,4 17 0 0 0,0 1-1 0 0,-1 0 1 0 0,-1 0 0 0 0,0 1 0 0 0,-1 0 0 0 0,-1 1 0 0 0,0 0 0 0 0,-1 1 0 0 0,-16-13 0 0 0,27 25 16 0 0,0 1-1 0 0,0-1 1 0 0,0 1 0 0 0,0 0 0 0 0,-1 0-1 0 0,1 0 1 0 0,-1 0 0 0 0,1 0 0 0 0,0 0-1 0 0,-1 0 1 0 0,0 1 0 0 0,1 0 0 0 0,-1-1-1 0 0,1 1 1 0 0,-1 0 0 0 0,0 0 0 0 0,1 0-1 0 0,-5 1 1 0 0,6 0 30 0 0,0-1 0 0 0,-1 1 0 0 0,1-1 0 0 0,0 1 0 0 0,0 0 0 0 0,-1-1 0 0 0,1 1 0 0 0,0 0 0 0 0,0 0 0 0 0,0 0 0 0 0,0 0 0 0 0,0 0 0 0 0,0 0 0 0 0,0 0 0 0 0,1 0 0 0 0,-1 1 0 0 0,0-1 0 0 0,0 0 0 0 0,1 0 0 0 0,-1 1 0 0 0,1-1 0 0 0,-1 0 0 0 0,1 1 0 0 0,0-1 0 0 0,0 0 0 0 0,-1 1 0 0 0,1-1 0 0 0,0 1 0 0 0,0-1 0 0 0,0 1 0 0 0,0-1 0 0 0,1 0 0 0 0,-1 1 0 0 0,1 2 0 0 0,1 7 80 0 0,1 1 0 0 0,1-1 1 0 0,0 1-1 0 0,1-1 1 0 0,0-1-1 0 0,0 1 1 0 0,1-1-1 0 0,13 18 1 0 0,8 5 420 0 0,33 33 1 0 0,-45-50-1273 0 0,107 93-861 0 0,-89-82 1053 0 0,0 1 1 0 0,-2 1-1 0 0,33 42 1 0 0,-62-68 543 0 0,15 21 670 0 0,-16-23-654 0 0,0 0 1 0 0,-1 0-1 0 0,1 1 1 0 0,0-1-1 0 0,-1 1 1 0 0,1-1-1 0 0,-1 1 0 0 0,0-1 1 0 0,1 0-1 0 0,-1 1 1 0 0,0-1-1 0 0,0 1 1 0 0,0-1-1 0 0,0 1 1 0 0,0 2-1 0 0,-1-3 88 0 0,0 0 0 0 0,1 0 1 0 0,-1 0-1 0 0,0 0 0 0 0,0-1 0 0 0,0 1 0 0 0,1 0 0 0 0,-1 0 0 0 0,0-1 1 0 0,0 1-1 0 0,0-1 0 0 0,0 1 0 0 0,0-1 0 0 0,0 1 0 0 0,0-1 0 0 0,0 0 1 0 0,0 1-1 0 0,-1-1 0 0 0,1 0 0 0 0,0 0 0 0 0,0 0 0 0 0,0 0 0 0 0,0 0 1 0 0,-2 0-1 0 0,-28-3 2955 0 0,21 0-3241 0 0,0 0-1 0 0,0 0 1 0 0,0-1-1 0 0,1 0 1 0 0,-1-1 0 0 0,1 0-1 0 0,0-1 1 0 0,0 0-1 0 0,1 0 1 0 0,0-1-1 0 0,-9-9 1 0 0,4 3-730 0 0,1 0 1 0 0,1-1-1 0 0,0-1 0 0 0,1 0 1 0 0,-14-29-1 0 0,21 39 918 0 0,1-1 0 0 0,0 1-1 0 0,0-1 1 0 0,0 1 0 0 0,1-1-1 0 0,0 0 1 0 0,0 0 0 0 0,0 0 0 0 0,1 0-1 0 0,0-11 1 0 0,1 12 18 0 0,0 1 0 0 0,0 0 0 0 0,0-1 0 0 0,1 1 0 0 0,-1 0 0 0 0,1 0 0 0 0,0 0-1 0 0,0 0 1 0 0,0 0 0 0 0,1 1 0 0 0,-1-1 0 0 0,1 1 0 0 0,0-1 0 0 0,0 1 0 0 0,4-4 0 0 0,16-10 2811 0 0,45-28 0 0 0,-7 6-2204 0 0,178-148-6752 0 0,-235 183 6402 0 0,-1 3-131 0 0,-1-1 0 0 0,0 0 0 0 0,0 1 1 0 0,0-1-1 0 0,0 0 0 0 0,0 0 0 0 0,0 0 1 0 0,0-1-1 0 0,-1 1 0 0 0,2-3 0 0 0,-12 10 3115 0 0,-2 4-3347 0 0,0 2 0 0 0,1-1 0 0 0,0 1 0 0 0,-15 22-1 0 0,10-11-4268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53.4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1 171 1152 0 0,'4'-5'14682'0'0,"2"3"-14104"0"0,66-16 2817 0 0,97-21-3542 0 0,-140 31 147 0 0,-1-1 0 0 0,33-14 0 0 0,-33 11 0 0 0,57-16 0 0 0,-48 16 5 0 0,-31 9-31 0 0,1 1 0 0 0,0 0 0 0 0,0 0 0 0 0,-1 0-1 0 0,16-1 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53.8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1152 0 0,'13'2'16227'0'0,"-8"11"-15811"0"0,-1 1 0 0 0,0 0 0 0 0,-1 0 1 0 0,0 0-1 0 0,1 22 0 0 0,-1 80-752 0 0,-3-104 456 0 0,0 34-166 0 0,-2-22-67 0 0,2 0-1 0 0,1 0 0 0 0,1 0 0 0 0,10 47 0 0 0,-11-68-524 0 0,0 1-318 0 0,0 1 1 0 0,0-1 0 0 0,0 1-1 0 0,0 5 1 0 0,-1-9 929 0 0,0-1 1 0 0,-1 0-1 0 0,1 1 1 0 0,-1-1 0 0 0,1 0-1 0 0,0 0 1 0 0,-1 1-1 0 0,1-1 1 0 0,-1 0-1 0 0,1 0 1 0 0,-1 0-1 0 0,1 1 1 0 0,0-1 0 0 0,-1 0-1 0 0,1 0 1 0 0,-1 0-1 0 0,1 0 1 0 0,-1 0-1 0 0,1 0 1 0 0,-1 0 0 0 0,1 0-1 0 0,-2 0 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55.1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494 96 228 0 0,'17'-37'11472'0'0,"-6"15"-2636"0"0,-4 7-9776 0 0,-6 13 946 0 0,0 0 0 0 0,0 0-1 0 0,0 0 1 0 0,1 1 0 0 0,-1-1 0 0 0,1 0 0 0 0,0 1 0 0 0,-1-1 0 0 0,1 1-1 0 0,3-3 1 0 0,-3 4-6 0 0,-4 12 0 0 0,-13 28 0 0 0,-2-1 0 0 0,-2-2 0 0 0,-37 59 0 0 0,28-59 0 0 0,-1-3 0 0 0,-2 0 0 0 0,-1-2 0 0 0,-39 31 0 0 0,57-52 0 0 0,-1 0 0 0 0,0-1 0 0 0,-1 0 0 0 0,1-2 0 0 0,-2 0 0 0 0,-33 12 0 0 0,46-19 0 0 0,-1 0 0 0 0,1 0-1 0 0,-1 0 1 0 0,1-1 0 0 0,-1 0 0 0 0,1 0-1 0 0,-1 0 1 0 0,1 0 0 0 0,-9-2-1 0 0,10 1 2 0 0,1 0-1 0 0,-1 1 0 0 0,1-1 0 0 0,0 0 0 0 0,-1 0 0 0 0,1-1 0 0 0,0 1 1 0 0,0 0-1 0 0,0-1 0 0 0,0 1 0 0 0,0-1 0 0 0,0 0 0 0 0,0 0 0 0 0,0 0 1 0 0,1 0-1 0 0,-1 0 0 0 0,1 0 0 0 0,-3-4 0 0 0,1-2 0 0 0,1 0 0 0 0,-1 1 0 0 0,2-1 0 0 0,-1 0 0 0 0,1 0 0 0 0,0 0 0 0 0,0 0 0 0 0,1-1 0 0 0,0 1 0 0 0,1 0 0 0 0,0 0 0 0 0,0 0 0 0 0,3-9 0 0 0,-1 7 0 0 0,0 0 0 0 0,0 0 0 0 0,1 1 0 0 0,0-1 0 0 0,1 1 0 0 0,0 0 0 0 0,1 0 0 0 0,-1 1 0 0 0,2 0 0 0 0,7-9 0 0 0,-10 14 0 0 0,1 0 0 0 0,-1 0 0 0 0,1 0 0 0 0,0 0 0 0 0,0 1 0 0 0,0-1 0 0 0,0 1 0 0 0,0 1 0 0 0,0-1 0 0 0,0 1 0 0 0,1 0 0 0 0,-1 0 0 0 0,12 0 0 0 0,57 9 0 0 0,-66-8 203 0 0,-1 1-1 0 0,0-1 1 0 0,1 1-1 0 0,9 4 1 0 0,-8-3-775 0 0,-1 1 0 0 0,1 1 0 0 0,7 4 0 0 0,4 4-2803 0 0,36 29 0 0 0,-16-10 2912 0 0,-10-7 522 0 0,-19-15-57 0 0,21 14 1 0 0,-14-11 20 0 0,17 9 98 0 0,-30-19-107 0 0,0 1 0 0 0,1-1 1 0 0,-1 0-1 0 0,1-1 1 0 0,0 1-1 0 0,0-1 0 0 0,-1 0 1 0 0,1 0-1 0 0,8-1 1 0 0,3 1 43 0 0,-12-1-53 0 0,-1 1 1 0 0,1-1-1 0 0,-1 0 0 0 0,1-1 1 0 0,-1 1-1 0 0,8-2 1 0 0,-10 1-62 0 0,0 1 1 0 0,0-1 0 0 0,0 1-1 0 0,0 0 1 0 0,0-1 0 0 0,0 1 0 0 0,-1 0-1 0 0,1 0 1 0 0,0 0 0 0 0,0 1-1 0 0,0-1 1 0 0,0 0 0 0 0,3 2 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07.6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1 315 228 0 0,'10'-13'2465'0'0,"14"-7"5748"0"0,-6 5-3762 0 0,69-58-73 0 0,-50 48-4397 0 0,2 1 1 0 0,0 1-1 0 0,81-32 0 0 0,-65 29 19 0 0,-42 19-7 0 0,0 1 0 0 0,0 0 1 0 0,0 0-1 0 0,1 2 0 0 0,0-1 0 0 0,15-1 0 0 0,-28 5 8 0 0,-1 1-1 0 0,1 0 0 0 0,-1 0 1 0 0,0 0-1 0 0,1 0 0 0 0,-1 0 1 0 0,1 0-1 0 0,-1 0 0 0 0,0 0 1 0 0,1 0-1 0 0,-1 0 1 0 0,0 0-1 0 0,1 0 0 0 0,-1 0 1 0 0,1 1-1 0 0,-1-1 0 0 0,0 0 1 0 0,1 0-1 0 0,-1 0 0 0 0,0 0 1 0 0,1 1-1 0 0,-1-1 0 0 0,0 0 1 0 0,1 0-1 0 0,-1 1 1 0 0,0-1-1 0 0,0 0 0 0 0,1 0 1 0 0,-1 1-1 0 0,0-1 0 0 0,0 0 1 0 0,1 1-1 0 0,-1-1 0 0 0,0 1 1 0 0,0-1-1 0 0,0 0 0 0 0,0 1 1 0 0,0-1-1 0 0,0 0 1 0 0,1 1-1 0 0,-1 0 0 0 0,0 0 3 0 0,-1 1 0 0 0,1-1 0 0 0,0 0 0 0 0,0 1 0 0 0,-1-1 0 0 0,1 0 0 0 0,-1 1 0 0 0,1-1 0 0 0,-1 0 0 0 0,0 2 0 0 0,-6 6-3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3:07.7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0 249 228 0 0,'0'11'6122'0'0,"1"-11"-5945"0"0,24-10 9057 0 0,14-16-5900 0 0,19-19-2525 0 0,22-16-1053 0 0,-13 13 245 0 0,22-13-23 0 0,-72 52-2 0 0,-11 10 69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05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1380 0 0,'27'4'10225'0'0,"-3"7"-4232"0"0,-18-7-5457 0 0,-1 0 0 0 0,1 0 0 0 0,-1 1 0 0 0,1 0 0 0 0,6 10 0 0 0,0 0-825 0 0,-1 2 1 0 0,-1-1 0 0 0,13 31-1 0 0,51 107-1396 0 0,5-1-4433 0 0,-64-124 4294 0 0,3 5 1066 0 0,-3 1 0 0 0,21 64-1 0 0,-30-74 846 0 0,0 1 0 0 0,-2-1 0 0 0,-1 1 0 0 0,0 0 0 0 0,-2 26 0 0 0,-12 43 1 0 0,1-20 1348 0 0,9-69-577 0 0,1 0 1 0 0,0 0-1 0 0,1 0 0 0 0,-1-1 1 0 0,1 1-1 0 0,3 12 0 0 0,-4-18-809 0 0,0 1-1 0 0,1-1 0 0 0,-1 0 0 0 0,0 1 1 0 0,1-1-1 0 0,-1 1 0 0 0,0-1 0 0 0,1 0 1 0 0,-1 1-1 0 0,1-1 0 0 0,-1 0 0 0 0,1 1 1 0 0,-1-1-1 0 0,0 0 0 0 0,1 0 0 0 0,-1 1 0 0 0,1-1 1 0 0,-1 0-1 0 0,1 0 0 0 0,-1 0 0 0 0,1 0 1 0 0,0 0-1 0 0,-1 0 0 0 0,1 1 0 0 0,-1-1 1 0 0,1-1-1 0 0,-1 1 0 0 0,1 0 0 0 0,-1 0 1 0 0,1 0-1 0 0,-1 0 0 0 0,1 0 0 0 0,-1 0 1 0 0,1 0-1 0 0,-1-1 0 0 0,1 1 0 0 0,-1 0 1 0 0,1-1-1 0 0,1 0 88 0 0,-1 1 0 0 0,0-1 0 0 0,1 0 0 0 0,-1 0 1 0 0,0 1-1 0 0,0-1 0 0 0,0 0 0 0 0,0 0 0 0 0,0-1 1 0 0,0 1-1 0 0,0 0 0 0 0,0 0 0 0 0,1-2 0 0 0,-1 0-145 0 0,-1 0 0 0 0,1 0 0 0 0,-1 1 0 0 0,0-1 0 0 0,0 0 0 0 0,0 0 0 0 0,0 0 0 0 0,-1 1 0 0 0,1-1 0 0 0,-1 0 0 0 0,1 0-1 0 0,-1 1 1 0 0,0-1 0 0 0,0 0 0 0 0,-1 1 0 0 0,1-1 0 0 0,0 1 0 0 0,-1-1 0 0 0,1 1 0 0 0,-1 0 0 0 0,-4-4 0 0 0,0-1 29 0 0,0 0 0 0 0,-1 0 0 0 0,0 1 0 0 0,0 1 0 0 0,-12-8 1 0 0,12 9-16 0 0,0 0 1 0 0,0 1 0 0 0,0 0 0 0 0,-9-3 0 0 0,14 5-7 0 0,0 1 1 0 0,0-1 0 0 0,0 1 0 0 0,0-1 0 0 0,0 1-1 0 0,0 0 1 0 0,-1 0 0 0 0,1 0 0 0 0,0 0-1 0 0,0 0 1 0 0,0 1 0 0 0,0-1 0 0 0,0 0 0 0 0,0 1-1 0 0,0 0 1 0 0,0-1 0 0 0,0 1 0 0 0,0 0 0 0 0,0 0-1 0 0,-2 2 1 0 0,3-2 0 0 0,0 0-1 0 0,0 1 0 0 0,0-1 0 0 0,0 0 1 0 0,1 1-1 0 0,-1-1 0 0 0,0 1 1 0 0,1 0-1 0 0,-1-1 0 0 0,1 1 1 0 0,0-1-1 0 0,-1 1 0 0 0,1 0 1 0 0,0-1-1 0 0,0 1 0 0 0,0 0 1 0 0,0-1-1 0 0,0 1 0 0 0,0 0 1 0 0,1-1-1 0 0,0 3 0 0 0,0 4-21 0 0,1-1-1 0 0,1 0 0 0 0,4 11 1 0 0,2 0-467 0 0,1 0 1 0 0,22 29 0 0 0,-23-34-588 0 0,2-1 1 0 0,0 0 0 0 0,0-1-1 0 0,1 0 1 0 0,0-1-1 0 0,1-1 1 0 0,17 11 0 0 0,-26-18 1096 0 0,-1 0 0 0 0,1 0 0 0 0,-1-1 0 0 0,1 1-1 0 0,-1-1 1 0 0,1 0 0 0 0,0 0 0 0 0,0 0 0 0 0,0-1 0 0 0,-1 0 0 0 0,1 1 0 0 0,0-1 0 0 0,0 0 0 0 0,0-1 0 0 0,0 1 0 0 0,0-1 0 0 0,-1 0 0 0 0,7-1 0 0 0,-5-1 42 0 0,0 1 1 0 0,0-1-1 0 0,0 0 0 0 0,0 0 0 0 0,-1 0 1 0 0,1-1-1 0 0,-1 0 0 0 0,0 0 0 0 0,0 0 1 0 0,0 0-1 0 0,-1-1 0 0 0,4-4 0 0 0,7-13-68 0 0,-1 0 0 0 0,-1-1 0 0 0,-1 0 0 0 0,-1-1-1 0 0,-1 0 1 0 0,-1-1 0 0 0,-2 0 0 0 0,0 0-1 0 0,3-36 1 0 0,-9 40 64 0 0,-3 30-166 0 0,3-1-34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07.0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1 752 3456 0 0,'11'-2'10692'0'0,"13"-6"-6494"0"0,-8-2-4067 0 0,0 0 1 0 0,-1-2-1 0 0,0 1 1 0 0,-1-2-1 0 0,0 0 1 0 0,-1 0-1 0 0,0-1 0 0 0,-1-1 1 0 0,16-25-1 0 0,-20 26-131 0 0,-1 0 0 0 0,-1-1 0 0 0,0 1 0 0 0,0-1 0 0 0,-1-1 0 0 0,-1 1 0 0 0,3-24 0 0 0,-3 2 0 0 0,-1 0 0 0 0,-3-40 0 0 0,-1 49 0 0 0,-2-1 0 0 0,-10-46 0 0 0,9 58 0 0 0,-1-1 0 0 0,-1 1 0 0 0,-1 0 0 0 0,0 1 0 0 0,-13-21 0 0 0,18 33 0 0 0,0 0 0 0 0,-1 1 0 0 0,0-1 0 0 0,0 1 0 0 0,0 0 0 0 0,0 0 0 0 0,-1 0 0 0 0,1 0 0 0 0,-1 0 0 0 0,-7-4 0 0 0,10 7 0 0 0,-1-1 0 0 0,1 1 0 0 0,-1-1 0 0 0,1 1 0 0 0,-1-1 0 0 0,1 1 0 0 0,-1 0 0 0 0,0 0 0 0 0,1 0 0 0 0,-1 0 0 0 0,0 0 0 0 0,1 0 0 0 0,-1 0 0 0 0,1 0 0 0 0,-1 1 0 0 0,1-1 0 0 0,-1 1 0 0 0,0-1 0 0 0,1 1 0 0 0,-1-1 0 0 0,1 1 0 0 0,0 0 0 0 0,-1 0 0 0 0,1 0 0 0 0,0 0 0 0 0,-1 0 0 0 0,1 0 0 0 0,0 0 0 0 0,0 0 0 0 0,0 1 0 0 0,0-1 0 0 0,-1 2 0 0 0,-1 2 0 0 0,0 1 0 0 0,0-1 0 0 0,0 1 0 0 0,1-1 0 0 0,0 1 0 0 0,0 0 0 0 0,0 0 0 0 0,1 0 0 0 0,0 0 0 0 0,0 0 0 0 0,0 8 0 0 0,1 8 0 0 0,4 38 0 0 0,5-1-1401 0 0,2-1 0 0 0,2 0 0 0 0,3 0 0 0 0,3-2 0 0 0,2 0 0 0 0,33 63 0 0 0,-45-103 1415 0 0,0 0 0 0 0,0-1-1 0 0,1 0 1 0 0,1 0 0 0 0,1-1 0 0 0,22 21 0 0 0,-31-33 5 0 0,0 1 1 0 0,0-1 0 0 0,0 0-1 0 0,0 0 1 0 0,1 0 0 0 0,-1 0-1 0 0,0 0 1 0 0,1-1 0 0 0,0 0-1 0 0,-1 1 1 0 0,1-1 0 0 0,0-1-1 0 0,-1 1 1 0 0,1-1 0 0 0,0 1 0 0 0,0-1-1 0 0,0 0 1 0 0,-1 0 0 0 0,1-1-1 0 0,5 0 1 0 0,-5 0-28 0 0,1-1 1 0 0,-1 1-1 0 0,0-1 1 0 0,1 0-1 0 0,-1-1 1 0 0,0 1-1 0 0,0-1 1 0 0,-1 1-1 0 0,1-1 1 0 0,0 0-1 0 0,-1-1 1 0 0,0 1-1 0 0,0-1 1 0 0,0 1-1 0 0,0-1 1 0 0,3-5-1 0 0,2-4 73 0 0,-1 0 0 0 0,0-1 0 0 0,-1 0 0 0 0,0-1 0 0 0,-1 1 0 0 0,-1-1 0 0 0,0 0 0 0 0,-1 0 0 0 0,-1 0 0 0 0,0-1 0 0 0,-1 1 1 0 0,-1-1-1 0 0,-2-20 0 0 0,-5 7 1843 0 0,6 27-1801 0 0,1 0-1 0 0,-1 1 1 0 0,0-1-1 0 0,0 0 0 0 0,0 0 1 0 0,0 1-1 0 0,0-1 1 0 0,0 1-1 0 0,0-1 1 0 0,0 1-1 0 0,-11-3 4637 0 0,12 4-4621 0 0,-4 10 946 0 0,4 15-1964 0 0,0-23 1294 0 0,0 6-395 0 0,1 1-1 0 0,0-1 1 0 0,1 1 0 0 0,0-1-1 0 0,0 0 1 0 0,1 0 0 0 0,0 0-1 0 0,5 9 1 0 0,1 1-249 0 0,2 0 0 0 0,14 19 1 0 0,-19-29-127 0 0,1 0 1 0 0,0 0-1 0 0,1-1 1 0 0,0 0-1 0 0,0 0 1 0 0,0-1-1 0 0,1 0 1 0 0,0 0-1 0 0,0-1 1 0 0,12 5-1 0 0,-17-8 214 0 0,0 0 0 0 0,1-1 0 0 0,-1 1 0 0 0,1-1 0 0 0,0 0 0 0 0,-1 0 0 0 0,1-1-1 0 0,0 1 1 0 0,-1-1 0 0 0,1 0 0 0 0,0 0 0 0 0,0-1 0 0 0,-1 0 0 0 0,1 1 0 0 0,0-2 0 0 0,-1 1-1 0 0,1 0 1 0 0,-1-1 0 0 0,1 0 0 0 0,-1 0 0 0 0,0 0 0 0 0,0-1 0 0 0,0 1 0 0 0,7-6 0 0 0,-8 4 158 0 0,0 1 0 0 0,0 0 0 0 0,0-1 0 0 0,0 1 0 0 0,0-1 0 0 0,-1 0 0 0 0,0 0 0 0 0,0 0 0 0 0,0 0 0 0 0,0 0 0 0 0,-1-1 0 0 0,1 1 0 0 0,-1 0 0 0 0,0-1 0 0 0,-1 1 0 0 0,1-1 0 0 0,-1 1 0 0 0,0-1 0 0 0,0 0 0 0 0,0 1 0 0 0,0-1 0 0 0,-1 1 0 0 0,0-1 0 0 0,0 1 0 0 0,-3-9 0 0 0,0 4 0 0 0,1 0 0 0 0,-2 0 0 0 0,1 1 0 0 0,-1-1 0 0 0,-1 1 0 0 0,0 0 0 0 0,0 1 0 0 0,0-1 0 0 0,-1 1 0 0 0,0 0 0 0 0,-9-6 0 0 0,-12-8 13 0 0,-35-19 1 0 0,50 32-7 0 0,0 1 0 0 0,-1 1 1 0 0,0 0-1 0 0,-1 1 1 0 0,-17-3-1 0 0,29 7-2 0 0,0 1-1 0 0,1 0 1 0 0,-1 0 0 0 0,0 0-1 0 0,1 0 1 0 0,-1 1 0 0 0,0-1 0 0 0,0 1-1 0 0,1-1 1 0 0,-1 1 0 0 0,1 0-1 0 0,-1 0 1 0 0,1 0 0 0 0,-1 0 0 0 0,1 1-1 0 0,-1-1 1 0 0,1 1 0 0 0,0-1-1 0 0,0 1 1 0 0,-3 2 0 0 0,4-2 100 0 0,0-1 1 0 0,-1 1-1 0 0,1-1 0 0 0,0 1 1 0 0,0-1-1 0 0,0 1 0 0 0,0 0 1 0 0,0-1-1 0 0,1 1 1 0 0,-1 0-1 0 0,1 0 0 0 0,-1 0 1 0 0,1-1-1 0 0,-1 1 1 0 0,1 0-1 0 0,0 0 0 0 0,0 0 1 0 0,0 0-1 0 0,0 0 0 0 0,0 0 1 0 0,0 0-1 0 0,1-1 1 0 0,-1 1-1 0 0,0 0 0 0 0,1 0 1 0 0,0 0-1 0 0,-1 0 1 0 0,1-1-1 0 0,0 1 0 0 0,1 1 1 0 0,0-1 159 0 0,-1 0 0 0 0,1 0 0 0 0,0 0 1 0 0,0-1-1 0 0,0 1 0 0 0,0 0 0 0 0,1-1 1 0 0,-1 0-1 0 0,0 0 0 0 0,1 1 1 0 0,-1-1-1 0 0,0-1 0 0 0,1 1 0 0 0,-1 0 1 0 0,1-1-1 0 0,0 1 0 0 0,-1-1 0 0 0,1 0 1 0 0,4 1-1 0 0,2-1-377 0 0,0-1-1 0 0,0 1 1 0 0,1-2 0 0 0,11-2 0 0 0,13-7-1323 0 0,0-1 0 0 0,-1-2 0 0 0,0-1 0 0 0,37-24 0 0 0,-22 12 645 0 0,-44 25 789 0 0,5-3-6 0 0,1 0-1 0 0,0 0 1 0 0,0 1 0 0 0,11-3 0 0 0,-19 6 13 0 0,0 1 1 0 0,0-1 0 0 0,0 1-1 0 0,0 0 1 0 0,0-1-1 0 0,0 1 1 0 0,0 0 0 0 0,0 0-1 0 0,0 0 1 0 0,1 1-1 0 0,-1-1 1 0 0,0 0 0 0 0,0 1-1 0 0,0 0 1 0 0,0-1-1 0 0,0 1 1 0 0,-1 0 0 0 0,1 0-1 0 0,0 0 1 0 0,0 0 0 0 0,0 0-1 0 0,-1 0 1 0 0,1 1-1 0 0,-1-1 1 0 0,1 0 0 0 0,-1 1-1 0 0,3 3 1 0 0,4 8 1103 0 0,-1 1 1 0 0,-1 0 0 0 0,0 1-1 0 0,-1-1 1 0 0,6 26-1 0 0,10 30 1055 0 0,-18-62-2514 0 0,1 0-1 0 0,0 0 1 0 0,0-1-1 0 0,1 1 1 0 0,0-1-1 0 0,9 10 1 0 0,-6-8-144 0 0,1 0 1 0 0,1 0 0 0 0,0-1-1 0 0,0 0 1 0 0,1 0-1 0 0,15 7 1 0 0,-23-13 386 0 0,0-1 1 0 0,0 1 0 0 0,0-1 0 0 0,0 0 0 0 0,1 0-1 0 0,-1 0 1 0 0,0 0 0 0 0,1-1 0 0 0,-1 1 0 0 0,0-1-1 0 0,1 0 1 0 0,-1 0 0 0 0,1 0 0 0 0,-1-1 0 0 0,1 1-1 0 0,-1-1 1 0 0,0 0 0 0 0,1 0 0 0 0,-1 0-1 0 0,0 0 1 0 0,0 0 0 0 0,0-1 0 0 0,0 0 0 0 0,0 1-1 0 0,0-1 1 0 0,0 0 0 0 0,0 0 0 0 0,3-4 0 0 0,-3 2 105 0 0,1 0 1 0 0,-1 0 0 0 0,0 0 0 0 0,0 0 0 0 0,0-1 0 0 0,-1 1-1 0 0,0-1 1 0 0,0 0 0 0 0,0 0 0 0 0,0 0 0 0 0,2-10 0 0 0,-3 7 2 0 0,0-1 0 0 0,-1 0 0 0 0,0 1 0 0 0,0-1 0 0 0,-1 0 0 0 0,-2-13 1 0 0,-2 1 2 0 0,-1 1 0 0 0,-1-1 1 0 0,-1 1-1 0 0,-20-37 1 0 0,25 50-7 0 0,-2-2 3 0 0,-1 0 1 0 0,-7-11-1 0 0,11 18-2 0 0,1 0 0 0 0,0 1 0 0 0,0-1 0 0 0,-1 1 0 0 0,1 0-1 0 0,-1-1 1 0 0,0 1 0 0 0,1 0 0 0 0,-1 0 0 0 0,0 0 0 0 0,1 0-1 0 0,-1 0 1 0 0,0 0 0 0 0,0 0 0 0 0,0 1 0 0 0,0-1 0 0 0,0 1-1 0 0,-3-1 1 0 0,5 1 15 0 0,-1 0 0 0 0,0 0 0 0 0,0 0 0 0 0,1 0-1 0 0,-1 0 1 0 0,0 0 0 0 0,0 0 0 0 0,1 0 0 0 0,-1 1-1 0 0,0-1 1 0 0,1 0 0 0 0,-1 0 0 0 0,0 1 0 0 0,1-1 0 0 0,-1 0-1 0 0,0 1 1 0 0,1-1 0 0 0,-1 1 0 0 0,0-1 0 0 0,1 1-1 0 0,-1-1 1 0 0,1 1 0 0 0,-1-1 0 0 0,1 1 0 0 0,-1 0 0 0 0,1 0 155 0 0,-1 1 1 0 0,1-1 0 0 0,0 0 0 0 0,0 0 0 0 0,0 0 0 0 0,-1 1 0 0 0,1-1 0 0 0,0 0-1 0 0,1 0 1 0 0,-1 0 0 0 0,0 1 0 0 0,0-1 0 0 0,0 0 0 0 0,1 1 0 0 0,0 2 370 0 0,1 0 0 0 0,-1 0 0 0 0,1-1 0 0 0,0 1 1 0 0,0-1-1 0 0,0 0 0 0 0,1 1 0 0 0,3 3 0 0 0,-2-3-576 0 0,1-1 0 0 0,-1 0 0 0 0,1-1-1 0 0,-1 1 1 0 0,1-1 0 0 0,0 0 0 0 0,0 0-1 0 0,0 0 1 0 0,0-1 0 0 0,0 1 0 0 0,0-1-1 0 0,1-1 1 0 0,-1 1 0 0 0,0-1 0 0 0,1 0 0 0 0,-1 0-1 0 0,0 0 1 0 0,0-1 0 0 0,1 0 0 0 0,4-1-1 0 0,6-2-1118 0 0,0-1-1 0 0,0-1 1 0 0,-1 0 0 0 0,0-1-1 0 0,16-9 1 0 0,-22 10 1120 0 0,-1 1-1 0 0,0-2 1 0 0,0 1 0 0 0,0-1 0 0 0,-1 0 0 0 0,0 0 0 0 0,10-14-1 0 0,-12 15 308 0 0,-2 0-1 0 0,1 0 1 0 0,-1-1-1 0 0,5-12 1 0 0,-6 14 386 0 0,-1 0 1 0 0,0 1 0 0 0,0-1 0 0 0,-1 0-1 0 0,1 0 1 0 0,-1 0 0 0 0,0-9-1 0 0,0 13-575 0 0,0 0-1 0 0,0 0 1 0 0,-1 0-1 0 0,1 0 1 0 0,0 0-1 0 0,0 0 1 0 0,0 0-1 0 0,-1 0 1 0 0,1-1-1 0 0,0 1 1 0 0,-1 0-1 0 0,1 0 1 0 0,-1 0-1 0 0,0 1 1 0 0,1-1-1 0 0,-1 0 1 0 0,0 0-1 0 0,1 0 1 0 0,-2-1-1 0 0,1 2-73 0 0,0 0-1 0 0,1 0 1 0 0,-1 0 0 0 0,1 0-1 0 0,-1 0 1 0 0,0 0-1 0 0,1 0 1 0 0,-1 0-1 0 0,0 0 1 0 0,1 0 0 0 0,-1 0-1 0 0,1 0 1 0 0,-1 1-1 0 0,0-1 1 0 0,1 0 0 0 0,-1 0-1 0 0,1 1 1 0 0,-1-1-1 0 0,1 0 1 0 0,-1 1-1 0 0,1-1 1 0 0,-1 1 0 0 0,1-1-1 0 0,-1 1 1 0 0,-3 3-34 0 0,1 0 1 0 0,-1 0-1 0 0,1 1 1 0 0,0-1-1 0 0,0 1 1 0 0,-3 6-1 0 0,3-2 21 0 0,0 0 0 0 0,0-1 0 0 0,0 1 0 0 0,1 0 0 0 0,1 0-1 0 0,0 1 1 0 0,-1 8 0 0 0,2-12-8 0 0,0-1-1 0 0,1 0 1 0 0,-1 1-1 0 0,1-1 1 0 0,0 0-1 0 0,1 0 1 0 0,-1 0 0 0 0,1 0-1 0 0,0 0 1 0 0,0 0-1 0 0,1 0 1 0 0,-1-1-1 0 0,6 8 1 0 0,-7-11 14 0 0,-1-1 0 0 0,0 1 0 0 0,0-1 0 0 0,0 0 0 0 0,1 1 1 0 0,-1-1-1 0 0,0 1 0 0 0,0-1 0 0 0,1 0 0 0 0,-1 1 0 0 0,0-1 0 0 0,1 0 1 0 0,-1 1-1 0 0,0-1 0 0 0,1 0 0 0 0,-1 1 0 0 0,1-1 0 0 0,-1 0 0 0 0,1 0 0 0 0,-1 0 1 0 0,0 1-1 0 0,1-1 0 0 0,-1 0 0 0 0,1 0 0 0 0,-1 0 0 0 0,1 0 0 0 0,-1 0 0 0 0,1 0 1 0 0,-1 0-1 0 0,1 0 0 0 0,0 0 0 0 0,0-1-3 0 0,-1 0 0 0 0,0 1 0 0 0,1-1 0 0 0,-1 0 0 0 0,0 0 0 0 0,1 0 0 0 0,-1 0 0 0 0,0 0 0 0 0,0 1 1 0 0,0-1-1 0 0,1 0 0 0 0,-1 0 0 0 0,0 0 0 0 0,-1-1 0 0 0,-2-30 14 0 0,-4 14-2254 0 0,5 13 3153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08.7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38 933 920 0 0,'-37'14'18740'0'0,"40"-16"-18740"0"0,1 1 0 0 0,0-1 0 0 0,0 1 0 0 0,0 0 0 0 0,8-2 0 0 0,-12 3 0 0 0,1 0 0 0 0,0 0 0 0 0,0 0 0 0 0,0 0 0 0 0,0 0 0 0 0,-1 0 0 0 0,1 0 0 0 0,0 0 0 0 0,0 1 0 0 0,0-1 0 0 0,0 0 0 0 0,-1 0 0 0 0,1 1 0 0 0,0-1 0 0 0,0 1 0 0 0,-1-1 0 0 0,1 0 0 0 0,0 1 0 0 0,-1 0 0 0 0,1-1 0 0 0,0 1 0 0 0,-1-1 0 0 0,1 1 0 0 0,-1 0 0 0 0,1-1 0 0 0,-1 1 0 0 0,1 0 0 0 0,-1-1 0 0 0,1 1 0 0 0,-1 0 0 0 0,1 1 0 0 0,-1 0 0 0 0,1 0 0 0 0,0 0 0 0 0,0 0 0 0 0,0 0 0 0 0,0-1 0 0 0,0 1 0 0 0,0 0 0 0 0,1-1 0 0 0,-1 1 0 0 0,0-1 0 0 0,1 1 0 0 0,-1-1 0 0 0,1 0 0 0 0,0 1 0 0 0,-1-1 0 0 0,1 0 0 0 0,0 0 0 0 0,2 1 0 0 0,2 0 0 0 0,0 0 0 0 0,1 0 0 0 0,-1-1 0 0 0,9 1 0 0 0,-1 0 0 0 0,-13-2 0 0 0,12 3 0 0 0,-13-3 0 0 0,1 0 0 0 0,-1 0 0 0 0,0 1 0 0 0,0-1 0 0 0,0 0 0 0 0,0 0 0 0 0,0 0 0 0 0,1 0 0 0 0,-1 0 0 0 0,0 0 0 0 0,0 0 0 0 0,0 0 0 0 0,0 0 0 0 0,1 0 0 0 0,-1 0 0 0 0,0 0 0 0 0,0 0 0 0 0,0 0 0 0 0,0 0 0 0 0,1 0 0 0 0,-1 0 0 0 0,0 0 0 0 0,0 0 0 0 0,0 0 0 0 0,0 0 0 0 0,0 0 0 0 0,1 0 0 0 0,-1 0 0 0 0,0 0 0 0 0,0-1 0 0 0,0 1 0 0 0,0 0 0 0 0,0 0 0 0 0,1 0 0 0 0,-1 0 0 0 0,0 0 0 0 0,0 0 0 0 0,0 0 0 0 0,0-1 0 0 0,0 1 0 0 0,0 0 0 0 0,0 0 0 0 0,0 0 0 0 0,0 0 0 0 0,1 0 0 0 0,-1-1 0 0 0,0 1 0 0 0,0 0 0 0 0,0 0 0 0 0,0 0 0 0 0,0 0 0 0 0,0-1 0 0 0,0 1 0 0 0,0 0 0 0 0,0 0 0 0 0,0 0 0 0 0,0 0 0 0 0,0-1 0 0 0,0 1 0 0 0,-1 0 0 0 0,1 0 0 0 0,0 0 0 0 0,0 0 0 0 0,0-1 0 0 0,0 1 0 0 0,0 0 0 0 0,0 0 0 0 0,0 0 0 0 0,-26-44-297 0 0,11 14-4700 0 0,13 27 4520 0 0,0 0-1 0 0,-1-1 1 0 0,0 1-1 0 0,1 0 1 0 0,-1 0-1 0 0,-5-4 1 0 0,-10-10 727 0 0,2 1-464 0 0,6 10 2789 0 0,7 12-3634 0 0,21 21 7299 0 0,7 4-5681 0 0,-15-19-573 0 0,-1 1 1 0 0,-1 1 0 0 0,0 0 0 0 0,10 25-1 0 0,-12-25 55 0 0,1 1 0 0 0,0-2 0 0 0,1 1 0 0 0,0-1 0 0 0,11 12 0 0 0,-16-21-499 0 0,1 0 1 0 0,0-1-1 0 0,0 1 0 0 0,0-1 1 0 0,0 0-1 0 0,0 0 0 0 0,0-1 1 0 0,7 4-1 0 0,-8-5 225 0 0,0 0 0 0 0,-1 0 0 0 0,1-1 0 0 0,0 1 0 0 0,0-1 1 0 0,0 1-1 0 0,0-1 0 0 0,0 0 0 0 0,0 0 0 0 0,0 0 0 0 0,0-1 0 0 0,0 1 0 0 0,0-1 0 0 0,-1 1 0 0 0,1-1 0 0 0,3-1 1 0 0,-2 0 232 0 0,0-1 0 0 0,0 1 0 0 0,0-1 0 0 0,0 0 0 0 0,0 0 0 0 0,-1 0 0 0 0,1 0 0 0 0,-1 0 0 0 0,0-1 0 0 0,0 0 0 0 0,3-5 0 0 0,-1 1 0 0 0,-1 0 0 0 0,1 0 0 0 0,-1 0 0 0 0,5-17 0 0 0,-7 16 0 0 0,0 0 0 0 0,-1 0 0 0 0,1 0 0 0 0,-2 0 0 0 0,1 0 0 0 0,-1 0 0 0 0,-1 0 0 0 0,1 0 0 0 0,-1 0 0 0 0,-5-16 0 0 0,2 12 0 0 0,-1 0 0 0 0,0 0 0 0 0,-1 1 0 0 0,-1 0 0 0 0,0 0 0 0 0,-13-17 0 0 0,3 6 0 0 0,-2 0 0 0 0,0 1 0 0 0,-1 1 0 0 0,-31-24 0 0 0,50 44 13 0 0,0 1 0 0 0,1-1 0 0 0,-1 1 1 0 0,0-1-1 0 0,0 1 0 0 0,1-1 1 0 0,-1 1-1 0 0,0-1 0 0 0,0 1 0 0 0,0 0 1 0 0,0 0-1 0 0,1-1 0 0 0,-1 1 1 0 0,0 0-1 0 0,0 0 0 0 0,0 0 0 0 0,-1 0 1 0 0,2 0 5 0 0,-1 0 1 0 0,1 0-1 0 0,0 0 1 0 0,-1 1-1 0 0,1-1 1 0 0,0 0-1 0 0,0 0 1 0 0,-1 1-1 0 0,1-1 1 0 0,0 0-1 0 0,0 0 1 0 0,0 1-1 0 0,-1-1 1 0 0,1 0-1 0 0,0 1 1 0 0,0-1 0 0 0,0 0-1 0 0,0 1 1 0 0,0-1-1 0 0,-1 0 1 0 0,1 1-1 0 0,0-1 1 0 0,0 0-1 0 0,0 1 1 0 0,0-1-1 0 0,0 0 1 0 0,0 1-1 0 0,0 0 1 0 0,1 0 60 0 0,-1 1 0 0 0,0 0 0 0 0,0 0 0 0 0,1 0 0 0 0,0 0 0 0 0,-1 0 0 0 0,1-1 0 0 0,0 1 0 0 0,0 0 0 0 0,0 0 1 0 0,0-1-1 0 0,0 1 0 0 0,0-1 0 0 0,2 3 0 0 0,3 1 582 0 0,-1-2 0 0 0,1 1 0 0 0,-1 0 1 0 0,1-1-1 0 0,0 0 0 0 0,0 0 0 0 0,9 2 0 0 0,-7-3-539 0 0,0 0-1 0 0,0 0 0 0 0,0-1 1 0 0,0 0-1 0 0,0-1 0 0 0,1 0 0 0 0,-1 0 1 0 0,0-1-1 0 0,13-2 0 0 0,-14 2-152 0 0,-1-1-1 0 0,0 0 0 0 0,0 0 0 0 0,0 0 1 0 0,0 0-1 0 0,0-1 0 0 0,-1 0 0 0 0,1-1 0 0 0,-1 1 1 0 0,0-1-1 0 0,0 0 0 0 0,0 0 0 0 0,0 0 1 0 0,-1-1-1 0 0,1 0 0 0 0,-1 0 0 0 0,-1 0 1 0 0,1 0-1 0 0,-1-1 0 0 0,0 1 0 0 0,0-1 1 0 0,4-10-1 0 0,0-7-940 0 0,-3 13 210 0 0,0 0 0 0 0,-1 1 0 0 0,-1-1 0 0 0,0 0 0 0 0,0-1 0 0 0,-1 1 0 0 0,0 0 0 0 0,-1-12 1 0 0,0 22 760 0 0,1 0 0 0 0,-1-1 0 0 0,0 1 0 0 0,-1 0 0 0 0,1-1 0 0 0,0 1 0 0 0,0 0 0 0 0,0-1 0 0 0,0 1 0 0 0,0 0 0 0 0,0-1 0 0 0,0 1 0 0 0,0 0 0 0 0,0 0 0 0 0,-1-1 0 0 0,1 1 0 0 0,0 0 0 0 0,0-1 0 0 0,0 1 0 0 0,-1 0 0 0 0,1 0 0 0 0,0 0 0 0 0,0-1 0 0 0,-1 1 0 0 0,1 0 0 0 0,0 0 0 0 0,-1 0 0 0 0,1-1 0 0 0,0 1 0 0 0,0 0 0 0 0,-1 0 0 0 0,-9 5 0 0 0,-7 17 0 0 0,10-9 0 0 0,1 0 0 0 0,0 0 0 0 0,1 1 0 0 0,0 0 0 0 0,-3 19 0 0 0,7-24 0 0 0,0 0 0 0 0,0 0 0 0 0,1-1 0 0 0,0 1 0 0 0,0 0 0 0 0,1 0 0 0 0,0-1 0 0 0,1 1 0 0 0,0 0 0 0 0,4 10 0 0 0,-3-10 0 0 0,1-1 0 0 0,0 0 0 0 0,0 0 0 0 0,0-1 0 0 0,1 1 0 0 0,0-1 0 0 0,1 0 0 0 0,12 12 0 0 0,-14-15 0 0 0,2 0 0 0 0,-1 0 0 0 0,0 0 0 0 0,1-1 0 0 0,-1 0 0 0 0,1 0 0 0 0,0 0 0 0 0,0-1 0 0 0,0 0 0 0 0,1 0 0 0 0,-1-1 0 0 0,13 2 0 0 0,-11-2 26 0 0,0-1 1 0 0,-1 0-1 0 0,1-1 1 0 0,0 1-1 0 0,-1-1 1 0 0,1-1-1 0 0,0 1 1 0 0,-1-1-1 0 0,1-1 1 0 0,-1 0-1 0 0,0 0 1 0 0,0 0 0 0 0,12-8-1 0 0,-14 7-15 0 0,0 1-1 0 0,0-1 1 0 0,-1 0-1 0 0,1-1 1 0 0,-1 1-1 0 0,0-1 1 0 0,-1 0-1 0 0,1 0 1 0 0,-1 0-1 0 0,0 0 1 0 0,0-1-1 0 0,-1 1 1 0 0,1-1-1 0 0,-1 0 1 0 0,0 0 0 0 0,-1 0-1 0 0,1 0 1 0 0,-1-6-1 0 0,1-38 50 0 0,-11-25 4518 0 0,4 35-1603 0 0,5 38-2975 0 0,0 1 0 0 0,0-1 0 0 0,-1 0 0 0 0,1 0 0 0 0,1 0 0 0 0,-1 0 0 0 0,0 1 0 0 0,0-1 0 0 0,1 0 0 0 0,-1 0 0 0 0,1 0 0 0 0,-1 1 0 0 0,1-1 0 0 0,0 0 0 0 0,0 1 0 0 0,-1-1 0 0 0,1 0 0 0 0,0 1 0 0 0,1-1 0 0 0,-1 1 0 0 0,0 0 0 0 0,0-1 0 0 0,1 1 0 0 0,-1 0 0 0 0,3-2 0 0 0,0 1 0 0 0,-1 0 0 0 0,1 1 0 0 0,-1 0 0 0 0,1 0 0 0 0,0 0 0 0 0,0 0 0 0 0,-1 0 0 0 0,1 1 0 0 0,0 0 0 0 0,0 0 0 0 0,6 0 0 0 0,51 6 3 0 0,-44-3-1045 0 0,-1 1-1 0 0,1 0 0 0 0,24 11 0 0 0,-32-11 537 0 0,0 0 0 0 0,0 1 0 0 0,0 0 0 0 0,-1 1 1 0 0,0 0-1 0 0,0 0 0 0 0,8 8 0 0 0,-10-8 544 0 0,-1 1 0 0 0,0-1-1 0 0,0 1 1 0 0,-1 0 0 0 0,7 12 0 0 0,-9-14-25 0 0,-1 0 0 0 0,1-1 0 0 0,-1 1 0 0 0,0 0 0 0 0,0-1 0 0 0,-1 1 0 0 0,1 0 1 0 0,-1 0-1 0 0,0 0 0 0 0,-1 0 0 0 0,1-1 0 0 0,-1 1 0 0 0,0 0 0 0 0,0 0 1 0 0,0-1-1 0 0,-1 1 0 0 0,0-1 0 0 0,1 1 0 0 0,-5 5 0 0 0,2-3-22 0 0,1-1 1 0 0,-1 0-1 0 0,-1 0 0 0 0,1-1 0 0 0,-1 1 0 0 0,0-1 1 0 0,0 0-1 0 0,-1-1 0 0 0,1 1 0 0 0,-1-1 0 0 0,0 0 1 0 0,-10 4-1 0 0,15-7 96 0 0,1-1 0 0 0,-1 1 1 0 0,0-1-1 0 0,0 1 0 0 0,0-1 0 0 0,0 0 1 0 0,0 1-1 0 0,0-1 0 0 0,0 0 0 0 0,0 0 1 0 0,0 0-1 0 0,0 0 0 0 0,0 0 0 0 0,0 0 1 0 0,0 0-1 0 0,0 0 0 0 0,0 0 1 0 0,0 0-1 0 0,0-1 0 0 0,0 1 0 0 0,0 0 1 0 0,0-1-1 0 0,1 1 0 0 0,-1 0 0 0 0,0-1 1 0 0,0 1-1 0 0,-1-2 0 0 0,2 2 99 0 0,-1-1-1 0 0,1 0 1 0 0,-1 0 0 0 0,1 0-1 0 0,0 0 1 0 0,-1 0 0 0 0,1 0-1 0 0,0 0 1 0 0,0 0 0 0 0,0 0-1 0 0,-1 0 1 0 0,1 0 0 0 0,0 0-1 0 0,0 0 1 0 0,1-1 0 0 0,-1 1-1 0 0,0 0 1 0 0,0 0 0 0 0,0 0-1 0 0,1 0 1 0 0,-1 0 0 0 0,0 0-1 0 0,1 0 1 0 0,-1 1 0 0 0,2-3-1 0 0,6-11 28 0 0,1 0-1 0 0,17-20 1 0 0,0-1-1589 0 0,-13 16-162 0 0,-1-1 1 0 0,0 0 0 0 0,13-36 0 0 0,-20 44 1470 0 0,-1-1 1 0 0,-1 0 0 0 0,0 0-1 0 0,-1 0 1 0 0,0 0-1 0 0,-1-1 1 0 0,-1-24 0 0 0,-3 13 68 0 0,0 0 1 0 0,-2 0 0 0 0,-8-26 0 0 0,-30-70 14 0 0,20 61-13 0 0,16 38 110 0 0,-2 1 0 0 0,0 0 1 0 0,-1 1-1 0 0,-22-33 0 0 0,32 53-45 0 0,0-1-1 0 0,0 1 0 0 0,-1-1 1 0 0,1 0-1 0 0,0 1 1 0 0,-1-1-1 0 0,1 1 0 0 0,-1-1 1 0 0,1 1-1 0 0,-1 0 1 0 0,1-1-1 0 0,-1 1 0 0 0,1-1 1 0 0,-1 1-1 0 0,1 0 1 0 0,-1-1-1 0 0,1 1 1 0 0,-1 0-1 0 0,0 0 0 0 0,1-1 1 0 0,-1 1-1 0 0,1 0 1 0 0,-1 0-1 0 0,0 0 0 0 0,0 0 1 0 0,0 0 88 0 0,1 1-1 0 0,0-1 1 0 0,-1 1 0 0 0,1 0-1 0 0,0-1 1 0 0,-1 1 0 0 0,1-1-1 0 0,0 1 1 0 0,0 0 0 0 0,-1-1-1 0 0,1 1 1 0 0,0 0 0 0 0,0-1-1 0 0,0 1 1 0 0,0 0 0 0 0,0-1-1 0 0,0 1 1 0 0,0 1 0 0 0,5 35 2415 0 0,7 5-2735 0 0,1 0-1 0 0,31 66 1 0 0,52 73-3937 0 0,-48-99 1010 0 0,31 37 2929 0 0,-69-105 177 0 0,1-1-1 0 0,0 0 1 0 0,1-1-1 0 0,16 14 1 0 0,-26-24 47 0 0,0-1 0 0 0,0 1 0 0 0,0-1 0 0 0,0 0 0 0 0,0 0 0 0 0,0 0 0 0 0,0 0 1 0 0,1 0-1 0 0,-1 0 0 0 0,0-1 0 0 0,0 1 0 0 0,1-1 0 0 0,-1 1 0 0 0,1-1 1 0 0,-1 0-1 0 0,0 0 0 0 0,1 0 0 0 0,4-1 0 0 0,-4 0 157 0 0,0 0 0 0 0,1 0 0 0 0,-1-1 0 0 0,0 1 0 0 0,0-1-1 0 0,0 0 1 0 0,0 0 0 0 0,0 0 0 0 0,0 0 0 0 0,-1 0 0 0 0,5-5 0 0 0,0-1 260 0 0,0-1-1 0 0,-1 0 1 0 0,0-1 0 0 0,0 1 0 0 0,-1-1 0 0 0,0 0-1 0 0,3-13 1 0 0,-7 21-611 0 0,-1 1 0 0 0,1 0 0 0 0,-1-1 1 0 0,0 1-1 0 0,1-1 0 0 0,-1 1 0 0 0,0 0 0 0 0,0-1 0 0 0,0 1 0 0 0,0-1 0 0 0,-1 1 0 0 0,1-1 0 0 0,0 1 0 0 0,0 0 0 0 0,-1-1 0 0 0,1 1 0 0 0,-1 0 1 0 0,0-2-1 0 0,-6-5 305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4:08.9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24 307 2532 0 0,'-24'-11'14625'0'0,"32"4"-12581"0"0,47-27-1819 0 0,60-29-1 0 0,-36 21-214 0 0,61-39-843 0 0,-45 26-4529 0 0,-93 54 5208 0 0,17-9 250 0 0,-19 10-42 0 0,1 0 1 0 0,-1-1-1 0 0,1 1 0 0 0,-1 0 1 0 0,0 0-1 0 0,1-1 0 0 0,-1 1 0 0 0,1 0 1 0 0,-1 0-1 0 0,1 0 0 0 0,-1 0 1 0 0,1 0-1 0 0,-1 0 0 0 0,0 0 0 0 0,1 0 1 0 0,-1 0-1 0 0,1 0 0 0 0,-1 0 1 0 0,1 0-1 0 0,-1 0 0 0 0,1 0 0 0 0,-1 0 1 0 0,1 0-1 0 0,-1 0 0 0 0,1 1 0 0 0,-1-1 1 0 0,0 0-1 0 0,1 0 0 0 0,-1 0 1 0 0,1 1-1 0 0,-1-1 0 0 0,1 5-191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1.9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129 106 1612 0 0,'-3'-38'9457'0'0,"-5"-4"-2086"0"0,0 19-6151 0 0,8 23-1220 0 0,0 0 0 0 0,0 0 0 0 0,0 0 0 0 0,0 0 0 0 0,0-1 0 0 0,-1 1 0 0 0,1 0 0 0 0,0 0 0 0 0,0 0 0 0 0,0 0 0 0 0,0 0 0 0 0,0-1 0 0 0,0 1 0 0 0,0 0 0 0 0,-1 0 0 0 0,1 0 0 0 0,0 0 0 0 0,0 0 0 0 0,0 0 0 0 0,0 0 0 0 0,0 0 0 0 0,-1 0 0 0 0,1 0 0 0 0,0 0 0 0 0,0-1 0 0 0,0 1 0 0 0,0 0 0 0 0,-1 0 0 0 0,1 0 0 0 0,0 0 0 0 0,0 0 0 0 0,0 0 0 0 0,0 0 0 0 0,-1 0 0 0 0,1 1 0 0 0,-5 4 0 0 0,-6 13 0 0 0,9-14 0 0 0,-7 17 0 0 0,1-1 0 0 0,0 1 0 0 0,2 1 0 0 0,-6 32 0 0 0,7-31 0 0 0,-9 49-98 0 0,-7 113-1 0 0,17 74-3795 0 0,6-214 1520 0 0,12 63 0 0 0,9-9 4797 0 0,-10-66 587 0 0,-12-30-2688 0 0,1 0 0 0 0,-1 0 0 0 0,0-1 0 0 0,1 1 0 0 0,0-1 0 0 0,0 1 0 0 0,0-1 0 0 0,0 0-1 0 0,3 4 1 0 0,-3-5-135 0 0,-1-1-187 0 0,-1 0 0 0 0,0 0 0 0 0,0 0 0 0 0,0-1 0 0 0,0 1 0 0 0,0 0 0 0 0,1 0 0 0 0,-1 0 0 0 0,0 0 0 0 0,0 0 0 0 0,0 0 0 0 0,0 0 0 0 0,0-1 0 0 0,0 1 0 0 0,0 0 0 0 0,1 0 0 0 0,-1 0 0 0 0,0 0 0 0 0,0 0 0 0 0,0-1 0 0 0,0 1 0 0 0,0 0 0 0 0,0 0 0 0 0,0 0 0 0 0,0 0 0 0 0,0-1 0 0 0,0 1 0 0 0,0 0 0 0 0,0 0 0 0 0,0 0 0 0 0,0 0 0 0 0,0-1 0 0 0,0 1 0 0 0,0 0 0 0 0,0 0 0 0 0,0 0 0 0 0,0 0 0 0 0,0 0 0 0 0,-1-1 0 0 0,-1-5 0 0 0,2 6 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3.0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0 263 2072 0 0,'2'-22'11085'0'0,"1"0"-5417"0"0,0 9-5549 0 0,1 0 0 0 0,0 1 1 0 0,1 0-1 0 0,0 0 0 0 0,1 0 1 0 0,8-14-1 0 0,-6 16-119 0 0,1 0 0 0 0,0 1 0 0 0,0-1 0 0 0,1 2 0 0 0,0-1 0 0 0,0 2 0 0 0,1-1 0 0 0,0 1 0 0 0,0 1 0 0 0,1 0 0 0 0,0 1 0 0 0,0 0 0 0 0,0 1 0 0 0,1 0 0 0 0,-1 0 0 0 0,1 2 0 0 0,14-2 0 0 0,-26 4 0 0 0,0 0 0 0 0,1 0 0 0 0,-1 0 0 0 0,1 0 0 0 0,-1 0 0 0 0,1 0 0 0 0,-1 0 0 0 0,1 0 0 0 0,-1 1 0 0 0,0-1 0 0 0,1 1 0 0 0,-1-1 0 0 0,0 1 0 0 0,1-1 0 0 0,-1 1 0 0 0,0 0 0 0 0,0 0 0 0 0,0 0 0 0 0,1-1 0 0 0,-1 1 0 0 0,0 0 0 0 0,1 2 0 0 0,-1-1 0 0 0,0 0 0 0 0,0 0 0 0 0,0 0 0 0 0,0 1 0 0 0,0-1 0 0 0,-1 0 0 0 0,1 1 0 0 0,-1-1 0 0 0,1 0 0 0 0,-1 1 0 0 0,0-1 0 0 0,0 1 0 0 0,-1 2 0 0 0,-1 19-327 0 0,-1 1-1 0 0,-1-1 1 0 0,-11 34 0 0 0,-29 70-4214 0 0,38-113 3844 0 0,-5 14-597 0 0,-2 4 1079 0 0,1 1 1 0 0,2 0-1 0 0,1 0 1 0 0,5 45 5161 0 0,9-85-5127 0 0,0 1-1 0 0,0-1 1 0 0,-1-1 0 0 0,1 1 0 0 0,-1-1-1 0 0,-1 1 1 0 0,1-1 0 0 0,2-8 0 0 0,5-10 725 0 0,43-87-1837 0 0,19-36-1363 0 0,-50 106 2645 0 0,-10 19 11 0 0,20-30 0 0 0,-47 105 147 0 0,-26 91 7054 0 0,35-126-6781 0 0,1 0-1 0 0,1 0 1 0 0,-2 27 0 0 0,4-34-947 0 0,1-1 1 0 0,1 1 0 0 0,-1-1-1 0 0,1 1 1 0 0,1-1 0 0 0,0 1-1 0 0,0-1 1 0 0,5 10 0 0 0,-6-16 130 0 0,0 0 0 0 0,1 0 0 0 0,-1-1 1 0 0,1 1-1 0 0,0 0 0 0 0,0-1 0 0 0,4 5 1 0 0,-5-6 429 0 0,1 1 0 0 0,0-1 1 0 0,0 1-1 0 0,0-1 1 0 0,0 0-1 0 0,0 0 1 0 0,0 0-1 0 0,0 0 1 0 0,3 1-1 0 0,-1-2 430 0 0,1 1 0 0 0,-1-1 0 0 0,0 1-1 0 0,0-1 1 0 0,1-1 0 0 0,-1 1 0 0 0,0 0-1 0 0,0-1 1 0 0,0 0 0 0 0,1 0 0 0 0,4-2-1 0 0,2 0-286 0 0,0-1 0 0 0,-1 0 0 0 0,1 0 0 0 0,-1-1 0 0 0,0-1 0 0 0,-1 1 0 0 0,1-2 0 0 0,10-8 0 0 0,-19 14-198 0 0,-1 1-1 0 0,0 0 1 0 0,1-1 0 0 0,-1 1-1 0 0,0-1 1 0 0,0 1-1 0 0,1-1 1 0 0,-1 1-1 0 0,0-1 1 0 0,0 1 0 0 0,0-1-1 0 0,1 1 1 0 0,-1-1-1 0 0,0 1 1 0 0,0-1-1 0 0,0 1 1 0 0,0-1 0 0 0,0 1-1 0 0,0-1 1 0 0,0 1-1 0 0,0-1 1 0 0,0 1 0 0 0,0-1-1 0 0,-1 1 1 0 0,1-1-1 0 0,0 1 1 0 0,0-1-1 0 0,0 1 1 0 0,-1-1 0 0 0,1 0-1 0 0,-5-3-752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3.3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17 185 1972 0 0,'-16'-18'13759'0'0,"17"18"-13483"0"0,13-6 3464 0 0,107-29-3823 0 0,1 0 79 0 0,76-53 4 0 0,-191 86 18 0 0,-7 2-22 0 0,0 0-1 0 0,0 0 1 0 0,0 0-1 0 0,0 0 1 0 0,0 0-1 0 0,1 0 1 0 0,-1 0-1 0 0,0 0 1 0 0,0 0-1 0 0,0 0 1 0 0,0 0-1 0 0,0 0 1 0 0,0 0-1 0 0,0 0 1 0 0,0 0-1 0 0,0 0 1 0 0,0 0-1 0 0,0 0 1 0 0,1 0-1 0 0,-1 0 1 0 0,0 0-1 0 0,0 0 1 0 0,0 0-1 0 0,0 0 1 0 0,0 0-1 0 0,0 0 1 0 0,0 0-1 0 0,0 0 1 0 0,0 0-1 0 0,0 0 1 0 0,1 0-1 0 0,-1 0 1 0 0,0 0-1 0 0,0 0 1 0 0,0 0-1 0 0,0 0 1 0 0,0 0-1 0 0,0 0 1 0 0,0 0 0 0 0,0 0-1 0 0,0 0 1 0 0,0 0-1 0 0,0 0 1 0 0,0 1-1 0 0,0-1 1 0 0,0 0-1 0 0,0 0 1 0 0,1 0-1 0 0,-1 0 1 0 0,0 0-1 0 0,0 0 1 0 0,0 0-1 0 0,0 0 1 0 0,0 0-1 0 0,0 0 1 0 0,0 0-1 0 0,0 1 1 0 0,0-1-1 0 0,0 0 1 0 0,0 0-1 0 0,0 0 1 0 0,-3 3 264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4.0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49 205 1380 0 0,'-34'-26'16214'0'0,"29"18"-14947"0"0,4 6-1217 0 0,-1 0 0 0 0,1-1 0 0 0,0 1 1 0 0,0-1-1 0 0,0 1 0 0 0,0-1 0 0 0,1 1 0 0 0,-1-1 0 0 0,1 1 0 0 0,0-1 0 0 0,-1 0 0 0 0,1 1 0 0 0,0-1 1 0 0,1-4-1 0 0,0 2-36 0 0,0 1 1 0 0,0-1 0 0 0,1 1-1 0 0,0-1 1 0 0,-1 1 0 0 0,2 0 0 0 0,3-7-1 0 0,0 2-22 0 0,0 1-1 0 0,1 1 0 0 0,0-1 0 0 0,0 1 0 0 0,0 1 1 0 0,1-1-1 0 0,10-5 0 0 0,-13 8 9 0 0,0 1 0 0 0,0 0 0 0 0,0 1 0 0 0,1-1 0 0 0,7-1 0 0 0,-12 4 0 0 0,0-1 0 0 0,0 1 0 0 0,0 0 0 0 0,0 0 0 0 0,0-1 0 0 0,0 1 0 0 0,1 0 0 0 0,-1 0 0 0 0,0 0 0 0 0,0 1 0 0 0,0-1 0 0 0,0 0 0 0 0,0 0 0 0 0,1 1 0 0 0,-1-1 0 0 0,0 0 0 0 0,0 1 0 0 0,0-1 0 0 0,0 1 0 0 0,0-1 0 0 0,0 1 0 0 0,0 0 0 0 0,0-1 0 0 0,0 1 0 0 0,-1 0 0 0 0,1 0 0 0 0,0 0 0 0 0,0 0 0 0 0,-1-1 0 0 0,1 1 0 0 0,0 0 0 0 0,-1 0 0 0 0,2 2 0 0 0,10 27 0 0 0,-8-19 0 0 0,0 0 0 0 0,1-1 0 0 0,0 0 0 0 0,0 0 0 0 0,1 0 0 0 0,1-1 0 0 0,10 13 0 0 0,-12-17 0 0 0,1 0 0 0 0,0 0 0 0 0,-1-1 0 0 0,1 0 0 0 0,1 0 0 0 0,-1-1 0 0 0,0 1 0 0 0,1-1 0 0 0,0-1 0 0 0,0 1 0 0 0,0-1 0 0 0,0-1 0 0 0,0 1 0 0 0,0-1 0 0 0,0 0 0 0 0,0-1 0 0 0,1 0 0 0 0,-1 0 0 0 0,0 0 0 0 0,0-1 0 0 0,1 0 0 0 0,-1 0 0 0 0,0-1 0 0 0,0 0 0 0 0,0-1 0 0 0,-1 1 0 0 0,1-1 0 0 0,-1 0 0 0 0,1-1 0 0 0,-1 1 0 0 0,0-1 0 0 0,9-8 0 0 0,-12 9 0 0 0,0 0 0 0 0,0 0 0 0 0,0 0 0 0 0,-1 0 0 0 0,1 0 0 0 0,-1 0 0 0 0,0-1 0 0 0,0 1 0 0 0,0-1 0 0 0,0 1 0 0 0,0-1 0 0 0,-1 0 0 0 0,0 0 0 0 0,0 0 0 0 0,0 0 0 0 0,0-7 0 0 0,0 5 0 0 0,-1 0 0 0 0,-1 0 0 0 0,1-1 0 0 0,-1 1 0 0 0,0 0 0 0 0,-1 0 0 0 0,0 0 0 0 0,1 0 0 0 0,-2 0 0 0 0,-3-7 0 0 0,6 12 0 0 0,0 1 0 0 0,0-1 0 0 0,-1 1 0 0 0,1-1 0 0 0,0 1 0 0 0,0-1 0 0 0,-1 1 0 0 0,1-1 0 0 0,0 1 0 0 0,-1-1 0 0 0,1 1 0 0 0,-1 0 0 0 0,1-1 0 0 0,0 1 0 0 0,-1-1 0 0 0,1 1 0 0 0,-1 0 0 0 0,1-1 0 0 0,-1 1 0 0 0,1 0 0 0 0,-1 0 0 0 0,0-1 0 0 0,0 1 0 0 0,1 1 0 0 0,-1-1 0 0 0,1 0 0 0 0,0 0 0 0 0,-1 0 0 0 0,1 1 0 0 0,0-1 0 0 0,-1 0 0 0 0,1 1 0 0 0,0-1 0 0 0,-1 0 0 0 0,1 1 0 0 0,0-1 0 0 0,-1 0 0 0 0,1 1 0 0 0,0-1 0 0 0,0 0 1 0 0,0 1-1 0 0,-1-1 0 0 0,1 1 0 0 0,0 0 0 0 0,-1 3-1 0 0,0 0 0 0 0,0 0 0 0 0,0 0 0 0 0,0 0 0 0 0,1 5 0 0 0,2 14-610 0 0,1-9-2441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4.5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44 119 1612 0 0,'-44'-11'18013'0'0,"51"12"-18008"0"0,0-1-1 0 0,0 0 1 0 0,0-1 0 0 0,1 1 0 0 0,-1-1 0 0 0,0 0 0 0 0,7-3 0 0 0,59-18-12 0 0,-51 15 10 0 0,45-17-3 0 0,-35 12 0 0 0,0 2 0 0 0,1 1 0 0 0,45-7 0 0 0,-77 16-1 0 0,0-1-1 0 0,0 1 0 0 0,0 0 1 0 0,-1 0-1 0 0,1 0 1 0 0,0 0-1 0 0,0 0 0 0 0,0 0 1 0 0,0 0-1 0 0,0 0 1 0 0,-1 0-1 0 0,1 0 1 0 0,0 0-1 0 0,0 1 0 0 0,0-1 1 0 0,0 0-1 0 0,-1 1 1 0 0,1-1-1 0 0,1 1 0 0 0,-2 0 4 0 0,0 0-1 0 0,-1-1 1 0 0,1 1-1 0 0,0 0 1 0 0,0 0-1 0 0,-1-1 1 0 0,1 1-1 0 0,0 0 0 0 0,-1-1 1 0 0,1 1-1 0 0,-1 0 1 0 0,1-1-1 0 0,0 1 1 0 0,-1-1-1 0 0,0 1 1 0 0,1 0-1 0 0,-1-1 0 0 0,1 1 1 0 0,-1-1-1 0 0,0 0 1 0 0,0 1-1 0 0,-5 4-207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6.4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46 307 228 0 0,'-2'0'531'0'0,"1"0"0"0"0,-1 1 1 0 0,1-1-1 0 0,0 0 0 0 0,-1 0 1 0 0,1 0-1 0 0,-1 0 0 0 0,1 0 1 0 0,-1-1-1 0 0,1 1 0 0 0,0 0 1 0 0,-1-1-1 0 0,1 1 0 0 0,0-1 1 0 0,-1 1-1 0 0,1-1 0 0 0,0 1 1 0 0,0-1-1 0 0,-2-1 0 0 0,2 1-30 0 0,-1-1 0 0 0,1 1 0 0 0,0-1 0 0 0,0 1-1 0 0,-1-1 1 0 0,1 0 0 0 0,1 1 0 0 0,-1-1 0 0 0,0 0 0 0 0,0 0-1 0 0,1 0 1 0 0,-2-2 0 0 0,1-1 65 0 0,1 0-1 0 0,-1 0 1 0 0,1 0-1 0 0,0-7 1 0 0,4-17-1099 0 0,-1 19 533 0 0,1 1 0 0 0,0-1 0 0 0,0 1 0 0 0,1 0 0 0 0,0 0 0 0 0,0 1 0 0 0,1-1 0 0 0,0 1 0 0 0,1 1 0 0 0,0-1 0 0 0,0 1 0 0 0,1 0 0 0 0,0 1 0 0 0,0-1 0 0 0,0 2 0 0 0,1-1 0 0 0,0 1 0 0 0,0 0 0 0 0,0 1 0 0 0,0 0 0 0 0,1 1 0 0 0,0 0 0 0 0,0 0 0 0 0,0 1 0 0 0,0 0 0 0 0,14 0 0 0 0,-22 2 0 0 0,-1 0 0 0 0,1 0 0 0 0,0 0 0 0 0,0 0 0 0 0,-1 1 0 0 0,1-1-1 0 0,0 0 1 0 0,-1 1 0 0 0,1-1 0 0 0,0 1 0 0 0,-1 0 0 0 0,1 0 0 0 0,-1-1 0 0 0,1 1-1 0 0,-1 0 1 0 0,1 0 0 0 0,-1 0 0 0 0,0 1 0 0 0,0-1 0 0 0,2 2 0 0 0,-1 0 0 0 0,-1-1 1 0 0,0 1-1 0 0,1-1 1 0 0,-1 1-1 0 0,0-1 1 0 0,-1 1-1 0 0,1 0 0 0 0,0 0 1 0 0,-1-1-1 0 0,0 1 1 0 0,1 5-1 0 0,-2 6-6 0 0,0-1-1 0 0,-1 1 0 0 0,-1 0 0 0 0,-4 14 1 0 0,6-24-2 0 0,-19 62-3174 0 0,-31 66 1 0 0,-7 23 274 0 0,44-110 2907 0 0,33-90 342 0 0,-3 10 4 0 0,30-72-674 0 0,114-191 0 0 0,-151 283 381 0 0,-2 6 37 0 0,-1 0 1 0 0,-1 0-1 0 0,0-1 0 0 0,0 0 1 0 0,-1 0-1 0 0,5-16 0 0 0,-9 26-91 0 0,0 0-1 0 0,0 0 0 0 0,0 0 1 0 0,1 0-1 0 0,-1 0 0 0 0,0 0 0 0 0,0 0 1 0 0,0 0-1 0 0,0-1 0 0 0,0 1 0 0 0,0 0 1 0 0,0 0-1 0 0,0 0 0 0 0,0 0 0 0 0,0 0 1 0 0,0 0-1 0 0,0 0 0 0 0,0 0 0 0 0,0 0 1 0 0,0 0-1 0 0,0 0 0 0 0,0 0 0 0 0,0 0 1 0 0,0 0-1 0 0,0-1 0 0 0,0 1 0 0 0,0 0 1 0 0,0 0-1 0 0,0 0 0 0 0,0 0 1 0 0,0 0-1 0 0,0 0 0 0 0,0 0 0 0 0,-1 0 1 0 0,1 0-1 0 0,0 0 0 0 0,0 0 0 0 0,0 0 1 0 0,0 0-1 0 0,0 0 0 0 0,0 0 0 0 0,0 0 1 0 0,0 0-1 0 0,0 0 0 0 0,0-1 0 0 0,0 1 1 0 0,0 0-1 0 0,0 0 0 0 0,0 0 0 0 0,0 0 1 0 0,0 0-1 0 0,-1 0 0 0 0,1 0 0 0 0,0 0 1 0 0,0 0-1 0 0,0 0 0 0 0,0 0 1 0 0,0 0-1 0 0,0 0 0 0 0,0 0 0 0 0,0 0 1 0 0,0 0-1 0 0,0 0 0 0 0,0 0 0 0 0,0 1 1 0 0,0-1-1 0 0,0 0 0 0 0,-1 0 0 0 0,1 0 1 0 0,-17 19 6950 0 0,-3 19-6655 0 0,1 1 0 0 0,1 0 0 0 0,3 1-1 0 0,1 1 1 0 0,-15 77 0 0 0,27-104-340 0 0,1 0 0 0 0,0 0 0 0 0,1 1 0 0 0,3 20 0 0 0,-2-26-30 0 0,0-1 1 0 0,1 0 0 0 0,0 1 0 0 0,1-1 0 0 0,0 0 0 0 0,0-1 0 0 0,1 1 0 0 0,8 13 0 0 0,-10-18 119 0 0,0-1 0 0 0,1 1 0 0 0,-1-1 0 0 0,1 0 0 0 0,-1 0 0 0 0,1 0 0 0 0,0 0 0 0 0,0 0 0 0 0,0-1 0 0 0,0 1 0 0 0,0-1 0 0 0,0 0 0 0 0,0 0 0 0 0,1 0 0 0 0,-1 0 0 0 0,0 0 0 0 0,1-1 0 0 0,-1 0 0 0 0,0 0 0 0 0,1 1 0 0 0,5-2 0 0 0,-3 0-58 0 0,0 0-1 0 0,0 0 0 0 0,0 0 1 0 0,0 0-1 0 0,-1-1 1 0 0,1 0-1 0 0,0-1 0 0 0,-1 1 1 0 0,0-1-1 0 0,0 0 0 0 0,8-6 1 0 0,-12 9-1 0 0,-1 0 1 0 0,1 0-1 0 0,-1-1 0 0 0,0 1 1 0 0,0 0-1 0 0,1-1 0 0 0,-1 1 1 0 0,0 0-1 0 0,1-1 1 0 0,-1 1-1 0 0,0-1 0 0 0,0 1 1 0 0,0 0-1 0 0,1-1 0 0 0,-1 1 1 0 0,0-1-1 0 0,0 1 0 0 0,0-1 1 0 0,0 1-1 0 0,0 0 1 0 0,0-1-1 0 0,0 1 0 0 0,0-1 1 0 0,0 1-1 0 0,0-1 0 0 0,0 1 1 0 0,0-1-1 0 0,0 1 1 0 0,0 0-1 0 0,0-1 0 0 0,-1 1 1 0 0,1-1-1 0 0,0 1 0 0 0,0 0 1 0 0,0-1-1 0 0,-1 1 0 0 0,1-1 1 0 0,0 1-1 0 0,-6-6-749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6.6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83 1840 0 0,'4'-7'11490'0'0,"0"4"-10161"0"0,1 0 1 0 0,0 0-1 0 0,11-4 0 0 0,35-9-316 0 0,-3 3-1016 0 0,0 2-1 0 0,92-8 1 0 0,-131 19-58 0 0,-1 0 1 0 0,0 1 0 0 0,1 0 0 0 0,12 3-1 0 0,-7 0-1146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7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26 2992 0 0,'3'-26'14703'0'0,"0"32"-12738"0"0,3 13-1965 0 0,-2 1 0 0 0,0 0 0 0 0,1 35 0 0 0,0-10 0 0 0,-1-9 0 0 0,-1 0 0 0 0,-2 1 0 0 0,-4 44 0 0 0,0-66 0 0 0,0-1 0 0 0,-1 1 0 0 0,-1-1 0 0 0,0 1 0 0 0,-1-1 0 0 0,0-1 0 0 0,-11 18 0 0 0,11-23 0 0 0,8-17 0 0 0,7-15 0 0 0,10-3-159 0 0,0 1 0 0 0,1 0 0 0 0,2 1 0 0 0,43-38 1 0 0,-61 59-354 0 0,-1 1 0 0 0,1 0 1 0 0,0 0-1 0 0,0 0 0 0 0,1 0 1 0 0,-1 1-1 0 0,1 0 0 0 0,-1 0 1 0 0,1 0-1 0 0,0 0 0 0 0,8-1 1 0 0,-13 3 602 0 0,1 0 1 0 0,0 0 0 0 0,-1 0 0 0 0,1 0 0 0 0,0 0-1 0 0,-1 1 1 0 0,1-1 0 0 0,0 0 0 0 0,-1 0-1 0 0,1 1 1 0 0,0-1 0 0 0,-1 0 0 0 0,1 1-1 0 0,-1-1 1 0 0,1 0 0 0 0,-1 1 0 0 0,1-1 0 0 0,-1 1-1 0 0,1-1 1 0 0,-1 1 0 0 0,1-1 0 0 0,-1 1-1 0 0,0 0 1 0 0,1-1 0 0 0,-1 1 0 0 0,0-1 0 0 0,0 1-1 0 0,1 0 1 0 0,-1-1 0 0 0,0 1 0 0 0,0 0-1 0 0,0-1 1 0 0,0 1 0 0 0,0 0 0 0 0,3 24 2209 0 0,-6 32-1049 0 0,1-39-1157 0 0,1 1 0 0 0,2 31 0 0 0,0-44-180 0 0,0 0 0 0 0,0 0 0 0 0,1 0 0 0 0,0 0 0 0 0,0 0 0 0 0,0-1 0 0 0,1 1 0 0 0,-1-1 0 0 0,1 1 0 0 0,1-1 0 0 0,-1 0 0 0 0,6 6 0 0 0,-7-9-162 0 0,0-1 1 0 0,0 1-1 0 0,0-1 0 0 0,0 1 0 0 0,0-1 0 0 0,1 0 0 0 0,-1 0 1 0 0,0 0-1 0 0,1 0 0 0 0,-1 0 0 0 0,1-1 0 0 0,-1 1 1 0 0,1-1-1 0 0,0 0 0 0 0,-1 1 0 0 0,1-1 0 0 0,-1 0 0 0 0,1-1 1 0 0,-1 1-1 0 0,1 0 0 0 0,0-1 0 0 0,-1 1 0 0 0,1-1 0 0 0,4-2 1 0 0,5-1 432 0 0,-1-1 1 0 0,1 0-1 0 0,17-12 0 0 0,-20 11-630 0 0,-1 2 327 0 0,-1 0 1 0 0,-1-1 0 0 0,1 0 0 0 0,-1 0-1 0 0,11-10 1 0 0,-13 9-215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07.6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 2072 0 0,'17'-28'16354'0'0,"-14"28"-15782"0"0,11 2 46 0 0,-10-1-614 0 0,0 1 0 0 0,0 0 0 0 0,0 0 0 0 0,0 0 0 0 0,0 0 0 0 0,0 1 0 0 0,0-1 0 0 0,-1 1 0 0 0,0 0 0 0 0,1 0 0 0 0,2 4 0 0 0,5 6-7 0 0,14 22 0 0 0,-21-30 5 0 0,8 15-2 0 0,0 0 0 0 0,-1 1 0 0 0,-1 0 0 0 0,-1 1 0 0 0,-1 0 0 0 0,-1 1 0 0 0,-1-1 0 0 0,5 38 0 0 0,-7-17 0 0 0,-2 1 0 0 0,-1-1 0 0 0,-9 75 0 0 0,-14 37-6 0 0,15-123-40 0 0,-1 1 1 0 0,-20 51-1 0 0,15-58 131 0 0,0 0 0 0 0,-28 38-1 0 0,37-58-195 0 0,-1-2-468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24.7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500 24 1612 0 0,'-21'-22'12781'0'0,"18"21"-12061"0"0,-9 0 1237 0 0,10 2-1786 0 0,0-1 0 0 0,0 1-1 0 0,-1 0 1 0 0,1 0-1 0 0,0 0 1 0 0,0 0-1 0 0,0 0 1 0 0,0 0-1 0 0,1 1 1 0 0,-1-1-1 0 0,0 1 1 0 0,0-1 0 0 0,1 1-1 0 0,-1 0 1 0 0,-1 3-1 0 0,-21 32-454 0 0,20-30 429 0 0,-28 51-145 0 0,16-26 0 0 0,-2-1 0 0 0,-1-1 0 0 0,-31 38 0 0 0,29-44 0 0 0,-40 33 0 0 0,51-48 0 0 0,-1-1 0 0 0,0 0 0 0 0,0-1 0 0 0,-1-1 0 0 0,1 0 0 0 0,-22 8 0 0 0,29-13 0 0 0,1 0 0 0 0,-1 0 0 0 0,1 0 0 0 0,-1-1 0 0 0,1 1 0 0 0,-1-1 0 0 0,1 0 0 0 0,-1 0 0 0 0,0 0 0 0 0,1-1 0 0 0,-1 1 0 0 0,1-1 0 0 0,-7-2 0 0 0,8 2 0 0 0,0 0 0 0 0,0 0 0 0 0,0 0 0 0 0,0 0 0 0 0,0-1 0 0 0,1 1 0 0 0,-1-1 0 0 0,0 1 0 0 0,1-1 0 0 0,-1 1 0 0 0,1-1 0 0 0,0 0 0 0 0,0 0 0 0 0,0 0 0 0 0,0 0 0 0 0,0 0 0 0 0,0 0 0 0 0,0 0 0 0 0,0 0 0 0 0,1 0 0 0 0,-1 0 0 0 0,1-1 0 0 0,-1-2 0 0 0,1-4-5 0 0,0 0 0 0 0,0 0 1 0 0,0-1-1 0 0,1 1 0 0 0,1 0 0 0 0,0 0 0 0 0,0 0 0 0 0,6-16 0 0 0,-2 10-9 0 0,1 0 0 0 0,1 0 0 0 0,0 1 0 0 0,12-16 0 0 0,-15 24-64 0 0,0 0 0 0 0,0 0 0 0 0,1 0-1 0 0,0 0 1 0 0,0 1 0 0 0,0 0 0 0 0,0 0 0 0 0,10-4 0 0 0,-14 8 12 0 0,0-1 0 0 0,0 2 1 0 0,0-1-1 0 0,0 0 0 0 0,0 0 1 0 0,1 1-1 0 0,-1-1 0 0 0,0 1 1 0 0,0-1-1 0 0,0 1 0 0 0,1 0 1 0 0,-1 0-1 0 0,0 0 0 0 0,0 0 1 0 0,0 1-1 0 0,1-1 0 0 0,-1 0 1 0 0,0 1-1 0 0,0 0 0 0 0,0-1 1 0 0,0 1-1 0 0,0 0 0 0 0,0 0 1 0 0,0 0-1 0 0,0 0 0 0 0,0 1 0 0 0,0-1 1 0 0,-1 0-1 0 0,1 1 0 0 0,0 0 1 0 0,-1-1-1 0 0,1 1 0 0 0,-1 0 1 0 0,2 2-1 0 0,37 60 3429 0 0,-26-40-3718 0 0,1-1-1 0 0,28 34 1 0 0,-39-53-202 0 0,1 1 0 0 0,1-1 0 0 0,-1 0-1 0 0,1 0 1 0 0,-1 0 0 0 0,1-1 0 0 0,12 6 0 0 0,25 6 2070 0 0,-18-6 2229 0 0,-19-7-3764 0 0,0 0 0 0 0,0-1 0 0 0,12 2 0 0 0,-8-3-270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25.1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30 228 0 0,'19'-29'15865'0'0,"-19"29"-15629"0"0,10 5 3509 0 0,-3-1-4329 0 0,7 8 612 0 0,2-1 1 0 0,0-1-1 0 0,0 0 1 0 0,1-1-1 0 0,28 11 0 0 0,126 32-28 0 0,-170-52 0 0 0,1 0 0 0 0,-1 1 0 0 0,1-1 0 0 0,-1 1 0 0 0,1-1 0 0 0,-1 1 0 0 0,1 0 0 0 0,-1-1 0 0 0,0 1 0 0 0,1 0 0 0 0,-1 0 0 0 0,0 0 0 0 0,0 0 0 0 0,0 0 0 0 0,0 1 0 0 0,0-1 0 0 0,0 0 0 0 0,0 0 0 0 0,0 1 0 0 0,0-1 0 0 0,0 1 0 0 0,-1-1 0 0 0,2 2 0 0 0,-2-1 0 0 0,-1 0 0 0 0,1 0 0 0 0,0 0 0 0 0,-1-1 0 0 0,1 1 0 0 0,0 0 0 0 0,-1 0 0 0 0,0-1 0 0 0,0 1 0 0 0,1-1 0 0 0,-1 1 0 0 0,0 0 0 0 0,0-1 0 0 0,0 1 0 0 0,0-1 0 0 0,-1 0 0 0 0,1 1 0 0 0,0-1 0 0 0,-1 0 0 0 0,-1 1 0 0 0,-14 11-291 0 0,-1 0 0 0 0,-1-2 0 0 0,0 0 0 0 0,-36 14 0 0 0,18-8-1506 0 0,26-11 1286 0 0,-109 56-10236 0 0,119-62 10727 0 0,0 1-1 0 0,-1-1 0 0 0,1 1 0 0 0,0 0 1 0 0,0 0-1 0 0,0-1 0 0 0,0 1 0 0 0,0 0 1 0 0,0 0-1 0 0,1 0 0 0 0,-1 0 0 0 0,0 0 1 0 0,0 0-1 0 0,1 0 0 0 0,-1 0 0 0 0,0 2 1 0 0,1-2 62 0 0,0-1 1 0 0,0 0-1 0 0,0 1 1 0 0,0-1-1 0 0,0 0 0 0 0,0 0 1 0 0,0 1-1 0 0,0-1 1 0 0,0 0-1 0 0,0 0 1 0 0,0 1-1 0 0,0-1 1 0 0,1 0-1 0 0,-1 0 1 0 0,0 1-1 0 0,0-1 1 0 0,0 0-1 0 0,1 0 0 0 0,-1 0 1 0 0,0 1-1 0 0,0-1 1 0 0,0 0-1 0 0,1 0 1 0 0,-1 0-1 0 0,0 0 1 0 0,14 4 1475 0 0,8-4-2395 0 0,-8 0-653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25.7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126 129 1612 0 0,'-3'-4'2644'0'0,"-28"-23"9134"0"0,30 26-11551 0 0,-1-1-1 0 0,0 1 1 0 0,0 0 0 0 0,0-1-1 0 0,1 1 1 0 0,-1 0 0 0 0,-1 1-1 0 0,1-1 1 0 0,0 0-1 0 0,0 1 1 0 0,0-1 0 0 0,0 1-1 0 0,0-1 1 0 0,-1 1 0 0 0,-2 0-1 0 0,4 0-226 0 0,0 1 0 0 0,-1-1 0 0 0,1 1 0 0 0,0 0 0 0 0,0-1 0 0 0,0 1 0 0 0,0 0 0 0 0,0 0 0 0 0,0 0 0 0 0,0 0 0 0 0,0 0 1 0 0,0 0-1 0 0,0 0 0 0 0,0 0 0 0 0,0 0 0 0 0,1 0 0 0 0,-1 0 0 0 0,1 1 0 0 0,-1-1 0 0 0,1 0 0 0 0,-1 1 0 0 0,1-1 0 0 0,-1 0 0 0 0,1 0 0 0 0,0 2 0 0 0,-1 5-2 0 0,0-1 0 0 0,0 1 0 0 0,0 7 0 0 0,3 21-587 0 0,-1-25-959 0 0,1 0-1 0 0,0 0 1 0 0,5 11 0 0 0,-5-16 571 0 0,0 0-1 0 0,0 0 1 0 0,1-1 0 0 0,0 1-1 0 0,1-1 1 0 0,6 9 0 0 0,-7-10 728 0 0,0-1 0 0 0,0 0 0 0 0,0-1 0 0 0,1 1 0 0 0,-1 0 1 0 0,6 2-1 0 0,-5-3 274 0 0,-1-1 1 0 0,1 0-1 0 0,0 0 0 0 0,0 0 1 0 0,-1 0-1 0 0,1-1 1 0 0,0 0-1 0 0,0 0 0 0 0,0 0 1 0 0,0 0-1 0 0,0 0 1 0 0,0-1-1 0 0,-1 1 1 0 0,1-1-1 0 0,0 0 0 0 0,4-2 1 0 0,-1 0-18 0 0,0 1 0 0 0,1-2 0 0 0,-1 1 0 0 0,0-1 0 0 0,-1 0 0 0 0,1-1 0 0 0,6-5 0 0 0,-6 4 5 0 0,0-1 1 0 0,0 0 0 0 0,0-1-1 0 0,-1 0 1 0 0,-1 0-1 0 0,1 0 1 0 0,-1-1 0 0 0,0 1-1 0 0,-1-1 1 0 0,0 0-1 0 0,3-11 1 0 0,-6 15 8 0 0,0 1-1 0 0,0-1 1 0 0,-1 0 0 0 0,1 0-1 0 0,-1 1 1 0 0,0-1-1 0 0,0 0 1 0 0,-1 0 0 0 0,0 0-1 0 0,1 1 1 0 0,-1-1 0 0 0,-1 0-1 0 0,1 1 1 0 0,-1-1-1 0 0,0 1 1 0 0,0-1 0 0 0,0 1-1 0 0,-1 0 1 0 0,1 0 0 0 0,-1 0-1 0 0,0 0 1 0 0,0 0-1 0 0,0 1 1 0 0,-7-6 0 0 0,2 2 11 0 0,1 2 1 0 0,0-1-1 0 0,-1 1 1 0 0,0 1-1 0 0,0-1 1 0 0,-1 1-1 0 0,1 0 1 0 0,-1 1-1 0 0,0 0 1 0 0,0 1-1 0 0,0 0 0 0 0,-13-2 1 0 0,16 4-44 0 0,0 0 0 0 0,1 0 0 0 0,-1 0 0 0 0,0 1 0 0 0,0-1 1 0 0,0 1-1 0 0,0 1 0 0 0,1-1 0 0 0,-1 1 0 0 0,1 0 0 0 0,-1 0 0 0 0,1 1 0 0 0,0 0 0 0 0,0 0 0 0 0,0 0 1 0 0,0 0-1 0 0,0 1 0 0 0,1 0 0 0 0,-1 0 0 0 0,-4 6 0 0 0,-5 9-1369 0 0,3 1-485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0:43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206 517 2304 0 0,'-69'24'8233'0'0,"10"-5"-4067"0"0,48-14-3106 0 0,4-2-504 0 0,-1 0 1 0 0,1 0 0 0 0,0-1 0 0 0,-1 0 0 0 0,0 0-1 0 0,-11 1 1 0 0,16-5-557 0 0,7-1 0 0 0,7-4 0 0 0,172-78-2495 0 0,-109 52 4604 0 0,124-64-10412 0 0,90-66 7468 0 0,-235 133 961 0 0,2 3 0 0 0,1 1 1 0 0,1 4-1 0 0,89-25 1 0 0,-94 32-78 0 0,-31 8-1 0 0,0 1-1 0 0,0 1 0 0 0,24-3 0 0 0,-37 13 2844 0 0,-33 6 2505 0 0,23-10-5398 0 0,-17 6 123 0 0,0 0 0 0 0,-31 6 0 0 0,36-12 51 0 0,14-1-300 0 0,-1 0 1 0 0,1 0-1 0 0,-1 0 1 0 0,1 0-1 0 0,-1-1 1 0 0,1 1-1 0 0,-1 0 1 0 0,1 0-1 0 0,-1 0 1 0 0,1 0-1 0 0,-1-1 1 0 0,1 1-1 0 0,0 0 1 0 0,-1 0-1 0 0,1-1 1 0 0,0 1-1 0 0,-1 0 1 0 0,1-1-1 0 0,0 1 1 0 0,-1 0-1 0 0,1-1 1 0 0,0 1-1 0 0,-1 0 1 0 0,1-2-1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0:44.6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0 771 4836 0 0,'8'-3'10439'0'0,"13"-9"-6043"0"0,4-2-4407 0 0,20-6 11 0 0,-2-2 0 0 0,70-47 0 0 0,0-17-596 0 0,86-60-5727 0 0,-68 44 3876 0 0,-49 29 6292 0 0,-49 43 78 0 0,-31 28-3335 0 0,1 0-516 0 0,-1 1 0 0 0,0-1 0 0 0,0 0 0 0 0,-1 0 0 0 0,1 0 1 0 0,0 0-1 0 0,0 0 0 0 0,-1 0 0 0 0,0 0 0 0 0,1-1 1 0 0,-1 1-1 0 0,0 0 0 0 0,2-5 0 0 0,-3 6-72 0 0,-1 1 0 0 0,1 0 0 0 0,0-1 0 0 0,0 1 0 0 0,0-1 0 0 0,0 1 0 0 0,0 0 0 0 0,-1-1 0 0 0,1 1 0 0 0,0 0 0 0 0,0-1 0 0 0,-1 1 0 0 0,1 0 0 0 0,0 0 0 0 0,-1-1 0 0 0,1 1 0 0 0,0 0 0 0 0,-1 0 0 0 0,1-1 0 0 0,0 1 0 0 0,-1 0 0 0 0,1 0 0 0 0,0 0 0 0 0,-1 0 0 0 0,1-1 0 0 0,-1 1 0 0 0,1 0 0 0 0,0 0 0 0 0,-1 0 0 0 0,1 0 0 0 0,-1 0 0 0 0,1 0 0 0 0,0 0 0 0 0,-1 0 0 0 0,1 0 0 0 0,-1 0 0 0 0,1 1 0 0 0,0-1 0 0 0,-1 0 0 0 0,1 0 0 0 0,0 0 0 0 0,-1 0 0 0 0,0 1 0 0 0,-16 6 0 0 0,16-6 0 0 0,0 0 0 0 0,-1-1 0 0 0,1 1 0 0 0,1 0 0 0 0,-1 0 0 0 0,0 0 0 0 0,0 0 0 0 0,0 0 0 0 0,0 1 0 0 0,1-1 0 0 0,-1 0 0 0 0,0 2 0 0 0,1-3 0 0 0,0 0 0 0 0,0 0 0 0 0,0 0 0 0 0,0 0 0 0 0,0 1 0 0 0,0-1 0 0 0,0 0 0 0 0,0 0 0 0 0,0 0 0 0 0,0 0 0 0 0,0 0 0 0 0,0 0 0 0 0,0 1 0 0 0,0-1 0 0 0,0 0 0 0 0,0 0 0 0 0,0 0 0 0 0,0 0 0 0 0,0 0 0 0 0,0 0 0 0 0,0 1 0 0 0,0-1 0 0 0,0 0 0 0 0,0 0 0 0 0,0 0 0 0 0,0 0 0 0 0,1 0 0 0 0,-1 0 0 0 0,0 0 0 0 0,0 0 0 0 0,0 0 0 0 0,0 0 0 0 0,0 1 0 0 0,0-1 0 0 0,0 0 0 0 0,1 0 0 0 0,-1 0 0 0 0,0 0 0 0 0,0 0 0 0 0,11-3 0 0 0,-6 0 0 0 0,0 0 0 0 0,0 0 0 0 0,-1 0 0 0 0,1-1 0 0 0,-1 1 0 0 0,0-1 0 0 0,0 0 0 0 0,0-1 0 0 0,-1 1 0 0 0,0-1 0 0 0,3-4 0 0 0,0-1 0 0 0,0 0 0 0 0,-1 0 0 0 0,-1 0 0 0 0,6-18 0 0 0,-10 25 0 0 0,1 0 0 0 0,0-1 0 0 0,-1 0 0 0 0,0 1 0 0 0,1-1 0 0 0,-2 1 0 0 0,1-1 0 0 0,0 1 0 0 0,-2-8 0 0 0,2 11 0 0 0,-1-1 0 0 0,1 0 0 0 0,0 0 0 0 0,0 0 0 0 0,-1 0 0 0 0,1 1 0 0 0,-1-1 0 0 0,1 0 0 0 0,-1 1 0 0 0,1-1 0 0 0,-1 0 0 0 0,1 1 0 0 0,-1-1 0 0 0,0 0 0 0 0,1 1 0 0 0,-1-1 0 0 0,0 1 0 0 0,1-1 0 0 0,-1 1 0 0 0,0 0 0 0 0,0-1 0 0 0,0 1 0 0 0,1 0 0 0 0,-1-1 0 0 0,0 1 0 0 0,0 0 0 0 0,0 0 0 0 0,0 0 0 0 0,1 0 0 0 0,-1 0 0 0 0,0 0 0 0 0,0 0 0 0 0,0 0 0 0 0,0 0 0 0 0,0 0 0 0 0,1 0 0 0 0,-1 1 0 0 0,0-1 0 0 0,0 0 0 0 0,0 1 0 0 0,0-1 0 0 0,1 0 0 0 0,-1 1 0 0 0,0-1 0 0 0,0 1 0 0 0,-10 6 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57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61 820 0 0,'12'-17'21048'0'0,"-2"7"-23256"0"0,-3 4 2208 0 0,-1 0 0 0 0,8-11 0 0 0,-14 17 0 0 0,0 0 0 0 0,0 0 0 0 0,0 0 0 0 0,0 0 0 0 0,1 0 0 0 0,-1 0 0 0 0,0 0 0 0 0,0 0 0 0 0,0 0 0 0 0,0-1 0 0 0,0 1 0 0 0,0 0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0,-1 0 0 0 0,1 0 0 0 0,0 0 0 0 0,0 0 0 0 0,0 0 0 0 0,0 0 0 0 0,0 0 0 0 0,0 0 0 0 0,0 0 0 0 0,0 0 0 0 0,-1 0 0 0 0,1 0 0 0 0,0 0 0 0 0,0 0 0 0 0,0 0 0 0 0,0 0 0 0 0,0 0 0 0 0,-1 0 0 0 0,0 0 0 0 0,0 1 0 0 0,0-1 0 0 0,0 1 0 0 0,0-1 0 0 0,0 1 0 0 0,0-1 0 0 0,0 1 0 0 0,0 0 0 0 0,1-1 0 0 0,-2 2 0 0 0,-1 2-2 0 0,2-3-1 0 0,0 0 0 0 0,0 1 0 0 0,0-1 0 0 0,0 0 0 0 0,0 0 0 0 0,0-1 0 0 0,0 1 0 0 0,0 0 0 0 0,-1 0 0 0 0,1 0 0 0 0,-2 0 0 0 0,-2 1-188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5:58.4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7 258 1612 0 0,'-7'-18'15452'0'0,"8"17"-15082"0"0,-1-1 1 0 0,1 1-1 0 0,-1-1 1 0 0,1 1 0 0 0,0-1-1 0 0,0 1 1 0 0,-1 0-1 0 0,1-1 1 0 0,0 1-1 0 0,2-2 1 0 0,3-3-1086 0 0,1 1 1 0 0,-1 0-1 0 0,13-7 0 0 0,-12 7 2094 0 0,125-73-1379 0 0,-107 63 0 0 0,1 2 0 0 0,36-13 0 0 0,15-7 0 0 0,-17 10 0 0 0,-61 23 0 0 0,1 0 0 0 0,-1 0 0 0 0,1-1 0 0 0,-1 1 0 0 0,1 0 0 0 0,-1 0 0 0 0,1 0 0 0 0,-1 0 0 0 0,1 0 0 0 0,-1 0 0 0 0,1 0 0 0 0,-1 0 0 0 0,1 0 0 0 0,-1 0 0 0 0,1 0 0 0 0,-1 0 0 0 0,1 0 0 0 0,-1 0 0 0 0,1 0 0 0 0,0 1 0 0 0,-1-1 0 0 0,1 0 0 0 0,-1 0 0 0 0,1 0 0 0 0,-1 1 0 0 0,0 0 0 0 0,-50 17-2096 0 0,-28 15-5314 0 0,-25 14 14347 0 0,111-47-6286 0 0,1 0-1 0 0,0-1 1 0 0,10-1-1 0 0,47-15-1405 0 0,-13 3-1249 0 0,-32 10-249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6:02.4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1 164 688 0 0,'3'-12'9356'0'0,"-2"-13"260"0"0,-1 24-9616 0 0,14 6 0 0 0,11 4 0 0 0,0-1 0 0 0,0 0 0 0 0,1-3 0 0 0,0 0 0 0 0,0-1 0 0 0,1-1 0 0 0,-1-2 0 0 0,1-1 0 0 0,51-6 0 0 0,-18-6 0 0 0,-24 4 0 0 0,45-3 0 0 0,-69 10 0 0 0,0 1 0 0 0,1 0 0 0 0,-1 1 0 0 0,0 0 0 0 0,0 1 0 0 0,0 1 0 0 0,20 6 0 0 0,-15-2 0 0 0,1-2 0 0 0,0 0 0 0 0,0 0 0 0 0,1-2 0 0 0,-1 0 0 0 0,1-1 0 0 0,24-1 0 0 0,57-7-2329 0 0,48-10-9755 0 0,-131 15 10596 0 0,21-6 1367 0 0,1-1 0 0 0,-1-2 0 0 0,41-16 0 0 0,11-4 194 0 0,-58 22-74 0 0,-1 2 0 0 0,2 0 0 0 0,-1 3 1 0 0,0 0-1 0 0,41 3 0 0 0,-17 0 14 0 0,-1-2 0 0 0,1-3 0 0 0,55-12-1 0 0,-62 6 1496 0 0,-13-3 13026 0 0,-35 11-14325 0 0,-1 3-286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6:04.1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42 104 560 0 0,'-8'0'4929'0'0,"-24"-4"6517"0"0,31 3-11076 0 0,1 0-264 0 0,0 1 1 0 0,0-1-1 0 0,0 1 1 0 0,0 0-1 0 0,0-1 0 0 0,0 1 1 0 0,1-1-1 0 0,-1 1 1 0 0,0-1-1 0 0,0 1 0 0 0,1 0 1 0 0,-1-1-1 0 0,0 1 1 0 0,1-1-1 0 0,-1 1 1 0 0,0 0-1 0 0,1-1 0 0 0,-1 1 1 0 0,0 0-1 0 0,1 0 1 0 0,-1-1-1 0 0,1 1 0 0 0,0 0 1 0 0,13-8-490 0 0,-12 7 567 0 0,11-5-184 0 0,0 0 0 0 0,1 1 0 0 0,-1 0 0 0 0,1 1 0 0 0,0 0 0 0 0,0 2 0 0 0,0-1 0 0 0,0 2 0 0 0,1 0 0 0 0,-1 0 0 0 0,0 1 0 0 0,1 1 0 0 0,-1 1 0 0 0,0 0 0 0 0,0 1 0 0 0,20 6 0 0 0,11 6 0 0 0,0-2 0 0 0,2-2 0 0 0,-1-2 0 0 0,57 4 0 0 0,-91-13 19 0 0,1-1-1 0 0,0 0 0 0 0,-1-1 1 0 0,24-5-1 0 0,48-21-812 0 0,9-2-2836 0 0,-83 28 2707 0 0,0 0 0 0 0,1 1 0 0 0,-1 0 0 0 0,0 1 0 0 0,19 1 0 0 0,47 14-5717 0 0,-47-9 5894 0 0,-14-3 744 0 0,0-1 1 0 0,-1-1 0 0 0,1 0-1 0 0,23-2 1 0 0,57-12-15 0 0,-66 8 11 0 0,0 1-1 0 0,0 2 0 0 0,37 0 0 0 0,-31 5 0 0 0,-1-1-1 0 0,1-2 0 0 0,65-9 1 0 0,-26-8 47 0 0,37-7 153 0 0,-100 23-152 0 0,1 0-1 0 0,-1 0 1 0 0,0 1-1 0 0,1 1 1 0 0,-1 0 0 0 0,0 1-1 0 0,19 4 1 0 0,16 6 4924 0 0,10 3 4521 0 0,-35-3-7180 0 0,-11-4-2307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6:46.3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92 228 0 0,'0'-3'16289'0'0,"3"2"-15835"0"0,0 0 0 0 0,-1 0 0 0 0,1 0 0 0 0,0 1 0 0 0,0-1 0 0 0,4 0 0 0 0,37 2-654 0 0,-21 0 365 0 0,84-6-160 0 0,129-22 0 0 0,-21 1-129 0 0,-117 18-2517 0 0,131 5-10458 0 0,-147 10 11297 0 0,139 8 2594 0 0,-182-15-423 0 0,-1-2-1 0 0,0-2 1 0 0,67-14-1 0 0,-88 13 1432 0 0,-9 2 117 0 0,-1 1 0 0 0,1 1 0 0 0,0-1 0 0 0,10 1 3341 0 0,-19 4-4566 0 0,1-3-720 0 0,-2 3 28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6:56.4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0 102 676 0 0,'12'-1'20054'0'0,"19"5"-22505"0"0,-28-4 3832 0 0,47 5-1822 0 0,0-2-1 0 0,-1-2 0 0 0,62-7 1 0 0,148-31-7110 0 0,-86 10 822 0 0,-88 15 6180 0 0,135-15-551 0 0,-169 23 957 0 0,0 3 0 0 0,67 7 0 0 0,-64-1 182 0 0,83 11 216 0 0,-112-11-248 0 0,0 0 0 0 0,-1 2 1 0 0,32 13-1 0 0,-49-18 41 0 0,0 1 1 0 0,0 1-1 0 0,0-1 0 0 0,-1 1 1 0 0,1 1-1 0 0,-1-1 1 0 0,0 1-1 0 0,-1 0 0 0 0,1 0 1 0 0,-1 1-1 0 0,0-1 1 0 0,0 1-1 0 0,0 0 0 0 0,-1 1 1 0 0,0-1-1 0 0,-1 1 1 0 0,1 0-1 0 0,-1 0 0 0 0,0 0 1 0 0,-1 0-1 0 0,0 0 1 0 0,0 1-1 0 0,-1-1 0 0 0,2 15 1 0 0,-3-20-118 0 0,4 53 471 0 0,-3-43 1440 0 0,1-1 1 0 0,7 20 0 0 0,-9-28-1443 0 0,1 0 1 0 0,0-1-1 0 0,-1 1 1 0 0,1 0 0 0 0,-1-1-1 0 0,0 1 1 0 0,0 0-1 0 0,0-1 1 0 0,0 1-1 0 0,-1 0 1 0 0,1 0-1 0 0,-1-1 1 0 0,1 1 0 0 0,-1-1-1 0 0,0 1 1 0 0,0-1-1 0 0,-2 4 1 0 0,-3 3-401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6:56.6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0 143 216 0 0,'15'-5'7409'0'0,"-12"5"-6839"0"0,20 1 2927 0 0,-15 0-3001 0 0,2-1 1338 0 0,0 1 1 0 0,17 4-1 0 0,16 10 78 0 0,-19-3-1883 0 0,35 22-1 0 0,-42-23-28 0 0,0-1 0 0 0,1-1 0 0 0,0 0 0 0 0,0-1 0 0 0,34 8 0 0 0,-43-14 0 0 0,0 0 0 0 0,0 0 0 0 0,1-1 0 0 0,-1-1 0 0 0,0 0 0 0 0,1 0 0 0 0,-1-1 0 0 0,1 0 0 0 0,-1 0 0 0 0,0-1 0 0 0,0-1 0 0 0,0 1 0 0 0,0-1 0 0 0,10-6 0 0 0,-10 5 0 0 0,0-1 0 0 0,-1-1 0 0 0,0 0 0 0 0,-1 0 0 0 0,1 0 0 0 0,-1-1 0 0 0,0 0 0 0 0,-1 0 0 0 0,1-1 0 0 0,8-14 0 0 0,-9 11 0 0 0,0 0 0 0 0,-1 0 0 0 0,0 0 0 0 0,-1-1 0 0 0,0 0 0 0 0,-1 0 0 0 0,0 0 0 0 0,1-13 0 0 0,-4 20 0 0 0,0 0 0 0 0,0 0 0 0 0,0 0 0 0 0,-2-6 0 0 0,2 10 0 0 0,0 0 0 0 0,0 0 0 0 0,0 0 0 0 0,0-1 0 0 0,-1 1 0 0 0,1 0 0 0 0,-1 0 0 0 0,1 0 0 0 0,-1 0 0 0 0,1 0 0 0 0,-1 0 0 0 0,1 0 0 0 0,-1 0 0 0 0,0 0 0 0 0,1 0 0 0 0,-1 0 0 0 0,0 1 0 0 0,0-1 0 0 0,0 0 0 0 0,0 0 0 0 0,0 1 0 0 0,-1-2 0 0 0,1 2 0 0 0,1 1-1 0 0,0-1 1 0 0,-1 0-1 0 0,1 0 1 0 0,0 0-1 0 0,0 1 1 0 0,-1-1-1 0 0,1 0 1 0 0,0 0-1 0 0,0 0 1 0 0,0 1-1 0 0,-1-1 1 0 0,1 0-1 0 0,0 1 0 0 0,0-1 1 0 0,0 0-1 0 0,0 1 1 0 0,0-1-1 0 0,-1 0 1 0 0,1 0-1 0 0,0 1 1 0 0,0-1-1 0 0,0 0 1 0 0,0 1-1 0 0,0-1 1 0 0,0 0-1 0 0,0 1 1 0 0,0-1-1 0 0,0 0 1 0 0,0 1-1 0 0,0-1 1 0 0,0 0-1 0 0,1 1 1 0 0,-1-1-1 0 0,0 0 1 0 0,0 1-1 0 0,0 0 1 0 0,4 14 4 0 0,1-1-21 0 0,2 1 49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04.8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35 912 0 0,'14'-10'16173'0'0,"-11"9"-15222"0"0,6 0 1430 0 0,-7 1-3138 0 0,3 0 757 0 0,0 1 0 0 0,0-1 0 0 0,-1 1 0 0 0,1 0 0 0 0,0 1 0 0 0,-1-1 0 0 0,1 1 0 0 0,-1 0 0 0 0,0 0 0 0 0,1 0 0 0 0,5 4 0 0 0,-3-1 0 0 0,0-2 0 0 0,15 7 0 0 0,-6-6 0 0 0,0-1 0 0 0,0 0 0 0 0,30 1 0 0 0,51-6 0 0 0,-7 0 0 0 0,-25 4-65 0 0,278 3-611 0 0,-139-12-3541 0 0,70-1-6252 0 0,-92 6 7148 0 0,-15 1 3321 0 0,178-25 0 0 0,-331 25 321 0 0,1-1 0 0 0,-1-1 0 0 0,0 0 0 0 0,0-1 0 0 0,-1 0 1 0 0,21-12 2900 0 0,-35 16-3164 0 0,-6 0 3199 0 0,-12 3 456 0 0,8 0-1800 0 0,0 1 0 0 0,-16 7-1 0 0,15-6-1495 0 0,-22 7-1 0 0,-1-5-416 0 0,-5-4 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5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963 103 228 0 0,'6'-13'3235'0'0,"1"0"0"0"0,0 1 0 0 0,1 0 0 0 0,0 0 0 0 0,19-20-1 0 0,-26 31-3233 0 0,-1 1 0 0 0,1-1-1 0 0,-1 0 1 0 0,1 1 0 0 0,-1-1-1 0 0,1 1 1 0 0,-1-1-1 0 0,1 1 1 0 0,0-1 0 0 0,-1 1-1 0 0,1 0 1 0 0,-1-1 0 0 0,1 1-1 0 0,0 0 1 0 0,0-1-1 0 0,-1 1 1 0 0,1 0 0 0 0,0 0-1 0 0,-1-1 1 0 0,1 1 0 0 0,0 0-1 0 0,0 0 1 0 0,-1 0-1 0 0,1 0 1 0 0,0 0 0 0 0,0 0-1 0 0,-1 1 1 0 0,1-1 0 0 0,0 0-1 0 0,0 0 1 0 0,-1 0-1 0 0,1 1 1 0 0,0-1 0 0 0,-1 0-1 0 0,1 1 1 0 0,0-1 0 0 0,-1 0-1 0 0,1 1 1 0 0,0-1-1 0 0,-1 1 1 0 0,1-1 0 0 0,-1 1-1 0 0,1-1 1 0 0,-1 1 0 0 0,1 0-1 0 0,-1-1 1 0 0,0 1-1 0 0,1 0 1 0 0,0 1 0 0 0,2 4-15 0 0,0 0 0 0 0,0 1 0 0 0,-1-1 1 0 0,3 9-1 0 0,-4-12-12 0 0,8 26-2259 0 0,-1-1 0 0 0,-1 1 0 0 0,-1 1 0 0 0,-2-1-1 0 0,1 31 1 0 0,-15 127-715 0 0,2-115 2958 0 0,-3-1 0 0 0,-4 0 0 0 0,-3-1 1 0 0,-28 74-1 0 0,28-103 22 0 0,-38 68-1 0 0,-34 32-36 0 0,20-32 37 0 0,-285 389-268 0 0,347-488 286 0 0,-163 191-31 0 0,134-162 29 0 0,-2-2-1 0 0,-82 62 1 0 0,80-76 4043 0 0,50-34 46 0 0,28-21 2438 0 0,-27 24-5262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54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179 0 688 0 0,'-24'0'11261'0'0,"20"1"-10510"0"0,-24 11 6209 0 0,25-10-6960 0 0,0 0 0 0 0,0 0 0 0 0,0 0 0 0 0,0 1 0 0 0,1-1 0 0 0,-1 1 0 0 0,1 0 0 0 0,0-1 0 0 0,0 1 0 0 0,0 0 0 0 0,0 0 0 0 0,-3 7 0 0 0,-1 5 0 0 0,-8 25 0 0 0,4-9 0 0 0,-3 2 0 0 0,0-3 0 0 0,-16 61 0 0 0,28-87 6 0 0,0 0 0 0 0,1 0 1 0 0,-1 0-1 0 0,1-1 0 0 0,0 1 0 0 0,0 0 0 0 0,0 0 0 0 0,1 0 0 0 0,-1 0 0 0 0,1 0 0 0 0,0-1 1 0 0,0 1-1 0 0,1 0 0 0 0,-1-1 0 0 0,3 6 0 0 0,-3-7-59 0 0,1 0 0 0 0,0 0 1 0 0,0 0-1 0 0,0 0 0 0 0,0 0 1 0 0,0 0-1 0 0,0 0 0 0 0,0-1 0 0 0,1 1 1 0 0,-1-1-1 0 0,0 1 0 0 0,1-1 0 0 0,-1 0 1 0 0,1 0-1 0 0,0 0 0 0 0,-1-1 1 0 0,1 1-1 0 0,0-1 0 0 0,-1 1 0 0 0,1-1 1 0 0,0 0-1 0 0,3 0 0 0 0,6 0-913 0 0,0-1-1 0 0,0-1 1 0 0,0 0 0 0 0,0 0-1 0 0,0-1 1 0 0,-1-1-1 0 0,0 0 1 0 0,16-8 0 0 0,6-5-2097 0 0,42-31 0 0 0,-6 3 3912 0 0,-66 43-892 0 0,0 0 1 0 0,1 0-1 0 0,0 0 1 0 0,-1 1-1 0 0,8-2 1 0 0,-2 1-1498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56.0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1488 406 1152 0 0,'-78'-78'18508'0'0,"49"43"-18508"0"0,19 23 0 0 0,0 1 0 0 0,0 0 0 0 0,-1 0 0 0 0,-14-11 0 0 0,6 10-77 0 0,-1 0 1 0 0,0 2-1 0 0,-1 0 0 0 0,0 1 0 0 0,-1 1 0 0 0,-26-7 1 0 0,-139-21-3815 0 0,136 28 2011 0 0,-143-17-5186 0 0,-120-25 5828 0 0,291 44 1487 0 0,-2-1-274 0 0,-1 1 0 0 0,1 2-1 0 0,-1 0 1 0 0,-27 0 0 0 0,46 4 306 0 0,0 1 0 0 0,1-1 1 0 0,-1 1-1 0 0,0 0 0 0 0,0 0 0 0 0,1 1 0 0 0,-1 0 0 0 0,0 0 1 0 0,1 1-1 0 0,0 0 0 0 0,0 0 0 0 0,0 0 0 0 0,0 1 0 0 0,0 0 1 0 0,1 0-1 0 0,-1 0 0 0 0,1 1 0 0 0,0 0 0 0 0,1 0 0 0 0,-7 8 1 0 0,4-2 257 0 0,0 1 1 0 0,1-1 0 0 0,1 1 0 0 0,0 0 0 0 0,0 0 0 0 0,-3 20-1 0 0,-11 80 3834 0 0,14-78-3980 0 0,-14 188-7289 0 0,19-174 4357 0 0,2 0-1 0 0,13 78 0 0 0,-10-97 2191 0 0,2 0 1 0 0,1-1-1 0 0,1 0 0 0 0,2 0 0 0 0,1-1 0 0 0,15 26 1 0 0,-19-41 348 0 0,0-1 0 0 0,1 0 0 0 0,0 0 0 0 0,1-1 0 0 0,0-1 0 0 0,1 0 0 0 0,13 10 0 0 0,88 49 0 0 0,-85-53 0 0 0,54 33-8 0 0,-33-18-4 0 0,88 39 0 0 0,-120-63 12 0 0,1-1 0 0 0,0 0 0 0 0,33 4 0 0 0,54-1 0 0 0,-79-7 0 0 0,29 2-16 0 0,79-5 1 0 0,-115 0 15 0 0,1 0 0 0 0,-1-2 0 0 0,1 0-1 0 0,-1-1 1 0 0,0-1 0 0 0,0-1 0 0 0,32-16 0 0 0,-6-6 44 0 0,70-58 0 0 0,-42 29-16 0 0,64-56 36 0 0,-120 98-54 0 0,0-1 1 0 0,-1-1 0 0 0,-1-1-1 0 0,-1 0 1 0 0,18-33 0 0 0,-20 29 875 0 0,-1 0 0 0 0,-1 0 0 0 0,-1-1 1 0 0,-2 0-1 0 0,0-1 0 0 0,-1 1 0 0 0,-2-1 1 0 0,2-44-1 0 0,-6 54-82 0 0,0 1 0 0 0,0-1 0 0 0,-2 0 1 0 0,0 0-1 0 0,0 1 0 0 0,-12-27 0 0 0,11 31-517 0 0,-2-1-1 0 0,1 1 1 0 0,-1 0-1 0 0,-1 1 1 0 0,0 0-1 0 0,0 0 1 0 0,-1 0-1 0 0,0 1 1 0 0,-16-13-1 0 0,-7-1-1366 0 0,-60-34 0 0 0,58 39-2605 0 0,-67-24 0 0 0,85 36 2185 0 0,0 1-1 0 0,-21-3 1 0 0,31 6 1999 0 0,0 0-1 0 0,1 1 1 0 0,-1 0-1 0 0,0 0 1 0 0,0 0 0 0 0,1 0-1 0 0,-1 1 1 0 0,0 0 0 0 0,1 0-1 0 0,-1 0 1 0 0,1 1 0 0 0,-6 2-1 0 0,9-4-400 0 0,1 0 0 0 0,-1 0 0 0 0,1 1 0 0 0,0-1 0 0 0,-1 0 0 0 0,1 0 0 0 0,0 1 0 0 0,0-1 0 0 0,-1 0 0 0 0,1 1 0 0 0,0-1 0 0 0,0 0 0 0 0,-1 1 0 0 0,1-1 0 0 0,0 1 0 0 0,0-1 0 0 0,0 0 0 0 0,-1 1 0 0 0,1-1 0 0 0,0 1 0 0 0,0-1 0 0 0,0 0 0 0 0,0 1 0 0 0,0-1 0 0 0,0 1 0 0 0,0-1 0 0 0,0 0 0 0 0,0 1 0 0 0,0-1 0 0 0,0 1 0 0 0,0-1 0 0 0,1 0 0 0 0,-1 1 0 0 0,0-1 0 0 0,0 1 0 0 0,0-1 0 0 0,0 0 0 0 0,1 1 0 0 0,4 4-185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57.1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1656 430 228 0 0,'14'-30'6472'0'0,"20"-61"0"0"0,-28 72-5188 0 0,-2-1 0 0 0,0 1-1 0 0,-1-1 1 0 0,1-31 0 0 0,-4 46-1279 0 0,0-1 0 0 0,-1 1 1 0 0,1-1-1 0 0,-1 1 0 0 0,0-1 1 0 0,-1 1-1 0 0,0-1 0 0 0,1 1 1 0 0,-2 0-1 0 0,1 0 0 0 0,0 0 1 0 0,-1 0-1 0 0,0 0 0 0 0,0 1 1 0 0,-1-1-1 0 0,1 1 0 0 0,-1 0 1 0 0,0 0-1 0 0,0 0 1 0 0,0 0-1 0 0,-1 1 0 0 0,1 0 1 0 0,-1 0-1 0 0,-6-3 0 0 0,-1 0-85 0 0,-1 1-1 0 0,-1 0 1 0 0,1 1-1 0 0,-1 0 0 0 0,1 1 1 0 0,-1 1-1 0 0,0 0 1 0 0,-21 0-1 0 0,-335 14-8250 0 0,314-9 6633 0 0,-146 20-635 0 0,43-4 177 0 0,112-15 1651 0 0,-65-4 1 0 0,93-1 504 0 0,-23-2 27 0 0,-79 5-1 0 0,108-1-20 0 0,0 1 0 0 0,1 1 0 0 0,-1 0 0 0 0,1 0 0 0 0,0 1 0 0 0,0 1 0 0 0,0 0 1 0 0,0 0-1 0 0,1 2 0 0 0,-17 11 0 0 0,10-4 9 0 0,2 1 0 0 0,0 1 0 0 0,0 1 0 0 0,2 0 0 0 0,0 1 0 0 0,-21 35 0 0 0,19-23 5 0 0,1 0 1 0 0,1 1 0 0 0,-18 62 0 0 0,24-64-19 0 0,2 1 0 0 0,1-1 0 0 0,1 2 0 0 0,2-1 0 0 0,0 0 1 0 0,3 0-1 0 0,0 1 0 0 0,2-1 0 0 0,1 0 0 0 0,1 0 0 0 0,2-1 0 0 0,1 0 1 0 0,1 0-1 0 0,2 0 0 0 0,1-1 0 0 0,1-1 0 0 0,1 0 0 0 0,31 44 0 0 0,-27-48 21 0 0,1 0 1 0 0,1-1-1 0 0,44 37 0 0 0,-48-46-7 0 0,1-1 0 0 0,0-1 0 0 0,1-1 1 0 0,0 0-1 0 0,1-1 0 0 0,30 9 0 0 0,-17-9 22 0 0,1-2-1 0 0,0-1 0 0 0,0-1 0 0 0,0-2 0 0 0,52-2 0 0 0,167-24 444 0 0,-116 6-299 0 0,-64 9-73 0 0,-1-3 0 0 0,0-4 0 0 0,101-34 0 0 0,14-17 62 0 0,218-74 282 0 0,-341 121-449 0 0,-11 4 19 0 0,79-35 1 0 0,-117 44-21 0 0,1-2 1 0 0,-1 0 0 0 0,0-1 0 0 0,-1 0 0 0 0,0-1 0 0 0,0-1 0 0 0,-1 0 0 0 0,-1 0 0 0 0,18-23 0 0 0,-24 26 337 0 0,1-1-1 0 0,-2 1 1 0 0,1-1-1 0 0,-1 0 1 0 0,0 0-1 0 0,-1-1 1 0 0,0 1-1 0 0,0-1 0 0 0,-1 0 1 0 0,-1 1-1 0 0,0-1 1 0 0,0 0-1 0 0,-1 0 1 0 0,0 0-1 0 0,0 0 1 0 0,-4-19-1 0 0,0 13 430 0 0,0 0-1 0 0,-1 1 1 0 0,-1-1-1 0 0,-1 1 1 0 0,0 0 0 0 0,-1 0-1 0 0,0 1 1 0 0,-1 0-1 0 0,-16-18 1 0 0,0 4-1200 0 0,-1 1-1 0 0,-1 1 1 0 0,-43-32-1 0 0,20 23-1901 0 0,-74-39-1 0 0,-58-9-1442 0 0,-7 15 996 0 0,185 67 2778 0 0,-2-1 0 0 0,-20-8 38 0 0,0 2 0 0 0,-1 1 1 0 0,-42-6-1 0 0,67 13 8 0 0,0-1 1 0 0,-1 1-1 0 0,1 0 1 0 0,-1 1-1 0 0,1-1 1 0 0,-1 0-1 0 0,1 1 0 0 0,-4 0 1 0 0,-3 4-1706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17:58.9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1872 408 948 0 0,'-28'4'3603'0'0,"-37"1"10579"0"0,42-3-13350 0 0,13-1-833 0 0,0-1 1 0 0,-1 0-1 0 0,1 0 1 0 0,0-1-1 0 0,1-1 0 0 0,-1 1 1 0 0,0-2-1 0 0,0 1 0 0 0,1-1 1 0 0,-1-1-1 0 0,1 0 1 0 0,0 0-1 0 0,0-1 0 0 0,0 0 1 0 0,1 0-1 0 0,0-1 0 0 0,0 0 1 0 0,0 0-1 0 0,-10-12 1 0 0,-68-77-2484 0 0,53 56-778 0 0,-58-53 0 0 0,76 80 2028 0 0,0 1 0 0 0,-1 0-1 0 0,0 1 1 0 0,0 1-1 0 0,-22-9 1 0 0,14 9 891 0 0,0 1 0 0 0,0 1 0 0 0,-36-5 0 0 0,19 7 560 0 0,0 2-1 0 0,0 2 1 0 0,0 1 0 0 0,-65 10-1 0 0,64-4-172 0 0,-1 3 0 0 0,2 1 0 0 0,0 3 0 0 0,0 1 0 0 0,1 2 0 0 0,-46 25 0 0 0,52-22-26 0 0,2 1 0 0 0,0 2-1 0 0,1 1 1 0 0,2 1 0 0 0,0 1-1 0 0,1 2 1 0 0,-27 35 0 0 0,29-27-3 0 0,1 1 1 0 0,2 2 0 0 0,2 0-1 0 0,1 1 1 0 0,-15 43 0 0 0,16-26 4 0 0,2 0 1 0 0,2 1-1 0 0,-8 74 1 0 0,20-105-26 0 0,2 1 1 0 0,1 0 0 0 0,1 0 0 0 0,1 0-1 0 0,1-1 1 0 0,2 1 0 0 0,8 28 0 0 0,6 5-13 0 0,50 109 0 0 0,-56-141 9 0 0,2-1 1 0 0,0-1-1 0 0,2 0 1 0 0,1-1-1 0 0,1-1 1 0 0,1-1-1 0 0,40 36 1 0 0,-40-42 1 0 0,1-1 0 0 0,1-1 0 0 0,1 0 0 0 0,0-2 0 0 0,1-1 0 0 0,0-1 0 0 0,1-1 0 0 0,0-1 0 0 0,30 7 0 0 0,-5-6 2 0 0,1-2 0 0 0,0-2 1 0 0,77-2-1 0 0,-51-6-5 0 0,124-22 1 0 0,102-49-26 0 0,-150 33 36 0 0,-36 12 3 0 0,160-43 22 0 0,-252 63-26 0 0,-1 0 1 0 0,0-2 0 0 0,-1 0-1 0 0,0-2 1 0 0,0 0-1 0 0,22-18 1 0 0,-31 19 29 0 0,0 0 1 0 0,-1-1-1 0 0,0-1 0 0 0,-1 0 0 0 0,-1 0 1 0 0,0-2-1 0 0,-1 1 0 0 0,0-1 0 0 0,13-30 1 0 0,-9 10 30 0 0,-1 0-1 0 0,-2-1 1 0 0,-2-1 0 0 0,-1 0 0 0 0,-1 0 0 0 0,-3 0 0 0 0,-1-1 0 0 0,-1 1 0 0 0,-3-1 0 0 0,-1 1-1 0 0,-9-53 1 0 0,5 65-35 0 0,-1 1-1 0 0,-1 0 0 0 0,-1 0 1 0 0,-1 1-1 0 0,-2 0 1 0 0,0 1-1 0 0,-1 0 0 0 0,-30-37 1 0 0,-4 4 205 0 0,-97-88 0 0 0,99 103-134 0 0,-1 1 1 0 0,-2 3 0 0 0,-2 1-1 0 0,-1 3 1 0 0,-79-37 0 0 0,81 48-63 0 0,0 1 0 0 0,-2 3 0 0 0,0 3 0 0 0,-67-12 0 0 0,103 24 96 0 0,0 0 0 0 0,-1 1 0 0 0,1 0-1 0 0,-1 2 1 0 0,1-1 0 0 0,-1 2 0 0 0,1 0 0 0 0,0 1 0 0 0,0 1 0 0 0,-24 8 0 0 0,23-4-347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1:41.0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34 676 0 0,'7'-22'18601'0'0,"-3"16"-16068"0"0,0 1-4683 0 0,-4 4 2144 0 0,14 5 2 0 0,-12-2 8 0 0,0-1-3 0 0,-1 0-1 0 0,0 0 0 0 0,0 0 0 0 0,0 0 1 0 0,0 1-1 0 0,0-1 0 0 0,0 0 1 0 0,0 1-1 0 0,-1-1 0 0 0,1 0 0 0 0,0 1 1 0 0,-1-1-1 0 0,1 1 0 0 0,-1-1 1 0 0,1 1-1 0 0,-1 0 0 0 0,0-1 1 0 0,1 3-1 0 0,1 4 0 0 0,0-1 0 0 0,1-1 0 0 0,-1 0 0 0 0,0 1 0 0 0,-1-1 0 0 0,1 1 0 0 0,-2 0 0 0 0,1-1 0 0 0,0 1 0 0 0,-2 10 0 0 0,1-16 0 0 0,0 0 0 0 0,0-1 0 0 0,-1 1 0 0 0,1 0 0 0 0,0 0 0 0 0,-1-1 0 0 0,1 1 0 0 0,0 0 0 0 0,-1 0 0 0 0,1-1 0 0 0,-1 1 0 0 0,0 0 0 0 0,1-1 0 0 0,-1 1 0 0 0,1-1 0 0 0,-1 1 0 0 0,0-1 0 0 0,1 1 0 0 0,-1-1 0 0 0,0 1 0 0 0,1-1 0 0 0,-1 0 0 0 0,0 1 0 0 0,0-1 0 0 0,0 0 0 0 0,1 0 0 0 0,-1 1 0 0 0,0-1 0 0 0,0 0 0 0 0,0 0 0 0 0,0 0 0 0 0,1 0 0 0 0,-3 0 0 0 0,2-1 0 0 0,0 1 0 0 0,0 0 0 0 0,0 0 0 0 0,0-1 0 0 0,-1 1 0 0 0,1-1 0 0 0,0 1 0 0 0,0-1 0 0 0,0 1 0 0 0,0-1 0 0 0,0 0 0 0 0,0 1 0 0 0,0-1 0 0 0,0 0 0 0 0,0 0 0 0 0,1 0 0 0 0,-1 0 0 0 0,0 0 0 0 0,0 0 0 0 0,1 0 0 0 0,-1 0 0 0 0,0-1 0 0 0,0-2-260 0 0,0 1 1 0 0,0-1-1 0 0,1 0 0 0 0,-1 1 0 0 0,1-1 1 0 0,0 0-1 0 0,0 1 0 0 0,0-1 0 0 0,0 0 1 0 0,0 1-1 0 0,2-5 0 0 0,-2 7-147 0 0,0 0 0 0 0,1 0 0 0 0,-1-1 0 0 0,1 1-1 0 0,-1 0 1 0 0,1 0 0 0 0,-1 0 0 0 0,1 0 0 0 0,-1 0 0 0 0,1 0-1 0 0,0 0 1 0 0,8-6-3664 0 0,-8 6 3663 0 0,0 1 1 0 0,0-1 0 0 0,1 1 0 0 0,-1 0 0 0 0,0 0 0 0 0,0-1-1 0 0,0 1 1 0 0,1 0 0 0 0,-1 0 0 0 0,0 0 0 0 0,0 0 0 0 0,0 0-1 0 0,1 0 1 0 0,-1 1 0 0 0,0-1 0 0 0,1 1 0 0 0,0-1 407 0 0,0 1 0 0 0,-1 0 0 0 0,1 0 0 0 0,-1 0 0 0 0,1 1 0 0 0,-1-1 0 0 0,1 0 0 0 0,-1 0 0 0 0,0 1 0 0 0,0-1 0 0 0,0 1 0 0 0,0-1 0 0 0,0 1 0 0 0,0-1 0 0 0,0 1 0 0 0,0 0 0 0 0,0-1 0 0 0,-1 1 0 0 0,1 0 0 0 0,0 3 0 0 0,1 5 0 0 0,0 0 0 0 0,1 12 0 0 0,-3-21 0 0 0,1 1 0 0 0,-1 0 0 0 0,0-1 0 0 0,0 1 0 0 0,-1 0 0 0 0,1 0 0 0 0,0 0 0 0 0,-1 0 0 0 0,1 0 0 0 0,-2 2 0 0 0,2-3 0 0 0,0-1 0 0 0,0 1 0 0 0,0-1 0 0 0,-1 0 0 0 0,1 0 0 0 0,0 1 0 0 0,0-1 0 0 0,-1 0 0 0 0,1 1 0 0 0,0-1 0 0 0,0 0 0 0 0,-1 0 0 0 0,1 1 0 0 0,0-1 0 0 0,-1 0 0 0 0,1 0 0 0 0,0 0 0 0 0,-1 1 0 0 0,1-1 0 0 0,0 0 0 0 0,-1 0 0 0 0,1 0 0 0 0,0 0 0 0 0,-1 0 0 0 0,1 0 0 0 0,-1 0 0 0 0,1 0 0 0 0,0 0 0 0 0,-1 0 0 0 0,1 0 0 0 0,-1 0 0 0 0,1 0 0 0 0,0 0 0 0 0,-1 0 0 0 0,1 0 0 0 0,0-1 0 0 0,-1 1 0 0 0,1 0 0 0 0,0 0 0 0 0,-1 0 0 0 0,1 0 0 0 0,0-1 0 0 0,-1 1 0 0 0,1 0 0 0 0,0 0 0 0 0,0-1 0 0 0,-1 1 0 0 0,1 0 0 0 0,0-1 0 0 0,0 1 0 0 0,-1 0 0 0 0,1-1 0 0 0,-4-4 0 0 0,0-3 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1:42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2 776 0 0,'16'-2'9871'0'0,"1"3"-3882"0"0,-13 0-5355 0 0,1 1 0 0 0,-1-1 0 0 0,0 0 0 0 0,0 1 0 0 0,7 3 0 0 0,-6-2-705 0 0,0 0 0 0 0,-1 1 0 0 0,1-1 0 0 0,-1 1 0 0 0,0 0 0 0 0,0 0 1 0 0,0 0-1 0 0,-1 1 0 0 0,1-1 0 0 0,2 7 0 0 0,-1-4 71 0 0,-1 1 0 0 0,0 0 0 0 0,-1 0 0 0 0,0 0 0 0 0,0 1 0 0 0,-1-1 0 0 0,1 1 0 0 0,-2 0 0 0 0,0-1 0 0 0,0 1 0 0 0,0 0 0 0 0,-1 0 0 0 0,0 0 0 0 0,-1 0 0 0 0,-3 15 0 0 0,3-21-8 0 0,0 2-254 0 0,0-1 0 0 0,0 0 1 0 0,0 0-1 0 0,0 0 0 0 0,-1 0 0 0 0,0-1 0 0 0,0 1 1 0 0,0 0-1 0 0,-5 5 0 0 0,7-8 67 0 0,-1-1-1 0 0,1 0 1 0 0,-1 1 0 0 0,1-1-1 0 0,-1 0 1 0 0,0 0 0 0 0,1 0-1 0 0,-1 0 1 0 0,1 1 0 0 0,-1-1 0 0 0,0 0-1 0 0,1 0 1 0 0,-1 0 0 0 0,0 0-1 0 0,1 0 1 0 0,-1 0 0 0 0,1-1-1 0 0,-1 1 1 0 0,0 0 0 0 0,1 0-1 0 0,-1 0 1 0 0,1-1 0 0 0,-1 1-1 0 0,0 0 1 0 0,1 0 0 0 0,-1-1-1 0 0,1 1 1 0 0,-1 0 0 0 0,1-1-1 0 0,-1 1 1 0 0,1-1-196 0 0,-1 0 196 0 0,0 0 0 0 0,-14-18-2932 0 0,14 17 3364 0 0,-20-34-6334 0 0,18 29 6035 0 0,0 1-1 0 0,0-1 0 0 0,0 0 0 0 0,1-1 0 0 0,0 1 1 0 0,-1-10-1 0 0,3 17 122 0 0,0 0 1 0 0,0-1 0 0 0,-1 1-1 0 0,1 0 1 0 0,0 0 0 0 0,0-1-1 0 0,0 1 1 0 0,0 0 0 0 0,0 0-1 0 0,0-1 1 0 0,0 1 0 0 0,0 0-1 0 0,0-1 1 0 0,0 1 0 0 0,0 0-1 0 0,0 0 1 0 0,0-1 0 0 0,1 1-1 0 0,-1 0 1 0 0,0 0 0 0 0,0 0-1 0 0,0-1 1 0 0,0 1-1 0 0,0 0 1 0 0,0 0 0 0 0,1-1-1 0 0,-1 1 1 0 0,0 0 0 0 0,0 0-1 0 0,0 0 1 0 0,0 0 0 0 0,1-1-1 0 0,-1 1 1 0 0,0 0 0 0 0,0 0-1 0 0,1 0 1 0 0,12 4 5560 0 0,8 15 2206 0 0,9 21-8888 0 0,-23-30 569 0 0,1 1 1 0 0,0-1 0 0 0,1 0 0 0 0,0-1 0 0 0,15 13 0 0 0,-37-50-8715 0 0,-3 12 11496 0 0,-1-2 968 0 0,15 13-1948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1:47.0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65 688 0 0,'22'-13'15399'0'0,"-21"10"-14829"0"0,3-8 2816 0 0,-2 7-3769 0 0,-2 3 383 0 0,0 1 0 0 0,1 0 0 0 0,-1-1 0 0 0,0 1 0 0 0,1 0 0 0 0,-1-1 0 0 0,0 1 0 0 0,1 0 0 0 0,-1 0 0 0 0,1-1 0 0 0,-1 1 0 0 0,0 0 0 0 0,1 0 0 0 0,-1 0 0 0 0,1 0 0 0 0,-1 0 0 0 0,1 0 0 0 0,-1 0 0 0 0,0 0 0 0 0,1-1 0 0 0,-1 1 0 0 0,2 1 0 0 0,-2 2 0 0 0,-1 2 0 0 0,1 0 0 0 0,-2-1 0 0 0,1 1 0 0 0,0 0 0 0 0,-1-1 0 0 0,0 1 0 0 0,-4 6 0 0 0,6-10 0 0 0,-1 0 0 0 0,1 0 0 0 0,-1 0 0 0 0,0 0 0 0 0,1 0 0 0 0,-1 0 0 0 0,0 0 0 0 0,0-1 0 0 0,0 1 0 0 0,0 0 0 0 0,0-1 0 0 0,0 1 0 0 0,0 0 0 0 0,0-1 0 0 0,0 1 0 0 0,0-1 0 0 0,0 1 0 0 0,0-1 0 0 0,0 0 0 0 0,0 0 0 0 0,0 1 0 0 0,0-1 0 0 0,-1 0 0 0 0,1 0 0 0 0,0 0 0 0 0,0 0 0 0 0,0 0 0 0 0,0 0 0 0 0,0-1 0 0 0,-1 1 0 0 0,1 0 0 0 0,0 0 0 0 0,0-1 0 0 0,0 1 0 0 0,0-1 0 0 0,0 1 0 0 0,0-1 0 0 0,0 0 0 0 0,0 1 0 0 0,-1-2 0 0 0,-6-3 0 0 0,1-1 0 0 0,-12-11 0 0 0,16 15 0 0 0,1-1 0 0 0,0 1 0 0 0,0-1 0 0 0,0 0 0 0 0,0 0 0 0 0,0 1 0 0 0,0-1 0 0 0,1 0 0 0 0,0-1 0 0 0,-1 1 0 0 0,0-3 0 0 0,2 5-1 0 0,0 1 0 0 0,0-1-1 0 0,0 0 1 0 0,0 1 0 0 0,0-1 0 0 0,0 0 0 0 0,0 1-1 0 0,0-1 1 0 0,0 1 0 0 0,0-1 0 0 0,0 0-1 0 0,0 1 1 0 0,0-1 0 0 0,1 1 0 0 0,-1-1-1 0 0,0 1 1 0 0,0-1 0 0 0,1 1 0 0 0,-1-1-1 0 0,0 1 1 0 0,1-1 0 0 0,-1 1 0 0 0,1-1 0 0 0,-1 1-1 0 0,1-1 1 0 0,0 0 0 0 0,0 1 8 0 0,0-1 0 0 0,0 1 0 0 0,1-1 0 0 0,-1 1-1 0 0,1-1 1 0 0,-1 1 0 0 0,0 0 0 0 0,1 0 0 0 0,-1-1 0 0 0,1 1 0 0 0,0 0 0 0 0,4 1-131 0 0,0-1-1 0 0,-1 1 1 0 0,1 0 0 0 0,9 3 0 0 0,19 12-1871 0 0,-28-12 785 0 0,0-1 0 0 0,0 2 0 0 0,0-1 0 0 0,-1 1 0 0 0,10 9 0 0 0,-12-11 491 0 0,0 1-1 0 0,0 0 0 0 0,-1 0 0 0 0,0 0 1 0 0,1 0-1 0 0,-1 1 0 0 0,0-1 0 0 0,-1 1 1 0 0,2 6-1 0 0,-2-7 451 0 0,0 1-1 0 0,-1-1 1 0 0,1 1 0 0 0,-1-1-1 0 0,0 1 1 0 0,-2 6 0 0 0,1-3 263 0 0,-2-3-20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2:00.3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1 0 896 0 0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35319" cy="35253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4801" y="0"/>
            <a:ext cx="4035319" cy="352534"/>
          </a:xfrm>
          <a:prstGeom prst="rect">
            <a:avLst/>
          </a:prstGeom>
        </p:spPr>
        <p:txBody>
          <a:bodyPr vert="horz" lIns="93360" tIns="46680" rIns="93360" bIns="46680" rtlCol="0"/>
          <a:lstStyle>
            <a:lvl1pPr algn="r">
              <a:defRPr sz="1200"/>
            </a:lvl1pPr>
          </a:lstStyle>
          <a:p>
            <a:fld id="{C46A8ACA-9AED-4D59-95E2-B5DC2945C1B1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7938" y="877888"/>
            <a:ext cx="4216400" cy="23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60" tIns="46680" rIns="93360" bIns="4668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1228" y="3381394"/>
            <a:ext cx="7449820" cy="2766596"/>
          </a:xfrm>
          <a:prstGeom prst="rect">
            <a:avLst/>
          </a:prstGeom>
        </p:spPr>
        <p:txBody>
          <a:bodyPr vert="horz" lIns="93360" tIns="46680" rIns="93360" bIns="4668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73742"/>
            <a:ext cx="4035319" cy="352533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4801" y="6673742"/>
            <a:ext cx="4035319" cy="352533"/>
          </a:xfrm>
          <a:prstGeom prst="rect">
            <a:avLst/>
          </a:prstGeom>
        </p:spPr>
        <p:txBody>
          <a:bodyPr vert="horz" lIns="93360" tIns="46680" rIns="93360" bIns="46680" rtlCol="0" anchor="b"/>
          <a:lstStyle>
            <a:lvl1pPr algn="r">
              <a:defRPr sz="1200"/>
            </a:lvl1pPr>
          </a:lstStyle>
          <a:p>
            <a:fld id="{C30D3445-513F-408C-A5DD-E15B215BB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9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357D-BE3E-4199-AA87-3C5B843739AA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6B24A-E0B9-46AA-9606-C25D282D54A9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D7A36-982B-4C9E-AC40-422EC8668A28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E202-6CC2-4186-BD33-70F0F643968D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8A1DD-5558-4231-AE03-9D4E68802FC6}" type="datetime1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7FB16-0689-4D0F-A38A-489160F5249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327A-2A02-49BF-A01E-C32E8994C9E1}" type="datetime1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CFB00-F151-4D6E-A1B5-41158121222B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2979-354B-45B8-9296-612FFFD37E23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7BC08-293E-47EA-95E2-EF742AC7EB6E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87799-5D50-4226-95B9-42061E1EFC6A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ADA6-CE5D-4089-9139-DA8F20E8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05534-6F56-4D03-BCAE-F660817CA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74F0E-19B3-4B80-A300-6A94FEBB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7C286-0441-4959-9A04-94E9CCFCCD2C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02AA0-CAED-4098-B3EA-04D9FCAF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1B3E0-6725-4929-9F6D-3349C1CA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0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29556-1626-480D-B8D0-09C6EADB59D5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1.png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45.png"/><Relationship Id="rId16" Type="http://schemas.openxmlformats.org/officeDocument/2006/relationships/customXml" Target="../ink/ink7.xml"/><Relationship Id="rId11" Type="http://schemas.openxmlformats.org/officeDocument/2006/relationships/image" Target="../media/image6.png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0.png"/><Relationship Id="rId102" Type="http://schemas.openxmlformats.org/officeDocument/2006/relationships/customXml" Target="../ink/ink50.xml"/><Relationship Id="rId5" Type="http://schemas.openxmlformats.org/officeDocument/2006/relationships/image" Target="../media/image3.png"/><Relationship Id="rId90" Type="http://schemas.openxmlformats.org/officeDocument/2006/relationships/customXml" Target="../ink/ink44.xml"/><Relationship Id="rId95" Type="http://schemas.openxmlformats.org/officeDocument/2006/relationships/image" Target="../media/image48.png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5.png"/><Relationship Id="rId80" Type="http://schemas.openxmlformats.org/officeDocument/2006/relationships/customXml" Target="../ink/ink39.xml"/><Relationship Id="rId85" Type="http://schemas.openxmlformats.org/officeDocument/2006/relationships/image" Target="../media/image43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103" Type="http://schemas.openxmlformats.org/officeDocument/2006/relationships/image" Target="../media/image52.png"/><Relationship Id="rId20" Type="http://schemas.openxmlformats.org/officeDocument/2006/relationships/customXml" Target="../ink/ink9.xml"/><Relationship Id="rId41" Type="http://schemas.openxmlformats.org/officeDocument/2006/relationships/image" Target="../media/image21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38.png"/><Relationship Id="rId83" Type="http://schemas.openxmlformats.org/officeDocument/2006/relationships/image" Target="../media/image42.png"/><Relationship Id="rId88" Type="http://schemas.openxmlformats.org/officeDocument/2006/relationships/customXml" Target="../ink/ink43.xml"/><Relationship Id="rId91" Type="http://schemas.openxmlformats.org/officeDocument/2006/relationships/image" Target="../media/image46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4.xml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78" Type="http://schemas.openxmlformats.org/officeDocument/2006/relationships/customXml" Target="../ink/ink38.xml"/><Relationship Id="rId81" Type="http://schemas.openxmlformats.org/officeDocument/2006/relationships/image" Target="../media/image41.png"/><Relationship Id="rId86" Type="http://schemas.openxmlformats.org/officeDocument/2006/relationships/customXml" Target="../ink/ink42.xml"/><Relationship Id="rId94" Type="http://schemas.openxmlformats.org/officeDocument/2006/relationships/customXml" Target="../ink/ink46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39" Type="http://schemas.openxmlformats.org/officeDocument/2006/relationships/image" Target="../media/image20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8.png"/><Relationship Id="rId76" Type="http://schemas.openxmlformats.org/officeDocument/2006/relationships/customXml" Target="../ink/ink37.xml"/><Relationship Id="rId97" Type="http://schemas.openxmlformats.org/officeDocument/2006/relationships/image" Target="../media/image49.png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5.xml"/><Relationship Id="rId2" Type="http://schemas.openxmlformats.org/officeDocument/2006/relationships/image" Target="../media/image1.png"/><Relationship Id="rId29" Type="http://schemas.openxmlformats.org/officeDocument/2006/relationships/image" Target="../media/image15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66" Type="http://schemas.openxmlformats.org/officeDocument/2006/relationships/customXml" Target="../ink/ink32.xml"/><Relationship Id="rId87" Type="http://schemas.openxmlformats.org/officeDocument/2006/relationships/image" Target="../media/image44.png"/><Relationship Id="rId61" Type="http://schemas.openxmlformats.org/officeDocument/2006/relationships/image" Target="../media/image31.png"/><Relationship Id="rId82" Type="http://schemas.openxmlformats.org/officeDocument/2006/relationships/customXml" Target="../ink/ink40.xml"/><Relationship Id="rId19" Type="http://schemas.openxmlformats.org/officeDocument/2006/relationships/image" Target="../media/image10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56" Type="http://schemas.openxmlformats.org/officeDocument/2006/relationships/customXml" Target="../ink/ink27.xml"/><Relationship Id="rId77" Type="http://schemas.openxmlformats.org/officeDocument/2006/relationships/image" Target="../media/image39.png"/><Relationship Id="rId100" Type="http://schemas.openxmlformats.org/officeDocument/2006/relationships/customXml" Target="../ink/ink49.xml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72" Type="http://schemas.openxmlformats.org/officeDocument/2006/relationships/customXml" Target="../ink/ink35.xml"/><Relationship Id="rId93" Type="http://schemas.openxmlformats.org/officeDocument/2006/relationships/image" Target="../media/image47.png"/><Relationship Id="rId98" Type="http://schemas.openxmlformats.org/officeDocument/2006/relationships/customXml" Target="../ink/ink48.xml"/><Relationship Id="rId3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.png"/><Relationship Id="rId21" Type="http://schemas.openxmlformats.org/officeDocument/2006/relationships/image" Target="../media/image63.png"/><Relationship Id="rId42" Type="http://schemas.openxmlformats.org/officeDocument/2006/relationships/customXml" Target="../ink/ink70.xml"/><Relationship Id="rId63" Type="http://schemas.openxmlformats.org/officeDocument/2006/relationships/image" Target="../media/image84.png"/><Relationship Id="rId84" Type="http://schemas.openxmlformats.org/officeDocument/2006/relationships/customXml" Target="../ink/ink91.xml"/><Relationship Id="rId138" Type="http://schemas.openxmlformats.org/officeDocument/2006/relationships/customXml" Target="../ink/ink118.xml"/><Relationship Id="rId107" Type="http://schemas.openxmlformats.org/officeDocument/2006/relationships/image" Target="../media/image106.png"/><Relationship Id="rId11" Type="http://schemas.openxmlformats.org/officeDocument/2006/relationships/image" Target="../media/image58.png"/><Relationship Id="rId32" Type="http://schemas.openxmlformats.org/officeDocument/2006/relationships/customXml" Target="../ink/ink65.xml"/><Relationship Id="rId53" Type="http://schemas.openxmlformats.org/officeDocument/2006/relationships/image" Target="../media/image79.png"/><Relationship Id="rId74" Type="http://schemas.openxmlformats.org/officeDocument/2006/relationships/customXml" Target="../ink/ink86.xml"/><Relationship Id="rId128" Type="http://schemas.openxmlformats.org/officeDocument/2006/relationships/customXml" Target="../ink/ink113.xml"/><Relationship Id="rId5" Type="http://schemas.openxmlformats.org/officeDocument/2006/relationships/image" Target="../media/image55.png"/><Relationship Id="rId90" Type="http://schemas.openxmlformats.org/officeDocument/2006/relationships/customXml" Target="../ink/ink94.xml"/><Relationship Id="rId95" Type="http://schemas.openxmlformats.org/officeDocument/2006/relationships/image" Target="../media/image100.png"/><Relationship Id="rId22" Type="http://schemas.openxmlformats.org/officeDocument/2006/relationships/customXml" Target="../ink/ink60.xml"/><Relationship Id="rId27" Type="http://schemas.openxmlformats.org/officeDocument/2006/relationships/image" Target="../media/image66.png"/><Relationship Id="rId43" Type="http://schemas.openxmlformats.org/officeDocument/2006/relationships/image" Target="../media/image74.png"/><Relationship Id="rId48" Type="http://schemas.openxmlformats.org/officeDocument/2006/relationships/customXml" Target="../ink/ink73.xml"/><Relationship Id="rId64" Type="http://schemas.openxmlformats.org/officeDocument/2006/relationships/customXml" Target="../ink/ink81.xml"/><Relationship Id="rId69" Type="http://schemas.openxmlformats.org/officeDocument/2006/relationships/image" Target="../media/image87.png"/><Relationship Id="rId113" Type="http://schemas.openxmlformats.org/officeDocument/2006/relationships/image" Target="../media/image109.png"/><Relationship Id="rId118" Type="http://schemas.openxmlformats.org/officeDocument/2006/relationships/customXml" Target="../ink/ink108.xml"/><Relationship Id="rId134" Type="http://schemas.openxmlformats.org/officeDocument/2006/relationships/customXml" Target="../ink/ink116.xml"/><Relationship Id="rId139" Type="http://schemas.openxmlformats.org/officeDocument/2006/relationships/image" Target="../media/image122.png"/><Relationship Id="rId80" Type="http://schemas.openxmlformats.org/officeDocument/2006/relationships/customXml" Target="../ink/ink89.xml"/><Relationship Id="rId85" Type="http://schemas.openxmlformats.org/officeDocument/2006/relationships/image" Target="../media/image95.png"/><Relationship Id="rId12" Type="http://schemas.openxmlformats.org/officeDocument/2006/relationships/customXml" Target="../ink/ink55.xml"/><Relationship Id="rId17" Type="http://schemas.openxmlformats.org/officeDocument/2006/relationships/image" Target="../media/image61.png"/><Relationship Id="rId33" Type="http://schemas.openxmlformats.org/officeDocument/2006/relationships/image" Target="../media/image69.png"/><Relationship Id="rId38" Type="http://schemas.openxmlformats.org/officeDocument/2006/relationships/customXml" Target="../ink/ink68.xml"/><Relationship Id="rId59" Type="http://schemas.openxmlformats.org/officeDocument/2006/relationships/image" Target="../media/image82.png"/><Relationship Id="rId103" Type="http://schemas.openxmlformats.org/officeDocument/2006/relationships/image" Target="../media/image104.png"/><Relationship Id="rId108" Type="http://schemas.openxmlformats.org/officeDocument/2006/relationships/customXml" Target="../ink/ink103.xml"/><Relationship Id="rId124" Type="http://schemas.openxmlformats.org/officeDocument/2006/relationships/customXml" Target="../ink/ink111.xml"/><Relationship Id="rId129" Type="http://schemas.openxmlformats.org/officeDocument/2006/relationships/image" Target="../media/image117.png"/><Relationship Id="rId54" Type="http://schemas.openxmlformats.org/officeDocument/2006/relationships/customXml" Target="../ink/ink76.xml"/><Relationship Id="rId70" Type="http://schemas.openxmlformats.org/officeDocument/2006/relationships/customXml" Target="../ink/ink84.xml"/><Relationship Id="rId75" Type="http://schemas.openxmlformats.org/officeDocument/2006/relationships/image" Target="../media/image90.png"/><Relationship Id="rId91" Type="http://schemas.openxmlformats.org/officeDocument/2006/relationships/image" Target="../media/image98.png"/><Relationship Id="rId96" Type="http://schemas.openxmlformats.org/officeDocument/2006/relationships/customXml" Target="../ink/ink97.xml"/><Relationship Id="rId140" Type="http://schemas.openxmlformats.org/officeDocument/2006/relationships/customXml" Target="../ink/ink119.xml"/><Relationship Id="rId145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.xml"/><Relationship Id="rId23" Type="http://schemas.openxmlformats.org/officeDocument/2006/relationships/image" Target="../media/image64.png"/><Relationship Id="rId28" Type="http://schemas.openxmlformats.org/officeDocument/2006/relationships/customXml" Target="../ink/ink63.xml"/><Relationship Id="rId49" Type="http://schemas.openxmlformats.org/officeDocument/2006/relationships/image" Target="../media/image77.png"/><Relationship Id="rId114" Type="http://schemas.openxmlformats.org/officeDocument/2006/relationships/customXml" Target="../ink/ink106.xml"/><Relationship Id="rId119" Type="http://schemas.openxmlformats.org/officeDocument/2006/relationships/image" Target="../media/image112.png"/><Relationship Id="rId44" Type="http://schemas.openxmlformats.org/officeDocument/2006/relationships/customXml" Target="../ink/ink71.xml"/><Relationship Id="rId60" Type="http://schemas.openxmlformats.org/officeDocument/2006/relationships/customXml" Target="../ink/ink79.xml"/><Relationship Id="rId65" Type="http://schemas.openxmlformats.org/officeDocument/2006/relationships/image" Target="../media/image85.png"/><Relationship Id="rId81" Type="http://schemas.openxmlformats.org/officeDocument/2006/relationships/image" Target="../media/image93.png"/><Relationship Id="rId86" Type="http://schemas.openxmlformats.org/officeDocument/2006/relationships/customXml" Target="../ink/ink92.xml"/><Relationship Id="rId130" Type="http://schemas.openxmlformats.org/officeDocument/2006/relationships/customXml" Target="../ink/ink114.xml"/><Relationship Id="rId135" Type="http://schemas.openxmlformats.org/officeDocument/2006/relationships/image" Target="../media/image120.png"/><Relationship Id="rId13" Type="http://schemas.openxmlformats.org/officeDocument/2006/relationships/image" Target="../media/image59.png"/><Relationship Id="rId18" Type="http://schemas.openxmlformats.org/officeDocument/2006/relationships/customXml" Target="../ink/ink58.xml"/><Relationship Id="rId39" Type="http://schemas.openxmlformats.org/officeDocument/2006/relationships/image" Target="../media/image72.png"/><Relationship Id="rId109" Type="http://schemas.openxmlformats.org/officeDocument/2006/relationships/image" Target="../media/image107.png"/><Relationship Id="rId34" Type="http://schemas.openxmlformats.org/officeDocument/2006/relationships/customXml" Target="../ink/ink66.xml"/><Relationship Id="rId50" Type="http://schemas.openxmlformats.org/officeDocument/2006/relationships/customXml" Target="../ink/ink74.xml"/><Relationship Id="rId55" Type="http://schemas.openxmlformats.org/officeDocument/2006/relationships/image" Target="../media/image80.png"/><Relationship Id="rId76" Type="http://schemas.openxmlformats.org/officeDocument/2006/relationships/customXml" Target="../ink/ink87.xml"/><Relationship Id="rId97" Type="http://schemas.openxmlformats.org/officeDocument/2006/relationships/image" Target="../media/image101.png"/><Relationship Id="rId104" Type="http://schemas.openxmlformats.org/officeDocument/2006/relationships/customXml" Target="../ink/ink101.xml"/><Relationship Id="rId120" Type="http://schemas.openxmlformats.org/officeDocument/2006/relationships/customXml" Target="../ink/ink109.xml"/><Relationship Id="rId125" Type="http://schemas.openxmlformats.org/officeDocument/2006/relationships/image" Target="../media/image115.png"/><Relationship Id="rId141" Type="http://schemas.openxmlformats.org/officeDocument/2006/relationships/image" Target="../media/image123.png"/><Relationship Id="rId146" Type="http://schemas.openxmlformats.org/officeDocument/2006/relationships/customXml" Target="../ink/ink122.xml"/><Relationship Id="rId7" Type="http://schemas.openxmlformats.org/officeDocument/2006/relationships/image" Target="../media/image56.png"/><Relationship Id="rId71" Type="http://schemas.openxmlformats.org/officeDocument/2006/relationships/image" Target="../media/image88.png"/><Relationship Id="rId92" Type="http://schemas.openxmlformats.org/officeDocument/2006/relationships/customXml" Target="../ink/ink95.xml"/><Relationship Id="rId2" Type="http://schemas.openxmlformats.org/officeDocument/2006/relationships/image" Target="../media/image53.png"/><Relationship Id="rId29" Type="http://schemas.openxmlformats.org/officeDocument/2006/relationships/image" Target="../media/image67.png"/><Relationship Id="rId24" Type="http://schemas.openxmlformats.org/officeDocument/2006/relationships/customXml" Target="../ink/ink61.xml"/><Relationship Id="rId40" Type="http://schemas.openxmlformats.org/officeDocument/2006/relationships/customXml" Target="../ink/ink69.xml"/><Relationship Id="rId45" Type="http://schemas.openxmlformats.org/officeDocument/2006/relationships/image" Target="../media/image75.png"/><Relationship Id="rId66" Type="http://schemas.openxmlformats.org/officeDocument/2006/relationships/customXml" Target="../ink/ink82.xml"/><Relationship Id="rId87" Type="http://schemas.openxmlformats.org/officeDocument/2006/relationships/image" Target="../media/image96.png"/><Relationship Id="rId110" Type="http://schemas.openxmlformats.org/officeDocument/2006/relationships/customXml" Target="../ink/ink104.xml"/><Relationship Id="rId115" Type="http://schemas.openxmlformats.org/officeDocument/2006/relationships/image" Target="../media/image110.png"/><Relationship Id="rId131" Type="http://schemas.openxmlformats.org/officeDocument/2006/relationships/image" Target="../media/image118.png"/><Relationship Id="rId136" Type="http://schemas.openxmlformats.org/officeDocument/2006/relationships/customXml" Target="../ink/ink117.xml"/><Relationship Id="rId61" Type="http://schemas.openxmlformats.org/officeDocument/2006/relationships/image" Target="../media/image83.png"/><Relationship Id="rId82" Type="http://schemas.openxmlformats.org/officeDocument/2006/relationships/customXml" Target="../ink/ink90.xml"/><Relationship Id="rId19" Type="http://schemas.openxmlformats.org/officeDocument/2006/relationships/image" Target="../media/image62.png"/><Relationship Id="rId14" Type="http://schemas.openxmlformats.org/officeDocument/2006/relationships/customXml" Target="../ink/ink56.xml"/><Relationship Id="rId30" Type="http://schemas.openxmlformats.org/officeDocument/2006/relationships/customXml" Target="../ink/ink64.xml"/><Relationship Id="rId35" Type="http://schemas.openxmlformats.org/officeDocument/2006/relationships/image" Target="../media/image70.png"/><Relationship Id="rId56" Type="http://schemas.openxmlformats.org/officeDocument/2006/relationships/customXml" Target="../ink/ink77.xml"/><Relationship Id="rId77" Type="http://schemas.openxmlformats.org/officeDocument/2006/relationships/image" Target="../media/image91.png"/><Relationship Id="rId100" Type="http://schemas.openxmlformats.org/officeDocument/2006/relationships/customXml" Target="../ink/ink99.xml"/><Relationship Id="rId105" Type="http://schemas.openxmlformats.org/officeDocument/2006/relationships/image" Target="../media/image105.png"/><Relationship Id="rId126" Type="http://schemas.openxmlformats.org/officeDocument/2006/relationships/customXml" Target="../ink/ink112.xml"/><Relationship Id="rId147" Type="http://schemas.openxmlformats.org/officeDocument/2006/relationships/image" Target="../media/image126.png"/><Relationship Id="rId8" Type="http://schemas.openxmlformats.org/officeDocument/2006/relationships/customXml" Target="../ink/ink53.xml"/><Relationship Id="rId51" Type="http://schemas.openxmlformats.org/officeDocument/2006/relationships/image" Target="../media/image78.png"/><Relationship Id="rId72" Type="http://schemas.openxmlformats.org/officeDocument/2006/relationships/customXml" Target="../ink/ink85.xml"/><Relationship Id="rId93" Type="http://schemas.openxmlformats.org/officeDocument/2006/relationships/image" Target="../media/image99.png"/><Relationship Id="rId98" Type="http://schemas.openxmlformats.org/officeDocument/2006/relationships/customXml" Target="../ink/ink98.xml"/><Relationship Id="rId121" Type="http://schemas.openxmlformats.org/officeDocument/2006/relationships/image" Target="../media/image113.png"/><Relationship Id="rId142" Type="http://schemas.openxmlformats.org/officeDocument/2006/relationships/customXml" Target="../ink/ink120.xml"/><Relationship Id="rId3" Type="http://schemas.openxmlformats.org/officeDocument/2006/relationships/image" Target="../media/image54.png"/><Relationship Id="rId25" Type="http://schemas.openxmlformats.org/officeDocument/2006/relationships/image" Target="../media/image65.png"/><Relationship Id="rId46" Type="http://schemas.openxmlformats.org/officeDocument/2006/relationships/customXml" Target="../ink/ink72.xml"/><Relationship Id="rId67" Type="http://schemas.openxmlformats.org/officeDocument/2006/relationships/image" Target="../media/image86.png"/><Relationship Id="rId116" Type="http://schemas.openxmlformats.org/officeDocument/2006/relationships/customXml" Target="../ink/ink107.xml"/><Relationship Id="rId137" Type="http://schemas.openxmlformats.org/officeDocument/2006/relationships/image" Target="../media/image121.png"/><Relationship Id="rId20" Type="http://schemas.openxmlformats.org/officeDocument/2006/relationships/customXml" Target="../ink/ink59.xml"/><Relationship Id="rId41" Type="http://schemas.openxmlformats.org/officeDocument/2006/relationships/image" Target="../media/image73.png"/><Relationship Id="rId62" Type="http://schemas.openxmlformats.org/officeDocument/2006/relationships/customXml" Target="../ink/ink80.xml"/><Relationship Id="rId83" Type="http://schemas.openxmlformats.org/officeDocument/2006/relationships/image" Target="../media/image94.png"/><Relationship Id="rId88" Type="http://schemas.openxmlformats.org/officeDocument/2006/relationships/customXml" Target="../ink/ink93.xml"/><Relationship Id="rId111" Type="http://schemas.openxmlformats.org/officeDocument/2006/relationships/image" Target="../media/image108.png"/><Relationship Id="rId132" Type="http://schemas.openxmlformats.org/officeDocument/2006/relationships/customXml" Target="../ink/ink115.xml"/><Relationship Id="rId15" Type="http://schemas.openxmlformats.org/officeDocument/2006/relationships/image" Target="../media/image60.png"/><Relationship Id="rId36" Type="http://schemas.openxmlformats.org/officeDocument/2006/relationships/customXml" Target="../ink/ink67.xml"/><Relationship Id="rId57" Type="http://schemas.openxmlformats.org/officeDocument/2006/relationships/image" Target="../media/image81.png"/><Relationship Id="rId106" Type="http://schemas.openxmlformats.org/officeDocument/2006/relationships/customXml" Target="../ink/ink102.xml"/><Relationship Id="rId127" Type="http://schemas.openxmlformats.org/officeDocument/2006/relationships/image" Target="../media/image116.png"/><Relationship Id="rId10" Type="http://schemas.openxmlformats.org/officeDocument/2006/relationships/customXml" Target="../ink/ink54.xml"/><Relationship Id="rId31" Type="http://schemas.openxmlformats.org/officeDocument/2006/relationships/image" Target="../media/image68.png"/><Relationship Id="rId52" Type="http://schemas.openxmlformats.org/officeDocument/2006/relationships/customXml" Target="../ink/ink75.xml"/><Relationship Id="rId73" Type="http://schemas.openxmlformats.org/officeDocument/2006/relationships/image" Target="../media/image89.png"/><Relationship Id="rId78" Type="http://schemas.openxmlformats.org/officeDocument/2006/relationships/customXml" Target="../ink/ink88.xml"/><Relationship Id="rId94" Type="http://schemas.openxmlformats.org/officeDocument/2006/relationships/customXml" Target="../ink/ink96.xml"/><Relationship Id="rId99" Type="http://schemas.openxmlformats.org/officeDocument/2006/relationships/image" Target="../media/image102.png"/><Relationship Id="rId101" Type="http://schemas.openxmlformats.org/officeDocument/2006/relationships/image" Target="../media/image103.png"/><Relationship Id="rId122" Type="http://schemas.openxmlformats.org/officeDocument/2006/relationships/customXml" Target="../ink/ink110.xml"/><Relationship Id="rId143" Type="http://schemas.openxmlformats.org/officeDocument/2006/relationships/image" Target="../media/image124.png"/><Relationship Id="rId4" Type="http://schemas.openxmlformats.org/officeDocument/2006/relationships/customXml" Target="../ink/ink51.xml"/><Relationship Id="rId9" Type="http://schemas.openxmlformats.org/officeDocument/2006/relationships/image" Target="../media/image57.png"/><Relationship Id="rId26" Type="http://schemas.openxmlformats.org/officeDocument/2006/relationships/customXml" Target="../ink/ink62.xml"/><Relationship Id="rId47" Type="http://schemas.openxmlformats.org/officeDocument/2006/relationships/image" Target="../media/image76.png"/><Relationship Id="rId68" Type="http://schemas.openxmlformats.org/officeDocument/2006/relationships/customXml" Target="../ink/ink83.xml"/><Relationship Id="rId89" Type="http://schemas.openxmlformats.org/officeDocument/2006/relationships/image" Target="../media/image97.png"/><Relationship Id="rId112" Type="http://schemas.openxmlformats.org/officeDocument/2006/relationships/customXml" Target="../ink/ink105.xml"/><Relationship Id="rId133" Type="http://schemas.openxmlformats.org/officeDocument/2006/relationships/image" Target="../media/image119.png"/><Relationship Id="rId16" Type="http://schemas.openxmlformats.org/officeDocument/2006/relationships/customXml" Target="../ink/ink57.xml"/><Relationship Id="rId37" Type="http://schemas.openxmlformats.org/officeDocument/2006/relationships/image" Target="../media/image71.png"/><Relationship Id="rId58" Type="http://schemas.openxmlformats.org/officeDocument/2006/relationships/customXml" Target="../ink/ink78.xml"/><Relationship Id="rId79" Type="http://schemas.openxmlformats.org/officeDocument/2006/relationships/image" Target="../media/image92.png"/><Relationship Id="rId102" Type="http://schemas.openxmlformats.org/officeDocument/2006/relationships/customXml" Target="../ink/ink100.xml"/><Relationship Id="rId123" Type="http://schemas.openxmlformats.org/officeDocument/2006/relationships/image" Target="../media/image114.png"/><Relationship Id="rId144" Type="http://schemas.openxmlformats.org/officeDocument/2006/relationships/customXml" Target="../ink/ink12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customXml" Target="../ink/ink130.xml"/><Relationship Id="rId26" Type="http://schemas.openxmlformats.org/officeDocument/2006/relationships/customXml" Target="../ink/ink134.xml"/><Relationship Id="rId39" Type="http://schemas.openxmlformats.org/officeDocument/2006/relationships/image" Target="../media/image146.png"/><Relationship Id="rId21" Type="http://schemas.openxmlformats.org/officeDocument/2006/relationships/image" Target="../media/image137.png"/><Relationship Id="rId34" Type="http://schemas.openxmlformats.org/officeDocument/2006/relationships/customXml" Target="../ink/ink138.xml"/><Relationship Id="rId42" Type="http://schemas.openxmlformats.org/officeDocument/2006/relationships/customXml" Target="../ink/ink142.xml"/><Relationship Id="rId47" Type="http://schemas.openxmlformats.org/officeDocument/2006/relationships/image" Target="../media/image150.png"/><Relationship Id="rId50" Type="http://schemas.openxmlformats.org/officeDocument/2006/relationships/customXml" Target="../ink/ink146.xml"/><Relationship Id="rId55" Type="http://schemas.openxmlformats.org/officeDocument/2006/relationships/image" Target="../media/image154.png"/><Relationship Id="rId7" Type="http://schemas.openxmlformats.org/officeDocument/2006/relationships/image" Target="../media/image130.png"/><Relationship Id="rId2" Type="http://schemas.openxmlformats.org/officeDocument/2006/relationships/image" Target="../media/image127.png"/><Relationship Id="rId16" Type="http://schemas.openxmlformats.org/officeDocument/2006/relationships/customXml" Target="../ink/ink129.xml"/><Relationship Id="rId29" Type="http://schemas.openxmlformats.org/officeDocument/2006/relationships/image" Target="../media/image141.png"/><Relationship Id="rId11" Type="http://schemas.openxmlformats.org/officeDocument/2006/relationships/image" Target="../media/image132.png"/><Relationship Id="rId24" Type="http://schemas.openxmlformats.org/officeDocument/2006/relationships/customXml" Target="../ink/ink133.xml"/><Relationship Id="rId32" Type="http://schemas.openxmlformats.org/officeDocument/2006/relationships/customXml" Target="../ink/ink137.xml"/><Relationship Id="rId37" Type="http://schemas.openxmlformats.org/officeDocument/2006/relationships/image" Target="../media/image145.png"/><Relationship Id="rId40" Type="http://schemas.openxmlformats.org/officeDocument/2006/relationships/customXml" Target="../ink/ink141.xml"/><Relationship Id="rId45" Type="http://schemas.openxmlformats.org/officeDocument/2006/relationships/image" Target="../media/image149.png"/><Relationship Id="rId53" Type="http://schemas.openxmlformats.org/officeDocument/2006/relationships/image" Target="../media/image153.png"/><Relationship Id="rId58" Type="http://schemas.openxmlformats.org/officeDocument/2006/relationships/customXml" Target="../ink/ink150.xml"/><Relationship Id="rId5" Type="http://schemas.openxmlformats.org/officeDocument/2006/relationships/image" Target="../media/image129.png"/><Relationship Id="rId19" Type="http://schemas.openxmlformats.org/officeDocument/2006/relationships/image" Target="../media/image136.png"/><Relationship Id="rId4" Type="http://schemas.openxmlformats.org/officeDocument/2006/relationships/customXml" Target="../ink/ink123.xml"/><Relationship Id="rId9" Type="http://schemas.openxmlformats.org/officeDocument/2006/relationships/image" Target="../media/image131.png"/><Relationship Id="rId14" Type="http://schemas.openxmlformats.org/officeDocument/2006/relationships/customXml" Target="../ink/ink128.xml"/><Relationship Id="rId22" Type="http://schemas.openxmlformats.org/officeDocument/2006/relationships/customXml" Target="../ink/ink132.xml"/><Relationship Id="rId27" Type="http://schemas.openxmlformats.org/officeDocument/2006/relationships/image" Target="../media/image140.png"/><Relationship Id="rId30" Type="http://schemas.openxmlformats.org/officeDocument/2006/relationships/customXml" Target="../ink/ink136.xml"/><Relationship Id="rId35" Type="http://schemas.openxmlformats.org/officeDocument/2006/relationships/image" Target="../media/image144.png"/><Relationship Id="rId43" Type="http://schemas.openxmlformats.org/officeDocument/2006/relationships/image" Target="../media/image148.png"/><Relationship Id="rId48" Type="http://schemas.openxmlformats.org/officeDocument/2006/relationships/customXml" Target="../ink/ink145.xml"/><Relationship Id="rId56" Type="http://schemas.openxmlformats.org/officeDocument/2006/relationships/customXml" Target="../ink/ink149.xml"/><Relationship Id="rId8" Type="http://schemas.openxmlformats.org/officeDocument/2006/relationships/customXml" Target="../ink/ink125.xml"/><Relationship Id="rId51" Type="http://schemas.openxmlformats.org/officeDocument/2006/relationships/image" Target="../media/image152.png"/><Relationship Id="rId3" Type="http://schemas.openxmlformats.org/officeDocument/2006/relationships/image" Target="../media/image128.svg"/><Relationship Id="rId12" Type="http://schemas.openxmlformats.org/officeDocument/2006/relationships/customXml" Target="../ink/ink127.xml"/><Relationship Id="rId17" Type="http://schemas.openxmlformats.org/officeDocument/2006/relationships/image" Target="../media/image135.png"/><Relationship Id="rId25" Type="http://schemas.openxmlformats.org/officeDocument/2006/relationships/image" Target="../media/image139.png"/><Relationship Id="rId33" Type="http://schemas.openxmlformats.org/officeDocument/2006/relationships/image" Target="../media/image143.png"/><Relationship Id="rId38" Type="http://schemas.openxmlformats.org/officeDocument/2006/relationships/customXml" Target="../ink/ink140.xml"/><Relationship Id="rId46" Type="http://schemas.openxmlformats.org/officeDocument/2006/relationships/customXml" Target="../ink/ink144.xml"/><Relationship Id="rId59" Type="http://schemas.openxmlformats.org/officeDocument/2006/relationships/image" Target="../media/image156.png"/><Relationship Id="rId20" Type="http://schemas.openxmlformats.org/officeDocument/2006/relationships/customXml" Target="../ink/ink131.xml"/><Relationship Id="rId41" Type="http://schemas.openxmlformats.org/officeDocument/2006/relationships/image" Target="../media/image147.png"/><Relationship Id="rId54" Type="http://schemas.openxmlformats.org/officeDocument/2006/relationships/customXml" Target="../ink/ink148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24.xml"/><Relationship Id="rId15" Type="http://schemas.openxmlformats.org/officeDocument/2006/relationships/image" Target="../media/image134.png"/><Relationship Id="rId23" Type="http://schemas.openxmlformats.org/officeDocument/2006/relationships/image" Target="../media/image138.png"/><Relationship Id="rId28" Type="http://schemas.openxmlformats.org/officeDocument/2006/relationships/customXml" Target="../ink/ink135.xml"/><Relationship Id="rId36" Type="http://schemas.openxmlformats.org/officeDocument/2006/relationships/customXml" Target="../ink/ink139.xml"/><Relationship Id="rId49" Type="http://schemas.openxmlformats.org/officeDocument/2006/relationships/image" Target="../media/image151.png"/><Relationship Id="rId57" Type="http://schemas.openxmlformats.org/officeDocument/2006/relationships/image" Target="../media/image155.png"/><Relationship Id="rId10" Type="http://schemas.openxmlformats.org/officeDocument/2006/relationships/customXml" Target="../ink/ink126.xml"/><Relationship Id="rId31" Type="http://schemas.openxmlformats.org/officeDocument/2006/relationships/image" Target="../media/image142.png"/><Relationship Id="rId44" Type="http://schemas.openxmlformats.org/officeDocument/2006/relationships/customXml" Target="../ink/ink143.xml"/><Relationship Id="rId52" Type="http://schemas.openxmlformats.org/officeDocument/2006/relationships/customXml" Target="../ink/ink14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customXml" Target="../ink/ink156.xml"/><Relationship Id="rId3" Type="http://schemas.openxmlformats.org/officeDocument/2006/relationships/customXml" Target="../ink/ink151.xml"/><Relationship Id="rId7" Type="http://schemas.openxmlformats.org/officeDocument/2006/relationships/customXml" Target="../ink/ink153.xml"/><Relationship Id="rId12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9.png"/><Relationship Id="rId11" Type="http://schemas.openxmlformats.org/officeDocument/2006/relationships/customXml" Target="../ink/ink155.xml"/><Relationship Id="rId5" Type="http://schemas.openxmlformats.org/officeDocument/2006/relationships/customXml" Target="../ink/ink152.xml"/><Relationship Id="rId10" Type="http://schemas.openxmlformats.org/officeDocument/2006/relationships/image" Target="../media/image161.png"/><Relationship Id="rId4" Type="http://schemas.openxmlformats.org/officeDocument/2006/relationships/image" Target="../media/image158.png"/><Relationship Id="rId9" Type="http://schemas.openxmlformats.org/officeDocument/2006/relationships/customXml" Target="../ink/ink154.xml"/><Relationship Id="rId14" Type="http://schemas.openxmlformats.org/officeDocument/2006/relationships/image" Target="../media/image163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2.png"/><Relationship Id="rId21" Type="http://schemas.openxmlformats.org/officeDocument/2006/relationships/image" Target="../media/image174.png"/><Relationship Id="rId42" Type="http://schemas.openxmlformats.org/officeDocument/2006/relationships/customXml" Target="../ink/ink176.xml"/><Relationship Id="rId63" Type="http://schemas.openxmlformats.org/officeDocument/2006/relationships/image" Target="../media/image195.png"/><Relationship Id="rId84" Type="http://schemas.openxmlformats.org/officeDocument/2006/relationships/customXml" Target="../ink/ink197.xml"/><Relationship Id="rId16" Type="http://schemas.openxmlformats.org/officeDocument/2006/relationships/customXml" Target="../ink/ink163.xml"/><Relationship Id="rId107" Type="http://schemas.openxmlformats.org/officeDocument/2006/relationships/image" Target="../media/image217.png"/><Relationship Id="rId11" Type="http://schemas.openxmlformats.org/officeDocument/2006/relationships/image" Target="../media/image169.png"/><Relationship Id="rId32" Type="http://schemas.openxmlformats.org/officeDocument/2006/relationships/customXml" Target="../ink/ink171.xml"/><Relationship Id="rId37" Type="http://schemas.openxmlformats.org/officeDocument/2006/relationships/image" Target="../media/image182.png"/><Relationship Id="rId53" Type="http://schemas.openxmlformats.org/officeDocument/2006/relationships/image" Target="../media/image190.png"/><Relationship Id="rId58" Type="http://schemas.openxmlformats.org/officeDocument/2006/relationships/customXml" Target="../ink/ink184.xml"/><Relationship Id="rId74" Type="http://schemas.openxmlformats.org/officeDocument/2006/relationships/customXml" Target="../ink/ink192.xml"/><Relationship Id="rId79" Type="http://schemas.openxmlformats.org/officeDocument/2006/relationships/image" Target="../media/image203.png"/><Relationship Id="rId102" Type="http://schemas.openxmlformats.org/officeDocument/2006/relationships/customXml" Target="../ink/ink206.xml"/><Relationship Id="rId123" Type="http://schemas.openxmlformats.org/officeDocument/2006/relationships/image" Target="../media/image225.png"/><Relationship Id="rId128" Type="http://schemas.openxmlformats.org/officeDocument/2006/relationships/customXml" Target="../ink/ink219.xml"/><Relationship Id="rId5" Type="http://schemas.openxmlformats.org/officeDocument/2006/relationships/image" Target="../media/image166.png"/><Relationship Id="rId90" Type="http://schemas.openxmlformats.org/officeDocument/2006/relationships/customXml" Target="../ink/ink200.xml"/><Relationship Id="rId95" Type="http://schemas.openxmlformats.org/officeDocument/2006/relationships/image" Target="../media/image211.png"/><Relationship Id="rId22" Type="http://schemas.openxmlformats.org/officeDocument/2006/relationships/customXml" Target="../ink/ink166.xml"/><Relationship Id="rId27" Type="http://schemas.openxmlformats.org/officeDocument/2006/relationships/image" Target="../media/image177.png"/><Relationship Id="rId43" Type="http://schemas.openxmlformats.org/officeDocument/2006/relationships/image" Target="../media/image185.png"/><Relationship Id="rId48" Type="http://schemas.openxmlformats.org/officeDocument/2006/relationships/customXml" Target="../ink/ink179.xml"/><Relationship Id="rId64" Type="http://schemas.openxmlformats.org/officeDocument/2006/relationships/customXml" Target="../ink/ink187.xml"/><Relationship Id="rId69" Type="http://schemas.openxmlformats.org/officeDocument/2006/relationships/image" Target="../media/image198.png"/><Relationship Id="rId113" Type="http://schemas.openxmlformats.org/officeDocument/2006/relationships/image" Target="../media/image220.png"/><Relationship Id="rId118" Type="http://schemas.openxmlformats.org/officeDocument/2006/relationships/customXml" Target="../ink/ink214.xml"/><Relationship Id="rId134" Type="http://schemas.openxmlformats.org/officeDocument/2006/relationships/customXml" Target="../ink/ink222.xml"/><Relationship Id="rId80" Type="http://schemas.openxmlformats.org/officeDocument/2006/relationships/customXml" Target="../ink/ink195.xml"/><Relationship Id="rId85" Type="http://schemas.openxmlformats.org/officeDocument/2006/relationships/image" Target="../media/image206.png"/><Relationship Id="rId12" Type="http://schemas.openxmlformats.org/officeDocument/2006/relationships/customXml" Target="../ink/ink161.xml"/><Relationship Id="rId17" Type="http://schemas.openxmlformats.org/officeDocument/2006/relationships/image" Target="../media/image172.png"/><Relationship Id="rId33" Type="http://schemas.openxmlformats.org/officeDocument/2006/relationships/image" Target="../media/image180.png"/><Relationship Id="rId38" Type="http://schemas.openxmlformats.org/officeDocument/2006/relationships/customXml" Target="../ink/ink174.xml"/><Relationship Id="rId59" Type="http://schemas.openxmlformats.org/officeDocument/2006/relationships/image" Target="../media/image193.png"/><Relationship Id="rId103" Type="http://schemas.openxmlformats.org/officeDocument/2006/relationships/image" Target="../media/image215.png"/><Relationship Id="rId108" Type="http://schemas.openxmlformats.org/officeDocument/2006/relationships/customXml" Target="../ink/ink209.xml"/><Relationship Id="rId124" Type="http://schemas.openxmlformats.org/officeDocument/2006/relationships/customXml" Target="../ink/ink217.xml"/><Relationship Id="rId129" Type="http://schemas.openxmlformats.org/officeDocument/2006/relationships/image" Target="../media/image228.png"/><Relationship Id="rId54" Type="http://schemas.openxmlformats.org/officeDocument/2006/relationships/customXml" Target="../ink/ink182.xml"/><Relationship Id="rId70" Type="http://schemas.openxmlformats.org/officeDocument/2006/relationships/customXml" Target="../ink/ink190.xml"/><Relationship Id="rId75" Type="http://schemas.openxmlformats.org/officeDocument/2006/relationships/image" Target="../media/image201.png"/><Relationship Id="rId91" Type="http://schemas.openxmlformats.org/officeDocument/2006/relationships/image" Target="../media/image209.png"/><Relationship Id="rId96" Type="http://schemas.openxmlformats.org/officeDocument/2006/relationships/customXml" Target="../ink/ink20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58.xml"/><Relationship Id="rId23" Type="http://schemas.openxmlformats.org/officeDocument/2006/relationships/image" Target="../media/image175.png"/><Relationship Id="rId28" Type="http://schemas.openxmlformats.org/officeDocument/2006/relationships/customXml" Target="../ink/ink169.xml"/><Relationship Id="rId49" Type="http://schemas.openxmlformats.org/officeDocument/2006/relationships/image" Target="../media/image188.png"/><Relationship Id="rId114" Type="http://schemas.openxmlformats.org/officeDocument/2006/relationships/customXml" Target="../ink/ink212.xml"/><Relationship Id="rId119" Type="http://schemas.openxmlformats.org/officeDocument/2006/relationships/image" Target="../media/image223.png"/><Relationship Id="rId44" Type="http://schemas.openxmlformats.org/officeDocument/2006/relationships/customXml" Target="../ink/ink177.xml"/><Relationship Id="rId60" Type="http://schemas.openxmlformats.org/officeDocument/2006/relationships/customXml" Target="../ink/ink185.xml"/><Relationship Id="rId65" Type="http://schemas.openxmlformats.org/officeDocument/2006/relationships/image" Target="../media/image196.png"/><Relationship Id="rId81" Type="http://schemas.openxmlformats.org/officeDocument/2006/relationships/image" Target="../media/image204.png"/><Relationship Id="rId86" Type="http://schemas.openxmlformats.org/officeDocument/2006/relationships/customXml" Target="../ink/ink198.xml"/><Relationship Id="rId130" Type="http://schemas.openxmlformats.org/officeDocument/2006/relationships/customXml" Target="../ink/ink220.xml"/><Relationship Id="rId135" Type="http://schemas.openxmlformats.org/officeDocument/2006/relationships/image" Target="../media/image231.png"/><Relationship Id="rId13" Type="http://schemas.openxmlformats.org/officeDocument/2006/relationships/image" Target="../media/image170.png"/><Relationship Id="rId18" Type="http://schemas.openxmlformats.org/officeDocument/2006/relationships/customXml" Target="../ink/ink164.xml"/><Relationship Id="rId39" Type="http://schemas.openxmlformats.org/officeDocument/2006/relationships/image" Target="../media/image183.png"/><Relationship Id="rId109" Type="http://schemas.openxmlformats.org/officeDocument/2006/relationships/image" Target="../media/image218.png"/><Relationship Id="rId34" Type="http://schemas.openxmlformats.org/officeDocument/2006/relationships/customXml" Target="../ink/ink172.xml"/><Relationship Id="rId50" Type="http://schemas.openxmlformats.org/officeDocument/2006/relationships/customXml" Target="../ink/ink180.xml"/><Relationship Id="rId55" Type="http://schemas.openxmlformats.org/officeDocument/2006/relationships/image" Target="../media/image191.png"/><Relationship Id="rId76" Type="http://schemas.openxmlformats.org/officeDocument/2006/relationships/customXml" Target="../ink/ink193.xml"/><Relationship Id="rId97" Type="http://schemas.openxmlformats.org/officeDocument/2006/relationships/image" Target="../media/image212.png"/><Relationship Id="rId104" Type="http://schemas.openxmlformats.org/officeDocument/2006/relationships/customXml" Target="../ink/ink207.xml"/><Relationship Id="rId120" Type="http://schemas.openxmlformats.org/officeDocument/2006/relationships/customXml" Target="../ink/ink215.xml"/><Relationship Id="rId125" Type="http://schemas.openxmlformats.org/officeDocument/2006/relationships/image" Target="../media/image226.png"/><Relationship Id="rId7" Type="http://schemas.openxmlformats.org/officeDocument/2006/relationships/image" Target="../media/image167.png"/><Relationship Id="rId71" Type="http://schemas.openxmlformats.org/officeDocument/2006/relationships/image" Target="../media/image199.png"/><Relationship Id="rId92" Type="http://schemas.openxmlformats.org/officeDocument/2006/relationships/customXml" Target="../ink/ink201.xml"/><Relationship Id="rId2" Type="http://schemas.openxmlformats.org/officeDocument/2006/relationships/image" Target="../media/image164.png"/><Relationship Id="rId29" Type="http://schemas.openxmlformats.org/officeDocument/2006/relationships/image" Target="../media/image178.png"/><Relationship Id="rId24" Type="http://schemas.openxmlformats.org/officeDocument/2006/relationships/customXml" Target="../ink/ink167.xml"/><Relationship Id="rId40" Type="http://schemas.openxmlformats.org/officeDocument/2006/relationships/customXml" Target="../ink/ink175.xml"/><Relationship Id="rId45" Type="http://schemas.openxmlformats.org/officeDocument/2006/relationships/image" Target="../media/image186.png"/><Relationship Id="rId66" Type="http://schemas.openxmlformats.org/officeDocument/2006/relationships/customXml" Target="../ink/ink188.xml"/><Relationship Id="rId87" Type="http://schemas.openxmlformats.org/officeDocument/2006/relationships/image" Target="../media/image207.png"/><Relationship Id="rId110" Type="http://schemas.openxmlformats.org/officeDocument/2006/relationships/customXml" Target="../ink/ink210.xml"/><Relationship Id="rId115" Type="http://schemas.openxmlformats.org/officeDocument/2006/relationships/image" Target="../media/image221.png"/><Relationship Id="rId131" Type="http://schemas.openxmlformats.org/officeDocument/2006/relationships/image" Target="../media/image229.png"/><Relationship Id="rId136" Type="http://schemas.openxmlformats.org/officeDocument/2006/relationships/customXml" Target="../ink/ink223.xml"/><Relationship Id="rId61" Type="http://schemas.openxmlformats.org/officeDocument/2006/relationships/image" Target="../media/image194.png"/><Relationship Id="rId82" Type="http://schemas.openxmlformats.org/officeDocument/2006/relationships/customXml" Target="../ink/ink196.xml"/><Relationship Id="rId19" Type="http://schemas.openxmlformats.org/officeDocument/2006/relationships/image" Target="../media/image173.png"/><Relationship Id="rId14" Type="http://schemas.openxmlformats.org/officeDocument/2006/relationships/customXml" Target="../ink/ink162.xml"/><Relationship Id="rId30" Type="http://schemas.openxmlformats.org/officeDocument/2006/relationships/customXml" Target="../ink/ink170.xml"/><Relationship Id="rId35" Type="http://schemas.openxmlformats.org/officeDocument/2006/relationships/image" Target="../media/image181.png"/><Relationship Id="rId56" Type="http://schemas.openxmlformats.org/officeDocument/2006/relationships/customXml" Target="../ink/ink183.xml"/><Relationship Id="rId77" Type="http://schemas.openxmlformats.org/officeDocument/2006/relationships/image" Target="../media/image202.png"/><Relationship Id="rId100" Type="http://schemas.openxmlformats.org/officeDocument/2006/relationships/customXml" Target="../ink/ink205.xml"/><Relationship Id="rId105" Type="http://schemas.openxmlformats.org/officeDocument/2006/relationships/image" Target="../media/image216.png"/><Relationship Id="rId126" Type="http://schemas.openxmlformats.org/officeDocument/2006/relationships/customXml" Target="../ink/ink218.xml"/><Relationship Id="rId8" Type="http://schemas.openxmlformats.org/officeDocument/2006/relationships/customXml" Target="../ink/ink159.xml"/><Relationship Id="rId51" Type="http://schemas.openxmlformats.org/officeDocument/2006/relationships/image" Target="../media/image189.png"/><Relationship Id="rId72" Type="http://schemas.openxmlformats.org/officeDocument/2006/relationships/customXml" Target="../ink/ink191.xml"/><Relationship Id="rId93" Type="http://schemas.openxmlformats.org/officeDocument/2006/relationships/image" Target="../media/image210.png"/><Relationship Id="rId98" Type="http://schemas.openxmlformats.org/officeDocument/2006/relationships/customXml" Target="../ink/ink204.xml"/><Relationship Id="rId121" Type="http://schemas.openxmlformats.org/officeDocument/2006/relationships/image" Target="../media/image224.png"/><Relationship Id="rId3" Type="http://schemas.openxmlformats.org/officeDocument/2006/relationships/image" Target="../media/image165.svg"/><Relationship Id="rId25" Type="http://schemas.openxmlformats.org/officeDocument/2006/relationships/image" Target="../media/image176.png"/><Relationship Id="rId46" Type="http://schemas.openxmlformats.org/officeDocument/2006/relationships/customXml" Target="../ink/ink178.xml"/><Relationship Id="rId67" Type="http://schemas.openxmlformats.org/officeDocument/2006/relationships/image" Target="../media/image197.png"/><Relationship Id="rId116" Type="http://schemas.openxmlformats.org/officeDocument/2006/relationships/customXml" Target="../ink/ink213.xml"/><Relationship Id="rId137" Type="http://schemas.openxmlformats.org/officeDocument/2006/relationships/image" Target="../media/image232.png"/><Relationship Id="rId20" Type="http://schemas.openxmlformats.org/officeDocument/2006/relationships/customXml" Target="../ink/ink165.xml"/><Relationship Id="rId41" Type="http://schemas.openxmlformats.org/officeDocument/2006/relationships/image" Target="../media/image184.png"/><Relationship Id="rId62" Type="http://schemas.openxmlformats.org/officeDocument/2006/relationships/customXml" Target="../ink/ink186.xml"/><Relationship Id="rId83" Type="http://schemas.openxmlformats.org/officeDocument/2006/relationships/image" Target="../media/image205.png"/><Relationship Id="rId88" Type="http://schemas.openxmlformats.org/officeDocument/2006/relationships/customXml" Target="../ink/ink199.xml"/><Relationship Id="rId111" Type="http://schemas.openxmlformats.org/officeDocument/2006/relationships/image" Target="../media/image219.png"/><Relationship Id="rId132" Type="http://schemas.openxmlformats.org/officeDocument/2006/relationships/customXml" Target="../ink/ink221.xml"/><Relationship Id="rId15" Type="http://schemas.openxmlformats.org/officeDocument/2006/relationships/image" Target="../media/image171.png"/><Relationship Id="rId36" Type="http://schemas.openxmlformats.org/officeDocument/2006/relationships/customXml" Target="../ink/ink173.xml"/><Relationship Id="rId57" Type="http://schemas.openxmlformats.org/officeDocument/2006/relationships/image" Target="../media/image192.png"/><Relationship Id="rId106" Type="http://schemas.openxmlformats.org/officeDocument/2006/relationships/customXml" Target="../ink/ink208.xml"/><Relationship Id="rId127" Type="http://schemas.openxmlformats.org/officeDocument/2006/relationships/image" Target="../media/image227.png"/><Relationship Id="rId10" Type="http://schemas.openxmlformats.org/officeDocument/2006/relationships/customXml" Target="../ink/ink160.xml"/><Relationship Id="rId31" Type="http://schemas.openxmlformats.org/officeDocument/2006/relationships/image" Target="../media/image179.png"/><Relationship Id="rId52" Type="http://schemas.openxmlformats.org/officeDocument/2006/relationships/customXml" Target="../ink/ink181.xml"/><Relationship Id="rId73" Type="http://schemas.openxmlformats.org/officeDocument/2006/relationships/image" Target="../media/image200.png"/><Relationship Id="rId78" Type="http://schemas.openxmlformats.org/officeDocument/2006/relationships/customXml" Target="../ink/ink194.xml"/><Relationship Id="rId94" Type="http://schemas.openxmlformats.org/officeDocument/2006/relationships/customXml" Target="../ink/ink202.xml"/><Relationship Id="rId99" Type="http://schemas.openxmlformats.org/officeDocument/2006/relationships/image" Target="../media/image213.png"/><Relationship Id="rId101" Type="http://schemas.openxmlformats.org/officeDocument/2006/relationships/image" Target="../media/image214.png"/><Relationship Id="rId122" Type="http://schemas.openxmlformats.org/officeDocument/2006/relationships/customXml" Target="../ink/ink216.xml"/><Relationship Id="rId4" Type="http://schemas.openxmlformats.org/officeDocument/2006/relationships/customXml" Target="../ink/ink157.xml"/><Relationship Id="rId9" Type="http://schemas.openxmlformats.org/officeDocument/2006/relationships/image" Target="../media/image168.png"/><Relationship Id="rId26" Type="http://schemas.openxmlformats.org/officeDocument/2006/relationships/customXml" Target="../ink/ink168.xml"/><Relationship Id="rId47" Type="http://schemas.openxmlformats.org/officeDocument/2006/relationships/image" Target="../media/image187.png"/><Relationship Id="rId68" Type="http://schemas.openxmlformats.org/officeDocument/2006/relationships/customXml" Target="../ink/ink189.xml"/><Relationship Id="rId89" Type="http://schemas.openxmlformats.org/officeDocument/2006/relationships/image" Target="../media/image208.png"/><Relationship Id="rId112" Type="http://schemas.openxmlformats.org/officeDocument/2006/relationships/customXml" Target="../ink/ink211.xml"/><Relationship Id="rId133" Type="http://schemas.openxmlformats.org/officeDocument/2006/relationships/image" Target="../media/image230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5.png"/><Relationship Id="rId21" Type="http://schemas.openxmlformats.org/officeDocument/2006/relationships/customXml" Target="../ink/ink233.xml"/><Relationship Id="rId42" Type="http://schemas.openxmlformats.org/officeDocument/2006/relationships/image" Target="../media/image253.png"/><Relationship Id="rId47" Type="http://schemas.openxmlformats.org/officeDocument/2006/relationships/customXml" Target="../ink/ink246.xml"/><Relationship Id="rId63" Type="http://schemas.openxmlformats.org/officeDocument/2006/relationships/customXml" Target="../ink/ink254.xml"/><Relationship Id="rId68" Type="http://schemas.openxmlformats.org/officeDocument/2006/relationships/image" Target="../media/image265.png"/><Relationship Id="rId7" Type="http://schemas.openxmlformats.org/officeDocument/2006/relationships/customXml" Target="../ink/ink226.xml"/><Relationship Id="rId2" Type="http://schemas.openxmlformats.org/officeDocument/2006/relationships/image" Target="../media/image233.png"/><Relationship Id="rId16" Type="http://schemas.openxmlformats.org/officeDocument/2006/relationships/image" Target="../media/image240.png"/><Relationship Id="rId29" Type="http://schemas.openxmlformats.org/officeDocument/2006/relationships/customXml" Target="../ink/ink237.xml"/><Relationship Id="rId11" Type="http://schemas.openxmlformats.org/officeDocument/2006/relationships/customXml" Target="../ink/ink228.xml"/><Relationship Id="rId24" Type="http://schemas.openxmlformats.org/officeDocument/2006/relationships/image" Target="../media/image244.png"/><Relationship Id="rId32" Type="http://schemas.openxmlformats.org/officeDocument/2006/relationships/image" Target="../media/image248.png"/><Relationship Id="rId37" Type="http://schemas.openxmlformats.org/officeDocument/2006/relationships/customXml" Target="../ink/ink241.xml"/><Relationship Id="rId40" Type="http://schemas.openxmlformats.org/officeDocument/2006/relationships/image" Target="../media/image252.png"/><Relationship Id="rId45" Type="http://schemas.openxmlformats.org/officeDocument/2006/relationships/customXml" Target="../ink/ink245.xml"/><Relationship Id="rId53" Type="http://schemas.openxmlformats.org/officeDocument/2006/relationships/customXml" Target="../ink/ink249.xml"/><Relationship Id="rId58" Type="http://schemas.openxmlformats.org/officeDocument/2006/relationships/image" Target="../media/image260.png"/><Relationship Id="rId66" Type="http://schemas.openxmlformats.org/officeDocument/2006/relationships/image" Target="../media/image264.png"/><Relationship Id="rId5" Type="http://schemas.openxmlformats.org/officeDocument/2006/relationships/customXml" Target="../ink/ink225.xml"/><Relationship Id="rId61" Type="http://schemas.openxmlformats.org/officeDocument/2006/relationships/customXml" Target="../ink/ink253.xml"/><Relationship Id="rId19" Type="http://schemas.openxmlformats.org/officeDocument/2006/relationships/customXml" Target="../ink/ink232.xml"/><Relationship Id="rId14" Type="http://schemas.openxmlformats.org/officeDocument/2006/relationships/image" Target="../media/image239.png"/><Relationship Id="rId22" Type="http://schemas.openxmlformats.org/officeDocument/2006/relationships/image" Target="../media/image243.png"/><Relationship Id="rId27" Type="http://schemas.openxmlformats.org/officeDocument/2006/relationships/customXml" Target="../ink/ink236.xml"/><Relationship Id="rId30" Type="http://schemas.openxmlformats.org/officeDocument/2006/relationships/image" Target="../media/image247.png"/><Relationship Id="rId35" Type="http://schemas.openxmlformats.org/officeDocument/2006/relationships/customXml" Target="../ink/ink240.xml"/><Relationship Id="rId43" Type="http://schemas.openxmlformats.org/officeDocument/2006/relationships/customXml" Target="../ink/ink244.xml"/><Relationship Id="rId48" Type="http://schemas.openxmlformats.org/officeDocument/2006/relationships/image" Target="../media/image256.png"/><Relationship Id="rId56" Type="http://schemas.openxmlformats.org/officeDocument/2006/relationships/image" Target="../media/image259.png"/><Relationship Id="rId64" Type="http://schemas.openxmlformats.org/officeDocument/2006/relationships/image" Target="../media/image263.png"/><Relationship Id="rId69" Type="http://schemas.openxmlformats.org/officeDocument/2006/relationships/customXml" Target="../ink/ink257.xml"/><Relationship Id="rId8" Type="http://schemas.openxmlformats.org/officeDocument/2006/relationships/image" Target="../media/image236.png"/><Relationship Id="rId51" Type="http://schemas.openxmlformats.org/officeDocument/2006/relationships/customXml" Target="../ink/ink248.xml"/><Relationship Id="rId3" Type="http://schemas.openxmlformats.org/officeDocument/2006/relationships/customXml" Target="../ink/ink224.xml"/><Relationship Id="rId12" Type="http://schemas.openxmlformats.org/officeDocument/2006/relationships/image" Target="../media/image238.png"/><Relationship Id="rId17" Type="http://schemas.openxmlformats.org/officeDocument/2006/relationships/customXml" Target="../ink/ink231.xml"/><Relationship Id="rId25" Type="http://schemas.openxmlformats.org/officeDocument/2006/relationships/customXml" Target="../ink/ink235.xml"/><Relationship Id="rId33" Type="http://schemas.openxmlformats.org/officeDocument/2006/relationships/customXml" Target="../ink/ink239.xml"/><Relationship Id="rId38" Type="http://schemas.openxmlformats.org/officeDocument/2006/relationships/image" Target="../media/image251.png"/><Relationship Id="rId46" Type="http://schemas.openxmlformats.org/officeDocument/2006/relationships/image" Target="../media/image255.png"/><Relationship Id="rId59" Type="http://schemas.openxmlformats.org/officeDocument/2006/relationships/customXml" Target="../ink/ink252.xml"/><Relationship Id="rId67" Type="http://schemas.openxmlformats.org/officeDocument/2006/relationships/customXml" Target="../ink/ink256.xml"/><Relationship Id="rId20" Type="http://schemas.openxmlformats.org/officeDocument/2006/relationships/image" Target="../media/image242.png"/><Relationship Id="rId41" Type="http://schemas.openxmlformats.org/officeDocument/2006/relationships/customXml" Target="../ink/ink243.xml"/><Relationship Id="rId54" Type="http://schemas.openxmlformats.org/officeDocument/2006/relationships/image" Target="../media/image141.png"/><Relationship Id="rId62" Type="http://schemas.openxmlformats.org/officeDocument/2006/relationships/image" Target="../media/image262.png"/><Relationship Id="rId70" Type="http://schemas.openxmlformats.org/officeDocument/2006/relationships/image" Target="../media/image2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5.png"/><Relationship Id="rId15" Type="http://schemas.openxmlformats.org/officeDocument/2006/relationships/customXml" Target="../ink/ink230.xml"/><Relationship Id="rId23" Type="http://schemas.openxmlformats.org/officeDocument/2006/relationships/customXml" Target="../ink/ink234.xml"/><Relationship Id="rId28" Type="http://schemas.openxmlformats.org/officeDocument/2006/relationships/image" Target="../media/image246.png"/><Relationship Id="rId36" Type="http://schemas.openxmlformats.org/officeDocument/2006/relationships/image" Target="../media/image250.png"/><Relationship Id="rId49" Type="http://schemas.openxmlformats.org/officeDocument/2006/relationships/customXml" Target="../ink/ink247.xml"/><Relationship Id="rId57" Type="http://schemas.openxmlformats.org/officeDocument/2006/relationships/customXml" Target="../ink/ink251.xml"/><Relationship Id="rId10" Type="http://schemas.openxmlformats.org/officeDocument/2006/relationships/image" Target="../media/image237.png"/><Relationship Id="rId31" Type="http://schemas.openxmlformats.org/officeDocument/2006/relationships/customXml" Target="../ink/ink238.xml"/><Relationship Id="rId44" Type="http://schemas.openxmlformats.org/officeDocument/2006/relationships/image" Target="../media/image254.png"/><Relationship Id="rId52" Type="http://schemas.openxmlformats.org/officeDocument/2006/relationships/image" Target="../media/image258.png"/><Relationship Id="rId60" Type="http://schemas.openxmlformats.org/officeDocument/2006/relationships/image" Target="../media/image261.png"/><Relationship Id="rId65" Type="http://schemas.openxmlformats.org/officeDocument/2006/relationships/customXml" Target="../ink/ink255.xml"/><Relationship Id="rId4" Type="http://schemas.openxmlformats.org/officeDocument/2006/relationships/image" Target="../media/image234.png"/><Relationship Id="rId9" Type="http://schemas.openxmlformats.org/officeDocument/2006/relationships/customXml" Target="../ink/ink227.xml"/><Relationship Id="rId13" Type="http://schemas.openxmlformats.org/officeDocument/2006/relationships/customXml" Target="../ink/ink229.xml"/><Relationship Id="rId18" Type="http://schemas.openxmlformats.org/officeDocument/2006/relationships/image" Target="../media/image241.png"/><Relationship Id="rId39" Type="http://schemas.openxmlformats.org/officeDocument/2006/relationships/customXml" Target="../ink/ink242.xml"/><Relationship Id="rId34" Type="http://schemas.openxmlformats.org/officeDocument/2006/relationships/image" Target="../media/image249.png"/><Relationship Id="rId50" Type="http://schemas.openxmlformats.org/officeDocument/2006/relationships/image" Target="../media/image257.png"/><Relationship Id="rId55" Type="http://schemas.openxmlformats.org/officeDocument/2006/relationships/customXml" Target="../ink/ink250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5.png"/><Relationship Id="rId21" Type="http://schemas.openxmlformats.org/officeDocument/2006/relationships/image" Target="../media/image277.png"/><Relationship Id="rId42" Type="http://schemas.openxmlformats.org/officeDocument/2006/relationships/customXml" Target="../ink/ink277.xml"/><Relationship Id="rId63" Type="http://schemas.openxmlformats.org/officeDocument/2006/relationships/image" Target="../media/image298.png"/><Relationship Id="rId84" Type="http://schemas.openxmlformats.org/officeDocument/2006/relationships/customXml" Target="../ink/ink298.xml"/><Relationship Id="rId138" Type="http://schemas.openxmlformats.org/officeDocument/2006/relationships/customXml" Target="../ink/ink325.xml"/><Relationship Id="rId159" Type="http://schemas.openxmlformats.org/officeDocument/2006/relationships/image" Target="../media/image346.png"/><Relationship Id="rId170" Type="http://schemas.openxmlformats.org/officeDocument/2006/relationships/customXml" Target="../ink/ink341.xml"/><Relationship Id="rId191" Type="http://schemas.openxmlformats.org/officeDocument/2006/relationships/image" Target="../media/image362.png"/><Relationship Id="rId107" Type="http://schemas.openxmlformats.org/officeDocument/2006/relationships/image" Target="../media/image320.png"/><Relationship Id="rId11" Type="http://schemas.openxmlformats.org/officeDocument/2006/relationships/image" Target="../media/image272.png"/><Relationship Id="rId32" Type="http://schemas.openxmlformats.org/officeDocument/2006/relationships/customXml" Target="../ink/ink272.xml"/><Relationship Id="rId53" Type="http://schemas.openxmlformats.org/officeDocument/2006/relationships/image" Target="../media/image293.png"/><Relationship Id="rId74" Type="http://schemas.openxmlformats.org/officeDocument/2006/relationships/customXml" Target="../ink/ink293.xml"/><Relationship Id="rId128" Type="http://schemas.openxmlformats.org/officeDocument/2006/relationships/customXml" Target="../ink/ink320.xml"/><Relationship Id="rId149" Type="http://schemas.openxmlformats.org/officeDocument/2006/relationships/image" Target="../media/image341.png"/><Relationship Id="rId5" Type="http://schemas.openxmlformats.org/officeDocument/2006/relationships/image" Target="../media/image269.png"/><Relationship Id="rId95" Type="http://schemas.openxmlformats.org/officeDocument/2006/relationships/image" Target="../media/image314.png"/><Relationship Id="rId160" Type="http://schemas.openxmlformats.org/officeDocument/2006/relationships/customXml" Target="../ink/ink336.xml"/><Relationship Id="rId181" Type="http://schemas.openxmlformats.org/officeDocument/2006/relationships/image" Target="../media/image357.png"/><Relationship Id="rId22" Type="http://schemas.openxmlformats.org/officeDocument/2006/relationships/customXml" Target="../ink/ink267.xml"/><Relationship Id="rId43" Type="http://schemas.openxmlformats.org/officeDocument/2006/relationships/image" Target="../media/image288.png"/><Relationship Id="rId64" Type="http://schemas.openxmlformats.org/officeDocument/2006/relationships/customXml" Target="../ink/ink288.xml"/><Relationship Id="rId118" Type="http://schemas.openxmlformats.org/officeDocument/2006/relationships/customXml" Target="../ink/ink315.xml"/><Relationship Id="rId139" Type="http://schemas.openxmlformats.org/officeDocument/2006/relationships/image" Target="../media/image336.png"/><Relationship Id="rId85" Type="http://schemas.openxmlformats.org/officeDocument/2006/relationships/image" Target="../media/image309.png"/><Relationship Id="rId150" Type="http://schemas.openxmlformats.org/officeDocument/2006/relationships/customXml" Target="../ink/ink331.xml"/><Relationship Id="rId171" Type="http://schemas.openxmlformats.org/officeDocument/2006/relationships/image" Target="../media/image352.png"/><Relationship Id="rId12" Type="http://schemas.openxmlformats.org/officeDocument/2006/relationships/customXml" Target="../ink/ink262.xml"/><Relationship Id="rId33" Type="http://schemas.openxmlformats.org/officeDocument/2006/relationships/image" Target="../media/image283.png"/><Relationship Id="rId108" Type="http://schemas.openxmlformats.org/officeDocument/2006/relationships/customXml" Target="../ink/ink310.xml"/><Relationship Id="rId129" Type="http://schemas.openxmlformats.org/officeDocument/2006/relationships/image" Target="../media/image331.png"/><Relationship Id="rId54" Type="http://schemas.openxmlformats.org/officeDocument/2006/relationships/customXml" Target="../ink/ink283.xml"/><Relationship Id="rId75" Type="http://schemas.openxmlformats.org/officeDocument/2006/relationships/image" Target="../media/image304.png"/><Relationship Id="rId96" Type="http://schemas.openxmlformats.org/officeDocument/2006/relationships/customXml" Target="../ink/ink304.xml"/><Relationship Id="rId140" Type="http://schemas.openxmlformats.org/officeDocument/2006/relationships/customXml" Target="../ink/ink326.xml"/><Relationship Id="rId161" Type="http://schemas.openxmlformats.org/officeDocument/2006/relationships/image" Target="../media/image347.png"/><Relationship Id="rId182" Type="http://schemas.openxmlformats.org/officeDocument/2006/relationships/customXml" Target="../ink/ink347.xml"/><Relationship Id="rId6" Type="http://schemas.openxmlformats.org/officeDocument/2006/relationships/customXml" Target="../ink/ink259.xml"/><Relationship Id="rId23" Type="http://schemas.openxmlformats.org/officeDocument/2006/relationships/image" Target="../media/image278.png"/><Relationship Id="rId119" Type="http://schemas.openxmlformats.org/officeDocument/2006/relationships/image" Target="../media/image326.png"/><Relationship Id="rId44" Type="http://schemas.openxmlformats.org/officeDocument/2006/relationships/customXml" Target="../ink/ink278.xml"/><Relationship Id="rId65" Type="http://schemas.openxmlformats.org/officeDocument/2006/relationships/image" Target="../media/image299.png"/><Relationship Id="rId86" Type="http://schemas.openxmlformats.org/officeDocument/2006/relationships/customXml" Target="../ink/ink299.xml"/><Relationship Id="rId130" Type="http://schemas.openxmlformats.org/officeDocument/2006/relationships/customXml" Target="../ink/ink321.xml"/><Relationship Id="rId151" Type="http://schemas.openxmlformats.org/officeDocument/2006/relationships/image" Target="../media/image342.png"/><Relationship Id="rId172" Type="http://schemas.openxmlformats.org/officeDocument/2006/relationships/customXml" Target="../ink/ink342.xml"/><Relationship Id="rId13" Type="http://schemas.openxmlformats.org/officeDocument/2006/relationships/image" Target="../media/image273.png"/><Relationship Id="rId18" Type="http://schemas.openxmlformats.org/officeDocument/2006/relationships/customXml" Target="../ink/ink265.xml"/><Relationship Id="rId39" Type="http://schemas.openxmlformats.org/officeDocument/2006/relationships/image" Target="../media/image286.png"/><Relationship Id="rId109" Type="http://schemas.openxmlformats.org/officeDocument/2006/relationships/image" Target="../media/image321.png"/><Relationship Id="rId34" Type="http://schemas.openxmlformats.org/officeDocument/2006/relationships/customXml" Target="../ink/ink273.xml"/><Relationship Id="rId50" Type="http://schemas.openxmlformats.org/officeDocument/2006/relationships/customXml" Target="../ink/ink281.xml"/><Relationship Id="rId55" Type="http://schemas.openxmlformats.org/officeDocument/2006/relationships/image" Target="../media/image294.png"/><Relationship Id="rId76" Type="http://schemas.openxmlformats.org/officeDocument/2006/relationships/customXml" Target="../ink/ink294.xml"/><Relationship Id="rId97" Type="http://schemas.openxmlformats.org/officeDocument/2006/relationships/image" Target="../media/image315.png"/><Relationship Id="rId104" Type="http://schemas.openxmlformats.org/officeDocument/2006/relationships/customXml" Target="../ink/ink308.xml"/><Relationship Id="rId120" Type="http://schemas.openxmlformats.org/officeDocument/2006/relationships/customXml" Target="../ink/ink316.xml"/><Relationship Id="rId125" Type="http://schemas.openxmlformats.org/officeDocument/2006/relationships/image" Target="../media/image329.png"/><Relationship Id="rId141" Type="http://schemas.openxmlformats.org/officeDocument/2006/relationships/image" Target="../media/image337.png"/><Relationship Id="rId146" Type="http://schemas.openxmlformats.org/officeDocument/2006/relationships/customXml" Target="../ink/ink329.xml"/><Relationship Id="rId167" Type="http://schemas.openxmlformats.org/officeDocument/2006/relationships/image" Target="../media/image350.png"/><Relationship Id="rId188" Type="http://schemas.openxmlformats.org/officeDocument/2006/relationships/customXml" Target="../ink/ink350.xml"/><Relationship Id="rId7" Type="http://schemas.openxmlformats.org/officeDocument/2006/relationships/image" Target="../media/image270.png"/><Relationship Id="rId71" Type="http://schemas.openxmlformats.org/officeDocument/2006/relationships/image" Target="../media/image302.png"/><Relationship Id="rId92" Type="http://schemas.openxmlformats.org/officeDocument/2006/relationships/customXml" Target="../ink/ink302.xml"/><Relationship Id="rId162" Type="http://schemas.openxmlformats.org/officeDocument/2006/relationships/customXml" Target="../ink/ink337.xml"/><Relationship Id="rId183" Type="http://schemas.openxmlformats.org/officeDocument/2006/relationships/image" Target="../media/image358.png"/><Relationship Id="rId2" Type="http://schemas.openxmlformats.org/officeDocument/2006/relationships/image" Target="../media/image267.png"/><Relationship Id="rId29" Type="http://schemas.openxmlformats.org/officeDocument/2006/relationships/image" Target="../media/image281.png"/><Relationship Id="rId24" Type="http://schemas.openxmlformats.org/officeDocument/2006/relationships/customXml" Target="../ink/ink268.xml"/><Relationship Id="rId40" Type="http://schemas.openxmlformats.org/officeDocument/2006/relationships/customXml" Target="../ink/ink276.xml"/><Relationship Id="rId45" Type="http://schemas.openxmlformats.org/officeDocument/2006/relationships/image" Target="../media/image289.png"/><Relationship Id="rId66" Type="http://schemas.openxmlformats.org/officeDocument/2006/relationships/customXml" Target="../ink/ink289.xml"/><Relationship Id="rId87" Type="http://schemas.openxmlformats.org/officeDocument/2006/relationships/image" Target="../media/image310.png"/><Relationship Id="rId110" Type="http://schemas.openxmlformats.org/officeDocument/2006/relationships/customXml" Target="../ink/ink311.xml"/><Relationship Id="rId115" Type="http://schemas.openxmlformats.org/officeDocument/2006/relationships/image" Target="../media/image324.png"/><Relationship Id="rId131" Type="http://schemas.openxmlformats.org/officeDocument/2006/relationships/image" Target="../media/image332.png"/><Relationship Id="rId136" Type="http://schemas.openxmlformats.org/officeDocument/2006/relationships/customXml" Target="../ink/ink324.xml"/><Relationship Id="rId157" Type="http://schemas.openxmlformats.org/officeDocument/2006/relationships/image" Target="../media/image345.png"/><Relationship Id="rId178" Type="http://schemas.openxmlformats.org/officeDocument/2006/relationships/customXml" Target="../ink/ink345.xml"/><Relationship Id="rId61" Type="http://schemas.openxmlformats.org/officeDocument/2006/relationships/image" Target="../media/image297.png"/><Relationship Id="rId82" Type="http://schemas.openxmlformats.org/officeDocument/2006/relationships/customXml" Target="../ink/ink297.xml"/><Relationship Id="rId152" Type="http://schemas.openxmlformats.org/officeDocument/2006/relationships/customXml" Target="../ink/ink332.xml"/><Relationship Id="rId173" Type="http://schemas.openxmlformats.org/officeDocument/2006/relationships/image" Target="../media/image353.png"/><Relationship Id="rId19" Type="http://schemas.openxmlformats.org/officeDocument/2006/relationships/image" Target="../media/image276.png"/><Relationship Id="rId14" Type="http://schemas.openxmlformats.org/officeDocument/2006/relationships/customXml" Target="../ink/ink263.xml"/><Relationship Id="rId30" Type="http://schemas.openxmlformats.org/officeDocument/2006/relationships/customXml" Target="../ink/ink271.xml"/><Relationship Id="rId35" Type="http://schemas.openxmlformats.org/officeDocument/2006/relationships/image" Target="../media/image284.png"/><Relationship Id="rId56" Type="http://schemas.openxmlformats.org/officeDocument/2006/relationships/customXml" Target="../ink/ink284.xml"/><Relationship Id="rId77" Type="http://schemas.openxmlformats.org/officeDocument/2006/relationships/image" Target="../media/image305.png"/><Relationship Id="rId100" Type="http://schemas.openxmlformats.org/officeDocument/2006/relationships/customXml" Target="../ink/ink306.xml"/><Relationship Id="rId105" Type="http://schemas.openxmlformats.org/officeDocument/2006/relationships/image" Target="../media/image319.png"/><Relationship Id="rId126" Type="http://schemas.openxmlformats.org/officeDocument/2006/relationships/customXml" Target="../ink/ink319.xml"/><Relationship Id="rId147" Type="http://schemas.openxmlformats.org/officeDocument/2006/relationships/image" Target="../media/image340.png"/><Relationship Id="rId168" Type="http://schemas.openxmlformats.org/officeDocument/2006/relationships/customXml" Target="../ink/ink340.xml"/><Relationship Id="rId8" Type="http://schemas.openxmlformats.org/officeDocument/2006/relationships/customXml" Target="../ink/ink260.xml"/><Relationship Id="rId51" Type="http://schemas.openxmlformats.org/officeDocument/2006/relationships/image" Target="../media/image292.png"/><Relationship Id="rId72" Type="http://schemas.openxmlformats.org/officeDocument/2006/relationships/customXml" Target="../ink/ink292.xml"/><Relationship Id="rId93" Type="http://schemas.openxmlformats.org/officeDocument/2006/relationships/image" Target="../media/image313.png"/><Relationship Id="rId98" Type="http://schemas.openxmlformats.org/officeDocument/2006/relationships/customXml" Target="../ink/ink305.xml"/><Relationship Id="rId121" Type="http://schemas.openxmlformats.org/officeDocument/2006/relationships/image" Target="../media/image327.png"/><Relationship Id="rId142" Type="http://schemas.openxmlformats.org/officeDocument/2006/relationships/customXml" Target="../ink/ink327.xml"/><Relationship Id="rId163" Type="http://schemas.openxmlformats.org/officeDocument/2006/relationships/image" Target="../media/image348.png"/><Relationship Id="rId184" Type="http://schemas.openxmlformats.org/officeDocument/2006/relationships/customXml" Target="../ink/ink348.xml"/><Relationship Id="rId189" Type="http://schemas.openxmlformats.org/officeDocument/2006/relationships/image" Target="../media/image361.png"/><Relationship Id="rId3" Type="http://schemas.openxmlformats.org/officeDocument/2006/relationships/image" Target="../media/image268.svg"/><Relationship Id="rId25" Type="http://schemas.openxmlformats.org/officeDocument/2006/relationships/image" Target="../media/image279.png"/><Relationship Id="rId46" Type="http://schemas.openxmlformats.org/officeDocument/2006/relationships/customXml" Target="../ink/ink279.xml"/><Relationship Id="rId67" Type="http://schemas.openxmlformats.org/officeDocument/2006/relationships/image" Target="../media/image300.png"/><Relationship Id="rId116" Type="http://schemas.openxmlformats.org/officeDocument/2006/relationships/customXml" Target="../ink/ink314.xml"/><Relationship Id="rId137" Type="http://schemas.openxmlformats.org/officeDocument/2006/relationships/image" Target="../media/image335.png"/><Relationship Id="rId158" Type="http://schemas.openxmlformats.org/officeDocument/2006/relationships/customXml" Target="../ink/ink335.xml"/><Relationship Id="rId20" Type="http://schemas.openxmlformats.org/officeDocument/2006/relationships/customXml" Target="../ink/ink266.xml"/><Relationship Id="rId41" Type="http://schemas.openxmlformats.org/officeDocument/2006/relationships/image" Target="../media/image287.png"/><Relationship Id="rId62" Type="http://schemas.openxmlformats.org/officeDocument/2006/relationships/customXml" Target="../ink/ink287.xml"/><Relationship Id="rId83" Type="http://schemas.openxmlformats.org/officeDocument/2006/relationships/image" Target="../media/image308.png"/><Relationship Id="rId88" Type="http://schemas.openxmlformats.org/officeDocument/2006/relationships/customXml" Target="../ink/ink300.xml"/><Relationship Id="rId111" Type="http://schemas.openxmlformats.org/officeDocument/2006/relationships/image" Target="../media/image322.png"/><Relationship Id="rId132" Type="http://schemas.openxmlformats.org/officeDocument/2006/relationships/customXml" Target="../ink/ink322.xml"/><Relationship Id="rId153" Type="http://schemas.openxmlformats.org/officeDocument/2006/relationships/image" Target="../media/image343.png"/><Relationship Id="rId174" Type="http://schemas.openxmlformats.org/officeDocument/2006/relationships/customXml" Target="../ink/ink343.xml"/><Relationship Id="rId179" Type="http://schemas.openxmlformats.org/officeDocument/2006/relationships/image" Target="../media/image356.png"/><Relationship Id="rId190" Type="http://schemas.openxmlformats.org/officeDocument/2006/relationships/customXml" Target="../ink/ink351.xml"/><Relationship Id="rId15" Type="http://schemas.openxmlformats.org/officeDocument/2006/relationships/image" Target="../media/image274.png"/><Relationship Id="rId36" Type="http://schemas.openxmlformats.org/officeDocument/2006/relationships/customXml" Target="../ink/ink274.xml"/><Relationship Id="rId57" Type="http://schemas.openxmlformats.org/officeDocument/2006/relationships/image" Target="../media/image295.png"/><Relationship Id="rId106" Type="http://schemas.openxmlformats.org/officeDocument/2006/relationships/customXml" Target="../ink/ink309.xml"/><Relationship Id="rId127" Type="http://schemas.openxmlformats.org/officeDocument/2006/relationships/image" Target="../media/image330.png"/><Relationship Id="rId10" Type="http://schemas.openxmlformats.org/officeDocument/2006/relationships/customXml" Target="../ink/ink261.xml"/><Relationship Id="rId31" Type="http://schemas.openxmlformats.org/officeDocument/2006/relationships/image" Target="../media/image282.png"/><Relationship Id="rId52" Type="http://schemas.openxmlformats.org/officeDocument/2006/relationships/customXml" Target="../ink/ink282.xml"/><Relationship Id="rId73" Type="http://schemas.openxmlformats.org/officeDocument/2006/relationships/image" Target="../media/image303.png"/><Relationship Id="rId78" Type="http://schemas.openxmlformats.org/officeDocument/2006/relationships/customXml" Target="../ink/ink295.xml"/><Relationship Id="rId94" Type="http://schemas.openxmlformats.org/officeDocument/2006/relationships/customXml" Target="../ink/ink303.xml"/><Relationship Id="rId99" Type="http://schemas.openxmlformats.org/officeDocument/2006/relationships/image" Target="../media/image316.png"/><Relationship Id="rId101" Type="http://schemas.openxmlformats.org/officeDocument/2006/relationships/image" Target="../media/image317.png"/><Relationship Id="rId122" Type="http://schemas.openxmlformats.org/officeDocument/2006/relationships/customXml" Target="../ink/ink317.xml"/><Relationship Id="rId143" Type="http://schemas.openxmlformats.org/officeDocument/2006/relationships/image" Target="../media/image338.png"/><Relationship Id="rId148" Type="http://schemas.openxmlformats.org/officeDocument/2006/relationships/customXml" Target="../ink/ink330.xml"/><Relationship Id="rId164" Type="http://schemas.openxmlformats.org/officeDocument/2006/relationships/customXml" Target="../ink/ink338.xml"/><Relationship Id="rId169" Type="http://schemas.openxmlformats.org/officeDocument/2006/relationships/image" Target="../media/image351.png"/><Relationship Id="rId185" Type="http://schemas.openxmlformats.org/officeDocument/2006/relationships/image" Target="../media/image359.png"/><Relationship Id="rId4" Type="http://schemas.openxmlformats.org/officeDocument/2006/relationships/customXml" Target="../ink/ink258.xml"/><Relationship Id="rId9" Type="http://schemas.openxmlformats.org/officeDocument/2006/relationships/image" Target="../media/image271.png"/><Relationship Id="rId180" Type="http://schemas.openxmlformats.org/officeDocument/2006/relationships/customXml" Target="../ink/ink346.xml"/><Relationship Id="rId26" Type="http://schemas.openxmlformats.org/officeDocument/2006/relationships/customXml" Target="../ink/ink269.xml"/><Relationship Id="rId47" Type="http://schemas.openxmlformats.org/officeDocument/2006/relationships/image" Target="../media/image290.png"/><Relationship Id="rId68" Type="http://schemas.openxmlformats.org/officeDocument/2006/relationships/customXml" Target="../ink/ink290.xml"/><Relationship Id="rId89" Type="http://schemas.openxmlformats.org/officeDocument/2006/relationships/image" Target="../media/image311.png"/><Relationship Id="rId112" Type="http://schemas.openxmlformats.org/officeDocument/2006/relationships/customXml" Target="../ink/ink312.xml"/><Relationship Id="rId133" Type="http://schemas.openxmlformats.org/officeDocument/2006/relationships/image" Target="../media/image333.png"/><Relationship Id="rId154" Type="http://schemas.openxmlformats.org/officeDocument/2006/relationships/customXml" Target="../ink/ink333.xml"/><Relationship Id="rId175" Type="http://schemas.openxmlformats.org/officeDocument/2006/relationships/image" Target="../media/image354.png"/><Relationship Id="rId16" Type="http://schemas.openxmlformats.org/officeDocument/2006/relationships/customXml" Target="../ink/ink264.xml"/><Relationship Id="rId37" Type="http://schemas.openxmlformats.org/officeDocument/2006/relationships/image" Target="../media/image285.png"/><Relationship Id="rId58" Type="http://schemas.openxmlformats.org/officeDocument/2006/relationships/customXml" Target="../ink/ink285.xml"/><Relationship Id="rId79" Type="http://schemas.openxmlformats.org/officeDocument/2006/relationships/image" Target="../media/image306.png"/><Relationship Id="rId102" Type="http://schemas.openxmlformats.org/officeDocument/2006/relationships/customXml" Target="../ink/ink307.xml"/><Relationship Id="rId123" Type="http://schemas.openxmlformats.org/officeDocument/2006/relationships/image" Target="../media/image328.png"/><Relationship Id="rId144" Type="http://schemas.openxmlformats.org/officeDocument/2006/relationships/customXml" Target="../ink/ink328.xml"/><Relationship Id="rId90" Type="http://schemas.openxmlformats.org/officeDocument/2006/relationships/customXml" Target="../ink/ink301.xml"/><Relationship Id="rId165" Type="http://schemas.openxmlformats.org/officeDocument/2006/relationships/image" Target="../media/image349.png"/><Relationship Id="rId186" Type="http://schemas.openxmlformats.org/officeDocument/2006/relationships/customXml" Target="../ink/ink349.xml"/><Relationship Id="rId27" Type="http://schemas.openxmlformats.org/officeDocument/2006/relationships/image" Target="../media/image280.png"/><Relationship Id="rId48" Type="http://schemas.openxmlformats.org/officeDocument/2006/relationships/customXml" Target="../ink/ink280.xml"/><Relationship Id="rId69" Type="http://schemas.openxmlformats.org/officeDocument/2006/relationships/image" Target="../media/image301.png"/><Relationship Id="rId113" Type="http://schemas.openxmlformats.org/officeDocument/2006/relationships/image" Target="../media/image323.png"/><Relationship Id="rId134" Type="http://schemas.openxmlformats.org/officeDocument/2006/relationships/customXml" Target="../ink/ink323.xml"/><Relationship Id="rId80" Type="http://schemas.openxmlformats.org/officeDocument/2006/relationships/customXml" Target="../ink/ink296.xml"/><Relationship Id="rId155" Type="http://schemas.openxmlformats.org/officeDocument/2006/relationships/image" Target="../media/image344.png"/><Relationship Id="rId176" Type="http://schemas.openxmlformats.org/officeDocument/2006/relationships/customXml" Target="../ink/ink344.xml"/><Relationship Id="rId17" Type="http://schemas.openxmlformats.org/officeDocument/2006/relationships/image" Target="../media/image275.png"/><Relationship Id="rId38" Type="http://schemas.openxmlformats.org/officeDocument/2006/relationships/customXml" Target="../ink/ink275.xml"/><Relationship Id="rId59" Type="http://schemas.openxmlformats.org/officeDocument/2006/relationships/image" Target="../media/image296.png"/><Relationship Id="rId103" Type="http://schemas.openxmlformats.org/officeDocument/2006/relationships/image" Target="../media/image318.png"/><Relationship Id="rId124" Type="http://schemas.openxmlformats.org/officeDocument/2006/relationships/customXml" Target="../ink/ink318.xml"/><Relationship Id="rId70" Type="http://schemas.openxmlformats.org/officeDocument/2006/relationships/customXml" Target="../ink/ink291.xml"/><Relationship Id="rId91" Type="http://schemas.openxmlformats.org/officeDocument/2006/relationships/image" Target="../media/image312.png"/><Relationship Id="rId145" Type="http://schemas.openxmlformats.org/officeDocument/2006/relationships/image" Target="../media/image339.png"/><Relationship Id="rId166" Type="http://schemas.openxmlformats.org/officeDocument/2006/relationships/customXml" Target="../ink/ink339.xml"/><Relationship Id="rId187" Type="http://schemas.openxmlformats.org/officeDocument/2006/relationships/image" Target="../media/image360.png"/><Relationship Id="rId1" Type="http://schemas.openxmlformats.org/officeDocument/2006/relationships/slideLayout" Target="../slideLayouts/slideLayout12.xml"/><Relationship Id="rId28" Type="http://schemas.openxmlformats.org/officeDocument/2006/relationships/customXml" Target="../ink/ink270.xml"/><Relationship Id="rId49" Type="http://schemas.openxmlformats.org/officeDocument/2006/relationships/image" Target="../media/image291.png"/><Relationship Id="rId114" Type="http://schemas.openxmlformats.org/officeDocument/2006/relationships/customXml" Target="../ink/ink313.xml"/><Relationship Id="rId60" Type="http://schemas.openxmlformats.org/officeDocument/2006/relationships/customXml" Target="../ink/ink286.xml"/><Relationship Id="rId81" Type="http://schemas.openxmlformats.org/officeDocument/2006/relationships/image" Target="../media/image307.png"/><Relationship Id="rId135" Type="http://schemas.openxmlformats.org/officeDocument/2006/relationships/image" Target="../media/image334.png"/><Relationship Id="rId156" Type="http://schemas.openxmlformats.org/officeDocument/2006/relationships/customXml" Target="../ink/ink334.xml"/><Relationship Id="rId177" Type="http://schemas.openxmlformats.org/officeDocument/2006/relationships/image" Target="../media/image35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57.xml"/><Relationship Id="rId18" Type="http://schemas.openxmlformats.org/officeDocument/2006/relationships/image" Target="../media/image371.png"/><Relationship Id="rId26" Type="http://schemas.openxmlformats.org/officeDocument/2006/relationships/image" Target="../media/image375.png"/><Relationship Id="rId39" Type="http://schemas.openxmlformats.org/officeDocument/2006/relationships/customXml" Target="../ink/ink370.xml"/><Relationship Id="rId21" Type="http://schemas.openxmlformats.org/officeDocument/2006/relationships/customXml" Target="../ink/ink361.xml"/><Relationship Id="rId34" Type="http://schemas.openxmlformats.org/officeDocument/2006/relationships/image" Target="../media/image379.png"/><Relationship Id="rId42" Type="http://schemas.openxmlformats.org/officeDocument/2006/relationships/image" Target="../media/image383.png"/><Relationship Id="rId47" Type="http://schemas.openxmlformats.org/officeDocument/2006/relationships/customXml" Target="../ink/ink374.xml"/><Relationship Id="rId50" Type="http://schemas.openxmlformats.org/officeDocument/2006/relationships/image" Target="../media/image387.png"/><Relationship Id="rId55" Type="http://schemas.openxmlformats.org/officeDocument/2006/relationships/customXml" Target="../ink/ink378.xml"/><Relationship Id="rId7" Type="http://schemas.openxmlformats.org/officeDocument/2006/relationships/customXml" Target="../ink/ink354.xml"/><Relationship Id="rId2" Type="http://schemas.openxmlformats.org/officeDocument/2006/relationships/image" Target="../media/image363.png"/><Relationship Id="rId16" Type="http://schemas.openxmlformats.org/officeDocument/2006/relationships/image" Target="../media/image370.png"/><Relationship Id="rId29" Type="http://schemas.openxmlformats.org/officeDocument/2006/relationships/customXml" Target="../ink/ink365.xml"/><Relationship Id="rId11" Type="http://schemas.openxmlformats.org/officeDocument/2006/relationships/customXml" Target="../ink/ink356.xml"/><Relationship Id="rId24" Type="http://schemas.openxmlformats.org/officeDocument/2006/relationships/image" Target="../media/image374.png"/><Relationship Id="rId32" Type="http://schemas.openxmlformats.org/officeDocument/2006/relationships/image" Target="../media/image378.png"/><Relationship Id="rId37" Type="http://schemas.openxmlformats.org/officeDocument/2006/relationships/customXml" Target="../ink/ink369.xml"/><Relationship Id="rId40" Type="http://schemas.openxmlformats.org/officeDocument/2006/relationships/image" Target="../media/image382.png"/><Relationship Id="rId45" Type="http://schemas.openxmlformats.org/officeDocument/2006/relationships/customXml" Target="../ink/ink373.xml"/><Relationship Id="rId53" Type="http://schemas.openxmlformats.org/officeDocument/2006/relationships/customXml" Target="../ink/ink377.xml"/><Relationship Id="rId58" Type="http://schemas.openxmlformats.org/officeDocument/2006/relationships/image" Target="../media/image391.png"/><Relationship Id="rId5" Type="http://schemas.openxmlformats.org/officeDocument/2006/relationships/customXml" Target="../ink/ink353.xml"/><Relationship Id="rId61" Type="http://schemas.openxmlformats.org/officeDocument/2006/relationships/customXml" Target="../ink/ink381.xml"/><Relationship Id="rId19" Type="http://schemas.openxmlformats.org/officeDocument/2006/relationships/customXml" Target="../ink/ink360.xml"/><Relationship Id="rId14" Type="http://schemas.openxmlformats.org/officeDocument/2006/relationships/image" Target="../media/image369.png"/><Relationship Id="rId22" Type="http://schemas.openxmlformats.org/officeDocument/2006/relationships/image" Target="../media/image373.png"/><Relationship Id="rId27" Type="http://schemas.openxmlformats.org/officeDocument/2006/relationships/customXml" Target="../ink/ink364.xml"/><Relationship Id="rId30" Type="http://schemas.openxmlformats.org/officeDocument/2006/relationships/image" Target="../media/image377.png"/><Relationship Id="rId35" Type="http://schemas.openxmlformats.org/officeDocument/2006/relationships/customXml" Target="../ink/ink368.xml"/><Relationship Id="rId43" Type="http://schemas.openxmlformats.org/officeDocument/2006/relationships/customXml" Target="../ink/ink372.xml"/><Relationship Id="rId48" Type="http://schemas.openxmlformats.org/officeDocument/2006/relationships/image" Target="../media/image386.png"/><Relationship Id="rId56" Type="http://schemas.openxmlformats.org/officeDocument/2006/relationships/image" Target="../media/image390.png"/><Relationship Id="rId8" Type="http://schemas.openxmlformats.org/officeDocument/2006/relationships/image" Target="../media/image366.png"/><Relationship Id="rId51" Type="http://schemas.openxmlformats.org/officeDocument/2006/relationships/customXml" Target="../ink/ink376.xml"/><Relationship Id="rId3" Type="http://schemas.openxmlformats.org/officeDocument/2006/relationships/customXml" Target="../ink/ink352.xml"/><Relationship Id="rId12" Type="http://schemas.openxmlformats.org/officeDocument/2006/relationships/image" Target="../media/image368.png"/><Relationship Id="rId17" Type="http://schemas.openxmlformats.org/officeDocument/2006/relationships/customXml" Target="../ink/ink359.xml"/><Relationship Id="rId25" Type="http://schemas.openxmlformats.org/officeDocument/2006/relationships/customXml" Target="../ink/ink363.xml"/><Relationship Id="rId33" Type="http://schemas.openxmlformats.org/officeDocument/2006/relationships/customXml" Target="../ink/ink367.xml"/><Relationship Id="rId38" Type="http://schemas.openxmlformats.org/officeDocument/2006/relationships/image" Target="../media/image381.png"/><Relationship Id="rId46" Type="http://schemas.openxmlformats.org/officeDocument/2006/relationships/image" Target="../media/image385.png"/><Relationship Id="rId59" Type="http://schemas.openxmlformats.org/officeDocument/2006/relationships/customXml" Target="../ink/ink380.xml"/><Relationship Id="rId20" Type="http://schemas.openxmlformats.org/officeDocument/2006/relationships/image" Target="../media/image372.png"/><Relationship Id="rId41" Type="http://schemas.openxmlformats.org/officeDocument/2006/relationships/customXml" Target="../ink/ink371.xml"/><Relationship Id="rId54" Type="http://schemas.openxmlformats.org/officeDocument/2006/relationships/image" Target="../media/image389.png"/><Relationship Id="rId62" Type="http://schemas.openxmlformats.org/officeDocument/2006/relationships/image" Target="../media/image3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5.png"/><Relationship Id="rId15" Type="http://schemas.openxmlformats.org/officeDocument/2006/relationships/customXml" Target="../ink/ink358.xml"/><Relationship Id="rId23" Type="http://schemas.openxmlformats.org/officeDocument/2006/relationships/customXml" Target="../ink/ink362.xml"/><Relationship Id="rId28" Type="http://schemas.openxmlformats.org/officeDocument/2006/relationships/image" Target="../media/image376.png"/><Relationship Id="rId36" Type="http://schemas.openxmlformats.org/officeDocument/2006/relationships/image" Target="../media/image380.png"/><Relationship Id="rId49" Type="http://schemas.openxmlformats.org/officeDocument/2006/relationships/customXml" Target="../ink/ink375.xml"/><Relationship Id="rId57" Type="http://schemas.openxmlformats.org/officeDocument/2006/relationships/customXml" Target="../ink/ink379.xml"/><Relationship Id="rId10" Type="http://schemas.openxmlformats.org/officeDocument/2006/relationships/image" Target="../media/image367.png"/><Relationship Id="rId31" Type="http://schemas.openxmlformats.org/officeDocument/2006/relationships/customXml" Target="../ink/ink366.xml"/><Relationship Id="rId44" Type="http://schemas.openxmlformats.org/officeDocument/2006/relationships/image" Target="../media/image384.png"/><Relationship Id="rId52" Type="http://schemas.openxmlformats.org/officeDocument/2006/relationships/image" Target="../media/image388.png"/><Relationship Id="rId60" Type="http://schemas.openxmlformats.org/officeDocument/2006/relationships/image" Target="../media/image392.png"/><Relationship Id="rId4" Type="http://schemas.openxmlformats.org/officeDocument/2006/relationships/image" Target="../media/image364.png"/><Relationship Id="rId9" Type="http://schemas.openxmlformats.org/officeDocument/2006/relationships/customXml" Target="../ink/ink35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5.svg"/><Relationship Id="rId2" Type="http://schemas.openxmlformats.org/officeDocument/2006/relationships/image" Target="../media/image39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3.xml"/><Relationship Id="rId21" Type="http://schemas.openxmlformats.org/officeDocument/2006/relationships/image" Target="../media/image406.png"/><Relationship Id="rId42" Type="http://schemas.openxmlformats.org/officeDocument/2006/relationships/customXml" Target="../ink/ink401.xml"/><Relationship Id="rId47" Type="http://schemas.openxmlformats.org/officeDocument/2006/relationships/image" Target="../media/image419.png"/><Relationship Id="rId63" Type="http://schemas.openxmlformats.org/officeDocument/2006/relationships/image" Target="../media/image427.png"/><Relationship Id="rId68" Type="http://schemas.openxmlformats.org/officeDocument/2006/relationships/customXml" Target="../ink/ink414.xml"/><Relationship Id="rId84" Type="http://schemas.openxmlformats.org/officeDocument/2006/relationships/customXml" Target="../ink/ink422.xml"/><Relationship Id="rId89" Type="http://schemas.openxmlformats.org/officeDocument/2006/relationships/image" Target="../media/image440.png"/><Relationship Id="rId16" Type="http://schemas.openxmlformats.org/officeDocument/2006/relationships/customXml" Target="../ink/ink388.xml"/><Relationship Id="rId11" Type="http://schemas.openxmlformats.org/officeDocument/2006/relationships/image" Target="../media/image401.png"/><Relationship Id="rId32" Type="http://schemas.openxmlformats.org/officeDocument/2006/relationships/customXml" Target="../ink/ink396.xml"/><Relationship Id="rId37" Type="http://schemas.openxmlformats.org/officeDocument/2006/relationships/image" Target="../media/image414.png"/><Relationship Id="rId53" Type="http://schemas.openxmlformats.org/officeDocument/2006/relationships/image" Target="../media/image422.png"/><Relationship Id="rId58" Type="http://schemas.openxmlformats.org/officeDocument/2006/relationships/customXml" Target="../ink/ink409.xml"/><Relationship Id="rId74" Type="http://schemas.openxmlformats.org/officeDocument/2006/relationships/customXml" Target="../ink/ink417.xml"/><Relationship Id="rId79" Type="http://schemas.openxmlformats.org/officeDocument/2006/relationships/image" Target="../media/image435.png"/><Relationship Id="rId5" Type="http://schemas.openxmlformats.org/officeDocument/2006/relationships/image" Target="../media/image398.png"/><Relationship Id="rId90" Type="http://schemas.openxmlformats.org/officeDocument/2006/relationships/customXml" Target="../ink/ink425.xml"/><Relationship Id="rId95" Type="http://schemas.openxmlformats.org/officeDocument/2006/relationships/image" Target="../media/image443.png"/><Relationship Id="rId22" Type="http://schemas.openxmlformats.org/officeDocument/2006/relationships/customXml" Target="../ink/ink391.xml"/><Relationship Id="rId27" Type="http://schemas.openxmlformats.org/officeDocument/2006/relationships/image" Target="../media/image409.png"/><Relationship Id="rId43" Type="http://schemas.openxmlformats.org/officeDocument/2006/relationships/image" Target="../media/image417.png"/><Relationship Id="rId48" Type="http://schemas.openxmlformats.org/officeDocument/2006/relationships/customXml" Target="../ink/ink404.xml"/><Relationship Id="rId64" Type="http://schemas.openxmlformats.org/officeDocument/2006/relationships/customXml" Target="../ink/ink412.xml"/><Relationship Id="rId69" Type="http://schemas.openxmlformats.org/officeDocument/2006/relationships/image" Target="../media/image430.png"/><Relationship Id="rId80" Type="http://schemas.openxmlformats.org/officeDocument/2006/relationships/customXml" Target="../ink/ink420.xml"/><Relationship Id="rId85" Type="http://schemas.openxmlformats.org/officeDocument/2006/relationships/image" Target="../media/image438.png"/><Relationship Id="rId3" Type="http://schemas.openxmlformats.org/officeDocument/2006/relationships/image" Target="../media/image397.svg"/><Relationship Id="rId12" Type="http://schemas.openxmlformats.org/officeDocument/2006/relationships/customXml" Target="../ink/ink386.xml"/><Relationship Id="rId17" Type="http://schemas.openxmlformats.org/officeDocument/2006/relationships/image" Target="../media/image404.png"/><Relationship Id="rId25" Type="http://schemas.openxmlformats.org/officeDocument/2006/relationships/image" Target="../media/image408.png"/><Relationship Id="rId33" Type="http://schemas.openxmlformats.org/officeDocument/2006/relationships/image" Target="../media/image412.png"/><Relationship Id="rId38" Type="http://schemas.openxmlformats.org/officeDocument/2006/relationships/customXml" Target="../ink/ink399.xml"/><Relationship Id="rId46" Type="http://schemas.openxmlformats.org/officeDocument/2006/relationships/customXml" Target="../ink/ink403.xml"/><Relationship Id="rId59" Type="http://schemas.openxmlformats.org/officeDocument/2006/relationships/image" Target="../media/image425.png"/><Relationship Id="rId67" Type="http://schemas.openxmlformats.org/officeDocument/2006/relationships/image" Target="../media/image429.png"/><Relationship Id="rId20" Type="http://schemas.openxmlformats.org/officeDocument/2006/relationships/customXml" Target="../ink/ink390.xml"/><Relationship Id="rId41" Type="http://schemas.openxmlformats.org/officeDocument/2006/relationships/image" Target="../media/image416.png"/><Relationship Id="rId54" Type="http://schemas.openxmlformats.org/officeDocument/2006/relationships/customXml" Target="../ink/ink407.xml"/><Relationship Id="rId62" Type="http://schemas.openxmlformats.org/officeDocument/2006/relationships/customXml" Target="../ink/ink411.xml"/><Relationship Id="rId70" Type="http://schemas.openxmlformats.org/officeDocument/2006/relationships/customXml" Target="../ink/ink415.xml"/><Relationship Id="rId75" Type="http://schemas.openxmlformats.org/officeDocument/2006/relationships/image" Target="../media/image433.png"/><Relationship Id="rId83" Type="http://schemas.openxmlformats.org/officeDocument/2006/relationships/image" Target="../media/image437.png"/><Relationship Id="rId88" Type="http://schemas.openxmlformats.org/officeDocument/2006/relationships/customXml" Target="../ink/ink424.xml"/><Relationship Id="rId91" Type="http://schemas.openxmlformats.org/officeDocument/2006/relationships/image" Target="../media/image441.png"/><Relationship Id="rId96" Type="http://schemas.openxmlformats.org/officeDocument/2006/relationships/customXml" Target="../ink/ink428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83.xml"/><Relationship Id="rId15" Type="http://schemas.openxmlformats.org/officeDocument/2006/relationships/image" Target="../media/image403.png"/><Relationship Id="rId23" Type="http://schemas.openxmlformats.org/officeDocument/2006/relationships/image" Target="../media/image407.png"/><Relationship Id="rId28" Type="http://schemas.openxmlformats.org/officeDocument/2006/relationships/customXml" Target="../ink/ink394.xml"/><Relationship Id="rId36" Type="http://schemas.openxmlformats.org/officeDocument/2006/relationships/customXml" Target="../ink/ink398.xml"/><Relationship Id="rId49" Type="http://schemas.openxmlformats.org/officeDocument/2006/relationships/image" Target="../media/image420.png"/><Relationship Id="rId57" Type="http://schemas.openxmlformats.org/officeDocument/2006/relationships/image" Target="../media/image424.png"/><Relationship Id="rId10" Type="http://schemas.openxmlformats.org/officeDocument/2006/relationships/customXml" Target="../ink/ink385.xml"/><Relationship Id="rId31" Type="http://schemas.openxmlformats.org/officeDocument/2006/relationships/image" Target="../media/image411.png"/><Relationship Id="rId44" Type="http://schemas.openxmlformats.org/officeDocument/2006/relationships/customXml" Target="../ink/ink402.xml"/><Relationship Id="rId52" Type="http://schemas.openxmlformats.org/officeDocument/2006/relationships/customXml" Target="../ink/ink406.xml"/><Relationship Id="rId60" Type="http://schemas.openxmlformats.org/officeDocument/2006/relationships/customXml" Target="../ink/ink410.xml"/><Relationship Id="rId65" Type="http://schemas.openxmlformats.org/officeDocument/2006/relationships/image" Target="../media/image428.png"/><Relationship Id="rId73" Type="http://schemas.openxmlformats.org/officeDocument/2006/relationships/image" Target="../media/image432.png"/><Relationship Id="rId78" Type="http://schemas.openxmlformats.org/officeDocument/2006/relationships/customXml" Target="../ink/ink419.xml"/><Relationship Id="rId81" Type="http://schemas.openxmlformats.org/officeDocument/2006/relationships/image" Target="../media/image436.png"/><Relationship Id="rId86" Type="http://schemas.openxmlformats.org/officeDocument/2006/relationships/customXml" Target="../ink/ink423.xml"/><Relationship Id="rId94" Type="http://schemas.openxmlformats.org/officeDocument/2006/relationships/customXml" Target="../ink/ink427.xml"/><Relationship Id="rId99" Type="http://schemas.openxmlformats.org/officeDocument/2006/relationships/image" Target="../media/image445.png"/><Relationship Id="rId4" Type="http://schemas.openxmlformats.org/officeDocument/2006/relationships/customXml" Target="../ink/ink382.xml"/><Relationship Id="rId9" Type="http://schemas.openxmlformats.org/officeDocument/2006/relationships/image" Target="../media/image400.png"/><Relationship Id="rId13" Type="http://schemas.openxmlformats.org/officeDocument/2006/relationships/image" Target="../media/image402.png"/><Relationship Id="rId18" Type="http://schemas.openxmlformats.org/officeDocument/2006/relationships/customXml" Target="../ink/ink389.xml"/><Relationship Id="rId39" Type="http://schemas.openxmlformats.org/officeDocument/2006/relationships/image" Target="../media/image415.png"/><Relationship Id="rId34" Type="http://schemas.openxmlformats.org/officeDocument/2006/relationships/customXml" Target="../ink/ink397.xml"/><Relationship Id="rId50" Type="http://schemas.openxmlformats.org/officeDocument/2006/relationships/customXml" Target="../ink/ink405.xml"/><Relationship Id="rId55" Type="http://schemas.openxmlformats.org/officeDocument/2006/relationships/image" Target="../media/image423.png"/><Relationship Id="rId76" Type="http://schemas.openxmlformats.org/officeDocument/2006/relationships/customXml" Target="../ink/ink418.xml"/><Relationship Id="rId97" Type="http://schemas.openxmlformats.org/officeDocument/2006/relationships/image" Target="../media/image444.png"/><Relationship Id="rId7" Type="http://schemas.openxmlformats.org/officeDocument/2006/relationships/image" Target="../media/image399.png"/><Relationship Id="rId71" Type="http://schemas.openxmlformats.org/officeDocument/2006/relationships/image" Target="../media/image431.png"/><Relationship Id="rId92" Type="http://schemas.openxmlformats.org/officeDocument/2006/relationships/customXml" Target="../ink/ink426.xml"/><Relationship Id="rId2" Type="http://schemas.openxmlformats.org/officeDocument/2006/relationships/image" Target="../media/image396.png"/><Relationship Id="rId29" Type="http://schemas.openxmlformats.org/officeDocument/2006/relationships/image" Target="../media/image410.png"/><Relationship Id="rId24" Type="http://schemas.openxmlformats.org/officeDocument/2006/relationships/customXml" Target="../ink/ink392.xml"/><Relationship Id="rId40" Type="http://schemas.openxmlformats.org/officeDocument/2006/relationships/customXml" Target="../ink/ink400.xml"/><Relationship Id="rId45" Type="http://schemas.openxmlformats.org/officeDocument/2006/relationships/image" Target="../media/image418.png"/><Relationship Id="rId66" Type="http://schemas.openxmlformats.org/officeDocument/2006/relationships/customXml" Target="../ink/ink413.xml"/><Relationship Id="rId87" Type="http://schemas.openxmlformats.org/officeDocument/2006/relationships/image" Target="../media/image439.png"/><Relationship Id="rId61" Type="http://schemas.openxmlformats.org/officeDocument/2006/relationships/image" Target="../media/image426.png"/><Relationship Id="rId82" Type="http://schemas.openxmlformats.org/officeDocument/2006/relationships/customXml" Target="../ink/ink421.xml"/><Relationship Id="rId19" Type="http://schemas.openxmlformats.org/officeDocument/2006/relationships/image" Target="../media/image405.png"/><Relationship Id="rId14" Type="http://schemas.openxmlformats.org/officeDocument/2006/relationships/customXml" Target="../ink/ink387.xml"/><Relationship Id="rId30" Type="http://schemas.openxmlformats.org/officeDocument/2006/relationships/customXml" Target="../ink/ink395.xml"/><Relationship Id="rId35" Type="http://schemas.openxmlformats.org/officeDocument/2006/relationships/image" Target="../media/image413.png"/><Relationship Id="rId56" Type="http://schemas.openxmlformats.org/officeDocument/2006/relationships/customXml" Target="../ink/ink408.xml"/><Relationship Id="rId77" Type="http://schemas.openxmlformats.org/officeDocument/2006/relationships/image" Target="../media/image434.png"/><Relationship Id="rId8" Type="http://schemas.openxmlformats.org/officeDocument/2006/relationships/customXml" Target="../ink/ink384.xml"/><Relationship Id="rId51" Type="http://schemas.openxmlformats.org/officeDocument/2006/relationships/image" Target="../media/image421.png"/><Relationship Id="rId72" Type="http://schemas.openxmlformats.org/officeDocument/2006/relationships/customXml" Target="../ink/ink416.xml"/><Relationship Id="rId93" Type="http://schemas.openxmlformats.org/officeDocument/2006/relationships/image" Target="../media/image442.png"/><Relationship Id="rId98" Type="http://schemas.openxmlformats.org/officeDocument/2006/relationships/customXml" Target="../ink/ink429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04.png"/><Relationship Id="rId21" Type="http://schemas.openxmlformats.org/officeDocument/2006/relationships/image" Target="../media/image456.png"/><Relationship Id="rId42" Type="http://schemas.openxmlformats.org/officeDocument/2006/relationships/customXml" Target="../ink/ink449.xml"/><Relationship Id="rId47" Type="http://schemas.openxmlformats.org/officeDocument/2006/relationships/image" Target="../media/image469.png"/><Relationship Id="rId63" Type="http://schemas.openxmlformats.org/officeDocument/2006/relationships/image" Target="../media/image477.png"/><Relationship Id="rId68" Type="http://schemas.openxmlformats.org/officeDocument/2006/relationships/customXml" Target="../ink/ink462.xml"/><Relationship Id="rId84" Type="http://schemas.openxmlformats.org/officeDocument/2006/relationships/customXml" Target="../ink/ink470.xml"/><Relationship Id="rId89" Type="http://schemas.openxmlformats.org/officeDocument/2006/relationships/image" Target="../media/image490.png"/><Relationship Id="rId112" Type="http://schemas.openxmlformats.org/officeDocument/2006/relationships/customXml" Target="../ink/ink484.xml"/><Relationship Id="rId16" Type="http://schemas.openxmlformats.org/officeDocument/2006/relationships/customXml" Target="../ink/ink436.xml"/><Relationship Id="rId107" Type="http://schemas.openxmlformats.org/officeDocument/2006/relationships/image" Target="../media/image499.png"/><Relationship Id="rId11" Type="http://schemas.openxmlformats.org/officeDocument/2006/relationships/image" Target="../media/image451.png"/><Relationship Id="rId32" Type="http://schemas.openxmlformats.org/officeDocument/2006/relationships/customXml" Target="../ink/ink444.xml"/><Relationship Id="rId37" Type="http://schemas.openxmlformats.org/officeDocument/2006/relationships/image" Target="../media/image464.png"/><Relationship Id="rId53" Type="http://schemas.openxmlformats.org/officeDocument/2006/relationships/image" Target="../media/image472.png"/><Relationship Id="rId58" Type="http://schemas.openxmlformats.org/officeDocument/2006/relationships/customXml" Target="../ink/ink457.xml"/><Relationship Id="rId74" Type="http://schemas.openxmlformats.org/officeDocument/2006/relationships/customXml" Target="../ink/ink465.xml"/><Relationship Id="rId79" Type="http://schemas.openxmlformats.org/officeDocument/2006/relationships/image" Target="../media/image485.png"/><Relationship Id="rId102" Type="http://schemas.openxmlformats.org/officeDocument/2006/relationships/customXml" Target="../ink/ink479.xml"/><Relationship Id="rId123" Type="http://schemas.openxmlformats.org/officeDocument/2006/relationships/image" Target="../media/image507.png"/><Relationship Id="rId128" Type="http://schemas.openxmlformats.org/officeDocument/2006/relationships/customXml" Target="../ink/ink492.xml"/><Relationship Id="rId5" Type="http://schemas.openxmlformats.org/officeDocument/2006/relationships/image" Target="../media/image448.png"/><Relationship Id="rId90" Type="http://schemas.openxmlformats.org/officeDocument/2006/relationships/customXml" Target="../ink/ink473.xml"/><Relationship Id="rId95" Type="http://schemas.openxmlformats.org/officeDocument/2006/relationships/image" Target="../media/image493.png"/><Relationship Id="rId22" Type="http://schemas.openxmlformats.org/officeDocument/2006/relationships/customXml" Target="../ink/ink439.xml"/><Relationship Id="rId27" Type="http://schemas.openxmlformats.org/officeDocument/2006/relationships/image" Target="../media/image459.png"/><Relationship Id="rId43" Type="http://schemas.openxmlformats.org/officeDocument/2006/relationships/image" Target="../media/image467.png"/><Relationship Id="rId48" Type="http://schemas.openxmlformats.org/officeDocument/2006/relationships/customXml" Target="../ink/ink452.xml"/><Relationship Id="rId64" Type="http://schemas.openxmlformats.org/officeDocument/2006/relationships/customXml" Target="../ink/ink460.xml"/><Relationship Id="rId69" Type="http://schemas.openxmlformats.org/officeDocument/2006/relationships/image" Target="../media/image480.png"/><Relationship Id="rId113" Type="http://schemas.openxmlformats.org/officeDocument/2006/relationships/image" Target="../media/image502.png"/><Relationship Id="rId118" Type="http://schemas.openxmlformats.org/officeDocument/2006/relationships/customXml" Target="../ink/ink487.xml"/><Relationship Id="rId80" Type="http://schemas.openxmlformats.org/officeDocument/2006/relationships/customXml" Target="../ink/ink468.xml"/><Relationship Id="rId85" Type="http://schemas.openxmlformats.org/officeDocument/2006/relationships/image" Target="../media/image488.png"/><Relationship Id="rId12" Type="http://schemas.openxmlformats.org/officeDocument/2006/relationships/customXml" Target="../ink/ink434.xml"/><Relationship Id="rId17" Type="http://schemas.openxmlformats.org/officeDocument/2006/relationships/image" Target="../media/image454.png"/><Relationship Id="rId33" Type="http://schemas.openxmlformats.org/officeDocument/2006/relationships/image" Target="../media/image462.png"/><Relationship Id="rId38" Type="http://schemas.openxmlformats.org/officeDocument/2006/relationships/customXml" Target="../ink/ink447.xml"/><Relationship Id="rId59" Type="http://schemas.openxmlformats.org/officeDocument/2006/relationships/image" Target="../media/image475.png"/><Relationship Id="rId103" Type="http://schemas.openxmlformats.org/officeDocument/2006/relationships/image" Target="../media/image497.png"/><Relationship Id="rId108" Type="http://schemas.openxmlformats.org/officeDocument/2006/relationships/customXml" Target="../ink/ink482.xml"/><Relationship Id="rId124" Type="http://schemas.openxmlformats.org/officeDocument/2006/relationships/customXml" Target="../ink/ink490.xml"/><Relationship Id="rId129" Type="http://schemas.openxmlformats.org/officeDocument/2006/relationships/image" Target="../media/image510.png"/><Relationship Id="rId54" Type="http://schemas.openxmlformats.org/officeDocument/2006/relationships/customXml" Target="../ink/ink455.xml"/><Relationship Id="rId70" Type="http://schemas.openxmlformats.org/officeDocument/2006/relationships/customXml" Target="../ink/ink463.xml"/><Relationship Id="rId75" Type="http://schemas.openxmlformats.org/officeDocument/2006/relationships/image" Target="../media/image483.png"/><Relationship Id="rId91" Type="http://schemas.openxmlformats.org/officeDocument/2006/relationships/image" Target="../media/image491.png"/><Relationship Id="rId96" Type="http://schemas.openxmlformats.org/officeDocument/2006/relationships/customXml" Target="../ink/ink476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31.xml"/><Relationship Id="rId23" Type="http://schemas.openxmlformats.org/officeDocument/2006/relationships/image" Target="../media/image457.png"/><Relationship Id="rId28" Type="http://schemas.openxmlformats.org/officeDocument/2006/relationships/customXml" Target="../ink/ink442.xml"/><Relationship Id="rId49" Type="http://schemas.openxmlformats.org/officeDocument/2006/relationships/image" Target="../media/image470.png"/><Relationship Id="rId114" Type="http://schemas.openxmlformats.org/officeDocument/2006/relationships/customXml" Target="../ink/ink485.xml"/><Relationship Id="rId119" Type="http://schemas.openxmlformats.org/officeDocument/2006/relationships/image" Target="../media/image505.png"/><Relationship Id="rId44" Type="http://schemas.openxmlformats.org/officeDocument/2006/relationships/customXml" Target="../ink/ink450.xml"/><Relationship Id="rId60" Type="http://schemas.openxmlformats.org/officeDocument/2006/relationships/customXml" Target="../ink/ink458.xml"/><Relationship Id="rId65" Type="http://schemas.openxmlformats.org/officeDocument/2006/relationships/image" Target="../media/image478.png"/><Relationship Id="rId81" Type="http://schemas.openxmlformats.org/officeDocument/2006/relationships/image" Target="../media/image486.png"/><Relationship Id="rId86" Type="http://schemas.openxmlformats.org/officeDocument/2006/relationships/customXml" Target="../ink/ink471.xml"/><Relationship Id="rId13" Type="http://schemas.openxmlformats.org/officeDocument/2006/relationships/image" Target="../media/image452.png"/><Relationship Id="rId18" Type="http://schemas.openxmlformats.org/officeDocument/2006/relationships/customXml" Target="../ink/ink437.xml"/><Relationship Id="rId39" Type="http://schemas.openxmlformats.org/officeDocument/2006/relationships/image" Target="../media/image465.png"/><Relationship Id="rId109" Type="http://schemas.openxmlformats.org/officeDocument/2006/relationships/image" Target="../media/image500.png"/><Relationship Id="rId34" Type="http://schemas.openxmlformats.org/officeDocument/2006/relationships/customXml" Target="../ink/ink445.xml"/><Relationship Id="rId50" Type="http://schemas.openxmlformats.org/officeDocument/2006/relationships/customXml" Target="../ink/ink453.xml"/><Relationship Id="rId55" Type="http://schemas.openxmlformats.org/officeDocument/2006/relationships/image" Target="../media/image473.png"/><Relationship Id="rId76" Type="http://schemas.openxmlformats.org/officeDocument/2006/relationships/customXml" Target="../ink/ink466.xml"/><Relationship Id="rId97" Type="http://schemas.openxmlformats.org/officeDocument/2006/relationships/image" Target="../media/image494.png"/><Relationship Id="rId104" Type="http://schemas.openxmlformats.org/officeDocument/2006/relationships/customXml" Target="../ink/ink480.xml"/><Relationship Id="rId120" Type="http://schemas.openxmlformats.org/officeDocument/2006/relationships/customXml" Target="../ink/ink488.xml"/><Relationship Id="rId125" Type="http://schemas.openxmlformats.org/officeDocument/2006/relationships/image" Target="../media/image508.png"/><Relationship Id="rId7" Type="http://schemas.openxmlformats.org/officeDocument/2006/relationships/image" Target="../media/image449.png"/><Relationship Id="rId71" Type="http://schemas.openxmlformats.org/officeDocument/2006/relationships/image" Target="../media/image481.png"/><Relationship Id="rId92" Type="http://schemas.openxmlformats.org/officeDocument/2006/relationships/customXml" Target="../ink/ink474.xml"/><Relationship Id="rId2" Type="http://schemas.openxmlformats.org/officeDocument/2006/relationships/image" Target="../media/image446.png"/><Relationship Id="rId29" Type="http://schemas.openxmlformats.org/officeDocument/2006/relationships/image" Target="../media/image460.png"/><Relationship Id="rId24" Type="http://schemas.openxmlformats.org/officeDocument/2006/relationships/customXml" Target="../ink/ink440.xml"/><Relationship Id="rId40" Type="http://schemas.openxmlformats.org/officeDocument/2006/relationships/customXml" Target="../ink/ink448.xml"/><Relationship Id="rId45" Type="http://schemas.openxmlformats.org/officeDocument/2006/relationships/image" Target="../media/image468.png"/><Relationship Id="rId66" Type="http://schemas.openxmlformats.org/officeDocument/2006/relationships/customXml" Target="../ink/ink461.xml"/><Relationship Id="rId87" Type="http://schemas.openxmlformats.org/officeDocument/2006/relationships/image" Target="../media/image489.png"/><Relationship Id="rId110" Type="http://schemas.openxmlformats.org/officeDocument/2006/relationships/customXml" Target="../ink/ink483.xml"/><Relationship Id="rId115" Type="http://schemas.openxmlformats.org/officeDocument/2006/relationships/image" Target="../media/image503.png"/><Relationship Id="rId61" Type="http://schemas.openxmlformats.org/officeDocument/2006/relationships/image" Target="../media/image476.png"/><Relationship Id="rId82" Type="http://schemas.openxmlformats.org/officeDocument/2006/relationships/customXml" Target="../ink/ink469.xml"/><Relationship Id="rId19" Type="http://schemas.openxmlformats.org/officeDocument/2006/relationships/image" Target="../media/image455.png"/><Relationship Id="rId14" Type="http://schemas.openxmlformats.org/officeDocument/2006/relationships/customXml" Target="../ink/ink435.xml"/><Relationship Id="rId30" Type="http://schemas.openxmlformats.org/officeDocument/2006/relationships/customXml" Target="../ink/ink443.xml"/><Relationship Id="rId35" Type="http://schemas.openxmlformats.org/officeDocument/2006/relationships/image" Target="../media/image463.png"/><Relationship Id="rId56" Type="http://schemas.openxmlformats.org/officeDocument/2006/relationships/customXml" Target="../ink/ink456.xml"/><Relationship Id="rId77" Type="http://schemas.openxmlformats.org/officeDocument/2006/relationships/image" Target="../media/image484.png"/><Relationship Id="rId100" Type="http://schemas.openxmlformats.org/officeDocument/2006/relationships/customXml" Target="../ink/ink478.xml"/><Relationship Id="rId105" Type="http://schemas.openxmlformats.org/officeDocument/2006/relationships/image" Target="../media/image498.png"/><Relationship Id="rId126" Type="http://schemas.openxmlformats.org/officeDocument/2006/relationships/customXml" Target="../ink/ink491.xml"/><Relationship Id="rId8" Type="http://schemas.openxmlformats.org/officeDocument/2006/relationships/customXml" Target="../ink/ink432.xml"/><Relationship Id="rId51" Type="http://schemas.openxmlformats.org/officeDocument/2006/relationships/image" Target="../media/image471.png"/><Relationship Id="rId72" Type="http://schemas.openxmlformats.org/officeDocument/2006/relationships/customXml" Target="../ink/ink464.xml"/><Relationship Id="rId93" Type="http://schemas.openxmlformats.org/officeDocument/2006/relationships/image" Target="../media/image492.png"/><Relationship Id="rId98" Type="http://schemas.openxmlformats.org/officeDocument/2006/relationships/customXml" Target="../ink/ink477.xml"/><Relationship Id="rId121" Type="http://schemas.openxmlformats.org/officeDocument/2006/relationships/image" Target="../media/image506.png"/><Relationship Id="rId3" Type="http://schemas.openxmlformats.org/officeDocument/2006/relationships/image" Target="../media/image447.svg"/><Relationship Id="rId25" Type="http://schemas.openxmlformats.org/officeDocument/2006/relationships/image" Target="../media/image458.png"/><Relationship Id="rId46" Type="http://schemas.openxmlformats.org/officeDocument/2006/relationships/customXml" Target="../ink/ink451.xml"/><Relationship Id="rId67" Type="http://schemas.openxmlformats.org/officeDocument/2006/relationships/image" Target="../media/image479.png"/><Relationship Id="rId116" Type="http://schemas.openxmlformats.org/officeDocument/2006/relationships/customXml" Target="../ink/ink486.xml"/><Relationship Id="rId20" Type="http://schemas.openxmlformats.org/officeDocument/2006/relationships/customXml" Target="../ink/ink438.xml"/><Relationship Id="rId41" Type="http://schemas.openxmlformats.org/officeDocument/2006/relationships/image" Target="../media/image466.png"/><Relationship Id="rId62" Type="http://schemas.openxmlformats.org/officeDocument/2006/relationships/customXml" Target="../ink/ink459.xml"/><Relationship Id="rId83" Type="http://schemas.openxmlformats.org/officeDocument/2006/relationships/image" Target="../media/image487.png"/><Relationship Id="rId88" Type="http://schemas.openxmlformats.org/officeDocument/2006/relationships/customXml" Target="../ink/ink472.xml"/><Relationship Id="rId111" Type="http://schemas.openxmlformats.org/officeDocument/2006/relationships/image" Target="../media/image501.png"/><Relationship Id="rId15" Type="http://schemas.openxmlformats.org/officeDocument/2006/relationships/image" Target="../media/image453.png"/><Relationship Id="rId36" Type="http://schemas.openxmlformats.org/officeDocument/2006/relationships/customXml" Target="../ink/ink446.xml"/><Relationship Id="rId57" Type="http://schemas.openxmlformats.org/officeDocument/2006/relationships/image" Target="../media/image474.png"/><Relationship Id="rId106" Type="http://schemas.openxmlformats.org/officeDocument/2006/relationships/customXml" Target="../ink/ink481.xml"/><Relationship Id="rId127" Type="http://schemas.openxmlformats.org/officeDocument/2006/relationships/image" Target="../media/image509.png"/><Relationship Id="rId10" Type="http://schemas.openxmlformats.org/officeDocument/2006/relationships/customXml" Target="../ink/ink433.xml"/><Relationship Id="rId31" Type="http://schemas.openxmlformats.org/officeDocument/2006/relationships/image" Target="../media/image461.png"/><Relationship Id="rId52" Type="http://schemas.openxmlformats.org/officeDocument/2006/relationships/customXml" Target="../ink/ink454.xml"/><Relationship Id="rId73" Type="http://schemas.openxmlformats.org/officeDocument/2006/relationships/image" Target="../media/image482.png"/><Relationship Id="rId78" Type="http://schemas.openxmlformats.org/officeDocument/2006/relationships/customXml" Target="../ink/ink467.xml"/><Relationship Id="rId94" Type="http://schemas.openxmlformats.org/officeDocument/2006/relationships/customXml" Target="../ink/ink475.xml"/><Relationship Id="rId99" Type="http://schemas.openxmlformats.org/officeDocument/2006/relationships/image" Target="../media/image495.png"/><Relationship Id="rId101" Type="http://schemas.openxmlformats.org/officeDocument/2006/relationships/image" Target="../media/image496.png"/><Relationship Id="rId122" Type="http://schemas.openxmlformats.org/officeDocument/2006/relationships/customXml" Target="../ink/ink489.xml"/><Relationship Id="rId4" Type="http://schemas.openxmlformats.org/officeDocument/2006/relationships/customXml" Target="../ink/ink430.xml"/><Relationship Id="rId9" Type="http://schemas.openxmlformats.org/officeDocument/2006/relationships/image" Target="../media/image450.png"/><Relationship Id="rId26" Type="http://schemas.openxmlformats.org/officeDocument/2006/relationships/customXml" Target="../ink/ink44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5.xml"/><Relationship Id="rId13" Type="http://schemas.openxmlformats.org/officeDocument/2006/relationships/image" Target="../media/image517.png"/><Relationship Id="rId18" Type="http://schemas.openxmlformats.org/officeDocument/2006/relationships/customXml" Target="../ink/ink500.xml"/><Relationship Id="rId26" Type="http://schemas.openxmlformats.org/officeDocument/2006/relationships/customXml" Target="../ink/ink504.xml"/><Relationship Id="rId3" Type="http://schemas.openxmlformats.org/officeDocument/2006/relationships/image" Target="../media/image512.svg"/><Relationship Id="rId21" Type="http://schemas.openxmlformats.org/officeDocument/2006/relationships/image" Target="../media/image521.png"/><Relationship Id="rId7" Type="http://schemas.openxmlformats.org/officeDocument/2006/relationships/image" Target="../media/image514.png"/><Relationship Id="rId12" Type="http://schemas.openxmlformats.org/officeDocument/2006/relationships/customXml" Target="../ink/ink497.xml"/><Relationship Id="rId17" Type="http://schemas.openxmlformats.org/officeDocument/2006/relationships/image" Target="../media/image519.png"/><Relationship Id="rId25" Type="http://schemas.openxmlformats.org/officeDocument/2006/relationships/image" Target="../media/image523.png"/><Relationship Id="rId2" Type="http://schemas.openxmlformats.org/officeDocument/2006/relationships/image" Target="../media/image511.png"/><Relationship Id="rId16" Type="http://schemas.openxmlformats.org/officeDocument/2006/relationships/customXml" Target="../ink/ink499.xml"/><Relationship Id="rId20" Type="http://schemas.openxmlformats.org/officeDocument/2006/relationships/customXml" Target="../ink/ink501.xml"/><Relationship Id="rId29" Type="http://schemas.openxmlformats.org/officeDocument/2006/relationships/image" Target="../media/image525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94.xml"/><Relationship Id="rId11" Type="http://schemas.openxmlformats.org/officeDocument/2006/relationships/image" Target="../media/image516.png"/><Relationship Id="rId24" Type="http://schemas.openxmlformats.org/officeDocument/2006/relationships/customXml" Target="../ink/ink503.xml"/><Relationship Id="rId5" Type="http://schemas.openxmlformats.org/officeDocument/2006/relationships/image" Target="../media/image513.png"/><Relationship Id="rId15" Type="http://schemas.openxmlformats.org/officeDocument/2006/relationships/image" Target="../media/image518.png"/><Relationship Id="rId23" Type="http://schemas.openxmlformats.org/officeDocument/2006/relationships/image" Target="../media/image522.png"/><Relationship Id="rId28" Type="http://schemas.openxmlformats.org/officeDocument/2006/relationships/customXml" Target="../ink/ink505.xml"/><Relationship Id="rId10" Type="http://schemas.openxmlformats.org/officeDocument/2006/relationships/customXml" Target="../ink/ink496.xml"/><Relationship Id="rId19" Type="http://schemas.openxmlformats.org/officeDocument/2006/relationships/image" Target="../media/image520.png"/><Relationship Id="rId4" Type="http://schemas.openxmlformats.org/officeDocument/2006/relationships/customXml" Target="../ink/ink493.xml"/><Relationship Id="rId9" Type="http://schemas.openxmlformats.org/officeDocument/2006/relationships/image" Target="../media/image515.png"/><Relationship Id="rId14" Type="http://schemas.openxmlformats.org/officeDocument/2006/relationships/customXml" Target="../ink/ink498.xml"/><Relationship Id="rId22" Type="http://schemas.openxmlformats.org/officeDocument/2006/relationships/customXml" Target="../ink/ink502.xml"/><Relationship Id="rId27" Type="http://schemas.openxmlformats.org/officeDocument/2006/relationships/image" Target="../media/image5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8.xml"/><Relationship Id="rId3" Type="http://schemas.openxmlformats.org/officeDocument/2006/relationships/image" Target="../media/image527.svg"/><Relationship Id="rId7" Type="http://schemas.openxmlformats.org/officeDocument/2006/relationships/image" Target="../media/image529.png"/><Relationship Id="rId2" Type="http://schemas.openxmlformats.org/officeDocument/2006/relationships/image" Target="../media/image526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507.xml"/><Relationship Id="rId11" Type="http://schemas.openxmlformats.org/officeDocument/2006/relationships/image" Target="../media/image531.png"/><Relationship Id="rId5" Type="http://schemas.openxmlformats.org/officeDocument/2006/relationships/image" Target="../media/image528.png"/><Relationship Id="rId10" Type="http://schemas.openxmlformats.org/officeDocument/2006/relationships/customXml" Target="../ink/ink509.xml"/><Relationship Id="rId4" Type="http://schemas.openxmlformats.org/officeDocument/2006/relationships/customXml" Target="../ink/ink506.xml"/><Relationship Id="rId9" Type="http://schemas.openxmlformats.org/officeDocument/2006/relationships/image" Target="../media/image5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39F5-C297-40A9-9E72-E9EE395138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Direct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264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39F5-C297-40A9-9E72-E9EE39513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Direct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D46D8-3E65-4D48-A011-8A73D80F9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Direct method search using function evaluations only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Also called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zero-order, black box, pattern search,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or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derivative-free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D9235-A5AC-4874-BB0F-731F6F3B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5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AB4F-684E-42AA-BF58-63B70D9B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Cyclic Coordinate Search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9746-58E7-4897-B338-51A0EE88D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Also known as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coordinate descent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or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taxicab search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Performs line search in alternating coordinate directions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EB0D92-6AEE-466E-B65A-4B523A357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8762" y="3118400"/>
            <a:ext cx="3374475" cy="33744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17671-88C7-41E2-9254-7E3E47B9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7FD73E9-225C-66BE-B8E2-076CD1B8AAE4}"/>
                  </a:ext>
                </a:extLst>
              </p14:cNvPr>
              <p14:cNvContentPartPr/>
              <p14:nvPr/>
            </p14:nvContentPartPr>
            <p14:xfrm>
              <a:off x="5247154" y="5550102"/>
              <a:ext cx="97560" cy="132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7FD73E9-225C-66BE-B8E2-076CD1B8AA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38154" y="5541102"/>
                <a:ext cx="1152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973F836-3875-6FF8-4994-D37F17BF54AF}"/>
                  </a:ext>
                </a:extLst>
              </p14:cNvPr>
              <p14:cNvContentPartPr/>
              <p14:nvPr/>
            </p14:nvContentPartPr>
            <p14:xfrm>
              <a:off x="5349754" y="5768622"/>
              <a:ext cx="11880" cy="1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973F836-3875-6FF8-4994-D37F17BF54A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40754" y="5759622"/>
                <a:ext cx="2952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A1B616C6-8003-D9F8-6415-CCDD0CA0F7DA}"/>
              </a:ext>
            </a:extLst>
          </p:cNvPr>
          <p:cNvGrpSpPr/>
          <p:nvPr/>
        </p:nvGrpSpPr>
        <p:grpSpPr>
          <a:xfrm>
            <a:off x="8767954" y="3489102"/>
            <a:ext cx="1301040" cy="321840"/>
            <a:chOff x="8767954" y="3489102"/>
            <a:chExt cx="130104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B275BC-2B5F-30F0-8C35-9EC4CE7CE7FC}"/>
                    </a:ext>
                  </a:extLst>
                </p14:cNvPr>
                <p14:cNvContentPartPr/>
                <p14:nvPr/>
              </p14:nvContentPartPr>
              <p14:xfrm>
                <a:off x="8767954" y="3508542"/>
                <a:ext cx="221040" cy="299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B275BC-2B5F-30F0-8C35-9EC4CE7CE7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58954" y="3499542"/>
                  <a:ext cx="2386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81B582-7337-12A5-01EA-EA00465A27A2}"/>
                    </a:ext>
                  </a:extLst>
                </p14:cNvPr>
                <p14:cNvContentPartPr/>
                <p14:nvPr/>
              </p14:nvContentPartPr>
              <p14:xfrm>
                <a:off x="9027514" y="3678102"/>
                <a:ext cx="64800" cy="1328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81B582-7337-12A5-01EA-EA00465A27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18464" y="3669102"/>
                  <a:ext cx="82539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8F8CCC-D9F3-FE23-4AD1-93E1D3554F54}"/>
                    </a:ext>
                  </a:extLst>
                </p14:cNvPr>
                <p14:cNvContentPartPr/>
                <p14:nvPr/>
              </p14:nvContentPartPr>
              <p14:xfrm>
                <a:off x="9081874" y="3585942"/>
                <a:ext cx="27360" cy="25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8F8CCC-D9F3-FE23-4AD1-93E1D3554F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72874" y="3576942"/>
                  <a:ext cx="45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2F793F-4677-0144-5BA9-21B32C9E6770}"/>
                    </a:ext>
                  </a:extLst>
                </p14:cNvPr>
                <p14:cNvContentPartPr/>
                <p14:nvPr/>
              </p14:nvContentPartPr>
              <p14:xfrm>
                <a:off x="9104194" y="3684942"/>
                <a:ext cx="229320" cy="116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2F793F-4677-0144-5BA9-21B32C9E677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95194" y="3675942"/>
                  <a:ext cx="2469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B62C8CE-A1EC-29F9-5D1B-A153C558DF4D}"/>
                    </a:ext>
                  </a:extLst>
                </p14:cNvPr>
                <p14:cNvContentPartPr/>
                <p14:nvPr/>
              </p14:nvContentPartPr>
              <p14:xfrm>
                <a:off x="9405154" y="3489102"/>
                <a:ext cx="254880" cy="267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B62C8CE-A1EC-29F9-5D1B-A153C558DF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96141" y="3480102"/>
                  <a:ext cx="272545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63F9B8-21C2-F981-5738-B728C1DF5E2E}"/>
                    </a:ext>
                  </a:extLst>
                </p14:cNvPr>
                <p14:cNvContentPartPr/>
                <p14:nvPr/>
              </p14:nvContentPartPr>
              <p14:xfrm>
                <a:off x="9668674" y="3565062"/>
                <a:ext cx="16200" cy="22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63F9B8-21C2-F981-5738-B728C1DF5E2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59674" y="3556062"/>
                  <a:ext cx="338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23866E-02F8-FA36-32AF-A292C23380FB}"/>
                    </a:ext>
                  </a:extLst>
                </p14:cNvPr>
                <p14:cNvContentPartPr/>
                <p14:nvPr/>
              </p14:nvContentPartPr>
              <p14:xfrm>
                <a:off x="9739234" y="3632382"/>
                <a:ext cx="329760" cy="122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23866E-02F8-FA36-32AF-A292C23380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30244" y="3623382"/>
                  <a:ext cx="347381" cy="14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FB9F1C6-5F6F-96C5-226D-394FB88D8109}"/>
                  </a:ext>
                </a:extLst>
              </p14:cNvPr>
              <p14:cNvContentPartPr/>
              <p14:nvPr/>
            </p14:nvContentPartPr>
            <p14:xfrm>
              <a:off x="9159274" y="3967542"/>
              <a:ext cx="90000" cy="311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FB9F1C6-5F6F-96C5-226D-394FB88D810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150274" y="3958532"/>
                <a:ext cx="107640" cy="3294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06B596E5-9E32-B446-1C76-AB469230ED25}"/>
              </a:ext>
            </a:extLst>
          </p:cNvPr>
          <p:cNvGrpSpPr/>
          <p:nvPr/>
        </p:nvGrpSpPr>
        <p:grpSpPr>
          <a:xfrm>
            <a:off x="9306874" y="3973662"/>
            <a:ext cx="1150920" cy="322560"/>
            <a:chOff x="9306874" y="3973662"/>
            <a:chExt cx="115092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B9ABB01-D09D-FC15-1985-D5C083F8279E}"/>
                    </a:ext>
                  </a:extLst>
                </p14:cNvPr>
                <p14:cNvContentPartPr/>
                <p14:nvPr/>
              </p14:nvContentPartPr>
              <p14:xfrm>
                <a:off x="9306874" y="4057182"/>
                <a:ext cx="132480" cy="163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B9ABB01-D09D-FC15-1985-D5C083F827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97874" y="4048162"/>
                  <a:ext cx="150120" cy="1811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0BE8C1-BE77-8648-E102-0010FFDE5603}"/>
                    </a:ext>
                  </a:extLst>
                </p14:cNvPr>
                <p14:cNvContentPartPr/>
                <p14:nvPr/>
              </p14:nvContentPartPr>
              <p14:xfrm>
                <a:off x="9494074" y="4210542"/>
                <a:ext cx="47880" cy="85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0BE8C1-BE77-8648-E102-0010FFDE56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85074" y="4201542"/>
                  <a:ext cx="65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3BEFF3-16D7-BF80-0EFA-7910C6DC0088}"/>
                    </a:ext>
                  </a:extLst>
                </p14:cNvPr>
                <p14:cNvContentPartPr/>
                <p14:nvPr/>
              </p14:nvContentPartPr>
              <p14:xfrm>
                <a:off x="9644914" y="4052502"/>
                <a:ext cx="114480" cy="128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3BEFF3-16D7-BF80-0EFA-7910C6DC008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635914" y="4043527"/>
                  <a:ext cx="132120" cy="1457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C03051C-002D-9571-570A-248302957742}"/>
                    </a:ext>
                  </a:extLst>
                </p14:cNvPr>
                <p14:cNvContentPartPr/>
                <p14:nvPr/>
              </p14:nvContentPartPr>
              <p14:xfrm>
                <a:off x="9861994" y="4166622"/>
                <a:ext cx="18360" cy="10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C03051C-002D-9571-570A-2483029577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52994" y="4157622"/>
                  <a:ext cx="36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85AF8B5-6999-881A-48C3-414856A65BB8}"/>
                    </a:ext>
                  </a:extLst>
                </p14:cNvPr>
                <p14:cNvContentPartPr/>
                <p14:nvPr/>
              </p14:nvContentPartPr>
              <p14:xfrm>
                <a:off x="9969274" y="4163382"/>
                <a:ext cx="34560" cy="7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85AF8B5-6999-881A-48C3-414856A65BB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960274" y="4154382"/>
                  <a:ext cx="52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1FC591-69FB-FBE6-59F1-39199C1DBDA5}"/>
                    </a:ext>
                  </a:extLst>
                </p14:cNvPr>
                <p14:cNvContentPartPr/>
                <p14:nvPr/>
              </p14:nvContentPartPr>
              <p14:xfrm>
                <a:off x="10059634" y="4168062"/>
                <a:ext cx="29880" cy="7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E1FC591-69FB-FBE6-59F1-39199C1DBDA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050634" y="4159062"/>
                  <a:ext cx="47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43ABBA-64E7-912B-102C-A3D4E9DF1A74}"/>
                    </a:ext>
                  </a:extLst>
                </p14:cNvPr>
                <p14:cNvContentPartPr/>
                <p14:nvPr/>
              </p14:nvContentPartPr>
              <p14:xfrm>
                <a:off x="10171594" y="4039902"/>
                <a:ext cx="112320" cy="136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43ABBA-64E7-912B-102C-A3D4E9DF1A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62623" y="4030902"/>
                  <a:ext cx="129904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706DEB9-3971-7256-917E-DA606CC06CB8}"/>
                    </a:ext>
                  </a:extLst>
                </p14:cNvPr>
                <p14:cNvContentPartPr/>
                <p14:nvPr/>
              </p14:nvContentPartPr>
              <p14:xfrm>
                <a:off x="10382914" y="3973662"/>
                <a:ext cx="74880" cy="244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706DEB9-3971-7256-917E-DA606CC06C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73957" y="3964662"/>
                  <a:ext cx="92436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51E1847-BEFD-6979-A098-A9BE4D504BA8}"/>
                  </a:ext>
                </a:extLst>
              </p14:cNvPr>
              <p14:cNvContentPartPr/>
              <p14:nvPr/>
            </p14:nvContentPartPr>
            <p14:xfrm>
              <a:off x="5251834" y="5568102"/>
              <a:ext cx="104400" cy="103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51E1847-BEFD-6979-A098-A9BE4D504BA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42803" y="5559102"/>
                <a:ext cx="122101" cy="12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FAF36B49-9D99-E58C-4A74-015F22952D13}"/>
              </a:ext>
            </a:extLst>
          </p:cNvPr>
          <p:cNvGrpSpPr/>
          <p:nvPr/>
        </p:nvGrpSpPr>
        <p:grpSpPr>
          <a:xfrm>
            <a:off x="8895754" y="4076262"/>
            <a:ext cx="227520" cy="156960"/>
            <a:chOff x="8895754" y="4076262"/>
            <a:chExt cx="22752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ACAEE22-C991-CF31-CEC7-40A4AFA758BB}"/>
                    </a:ext>
                  </a:extLst>
                </p14:cNvPr>
                <p14:cNvContentPartPr/>
                <p14:nvPr/>
              </p14:nvContentPartPr>
              <p14:xfrm>
                <a:off x="9098074" y="4219542"/>
                <a:ext cx="15120" cy="13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ACAEE22-C991-CF31-CEC7-40A4AFA758B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089074" y="4210542"/>
                  <a:ext cx="32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7E7FC72-C518-DDAA-D85E-1895A4AE10C1}"/>
                    </a:ext>
                  </a:extLst>
                </p14:cNvPr>
                <p14:cNvContentPartPr/>
                <p14:nvPr/>
              </p14:nvContentPartPr>
              <p14:xfrm>
                <a:off x="8895754" y="4076262"/>
                <a:ext cx="227520" cy="91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7E7FC72-C518-DDAA-D85E-1895A4AE10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886754" y="4067262"/>
                  <a:ext cx="24516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CEDFEFA-5287-3DC0-C702-4FF55D4625B9}"/>
                  </a:ext>
                </a:extLst>
              </p14:cNvPr>
              <p14:cNvContentPartPr/>
              <p14:nvPr/>
            </p14:nvContentPartPr>
            <p14:xfrm>
              <a:off x="5355874" y="5735502"/>
              <a:ext cx="321120" cy="511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CEDFEFA-5287-3DC0-C702-4FF55D4625B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46874" y="5726502"/>
                <a:ext cx="338760" cy="6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83B629E2-5795-4FC2-37D0-161C78AFE64A}"/>
              </a:ext>
            </a:extLst>
          </p:cNvPr>
          <p:cNvGrpSpPr/>
          <p:nvPr/>
        </p:nvGrpSpPr>
        <p:grpSpPr>
          <a:xfrm>
            <a:off x="9155314" y="4405662"/>
            <a:ext cx="636840" cy="311040"/>
            <a:chOff x="9155314" y="4405662"/>
            <a:chExt cx="63684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A00B3F-5E01-9960-FBDE-178DAF9BAFF8}"/>
                    </a:ext>
                  </a:extLst>
                </p14:cNvPr>
                <p14:cNvContentPartPr/>
                <p14:nvPr/>
              </p14:nvContentPartPr>
              <p14:xfrm>
                <a:off x="9198514" y="4520502"/>
                <a:ext cx="29880" cy="14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A00B3F-5E01-9960-FBDE-178DAF9BAFF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89514" y="4511502"/>
                  <a:ext cx="47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C44E78F-5A4E-907C-3434-D70268D5398A}"/>
                    </a:ext>
                  </a:extLst>
                </p14:cNvPr>
                <p14:cNvContentPartPr/>
                <p14:nvPr/>
              </p14:nvContentPartPr>
              <p14:xfrm>
                <a:off x="9155314" y="4405662"/>
                <a:ext cx="95760" cy="267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C44E78F-5A4E-907C-3434-D70268D539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46314" y="4396662"/>
                  <a:ext cx="113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882EDE3-AFFE-7B19-599F-5DC24D79991F}"/>
                    </a:ext>
                  </a:extLst>
                </p14:cNvPr>
                <p14:cNvContentPartPr/>
                <p14:nvPr/>
              </p14:nvContentPartPr>
              <p14:xfrm>
                <a:off x="9285634" y="4465422"/>
                <a:ext cx="118440" cy="136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882EDE3-AFFE-7B19-599F-5DC24D79991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76661" y="4456422"/>
                  <a:ext cx="136027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FCFF4DE-9DCF-B04F-883B-5F2629732425}"/>
                    </a:ext>
                  </a:extLst>
                </p14:cNvPr>
                <p14:cNvContentPartPr/>
                <p14:nvPr/>
              </p14:nvContentPartPr>
              <p14:xfrm>
                <a:off x="9426394" y="4597542"/>
                <a:ext cx="27360" cy="116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FCFF4DE-9DCF-B04F-883B-5F26297324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417394" y="4588542"/>
                  <a:ext cx="450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E47BF6-2D2E-2A7F-8349-E95D1A967815}"/>
                    </a:ext>
                  </a:extLst>
                </p14:cNvPr>
                <p14:cNvContentPartPr/>
                <p14:nvPr/>
              </p14:nvContentPartPr>
              <p14:xfrm>
                <a:off x="9555994" y="4427622"/>
                <a:ext cx="84600" cy="160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E47BF6-2D2E-2A7F-8349-E95D1A96781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46994" y="4418602"/>
                  <a:ext cx="102240" cy="1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405857F-E245-5EE2-A1B3-C34304347A95}"/>
                    </a:ext>
                  </a:extLst>
                </p14:cNvPr>
                <p14:cNvContentPartPr/>
                <p14:nvPr/>
              </p14:nvContentPartPr>
              <p14:xfrm>
                <a:off x="9742834" y="4580622"/>
                <a:ext cx="49320" cy="80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405857F-E245-5EE2-A1B3-C34304347A9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733768" y="4571622"/>
                  <a:ext cx="6709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0BE1B1B-CA3A-8174-A222-E572B336E291}"/>
                    </a:ext>
                  </a:extLst>
                </p14:cNvPr>
                <p14:cNvContentPartPr/>
                <p14:nvPr/>
              </p14:nvContentPartPr>
              <p14:xfrm>
                <a:off x="9525394" y="4659462"/>
                <a:ext cx="146880" cy="29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0BE1B1B-CA3A-8174-A222-E572B336E2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16394" y="4650462"/>
                  <a:ext cx="164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3721EA2-DB14-3A1D-961F-B427FC7802F3}"/>
                    </a:ext>
                  </a:extLst>
                </p14:cNvPr>
                <p14:cNvContentPartPr/>
                <p14:nvPr/>
              </p14:nvContentPartPr>
              <p14:xfrm>
                <a:off x="9521074" y="4691862"/>
                <a:ext cx="198000" cy="248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3721EA2-DB14-3A1D-961F-B427FC7802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12074" y="4682991"/>
                  <a:ext cx="215640" cy="4222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A884AA2-193C-5894-01B5-8B08C143278E}"/>
              </a:ext>
            </a:extLst>
          </p:cNvPr>
          <p:cNvGrpSpPr/>
          <p:nvPr/>
        </p:nvGrpSpPr>
        <p:grpSpPr>
          <a:xfrm>
            <a:off x="9931474" y="4456422"/>
            <a:ext cx="592920" cy="246600"/>
            <a:chOff x="9931474" y="4456422"/>
            <a:chExt cx="59292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BFC48E6-0682-72C1-D289-FB0522EA479B}"/>
                    </a:ext>
                  </a:extLst>
                </p14:cNvPr>
                <p14:cNvContentPartPr/>
                <p14:nvPr/>
              </p14:nvContentPartPr>
              <p14:xfrm>
                <a:off x="9931474" y="4476222"/>
                <a:ext cx="102600" cy="122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BFC48E6-0682-72C1-D289-FB0522EA479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22474" y="4467222"/>
                  <a:ext cx="120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7D489FF-CBC9-BB7D-23CD-AC38263EE7A3}"/>
                    </a:ext>
                  </a:extLst>
                </p14:cNvPr>
                <p14:cNvContentPartPr/>
                <p14:nvPr/>
              </p14:nvContentPartPr>
              <p14:xfrm>
                <a:off x="10071874" y="4633542"/>
                <a:ext cx="29880" cy="63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7D489FF-CBC9-BB7D-23CD-AC38263EE7A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62874" y="4624490"/>
                  <a:ext cx="47520" cy="80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3044490-37B7-C21D-63FC-894FC4F26253}"/>
                    </a:ext>
                  </a:extLst>
                </p14:cNvPr>
                <p14:cNvContentPartPr/>
                <p14:nvPr/>
              </p14:nvContentPartPr>
              <p14:xfrm>
                <a:off x="10186354" y="4605462"/>
                <a:ext cx="34200" cy="14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3044490-37B7-C21D-63FC-894FC4F2625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77354" y="4596462"/>
                  <a:ext cx="51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E72C99-B864-3913-C332-FB246B5C8F50}"/>
                    </a:ext>
                  </a:extLst>
                </p14:cNvPr>
                <p14:cNvContentPartPr/>
                <p14:nvPr/>
              </p14:nvContentPartPr>
              <p14:xfrm>
                <a:off x="10300114" y="4610502"/>
                <a:ext cx="17640" cy="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E72C99-B864-3913-C332-FB246B5C8F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90926" y="4601502"/>
                  <a:ext cx="35648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68EA28-171A-3063-8731-EAF22121733B}"/>
                    </a:ext>
                  </a:extLst>
                </p14:cNvPr>
                <p14:cNvContentPartPr/>
                <p14:nvPr/>
              </p14:nvContentPartPr>
              <p14:xfrm>
                <a:off x="10439794" y="4456422"/>
                <a:ext cx="84600" cy="2466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68EA28-171A-3063-8731-EAF2212173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30794" y="4447422"/>
                  <a:ext cx="10224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02B04BC-4751-742B-ED3D-4A757ECD0D52}"/>
              </a:ext>
            </a:extLst>
          </p:cNvPr>
          <p:cNvGrpSpPr/>
          <p:nvPr/>
        </p:nvGrpSpPr>
        <p:grpSpPr>
          <a:xfrm>
            <a:off x="9686674" y="3928662"/>
            <a:ext cx="181440" cy="758520"/>
            <a:chOff x="9686674" y="3928662"/>
            <a:chExt cx="181440" cy="75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7B48BBC-6541-7DBB-051B-67B7D9A88A2E}"/>
                    </a:ext>
                  </a:extLst>
                </p14:cNvPr>
                <p14:cNvContentPartPr/>
                <p14:nvPr/>
              </p14:nvContentPartPr>
              <p14:xfrm>
                <a:off x="9781354" y="3928662"/>
                <a:ext cx="86760" cy="344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7B48BBC-6541-7DBB-051B-67B7D9A88A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63428" y="3910662"/>
                  <a:ext cx="122253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5A707DF-C571-253C-86B9-DD3572021004}"/>
                    </a:ext>
                  </a:extLst>
                </p14:cNvPr>
                <p14:cNvContentPartPr/>
                <p14:nvPr/>
              </p14:nvContentPartPr>
              <p14:xfrm>
                <a:off x="9686674" y="4337622"/>
                <a:ext cx="117720" cy="349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5A707DF-C571-253C-86B9-DD35720210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668674" y="4319622"/>
                  <a:ext cx="153360" cy="38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A07E43E-42C0-7857-AE30-AF35A0E8AA1C}"/>
                  </a:ext>
                </a:extLst>
              </p14:cNvPr>
              <p14:cNvContentPartPr/>
              <p14:nvPr/>
            </p14:nvContentPartPr>
            <p14:xfrm>
              <a:off x="1184194" y="3799422"/>
              <a:ext cx="1374480" cy="13190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A07E43E-42C0-7857-AE30-AF35A0E8AA1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66194" y="3781427"/>
                <a:ext cx="1410120" cy="135467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FE9ADE66-A1C4-D67C-C2F9-010BA68CB767}"/>
              </a:ext>
            </a:extLst>
          </p:cNvPr>
          <p:cNvGrpSpPr/>
          <p:nvPr/>
        </p:nvGrpSpPr>
        <p:grpSpPr>
          <a:xfrm>
            <a:off x="1108594" y="4580982"/>
            <a:ext cx="759960" cy="558720"/>
            <a:chOff x="1108594" y="4580982"/>
            <a:chExt cx="759960" cy="55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57F0DC0-60C2-3DB4-B98A-E58718F98729}"/>
                    </a:ext>
                  </a:extLst>
                </p14:cNvPr>
                <p14:cNvContentPartPr/>
                <p14:nvPr/>
              </p14:nvContentPartPr>
              <p14:xfrm>
                <a:off x="1120114" y="4596102"/>
                <a:ext cx="226080" cy="476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57F0DC0-60C2-3DB4-B98A-E58718F987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2143" y="4578102"/>
                  <a:ext cx="261663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4EE7471-CFAC-ABCA-8601-26C3D604A100}"/>
                    </a:ext>
                  </a:extLst>
                </p14:cNvPr>
                <p14:cNvContentPartPr/>
                <p14:nvPr/>
              </p14:nvContentPartPr>
              <p14:xfrm>
                <a:off x="1299034" y="4943142"/>
                <a:ext cx="551520" cy="177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4EE7471-CFAC-ABCA-8601-26C3D604A10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81034" y="4925105"/>
                  <a:ext cx="587160" cy="2135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B6BE8C1-11A3-766A-5831-91CFB23568D0}"/>
                    </a:ext>
                  </a:extLst>
                </p14:cNvPr>
                <p14:cNvContentPartPr/>
                <p14:nvPr/>
              </p14:nvContentPartPr>
              <p14:xfrm>
                <a:off x="1225594" y="4643262"/>
                <a:ext cx="85680" cy="389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B6BE8C1-11A3-766A-5831-91CFB23568D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207594" y="4625262"/>
                  <a:ext cx="12132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519BE2A-7083-B034-2A50-E1003A1D750F}"/>
                    </a:ext>
                  </a:extLst>
                </p14:cNvPr>
                <p14:cNvContentPartPr/>
                <p14:nvPr/>
              </p14:nvContentPartPr>
              <p14:xfrm>
                <a:off x="1108594" y="4580982"/>
                <a:ext cx="217440" cy="222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519BE2A-7083-B034-2A50-E1003A1D75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90564" y="4563011"/>
                  <a:ext cx="253139" cy="2577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B2CB7E9-D254-0A20-386E-2D1049E6D2FD}"/>
                    </a:ext>
                  </a:extLst>
                </p14:cNvPr>
                <p14:cNvContentPartPr/>
                <p14:nvPr/>
              </p14:nvContentPartPr>
              <p14:xfrm>
                <a:off x="1334314" y="5029542"/>
                <a:ext cx="483840" cy="38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B2CB7E9-D254-0A20-386E-2D1049E6D2F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16314" y="5011371"/>
                  <a:ext cx="519480" cy="741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E6DD7B0-4A92-1F7B-DE7C-BE755501D6EB}"/>
                    </a:ext>
                  </a:extLst>
                </p14:cNvPr>
                <p14:cNvContentPartPr/>
                <p14:nvPr/>
              </p14:nvContentPartPr>
              <p14:xfrm>
                <a:off x="1642474" y="4958262"/>
                <a:ext cx="226080" cy="181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E6DD7B0-4A92-1F7B-DE7C-BE755501D6E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24474" y="4940262"/>
                  <a:ext cx="261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45B1C84-D197-A9EF-55AC-D009CFEE3FDB}"/>
                    </a:ext>
                  </a:extLst>
                </p14:cNvPr>
                <p14:cNvContentPartPr/>
                <p14:nvPr/>
              </p14:nvContentPartPr>
              <p14:xfrm>
                <a:off x="1221994" y="4588902"/>
                <a:ext cx="91800" cy="4392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45B1C84-D197-A9EF-55AC-D009CFEE3FD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203923" y="4570902"/>
                  <a:ext cx="12758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7E68A80-D76E-E827-82D3-6F0C8EAD709B}"/>
                    </a:ext>
                  </a:extLst>
                </p14:cNvPr>
                <p14:cNvContentPartPr/>
                <p14:nvPr/>
              </p14:nvContentPartPr>
              <p14:xfrm>
                <a:off x="1143154" y="4651902"/>
                <a:ext cx="151560" cy="160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7E68A80-D76E-E827-82D3-6F0C8EAD709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25154" y="4633902"/>
                  <a:ext cx="18720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7F859EE-A90B-3E9E-500E-C410889B1E31}"/>
              </a:ext>
            </a:extLst>
          </p:cNvPr>
          <p:cNvGrpSpPr/>
          <p:nvPr/>
        </p:nvGrpSpPr>
        <p:grpSpPr>
          <a:xfrm>
            <a:off x="6747994" y="3523662"/>
            <a:ext cx="392760" cy="690480"/>
            <a:chOff x="6747994" y="3523662"/>
            <a:chExt cx="392760" cy="69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8FF7A8D-5170-BA56-94DE-4DE6959B94CB}"/>
                    </a:ext>
                  </a:extLst>
                </p14:cNvPr>
                <p14:cNvContentPartPr/>
                <p14:nvPr/>
              </p14:nvContentPartPr>
              <p14:xfrm>
                <a:off x="6747994" y="4096782"/>
                <a:ext cx="102240" cy="117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8FF7A8D-5170-BA56-94DE-4DE6959B94C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29994" y="4078782"/>
                  <a:ext cx="137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11FE8A7-63FD-C9D7-545E-431604E6A6D6}"/>
                    </a:ext>
                  </a:extLst>
                </p14:cNvPr>
                <p14:cNvContentPartPr/>
                <p14:nvPr/>
              </p14:nvContentPartPr>
              <p14:xfrm>
                <a:off x="6856714" y="3523662"/>
                <a:ext cx="284040" cy="597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11FE8A7-63FD-C9D7-545E-431604E6A6D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38714" y="3505662"/>
                  <a:ext cx="319680" cy="63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FD521BA-EB79-67FA-EF85-47CC172F07AC}"/>
              </a:ext>
            </a:extLst>
          </p:cNvPr>
          <p:cNvGrpSpPr/>
          <p:nvPr/>
        </p:nvGrpSpPr>
        <p:grpSpPr>
          <a:xfrm>
            <a:off x="7483474" y="3057102"/>
            <a:ext cx="1240200" cy="542880"/>
            <a:chOff x="7483474" y="3057102"/>
            <a:chExt cx="1240200" cy="54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F4BCE0B-39BD-D02B-D007-451F6BECAAA6}"/>
                    </a:ext>
                  </a:extLst>
                </p14:cNvPr>
                <p14:cNvContentPartPr/>
                <p14:nvPr/>
              </p14:nvContentPartPr>
              <p14:xfrm>
                <a:off x="7483474" y="3057102"/>
                <a:ext cx="1240200" cy="505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F4BCE0B-39BD-D02B-D007-451F6BECAA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65474" y="3039102"/>
                  <a:ext cx="127584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9091E10-F521-2383-F90E-37ACADB155C0}"/>
                    </a:ext>
                  </a:extLst>
                </p14:cNvPr>
                <p14:cNvContentPartPr/>
                <p14:nvPr/>
              </p14:nvContentPartPr>
              <p14:xfrm>
                <a:off x="8097634" y="3486942"/>
                <a:ext cx="99000" cy="113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9091E10-F521-2383-F90E-37ACADB155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079634" y="3468999"/>
                  <a:ext cx="134640" cy="148567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956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3ACA0-5EB3-B472-63AC-B71EFBDF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FAB8C-F82D-D972-BD7C-4D8D41185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86" y="231209"/>
            <a:ext cx="7772400" cy="708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9B034A-39AE-485D-C2F4-0D92D53E6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78" y="1526213"/>
            <a:ext cx="10605523" cy="41963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BCC15D8-EA69-19DF-DECE-9FBA7611625F}"/>
              </a:ext>
            </a:extLst>
          </p:cNvPr>
          <p:cNvGrpSpPr/>
          <p:nvPr/>
        </p:nvGrpSpPr>
        <p:grpSpPr>
          <a:xfrm>
            <a:off x="2961514" y="3565422"/>
            <a:ext cx="141840" cy="75960"/>
            <a:chOff x="2961514" y="3565422"/>
            <a:chExt cx="14184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E008898-C849-381F-7FAB-4B8FF39B7610}"/>
                    </a:ext>
                  </a:extLst>
                </p14:cNvPr>
                <p14:cNvContentPartPr/>
                <p14:nvPr/>
              </p14:nvContentPartPr>
              <p14:xfrm>
                <a:off x="2961514" y="3565422"/>
                <a:ext cx="119160" cy="39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E008898-C849-381F-7FAB-4B8FF39B76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43514" y="3547255"/>
                  <a:ext cx="154800" cy="752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E46B58B-35A6-FD92-3B9E-A10F12B4A570}"/>
                    </a:ext>
                  </a:extLst>
                </p14:cNvPr>
                <p14:cNvContentPartPr/>
                <p14:nvPr/>
              </p14:nvContentPartPr>
              <p14:xfrm>
                <a:off x="3030634" y="3606102"/>
                <a:ext cx="72720" cy="35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E46B58B-35A6-FD92-3B9E-A10F12B4A57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12544" y="3588102"/>
                  <a:ext cx="108537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3F93430-BDF7-ED27-B1E0-8595CF25C18C}"/>
              </a:ext>
            </a:extLst>
          </p:cNvPr>
          <p:cNvGrpSpPr/>
          <p:nvPr/>
        </p:nvGrpSpPr>
        <p:grpSpPr>
          <a:xfrm>
            <a:off x="6057874" y="1460862"/>
            <a:ext cx="133200" cy="433080"/>
            <a:chOff x="6057874" y="1460862"/>
            <a:chExt cx="133200" cy="43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B7B67ED-0205-CCB4-86DE-C629A2673E1C}"/>
                    </a:ext>
                  </a:extLst>
                </p14:cNvPr>
                <p14:cNvContentPartPr/>
                <p14:nvPr/>
              </p14:nvContentPartPr>
              <p14:xfrm>
                <a:off x="6116194" y="1460862"/>
                <a:ext cx="74880" cy="403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B7B67ED-0205-CCB4-86DE-C629A2673E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98194" y="1442862"/>
                  <a:ext cx="1105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50EBA4-A619-72E4-22D9-E7C00EAAF9D7}"/>
                    </a:ext>
                  </a:extLst>
                </p14:cNvPr>
                <p14:cNvContentPartPr/>
                <p14:nvPr/>
              </p14:nvContentPartPr>
              <p14:xfrm>
                <a:off x="6057874" y="1787022"/>
                <a:ext cx="111600" cy="106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250EBA4-A619-72E4-22D9-E7C00EAAF9D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39874" y="1768961"/>
                  <a:ext cx="147240" cy="14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12B2B29-D7B3-6086-D9B7-A793CD9922B8}"/>
                  </a:ext>
                </a:extLst>
              </p14:cNvPr>
              <p14:cNvContentPartPr/>
              <p14:nvPr/>
            </p14:nvContentPartPr>
            <p14:xfrm>
              <a:off x="6501394" y="1508742"/>
              <a:ext cx="146520" cy="445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12B2B29-D7B3-6086-D9B7-A793CD9922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83350" y="1490727"/>
                <a:ext cx="182248" cy="480989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C4C5C4BB-0B6B-933D-6164-D3962F5E256C}"/>
              </a:ext>
            </a:extLst>
          </p:cNvPr>
          <p:cNvGrpSpPr/>
          <p:nvPr/>
        </p:nvGrpSpPr>
        <p:grpSpPr>
          <a:xfrm>
            <a:off x="6982714" y="1315422"/>
            <a:ext cx="997200" cy="587160"/>
            <a:chOff x="6982714" y="1315422"/>
            <a:chExt cx="997200" cy="58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2FE7CB9-409D-D5D5-DB0D-0B97802E8650}"/>
                    </a:ext>
                  </a:extLst>
                </p14:cNvPr>
                <p14:cNvContentPartPr/>
                <p14:nvPr/>
              </p14:nvContentPartPr>
              <p14:xfrm>
                <a:off x="6982714" y="1498662"/>
                <a:ext cx="178560" cy="403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2FE7CB9-409D-D5D5-DB0D-0B97802E865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64750" y="1480646"/>
                  <a:ext cx="214128" cy="439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A2BDC51-4CC5-898E-722A-9317A9EDE0A9}"/>
                    </a:ext>
                  </a:extLst>
                </p14:cNvPr>
                <p14:cNvContentPartPr/>
                <p14:nvPr/>
              </p14:nvContentPartPr>
              <p14:xfrm>
                <a:off x="7246954" y="1365462"/>
                <a:ext cx="356760" cy="213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A2BDC51-4CC5-898E-722A-9317A9EDE0A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28954" y="1347462"/>
                  <a:ext cx="392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5B379CE-04A9-7EF4-08CA-9835D70E73C8}"/>
                    </a:ext>
                  </a:extLst>
                </p14:cNvPr>
                <p14:cNvContentPartPr/>
                <p14:nvPr/>
              </p14:nvContentPartPr>
              <p14:xfrm>
                <a:off x="7535674" y="1315422"/>
                <a:ext cx="444240" cy="219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5B379CE-04A9-7EF4-08CA-9835D70E73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17674" y="1297422"/>
                  <a:ext cx="47988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A982A7-6E7E-470E-95A2-D132C2112777}"/>
              </a:ext>
            </a:extLst>
          </p:cNvPr>
          <p:cNvGrpSpPr/>
          <p:nvPr/>
        </p:nvGrpSpPr>
        <p:grpSpPr>
          <a:xfrm>
            <a:off x="1850554" y="2400102"/>
            <a:ext cx="234000" cy="112680"/>
            <a:chOff x="1850554" y="2400102"/>
            <a:chExt cx="234000" cy="11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38C09B-B97B-5C7B-1A5F-D62731DA4AAA}"/>
                    </a:ext>
                  </a:extLst>
                </p14:cNvPr>
                <p14:cNvContentPartPr/>
                <p14:nvPr/>
              </p14:nvContentPartPr>
              <p14:xfrm>
                <a:off x="1908154" y="2470662"/>
                <a:ext cx="4680" cy="2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38C09B-B97B-5C7B-1A5F-D62731DA4AA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90154" y="2452662"/>
                  <a:ext cx="40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4E7881-C414-5B7A-2BA8-F2B4DEB62E45}"/>
                    </a:ext>
                  </a:extLst>
                </p14:cNvPr>
                <p14:cNvContentPartPr/>
                <p14:nvPr/>
              </p14:nvContentPartPr>
              <p14:xfrm>
                <a:off x="1867474" y="2400102"/>
                <a:ext cx="217080" cy="71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4E7881-C414-5B7A-2BA8-F2B4DEB62E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49474" y="2382102"/>
                  <a:ext cx="252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176E03-97E4-460A-4E4D-447168FA2B94}"/>
                    </a:ext>
                  </a:extLst>
                </p14:cNvPr>
                <p14:cNvContentPartPr/>
                <p14:nvPr/>
              </p14:nvContentPartPr>
              <p14:xfrm>
                <a:off x="1850554" y="2426022"/>
                <a:ext cx="180360" cy="86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176E03-97E4-460A-4E4D-447168FA2B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32554" y="2408022"/>
                  <a:ext cx="216000" cy="12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42D148D-46ED-968A-0593-D92F76F9135A}"/>
                  </a:ext>
                </a:extLst>
              </p14:cNvPr>
              <p14:cNvContentPartPr/>
              <p14:nvPr/>
            </p14:nvContentPartPr>
            <p14:xfrm>
              <a:off x="6429034" y="2147022"/>
              <a:ext cx="248400" cy="72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42D148D-46ED-968A-0593-D92F76F9135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11034" y="2129022"/>
                <a:ext cx="2840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E02F2DA-DD39-F3F6-90DF-5CAA888B6BC0}"/>
                  </a:ext>
                </a:extLst>
              </p14:cNvPr>
              <p14:cNvContentPartPr/>
              <p14:nvPr/>
            </p14:nvContentPartPr>
            <p14:xfrm>
              <a:off x="2798434" y="2423862"/>
              <a:ext cx="376920" cy="77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E02F2DA-DD39-F3F6-90DF-5CAA888B6BC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80417" y="2405862"/>
                <a:ext cx="412594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7884884-9CAA-F540-E9E6-3AB59D8F7E41}"/>
                  </a:ext>
                </a:extLst>
              </p14:cNvPr>
              <p14:cNvContentPartPr/>
              <p14:nvPr/>
            </p14:nvContentPartPr>
            <p14:xfrm>
              <a:off x="2099314" y="2851902"/>
              <a:ext cx="198720" cy="213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7884884-9CAA-F540-E9E6-3AB59D8F7E4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81314" y="2833902"/>
                <a:ext cx="234360" cy="2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FC7239C-ECF6-54C3-BCB6-3C528D0201FC}"/>
              </a:ext>
            </a:extLst>
          </p:cNvPr>
          <p:cNvGrpSpPr/>
          <p:nvPr/>
        </p:nvGrpSpPr>
        <p:grpSpPr>
          <a:xfrm>
            <a:off x="4014874" y="3237462"/>
            <a:ext cx="424080" cy="124560"/>
            <a:chOff x="4014874" y="3237462"/>
            <a:chExt cx="424080" cy="12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CFC80B-5446-34CC-2EBC-A1FAF286B4B1}"/>
                    </a:ext>
                  </a:extLst>
                </p14:cNvPr>
                <p14:cNvContentPartPr/>
                <p14:nvPr/>
              </p14:nvContentPartPr>
              <p14:xfrm>
                <a:off x="4014874" y="3237462"/>
                <a:ext cx="365040" cy="86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CFC80B-5446-34CC-2EBC-A1FAF286B4B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96874" y="3219462"/>
                  <a:ext cx="4006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01FCAF4-53A3-A531-3EBE-A6957154764D}"/>
                    </a:ext>
                  </a:extLst>
                </p14:cNvPr>
                <p14:cNvContentPartPr/>
                <p14:nvPr/>
              </p14:nvContentPartPr>
              <p14:xfrm>
                <a:off x="4101634" y="3256542"/>
                <a:ext cx="337320" cy="105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01FCAF4-53A3-A531-3EBE-A695715476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83634" y="3238542"/>
                  <a:ext cx="372960" cy="14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DBB2B2E-2773-BC53-5D76-53F0BD1EAEE2}"/>
                  </a:ext>
                </a:extLst>
              </p14:cNvPr>
              <p14:cNvContentPartPr/>
              <p14:nvPr/>
            </p14:nvContentPartPr>
            <p14:xfrm>
              <a:off x="2973034" y="3294702"/>
              <a:ext cx="70200" cy="18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DBB2B2E-2773-BC53-5D76-53F0BD1EAEE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955034" y="3276702"/>
                <a:ext cx="1058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204112B-06B5-FDEA-467C-D55E0DAA6E87}"/>
              </a:ext>
            </a:extLst>
          </p:cNvPr>
          <p:cNvGrpSpPr/>
          <p:nvPr/>
        </p:nvGrpSpPr>
        <p:grpSpPr>
          <a:xfrm>
            <a:off x="4314034" y="3572622"/>
            <a:ext cx="181440" cy="71640"/>
            <a:chOff x="4314034" y="3572622"/>
            <a:chExt cx="181440" cy="7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660D581-D53C-B2AC-9DAF-0AD8DF93E07F}"/>
                    </a:ext>
                  </a:extLst>
                </p14:cNvPr>
                <p14:cNvContentPartPr/>
                <p14:nvPr/>
              </p14:nvContentPartPr>
              <p14:xfrm>
                <a:off x="4333114" y="3594942"/>
                <a:ext cx="8640" cy="1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660D581-D53C-B2AC-9DAF-0AD8DF93E07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15114" y="3576523"/>
                  <a:ext cx="44280" cy="52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BE2963-C287-EB99-71DB-2E60C0430C16}"/>
                    </a:ext>
                  </a:extLst>
                </p14:cNvPr>
                <p14:cNvContentPartPr/>
                <p14:nvPr/>
              </p14:nvContentPartPr>
              <p14:xfrm>
                <a:off x="4314034" y="3572622"/>
                <a:ext cx="135720" cy="35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BE2963-C287-EB99-71DB-2E60C0430C1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96034" y="3554622"/>
                  <a:ext cx="171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8E8AEBB-CFAA-C87B-AB5B-D0E0E213B93F}"/>
                    </a:ext>
                  </a:extLst>
                </p14:cNvPr>
                <p14:cNvContentPartPr/>
                <p14:nvPr/>
              </p14:nvContentPartPr>
              <p14:xfrm>
                <a:off x="4334194" y="3607182"/>
                <a:ext cx="161280" cy="37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8E8AEBB-CFAA-C87B-AB5B-D0E0E213B9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16194" y="3589182"/>
                  <a:ext cx="196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9B76AF8-2916-9583-65ED-F15AA369CBF3}"/>
                    </a:ext>
                  </a:extLst>
                </p14:cNvPr>
                <p14:cNvContentPartPr/>
                <p14:nvPr/>
              </p14:nvContentPartPr>
              <p14:xfrm>
                <a:off x="4332034" y="3607902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9B76AF8-2916-9583-65ED-F15AA369CBF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14034" y="3589902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FF6210B-F0A8-B607-C01D-CB905A393EC5}"/>
              </a:ext>
            </a:extLst>
          </p:cNvPr>
          <p:cNvGrpSpPr/>
          <p:nvPr/>
        </p:nvGrpSpPr>
        <p:grpSpPr>
          <a:xfrm>
            <a:off x="5095234" y="3401622"/>
            <a:ext cx="424080" cy="111600"/>
            <a:chOff x="5095234" y="3401622"/>
            <a:chExt cx="424080" cy="11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7372C2-E268-5C75-234D-0EB4730638C1}"/>
                    </a:ext>
                  </a:extLst>
                </p14:cNvPr>
                <p14:cNvContentPartPr/>
                <p14:nvPr/>
              </p14:nvContentPartPr>
              <p14:xfrm>
                <a:off x="5118994" y="3411342"/>
                <a:ext cx="400320" cy="66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7372C2-E268-5C75-234D-0EB4730638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00978" y="3393342"/>
                  <a:ext cx="435992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320FB40-CF51-71C7-6840-B7F80490E27B}"/>
                    </a:ext>
                  </a:extLst>
                </p14:cNvPr>
                <p14:cNvContentPartPr/>
                <p14:nvPr/>
              </p14:nvContentPartPr>
              <p14:xfrm>
                <a:off x="5095234" y="3401622"/>
                <a:ext cx="127800" cy="111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320FB40-CF51-71C7-6840-B7F80490E27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77183" y="3383680"/>
                  <a:ext cx="163541" cy="14712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65CE7CF-5D59-7B57-C8E4-84AB6E8E7D70}"/>
                  </a:ext>
                </a:extLst>
              </p14:cNvPr>
              <p14:cNvContentPartPr/>
              <p14:nvPr/>
            </p14:nvContentPartPr>
            <p14:xfrm>
              <a:off x="3651634" y="3826782"/>
              <a:ext cx="1431720" cy="871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65CE7CF-5D59-7B57-C8E4-84AB6E8E7D7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633629" y="3808782"/>
                <a:ext cx="1467369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E829A56-3003-74EE-562C-C78D344A236A}"/>
                  </a:ext>
                </a:extLst>
              </p14:cNvPr>
              <p14:cNvContentPartPr/>
              <p14:nvPr/>
            </p14:nvContentPartPr>
            <p14:xfrm>
              <a:off x="5176594" y="3881142"/>
              <a:ext cx="9000" cy="144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E829A56-3003-74EE-562C-C78D344A236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157844" y="3863142"/>
                <a:ext cx="46125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40E8CAC-4267-3C69-8AE6-15513A85CB9A}"/>
                  </a:ext>
                </a:extLst>
              </p14:cNvPr>
              <p14:cNvContentPartPr/>
              <p14:nvPr/>
            </p14:nvContentPartPr>
            <p14:xfrm>
              <a:off x="5572954" y="3881142"/>
              <a:ext cx="13680" cy="144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40E8CAC-4267-3C69-8AE6-15513A85CB9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55416" y="3863142"/>
                <a:ext cx="48406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3D759F6-CD6C-3505-4BFD-EEE8D6684182}"/>
              </a:ext>
            </a:extLst>
          </p:cNvPr>
          <p:cNvGrpSpPr/>
          <p:nvPr/>
        </p:nvGrpSpPr>
        <p:grpSpPr>
          <a:xfrm>
            <a:off x="5708314" y="2784942"/>
            <a:ext cx="2258280" cy="1301400"/>
            <a:chOff x="5708314" y="2784942"/>
            <a:chExt cx="2258280" cy="13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DA89E1F-75CE-7AAD-A369-FB736B13E3E0}"/>
                    </a:ext>
                  </a:extLst>
                </p14:cNvPr>
                <p14:cNvContentPartPr/>
                <p14:nvPr/>
              </p14:nvContentPartPr>
              <p14:xfrm>
                <a:off x="5749354" y="3161502"/>
                <a:ext cx="67680" cy="262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DA89E1F-75CE-7AAD-A369-FB736B13E3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31449" y="3143502"/>
                  <a:ext cx="103131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9FF9503-3318-C140-F3ED-4F4D725AC8C2}"/>
                    </a:ext>
                  </a:extLst>
                </p14:cNvPr>
                <p14:cNvContentPartPr/>
                <p14:nvPr/>
              </p14:nvContentPartPr>
              <p14:xfrm>
                <a:off x="5883274" y="3157182"/>
                <a:ext cx="125280" cy="175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9FF9503-3318-C140-F3ED-4F4D725AC8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65274" y="3139182"/>
                  <a:ext cx="160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0926F52-DD25-D2F2-FEC2-CBF2A88FD922}"/>
                    </a:ext>
                  </a:extLst>
                </p14:cNvPr>
                <p14:cNvContentPartPr/>
                <p14:nvPr/>
              </p14:nvContentPartPr>
              <p14:xfrm>
                <a:off x="6035914" y="3312702"/>
                <a:ext cx="14040" cy="80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0926F52-DD25-D2F2-FEC2-CBF2A88FD92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17914" y="3294702"/>
                  <a:ext cx="49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850E64A-0FC1-A2DC-B34F-CE81AA0527FD}"/>
                    </a:ext>
                  </a:extLst>
                </p14:cNvPr>
                <p14:cNvContentPartPr/>
                <p14:nvPr/>
              </p14:nvContentPartPr>
              <p14:xfrm>
                <a:off x="6121234" y="3132342"/>
                <a:ext cx="114120" cy="140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850E64A-0FC1-A2DC-B34F-CE81AA0527F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03234" y="3114342"/>
                  <a:ext cx="1497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70F3434-2908-A5BF-D231-18BC04D99F71}"/>
                    </a:ext>
                  </a:extLst>
                </p14:cNvPr>
                <p14:cNvContentPartPr/>
                <p14:nvPr/>
              </p14:nvContentPartPr>
              <p14:xfrm>
                <a:off x="6283954" y="3291102"/>
                <a:ext cx="21960" cy="80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70F3434-2908-A5BF-D231-18BC04D99F7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65954" y="3273102"/>
                  <a:ext cx="57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06E0AC2-F229-48C5-CADC-976C1DF8D42C}"/>
                    </a:ext>
                  </a:extLst>
                </p14:cNvPr>
                <p14:cNvContentPartPr/>
                <p14:nvPr/>
              </p14:nvContentPartPr>
              <p14:xfrm>
                <a:off x="6831514" y="3399822"/>
                <a:ext cx="43920" cy="1198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06E0AC2-F229-48C5-CADC-976C1DF8D4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13514" y="3381822"/>
                  <a:ext cx="79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1D29C5-8AED-11C9-1A03-EC0CB3B00C8D}"/>
                    </a:ext>
                  </a:extLst>
                </p14:cNvPr>
                <p14:cNvContentPartPr/>
                <p14:nvPr/>
              </p14:nvContentPartPr>
              <p14:xfrm>
                <a:off x="6479074" y="3239622"/>
                <a:ext cx="51840" cy="6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1D29C5-8AED-11C9-1A03-EC0CB3B00C8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61074" y="3221622"/>
                  <a:ext cx="87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49B6228-501E-3B4B-8C8A-CC82098558B1}"/>
                    </a:ext>
                  </a:extLst>
                </p14:cNvPr>
                <p14:cNvContentPartPr/>
                <p14:nvPr/>
              </p14:nvContentPartPr>
              <p14:xfrm>
                <a:off x="6585274" y="3218742"/>
                <a:ext cx="23760" cy="7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49B6228-501E-3B4B-8C8A-CC82098558B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67274" y="3200742"/>
                  <a:ext cx="59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A952D8F-E78F-53A0-52B3-3FA202669745}"/>
                    </a:ext>
                  </a:extLst>
                </p14:cNvPr>
                <p14:cNvContentPartPr/>
                <p14:nvPr/>
              </p14:nvContentPartPr>
              <p14:xfrm>
                <a:off x="6714514" y="3082302"/>
                <a:ext cx="132480" cy="120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A952D8F-E78F-53A0-52B3-3FA2026697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96563" y="3064248"/>
                  <a:ext cx="168023" cy="1559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237A0FE-69C1-4AC7-8423-3459418D3C50}"/>
                    </a:ext>
                  </a:extLst>
                </p14:cNvPr>
                <p14:cNvContentPartPr/>
                <p14:nvPr/>
              </p14:nvContentPartPr>
              <p14:xfrm>
                <a:off x="6801274" y="2972862"/>
                <a:ext cx="26280" cy="15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237A0FE-69C1-4AC7-8423-3459418D3C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83274" y="2954862"/>
                  <a:ext cx="61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CDA0D96-61F6-990A-E74A-D53B2151E7C2}"/>
                    </a:ext>
                  </a:extLst>
                </p14:cNvPr>
                <p14:cNvContentPartPr/>
                <p14:nvPr/>
              </p14:nvContentPartPr>
              <p14:xfrm>
                <a:off x="6780394" y="2907342"/>
                <a:ext cx="83160" cy="311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CDA0D96-61F6-990A-E74A-D53B2151E7C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62394" y="2889342"/>
                  <a:ext cx="1188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3CAA7D6-6DEC-B74D-C6AA-D60E9BFB8220}"/>
                    </a:ext>
                  </a:extLst>
                </p14:cNvPr>
                <p14:cNvContentPartPr/>
                <p14:nvPr/>
              </p14:nvContentPartPr>
              <p14:xfrm>
                <a:off x="6848794" y="3278502"/>
                <a:ext cx="16560" cy="23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3CAA7D6-6DEC-B74D-C6AA-D60E9BFB822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31177" y="3260502"/>
                  <a:ext cx="51442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732D903-394C-CBA9-51D1-7B6DFB408460}"/>
                    </a:ext>
                  </a:extLst>
                </p14:cNvPr>
                <p14:cNvContentPartPr/>
                <p14:nvPr/>
              </p14:nvContentPartPr>
              <p14:xfrm>
                <a:off x="7029154" y="3187062"/>
                <a:ext cx="42840" cy="9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732D903-394C-CBA9-51D1-7B6DFB40846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11001" y="3169062"/>
                  <a:ext cx="78782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0E30A7A-A514-1DAB-8A3B-FDA955FCDDFA}"/>
                    </a:ext>
                  </a:extLst>
                </p14:cNvPr>
                <p14:cNvContentPartPr/>
                <p14:nvPr/>
              </p14:nvContentPartPr>
              <p14:xfrm>
                <a:off x="7167754" y="3155742"/>
                <a:ext cx="60480" cy="19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0E30A7A-A514-1DAB-8A3B-FDA955FCDDF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49754" y="3137402"/>
                  <a:ext cx="96120" cy="557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EFC938F-14BD-7883-0631-4C1DBDF81FAC}"/>
                    </a:ext>
                  </a:extLst>
                </p14:cNvPr>
                <p14:cNvContentPartPr/>
                <p14:nvPr/>
              </p14:nvContentPartPr>
              <p14:xfrm>
                <a:off x="7314634" y="3135582"/>
                <a:ext cx="19800" cy="1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EFC938F-14BD-7883-0631-4C1DBDF81FA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296955" y="3117582"/>
                  <a:ext cx="54804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48D8216-B5EB-944E-9DFF-CF2788AAC7D6}"/>
                    </a:ext>
                  </a:extLst>
                </p14:cNvPr>
                <p14:cNvContentPartPr/>
                <p14:nvPr/>
              </p14:nvContentPartPr>
              <p14:xfrm>
                <a:off x="7448554" y="3090222"/>
                <a:ext cx="21960" cy="9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48D8216-B5EB-944E-9DFF-CF2788AAC7D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30254" y="3072222"/>
                  <a:ext cx="58194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DAE2F0E-ED41-A8B6-6445-04855E8371BC}"/>
                    </a:ext>
                  </a:extLst>
                </p14:cNvPr>
                <p14:cNvContentPartPr/>
                <p14:nvPr/>
              </p14:nvContentPartPr>
              <p14:xfrm>
                <a:off x="7607314" y="2907342"/>
                <a:ext cx="134640" cy="138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DAE2F0E-ED41-A8B6-6445-04855E8371B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589314" y="2889389"/>
                  <a:ext cx="170280" cy="174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55262C6-D046-93C7-F5B3-9E412470011F}"/>
                    </a:ext>
                  </a:extLst>
                </p14:cNvPr>
                <p14:cNvContentPartPr/>
                <p14:nvPr/>
              </p14:nvContentPartPr>
              <p14:xfrm>
                <a:off x="7896394" y="2784942"/>
                <a:ext cx="70200" cy="2750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55262C6-D046-93C7-F5B3-9E412470011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78394" y="2766966"/>
                  <a:ext cx="105840" cy="3106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528163-0EAF-B0E4-9B26-BBFD21060E1C}"/>
                    </a:ext>
                  </a:extLst>
                </p14:cNvPr>
                <p14:cNvContentPartPr/>
                <p14:nvPr/>
              </p14:nvContentPartPr>
              <p14:xfrm>
                <a:off x="5919634" y="3862782"/>
                <a:ext cx="176760" cy="28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528163-0EAF-B0E4-9B26-BBFD21060E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01634" y="3844782"/>
                  <a:ext cx="2124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3E64BB4-74A1-385D-E7E3-5EA87DADED76}"/>
                    </a:ext>
                  </a:extLst>
                </p14:cNvPr>
                <p14:cNvContentPartPr/>
                <p14:nvPr/>
              </p14:nvContentPartPr>
              <p14:xfrm>
                <a:off x="5907034" y="3909582"/>
                <a:ext cx="214560" cy="35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3E64BB4-74A1-385D-E7E3-5EA87DADED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89034" y="3891582"/>
                  <a:ext cx="250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5AFB95E-B21C-98B4-E196-A1A070BFDBFB}"/>
                    </a:ext>
                  </a:extLst>
                </p14:cNvPr>
                <p14:cNvContentPartPr/>
                <p14:nvPr/>
              </p14:nvContentPartPr>
              <p14:xfrm>
                <a:off x="5950234" y="3824982"/>
                <a:ext cx="293040" cy="243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5AFB95E-B21C-98B4-E196-A1A070BFDB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32234" y="3806955"/>
                  <a:ext cx="328680" cy="279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D68B817-662C-ADC0-8FE6-24E6C45718AC}"/>
                    </a:ext>
                  </a:extLst>
                </p14:cNvPr>
                <p14:cNvContentPartPr/>
                <p14:nvPr/>
              </p14:nvContentPartPr>
              <p14:xfrm>
                <a:off x="6025474" y="3783942"/>
                <a:ext cx="309600" cy="254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D68B817-662C-ADC0-8FE6-24E6C45718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07453" y="3765942"/>
                  <a:ext cx="345281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2B62F60-A02F-3239-5B3A-E2FCA9129B9E}"/>
                    </a:ext>
                  </a:extLst>
                </p14:cNvPr>
                <p14:cNvContentPartPr/>
                <p14:nvPr/>
              </p14:nvContentPartPr>
              <p14:xfrm>
                <a:off x="5708314" y="3462102"/>
                <a:ext cx="660240" cy="6242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2B62F60-A02F-3239-5B3A-E2FCA9129B9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90314" y="3444102"/>
                  <a:ext cx="695880" cy="65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1032455-2167-F107-358E-A022A4188137}"/>
                  </a:ext>
                </a:extLst>
              </p14:cNvPr>
              <p14:cNvContentPartPr/>
              <p14:nvPr/>
            </p14:nvContentPartPr>
            <p14:xfrm>
              <a:off x="2332234" y="2338542"/>
              <a:ext cx="1999440" cy="5713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1032455-2167-F107-358E-A022A418813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14234" y="2320542"/>
                <a:ext cx="2035080" cy="60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84487038-C0D5-F1AA-33DB-04F0BF211C50}"/>
              </a:ext>
            </a:extLst>
          </p:cNvPr>
          <p:cNvGrpSpPr/>
          <p:nvPr/>
        </p:nvGrpSpPr>
        <p:grpSpPr>
          <a:xfrm>
            <a:off x="2920114" y="4352742"/>
            <a:ext cx="2169000" cy="181080"/>
            <a:chOff x="2920114" y="4352742"/>
            <a:chExt cx="216900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B4229F-2A3A-B5A7-F8A4-378F42C0157B}"/>
                    </a:ext>
                  </a:extLst>
                </p14:cNvPr>
                <p14:cNvContentPartPr/>
                <p14:nvPr/>
              </p14:nvContentPartPr>
              <p14:xfrm>
                <a:off x="3611314" y="4468302"/>
                <a:ext cx="197280" cy="28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B4229F-2A3A-B5A7-F8A4-378F42C015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93314" y="4450530"/>
                  <a:ext cx="232920" cy="63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7776610-A90C-9675-012E-8A7E09D13ADE}"/>
                    </a:ext>
                  </a:extLst>
                </p14:cNvPr>
                <p14:cNvContentPartPr/>
                <p14:nvPr/>
              </p14:nvContentPartPr>
              <p14:xfrm>
                <a:off x="4148074" y="4352742"/>
                <a:ext cx="941040" cy="151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7776610-A90C-9675-012E-8A7E09D13AD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30074" y="4334742"/>
                  <a:ext cx="976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5F5DF89-A347-128E-B7E2-72DD0C73C691}"/>
                    </a:ext>
                  </a:extLst>
                </p14:cNvPr>
                <p14:cNvContentPartPr/>
                <p14:nvPr/>
              </p14:nvContentPartPr>
              <p14:xfrm>
                <a:off x="3699514" y="4414302"/>
                <a:ext cx="1190880" cy="97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5F5DF89-A347-128E-B7E2-72DD0C73C69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681514" y="4396236"/>
                  <a:ext cx="1226520" cy="133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314BE04-C15E-B67D-029A-8ECF7824ABE0}"/>
                    </a:ext>
                  </a:extLst>
                </p14:cNvPr>
                <p14:cNvContentPartPr/>
                <p14:nvPr/>
              </p14:nvContentPartPr>
              <p14:xfrm>
                <a:off x="3792394" y="4446342"/>
                <a:ext cx="1075680" cy="87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14BE04-C15E-B67D-029A-8ECF7824ABE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74394" y="4428342"/>
                  <a:ext cx="111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87F1315-790E-0A39-BAD4-45AFA56368F5}"/>
                    </a:ext>
                  </a:extLst>
                </p14:cNvPr>
                <p14:cNvContentPartPr/>
                <p14:nvPr/>
              </p14:nvContentPartPr>
              <p14:xfrm>
                <a:off x="2920114" y="4493862"/>
                <a:ext cx="1166040" cy="19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87F1315-790E-0A39-BAD4-45AFA56368F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02120" y="4475516"/>
                  <a:ext cx="1201669" cy="554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180965C-9FE7-1ECB-13DB-96B9E4B399F9}"/>
              </a:ext>
            </a:extLst>
          </p:cNvPr>
          <p:cNvGrpSpPr/>
          <p:nvPr/>
        </p:nvGrpSpPr>
        <p:grpSpPr>
          <a:xfrm>
            <a:off x="8568154" y="3400542"/>
            <a:ext cx="196560" cy="160560"/>
            <a:chOff x="8568154" y="3400542"/>
            <a:chExt cx="19656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F590D4B-53D1-ABD5-62E2-0FC6481076E1}"/>
                    </a:ext>
                  </a:extLst>
                </p14:cNvPr>
                <p14:cNvContentPartPr/>
                <p14:nvPr/>
              </p14:nvContentPartPr>
              <p14:xfrm>
                <a:off x="8568154" y="3429342"/>
                <a:ext cx="124200" cy="131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F590D4B-53D1-ABD5-62E2-0FC6481076E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550154" y="3411293"/>
                  <a:ext cx="159840" cy="167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88A668-8720-0755-2A76-F7A732F4DA66}"/>
                    </a:ext>
                  </a:extLst>
                </p14:cNvPr>
                <p14:cNvContentPartPr/>
                <p14:nvPr/>
              </p14:nvContentPartPr>
              <p14:xfrm>
                <a:off x="8597314" y="3400542"/>
                <a:ext cx="167400" cy="113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88A668-8720-0755-2A76-F7A732F4DA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79314" y="3382542"/>
                  <a:ext cx="2030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02FD62A-1CDA-5FAF-3E0B-686930296E3C}"/>
              </a:ext>
            </a:extLst>
          </p:cNvPr>
          <p:cNvGrpSpPr/>
          <p:nvPr/>
        </p:nvGrpSpPr>
        <p:grpSpPr>
          <a:xfrm>
            <a:off x="9388234" y="2263662"/>
            <a:ext cx="3075480" cy="1375200"/>
            <a:chOff x="9388234" y="2263662"/>
            <a:chExt cx="3075480" cy="137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067960F-767D-0F19-E45D-856DCBA90C89}"/>
                    </a:ext>
                  </a:extLst>
                </p14:cNvPr>
                <p14:cNvContentPartPr/>
                <p14:nvPr/>
              </p14:nvContentPartPr>
              <p14:xfrm>
                <a:off x="9388234" y="2346102"/>
                <a:ext cx="790920" cy="422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067960F-767D-0F19-E45D-856DCBA90C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70242" y="2328102"/>
                  <a:ext cx="826544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03D31BE-F26C-6E5F-3589-DDF964639A40}"/>
                    </a:ext>
                  </a:extLst>
                </p14:cNvPr>
                <p14:cNvContentPartPr/>
                <p14:nvPr/>
              </p14:nvContentPartPr>
              <p14:xfrm>
                <a:off x="9940114" y="2263662"/>
                <a:ext cx="359640" cy="233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03D31BE-F26C-6E5F-3589-DDF964639A4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22114" y="2245662"/>
                  <a:ext cx="3952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A8F7CDD-864D-FD9E-A552-415739E263E5}"/>
                    </a:ext>
                  </a:extLst>
                </p14:cNvPr>
                <p14:cNvContentPartPr/>
                <p14:nvPr/>
              </p14:nvContentPartPr>
              <p14:xfrm>
                <a:off x="10244314" y="2414862"/>
                <a:ext cx="524520" cy="682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A8F7CDD-864D-FD9E-A552-415739E263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26314" y="2396862"/>
                  <a:ext cx="56016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FDA0D3D-AF29-EF02-567D-327148EC898C}"/>
                    </a:ext>
                  </a:extLst>
                </p14:cNvPr>
                <p14:cNvContentPartPr/>
                <p14:nvPr/>
              </p14:nvContentPartPr>
              <p14:xfrm>
                <a:off x="10574074" y="2939022"/>
                <a:ext cx="169560" cy="203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FDA0D3D-AF29-EF02-567D-327148EC89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56074" y="2921022"/>
                  <a:ext cx="205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3763D13-C7C0-A3F6-DE67-C33512C1FCEA}"/>
                    </a:ext>
                  </a:extLst>
                </p14:cNvPr>
                <p14:cNvContentPartPr/>
                <p14:nvPr/>
              </p14:nvContentPartPr>
              <p14:xfrm>
                <a:off x="10765594" y="2632662"/>
                <a:ext cx="700200" cy="5320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3763D13-C7C0-A3F6-DE67-C33512C1FCE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47603" y="2614662"/>
                  <a:ext cx="735822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9A800D6-7D17-AC5B-4507-85F801F515C5}"/>
                    </a:ext>
                  </a:extLst>
                </p14:cNvPr>
                <p14:cNvContentPartPr/>
                <p14:nvPr/>
              </p14:nvContentPartPr>
              <p14:xfrm>
                <a:off x="11228554" y="2486142"/>
                <a:ext cx="358560" cy="311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9A800D6-7D17-AC5B-4507-85F801F515C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10536" y="2468163"/>
                  <a:ext cx="394236" cy="346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BD00CB2-3BF3-4E7A-AD20-5C9721C61ABF}"/>
                    </a:ext>
                  </a:extLst>
                </p14:cNvPr>
                <p14:cNvContentPartPr/>
                <p14:nvPr/>
              </p14:nvContentPartPr>
              <p14:xfrm>
                <a:off x="11624554" y="2629062"/>
                <a:ext cx="353160" cy="5817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BD00CB2-3BF3-4E7A-AD20-5C9721C61AB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606554" y="2611062"/>
                  <a:ext cx="38880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ED00D1B-FDEF-225D-7829-01AFBFB7799F}"/>
                    </a:ext>
                  </a:extLst>
                </p14:cNvPr>
                <p14:cNvContentPartPr/>
                <p14:nvPr/>
              </p14:nvContentPartPr>
              <p14:xfrm>
                <a:off x="11806354" y="2997342"/>
                <a:ext cx="308520" cy="3034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ED00D1B-FDEF-225D-7829-01AFBFB7799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788354" y="2979342"/>
                  <a:ext cx="3441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F49B659-65DC-1D5D-F040-38053BF8CE2C}"/>
                    </a:ext>
                  </a:extLst>
                </p14:cNvPr>
                <p14:cNvContentPartPr/>
                <p14:nvPr/>
              </p14:nvContentPartPr>
              <p14:xfrm>
                <a:off x="12001114" y="3236742"/>
                <a:ext cx="268560" cy="192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F49B659-65DC-1D5D-F040-38053BF8CE2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983138" y="3218742"/>
                  <a:ext cx="304152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FDC9B11-1603-83C3-F7D7-4EB6DCC9E358}"/>
                    </a:ext>
                  </a:extLst>
                </p14:cNvPr>
                <p14:cNvContentPartPr/>
                <p14:nvPr/>
              </p14:nvContentPartPr>
              <p14:xfrm>
                <a:off x="12198754" y="3189582"/>
                <a:ext cx="264960" cy="1454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FDC9B11-1603-83C3-F7D7-4EB6DCC9E35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180754" y="3171626"/>
                  <a:ext cx="300600" cy="1809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3104E4A-5BEF-70F8-1216-73F22C39C43B}"/>
                    </a:ext>
                  </a:extLst>
                </p14:cNvPr>
                <p14:cNvContentPartPr/>
                <p14:nvPr/>
              </p14:nvContentPartPr>
              <p14:xfrm>
                <a:off x="12201274" y="3327822"/>
                <a:ext cx="217080" cy="169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3104E4A-5BEF-70F8-1216-73F22C39C43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2183274" y="3309822"/>
                  <a:ext cx="252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9252C3E-0797-5341-03DB-30753DE4CC44}"/>
                    </a:ext>
                  </a:extLst>
                </p14:cNvPr>
                <p14:cNvContentPartPr/>
                <p14:nvPr/>
              </p14:nvContentPartPr>
              <p14:xfrm>
                <a:off x="12182914" y="3415302"/>
                <a:ext cx="39240" cy="170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9252C3E-0797-5341-03DB-30753DE4CC4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2164914" y="3397302"/>
                  <a:ext cx="748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4E65FF-3DEA-428A-A91C-D74CFA97BE9E}"/>
                    </a:ext>
                  </a:extLst>
                </p14:cNvPr>
                <p14:cNvContentPartPr/>
                <p14:nvPr/>
              </p14:nvContentPartPr>
              <p14:xfrm>
                <a:off x="11820754" y="3360582"/>
                <a:ext cx="338400" cy="278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4E65FF-3DEA-428A-A91C-D74CFA97BE9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802754" y="3342559"/>
                  <a:ext cx="374040" cy="3139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90FF125-FE21-60AE-3C42-9D39CB41C246}"/>
              </a:ext>
            </a:extLst>
          </p:cNvPr>
          <p:cNvGrpSpPr/>
          <p:nvPr/>
        </p:nvGrpSpPr>
        <p:grpSpPr>
          <a:xfrm>
            <a:off x="2797354" y="4909302"/>
            <a:ext cx="426240" cy="248400"/>
            <a:chOff x="2797354" y="4909302"/>
            <a:chExt cx="42624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9107C4-1515-8303-6E6F-22F62E1A2E4E}"/>
                    </a:ext>
                  </a:extLst>
                </p14:cNvPr>
                <p14:cNvContentPartPr/>
                <p14:nvPr/>
              </p14:nvContentPartPr>
              <p14:xfrm>
                <a:off x="2797354" y="4909302"/>
                <a:ext cx="426240" cy="183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9107C4-1515-8303-6E6F-22F62E1A2E4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79354" y="4891302"/>
                  <a:ext cx="461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DE998BB-AF6F-9DE1-45BF-049204A37CF2}"/>
                    </a:ext>
                  </a:extLst>
                </p14:cNvPr>
                <p14:cNvContentPartPr/>
                <p14:nvPr/>
              </p14:nvContentPartPr>
              <p14:xfrm>
                <a:off x="2910034" y="5013342"/>
                <a:ext cx="133560" cy="144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DE998BB-AF6F-9DE1-45BF-049204A37CF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892034" y="4995297"/>
                  <a:ext cx="169200" cy="18008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9815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AB4F-684E-42AA-BF58-63B70D9B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Cyclic Coordinate Search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9746-58E7-4897-B338-51A0EE88D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Can be augmented to accelerate convergence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07D1F6F-B74C-4048-9752-59DDD0E07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9580" y="2437660"/>
            <a:ext cx="3332840" cy="41912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45AA2-53DB-4B60-9FF9-56CAC7B2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5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A34471-6186-2B96-65BD-F4DD9E692A7C}"/>
              </a:ext>
            </a:extLst>
          </p:cNvPr>
          <p:cNvGrpSpPr/>
          <p:nvPr/>
        </p:nvGrpSpPr>
        <p:grpSpPr>
          <a:xfrm>
            <a:off x="5297554" y="4944942"/>
            <a:ext cx="758160" cy="140760"/>
            <a:chOff x="5297554" y="4944942"/>
            <a:chExt cx="758160" cy="14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FFAFE5A-1F86-409A-0CE5-A18962008BB0}"/>
                    </a:ext>
                  </a:extLst>
                </p14:cNvPr>
                <p14:cNvContentPartPr/>
                <p14:nvPr/>
              </p14:nvContentPartPr>
              <p14:xfrm>
                <a:off x="5297554" y="4989222"/>
                <a:ext cx="695520" cy="74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FFAFE5A-1F86-409A-0CE5-A18962008B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88554" y="4980222"/>
                  <a:ext cx="713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6942CAA-24E2-7739-8999-A85CE2274510}"/>
                    </a:ext>
                  </a:extLst>
                </p14:cNvPr>
                <p14:cNvContentPartPr/>
                <p14:nvPr/>
              </p14:nvContentPartPr>
              <p14:xfrm>
                <a:off x="5898034" y="4944942"/>
                <a:ext cx="157680" cy="140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6942CAA-24E2-7739-8999-A85CE22745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89034" y="4935942"/>
                  <a:ext cx="17532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6F80D5F-76BA-E5B3-35EA-581860F337B8}"/>
                  </a:ext>
                </a:extLst>
              </p14:cNvPr>
              <p14:cNvContentPartPr/>
              <p14:nvPr/>
            </p14:nvContentPartPr>
            <p14:xfrm>
              <a:off x="6068674" y="3715902"/>
              <a:ext cx="84240" cy="94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6F80D5F-76BA-E5B3-35EA-581860F337B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59635" y="3706902"/>
                <a:ext cx="101956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464593-9D73-FDF3-3A81-A6BAC1072598}"/>
                  </a:ext>
                </a:extLst>
              </p14:cNvPr>
              <p14:cNvContentPartPr/>
              <p14:nvPr/>
            </p14:nvContentPartPr>
            <p14:xfrm>
              <a:off x="5304754" y="4840542"/>
              <a:ext cx="52560" cy="684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464593-9D73-FDF3-3A81-A6BAC10725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95754" y="4831542"/>
                <a:ext cx="702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EC965EA-D746-0596-205D-1EAE23701218}"/>
                  </a:ext>
                </a:extLst>
              </p14:cNvPr>
              <p14:cNvContentPartPr/>
              <p14:nvPr/>
            </p14:nvContentPartPr>
            <p14:xfrm>
              <a:off x="6034474" y="5378742"/>
              <a:ext cx="449280" cy="3722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EC965EA-D746-0596-205D-1EAE2370121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25474" y="5369751"/>
                <a:ext cx="466920" cy="3898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0D3ED66-0A9A-0DDD-5152-FC0A59602B48}"/>
                  </a:ext>
                </a:extLst>
              </p14:cNvPr>
              <p14:cNvContentPartPr/>
              <p14:nvPr/>
            </p14:nvContentPartPr>
            <p14:xfrm>
              <a:off x="5973634" y="3250422"/>
              <a:ext cx="378360" cy="388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0D3ED66-0A9A-0DDD-5152-FC0A59602B4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64634" y="3241422"/>
                <a:ext cx="396000" cy="4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9E9BA6D-C27C-11CD-F605-A260D46FD93F}"/>
                  </a:ext>
                </a:extLst>
              </p14:cNvPr>
              <p14:cNvContentPartPr/>
              <p14:nvPr/>
            </p14:nvContentPartPr>
            <p14:xfrm>
              <a:off x="5301874" y="4856022"/>
              <a:ext cx="73440" cy="80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9E9BA6D-C27C-11CD-F605-A260D46FD93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92830" y="4847022"/>
                <a:ext cx="91167" cy="9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C1EF7AD-0D00-481E-705F-9C9C1C29994D}"/>
              </a:ext>
            </a:extLst>
          </p:cNvPr>
          <p:cNvGrpSpPr/>
          <p:nvPr/>
        </p:nvGrpSpPr>
        <p:grpSpPr>
          <a:xfrm>
            <a:off x="6102874" y="3761262"/>
            <a:ext cx="291960" cy="1020960"/>
            <a:chOff x="6102874" y="3761262"/>
            <a:chExt cx="291960" cy="102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5A5D48-B1F0-59B2-D00C-43E291793D51}"/>
                    </a:ext>
                  </a:extLst>
                </p14:cNvPr>
                <p14:cNvContentPartPr/>
                <p14:nvPr/>
              </p14:nvContentPartPr>
              <p14:xfrm>
                <a:off x="6229234" y="3948822"/>
                <a:ext cx="165600" cy="833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5A5D48-B1F0-59B2-D00C-43E291793D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20234" y="3939822"/>
                  <a:ext cx="18324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105AD56-BF2F-3F29-58CB-16BE835D8D5B}"/>
                    </a:ext>
                  </a:extLst>
                </p14:cNvPr>
                <p14:cNvContentPartPr/>
                <p14:nvPr/>
              </p14:nvContentPartPr>
              <p14:xfrm>
                <a:off x="6197554" y="3971862"/>
                <a:ext cx="170640" cy="215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105AD56-BF2F-3F29-58CB-16BE835D8D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88554" y="3962862"/>
                  <a:ext cx="188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F73D53F-9E41-8726-F610-6ADA062DFC1F}"/>
                    </a:ext>
                  </a:extLst>
                </p14:cNvPr>
                <p14:cNvContentPartPr/>
                <p14:nvPr/>
              </p14:nvContentPartPr>
              <p14:xfrm>
                <a:off x="6102874" y="3761262"/>
                <a:ext cx="63720" cy="73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F73D53F-9E41-8726-F610-6ADA062DFC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93874" y="3752262"/>
                  <a:ext cx="8136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CEE48A7-6C38-CC74-6DAE-A0E024B6D56F}"/>
                  </a:ext>
                </a:extLst>
              </p14:cNvPr>
              <p14:cNvContentPartPr/>
              <p14:nvPr/>
            </p14:nvContentPartPr>
            <p14:xfrm>
              <a:off x="6431554" y="3368142"/>
              <a:ext cx="430560" cy="68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CEE48A7-6C38-CC74-6DAE-A0E024B6D56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13554" y="3350142"/>
                <a:ext cx="46620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BD1D4640-D21C-8C9A-00DA-57E6E7210535}"/>
              </a:ext>
            </a:extLst>
          </p:cNvPr>
          <p:cNvGrpSpPr/>
          <p:nvPr/>
        </p:nvGrpSpPr>
        <p:grpSpPr>
          <a:xfrm>
            <a:off x="5320240" y="3107502"/>
            <a:ext cx="1787034" cy="1829578"/>
            <a:chOff x="5320240" y="3107502"/>
            <a:chExt cx="1787034" cy="182957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4B353EA-7FC8-CE77-4664-425412991B96}"/>
                    </a:ext>
                  </a:extLst>
                </p14:cNvPr>
                <p14:cNvContentPartPr/>
                <p14:nvPr/>
              </p14:nvContentPartPr>
              <p14:xfrm>
                <a:off x="5371354" y="3839382"/>
                <a:ext cx="662040" cy="1026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4B353EA-7FC8-CE77-4664-425412991B9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53354" y="3821382"/>
                  <a:ext cx="697680" cy="10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E48EE0-CCA0-092E-6D01-F6B778D34C39}"/>
                    </a:ext>
                  </a:extLst>
                </p14:cNvPr>
                <p14:cNvContentPartPr/>
                <p14:nvPr/>
              </p14:nvContentPartPr>
              <p14:xfrm>
                <a:off x="6103954" y="3732102"/>
                <a:ext cx="2160" cy="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E48EE0-CCA0-092E-6D01-F6B778D34C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85954" y="3714102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641554-BCB5-2002-DC47-E72A7E300D5A}"/>
                    </a:ext>
                  </a:extLst>
                </p14:cNvPr>
                <p14:cNvContentPartPr/>
                <p14:nvPr/>
              </p14:nvContentPartPr>
              <p14:xfrm>
                <a:off x="6031954" y="3293622"/>
                <a:ext cx="280800" cy="417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641554-BCB5-2002-DC47-E72A7E300D5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13977" y="3275606"/>
                  <a:ext cx="316394" cy="452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5F0853-4D64-31B8-6B65-BEE375110E7B}"/>
                    </a:ext>
                  </a:extLst>
                </p14:cNvPr>
                <p14:cNvContentPartPr/>
                <p14:nvPr/>
              </p14:nvContentPartPr>
              <p14:xfrm>
                <a:off x="6266314" y="3250422"/>
                <a:ext cx="66240" cy="91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5F0853-4D64-31B8-6B65-BEE375110E7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48411" y="3232422"/>
                  <a:ext cx="101687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25B5A2-9AA0-DCC7-BB09-5C30D9589E38}"/>
                    </a:ext>
                  </a:extLst>
                </p14:cNvPr>
                <p14:cNvContentPartPr/>
                <p14:nvPr/>
              </p14:nvContentPartPr>
              <p14:xfrm>
                <a:off x="6362434" y="3280302"/>
                <a:ext cx="56160" cy="81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25B5A2-9AA0-DCC7-BB09-5C30D9589E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44318" y="3262382"/>
                  <a:ext cx="92030" cy="1164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5B97DBA-904E-F371-AA24-8B97F8D8A0BA}"/>
                    </a:ext>
                  </a:extLst>
                </p14:cNvPr>
                <p14:cNvContentPartPr/>
                <p14:nvPr/>
              </p14:nvContentPartPr>
              <p14:xfrm>
                <a:off x="6509674" y="3271662"/>
                <a:ext cx="346320" cy="16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5B97DBA-904E-F371-AA24-8B97F8D8A0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91693" y="3253662"/>
                  <a:ext cx="381923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4E5128C-FF1D-27FB-1C01-30955A99657D}"/>
                    </a:ext>
                  </a:extLst>
                </p14:cNvPr>
                <p14:cNvContentPartPr/>
                <p14:nvPr/>
              </p14:nvContentPartPr>
              <p14:xfrm>
                <a:off x="6773194" y="3394062"/>
                <a:ext cx="77040" cy="40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4E5128C-FF1D-27FB-1C01-30955A99657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55194" y="3376062"/>
                  <a:ext cx="1126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33F44C5-9D10-787C-CB30-B97387367174}"/>
                    </a:ext>
                  </a:extLst>
                </p14:cNvPr>
                <p14:cNvContentPartPr/>
                <p14:nvPr/>
              </p14:nvContentPartPr>
              <p14:xfrm>
                <a:off x="6429754" y="3173022"/>
                <a:ext cx="207720" cy="29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33F44C5-9D10-787C-CB30-B973873671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11754" y="3155022"/>
                  <a:ext cx="243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DBAD04C-C788-C127-A7DF-07646F05506C}"/>
                    </a:ext>
                  </a:extLst>
                </p14:cNvPr>
                <p14:cNvContentPartPr/>
                <p14:nvPr/>
              </p14:nvContentPartPr>
              <p14:xfrm>
                <a:off x="6612634" y="3107502"/>
                <a:ext cx="162360" cy="106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DBAD04C-C788-C127-A7DF-07646F05506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94634" y="3089502"/>
                  <a:ext cx="198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488DF0-A675-069D-0CD8-2F0D31BFF778}"/>
                    </a:ext>
                  </a:extLst>
                </p14:cNvPr>
                <p14:cNvContentPartPr/>
                <p14:nvPr/>
              </p14:nvContentPartPr>
              <p14:xfrm>
                <a:off x="7010074" y="3230982"/>
                <a:ext cx="23400" cy="159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488DF0-A675-069D-0CD8-2F0D31BFF77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91793" y="3212982"/>
                  <a:ext cx="59597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55E85DE-0AD3-4EE8-ED29-7D0B61AA703B}"/>
                    </a:ext>
                  </a:extLst>
                </p14:cNvPr>
                <p14:cNvContentPartPr/>
                <p14:nvPr/>
              </p14:nvContentPartPr>
              <p14:xfrm>
                <a:off x="6979474" y="3317742"/>
                <a:ext cx="127800" cy="8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55E85DE-0AD3-4EE8-ED29-7D0B61AA703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61474" y="3299742"/>
                  <a:ext cx="163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7E224E5-6E78-945D-876C-3800E3596CEB}"/>
                    </a:ext>
                  </a:extLst>
                </p14:cNvPr>
                <p14:cNvContentPartPr/>
                <p14:nvPr/>
              </p14:nvContentPartPr>
              <p14:xfrm>
                <a:off x="6774274" y="3435822"/>
                <a:ext cx="63720" cy="66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7E224E5-6E78-945D-876C-3800E3596C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56274" y="3417918"/>
                  <a:ext cx="99360" cy="1024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1B5D032-311A-3ABB-8691-AE45EE20ACD8}"/>
                    </a:ext>
                  </a:extLst>
                </p14:cNvPr>
                <p14:cNvContentPartPr/>
                <p14:nvPr/>
              </p14:nvContentPartPr>
              <p14:xfrm>
                <a:off x="6762394" y="3444462"/>
                <a:ext cx="24120" cy="52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1B5D032-311A-3ABB-8691-AE45EE20ACD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44394" y="3426462"/>
                  <a:ext cx="597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BE1463-DC8D-7E60-6BFB-AE54B91A8272}"/>
                    </a:ext>
                  </a:extLst>
                </p14:cNvPr>
                <p14:cNvContentPartPr/>
                <p14:nvPr/>
              </p14:nvContentPartPr>
              <p14:xfrm>
                <a:off x="5320240" y="4881640"/>
                <a:ext cx="60480" cy="55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BE1463-DC8D-7E60-6BFB-AE54B91A827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02240" y="4863756"/>
                  <a:ext cx="96120" cy="908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C3A244E-5754-4DD4-D2D8-5120DBB8D25C}"/>
                    </a:ext>
                  </a:extLst>
                </p14:cNvPr>
                <p14:cNvContentPartPr/>
                <p14:nvPr/>
              </p14:nvContentPartPr>
              <p14:xfrm>
                <a:off x="6098200" y="3746560"/>
                <a:ext cx="43560" cy="78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C3A244E-5754-4DD4-D2D8-5120DBB8D2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80200" y="3728477"/>
                  <a:ext cx="79200" cy="1146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EE668CA-E62B-7B28-E2E2-5D7BEF9D3B50}"/>
                    </a:ext>
                  </a:extLst>
                </p14:cNvPr>
                <p14:cNvContentPartPr/>
                <p14:nvPr/>
              </p14:nvContentPartPr>
              <p14:xfrm>
                <a:off x="5362000" y="3825400"/>
                <a:ext cx="666360" cy="1058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EE668CA-E62B-7B28-E2E2-5D7BEF9D3B5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44010" y="3807400"/>
                  <a:ext cx="701981" cy="10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CA6BEE-C084-EC59-CF05-139822787B16}"/>
                    </a:ext>
                  </a:extLst>
                </p14:cNvPr>
                <p14:cNvContentPartPr/>
                <p14:nvPr/>
              </p14:nvContentPartPr>
              <p14:xfrm>
                <a:off x="6026200" y="3240400"/>
                <a:ext cx="309960" cy="473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CA6BEE-C084-EC59-CF05-139822787B1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008200" y="3222386"/>
                  <a:ext cx="345600" cy="509067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062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F91B1E-7694-2DF9-B91C-D147D2335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275248"/>
            <a:ext cx="10905066" cy="43075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B9B042-7B60-FE2D-0ACB-B8C2DA4BA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6BAA69-5A1F-8940-BBFE-E8CF858416E5}"/>
                  </a:ext>
                </a:extLst>
              </p14:cNvPr>
              <p14:cNvContentPartPr/>
              <p14:nvPr/>
            </p14:nvContentPartPr>
            <p14:xfrm>
              <a:off x="6275314" y="3237822"/>
              <a:ext cx="811080" cy="36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6BAA69-5A1F-8940-BBFE-E8CF858416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7322" y="3219822"/>
                <a:ext cx="846704" cy="40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CA968BC0-6FDB-5AE7-EC4D-EBE9A0E9363F}"/>
              </a:ext>
            </a:extLst>
          </p:cNvPr>
          <p:cNvGrpSpPr/>
          <p:nvPr/>
        </p:nvGrpSpPr>
        <p:grpSpPr>
          <a:xfrm>
            <a:off x="1669474" y="3930822"/>
            <a:ext cx="495720" cy="305280"/>
            <a:chOff x="1669474" y="3930822"/>
            <a:chExt cx="49572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BBD6F5B-DAD2-A9AF-CBB9-D63B06FACB1D}"/>
                    </a:ext>
                  </a:extLst>
                </p14:cNvPr>
                <p14:cNvContentPartPr/>
                <p14:nvPr/>
              </p14:nvContentPartPr>
              <p14:xfrm>
                <a:off x="1669474" y="4042062"/>
                <a:ext cx="422280" cy="37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BBD6F5B-DAD2-A9AF-CBB9-D63B06FACB1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51474" y="4024062"/>
                  <a:ext cx="457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38C255D-3C27-DB56-F48F-DBE78256DD9F}"/>
                    </a:ext>
                  </a:extLst>
                </p14:cNvPr>
                <p14:cNvContentPartPr/>
                <p14:nvPr/>
              </p14:nvContentPartPr>
              <p14:xfrm>
                <a:off x="1943074" y="3930822"/>
                <a:ext cx="222120" cy="305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38C255D-3C27-DB56-F48F-DBE78256DD9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25074" y="3912822"/>
                  <a:ext cx="257760" cy="34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4A8DCE-5455-B7FC-C1E0-1F0BC55C1EB4}"/>
              </a:ext>
            </a:extLst>
          </p:cNvPr>
          <p:cNvGrpSpPr/>
          <p:nvPr/>
        </p:nvGrpSpPr>
        <p:grpSpPr>
          <a:xfrm>
            <a:off x="5215114" y="3261942"/>
            <a:ext cx="1645200" cy="1045800"/>
            <a:chOff x="5215114" y="3261942"/>
            <a:chExt cx="1645200" cy="104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EC66423-9668-06AE-42FD-752513B02FAA}"/>
                    </a:ext>
                  </a:extLst>
                </p14:cNvPr>
                <p14:cNvContentPartPr/>
                <p14:nvPr/>
              </p14:nvContentPartPr>
              <p14:xfrm>
                <a:off x="5761594" y="3261942"/>
                <a:ext cx="416880" cy="447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EC66423-9668-06AE-42FD-752513B02FA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43594" y="3243942"/>
                  <a:ext cx="4525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89E11B-A8A2-707C-BDE0-2E6378DBBD03}"/>
                    </a:ext>
                  </a:extLst>
                </p14:cNvPr>
                <p14:cNvContentPartPr/>
                <p14:nvPr/>
              </p14:nvContentPartPr>
              <p14:xfrm>
                <a:off x="5215114" y="3718782"/>
                <a:ext cx="1645200" cy="588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89E11B-A8A2-707C-BDE0-2E6378DBBD0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97114" y="3700782"/>
                  <a:ext cx="1680840" cy="62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36D4170-8880-C4BD-8DA7-A0479C34B29C}"/>
                  </a:ext>
                </a:extLst>
              </p14:cNvPr>
              <p14:cNvContentPartPr/>
              <p14:nvPr/>
            </p14:nvContentPartPr>
            <p14:xfrm>
              <a:off x="9793366" y="1536437"/>
              <a:ext cx="513720" cy="453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36D4170-8880-C4BD-8DA7-A0479C34B29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775366" y="1518437"/>
                <a:ext cx="549360" cy="48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233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166E-BF7E-4F47-9294-B076A4EF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Powell’s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F56CD-5695-4821-B112-11BA9D4D6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Similar to Cyclic Coordinate Search, but can search in non-orthogonal directions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6D2526C-368D-4ABD-A3E6-1057F1473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9143" y="2821553"/>
            <a:ext cx="3843379" cy="38433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E4D65-F13A-488B-86E5-661168B5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A142AD0-FA44-DBB8-70DE-7AA2BE7576B9}"/>
                  </a:ext>
                </a:extLst>
              </p14:cNvPr>
              <p14:cNvContentPartPr/>
              <p14:nvPr/>
            </p14:nvContentPartPr>
            <p14:xfrm>
              <a:off x="8810206" y="2234117"/>
              <a:ext cx="2189520" cy="114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A142AD0-FA44-DBB8-70DE-7AA2BE7576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92206" y="2216117"/>
                <a:ext cx="22251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8894093-3290-04BA-C0F0-CFF3677D4AC8}"/>
                  </a:ext>
                </a:extLst>
              </p14:cNvPr>
              <p14:cNvContentPartPr/>
              <p14:nvPr/>
            </p14:nvContentPartPr>
            <p14:xfrm>
              <a:off x="4956406" y="5712797"/>
              <a:ext cx="918360" cy="143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894093-3290-04BA-C0F0-CFF3677D4AC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38406" y="5694752"/>
                <a:ext cx="954000" cy="1790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0C4CDE4-5BB2-8C59-F939-F2DB84C5746E}"/>
                  </a:ext>
                </a:extLst>
              </p14:cNvPr>
              <p14:cNvContentPartPr/>
              <p14:nvPr/>
            </p14:nvContentPartPr>
            <p14:xfrm>
              <a:off x="5788726" y="6242717"/>
              <a:ext cx="502560" cy="444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0C4CDE4-5BB2-8C59-F939-F2DB84C574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70726" y="6224717"/>
                <a:ext cx="538200" cy="47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D92719CD-AA53-1EA8-CC99-8E6DDC45BBC0}"/>
              </a:ext>
            </a:extLst>
          </p:cNvPr>
          <p:cNvGrpSpPr/>
          <p:nvPr/>
        </p:nvGrpSpPr>
        <p:grpSpPr>
          <a:xfrm>
            <a:off x="5754886" y="3774557"/>
            <a:ext cx="357120" cy="473400"/>
            <a:chOff x="5754886" y="3774557"/>
            <a:chExt cx="357120" cy="47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4A81B25-97C7-31FA-F895-AFDB556E76AF}"/>
                    </a:ext>
                  </a:extLst>
                </p14:cNvPr>
                <p14:cNvContentPartPr/>
                <p14:nvPr/>
              </p14:nvContentPartPr>
              <p14:xfrm>
                <a:off x="5754886" y="3887237"/>
                <a:ext cx="271800" cy="360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4A81B25-97C7-31FA-F895-AFDB556E76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36886" y="3869237"/>
                  <a:ext cx="3074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C9D9B61-C008-D6F9-F58D-D39FC0CCFF75}"/>
                    </a:ext>
                  </a:extLst>
                </p14:cNvPr>
                <p14:cNvContentPartPr/>
                <p14:nvPr/>
              </p14:nvContentPartPr>
              <p14:xfrm>
                <a:off x="5950006" y="3774557"/>
                <a:ext cx="162000" cy="149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C9D9B61-C008-D6F9-F58D-D39FC0CCFF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31966" y="3756557"/>
                  <a:ext cx="197719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8380693-360E-92FA-0928-08DE41615991}"/>
              </a:ext>
            </a:extLst>
          </p:cNvPr>
          <p:cNvGrpSpPr/>
          <p:nvPr/>
        </p:nvGrpSpPr>
        <p:grpSpPr>
          <a:xfrm>
            <a:off x="4966846" y="4386917"/>
            <a:ext cx="1058760" cy="1317960"/>
            <a:chOff x="4966846" y="4386917"/>
            <a:chExt cx="1058760" cy="13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BEBD30-78E9-F9DE-ADE6-51C80CE25351}"/>
                    </a:ext>
                  </a:extLst>
                </p14:cNvPr>
                <p14:cNvContentPartPr/>
                <p14:nvPr/>
              </p14:nvContentPartPr>
              <p14:xfrm>
                <a:off x="5917966" y="4386917"/>
                <a:ext cx="51480" cy="1317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BEBD30-78E9-F9DE-ADE6-51C80CE2535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99966" y="4368917"/>
                  <a:ext cx="87120" cy="13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9DE67B-8F40-CED7-A8F3-D16083F353A5}"/>
                    </a:ext>
                  </a:extLst>
                </p14:cNvPr>
                <p14:cNvContentPartPr/>
                <p14:nvPr/>
              </p14:nvContentPartPr>
              <p14:xfrm>
                <a:off x="5847046" y="4397357"/>
                <a:ext cx="178560" cy="159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9DE67B-8F40-CED7-A8F3-D16083F353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29046" y="4379357"/>
                  <a:ext cx="214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E29C7F3-B0F7-5039-71FF-EFFD79562079}"/>
                    </a:ext>
                  </a:extLst>
                </p14:cNvPr>
                <p14:cNvContentPartPr/>
                <p14:nvPr/>
              </p14:nvContentPartPr>
              <p14:xfrm>
                <a:off x="4966846" y="4468997"/>
                <a:ext cx="781200" cy="1128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E29C7F3-B0F7-5039-71FF-EFFD795620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48838" y="4450997"/>
                  <a:ext cx="816856" cy="11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40F0BA-0D42-B011-B266-5BE27D24D91A}"/>
                    </a:ext>
                  </a:extLst>
                </p14:cNvPr>
                <p14:cNvContentPartPr/>
                <p14:nvPr/>
              </p14:nvContentPartPr>
              <p14:xfrm>
                <a:off x="5626726" y="4403117"/>
                <a:ext cx="129240" cy="164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940F0BA-0D42-B011-B266-5BE27D24D9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08726" y="4385077"/>
                  <a:ext cx="164880" cy="199878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079095E-FB5D-39D1-34B1-700C49BDC878}"/>
                  </a:ext>
                </a:extLst>
              </p14:cNvPr>
              <p14:cNvContentPartPr/>
              <p14:nvPr/>
            </p14:nvContentPartPr>
            <p14:xfrm>
              <a:off x="312766" y="525917"/>
              <a:ext cx="5116320" cy="10796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079095E-FB5D-39D1-34B1-700C49BDC87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4765" y="507911"/>
                <a:ext cx="5151963" cy="1115292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F3D1AD73-F61B-7F2D-0874-28534C1E9133}"/>
              </a:ext>
            </a:extLst>
          </p:cNvPr>
          <p:cNvGrpSpPr/>
          <p:nvPr/>
        </p:nvGrpSpPr>
        <p:grpSpPr>
          <a:xfrm>
            <a:off x="8367406" y="2310077"/>
            <a:ext cx="3247560" cy="2237040"/>
            <a:chOff x="8367406" y="2310077"/>
            <a:chExt cx="3247560" cy="223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045EBDB-BB4D-90FE-FDBB-C1F29B3C4DA4}"/>
                    </a:ext>
                  </a:extLst>
                </p14:cNvPr>
                <p14:cNvContentPartPr/>
                <p14:nvPr/>
              </p14:nvContentPartPr>
              <p14:xfrm>
                <a:off x="8527606" y="3726677"/>
                <a:ext cx="182520" cy="19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045EBDB-BB4D-90FE-FDBB-C1F29B3C4D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09606" y="3708677"/>
                  <a:ext cx="2181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B9F92A-7457-7A57-DC55-7CD246E70132}"/>
                    </a:ext>
                  </a:extLst>
                </p14:cNvPr>
                <p14:cNvContentPartPr/>
                <p14:nvPr/>
              </p14:nvContentPartPr>
              <p14:xfrm>
                <a:off x="8785006" y="3504917"/>
                <a:ext cx="32400" cy="1620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B9F92A-7457-7A57-DC55-7CD246E701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67006" y="3486917"/>
                  <a:ext cx="68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D3AE23-E954-AFE9-CA52-791115116153}"/>
                    </a:ext>
                  </a:extLst>
                </p14:cNvPr>
                <p14:cNvContentPartPr/>
                <p14:nvPr/>
              </p14:nvContentPartPr>
              <p14:xfrm>
                <a:off x="8884006" y="3579077"/>
                <a:ext cx="51840" cy="65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D3AE23-E954-AFE9-CA52-79111511615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66006" y="3561077"/>
                  <a:ext cx="87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740FF4A-4C21-29B7-436E-EC0EC6912410}"/>
                    </a:ext>
                  </a:extLst>
                </p14:cNvPr>
                <p14:cNvContentPartPr/>
                <p14:nvPr/>
              </p14:nvContentPartPr>
              <p14:xfrm>
                <a:off x="8913526" y="3497357"/>
                <a:ext cx="13680" cy="22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740FF4A-4C21-29B7-436E-EC0EC69124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95988" y="3479643"/>
                  <a:ext cx="48406" cy="573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F955983-13E8-0731-9D57-B389BB81A50C}"/>
                    </a:ext>
                  </a:extLst>
                </p14:cNvPr>
                <p14:cNvContentPartPr/>
                <p14:nvPr/>
              </p14:nvContentPartPr>
              <p14:xfrm>
                <a:off x="9016846" y="3468557"/>
                <a:ext cx="58320" cy="196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F955983-13E8-0731-9D57-B389BB81A50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98846" y="3450557"/>
                  <a:ext cx="93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E848981-0DF8-20E4-AA8C-93BBFB87E91A}"/>
                    </a:ext>
                  </a:extLst>
                </p14:cNvPr>
                <p14:cNvContentPartPr/>
                <p14:nvPr/>
              </p14:nvContentPartPr>
              <p14:xfrm>
                <a:off x="9093886" y="3742157"/>
                <a:ext cx="353880" cy="79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E848981-0DF8-20E4-AA8C-93BBFB87E9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75886" y="3724157"/>
                  <a:ext cx="389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D42EEF-E216-7746-DF58-68304C7E9A45}"/>
                    </a:ext>
                  </a:extLst>
                </p14:cNvPr>
                <p14:cNvContentPartPr/>
                <p14:nvPr/>
              </p14:nvContentPartPr>
              <p14:xfrm>
                <a:off x="9053926" y="3716237"/>
                <a:ext cx="179640" cy="189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D42EEF-E216-7746-DF58-68304C7E9A4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35926" y="3698203"/>
                  <a:ext cx="215280" cy="2250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B74B669-F96E-4FDC-25EB-00DE4014B425}"/>
                    </a:ext>
                  </a:extLst>
                </p14:cNvPr>
                <p14:cNvContentPartPr/>
                <p14:nvPr/>
              </p14:nvContentPartPr>
              <p14:xfrm>
                <a:off x="9718846" y="3678437"/>
                <a:ext cx="120960" cy="171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B74B669-F96E-4FDC-25EB-00DE4014B42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00846" y="3660437"/>
                  <a:ext cx="156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A80544F-3D00-0833-8D46-87E6A35E7EDF}"/>
                    </a:ext>
                  </a:extLst>
                </p14:cNvPr>
                <p14:cNvContentPartPr/>
                <p14:nvPr/>
              </p14:nvContentPartPr>
              <p14:xfrm>
                <a:off x="9939526" y="3481157"/>
                <a:ext cx="50400" cy="187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A80544F-3D00-0833-8D46-87E6A35E7E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21526" y="3463122"/>
                  <a:ext cx="86040" cy="2232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B78F82-DFFD-1053-E684-56DE8341B390}"/>
                    </a:ext>
                  </a:extLst>
                </p14:cNvPr>
                <p14:cNvContentPartPr/>
                <p14:nvPr/>
              </p14:nvContentPartPr>
              <p14:xfrm>
                <a:off x="10054006" y="3520037"/>
                <a:ext cx="51480" cy="113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B78F82-DFFD-1053-E684-56DE8341B39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36006" y="3501979"/>
                  <a:ext cx="87120" cy="148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C4AD813-4DBF-948B-CCFC-3C3364319565}"/>
                    </a:ext>
                  </a:extLst>
                </p14:cNvPr>
                <p14:cNvContentPartPr/>
                <p14:nvPr/>
              </p14:nvContentPartPr>
              <p14:xfrm>
                <a:off x="10188286" y="3517517"/>
                <a:ext cx="14400" cy="96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C4AD813-4DBF-948B-CCFC-3C336431956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69824" y="3499517"/>
                  <a:ext cx="50954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9C141DC-2EF1-5217-1DB0-B4E2DB429742}"/>
                    </a:ext>
                  </a:extLst>
                </p14:cNvPr>
                <p14:cNvContentPartPr/>
                <p14:nvPr/>
              </p14:nvContentPartPr>
              <p14:xfrm>
                <a:off x="10155166" y="3563957"/>
                <a:ext cx="117000" cy="25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9C141DC-2EF1-5217-1DB0-B4E2DB42974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37110" y="3545957"/>
                  <a:ext cx="15275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16CBBED-CC76-A3FB-356D-7D2F36EA9681}"/>
                    </a:ext>
                  </a:extLst>
                </p14:cNvPr>
                <p14:cNvContentPartPr/>
                <p14:nvPr/>
              </p14:nvContentPartPr>
              <p14:xfrm>
                <a:off x="10330846" y="3518957"/>
                <a:ext cx="27360" cy="96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16CBBED-CC76-A3FB-356D-7D2F36EA96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312846" y="3501024"/>
                  <a:ext cx="63000" cy="1319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F188AEE-7DD2-1D8C-3525-AF7FB57FFCE5}"/>
                    </a:ext>
                  </a:extLst>
                </p14:cNvPr>
                <p14:cNvContentPartPr/>
                <p14:nvPr/>
              </p14:nvContentPartPr>
              <p14:xfrm>
                <a:off x="10338046" y="3473957"/>
                <a:ext cx="16920" cy="7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F188AEE-7DD2-1D8C-3525-AF7FB57FFC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20046" y="3455957"/>
                  <a:ext cx="52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B0FAF02-8097-970D-CBAE-F02316E57F16}"/>
                    </a:ext>
                  </a:extLst>
                </p14:cNvPr>
                <p14:cNvContentPartPr/>
                <p14:nvPr/>
              </p14:nvContentPartPr>
              <p14:xfrm>
                <a:off x="10425886" y="3453797"/>
                <a:ext cx="64080" cy="272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B0FAF02-8097-970D-CBAE-F02316E57F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407886" y="3435821"/>
                  <a:ext cx="99720" cy="307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53D785B-2C1B-59E6-9FDE-D2248ECC2E85}"/>
                    </a:ext>
                  </a:extLst>
                </p14:cNvPr>
                <p14:cNvContentPartPr/>
                <p14:nvPr/>
              </p14:nvContentPartPr>
              <p14:xfrm>
                <a:off x="8506726" y="4300517"/>
                <a:ext cx="175320" cy="246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53D785B-2C1B-59E6-9FDE-D2248ECC2E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88726" y="4282517"/>
                  <a:ext cx="2109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9799DD9-BD88-A0D8-B71A-CB9DAE1A0370}"/>
                    </a:ext>
                  </a:extLst>
                </p14:cNvPr>
                <p14:cNvContentPartPr/>
                <p14:nvPr/>
              </p14:nvContentPartPr>
              <p14:xfrm>
                <a:off x="8723806" y="3985517"/>
                <a:ext cx="72000" cy="289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9799DD9-BD88-A0D8-B71A-CB9DAE1A037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05806" y="3967517"/>
                  <a:ext cx="1076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DFC86B4-09E3-97D7-6FF5-53956CF1CDC7}"/>
                    </a:ext>
                  </a:extLst>
                </p14:cNvPr>
                <p14:cNvContentPartPr/>
                <p14:nvPr/>
              </p14:nvContentPartPr>
              <p14:xfrm>
                <a:off x="8806606" y="4119437"/>
                <a:ext cx="54360" cy="132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DFC86B4-09E3-97D7-6FF5-53956CF1CDC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88724" y="4101437"/>
                  <a:ext cx="89766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40A525-4B1C-4BBD-E2E0-3473E0D34F05}"/>
                    </a:ext>
                  </a:extLst>
                </p14:cNvPr>
                <p14:cNvContentPartPr/>
                <p14:nvPr/>
              </p14:nvContentPartPr>
              <p14:xfrm>
                <a:off x="8884366" y="4066517"/>
                <a:ext cx="59760" cy="224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40A525-4B1C-4BBD-E2E0-3473E0D34F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866366" y="4048546"/>
                  <a:ext cx="95400" cy="2598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C067806-F492-EF60-4F9D-F66F81BDEC27}"/>
                    </a:ext>
                  </a:extLst>
                </p14:cNvPr>
                <p14:cNvContentPartPr/>
                <p14:nvPr/>
              </p14:nvContentPartPr>
              <p14:xfrm>
                <a:off x="9032686" y="4371077"/>
                <a:ext cx="299160" cy="48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C067806-F492-EF60-4F9D-F66F81BDEC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14708" y="4353077"/>
                  <a:ext cx="334757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6BA3BB1-BB8F-D718-D892-7B486A04879B}"/>
                    </a:ext>
                  </a:extLst>
                </p14:cNvPr>
                <p14:cNvContentPartPr/>
                <p14:nvPr/>
              </p14:nvContentPartPr>
              <p14:xfrm>
                <a:off x="9007126" y="4345157"/>
                <a:ext cx="147600" cy="1472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6BA3BB1-BB8F-D718-D892-7B486A04879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89126" y="4327201"/>
                  <a:ext cx="183240" cy="182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4279514-F828-38AC-F8CE-8ABC3FA6E05C}"/>
                    </a:ext>
                  </a:extLst>
                </p14:cNvPr>
                <p14:cNvContentPartPr/>
                <p14:nvPr/>
              </p14:nvContentPartPr>
              <p14:xfrm>
                <a:off x="9579886" y="4292957"/>
                <a:ext cx="130680" cy="201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4279514-F828-38AC-F8CE-8ABC3FA6E0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61886" y="4274925"/>
                  <a:ext cx="166320" cy="2376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1C7A47F-F5DB-1C48-04DB-387D27FAA102}"/>
                    </a:ext>
                  </a:extLst>
                </p14:cNvPr>
                <p14:cNvContentPartPr/>
                <p14:nvPr/>
              </p14:nvContentPartPr>
              <p14:xfrm>
                <a:off x="9763846" y="4136717"/>
                <a:ext cx="96120" cy="189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1C7A47F-F5DB-1C48-04DB-387D27FAA10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745846" y="4118717"/>
                  <a:ext cx="1317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5F49B1-8280-198F-FCFD-86CE202B0E8C}"/>
                    </a:ext>
                  </a:extLst>
                </p14:cNvPr>
                <p14:cNvContentPartPr/>
                <p14:nvPr/>
              </p14:nvContentPartPr>
              <p14:xfrm>
                <a:off x="9890206" y="4209077"/>
                <a:ext cx="77760" cy="95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5F49B1-8280-198F-FCFD-86CE202B0E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872206" y="4191077"/>
                  <a:ext cx="113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D7F0BC-657F-17E4-4630-CA0DEA4A9651}"/>
                    </a:ext>
                  </a:extLst>
                </p14:cNvPr>
                <p14:cNvContentPartPr/>
                <p14:nvPr/>
              </p14:nvContentPartPr>
              <p14:xfrm>
                <a:off x="10011886" y="4120877"/>
                <a:ext cx="63720" cy="232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D7F0BC-657F-17E4-4630-CA0DEA4A965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93784" y="4102877"/>
                  <a:ext cx="99563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7C56B3A-EBA7-35E0-2734-614F6BD16F04}"/>
                    </a:ext>
                  </a:extLst>
                </p14:cNvPr>
                <p14:cNvContentPartPr/>
                <p14:nvPr/>
              </p14:nvContentPartPr>
              <p14:xfrm>
                <a:off x="10076326" y="4509677"/>
                <a:ext cx="11160" cy="10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7C56B3A-EBA7-35E0-2734-614F6BD16F0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058326" y="4491677"/>
                  <a:ext cx="46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71330F7-D31B-46B7-9599-C2808FF5D300}"/>
                    </a:ext>
                  </a:extLst>
                </p14:cNvPr>
                <p14:cNvContentPartPr/>
                <p14:nvPr/>
              </p14:nvContentPartPr>
              <p14:xfrm>
                <a:off x="10246966" y="4480157"/>
                <a:ext cx="43560" cy="24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71330F7-D31B-46B7-9599-C2808FF5D30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29114" y="4462157"/>
                  <a:ext cx="78908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37EA57-7304-1E3C-964D-7E3CFCBB341D}"/>
                    </a:ext>
                  </a:extLst>
                </p14:cNvPr>
                <p14:cNvContentPartPr/>
                <p14:nvPr/>
              </p14:nvContentPartPr>
              <p14:xfrm>
                <a:off x="10502926" y="4459997"/>
                <a:ext cx="16920" cy="252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37EA57-7304-1E3C-964D-7E3CFCBB341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84926" y="4441997"/>
                  <a:ext cx="52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D960F59-C60B-5821-FB1C-CD4922C5BD57}"/>
                    </a:ext>
                  </a:extLst>
                </p14:cNvPr>
                <p14:cNvContentPartPr/>
                <p14:nvPr/>
              </p14:nvContentPartPr>
              <p14:xfrm>
                <a:off x="8367406" y="2801117"/>
                <a:ext cx="187200" cy="252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D960F59-C60B-5821-FB1C-CD4922C5BD5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49441" y="2783091"/>
                  <a:ext cx="222772" cy="2884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4BF36AF-EF94-E9C6-F8E4-EF2EC2D77396}"/>
                    </a:ext>
                  </a:extLst>
                </p14:cNvPr>
                <p14:cNvContentPartPr/>
                <p14:nvPr/>
              </p14:nvContentPartPr>
              <p14:xfrm>
                <a:off x="8656486" y="2561357"/>
                <a:ext cx="45360" cy="217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4BF36AF-EF94-E9C6-F8E4-EF2EC2D7739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38342" y="2543357"/>
                  <a:ext cx="81285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8A2A057-5636-6832-3F36-91BF4A544FB8}"/>
                    </a:ext>
                  </a:extLst>
                </p14:cNvPr>
                <p14:cNvContentPartPr/>
                <p14:nvPr/>
              </p14:nvContentPartPr>
              <p14:xfrm>
                <a:off x="8740366" y="2606717"/>
                <a:ext cx="64440" cy="144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8A2A057-5636-6832-3F36-91BF4A544F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22366" y="2588762"/>
                  <a:ext cx="100080" cy="179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02B7BCA-4652-F45E-9E9C-204C23DF0B3C}"/>
                    </a:ext>
                  </a:extLst>
                </p14:cNvPr>
                <p14:cNvContentPartPr/>
                <p14:nvPr/>
              </p14:nvContentPartPr>
              <p14:xfrm>
                <a:off x="8853766" y="2572877"/>
                <a:ext cx="51120" cy="206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02B7BCA-4652-F45E-9E9C-204C23DF0B3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835766" y="2554846"/>
                  <a:ext cx="86760" cy="2419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75DC41-AB72-BF58-6174-A120E94F76CE}"/>
                    </a:ext>
                  </a:extLst>
                </p14:cNvPr>
                <p14:cNvContentPartPr/>
                <p14:nvPr/>
              </p14:nvContentPartPr>
              <p14:xfrm>
                <a:off x="8916046" y="2990477"/>
                <a:ext cx="65880" cy="123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75DC41-AB72-BF58-6174-A120E94F76C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98046" y="2972477"/>
                  <a:ext cx="101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C4F054D-5476-38EC-2ADB-2C97C6D548E4}"/>
                    </a:ext>
                  </a:extLst>
                </p14:cNvPr>
                <p14:cNvContentPartPr/>
                <p14:nvPr/>
              </p14:nvContentPartPr>
              <p14:xfrm>
                <a:off x="8374606" y="3146357"/>
                <a:ext cx="326520" cy="46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C4F054D-5476-38EC-2ADB-2C97C6D548E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56606" y="3128357"/>
                  <a:ext cx="362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869E2A0-F26C-0FB5-C919-91FDBB1AED38}"/>
                    </a:ext>
                  </a:extLst>
                </p14:cNvPr>
                <p14:cNvContentPartPr/>
                <p14:nvPr/>
              </p14:nvContentPartPr>
              <p14:xfrm>
                <a:off x="9229246" y="2782037"/>
                <a:ext cx="162720" cy="214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869E2A0-F26C-0FB5-C919-91FDBB1AED3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211246" y="2764007"/>
                  <a:ext cx="198360" cy="250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5B0AD16-D625-4547-ACC6-5D350F67BBF6}"/>
                    </a:ext>
                  </a:extLst>
                </p14:cNvPr>
                <p14:cNvContentPartPr/>
                <p14:nvPr/>
              </p14:nvContentPartPr>
              <p14:xfrm>
                <a:off x="9484126" y="2540117"/>
                <a:ext cx="33120" cy="188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5B0AD16-D625-4547-ACC6-5D350F67BBF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66126" y="2522117"/>
                  <a:ext cx="687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1F80E0-B769-2C4E-5483-1202EBFACF46}"/>
                    </a:ext>
                  </a:extLst>
                </p14:cNvPr>
                <p14:cNvContentPartPr/>
                <p14:nvPr/>
              </p14:nvContentPartPr>
              <p14:xfrm>
                <a:off x="9566206" y="2573597"/>
                <a:ext cx="91440" cy="107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1F80E0-B769-2C4E-5483-1202EBFACF4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48206" y="2555597"/>
                  <a:ext cx="127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B28EC6-23CF-208C-CB1B-C285142D63F5}"/>
                    </a:ext>
                  </a:extLst>
                </p14:cNvPr>
                <p14:cNvContentPartPr/>
                <p14:nvPr/>
              </p14:nvContentPartPr>
              <p14:xfrm>
                <a:off x="9684646" y="2548037"/>
                <a:ext cx="44280" cy="209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B28EC6-23CF-208C-CB1B-C285142D63F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66646" y="2530037"/>
                  <a:ext cx="79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0287BC1-02E9-E775-912A-F1AD0C2D0EFD}"/>
                    </a:ext>
                  </a:extLst>
                </p14:cNvPr>
                <p14:cNvContentPartPr/>
                <p14:nvPr/>
              </p14:nvContentPartPr>
              <p14:xfrm>
                <a:off x="9721726" y="2970317"/>
                <a:ext cx="65880" cy="111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0287BC1-02E9-E775-912A-F1AD0C2D0EF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03726" y="2952317"/>
                  <a:ext cx="101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A93E2B5-8CE1-3291-9E4E-268367BB3DC7}"/>
                    </a:ext>
                  </a:extLst>
                </p14:cNvPr>
                <p14:cNvContentPartPr/>
                <p14:nvPr/>
              </p14:nvContentPartPr>
              <p14:xfrm>
                <a:off x="9982006" y="2960957"/>
                <a:ext cx="19080" cy="16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A93E2B5-8CE1-3291-9E4E-268367BB3DC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64006" y="2942957"/>
                  <a:ext cx="54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063612-03B9-BC73-C9D7-CD5830AF1A2C}"/>
                    </a:ext>
                  </a:extLst>
                </p14:cNvPr>
                <p14:cNvContentPartPr/>
                <p14:nvPr/>
              </p14:nvContentPartPr>
              <p14:xfrm>
                <a:off x="10096486" y="2947637"/>
                <a:ext cx="62640" cy="43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063612-03B9-BC73-C9D7-CD5830AF1A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78486" y="2929637"/>
                  <a:ext cx="98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F4422A1-3FB3-9FD5-ADEA-28D3FF72A1D4}"/>
                    </a:ext>
                  </a:extLst>
                </p14:cNvPr>
                <p14:cNvContentPartPr/>
                <p14:nvPr/>
              </p14:nvContentPartPr>
              <p14:xfrm>
                <a:off x="10214926" y="2946197"/>
                <a:ext cx="23400" cy="6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F4422A1-3FB3-9FD5-ADEA-28D3FF72A1D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96926" y="2927197"/>
                  <a:ext cx="59040" cy="444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46020D-34EC-95E8-B0C4-D480A78BE781}"/>
                    </a:ext>
                  </a:extLst>
                </p14:cNvPr>
                <p14:cNvContentPartPr/>
                <p14:nvPr/>
              </p14:nvContentPartPr>
              <p14:xfrm>
                <a:off x="10344886" y="2926397"/>
                <a:ext cx="5400" cy="6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46020D-34EC-95E8-B0C4-D480A78BE78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26886" y="2907397"/>
                  <a:ext cx="41040" cy="444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4A946B-3DD2-573A-1394-82365BD4FE6C}"/>
                    </a:ext>
                  </a:extLst>
                </p14:cNvPr>
                <p14:cNvContentPartPr/>
                <p14:nvPr/>
              </p14:nvContentPartPr>
              <p14:xfrm>
                <a:off x="10623166" y="2720117"/>
                <a:ext cx="397800" cy="201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4A946B-3DD2-573A-1394-82365BD4FE6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05166" y="2702117"/>
                  <a:ext cx="4334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F40F34-7265-031E-EE4D-DF74462F5455}"/>
                    </a:ext>
                  </a:extLst>
                </p14:cNvPr>
                <p14:cNvContentPartPr/>
                <p14:nvPr/>
              </p14:nvContentPartPr>
              <p14:xfrm>
                <a:off x="11087926" y="2508437"/>
                <a:ext cx="36000" cy="154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F40F34-7265-031E-EE4D-DF74462F545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69926" y="2490437"/>
                  <a:ext cx="716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D0F48B-DC13-BBB6-3D64-6847340CB4AF}"/>
                    </a:ext>
                  </a:extLst>
                </p14:cNvPr>
                <p14:cNvContentPartPr/>
                <p14:nvPr/>
              </p14:nvContentPartPr>
              <p14:xfrm>
                <a:off x="11144806" y="2583317"/>
                <a:ext cx="127800" cy="91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D0F48B-DC13-BBB6-3D64-6847340CB4A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126806" y="2565317"/>
                  <a:ext cx="163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502EBB9-6117-6553-207E-8D76631AA157}"/>
                    </a:ext>
                  </a:extLst>
                </p14:cNvPr>
                <p14:cNvContentPartPr/>
                <p14:nvPr/>
              </p14:nvContentPartPr>
              <p14:xfrm>
                <a:off x="11343526" y="2444717"/>
                <a:ext cx="61560" cy="242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502EBB9-6117-6553-207E-8D76631AA15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25526" y="2426717"/>
                  <a:ext cx="97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B58F70-CD5C-D175-3C7D-AFD65949D9AE}"/>
                    </a:ext>
                  </a:extLst>
                </p14:cNvPr>
                <p14:cNvContentPartPr/>
                <p14:nvPr/>
              </p14:nvContentPartPr>
              <p14:xfrm>
                <a:off x="8448766" y="3053837"/>
                <a:ext cx="3049920" cy="232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B58F70-CD5C-D175-3C7D-AFD65949D9A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30766" y="3035809"/>
                  <a:ext cx="3085560" cy="2686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BC7F6C3-F842-9E63-1399-BFE38535CC14}"/>
                    </a:ext>
                  </a:extLst>
                </p14:cNvPr>
                <p14:cNvContentPartPr/>
                <p14:nvPr/>
              </p14:nvContentPartPr>
              <p14:xfrm>
                <a:off x="10585726" y="2310077"/>
                <a:ext cx="1029240" cy="840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BC7F6C3-F842-9E63-1399-BFE38535CC1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567726" y="2292077"/>
                  <a:ext cx="1064880" cy="87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913E6E8-042A-C121-74C9-DD173A334A4A}"/>
                    </a:ext>
                  </a:extLst>
                </p14:cNvPr>
                <p14:cNvContentPartPr/>
                <p14:nvPr/>
              </p14:nvContentPartPr>
              <p14:xfrm>
                <a:off x="11218966" y="3213677"/>
                <a:ext cx="228240" cy="809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913E6E8-042A-C121-74C9-DD173A334A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00966" y="3195685"/>
                  <a:ext cx="263880" cy="84490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F4DB89F-C2E6-1729-EC32-E8CDDCE15745}"/>
              </a:ext>
            </a:extLst>
          </p:cNvPr>
          <p:cNvGrpSpPr/>
          <p:nvPr/>
        </p:nvGrpSpPr>
        <p:grpSpPr>
          <a:xfrm>
            <a:off x="11018086" y="4157237"/>
            <a:ext cx="673200" cy="415800"/>
            <a:chOff x="11018086" y="4157237"/>
            <a:chExt cx="67320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254C66-7CA5-91B0-C86F-4ABCCA2A5461}"/>
                    </a:ext>
                  </a:extLst>
                </p14:cNvPr>
                <p14:cNvContentPartPr/>
                <p14:nvPr/>
              </p14:nvContentPartPr>
              <p14:xfrm>
                <a:off x="11018086" y="4210157"/>
                <a:ext cx="199080" cy="252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254C66-7CA5-91B0-C86F-4ABCCA2A54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00086" y="4192157"/>
                  <a:ext cx="234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5F30DB6-8E98-8141-47F8-A0DA0DBF3D67}"/>
                    </a:ext>
                  </a:extLst>
                </p14:cNvPr>
                <p14:cNvContentPartPr/>
                <p14:nvPr/>
              </p14:nvContentPartPr>
              <p14:xfrm>
                <a:off x="11198086" y="4333637"/>
                <a:ext cx="31680" cy="34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5F30DB6-8E98-8141-47F8-A0DA0DBF3D6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80086" y="4315637"/>
                  <a:ext cx="67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CF0E94B-2D5B-415B-D459-5AB83916C8C3}"/>
                    </a:ext>
                  </a:extLst>
                </p14:cNvPr>
                <p14:cNvContentPartPr/>
                <p14:nvPr/>
              </p14:nvContentPartPr>
              <p14:xfrm>
                <a:off x="11252806" y="4213397"/>
                <a:ext cx="10440" cy="23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CF0E94B-2D5B-415B-D459-5AB83916C8C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34806" y="4195397"/>
                  <a:ext cx="460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A8F1FD0-6F84-AD20-704C-F93215C709F1}"/>
                    </a:ext>
                  </a:extLst>
                </p14:cNvPr>
                <p14:cNvContentPartPr/>
                <p14:nvPr/>
              </p14:nvContentPartPr>
              <p14:xfrm>
                <a:off x="11276566" y="4189997"/>
                <a:ext cx="71640" cy="383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A8F1FD0-6F84-AD20-704C-F93215C709F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258656" y="4171997"/>
                  <a:ext cx="107102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09DFD5F-B923-FAD2-52DB-3DA7358C321A}"/>
                    </a:ext>
                  </a:extLst>
                </p14:cNvPr>
                <p14:cNvContentPartPr/>
                <p14:nvPr/>
              </p14:nvContentPartPr>
              <p14:xfrm>
                <a:off x="11249206" y="4157237"/>
                <a:ext cx="223200" cy="410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09DFD5F-B923-FAD2-52DB-3DA7358C321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31206" y="4139237"/>
                  <a:ext cx="2588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EC3961D-2FDD-7BDB-47AC-11C2807FA061}"/>
                    </a:ext>
                  </a:extLst>
                </p14:cNvPr>
                <p14:cNvContentPartPr/>
                <p14:nvPr/>
              </p14:nvContentPartPr>
              <p14:xfrm>
                <a:off x="11360446" y="4413197"/>
                <a:ext cx="183600" cy="30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EC3961D-2FDD-7BDB-47AC-11C2807FA06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342446" y="4395197"/>
                  <a:ext cx="2192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BB79424-7833-2A3B-7B6D-CC22CEFA5C80}"/>
                    </a:ext>
                  </a:extLst>
                </p14:cNvPr>
                <p14:cNvContentPartPr/>
                <p14:nvPr/>
              </p14:nvContentPartPr>
              <p14:xfrm>
                <a:off x="11664286" y="4397357"/>
                <a:ext cx="27000" cy="50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BB79424-7833-2A3B-7B6D-CC22CEFA5C8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646286" y="4379357"/>
                  <a:ext cx="62640" cy="85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6097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6AAF22-1036-9B19-87E8-EA0A5C501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67" y="643466"/>
            <a:ext cx="9564065" cy="55710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4D717A-5C44-B717-7142-2D89D079C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B77EE8-6B45-4162-1341-7EF067DD3506}"/>
                  </a:ext>
                </a:extLst>
              </p14:cNvPr>
              <p14:cNvContentPartPr/>
              <p14:nvPr/>
            </p14:nvContentPartPr>
            <p14:xfrm>
              <a:off x="3932926" y="4071917"/>
              <a:ext cx="958680" cy="392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B77EE8-6B45-4162-1341-7EF067DD35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4926" y="4053917"/>
                <a:ext cx="994320" cy="42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8B9E97B7-A04C-6169-4704-732D7BA68022}"/>
              </a:ext>
            </a:extLst>
          </p:cNvPr>
          <p:cNvGrpSpPr/>
          <p:nvPr/>
        </p:nvGrpSpPr>
        <p:grpSpPr>
          <a:xfrm>
            <a:off x="7299286" y="2028197"/>
            <a:ext cx="2987280" cy="1590120"/>
            <a:chOff x="7299286" y="2028197"/>
            <a:chExt cx="2987280" cy="159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FDAA59-EAB8-45A9-9C64-2FC302077C3C}"/>
                    </a:ext>
                  </a:extLst>
                </p14:cNvPr>
                <p14:cNvContentPartPr/>
                <p14:nvPr/>
              </p14:nvContentPartPr>
              <p14:xfrm>
                <a:off x="7299286" y="2272997"/>
                <a:ext cx="392040" cy="425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FDAA59-EAB8-45A9-9C64-2FC302077C3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281269" y="2254997"/>
                  <a:ext cx="427713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EEFD8E-4E51-D03D-223A-F2C6B05A581D}"/>
                    </a:ext>
                  </a:extLst>
                </p14:cNvPr>
                <p14:cNvContentPartPr/>
                <p14:nvPr/>
              </p14:nvContentPartPr>
              <p14:xfrm>
                <a:off x="7603846" y="2177597"/>
                <a:ext cx="185400" cy="138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EEFD8E-4E51-D03D-223A-F2C6B05A58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585811" y="2159597"/>
                  <a:ext cx="221109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B2C9F3B-9554-7FE7-714E-4794EBA2C616}"/>
                    </a:ext>
                  </a:extLst>
                </p14:cNvPr>
                <p14:cNvContentPartPr/>
                <p14:nvPr/>
              </p14:nvContentPartPr>
              <p14:xfrm>
                <a:off x="7929286" y="2242397"/>
                <a:ext cx="443520" cy="414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B2C9F3B-9554-7FE7-714E-4794EBA2C6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11286" y="2224397"/>
                  <a:ext cx="47916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3A7464-4786-EC8C-BF85-D96A2E31692C}"/>
                    </a:ext>
                  </a:extLst>
                </p14:cNvPr>
                <p14:cNvContentPartPr/>
                <p14:nvPr/>
              </p14:nvContentPartPr>
              <p14:xfrm>
                <a:off x="8253646" y="2177597"/>
                <a:ext cx="194040" cy="155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3A7464-4786-EC8C-BF85-D96A2E3169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35646" y="2159555"/>
                  <a:ext cx="229680" cy="1908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D1F379B-9182-F3D2-EAC6-0E78513C3780}"/>
                    </a:ext>
                  </a:extLst>
                </p14:cNvPr>
                <p14:cNvContentPartPr/>
                <p14:nvPr/>
              </p14:nvContentPartPr>
              <p14:xfrm>
                <a:off x="7792126" y="3052037"/>
                <a:ext cx="342360" cy="329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D1F379B-9182-F3D2-EAC6-0E78513C378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774107" y="3034037"/>
                  <a:ext cx="378038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C2C1CD-451A-24B1-E676-79F94EE4436F}"/>
                    </a:ext>
                  </a:extLst>
                </p14:cNvPr>
                <p14:cNvContentPartPr/>
                <p14:nvPr/>
              </p14:nvContentPartPr>
              <p14:xfrm>
                <a:off x="8052406" y="2989037"/>
                <a:ext cx="172080" cy="118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C2C1CD-451A-24B1-E676-79F94EE4436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034406" y="2971037"/>
                  <a:ext cx="207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DC073D-2832-5039-4AB9-1C91E4FB0715}"/>
                    </a:ext>
                  </a:extLst>
                </p14:cNvPr>
                <p14:cNvContentPartPr/>
                <p14:nvPr/>
              </p14:nvContentPartPr>
              <p14:xfrm>
                <a:off x="8799766" y="2646317"/>
                <a:ext cx="395280" cy="338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DC073D-2832-5039-4AB9-1C91E4FB071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81766" y="2628336"/>
                  <a:ext cx="430920" cy="3736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584519A-9386-DC1B-3642-B8FECB6A9C1A}"/>
                    </a:ext>
                  </a:extLst>
                </p14:cNvPr>
                <p14:cNvContentPartPr/>
                <p14:nvPr/>
              </p14:nvContentPartPr>
              <p14:xfrm>
                <a:off x="9049966" y="2532557"/>
                <a:ext cx="255240" cy="187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584519A-9386-DC1B-3642-B8FECB6A9C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031966" y="2514557"/>
                  <a:ext cx="2908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1687ED9-6CCC-7678-FBCB-0FB6A899B5F7}"/>
                    </a:ext>
                  </a:extLst>
                </p14:cNvPr>
                <p14:cNvContentPartPr/>
                <p14:nvPr/>
              </p14:nvContentPartPr>
              <p14:xfrm>
                <a:off x="8765926" y="3304757"/>
                <a:ext cx="392760" cy="313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1687ED9-6CCC-7678-FBCB-0FB6A899B5F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47926" y="3286778"/>
                  <a:ext cx="428400" cy="3491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581055-8063-18C4-CBF6-14BF2D50ABAE}"/>
                    </a:ext>
                  </a:extLst>
                </p14:cNvPr>
                <p14:cNvContentPartPr/>
                <p14:nvPr/>
              </p14:nvContentPartPr>
              <p14:xfrm>
                <a:off x="9065086" y="3214037"/>
                <a:ext cx="208440" cy="149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581055-8063-18C4-CBF6-14BF2D50ABA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047055" y="3195993"/>
                  <a:ext cx="244142" cy="1847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C51FC3D-91D8-9570-C4F6-5207E09A427C}"/>
                    </a:ext>
                  </a:extLst>
                </p14:cNvPr>
                <p14:cNvContentPartPr/>
                <p14:nvPr/>
              </p14:nvContentPartPr>
              <p14:xfrm>
                <a:off x="9335806" y="2028197"/>
                <a:ext cx="891000" cy="861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C51FC3D-91D8-9570-C4F6-5207E09A427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317813" y="2010197"/>
                  <a:ext cx="926626" cy="8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8CE3E1D-AF07-BC89-9476-CA271ADBD03F}"/>
                    </a:ext>
                  </a:extLst>
                </p14:cNvPr>
                <p14:cNvContentPartPr/>
                <p14:nvPr/>
              </p14:nvContentPartPr>
              <p14:xfrm>
                <a:off x="9834406" y="2674397"/>
                <a:ext cx="452160" cy="45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8CE3E1D-AF07-BC89-9476-CA271ADBD03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816406" y="2656397"/>
                  <a:ext cx="4878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039622-AD86-32DE-2FFF-960CAC660E2B}"/>
                    </a:ext>
                  </a:extLst>
                </p14:cNvPr>
                <p14:cNvContentPartPr/>
                <p14:nvPr/>
              </p14:nvContentPartPr>
              <p14:xfrm>
                <a:off x="10096126" y="2420237"/>
                <a:ext cx="82440" cy="501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039622-AD86-32DE-2FFF-960CAC660E2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78126" y="2402237"/>
                  <a:ext cx="118080" cy="53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F2C9AFC-A362-F1E7-41ED-73D5B422D8ED}"/>
              </a:ext>
            </a:extLst>
          </p:cNvPr>
          <p:cNvGrpSpPr/>
          <p:nvPr/>
        </p:nvGrpSpPr>
        <p:grpSpPr>
          <a:xfrm>
            <a:off x="1813966" y="1661357"/>
            <a:ext cx="352440" cy="413640"/>
            <a:chOff x="1813966" y="1661357"/>
            <a:chExt cx="352440" cy="4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56E6AFA-CEAC-07DA-28D6-B7415E4EDCF8}"/>
                    </a:ext>
                  </a:extLst>
                </p14:cNvPr>
                <p14:cNvContentPartPr/>
                <p14:nvPr/>
              </p14:nvContentPartPr>
              <p14:xfrm>
                <a:off x="1813966" y="1743077"/>
                <a:ext cx="261720" cy="55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56E6AFA-CEAC-07DA-28D6-B7415E4EDCF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95966" y="1725077"/>
                  <a:ext cx="2973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5A628A-DEAF-1A41-80B8-2CB9466E65FA}"/>
                    </a:ext>
                  </a:extLst>
                </p14:cNvPr>
                <p14:cNvContentPartPr/>
                <p14:nvPr/>
              </p14:nvContentPartPr>
              <p14:xfrm>
                <a:off x="1863286" y="1661357"/>
                <a:ext cx="303120" cy="413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5A628A-DEAF-1A41-80B8-2CB9466E65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845265" y="1643357"/>
                  <a:ext cx="338802" cy="4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C9E9ACF-74BE-3594-87E4-9416CD7B3670}"/>
                  </a:ext>
                </a:extLst>
              </p14:cNvPr>
              <p14:cNvContentPartPr/>
              <p14:nvPr/>
            </p14:nvContentPartPr>
            <p14:xfrm>
              <a:off x="4272766" y="944957"/>
              <a:ext cx="581040" cy="5205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C9E9ACF-74BE-3594-87E4-9416CD7B367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54755" y="926945"/>
                <a:ext cx="616702" cy="556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2D73E6F-176F-C4BB-5047-D1628B0E99BF}"/>
                  </a:ext>
                </a:extLst>
              </p14:cNvPr>
              <p14:cNvContentPartPr/>
              <p14:nvPr/>
            </p14:nvContentPartPr>
            <p14:xfrm>
              <a:off x="3873166" y="3141677"/>
              <a:ext cx="1303920" cy="84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2D73E6F-176F-C4BB-5047-D1628B0E99B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855166" y="3123677"/>
                <a:ext cx="1339560" cy="12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469D93F8-7E24-5519-F79E-855756DC89EE}"/>
              </a:ext>
            </a:extLst>
          </p:cNvPr>
          <p:cNvGrpSpPr/>
          <p:nvPr/>
        </p:nvGrpSpPr>
        <p:grpSpPr>
          <a:xfrm>
            <a:off x="4255126" y="2719397"/>
            <a:ext cx="239040" cy="113040"/>
            <a:chOff x="4255126" y="2719397"/>
            <a:chExt cx="23904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6D067B-6B69-D51D-3306-D24469105879}"/>
                    </a:ext>
                  </a:extLst>
                </p14:cNvPr>
                <p14:cNvContentPartPr/>
                <p14:nvPr/>
              </p14:nvContentPartPr>
              <p14:xfrm>
                <a:off x="4306606" y="2719397"/>
                <a:ext cx="187560" cy="83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6D067B-6B69-D51D-3306-D2446910587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88606" y="2701397"/>
                  <a:ext cx="223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4F23B51-51AA-9FD4-4664-2787C3939032}"/>
                    </a:ext>
                  </a:extLst>
                </p14:cNvPr>
                <p14:cNvContentPartPr/>
                <p14:nvPr/>
              </p14:nvContentPartPr>
              <p14:xfrm>
                <a:off x="4255126" y="2763317"/>
                <a:ext cx="70920" cy="69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4F23B51-51AA-9FD4-4664-2787C393903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237126" y="2745317"/>
                  <a:ext cx="106560" cy="10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E0D77B2-B248-A179-EB9D-94F86A18F769}"/>
              </a:ext>
            </a:extLst>
          </p:cNvPr>
          <p:cNvGrpSpPr/>
          <p:nvPr/>
        </p:nvGrpSpPr>
        <p:grpSpPr>
          <a:xfrm>
            <a:off x="4813486" y="3639197"/>
            <a:ext cx="337680" cy="235080"/>
            <a:chOff x="4813486" y="3639197"/>
            <a:chExt cx="337680" cy="23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B1D073E-D9CF-9A0B-8B80-38C12209B299}"/>
                    </a:ext>
                  </a:extLst>
                </p14:cNvPr>
                <p14:cNvContentPartPr/>
                <p14:nvPr/>
              </p14:nvContentPartPr>
              <p14:xfrm>
                <a:off x="4912846" y="3714797"/>
                <a:ext cx="238320" cy="52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B1D073E-D9CF-9A0B-8B80-38C12209B29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94873" y="3696919"/>
                  <a:ext cx="273906" cy="879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BF4E2C7-6BE9-5EC3-0477-6BE0BE055E65}"/>
                    </a:ext>
                  </a:extLst>
                </p14:cNvPr>
                <p14:cNvContentPartPr/>
                <p14:nvPr/>
              </p14:nvContentPartPr>
              <p14:xfrm>
                <a:off x="4847686" y="3708317"/>
                <a:ext cx="80640" cy="89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BF4E2C7-6BE9-5EC3-0477-6BE0BE055E6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829766" y="3690317"/>
                  <a:ext cx="116122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540ECA-E55D-E53F-6EE6-A70E24B187B7}"/>
                    </a:ext>
                  </a:extLst>
                </p14:cNvPr>
                <p14:cNvContentPartPr/>
                <p14:nvPr/>
              </p14:nvContentPartPr>
              <p14:xfrm>
                <a:off x="4813486" y="3639197"/>
                <a:ext cx="166680" cy="235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540ECA-E55D-E53F-6EE6-A70E24B187B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95486" y="3621197"/>
                  <a:ext cx="20232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613EF99-4861-D587-4DDD-6DE27A3DB96D}"/>
              </a:ext>
            </a:extLst>
          </p:cNvPr>
          <p:cNvGrpSpPr/>
          <p:nvPr/>
        </p:nvGrpSpPr>
        <p:grpSpPr>
          <a:xfrm>
            <a:off x="2432086" y="2091197"/>
            <a:ext cx="637920" cy="527040"/>
            <a:chOff x="2432086" y="2091197"/>
            <a:chExt cx="637920" cy="52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2FE2927-6544-4FFE-7015-B1B9368FA8B0}"/>
                    </a:ext>
                  </a:extLst>
                </p14:cNvPr>
                <p14:cNvContentPartPr/>
                <p14:nvPr/>
              </p14:nvContentPartPr>
              <p14:xfrm>
                <a:off x="2432086" y="2370557"/>
                <a:ext cx="226440" cy="41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2FE2927-6544-4FFE-7015-B1B9368FA8B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414086" y="2352711"/>
                  <a:ext cx="262080" cy="77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48464C-E54C-AB70-41EA-43729AB29498}"/>
                    </a:ext>
                  </a:extLst>
                </p14:cNvPr>
                <p14:cNvContentPartPr/>
                <p14:nvPr/>
              </p14:nvContentPartPr>
              <p14:xfrm>
                <a:off x="2480326" y="2327357"/>
                <a:ext cx="169560" cy="290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48464C-E54C-AB70-41EA-43729AB2949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62288" y="2309357"/>
                  <a:ext cx="205276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993918-13A5-0571-6ACF-51040A1A31BF}"/>
                    </a:ext>
                  </a:extLst>
                </p14:cNvPr>
                <p14:cNvContentPartPr/>
                <p14:nvPr/>
              </p14:nvContentPartPr>
              <p14:xfrm>
                <a:off x="2933566" y="2287037"/>
                <a:ext cx="21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993918-13A5-0571-6ACF-51040A1A31B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915566" y="2269037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67BF804-6A68-48BD-4A08-72EDBC4E77AC}"/>
                    </a:ext>
                  </a:extLst>
                </p14:cNvPr>
                <p14:cNvContentPartPr/>
                <p14:nvPr/>
              </p14:nvContentPartPr>
              <p14:xfrm>
                <a:off x="2724046" y="2091197"/>
                <a:ext cx="345960" cy="3326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67BF804-6A68-48BD-4A08-72EDBC4E77A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706046" y="2073177"/>
                  <a:ext cx="381600" cy="36831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56EAE5-CA47-48BE-F23B-558D00514635}"/>
              </a:ext>
            </a:extLst>
          </p:cNvPr>
          <p:cNvGrpSpPr/>
          <p:nvPr/>
        </p:nvGrpSpPr>
        <p:grpSpPr>
          <a:xfrm>
            <a:off x="4563646" y="4035197"/>
            <a:ext cx="791280" cy="394920"/>
            <a:chOff x="4563646" y="4035197"/>
            <a:chExt cx="791280" cy="39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57A16CE-85D7-C6F1-880F-F14F85CC035A}"/>
                    </a:ext>
                  </a:extLst>
                </p14:cNvPr>
                <p14:cNvContentPartPr/>
                <p14:nvPr/>
              </p14:nvContentPartPr>
              <p14:xfrm>
                <a:off x="4925446" y="4035197"/>
                <a:ext cx="429480" cy="221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57A16CE-85D7-C6F1-880F-F14F85CC035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907431" y="4017197"/>
                  <a:ext cx="46515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8BDDAA-0169-9DD7-7CD0-58D9338948CB}"/>
                    </a:ext>
                  </a:extLst>
                </p14:cNvPr>
                <p14:cNvContentPartPr/>
                <p14:nvPr/>
              </p14:nvContentPartPr>
              <p14:xfrm>
                <a:off x="4899526" y="4175237"/>
                <a:ext cx="186840" cy="110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8BDDAA-0169-9DD7-7CD0-58D9338948C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881526" y="4157237"/>
                  <a:ext cx="2224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40DD162-4081-44B7-2098-A14963758A4A}"/>
                    </a:ext>
                  </a:extLst>
                </p14:cNvPr>
                <p14:cNvContentPartPr/>
                <p14:nvPr/>
              </p14:nvContentPartPr>
              <p14:xfrm>
                <a:off x="4563646" y="4039517"/>
                <a:ext cx="372960" cy="390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40DD162-4081-44B7-2098-A14963758A4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545629" y="4021517"/>
                  <a:ext cx="408634" cy="42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3598D73-9323-8797-82FD-20F74854B090}"/>
              </a:ext>
            </a:extLst>
          </p:cNvPr>
          <p:cNvGrpSpPr/>
          <p:nvPr/>
        </p:nvGrpSpPr>
        <p:grpSpPr>
          <a:xfrm>
            <a:off x="4732486" y="4761677"/>
            <a:ext cx="347040" cy="218160"/>
            <a:chOff x="4732486" y="4761677"/>
            <a:chExt cx="34704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53A13D-BA73-3B51-B7F8-2D0C0FA8F056}"/>
                    </a:ext>
                  </a:extLst>
                </p14:cNvPr>
                <p14:cNvContentPartPr/>
                <p14:nvPr/>
              </p14:nvContentPartPr>
              <p14:xfrm>
                <a:off x="4783966" y="4761677"/>
                <a:ext cx="295560" cy="65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53A13D-BA73-3B51-B7F8-2D0C0FA8F05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765966" y="4743775"/>
                  <a:ext cx="331200" cy="1013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67F89DB-18A3-4888-41FF-3121084375CD}"/>
                    </a:ext>
                  </a:extLst>
                </p14:cNvPr>
                <p14:cNvContentPartPr/>
                <p14:nvPr/>
              </p14:nvContentPartPr>
              <p14:xfrm>
                <a:off x="4732486" y="4772837"/>
                <a:ext cx="88200" cy="207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67F89DB-18A3-4888-41FF-3121084375C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714486" y="4754837"/>
                  <a:ext cx="12384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AFD9BFF-8E2F-757E-FBE6-5DC27BF5BBAA}"/>
              </a:ext>
            </a:extLst>
          </p:cNvPr>
          <p:cNvGrpSpPr/>
          <p:nvPr/>
        </p:nvGrpSpPr>
        <p:grpSpPr>
          <a:xfrm>
            <a:off x="2466646" y="4669157"/>
            <a:ext cx="291240" cy="352080"/>
            <a:chOff x="2466646" y="4669157"/>
            <a:chExt cx="29124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FC2A518-8014-6BA5-D392-A04B25B8AE5E}"/>
                    </a:ext>
                  </a:extLst>
                </p14:cNvPr>
                <p14:cNvContentPartPr/>
                <p14:nvPr/>
              </p14:nvContentPartPr>
              <p14:xfrm>
                <a:off x="2466646" y="4741517"/>
                <a:ext cx="291240" cy="72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FC2A518-8014-6BA5-D392-A04B25B8AE5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48646" y="4723517"/>
                  <a:ext cx="326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66F3796-C593-9A7E-8877-7DF144EFD1DA}"/>
                    </a:ext>
                  </a:extLst>
                </p14:cNvPr>
                <p14:cNvContentPartPr/>
                <p14:nvPr/>
              </p14:nvContentPartPr>
              <p14:xfrm>
                <a:off x="2556646" y="4669157"/>
                <a:ext cx="161640" cy="352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66F3796-C593-9A7E-8877-7DF144EFD1D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38646" y="4651139"/>
                  <a:ext cx="197280" cy="387756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3886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4D24-A775-47B8-A16B-52D712B4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Hooke-Jeeves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89D9FC-D352-4B07-A7A8-60E9DF82C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488" y="2494851"/>
            <a:ext cx="11030283" cy="27435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993A8-3E63-4201-8368-CF984684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40DA79D-C386-9E88-5781-85BF2C3D1C4F}"/>
                  </a:ext>
                </a:extLst>
              </p14:cNvPr>
              <p14:cNvContentPartPr/>
              <p14:nvPr/>
            </p14:nvContentPartPr>
            <p14:xfrm>
              <a:off x="1346326" y="4260197"/>
              <a:ext cx="129600" cy="118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40DA79D-C386-9E88-5781-85BF2C3D1C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8326" y="4242197"/>
                <a:ext cx="165240" cy="15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8339FBE1-AF0D-14B5-A2D8-44CF6E5CAEA3}"/>
              </a:ext>
            </a:extLst>
          </p:cNvPr>
          <p:cNvGrpSpPr/>
          <p:nvPr/>
        </p:nvGrpSpPr>
        <p:grpSpPr>
          <a:xfrm>
            <a:off x="1010806" y="3945917"/>
            <a:ext cx="780120" cy="783360"/>
            <a:chOff x="1010806" y="3945917"/>
            <a:chExt cx="780120" cy="78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ED5B753-7F34-BE71-FF81-7BD9F7E2D8FD}"/>
                    </a:ext>
                  </a:extLst>
                </p14:cNvPr>
                <p14:cNvContentPartPr/>
                <p14:nvPr/>
              </p14:nvContentPartPr>
              <p14:xfrm>
                <a:off x="1408966" y="3949877"/>
                <a:ext cx="26640" cy="291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ED5B753-7F34-BE71-FF81-7BD9F7E2D8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90966" y="3931899"/>
                  <a:ext cx="62280" cy="326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DD11647-1996-E05C-61C2-DBAAA11F08E0}"/>
                    </a:ext>
                  </a:extLst>
                </p14:cNvPr>
                <p14:cNvContentPartPr/>
                <p14:nvPr/>
              </p14:nvContentPartPr>
              <p14:xfrm>
                <a:off x="1350646" y="3945917"/>
                <a:ext cx="95400" cy="107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DD11647-1996-E05C-61C2-DBAAA11F08E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32578" y="3927917"/>
                  <a:ext cx="131175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C3C6A64-0EA9-8939-4D7E-0491D3FD8EB6}"/>
                    </a:ext>
                  </a:extLst>
                </p14:cNvPr>
                <p14:cNvContentPartPr/>
                <p14:nvPr/>
              </p14:nvContentPartPr>
              <p14:xfrm>
                <a:off x="1457206" y="4329317"/>
                <a:ext cx="297720" cy="26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C3C6A64-0EA9-8939-4D7E-0491D3FD8EB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39184" y="4311317"/>
                  <a:ext cx="333403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E301064-3ADE-4A45-31EF-E11E0196815F}"/>
                    </a:ext>
                  </a:extLst>
                </p14:cNvPr>
                <p14:cNvContentPartPr/>
                <p14:nvPr/>
              </p14:nvContentPartPr>
              <p14:xfrm>
                <a:off x="1647286" y="4288637"/>
                <a:ext cx="143640" cy="133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E301064-3ADE-4A45-31EF-E11E019681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29286" y="4270637"/>
                  <a:ext cx="179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51554B-CD84-2D1E-A109-2E2239183C80}"/>
                    </a:ext>
                  </a:extLst>
                </p14:cNvPr>
                <p14:cNvContentPartPr/>
                <p14:nvPr/>
              </p14:nvContentPartPr>
              <p14:xfrm>
                <a:off x="1398166" y="4474397"/>
                <a:ext cx="24840" cy="24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51554B-CD84-2D1E-A109-2E2239183C8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80166" y="4456397"/>
                  <a:ext cx="60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6B4F945-341D-DCB4-96A4-E1B6C132B42D}"/>
                    </a:ext>
                  </a:extLst>
                </p14:cNvPr>
                <p14:cNvContentPartPr/>
                <p14:nvPr/>
              </p14:nvContentPartPr>
              <p14:xfrm>
                <a:off x="1361446" y="4625957"/>
                <a:ext cx="116280" cy="103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6B4F945-341D-DCB4-96A4-E1B6C132B42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43502" y="4607894"/>
                  <a:ext cx="151810" cy="1390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C840B57-E9BC-0118-A5A8-DF2D40DFA6F7}"/>
                    </a:ext>
                  </a:extLst>
                </p14:cNvPr>
                <p14:cNvContentPartPr/>
                <p14:nvPr/>
              </p14:nvContentPartPr>
              <p14:xfrm>
                <a:off x="1010806" y="4305557"/>
                <a:ext cx="331200" cy="44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C840B57-E9BC-0118-A5A8-DF2D40DFA6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2806" y="4287557"/>
                  <a:ext cx="366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6DAC041-12A9-FA6C-1158-1A4772694850}"/>
                    </a:ext>
                  </a:extLst>
                </p14:cNvPr>
                <p14:cNvContentPartPr/>
                <p14:nvPr/>
              </p14:nvContentPartPr>
              <p14:xfrm>
                <a:off x="1033126" y="4246157"/>
                <a:ext cx="165240" cy="122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6DAC041-12A9-FA6C-1158-1A477269485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5087" y="4228157"/>
                  <a:ext cx="200958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103BE00-9B02-3250-0501-388057DD1E9C}"/>
              </a:ext>
            </a:extLst>
          </p:cNvPr>
          <p:cNvGrpSpPr/>
          <p:nvPr/>
        </p:nvGrpSpPr>
        <p:grpSpPr>
          <a:xfrm>
            <a:off x="714526" y="5473397"/>
            <a:ext cx="477360" cy="313200"/>
            <a:chOff x="714526" y="5473397"/>
            <a:chExt cx="47736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6D2DE49-6F87-45F1-4BD2-D77657273FAB}"/>
                    </a:ext>
                  </a:extLst>
                </p14:cNvPr>
                <p14:cNvContentPartPr/>
                <p14:nvPr/>
              </p14:nvContentPartPr>
              <p14:xfrm>
                <a:off x="714526" y="5473397"/>
                <a:ext cx="190800" cy="3132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6D2DE49-6F87-45F1-4BD2-D77657273F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6526" y="5455397"/>
                  <a:ext cx="226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A08162-3E95-852A-156D-011A2656D5F3}"/>
                    </a:ext>
                  </a:extLst>
                </p14:cNvPr>
                <p14:cNvContentPartPr/>
                <p14:nvPr/>
              </p14:nvContentPartPr>
              <p14:xfrm>
                <a:off x="923326" y="5591117"/>
                <a:ext cx="268560" cy="189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A08162-3E95-852A-156D-011A2656D5F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5326" y="5573117"/>
                  <a:ext cx="30420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8F5041F-7330-1E49-B5BE-81A77A6FFCB8}"/>
              </a:ext>
            </a:extLst>
          </p:cNvPr>
          <p:cNvGrpSpPr/>
          <p:nvPr/>
        </p:nvGrpSpPr>
        <p:grpSpPr>
          <a:xfrm>
            <a:off x="1551526" y="5404277"/>
            <a:ext cx="1280160" cy="347400"/>
            <a:chOff x="1551526" y="5404277"/>
            <a:chExt cx="128016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5A0B13-F0E0-A47D-3DBD-AB231EF2C50C}"/>
                    </a:ext>
                  </a:extLst>
                </p14:cNvPr>
                <p14:cNvContentPartPr/>
                <p14:nvPr/>
              </p14:nvContentPartPr>
              <p14:xfrm>
                <a:off x="1551526" y="5462237"/>
                <a:ext cx="273240" cy="289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5A0B13-F0E0-A47D-3DBD-AB231EF2C5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33526" y="5444237"/>
                  <a:ext cx="3088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19FE1A0-3B06-FE8B-999D-1F87A9EADAFC}"/>
                    </a:ext>
                  </a:extLst>
                </p14:cNvPr>
                <p14:cNvContentPartPr/>
                <p14:nvPr/>
              </p14:nvContentPartPr>
              <p14:xfrm>
                <a:off x="1774006" y="5516237"/>
                <a:ext cx="10080" cy="20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19FE1A0-3B06-FE8B-999D-1F87A9EADA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55339" y="5497921"/>
                  <a:ext cx="47040" cy="571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245753A-EE64-8D27-54AB-C94046EBE99A}"/>
                    </a:ext>
                  </a:extLst>
                </p14:cNvPr>
                <p14:cNvContentPartPr/>
                <p14:nvPr/>
              </p14:nvContentPartPr>
              <p14:xfrm>
                <a:off x="1866886" y="5581037"/>
                <a:ext cx="223560" cy="121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245753A-EE64-8D27-54AB-C94046EBE9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48886" y="5563037"/>
                  <a:ext cx="259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B1E2A9-9213-2F30-0579-237E0C383D40}"/>
                    </a:ext>
                  </a:extLst>
                </p14:cNvPr>
                <p14:cNvContentPartPr/>
                <p14:nvPr/>
              </p14:nvContentPartPr>
              <p14:xfrm>
                <a:off x="2129326" y="5404277"/>
                <a:ext cx="231120" cy="287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B1E2A9-9213-2F30-0579-237E0C383D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11326" y="5386277"/>
                  <a:ext cx="2667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7C01438-9349-4BEB-1E42-60CCF48F2724}"/>
                    </a:ext>
                  </a:extLst>
                </p14:cNvPr>
                <p14:cNvContentPartPr/>
                <p14:nvPr/>
              </p14:nvContentPartPr>
              <p14:xfrm>
                <a:off x="2351806" y="5534237"/>
                <a:ext cx="21240" cy="16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7C01438-9349-4BEB-1E42-60CCF48F27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34106" y="5516237"/>
                  <a:ext cx="56286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CAB3C36-9350-AF41-872D-AB4886A3835F}"/>
                    </a:ext>
                  </a:extLst>
                </p14:cNvPr>
                <p14:cNvContentPartPr/>
                <p14:nvPr/>
              </p14:nvContentPartPr>
              <p14:xfrm>
                <a:off x="2448286" y="5580677"/>
                <a:ext cx="383400" cy="159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CAB3C36-9350-AF41-872D-AB4886A383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30286" y="5562636"/>
                  <a:ext cx="419040" cy="19520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FD3469F-CED1-2B83-8627-B3A817A72E19}"/>
                  </a:ext>
                </a:extLst>
              </p14:cNvPr>
              <p14:cNvContentPartPr/>
              <p14:nvPr/>
            </p14:nvContentPartPr>
            <p14:xfrm>
              <a:off x="1421926" y="4299077"/>
              <a:ext cx="16560" cy="349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FD3469F-CED1-2B83-8627-B3A817A72E1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412926" y="4290169"/>
                <a:ext cx="34200" cy="5238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EFAD04C6-7A0F-A6FC-6E43-5F7C9229E6DB}"/>
              </a:ext>
            </a:extLst>
          </p:cNvPr>
          <p:cNvGrpSpPr/>
          <p:nvPr/>
        </p:nvGrpSpPr>
        <p:grpSpPr>
          <a:xfrm>
            <a:off x="5534206" y="425477"/>
            <a:ext cx="788040" cy="387360"/>
            <a:chOff x="5534206" y="425477"/>
            <a:chExt cx="78804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DF094C3-2477-DD5C-3DA9-08AA3BDDE26B}"/>
                    </a:ext>
                  </a:extLst>
                </p14:cNvPr>
                <p14:cNvContentPartPr/>
                <p14:nvPr/>
              </p14:nvContentPartPr>
              <p14:xfrm>
                <a:off x="5534206" y="440597"/>
                <a:ext cx="160200" cy="37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DF094C3-2477-DD5C-3DA9-08AA3BDDE26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25206" y="431588"/>
                  <a:ext cx="177840" cy="3898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F16E9B0-24DC-3BDE-8A3E-97F758280157}"/>
                    </a:ext>
                  </a:extLst>
                </p14:cNvPr>
                <p14:cNvContentPartPr/>
                <p14:nvPr/>
              </p14:nvContentPartPr>
              <p14:xfrm>
                <a:off x="5576326" y="691517"/>
                <a:ext cx="120600" cy="56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F16E9B0-24DC-3BDE-8A3E-97F75828015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67353" y="682574"/>
                  <a:ext cx="138188" cy="744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B25F92-DC4D-54F3-FD42-E528E7C429F9}"/>
                    </a:ext>
                  </a:extLst>
                </p14:cNvPr>
                <p14:cNvContentPartPr/>
                <p14:nvPr/>
              </p14:nvContentPartPr>
              <p14:xfrm>
                <a:off x="5782606" y="451757"/>
                <a:ext cx="36720" cy="220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B25F92-DC4D-54F3-FD42-E528E7C429F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73606" y="442757"/>
                  <a:ext cx="543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698FF25-090A-00A8-C0C1-58FC6F746D98}"/>
                    </a:ext>
                  </a:extLst>
                </p14:cNvPr>
                <p14:cNvContentPartPr/>
                <p14:nvPr/>
              </p14:nvContentPartPr>
              <p14:xfrm>
                <a:off x="5863606" y="484877"/>
                <a:ext cx="197640" cy="150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698FF25-090A-00A8-C0C1-58FC6F746D9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54606" y="475877"/>
                  <a:ext cx="2152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16C5F79-EF7A-8934-20B2-4A3978DF14FA}"/>
                    </a:ext>
                  </a:extLst>
                </p14:cNvPr>
                <p14:cNvContentPartPr/>
                <p14:nvPr/>
              </p14:nvContentPartPr>
              <p14:xfrm>
                <a:off x="5918326" y="582077"/>
                <a:ext cx="120240" cy="32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16C5F79-EF7A-8934-20B2-4A3978DF14F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09326" y="573077"/>
                  <a:ext cx="137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6A9F01-B897-36DC-BD69-CD08563033D1}"/>
                    </a:ext>
                  </a:extLst>
                </p14:cNvPr>
                <p14:cNvContentPartPr/>
                <p14:nvPr/>
              </p14:nvContentPartPr>
              <p14:xfrm>
                <a:off x="6099766" y="425477"/>
                <a:ext cx="99000" cy="248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6A9F01-B897-36DC-BD69-CD08563033D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90766" y="416477"/>
                  <a:ext cx="116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B3F1D1-E4BD-3D63-D1D5-9A763BC9F234}"/>
                    </a:ext>
                  </a:extLst>
                </p14:cNvPr>
                <p14:cNvContentPartPr/>
                <p14:nvPr/>
              </p14:nvContentPartPr>
              <p14:xfrm>
                <a:off x="6297766" y="678197"/>
                <a:ext cx="24480" cy="83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B3F1D1-E4BD-3D63-D1D5-9A763BC9F23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88896" y="669197"/>
                  <a:ext cx="41864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37F19FD-22C2-B936-CF73-0BC9AF1A6F7B}"/>
              </a:ext>
            </a:extLst>
          </p:cNvPr>
          <p:cNvGrpSpPr/>
          <p:nvPr/>
        </p:nvGrpSpPr>
        <p:grpSpPr>
          <a:xfrm>
            <a:off x="7042246" y="359237"/>
            <a:ext cx="1056240" cy="405720"/>
            <a:chOff x="7042246" y="359237"/>
            <a:chExt cx="105624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CF4803-D51E-C43F-8DD5-71CCEF2BE913}"/>
                    </a:ext>
                  </a:extLst>
                </p14:cNvPr>
                <p14:cNvContentPartPr/>
                <p14:nvPr/>
              </p14:nvContentPartPr>
              <p14:xfrm>
                <a:off x="7042246" y="359237"/>
                <a:ext cx="216000" cy="405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CF4803-D51E-C43F-8DD5-71CCEF2BE91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33246" y="350245"/>
                  <a:ext cx="233640" cy="423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6CCC2EF-0158-077F-1863-3F922857784F}"/>
                    </a:ext>
                  </a:extLst>
                </p14:cNvPr>
                <p14:cNvContentPartPr/>
                <p14:nvPr/>
              </p14:nvContentPartPr>
              <p14:xfrm>
                <a:off x="7110286" y="595757"/>
                <a:ext cx="186120" cy="97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6CCC2EF-0158-077F-1863-3F92285778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01286" y="586757"/>
                  <a:ext cx="203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0CDEB4-1172-6FB1-00CB-BB1E00316C34}"/>
                    </a:ext>
                  </a:extLst>
                </p14:cNvPr>
                <p14:cNvContentPartPr/>
                <p14:nvPr/>
              </p14:nvContentPartPr>
              <p14:xfrm>
                <a:off x="7349326" y="368957"/>
                <a:ext cx="51480" cy="250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0CDEB4-1172-6FB1-00CB-BB1E00316C3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40326" y="359957"/>
                  <a:ext cx="691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1B1E28A-1357-7CC7-2B81-3B5EBF3F9706}"/>
                    </a:ext>
                  </a:extLst>
                </p14:cNvPr>
                <p14:cNvContentPartPr/>
                <p14:nvPr/>
              </p14:nvContentPartPr>
              <p14:xfrm>
                <a:off x="7478926" y="413237"/>
                <a:ext cx="233280" cy="201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1B1E28A-1357-7CC7-2B81-3B5EBF3F970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69940" y="404221"/>
                  <a:ext cx="250893" cy="2192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FF251D-E7DB-6001-F41B-464DE3AE36B4}"/>
                    </a:ext>
                  </a:extLst>
                </p14:cNvPr>
                <p14:cNvContentPartPr/>
                <p14:nvPr/>
              </p14:nvContentPartPr>
              <p14:xfrm>
                <a:off x="7572886" y="494237"/>
                <a:ext cx="174240" cy="61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FF251D-E7DB-6001-F41B-464DE3AE36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63886" y="485237"/>
                  <a:ext cx="191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B74D82-4EDD-83DF-EA32-7BC6C4B9FA9F}"/>
                    </a:ext>
                  </a:extLst>
                </p14:cNvPr>
                <p14:cNvContentPartPr/>
                <p14:nvPr/>
              </p14:nvContentPartPr>
              <p14:xfrm>
                <a:off x="7941526" y="447077"/>
                <a:ext cx="41040" cy="126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B74D82-4EDD-83DF-EA32-7BC6C4B9FA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932526" y="438077"/>
                  <a:ext cx="58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5C6BF9B-027D-E8EA-79FC-DBB27423650F}"/>
                    </a:ext>
                  </a:extLst>
                </p14:cNvPr>
                <p14:cNvContentPartPr/>
                <p14:nvPr/>
              </p14:nvContentPartPr>
              <p14:xfrm>
                <a:off x="7873486" y="480197"/>
                <a:ext cx="174960" cy="18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5C6BF9B-027D-E8EA-79FC-DBB27423650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64504" y="471021"/>
                  <a:ext cx="192564" cy="36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75070D7-E7C1-5B2E-8D13-F6C699B92929}"/>
                    </a:ext>
                  </a:extLst>
                </p14:cNvPr>
                <p14:cNvContentPartPr/>
                <p14:nvPr/>
              </p14:nvContentPartPr>
              <p14:xfrm>
                <a:off x="7893286" y="617717"/>
                <a:ext cx="205200" cy="40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75070D7-E7C1-5B2E-8D13-F6C699B929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84302" y="608717"/>
                  <a:ext cx="222809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8654DFD-46EF-1E07-8465-AC5676F3490C}"/>
                    </a:ext>
                  </a:extLst>
                </p14:cNvPr>
                <p14:cNvContentPartPr/>
                <p14:nvPr/>
              </p14:nvContentPartPr>
              <p14:xfrm>
                <a:off x="7925326" y="413237"/>
                <a:ext cx="15840" cy="68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8654DFD-46EF-1E07-8465-AC5676F3490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16326" y="404237"/>
                  <a:ext cx="3348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83F1F1E-9281-516A-D68B-E75A640F5A6F}"/>
              </a:ext>
            </a:extLst>
          </p:cNvPr>
          <p:cNvGrpSpPr/>
          <p:nvPr/>
        </p:nvGrpSpPr>
        <p:grpSpPr>
          <a:xfrm>
            <a:off x="8679886" y="283997"/>
            <a:ext cx="438120" cy="378360"/>
            <a:chOff x="8679886" y="283997"/>
            <a:chExt cx="438120" cy="3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476860E-C916-67AF-407B-A7E04C4030A1}"/>
                    </a:ext>
                  </a:extLst>
                </p14:cNvPr>
                <p14:cNvContentPartPr/>
                <p14:nvPr/>
              </p14:nvContentPartPr>
              <p14:xfrm>
                <a:off x="8679886" y="418637"/>
                <a:ext cx="131400" cy="243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476860E-C916-67AF-407B-A7E04C4030A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70886" y="409624"/>
                  <a:ext cx="149040" cy="2613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AFAE18-A4DA-3680-9AC7-38A7A5D65674}"/>
                    </a:ext>
                  </a:extLst>
                </p14:cNvPr>
                <p14:cNvContentPartPr/>
                <p14:nvPr/>
              </p14:nvContentPartPr>
              <p14:xfrm>
                <a:off x="8896606" y="283997"/>
                <a:ext cx="39240" cy="152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AFAE18-A4DA-3680-9AC7-38A7A5D656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87606" y="274997"/>
                  <a:ext cx="56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EE94E5C-06AE-5BDA-4160-56C533D40D4F}"/>
                    </a:ext>
                  </a:extLst>
                </p14:cNvPr>
                <p14:cNvContentPartPr/>
                <p14:nvPr/>
              </p14:nvContentPartPr>
              <p14:xfrm>
                <a:off x="8978326" y="353837"/>
                <a:ext cx="39240" cy="70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EE94E5C-06AE-5BDA-4160-56C533D40D4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69326" y="344791"/>
                  <a:ext cx="56880" cy="882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F2028E3-C948-0C45-D956-3EF4F3684EB4}"/>
                    </a:ext>
                  </a:extLst>
                </p14:cNvPr>
                <p14:cNvContentPartPr/>
                <p14:nvPr/>
              </p14:nvContentPartPr>
              <p14:xfrm>
                <a:off x="8987326" y="294077"/>
                <a:ext cx="10080" cy="22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F2028E3-C948-0C45-D956-3EF4F3684EB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77993" y="284932"/>
                  <a:ext cx="28373" cy="406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C05179-1F15-8E29-E821-DB1303747F8D}"/>
                    </a:ext>
                  </a:extLst>
                </p14:cNvPr>
                <p14:cNvContentPartPr/>
                <p14:nvPr/>
              </p14:nvContentPartPr>
              <p14:xfrm>
                <a:off x="9069406" y="288677"/>
                <a:ext cx="48600" cy="165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C05179-1F15-8E29-E821-DB1303747F8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60406" y="279677"/>
                  <a:ext cx="6624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C451F45-5990-0F5D-B775-ADE77420FE05}"/>
                  </a:ext>
                </a:extLst>
              </p14:cNvPr>
              <p14:cNvContentPartPr/>
              <p14:nvPr/>
            </p14:nvContentPartPr>
            <p14:xfrm>
              <a:off x="8261566" y="490997"/>
              <a:ext cx="194400" cy="1425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C451F45-5990-0F5D-B775-ADE77420FE0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252566" y="481997"/>
                <a:ext cx="21204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71BBB4D-661A-629C-FD4F-987671478E86}"/>
                  </a:ext>
                </a:extLst>
              </p14:cNvPr>
              <p14:cNvContentPartPr/>
              <p14:nvPr/>
            </p14:nvContentPartPr>
            <p14:xfrm>
              <a:off x="9323566" y="319277"/>
              <a:ext cx="123480" cy="4946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71BBB4D-661A-629C-FD4F-987671478E8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314566" y="310277"/>
                <a:ext cx="141120" cy="51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EB19F2CE-B3AD-0658-668E-2A8B7660F004}"/>
              </a:ext>
            </a:extLst>
          </p:cNvPr>
          <p:cNvGrpSpPr/>
          <p:nvPr/>
        </p:nvGrpSpPr>
        <p:grpSpPr>
          <a:xfrm>
            <a:off x="605086" y="5824397"/>
            <a:ext cx="651240" cy="251280"/>
            <a:chOff x="605086" y="5824397"/>
            <a:chExt cx="65124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076232A-C96D-FF6E-E8DE-0B2AF7018A49}"/>
                    </a:ext>
                  </a:extLst>
                </p14:cNvPr>
                <p14:cNvContentPartPr/>
                <p14:nvPr/>
              </p14:nvContentPartPr>
              <p14:xfrm>
                <a:off x="751246" y="5824397"/>
                <a:ext cx="463680" cy="61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076232A-C96D-FF6E-E8DE-0B2AF7018A4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2246" y="5815397"/>
                  <a:ext cx="481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0D1A2B-E8D8-AB68-2FF6-1AB9632A68AA}"/>
                    </a:ext>
                  </a:extLst>
                </p14:cNvPr>
                <p14:cNvContentPartPr/>
                <p14:nvPr/>
              </p14:nvContentPartPr>
              <p14:xfrm>
                <a:off x="605086" y="5917997"/>
                <a:ext cx="651240" cy="157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0D1A2B-E8D8-AB68-2FF6-1AB9632A68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6086" y="5908997"/>
                  <a:ext cx="66888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EC665A1-CDC3-7C67-7306-9910A350DC8B}"/>
                  </a:ext>
                </a:extLst>
              </p14:cNvPr>
              <p14:cNvContentPartPr/>
              <p14:nvPr/>
            </p14:nvContentPartPr>
            <p14:xfrm>
              <a:off x="4179166" y="3899477"/>
              <a:ext cx="21240" cy="219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EC665A1-CDC3-7C67-7306-9910A350DC8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170166" y="3890477"/>
                <a:ext cx="388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0A42DB7B-8636-7F7B-A81A-BAD1C423BBBB}"/>
              </a:ext>
            </a:extLst>
          </p:cNvPr>
          <p:cNvGrpSpPr/>
          <p:nvPr/>
        </p:nvGrpSpPr>
        <p:grpSpPr>
          <a:xfrm>
            <a:off x="4440526" y="3607517"/>
            <a:ext cx="3229560" cy="619920"/>
            <a:chOff x="4440526" y="3607517"/>
            <a:chExt cx="3229560" cy="61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3D18C65-DCA2-1785-75BB-49157442C3D6}"/>
                    </a:ext>
                  </a:extLst>
                </p14:cNvPr>
                <p14:cNvContentPartPr/>
                <p14:nvPr/>
              </p14:nvContentPartPr>
              <p14:xfrm>
                <a:off x="4440526" y="3814157"/>
                <a:ext cx="235440" cy="207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3D18C65-DCA2-1785-75BB-49157442C3D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31526" y="3805173"/>
                  <a:ext cx="253080" cy="2246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08E5468-3393-7D2B-9E0E-E50FB5A17E25}"/>
                    </a:ext>
                  </a:extLst>
                </p14:cNvPr>
                <p14:cNvContentPartPr/>
                <p14:nvPr/>
              </p14:nvContentPartPr>
              <p14:xfrm>
                <a:off x="4639246" y="3607517"/>
                <a:ext cx="2595240" cy="302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08E5468-3393-7D2B-9E0E-E50FB5A17E2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30246" y="3598517"/>
                  <a:ext cx="26128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78CDBF1-35E2-F7AB-BEF3-5F4487684E5B}"/>
                    </a:ext>
                  </a:extLst>
                </p14:cNvPr>
                <p14:cNvContentPartPr/>
                <p14:nvPr/>
              </p14:nvContentPartPr>
              <p14:xfrm>
                <a:off x="7359046" y="3950597"/>
                <a:ext cx="4680" cy="8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78CDBF1-35E2-F7AB-BEF3-5F4487684E5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50046" y="3941597"/>
                  <a:ext cx="223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4640FB-726C-3669-7DD2-8FAB7CB6325D}"/>
                    </a:ext>
                  </a:extLst>
                </p14:cNvPr>
                <p14:cNvContentPartPr/>
                <p14:nvPr/>
              </p14:nvContentPartPr>
              <p14:xfrm>
                <a:off x="7325566" y="3925757"/>
                <a:ext cx="7200" cy="2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4640FB-726C-3669-7DD2-8FAB7CB6325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16995" y="3916757"/>
                  <a:ext cx="240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57C219C-E2BF-1D2F-3308-EDD75B0147D4}"/>
                    </a:ext>
                  </a:extLst>
                </p14:cNvPr>
                <p14:cNvContentPartPr/>
                <p14:nvPr/>
              </p14:nvContentPartPr>
              <p14:xfrm>
                <a:off x="7430326" y="3895157"/>
                <a:ext cx="239760" cy="277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57C219C-E2BF-1D2F-3308-EDD75B0147D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21326" y="3886157"/>
                  <a:ext cx="257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0278DFD-96EA-61C2-8387-7143243F6B9F}"/>
                    </a:ext>
                  </a:extLst>
                </p14:cNvPr>
                <p14:cNvContentPartPr/>
                <p14:nvPr/>
              </p14:nvContentPartPr>
              <p14:xfrm>
                <a:off x="7467406" y="3813437"/>
                <a:ext cx="196200" cy="158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0278DFD-96EA-61C2-8387-7143243F6B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58389" y="3804437"/>
                  <a:ext cx="213872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CFD270D-EAF0-D157-28D1-6D2B97D4BAE3}"/>
                    </a:ext>
                  </a:extLst>
                </p14:cNvPr>
                <p14:cNvContentPartPr/>
                <p14:nvPr/>
              </p14:nvContentPartPr>
              <p14:xfrm>
                <a:off x="7251406" y="3607517"/>
                <a:ext cx="36360" cy="238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CFD270D-EAF0-D157-28D1-6D2B97D4BAE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42406" y="3598531"/>
                  <a:ext cx="54000" cy="2562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FD9B885-8052-9B31-AE35-EC886B5E73DD}"/>
                    </a:ext>
                  </a:extLst>
                </p14:cNvPr>
                <p14:cNvContentPartPr/>
                <p14:nvPr/>
              </p14:nvContentPartPr>
              <p14:xfrm>
                <a:off x="7184086" y="3625877"/>
                <a:ext cx="122040" cy="197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FD9B885-8052-9B31-AE35-EC886B5E73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75059" y="3616877"/>
                  <a:ext cx="139732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23AC7C4-4182-FE9C-88F4-7FA00643CD38}"/>
                    </a:ext>
                  </a:extLst>
                </p14:cNvPr>
                <p14:cNvContentPartPr/>
                <p14:nvPr/>
              </p14:nvContentPartPr>
              <p14:xfrm>
                <a:off x="6935686" y="3973277"/>
                <a:ext cx="248040" cy="53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23AC7C4-4182-FE9C-88F4-7FA00643CD3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26686" y="3964277"/>
                  <a:ext cx="265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FED9EE9-8ED2-97F3-C217-9289F8DC536B}"/>
                    </a:ext>
                  </a:extLst>
                </p14:cNvPr>
                <p14:cNvContentPartPr/>
                <p14:nvPr/>
              </p14:nvContentPartPr>
              <p14:xfrm>
                <a:off x="6922726" y="3943757"/>
                <a:ext cx="187920" cy="119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FED9EE9-8ED2-97F3-C217-9289F8DC536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13726" y="3934757"/>
                  <a:ext cx="205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C7EEB01-1118-2173-FB00-A9EAE9B8B036}"/>
                    </a:ext>
                  </a:extLst>
                </p14:cNvPr>
                <p14:cNvContentPartPr/>
                <p14:nvPr/>
              </p14:nvContentPartPr>
              <p14:xfrm>
                <a:off x="7249606" y="4036637"/>
                <a:ext cx="57240" cy="187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C7EEB01-1118-2173-FB00-A9EAE9B8B03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40606" y="4027637"/>
                  <a:ext cx="74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09CC002-97ED-6674-2E86-B15571751DAE}"/>
                    </a:ext>
                  </a:extLst>
                </p14:cNvPr>
                <p14:cNvContentPartPr/>
                <p14:nvPr/>
              </p14:nvContentPartPr>
              <p14:xfrm>
                <a:off x="7228366" y="4135277"/>
                <a:ext cx="120600" cy="92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09CC002-97ED-6674-2E86-B15571751DA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19366" y="4126312"/>
                  <a:ext cx="138240" cy="10973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DF6586C-ADE3-89E6-5E39-F91CEB584A41}"/>
              </a:ext>
            </a:extLst>
          </p:cNvPr>
          <p:cNvGrpSpPr/>
          <p:nvPr/>
        </p:nvGrpSpPr>
        <p:grpSpPr>
          <a:xfrm>
            <a:off x="8254006" y="796637"/>
            <a:ext cx="221400" cy="80640"/>
            <a:chOff x="8254006" y="796637"/>
            <a:chExt cx="22140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87A19A6-7459-E658-42C9-678C7DD66A9B}"/>
                    </a:ext>
                  </a:extLst>
                </p14:cNvPr>
                <p14:cNvContentPartPr/>
                <p14:nvPr/>
              </p14:nvContentPartPr>
              <p14:xfrm>
                <a:off x="8254006" y="796637"/>
                <a:ext cx="167760" cy="28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87A19A6-7459-E658-42C9-678C7DD66A9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44987" y="787637"/>
                  <a:ext cx="185438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1E2717F-C275-0E5C-1F19-9A7EB9877C3C}"/>
                    </a:ext>
                  </a:extLst>
                </p14:cNvPr>
                <p14:cNvContentPartPr/>
                <p14:nvPr/>
              </p14:nvContentPartPr>
              <p14:xfrm>
                <a:off x="8263366" y="861437"/>
                <a:ext cx="212040" cy="158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1E2717F-C275-0E5C-1F19-9A7EB9877C3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54366" y="852437"/>
                  <a:ext cx="22968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21734D-3172-73B4-73E4-C4BE48779E15}"/>
              </a:ext>
            </a:extLst>
          </p:cNvPr>
          <p:cNvGrpSpPr/>
          <p:nvPr/>
        </p:nvGrpSpPr>
        <p:grpSpPr>
          <a:xfrm>
            <a:off x="7969606" y="1129277"/>
            <a:ext cx="1085040" cy="331920"/>
            <a:chOff x="7969606" y="1129277"/>
            <a:chExt cx="108504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BB3950-49C1-690F-E287-215C96C7E21F}"/>
                    </a:ext>
                  </a:extLst>
                </p14:cNvPr>
                <p14:cNvContentPartPr/>
                <p14:nvPr/>
              </p14:nvContentPartPr>
              <p14:xfrm>
                <a:off x="7969606" y="1129277"/>
                <a:ext cx="312480" cy="331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BB3950-49C1-690F-E287-215C96C7E21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60606" y="1120277"/>
                  <a:ext cx="3301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407968F-49D6-C323-2CE8-AAB26E36920C}"/>
                    </a:ext>
                  </a:extLst>
                </p14:cNvPr>
                <p14:cNvContentPartPr/>
                <p14:nvPr/>
              </p14:nvContentPartPr>
              <p14:xfrm>
                <a:off x="8319526" y="1303877"/>
                <a:ext cx="291240" cy="156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407968F-49D6-C323-2CE8-AAB26E36920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10537" y="1294877"/>
                  <a:ext cx="308858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CB4B0C2-781D-EFBB-12C1-E816CFC8E309}"/>
                    </a:ext>
                  </a:extLst>
                </p14:cNvPr>
                <p14:cNvContentPartPr/>
                <p14:nvPr/>
              </p14:nvContentPartPr>
              <p14:xfrm>
                <a:off x="8637046" y="1327997"/>
                <a:ext cx="284400" cy="1256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CB4B0C2-781D-EFBB-12C1-E816CFC8E30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28046" y="1318997"/>
                  <a:ext cx="3020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9948B0-04AD-C12B-FB6B-21EDA6802646}"/>
                    </a:ext>
                  </a:extLst>
                </p14:cNvPr>
                <p14:cNvContentPartPr/>
                <p14:nvPr/>
              </p14:nvContentPartPr>
              <p14:xfrm>
                <a:off x="8863126" y="1299197"/>
                <a:ext cx="191520" cy="150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9948B0-04AD-C12B-FB6B-21EDA680264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54109" y="1290197"/>
                  <a:ext cx="209193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991CD9B-59A9-04C4-44F2-52D27383B68C}"/>
                  </a:ext>
                </a:extLst>
              </p14:cNvPr>
              <p14:cNvContentPartPr/>
              <p14:nvPr/>
            </p14:nvContentPartPr>
            <p14:xfrm>
              <a:off x="9238966" y="1261037"/>
              <a:ext cx="162720" cy="1522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991CD9B-59A9-04C4-44F2-52D27383B68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229966" y="1252037"/>
                <a:ext cx="18036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97413A5-0E0B-EC83-121A-DC5CB333BE06}"/>
              </a:ext>
            </a:extLst>
          </p:cNvPr>
          <p:cNvGrpSpPr/>
          <p:nvPr/>
        </p:nvGrpSpPr>
        <p:grpSpPr>
          <a:xfrm>
            <a:off x="9854926" y="3748277"/>
            <a:ext cx="379080" cy="473040"/>
            <a:chOff x="9854926" y="3748277"/>
            <a:chExt cx="379080" cy="47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4FAE304-FAF2-5854-78EC-E9994BDC3ED3}"/>
                    </a:ext>
                  </a:extLst>
                </p14:cNvPr>
                <p14:cNvContentPartPr/>
                <p14:nvPr/>
              </p14:nvContentPartPr>
              <p14:xfrm>
                <a:off x="10084606" y="3912437"/>
                <a:ext cx="113760" cy="12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4FAE304-FAF2-5854-78EC-E9994BDC3ED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75606" y="3903437"/>
                  <a:ext cx="131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8E0A050-0093-A854-6A2E-2EB754583444}"/>
                    </a:ext>
                  </a:extLst>
                </p14:cNvPr>
                <p14:cNvContentPartPr/>
                <p14:nvPr/>
              </p14:nvContentPartPr>
              <p14:xfrm>
                <a:off x="10164166" y="3875717"/>
                <a:ext cx="69840" cy="687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8E0A050-0093-A854-6A2E-2EB75458344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55166" y="3866717"/>
                  <a:ext cx="87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9505554-FEA3-C79A-DD7C-42F9EDB0502B}"/>
                    </a:ext>
                  </a:extLst>
                </p14:cNvPr>
                <p14:cNvContentPartPr/>
                <p14:nvPr/>
              </p14:nvContentPartPr>
              <p14:xfrm>
                <a:off x="9917206" y="3945197"/>
                <a:ext cx="81000" cy="23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9505554-FEA3-C79A-DD7C-42F9EDB0502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08206" y="3936197"/>
                  <a:ext cx="98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0B680B-6815-D61B-CDFC-CF04AB0B15EF}"/>
                    </a:ext>
                  </a:extLst>
                </p14:cNvPr>
                <p14:cNvContentPartPr/>
                <p14:nvPr/>
              </p14:nvContentPartPr>
              <p14:xfrm>
                <a:off x="9929806" y="3965717"/>
                <a:ext cx="360" cy="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0B680B-6815-D61B-CDFC-CF04AB0B15E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20806" y="395671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9EB52B1-F8F9-16BA-10E8-D60594F832A2}"/>
                    </a:ext>
                  </a:extLst>
                </p14:cNvPr>
                <p14:cNvContentPartPr/>
                <p14:nvPr/>
              </p14:nvContentPartPr>
              <p14:xfrm>
                <a:off x="9854926" y="3908117"/>
                <a:ext cx="79200" cy="738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9EB52B1-F8F9-16BA-10E8-D60594F832A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45926" y="3899117"/>
                  <a:ext cx="968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902FF93-F825-0EA4-0605-D707C6A652BC}"/>
                    </a:ext>
                  </a:extLst>
                </p14:cNvPr>
                <p14:cNvContentPartPr/>
                <p14:nvPr/>
              </p14:nvContentPartPr>
              <p14:xfrm>
                <a:off x="10014406" y="3785717"/>
                <a:ext cx="14400" cy="878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902FF93-F825-0EA4-0605-D707C6A652B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05406" y="3776717"/>
                  <a:ext cx="320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6BD7226-60ED-391A-E778-32A552597D8C}"/>
                    </a:ext>
                  </a:extLst>
                </p14:cNvPr>
                <p14:cNvContentPartPr/>
                <p14:nvPr/>
              </p14:nvContentPartPr>
              <p14:xfrm>
                <a:off x="10007206" y="3748277"/>
                <a:ext cx="34200" cy="95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6BD7226-60ED-391A-E778-32A552597D8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98206" y="3739277"/>
                  <a:ext cx="51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B64B7EA-021B-BBDE-3313-1FEF186997F4}"/>
                    </a:ext>
                  </a:extLst>
                </p14:cNvPr>
                <p14:cNvContentPartPr/>
                <p14:nvPr/>
              </p14:nvContentPartPr>
              <p14:xfrm>
                <a:off x="10023046" y="4000637"/>
                <a:ext cx="19800" cy="939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B64B7EA-021B-BBDE-3313-1FEF186997F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14046" y="3991637"/>
                  <a:ext cx="37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32B6D12-3313-EDD2-C4AA-31DCA1E87BD1}"/>
                    </a:ext>
                  </a:extLst>
                </p14:cNvPr>
                <p14:cNvContentPartPr/>
                <p14:nvPr/>
              </p14:nvContentPartPr>
              <p14:xfrm>
                <a:off x="9999286" y="4035197"/>
                <a:ext cx="107640" cy="414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32B6D12-3313-EDD2-C4AA-31DCA1E87BD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90286" y="4026197"/>
                  <a:ext cx="125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D2BBF82-6625-1075-9EB5-713DB4B7B951}"/>
                    </a:ext>
                  </a:extLst>
                </p14:cNvPr>
                <p14:cNvContentPartPr/>
                <p14:nvPr/>
              </p14:nvContentPartPr>
              <p14:xfrm>
                <a:off x="10055086" y="4210877"/>
                <a:ext cx="16920" cy="10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D2BBF82-6625-1075-9EB5-713DB4B7B95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46086" y="4202177"/>
                  <a:ext cx="34560" cy="27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431C214-1B67-482B-B6BD-5BA92F9EB571}"/>
                    </a:ext>
                  </a:extLst>
                </p14:cNvPr>
                <p14:cNvContentPartPr/>
                <p14:nvPr/>
              </p14:nvContentPartPr>
              <p14:xfrm>
                <a:off x="10041046" y="4113317"/>
                <a:ext cx="23400" cy="30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431C214-1B67-482B-B6BD-5BA92F9EB5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32046" y="4104317"/>
                  <a:ext cx="4104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9BBAE27-00B9-0276-208A-677200FA9FA7}"/>
              </a:ext>
            </a:extLst>
          </p:cNvPr>
          <p:cNvGrpSpPr/>
          <p:nvPr/>
        </p:nvGrpSpPr>
        <p:grpSpPr>
          <a:xfrm>
            <a:off x="921166" y="3792197"/>
            <a:ext cx="3268800" cy="1059480"/>
            <a:chOff x="921166" y="3792197"/>
            <a:chExt cx="3268800" cy="105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82D1C0E-4F3A-E349-5EC5-93123EEF9FEA}"/>
                    </a:ext>
                  </a:extLst>
                </p14:cNvPr>
                <p14:cNvContentPartPr/>
                <p14:nvPr/>
              </p14:nvContentPartPr>
              <p14:xfrm>
                <a:off x="1330846" y="4628117"/>
                <a:ext cx="190800" cy="223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82D1C0E-4F3A-E349-5EC5-93123EEF9FE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21846" y="4619102"/>
                  <a:ext cx="208440" cy="241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555395-5785-23C8-F27F-A3C7A7D02CCE}"/>
                    </a:ext>
                  </a:extLst>
                </p14:cNvPr>
                <p14:cNvContentPartPr/>
                <p14:nvPr/>
              </p14:nvContentPartPr>
              <p14:xfrm>
                <a:off x="1371526" y="3792197"/>
                <a:ext cx="100440" cy="212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555395-5785-23C8-F27F-A3C7A7D02CC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362526" y="3783212"/>
                  <a:ext cx="118080" cy="230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3DB9DE0-267C-90CD-1C51-4DA4B397E351}"/>
                    </a:ext>
                  </a:extLst>
                </p14:cNvPr>
                <p14:cNvContentPartPr/>
                <p14:nvPr/>
              </p14:nvContentPartPr>
              <p14:xfrm>
                <a:off x="1708486" y="4202237"/>
                <a:ext cx="169920" cy="193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3DB9DE0-267C-90CD-1C51-4DA4B397E35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99486" y="4193220"/>
                  <a:ext cx="187560" cy="2113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58545D-894C-B745-5F13-0F6E106FED88}"/>
                    </a:ext>
                  </a:extLst>
                </p14:cNvPr>
                <p14:cNvContentPartPr/>
                <p14:nvPr/>
              </p14:nvContentPartPr>
              <p14:xfrm>
                <a:off x="921166" y="4170557"/>
                <a:ext cx="185400" cy="23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58545D-894C-B745-5F13-0F6E106FED8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12166" y="4161571"/>
                  <a:ext cx="203040" cy="2548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0C8A745-C376-67BF-DFB6-4A0B9936822B}"/>
                    </a:ext>
                  </a:extLst>
                </p14:cNvPr>
                <p14:cNvContentPartPr/>
                <p14:nvPr/>
              </p14:nvContentPartPr>
              <p14:xfrm>
                <a:off x="1488886" y="3941597"/>
                <a:ext cx="2473560" cy="3974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0C8A745-C376-67BF-DFB6-4A0B9936822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79886" y="3932597"/>
                  <a:ext cx="24912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18DB14-171C-1BAC-C727-0B1F330503CD}"/>
                    </a:ext>
                  </a:extLst>
                </p14:cNvPr>
                <p14:cNvContentPartPr/>
                <p14:nvPr/>
              </p14:nvContentPartPr>
              <p14:xfrm>
                <a:off x="3941926" y="3977597"/>
                <a:ext cx="160560" cy="39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18DB14-171C-1BAC-C727-0B1F330503C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932926" y="3968597"/>
                  <a:ext cx="178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085511D-4B91-F4AF-7A7B-3E065CF1CCFC}"/>
                    </a:ext>
                  </a:extLst>
                </p14:cNvPr>
                <p14:cNvContentPartPr/>
                <p14:nvPr/>
              </p14:nvContentPartPr>
              <p14:xfrm>
                <a:off x="4105366" y="3896237"/>
                <a:ext cx="84600" cy="57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085511D-4B91-F4AF-7A7B-3E065CF1CCF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096404" y="3887237"/>
                  <a:ext cx="102165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3A54F19-B039-5532-F922-2384FD38693B}"/>
                    </a:ext>
                  </a:extLst>
                </p14:cNvPr>
                <p14:cNvContentPartPr/>
                <p14:nvPr/>
              </p14:nvContentPartPr>
              <p14:xfrm>
                <a:off x="1423366" y="4338677"/>
                <a:ext cx="3600" cy="1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3A54F19-B039-5532-F922-2384FD38693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414366" y="4329677"/>
                  <a:ext cx="21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1616C99-B7A8-2E87-06FA-B15C9E7A1773}"/>
                    </a:ext>
                  </a:extLst>
                </p14:cNvPr>
                <p14:cNvContentPartPr/>
                <p14:nvPr/>
              </p14:nvContentPartPr>
              <p14:xfrm>
                <a:off x="1407886" y="3912437"/>
                <a:ext cx="623520" cy="93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1616C99-B7A8-2E87-06FA-B15C9E7A17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398886" y="3903437"/>
                  <a:ext cx="641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1856682-4208-1860-42CF-69D1BE6687A2}"/>
                    </a:ext>
                  </a:extLst>
                </p14:cNvPr>
                <p14:cNvContentPartPr/>
                <p14:nvPr/>
              </p14:nvContentPartPr>
              <p14:xfrm>
                <a:off x="1983166" y="3993077"/>
                <a:ext cx="86400" cy="23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1856682-4208-1860-42CF-69D1BE6687A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974166" y="3983936"/>
                  <a:ext cx="104040" cy="413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2ABD88-8242-7EE1-C5F5-97A21E22E131}"/>
                    </a:ext>
                  </a:extLst>
                </p14:cNvPr>
                <p14:cNvContentPartPr/>
                <p14:nvPr/>
              </p14:nvContentPartPr>
              <p14:xfrm>
                <a:off x="1486366" y="3946997"/>
                <a:ext cx="619920" cy="80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2ABD88-8242-7EE1-C5F5-97A21E22E13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477366" y="3937997"/>
                  <a:ext cx="637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1EC3F5A-64E1-4933-C3E3-89D143CCBE83}"/>
                    </a:ext>
                  </a:extLst>
                </p14:cNvPr>
                <p14:cNvContentPartPr/>
                <p14:nvPr/>
              </p14:nvContentPartPr>
              <p14:xfrm>
                <a:off x="1480966" y="4465397"/>
                <a:ext cx="219240" cy="32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1EC3F5A-64E1-4933-C3E3-89D143CCBE8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471966" y="4456397"/>
                  <a:ext cx="2368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42907E-CD30-1B6F-848F-0EE04B1C5038}"/>
                    </a:ext>
                  </a:extLst>
                </p14:cNvPr>
                <p14:cNvContentPartPr/>
                <p14:nvPr/>
              </p14:nvContentPartPr>
              <p14:xfrm>
                <a:off x="1639006" y="4445957"/>
                <a:ext cx="79920" cy="63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42907E-CD30-1B6F-848F-0EE04B1C503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30006" y="4436957"/>
                  <a:ext cx="975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D268F8C-3CBC-8E6C-6C32-574D339875F8}"/>
                    </a:ext>
                  </a:extLst>
                </p14:cNvPr>
                <p14:cNvContentPartPr/>
                <p14:nvPr/>
              </p14:nvContentPartPr>
              <p14:xfrm>
                <a:off x="1298446" y="4497077"/>
                <a:ext cx="30600" cy="134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D268F8C-3CBC-8E6C-6C32-574D339875F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89446" y="4488101"/>
                  <a:ext cx="48240" cy="1518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4028E0E-5EA8-C300-078C-261937B74A0D}"/>
                    </a:ext>
                  </a:extLst>
                </p14:cNvPr>
                <p14:cNvContentPartPr/>
                <p14:nvPr/>
              </p14:nvContentPartPr>
              <p14:xfrm>
                <a:off x="1271086" y="4597517"/>
                <a:ext cx="74520" cy="37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4028E0E-5EA8-C300-078C-261937B74A0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262086" y="4588517"/>
                  <a:ext cx="92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C09EEA-C1CC-9DD2-016F-3998DC2CB33A}"/>
                    </a:ext>
                  </a:extLst>
                </p14:cNvPr>
                <p14:cNvContentPartPr/>
                <p14:nvPr/>
              </p14:nvContentPartPr>
              <p14:xfrm>
                <a:off x="1091086" y="4438037"/>
                <a:ext cx="201600" cy="42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C09EEA-C1CC-9DD2-016F-3998DC2CB33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2086" y="4429037"/>
                  <a:ext cx="219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10F4BA-ABBB-EA55-F071-3130FEEAC105}"/>
                    </a:ext>
                  </a:extLst>
                </p14:cNvPr>
                <p14:cNvContentPartPr/>
                <p14:nvPr/>
              </p14:nvContentPartPr>
              <p14:xfrm>
                <a:off x="1013326" y="4441277"/>
                <a:ext cx="79920" cy="88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10F4BA-ABBB-EA55-F071-3130FEEAC10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04326" y="4432277"/>
                  <a:ext cx="97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AF03958-E970-8D88-1D74-47FD2FE9D6AB}"/>
                    </a:ext>
                  </a:extLst>
                </p14:cNvPr>
                <p14:cNvContentPartPr/>
                <p14:nvPr/>
              </p14:nvContentPartPr>
              <p14:xfrm>
                <a:off x="1279006" y="4033397"/>
                <a:ext cx="30960" cy="133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AF03958-E970-8D88-1D74-47FD2FE9D6A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70006" y="4024397"/>
                  <a:ext cx="48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008C688-6AAD-40E5-985F-D83833311384}"/>
                    </a:ext>
                  </a:extLst>
                </p14:cNvPr>
                <p14:cNvContentPartPr/>
                <p14:nvPr/>
              </p14:nvContentPartPr>
              <p14:xfrm>
                <a:off x="1204486" y="4035557"/>
                <a:ext cx="67680" cy="72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008C688-6AAD-40E5-985F-D8383331138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95438" y="4026557"/>
                  <a:ext cx="85414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32AC941-A879-00EF-A248-9A5A082D6B33}"/>
                    </a:ext>
                  </a:extLst>
                </p14:cNvPr>
                <p14:cNvContentPartPr/>
                <p14:nvPr/>
              </p14:nvContentPartPr>
              <p14:xfrm>
                <a:off x="1551166" y="4363517"/>
                <a:ext cx="312480" cy="210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32AC941-A879-00EF-A248-9A5A082D6B3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42166" y="4354517"/>
                  <a:ext cx="330120" cy="22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9271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9583C9-8966-F761-B481-F72833CBB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539" y="643466"/>
            <a:ext cx="8670922" cy="55710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D179F-0D2A-20D6-CD30-BCAC80322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DD4F4D-64FC-3C52-918F-1FE92FF80784}"/>
                  </a:ext>
                </a:extLst>
              </p14:cNvPr>
              <p14:cNvContentPartPr/>
              <p14:nvPr/>
            </p14:nvContentPartPr>
            <p14:xfrm>
              <a:off x="3186646" y="1420877"/>
              <a:ext cx="719640" cy="325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DD4F4D-64FC-3C52-918F-1FE92FF807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7641" y="1411877"/>
                <a:ext cx="737289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19E97D4-7208-8C6C-4286-97F6853E0997}"/>
              </a:ext>
            </a:extLst>
          </p:cNvPr>
          <p:cNvGrpSpPr/>
          <p:nvPr/>
        </p:nvGrpSpPr>
        <p:grpSpPr>
          <a:xfrm>
            <a:off x="4648966" y="1253477"/>
            <a:ext cx="1818000" cy="110520"/>
            <a:chOff x="4648966" y="1253477"/>
            <a:chExt cx="181800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7143B26-04BA-0FD9-1952-F3A5E8C52DBD}"/>
                    </a:ext>
                  </a:extLst>
                </p14:cNvPr>
                <p14:cNvContentPartPr/>
                <p14:nvPr/>
              </p14:nvContentPartPr>
              <p14:xfrm>
                <a:off x="4939486" y="1253477"/>
                <a:ext cx="97200" cy="30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7143B26-04BA-0FD9-1952-F3A5E8C52DB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30453" y="1244477"/>
                  <a:ext cx="114906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5064DBA-44E1-045D-E742-92A2DFFE99B5}"/>
                    </a:ext>
                  </a:extLst>
                </p14:cNvPr>
                <p14:cNvContentPartPr/>
                <p14:nvPr/>
              </p14:nvContentPartPr>
              <p14:xfrm>
                <a:off x="4648966" y="1306397"/>
                <a:ext cx="102960" cy="5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5064DBA-44E1-045D-E742-92A2DFFE99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39966" y="1297397"/>
                  <a:ext cx="12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CE38C65-72DC-DF5D-A401-B78EEE334497}"/>
                    </a:ext>
                  </a:extLst>
                </p14:cNvPr>
                <p14:cNvContentPartPr/>
                <p14:nvPr/>
              </p14:nvContentPartPr>
              <p14:xfrm>
                <a:off x="5254126" y="1268957"/>
                <a:ext cx="110520" cy="20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CE38C65-72DC-DF5D-A401-B78EEE33449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45126" y="1259957"/>
                  <a:ext cx="128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A3C474-83DF-7FEA-33AF-D8D3CBED0C26}"/>
                    </a:ext>
                  </a:extLst>
                </p14:cNvPr>
                <p14:cNvContentPartPr/>
                <p14:nvPr/>
              </p14:nvContentPartPr>
              <p14:xfrm>
                <a:off x="5251966" y="1311077"/>
                <a:ext cx="101880" cy="20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A3C474-83DF-7FEA-33AF-D8D3CBED0C2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42934" y="1301913"/>
                  <a:ext cx="119583" cy="381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69770B-27F6-E55F-2643-AE8531611C2E}"/>
                    </a:ext>
                  </a:extLst>
                </p14:cNvPr>
                <p14:cNvContentPartPr/>
                <p14:nvPr/>
              </p14:nvContentPartPr>
              <p14:xfrm>
                <a:off x="5590726" y="1279757"/>
                <a:ext cx="94680" cy="28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69770B-27F6-E55F-2643-AE8531611C2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81726" y="1270757"/>
                  <a:ext cx="112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66F4D08-BE02-348B-CFD3-E5ABDC566150}"/>
                    </a:ext>
                  </a:extLst>
                </p14:cNvPr>
                <p14:cNvContentPartPr/>
                <p14:nvPr/>
              </p14:nvContentPartPr>
              <p14:xfrm>
                <a:off x="5585686" y="1326557"/>
                <a:ext cx="71280" cy="25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66F4D08-BE02-348B-CFD3-E5ABDC56615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76640" y="1317557"/>
                  <a:ext cx="8901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91C589-EC52-CCC7-A2AA-3AA6C04F3B20}"/>
                    </a:ext>
                  </a:extLst>
                </p14:cNvPr>
                <p14:cNvContentPartPr/>
                <p14:nvPr/>
              </p14:nvContentPartPr>
              <p14:xfrm>
                <a:off x="5924806" y="1300637"/>
                <a:ext cx="542160" cy="63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91C589-EC52-CCC7-A2AA-3AA6C04F3B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915806" y="1291637"/>
                  <a:ext cx="5598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7D47103-2591-66AC-8757-CADAA6E81092}"/>
                  </a:ext>
                </a:extLst>
              </p14:cNvPr>
              <p14:cNvContentPartPr/>
              <p14:nvPr/>
            </p14:nvContentPartPr>
            <p14:xfrm>
              <a:off x="6306766" y="596477"/>
              <a:ext cx="216360" cy="1951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7D47103-2591-66AC-8757-CADAA6E810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97766" y="587477"/>
                <a:ext cx="234000" cy="21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37FF801-4F84-C7A9-548C-92AC7C7AC416}"/>
              </a:ext>
            </a:extLst>
          </p:cNvPr>
          <p:cNvGrpSpPr/>
          <p:nvPr/>
        </p:nvGrpSpPr>
        <p:grpSpPr>
          <a:xfrm>
            <a:off x="2701726" y="1773317"/>
            <a:ext cx="217440" cy="103320"/>
            <a:chOff x="2701726" y="1773317"/>
            <a:chExt cx="217440" cy="10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F5A5605-A13F-4842-DA03-6883CF1BAAB3}"/>
                    </a:ext>
                  </a:extLst>
                </p14:cNvPr>
                <p14:cNvContentPartPr/>
                <p14:nvPr/>
              </p14:nvContentPartPr>
              <p14:xfrm>
                <a:off x="2701726" y="1831277"/>
                <a:ext cx="157320" cy="45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F5A5605-A13F-4842-DA03-6883CF1BAAB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92726" y="1822277"/>
                  <a:ext cx="1749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515C87-CC7C-F7C2-4402-8C601E133039}"/>
                    </a:ext>
                  </a:extLst>
                </p14:cNvPr>
                <p14:cNvContentPartPr/>
                <p14:nvPr/>
              </p14:nvContentPartPr>
              <p14:xfrm>
                <a:off x="2816926" y="1773317"/>
                <a:ext cx="102240" cy="97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515C87-CC7C-F7C2-4402-8C601E13303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807926" y="1764284"/>
                  <a:ext cx="119880" cy="11490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5E5511-1416-B718-D697-925DBD4A02DB}"/>
              </a:ext>
            </a:extLst>
          </p:cNvPr>
          <p:cNvGrpSpPr/>
          <p:nvPr/>
        </p:nvGrpSpPr>
        <p:grpSpPr>
          <a:xfrm>
            <a:off x="4836526" y="1996877"/>
            <a:ext cx="424800" cy="131400"/>
            <a:chOff x="4836526" y="1996877"/>
            <a:chExt cx="424800" cy="13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090BBE-0AB2-9D51-B0D6-02C3255DB832}"/>
                    </a:ext>
                  </a:extLst>
                </p14:cNvPr>
                <p14:cNvContentPartPr/>
                <p14:nvPr/>
              </p14:nvContentPartPr>
              <p14:xfrm>
                <a:off x="4902406" y="2014157"/>
                <a:ext cx="358920" cy="54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090BBE-0AB2-9D51-B0D6-02C3255DB83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93406" y="2005157"/>
                  <a:ext cx="376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486638-419F-6E6E-57D8-7904DA768D8E}"/>
                    </a:ext>
                  </a:extLst>
                </p14:cNvPr>
                <p14:cNvContentPartPr/>
                <p14:nvPr/>
              </p14:nvContentPartPr>
              <p14:xfrm>
                <a:off x="4836526" y="1996877"/>
                <a:ext cx="196920" cy="131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486638-419F-6E6E-57D8-7904DA768D8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27542" y="1987877"/>
                  <a:ext cx="214528" cy="14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F098932-0686-E7CB-BB7A-18199A5590A5}"/>
                  </a:ext>
                </a:extLst>
              </p14:cNvPr>
              <p14:cNvContentPartPr/>
              <p14:nvPr/>
            </p14:nvContentPartPr>
            <p14:xfrm>
              <a:off x="3541966" y="2380637"/>
              <a:ext cx="2160" cy="12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F098932-0686-E7CB-BB7A-18199A5590A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532966" y="2371637"/>
                <a:ext cx="1980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C7D2E4E5-9794-427C-A45C-8A6E86208D25}"/>
              </a:ext>
            </a:extLst>
          </p:cNvPr>
          <p:cNvGrpSpPr/>
          <p:nvPr/>
        </p:nvGrpSpPr>
        <p:grpSpPr>
          <a:xfrm>
            <a:off x="3372406" y="2983277"/>
            <a:ext cx="432000" cy="117720"/>
            <a:chOff x="3372406" y="2983277"/>
            <a:chExt cx="43200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A2D19B1-4101-5549-DCCF-793C81C29458}"/>
                    </a:ext>
                  </a:extLst>
                </p14:cNvPr>
                <p14:cNvContentPartPr/>
                <p14:nvPr/>
              </p14:nvContentPartPr>
              <p14:xfrm>
                <a:off x="3372406" y="3013877"/>
                <a:ext cx="432000" cy="87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A2D19B1-4101-5549-DCCF-793C81C2945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63406" y="3004877"/>
                  <a:ext cx="4496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43A748E-B1FA-A877-5E5E-2EC30B179C64}"/>
                    </a:ext>
                  </a:extLst>
                </p14:cNvPr>
                <p14:cNvContentPartPr/>
                <p14:nvPr/>
              </p14:nvContentPartPr>
              <p14:xfrm>
                <a:off x="3640606" y="2983277"/>
                <a:ext cx="142560" cy="108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43A748E-B1FA-A877-5E5E-2EC30B179C6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31606" y="2974277"/>
                  <a:ext cx="160200" cy="12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2434E1-8049-F285-D3C9-0CD95E571F34}"/>
              </a:ext>
            </a:extLst>
          </p:cNvPr>
          <p:cNvGrpSpPr/>
          <p:nvPr/>
        </p:nvGrpSpPr>
        <p:grpSpPr>
          <a:xfrm>
            <a:off x="3437926" y="3217997"/>
            <a:ext cx="350280" cy="155880"/>
            <a:chOff x="3437926" y="3217997"/>
            <a:chExt cx="35028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FD90F6-E5C1-BEDB-C76D-0B2D72759288}"/>
                    </a:ext>
                  </a:extLst>
                </p14:cNvPr>
                <p14:cNvContentPartPr/>
                <p14:nvPr/>
              </p14:nvContentPartPr>
              <p14:xfrm>
                <a:off x="3437926" y="3232757"/>
                <a:ext cx="350280" cy="7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FD90F6-E5C1-BEDB-C76D-0B2D7275928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28926" y="3223757"/>
                  <a:ext cx="367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4C6BDBD-43C7-BE4E-B78C-91D0B906A772}"/>
                    </a:ext>
                  </a:extLst>
                </p14:cNvPr>
                <p14:cNvContentPartPr/>
                <p14:nvPr/>
              </p14:nvContentPartPr>
              <p14:xfrm>
                <a:off x="3581206" y="3217997"/>
                <a:ext cx="180720" cy="155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4C6BDBD-43C7-BE4E-B78C-91D0B906A7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72206" y="3208976"/>
                  <a:ext cx="198360" cy="17356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4546EB0-4B19-FDEE-B64A-148E63F53757}"/>
                  </a:ext>
                </a:extLst>
              </p14:cNvPr>
              <p14:cNvContentPartPr/>
              <p14:nvPr/>
            </p14:nvContentPartPr>
            <p14:xfrm>
              <a:off x="7067446" y="3561077"/>
              <a:ext cx="245520" cy="40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546EB0-4B19-FDEE-B64A-148E63F5375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058446" y="3552077"/>
                <a:ext cx="26316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B80EEECF-6E0E-A936-48C2-75DAA26539B0}"/>
              </a:ext>
            </a:extLst>
          </p:cNvPr>
          <p:cNvGrpSpPr/>
          <p:nvPr/>
        </p:nvGrpSpPr>
        <p:grpSpPr>
          <a:xfrm>
            <a:off x="4321726" y="3581957"/>
            <a:ext cx="2392920" cy="74880"/>
            <a:chOff x="4321726" y="3581957"/>
            <a:chExt cx="2392920" cy="7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064394E-4A0D-EBFC-5F3D-FE3D4EBB7DA2}"/>
                    </a:ext>
                  </a:extLst>
                </p14:cNvPr>
                <p14:cNvContentPartPr/>
                <p14:nvPr/>
              </p14:nvContentPartPr>
              <p14:xfrm>
                <a:off x="4321726" y="3622637"/>
                <a:ext cx="487440" cy="34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064394E-4A0D-EBFC-5F3D-FE3D4EBB7DA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12726" y="3613637"/>
                  <a:ext cx="505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BE66960-89DB-234C-098D-09D92820DAF2}"/>
                    </a:ext>
                  </a:extLst>
                </p14:cNvPr>
                <p14:cNvContentPartPr/>
                <p14:nvPr/>
              </p14:nvContentPartPr>
              <p14:xfrm>
                <a:off x="5035606" y="3598157"/>
                <a:ext cx="997560" cy="28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BE66960-89DB-234C-098D-09D92820DAF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26606" y="3589157"/>
                  <a:ext cx="1015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55A619D-A540-4D91-C792-73A3CA163E72}"/>
                    </a:ext>
                  </a:extLst>
                </p14:cNvPr>
                <p14:cNvContentPartPr/>
                <p14:nvPr/>
              </p14:nvContentPartPr>
              <p14:xfrm>
                <a:off x="6360406" y="3590957"/>
                <a:ext cx="354240" cy="26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55A619D-A540-4D91-C792-73A3CA163E7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351397" y="3581832"/>
                  <a:ext cx="371898" cy="44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44D784-4727-F1EE-9CBE-211EA67D78F2}"/>
                    </a:ext>
                  </a:extLst>
                </p14:cNvPr>
                <p14:cNvContentPartPr/>
                <p14:nvPr/>
              </p14:nvContentPartPr>
              <p14:xfrm>
                <a:off x="5086726" y="3581957"/>
                <a:ext cx="668160" cy="70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44D784-4727-F1EE-9CBE-211EA67D78F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077731" y="3572957"/>
                  <a:ext cx="685791" cy="8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02766D5-41AE-5F86-1E91-0D45AD91D965}"/>
                  </a:ext>
                </a:extLst>
              </p14:cNvPr>
              <p14:cNvContentPartPr/>
              <p14:nvPr/>
            </p14:nvContentPartPr>
            <p14:xfrm>
              <a:off x="7915606" y="3588437"/>
              <a:ext cx="228240" cy="298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02766D5-41AE-5F86-1E91-0D45AD91D96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906606" y="3579544"/>
                <a:ext cx="245880" cy="4731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E87A6333-4566-7E7B-F1B0-646FF0E719A7}"/>
              </a:ext>
            </a:extLst>
          </p:cNvPr>
          <p:cNvGrpSpPr/>
          <p:nvPr/>
        </p:nvGrpSpPr>
        <p:grpSpPr>
          <a:xfrm>
            <a:off x="2526766" y="4326797"/>
            <a:ext cx="387000" cy="232920"/>
            <a:chOff x="2526766" y="4326797"/>
            <a:chExt cx="387000" cy="23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18B7978-CA04-B16C-7845-11BAD7AA842B}"/>
                    </a:ext>
                  </a:extLst>
                </p14:cNvPr>
                <p14:cNvContentPartPr/>
                <p14:nvPr/>
              </p14:nvContentPartPr>
              <p14:xfrm>
                <a:off x="2526766" y="4356677"/>
                <a:ext cx="381600" cy="79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18B7978-CA04-B16C-7845-11BAD7AA842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17766" y="4347677"/>
                  <a:ext cx="399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94AF6D-A4DA-CCF5-BACC-29FB5F7A7800}"/>
                    </a:ext>
                  </a:extLst>
                </p14:cNvPr>
                <p14:cNvContentPartPr/>
                <p14:nvPr/>
              </p14:nvContentPartPr>
              <p14:xfrm>
                <a:off x="2712166" y="4326797"/>
                <a:ext cx="201600" cy="232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94AF6D-A4DA-CCF5-BACC-29FB5F7A780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703166" y="4317797"/>
                  <a:ext cx="21924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B33F6CA-7401-E196-825E-DD50652E0B09}"/>
              </a:ext>
            </a:extLst>
          </p:cNvPr>
          <p:cNvGrpSpPr/>
          <p:nvPr/>
        </p:nvGrpSpPr>
        <p:grpSpPr>
          <a:xfrm>
            <a:off x="2501926" y="4601117"/>
            <a:ext cx="1860840" cy="401040"/>
            <a:chOff x="2501926" y="4601117"/>
            <a:chExt cx="186084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A724AE-252A-7FE3-CF7B-E6691BDC1A56}"/>
                    </a:ext>
                  </a:extLst>
                </p14:cNvPr>
                <p14:cNvContentPartPr/>
                <p14:nvPr/>
              </p14:nvContentPartPr>
              <p14:xfrm>
                <a:off x="2501926" y="4681757"/>
                <a:ext cx="457560" cy="137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A724AE-252A-7FE3-CF7B-E6691BDC1A5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92926" y="4672757"/>
                  <a:ext cx="475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0A3E125-71C8-B484-1453-87580D41E1F3}"/>
                    </a:ext>
                  </a:extLst>
                </p14:cNvPr>
                <p14:cNvContentPartPr/>
                <p14:nvPr/>
              </p14:nvContentPartPr>
              <p14:xfrm>
                <a:off x="2891086" y="4601117"/>
                <a:ext cx="146520" cy="268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0A3E125-71C8-B484-1453-87580D41E1F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882086" y="4592105"/>
                  <a:ext cx="164160" cy="286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35E9D7-A247-62EF-C5D8-FC8E0FE11FA6}"/>
                    </a:ext>
                  </a:extLst>
                </p14:cNvPr>
                <p14:cNvContentPartPr/>
                <p14:nvPr/>
              </p14:nvContentPartPr>
              <p14:xfrm>
                <a:off x="3193486" y="4604357"/>
                <a:ext cx="1169280" cy="397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35E9D7-A247-62EF-C5D8-FC8E0FE11FA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84486" y="4595357"/>
                  <a:ext cx="1186920" cy="41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2587EDB-2195-5DD7-871C-C6D912F3B6D4}"/>
                  </a:ext>
                </a:extLst>
              </p14:cNvPr>
              <p14:cNvContentPartPr/>
              <p14:nvPr/>
            </p14:nvContentPartPr>
            <p14:xfrm>
              <a:off x="3218326" y="5804597"/>
              <a:ext cx="176760" cy="18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2587EDB-2195-5DD7-871C-C6D912F3B6D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209308" y="5795597"/>
                <a:ext cx="194436" cy="3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013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84E7-AD0F-4D42-8222-AFAE8973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Generalized Pattern Search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DE900-C002-4A4C-A85D-A7FB3ED27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Generalization of Hooke-Jeeves method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Searches in set of directions that positively spans search space</a:t>
            </a:r>
          </a:p>
          <a:p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1A04566-08D3-4905-A752-212481613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7942" y="3292627"/>
            <a:ext cx="9795858" cy="28843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33945-E09A-4BBB-BC5A-11A28C56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27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84E7-AD0F-4D42-8222-AFAE8973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Generalized Pattern Search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DCED857-CDA5-47ED-90CB-048FE410C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2211" y="1825625"/>
            <a:ext cx="6287578" cy="45089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351D89-0AED-4867-BF6C-32901ED1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3A9DA5-5158-205C-8839-00EC754B3B9C}"/>
                  </a:ext>
                </a:extLst>
              </p14:cNvPr>
              <p14:cNvContentPartPr/>
              <p14:nvPr/>
            </p14:nvContentPartPr>
            <p14:xfrm>
              <a:off x="5156566" y="4022957"/>
              <a:ext cx="106560" cy="100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3A9DA5-5158-205C-8839-00EC754B3B9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7566" y="4013957"/>
                <a:ext cx="1242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43567B-9340-B09D-5342-0DC69C54FCF8}"/>
                  </a:ext>
                </a:extLst>
              </p14:cNvPr>
              <p14:cNvContentPartPr/>
              <p14:nvPr/>
            </p14:nvContentPartPr>
            <p14:xfrm>
              <a:off x="6920926" y="4041677"/>
              <a:ext cx="124200" cy="94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43567B-9340-B09D-5342-0DC69C54FCF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02978" y="4023677"/>
                <a:ext cx="159737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DD8668-5B54-3F42-8DDC-E779FA6DF95B}"/>
                  </a:ext>
                </a:extLst>
              </p14:cNvPr>
              <p14:cNvContentPartPr/>
              <p14:nvPr/>
            </p14:nvContentPartPr>
            <p14:xfrm>
              <a:off x="5161966" y="2252477"/>
              <a:ext cx="119880" cy="14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DD8668-5B54-3F42-8DDC-E779FA6DF9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43966" y="2234477"/>
                <a:ext cx="1555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DA640F8-64B6-94B9-5439-1A11A6B4A34F}"/>
                  </a:ext>
                </a:extLst>
              </p14:cNvPr>
              <p14:cNvContentPartPr/>
              <p14:nvPr/>
            </p14:nvContentPartPr>
            <p14:xfrm>
              <a:off x="3391486" y="5772197"/>
              <a:ext cx="91080" cy="123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DA640F8-64B6-94B9-5439-1A11A6B4A3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3486" y="5754197"/>
                <a:ext cx="1267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9708C2D-C578-8E1F-2F17-81FA98125B18}"/>
                  </a:ext>
                </a:extLst>
              </p14:cNvPr>
              <p14:cNvContentPartPr/>
              <p14:nvPr/>
            </p14:nvContentPartPr>
            <p14:xfrm>
              <a:off x="6924166" y="4004597"/>
              <a:ext cx="115200" cy="150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9708C2D-C578-8E1F-2F17-81FA98125B1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15166" y="3995597"/>
                <a:ext cx="1328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FF3F093-F3DA-C805-482D-CA6563F6DF5C}"/>
                  </a:ext>
                </a:extLst>
              </p14:cNvPr>
              <p14:cNvContentPartPr/>
              <p14:nvPr/>
            </p14:nvContentPartPr>
            <p14:xfrm>
              <a:off x="5173846" y="2296037"/>
              <a:ext cx="102960" cy="133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FF3F093-F3DA-C805-482D-CA6563F6DF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64846" y="2287061"/>
                <a:ext cx="120600" cy="1515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5653B24-BE6C-1A70-286B-2384354A3B2F}"/>
                  </a:ext>
                </a:extLst>
              </p14:cNvPr>
              <p14:cNvContentPartPr/>
              <p14:nvPr/>
            </p14:nvContentPartPr>
            <p14:xfrm>
              <a:off x="3424246" y="5784797"/>
              <a:ext cx="96120" cy="133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5653B24-BE6C-1A70-286B-2384354A3B2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15246" y="5775797"/>
                <a:ext cx="1137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BC79E29-F1B9-B205-060A-645156DA3EB9}"/>
                  </a:ext>
                </a:extLst>
              </p14:cNvPr>
              <p14:cNvContentPartPr/>
              <p14:nvPr/>
            </p14:nvContentPartPr>
            <p14:xfrm>
              <a:off x="6692326" y="3885077"/>
              <a:ext cx="522000" cy="442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BC79E29-F1B9-B205-060A-645156DA3EB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83326" y="3876077"/>
                <a:ext cx="539640" cy="46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5D07137-F447-3127-332C-5F0692B9DF9C}"/>
              </a:ext>
            </a:extLst>
          </p:cNvPr>
          <p:cNvGrpSpPr/>
          <p:nvPr/>
        </p:nvGrpSpPr>
        <p:grpSpPr>
          <a:xfrm>
            <a:off x="6823726" y="2155277"/>
            <a:ext cx="402840" cy="253080"/>
            <a:chOff x="6823726" y="2155277"/>
            <a:chExt cx="40284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F906550-3A31-8965-72F9-1B6982DBB791}"/>
                    </a:ext>
                  </a:extLst>
                </p14:cNvPr>
                <p14:cNvContentPartPr/>
                <p14:nvPr/>
              </p14:nvContentPartPr>
              <p14:xfrm>
                <a:off x="6967006" y="2155277"/>
                <a:ext cx="147600" cy="253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F906550-3A31-8965-72F9-1B6982DBB7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58006" y="2146277"/>
                  <a:ext cx="1652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34A1C9-EC6B-F331-E32B-DA5489223D77}"/>
                    </a:ext>
                  </a:extLst>
                </p14:cNvPr>
                <p14:cNvContentPartPr/>
                <p14:nvPr/>
              </p14:nvContentPartPr>
              <p14:xfrm>
                <a:off x="6823726" y="2225117"/>
                <a:ext cx="402840" cy="123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34A1C9-EC6B-F331-E32B-DA5489223D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14726" y="2216117"/>
                  <a:ext cx="42048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9CAD19-FC39-F510-3AD3-BCBEA3E9EAF1}"/>
              </a:ext>
            </a:extLst>
          </p:cNvPr>
          <p:cNvGrpSpPr/>
          <p:nvPr/>
        </p:nvGrpSpPr>
        <p:grpSpPr>
          <a:xfrm>
            <a:off x="8581966" y="3905597"/>
            <a:ext cx="317880" cy="374760"/>
            <a:chOff x="8581966" y="3905597"/>
            <a:chExt cx="31788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C4D0889-D09F-1C8B-E57E-2ED26A6C961B}"/>
                    </a:ext>
                  </a:extLst>
                </p14:cNvPr>
                <p14:cNvContentPartPr/>
                <p14:nvPr/>
              </p14:nvContentPartPr>
              <p14:xfrm>
                <a:off x="8581966" y="3905597"/>
                <a:ext cx="256680" cy="374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C4D0889-D09F-1C8B-E57E-2ED26A6C961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72966" y="3896606"/>
                  <a:ext cx="274320" cy="392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196A48-6DDE-6B5F-4D08-36365AD42542}"/>
                    </a:ext>
                  </a:extLst>
                </p14:cNvPr>
                <p14:cNvContentPartPr/>
                <p14:nvPr/>
              </p14:nvContentPartPr>
              <p14:xfrm>
                <a:off x="8610406" y="3998117"/>
                <a:ext cx="289440" cy="182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196A48-6DDE-6B5F-4D08-36365AD425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01406" y="3989117"/>
                  <a:ext cx="30708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8CD8F6-3EB5-1934-53D7-E17CFCF021B3}"/>
              </a:ext>
            </a:extLst>
          </p:cNvPr>
          <p:cNvGrpSpPr/>
          <p:nvPr/>
        </p:nvGrpSpPr>
        <p:grpSpPr>
          <a:xfrm>
            <a:off x="5083486" y="5726117"/>
            <a:ext cx="254520" cy="268920"/>
            <a:chOff x="5083486" y="5726117"/>
            <a:chExt cx="254520" cy="2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4B419A4-E755-AA2F-ADBF-B54969AB6B91}"/>
                    </a:ext>
                  </a:extLst>
                </p14:cNvPr>
                <p14:cNvContentPartPr/>
                <p14:nvPr/>
              </p14:nvContentPartPr>
              <p14:xfrm>
                <a:off x="5129206" y="5726117"/>
                <a:ext cx="153000" cy="268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4B419A4-E755-AA2F-ADBF-B54969AB6B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20206" y="5717117"/>
                  <a:ext cx="1706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875B6F-AAC6-2DC3-DFE9-D93918472393}"/>
                    </a:ext>
                  </a:extLst>
                </p14:cNvPr>
                <p14:cNvContentPartPr/>
                <p14:nvPr/>
              </p14:nvContentPartPr>
              <p14:xfrm>
                <a:off x="5083486" y="5783357"/>
                <a:ext cx="254520" cy="180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875B6F-AAC6-2DC3-DFE9-D939184723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74486" y="5774357"/>
                  <a:ext cx="27216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8985F7D-7BD7-108A-4BEF-2C0F07437F7C}"/>
              </a:ext>
            </a:extLst>
          </p:cNvPr>
          <p:cNvGrpSpPr/>
          <p:nvPr/>
        </p:nvGrpSpPr>
        <p:grpSpPr>
          <a:xfrm>
            <a:off x="8149606" y="223517"/>
            <a:ext cx="2291400" cy="992160"/>
            <a:chOff x="8149606" y="223517"/>
            <a:chExt cx="2291400" cy="99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7D957AC-559A-4AE2-6470-42FAF9D163F0}"/>
                    </a:ext>
                  </a:extLst>
                </p14:cNvPr>
                <p14:cNvContentPartPr/>
                <p14:nvPr/>
              </p14:nvContentPartPr>
              <p14:xfrm>
                <a:off x="8155366" y="250877"/>
                <a:ext cx="241200" cy="330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7D957AC-559A-4AE2-6470-42FAF9D163F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46366" y="241877"/>
                  <a:ext cx="258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9D600A1-23F6-98F9-51AE-8F250C6903AA}"/>
                    </a:ext>
                  </a:extLst>
                </p14:cNvPr>
                <p14:cNvContentPartPr/>
                <p14:nvPr/>
              </p14:nvContentPartPr>
              <p14:xfrm>
                <a:off x="8511406" y="338357"/>
                <a:ext cx="91440" cy="214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9D600A1-23F6-98F9-51AE-8F250C6903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502406" y="329342"/>
                  <a:ext cx="109080" cy="2318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05A027F-3321-DDE5-00E4-C8427FBFB9E0}"/>
                    </a:ext>
                  </a:extLst>
                </p14:cNvPr>
                <p14:cNvContentPartPr/>
                <p14:nvPr/>
              </p14:nvContentPartPr>
              <p14:xfrm>
                <a:off x="8457046" y="451757"/>
                <a:ext cx="162000" cy="30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05A027F-3321-DDE5-00E4-C8427FBFB9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48066" y="442757"/>
                  <a:ext cx="179601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8661A5E-640F-E946-D0F9-6247427F188C}"/>
                    </a:ext>
                  </a:extLst>
                </p14:cNvPr>
                <p14:cNvContentPartPr/>
                <p14:nvPr/>
              </p14:nvContentPartPr>
              <p14:xfrm>
                <a:off x="8706886" y="223517"/>
                <a:ext cx="276120" cy="344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8661A5E-640F-E946-D0F9-6247427F188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97886" y="214517"/>
                  <a:ext cx="2937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FA9C34-268E-8A51-46FB-C0B63E407046}"/>
                    </a:ext>
                  </a:extLst>
                </p14:cNvPr>
                <p14:cNvContentPartPr/>
                <p14:nvPr/>
              </p14:nvContentPartPr>
              <p14:xfrm>
                <a:off x="8216206" y="834797"/>
                <a:ext cx="101160" cy="270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FA9C34-268E-8A51-46FB-C0B63E40704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07206" y="825797"/>
                  <a:ext cx="1188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3D1C99A-57FC-519E-19F0-CC77A8F2C073}"/>
                    </a:ext>
                  </a:extLst>
                </p14:cNvPr>
                <p14:cNvContentPartPr/>
                <p14:nvPr/>
              </p14:nvContentPartPr>
              <p14:xfrm>
                <a:off x="8149606" y="755597"/>
                <a:ext cx="243360" cy="167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3D1C99A-57FC-519E-19F0-CC77A8F2C07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40606" y="746597"/>
                  <a:ext cx="261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24A254-8D6A-4046-20E2-E4897AA67A80}"/>
                    </a:ext>
                  </a:extLst>
                </p14:cNvPr>
                <p14:cNvContentPartPr/>
                <p14:nvPr/>
              </p14:nvContentPartPr>
              <p14:xfrm>
                <a:off x="8608606" y="991037"/>
                <a:ext cx="88200" cy="19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24A254-8D6A-4046-20E2-E4897AA67A8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99606" y="982037"/>
                  <a:ext cx="105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FE8B31-0449-25A4-7851-A1EB5C8F78D4}"/>
                    </a:ext>
                  </a:extLst>
                </p14:cNvPr>
                <p14:cNvContentPartPr/>
                <p14:nvPr/>
              </p14:nvContentPartPr>
              <p14:xfrm>
                <a:off x="8585926" y="1043597"/>
                <a:ext cx="110160" cy="13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FE8B31-0449-25A4-7851-A1EB5C8F78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76926" y="1034828"/>
                  <a:ext cx="127800" cy="308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D2A5B0-7E78-AAB1-353E-30C69D64973E}"/>
                    </a:ext>
                  </a:extLst>
                </p14:cNvPr>
                <p14:cNvContentPartPr/>
                <p14:nvPr/>
              </p14:nvContentPartPr>
              <p14:xfrm>
                <a:off x="8864566" y="793757"/>
                <a:ext cx="177840" cy="421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D2A5B0-7E78-AAB1-353E-30C69D64973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55566" y="784757"/>
                  <a:ext cx="1954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351BCF6-9627-C6B3-D4B9-A85075E6550E}"/>
                    </a:ext>
                  </a:extLst>
                </p14:cNvPr>
                <p14:cNvContentPartPr/>
                <p14:nvPr/>
              </p14:nvContentPartPr>
              <p14:xfrm>
                <a:off x="9197566" y="888797"/>
                <a:ext cx="214200" cy="167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51BCF6-9627-C6B3-D4B9-A85075E655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88566" y="879797"/>
                  <a:ext cx="231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6EAE15-4C2C-146F-70B6-EF8D1657E763}"/>
                    </a:ext>
                  </a:extLst>
                </p14:cNvPr>
                <p14:cNvContentPartPr/>
                <p14:nvPr/>
              </p14:nvContentPartPr>
              <p14:xfrm>
                <a:off x="9256246" y="966917"/>
                <a:ext cx="154080" cy="40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6EAE15-4C2C-146F-70B6-EF8D1657E76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47246" y="957917"/>
                  <a:ext cx="171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2CCB07D-CF79-135A-A5A1-8BF6CD94E975}"/>
                    </a:ext>
                  </a:extLst>
                </p14:cNvPr>
                <p14:cNvContentPartPr/>
                <p14:nvPr/>
              </p14:nvContentPartPr>
              <p14:xfrm>
                <a:off x="9622726" y="880877"/>
                <a:ext cx="6120" cy="180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2CCB07D-CF79-135A-A5A1-8BF6CD94E97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613726" y="871877"/>
                  <a:ext cx="23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EF3462F-0488-6952-4F0C-A9BC943FD69F}"/>
                    </a:ext>
                  </a:extLst>
                </p14:cNvPr>
                <p14:cNvContentPartPr/>
                <p14:nvPr/>
              </p14:nvContentPartPr>
              <p14:xfrm>
                <a:off x="9533446" y="978437"/>
                <a:ext cx="155520" cy="29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EF3462F-0488-6952-4F0C-A9BC943FD69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24446" y="969437"/>
                  <a:ext cx="173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A617B7-AEF5-C18B-ACA9-5A56D79F23E1}"/>
                    </a:ext>
                  </a:extLst>
                </p14:cNvPr>
                <p14:cNvContentPartPr/>
                <p14:nvPr/>
              </p14:nvContentPartPr>
              <p14:xfrm>
                <a:off x="9872206" y="847397"/>
                <a:ext cx="221040" cy="167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A617B7-AEF5-C18B-ACA9-5A56D79F23E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63221" y="838397"/>
                  <a:ext cx="238651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5CBDAA-DDF6-31C3-2C0A-93BAC2406F93}"/>
                    </a:ext>
                  </a:extLst>
                </p14:cNvPr>
                <p14:cNvContentPartPr/>
                <p14:nvPr/>
              </p14:nvContentPartPr>
              <p14:xfrm>
                <a:off x="9946726" y="597557"/>
                <a:ext cx="87480" cy="180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5CBDAA-DDF6-31C3-2C0A-93BAC2406F9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37726" y="588557"/>
                  <a:ext cx="105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AA7245-6C77-5480-5AD4-546C0732FEF3}"/>
                    </a:ext>
                  </a:extLst>
                </p14:cNvPr>
                <p14:cNvContentPartPr/>
                <p14:nvPr/>
              </p14:nvContentPartPr>
              <p14:xfrm>
                <a:off x="10209886" y="756317"/>
                <a:ext cx="231120" cy="24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AA7245-6C77-5480-5AD4-546C0732FE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00886" y="747317"/>
                  <a:ext cx="24876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196D7AE-D365-5BF5-FDA9-D8015139A42A}"/>
              </a:ext>
            </a:extLst>
          </p:cNvPr>
          <p:cNvGrpSpPr/>
          <p:nvPr/>
        </p:nvGrpSpPr>
        <p:grpSpPr>
          <a:xfrm>
            <a:off x="10730806" y="669197"/>
            <a:ext cx="1180440" cy="440640"/>
            <a:chOff x="10730806" y="669197"/>
            <a:chExt cx="1180440" cy="44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1672F4-EC38-F97A-21AC-6DF79DCE552F}"/>
                    </a:ext>
                  </a:extLst>
                </p14:cNvPr>
                <p14:cNvContentPartPr/>
                <p14:nvPr/>
              </p14:nvContentPartPr>
              <p14:xfrm>
                <a:off x="10730806" y="965837"/>
                <a:ext cx="80280" cy="1213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1672F4-EC38-F97A-21AC-6DF79DCE55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21806" y="956864"/>
                  <a:ext cx="97920" cy="1389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39E66C9-04CF-28F0-EA29-909F51E39944}"/>
                    </a:ext>
                  </a:extLst>
                </p14:cNvPr>
                <p14:cNvContentPartPr/>
                <p14:nvPr/>
              </p14:nvContentPartPr>
              <p14:xfrm>
                <a:off x="10986046" y="683237"/>
                <a:ext cx="212040" cy="31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39E66C9-04CF-28F0-EA29-909F51E3994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77046" y="674237"/>
                  <a:ext cx="2296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81A41D0-807A-78C7-B5C6-7A1B68CE6785}"/>
                    </a:ext>
                  </a:extLst>
                </p14:cNvPr>
                <p14:cNvContentPartPr/>
                <p14:nvPr/>
              </p14:nvContentPartPr>
              <p14:xfrm>
                <a:off x="11299606" y="825437"/>
                <a:ext cx="87480" cy="144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81A41D0-807A-78C7-B5C6-7A1B68CE67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90606" y="816437"/>
                  <a:ext cx="105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44843B9-CE66-6F2C-BFCE-064DC8C8DD28}"/>
                    </a:ext>
                  </a:extLst>
                </p14:cNvPr>
                <p14:cNvContentPartPr/>
                <p14:nvPr/>
              </p14:nvContentPartPr>
              <p14:xfrm>
                <a:off x="11283406" y="895277"/>
                <a:ext cx="141840" cy="27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44843B9-CE66-6F2C-BFCE-064DC8C8DD2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274429" y="886395"/>
                  <a:ext cx="159435" cy="444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F98869-29CB-6380-4C5F-1C1C4F662DE2}"/>
                    </a:ext>
                  </a:extLst>
                </p14:cNvPr>
                <p14:cNvContentPartPr/>
                <p14:nvPr/>
              </p14:nvContentPartPr>
              <p14:xfrm>
                <a:off x="11503726" y="753797"/>
                <a:ext cx="199800" cy="240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F98869-29CB-6380-4C5F-1C1C4F662D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494726" y="744797"/>
                  <a:ext cx="217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03027CB-A573-83B7-45E5-5A18E60B6D8D}"/>
                    </a:ext>
                  </a:extLst>
                </p14:cNvPr>
                <p14:cNvContentPartPr/>
                <p14:nvPr/>
              </p14:nvContentPartPr>
              <p14:xfrm>
                <a:off x="11740606" y="669197"/>
                <a:ext cx="170640" cy="440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03027CB-A573-83B7-45E5-5A18E60B6D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731606" y="660197"/>
                  <a:ext cx="188280" cy="45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61E5D73-E984-29F9-3663-4910B10B2F93}"/>
                  </a:ext>
                </a:extLst>
              </p14:cNvPr>
              <p14:cNvContentPartPr/>
              <p14:nvPr/>
            </p14:nvContentPartPr>
            <p14:xfrm>
              <a:off x="6632926" y="2047277"/>
              <a:ext cx="720000" cy="5299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61E5D73-E984-29F9-3663-4910B10B2F9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623930" y="2038277"/>
                <a:ext cx="737631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86394C4-54B7-47A0-CA02-68F42D23CBD8}"/>
                  </a:ext>
                </a:extLst>
              </p14:cNvPr>
              <p14:cNvContentPartPr/>
              <p14:nvPr/>
            </p14:nvContentPartPr>
            <p14:xfrm>
              <a:off x="8372086" y="3707237"/>
              <a:ext cx="700560" cy="6868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86394C4-54B7-47A0-CA02-68F42D23CBD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63086" y="3698237"/>
                <a:ext cx="718200" cy="7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F77861E-69CA-EA31-10F3-05EFB5A2C8E3}"/>
                  </a:ext>
                </a:extLst>
              </p14:cNvPr>
              <p14:cNvContentPartPr/>
              <p14:nvPr/>
            </p14:nvContentPartPr>
            <p14:xfrm>
              <a:off x="4932286" y="5429837"/>
              <a:ext cx="780120" cy="8002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F77861E-69CA-EA31-10F3-05EFB5A2C8E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923290" y="5420837"/>
                <a:ext cx="797752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DEC68A1-43B7-586F-BDF6-47211AB1BBAB}"/>
                  </a:ext>
                </a:extLst>
              </p14:cNvPr>
              <p14:cNvContentPartPr/>
              <p14:nvPr/>
            </p14:nvContentPartPr>
            <p14:xfrm>
              <a:off x="9926206" y="1157357"/>
              <a:ext cx="160920" cy="781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DEC68A1-43B7-586F-BDF6-47211AB1BBA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917206" y="1148357"/>
                <a:ext cx="17856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8B2A7BEB-F84C-1DDA-3283-429AC8C5CB35}"/>
              </a:ext>
            </a:extLst>
          </p:cNvPr>
          <p:cNvGrpSpPr/>
          <p:nvPr/>
        </p:nvGrpSpPr>
        <p:grpSpPr>
          <a:xfrm>
            <a:off x="9937006" y="1399637"/>
            <a:ext cx="242640" cy="564840"/>
            <a:chOff x="9937006" y="1399637"/>
            <a:chExt cx="242640" cy="56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ED72BAA-84BA-398E-7210-24A4585E497C}"/>
                    </a:ext>
                  </a:extLst>
                </p14:cNvPr>
                <p14:cNvContentPartPr/>
                <p14:nvPr/>
              </p14:nvContentPartPr>
              <p14:xfrm>
                <a:off x="9937006" y="1399637"/>
                <a:ext cx="242640" cy="186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ED72BAA-84BA-398E-7210-24A4585E497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28006" y="1390637"/>
                  <a:ext cx="260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99B6C07-1A28-263D-FC87-4218D968070B}"/>
                    </a:ext>
                  </a:extLst>
                </p14:cNvPr>
                <p14:cNvContentPartPr/>
                <p14:nvPr/>
              </p14:nvContentPartPr>
              <p14:xfrm>
                <a:off x="9967966" y="1684757"/>
                <a:ext cx="144360" cy="279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99B6C07-1A28-263D-FC87-4218D968070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58966" y="1675757"/>
                  <a:ext cx="162000" cy="29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087CEC5-01B1-9732-886B-C90C6B85E773}"/>
                  </a:ext>
                </a:extLst>
              </p14:cNvPr>
              <p14:cNvContentPartPr/>
              <p14:nvPr/>
            </p14:nvContentPartPr>
            <p14:xfrm>
              <a:off x="6822646" y="2974637"/>
              <a:ext cx="419040" cy="4532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087CEC5-01B1-9732-886B-C90C6B85E77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804661" y="2956651"/>
                <a:ext cx="454649" cy="488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5A900CF-D72D-E954-32E1-36DAD8D4DBEF}"/>
                  </a:ext>
                </a:extLst>
              </p14:cNvPr>
              <p14:cNvContentPartPr/>
              <p14:nvPr/>
            </p14:nvContentPartPr>
            <p14:xfrm>
              <a:off x="7742446" y="3880757"/>
              <a:ext cx="318240" cy="3589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5A900CF-D72D-E954-32E1-36DAD8D4DBE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724446" y="3862757"/>
                <a:ext cx="35388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8A10EC93-D88B-39D9-1B11-2C6DE7369751}"/>
                  </a:ext>
                </a:extLst>
              </p14:cNvPr>
              <p14:cNvContentPartPr/>
              <p14:nvPr/>
            </p14:nvContentPartPr>
            <p14:xfrm>
              <a:off x="5930926" y="4710197"/>
              <a:ext cx="334440" cy="4356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8A10EC93-D88B-39D9-1B11-2C6DE736975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912945" y="4692197"/>
                <a:ext cx="370042" cy="47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94281F5-9982-F737-A09A-C29E8C66029B}"/>
                  </a:ext>
                </a:extLst>
              </p14:cNvPr>
              <p14:cNvContentPartPr/>
              <p14:nvPr/>
            </p14:nvContentPartPr>
            <p14:xfrm>
              <a:off x="6403966" y="4814597"/>
              <a:ext cx="258120" cy="2790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94281F5-9982-F737-A09A-C29E8C66029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385966" y="4796620"/>
                <a:ext cx="293760" cy="314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344B66C-7BC8-9632-6485-DF56F876141E}"/>
                  </a:ext>
                </a:extLst>
              </p14:cNvPr>
              <p14:cNvContentPartPr/>
              <p14:nvPr/>
            </p14:nvContentPartPr>
            <p14:xfrm>
              <a:off x="5930926" y="4362077"/>
              <a:ext cx="250920" cy="2516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344B66C-7BC8-9632-6485-DF56F876141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912900" y="4344077"/>
                <a:ext cx="286611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5E10BC7-7E8D-AD51-D0BF-89A19F6A98D4}"/>
                  </a:ext>
                </a:extLst>
              </p14:cNvPr>
              <p14:cNvContentPartPr/>
              <p14:nvPr/>
            </p14:nvContentPartPr>
            <p14:xfrm>
              <a:off x="5533126" y="5260277"/>
              <a:ext cx="231480" cy="2563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5E10BC7-7E8D-AD51-D0BF-89A19F6A98D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15126" y="5242302"/>
                <a:ext cx="267120" cy="2919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7617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E6D4-BCE5-4F37-A9FD-133928B6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err="1">
                <a:latin typeface="TeXGyrePagella-Italic" panose="02000603020200000004" pitchFamily="50" charset="0"/>
              </a:rPr>
              <a:t>Nelder</a:t>
            </a:r>
            <a:r>
              <a:rPr lang="en-US" b="0" i="1" u="none" strike="noStrike" baseline="0">
                <a:latin typeface="TeXGyrePagella-Italic" panose="02000603020200000004" pitchFamily="50" charset="0"/>
              </a:rPr>
              <a:t>-Mead Simplex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BB3CD-3D2D-4F70-AD98-9BE180E83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Uses simple algorithm to traverse search space using set of points defining a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simplex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FB3AB95-7C0C-420F-91BF-12F6E002B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057110"/>
            <a:ext cx="10506519" cy="26598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104EC-BFDC-48FB-B26E-AE9F5BA6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13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CDCE09-64E9-C6FF-4AC0-6D0674B77E47}"/>
              </a:ext>
            </a:extLst>
          </p:cNvPr>
          <p:cNvGrpSpPr/>
          <p:nvPr/>
        </p:nvGrpSpPr>
        <p:grpSpPr>
          <a:xfrm>
            <a:off x="953926" y="4591757"/>
            <a:ext cx="243720" cy="223920"/>
            <a:chOff x="953926" y="4591757"/>
            <a:chExt cx="24372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C7BB058-41D4-1F07-D153-ED8CFF49C393}"/>
                    </a:ext>
                  </a:extLst>
                </p14:cNvPr>
                <p14:cNvContentPartPr/>
                <p14:nvPr/>
              </p14:nvContentPartPr>
              <p14:xfrm>
                <a:off x="953926" y="4591757"/>
                <a:ext cx="219960" cy="87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C7BB058-41D4-1F07-D153-ED8CFF49C3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5926" y="4573757"/>
                  <a:ext cx="2556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A1E2FC7-DAF8-F2FF-56F4-0150E0D2D57A}"/>
                    </a:ext>
                  </a:extLst>
                </p14:cNvPr>
                <p14:cNvContentPartPr/>
                <p14:nvPr/>
              </p14:nvContentPartPr>
              <p14:xfrm>
                <a:off x="966166" y="4685717"/>
                <a:ext cx="231480" cy="129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A1E2FC7-DAF8-F2FF-56F4-0150E0D2D57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8166" y="4667717"/>
                  <a:ext cx="267120" cy="16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BC235BD-AD20-DB66-4318-FE0370FF67A7}"/>
                  </a:ext>
                </a:extLst>
              </p14:cNvPr>
              <p14:cNvContentPartPr/>
              <p14:nvPr/>
            </p14:nvContentPartPr>
            <p14:xfrm>
              <a:off x="2402566" y="3247877"/>
              <a:ext cx="297000" cy="136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BC235BD-AD20-DB66-4318-FE0370FF67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84566" y="3229877"/>
                <a:ext cx="3326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FCE9F0C-7730-826A-3151-F8A74818215D}"/>
                  </a:ext>
                </a:extLst>
              </p14:cNvPr>
              <p14:cNvContentPartPr/>
              <p14:nvPr/>
            </p14:nvContentPartPr>
            <p14:xfrm>
              <a:off x="3891886" y="4620917"/>
              <a:ext cx="250560" cy="114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FCE9F0C-7730-826A-3151-F8A74818215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73886" y="4602860"/>
                <a:ext cx="286200" cy="150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28C526B-6DA3-CB37-73C5-129B2BFA0DE9}"/>
                  </a:ext>
                </a:extLst>
              </p14:cNvPr>
              <p14:cNvContentPartPr/>
              <p14:nvPr/>
            </p14:nvContentPartPr>
            <p14:xfrm>
              <a:off x="5202286" y="3311957"/>
              <a:ext cx="234720" cy="133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28C526B-6DA3-CB37-73C5-129B2BFA0D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84286" y="3293957"/>
                <a:ext cx="27036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F57C54F-DB4B-181A-7FAC-92E020B2F0B8}"/>
                  </a:ext>
                </a:extLst>
              </p14:cNvPr>
              <p14:cNvContentPartPr/>
              <p14:nvPr/>
            </p14:nvContentPartPr>
            <p14:xfrm>
              <a:off x="5458966" y="5429837"/>
              <a:ext cx="127080" cy="1342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F57C54F-DB4B-181A-7FAC-92E020B2F0B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40966" y="5411837"/>
                <a:ext cx="16272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4EE5C82-1CAD-A38F-4731-B7E67470A1BA}"/>
                  </a:ext>
                </a:extLst>
              </p14:cNvPr>
              <p14:cNvContentPartPr/>
              <p14:nvPr/>
            </p14:nvContentPartPr>
            <p14:xfrm>
              <a:off x="2538646" y="3771317"/>
              <a:ext cx="696240" cy="739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4EE5C82-1CAD-A38F-4731-B7E67470A1B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20646" y="3753317"/>
                <a:ext cx="731880" cy="7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8DFB54F-6C5B-C2F6-BA4F-BDFD6C97DF45}"/>
                  </a:ext>
                </a:extLst>
              </p14:cNvPr>
              <p14:cNvContentPartPr/>
              <p14:nvPr/>
            </p14:nvContentPartPr>
            <p14:xfrm>
              <a:off x="5875126" y="3743237"/>
              <a:ext cx="753120" cy="672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8DFB54F-6C5B-C2F6-BA4F-BDFD6C97DF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57126" y="3725237"/>
                <a:ext cx="788760" cy="70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98C5B97-E1DB-1F28-9187-BA7200879E47}"/>
                  </a:ext>
                </a:extLst>
              </p14:cNvPr>
              <p14:cNvContentPartPr/>
              <p14:nvPr/>
            </p14:nvContentPartPr>
            <p14:xfrm>
              <a:off x="7363726" y="3910637"/>
              <a:ext cx="660240" cy="650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98C5B97-E1DB-1F28-9187-BA7200879E4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45736" y="3892637"/>
                <a:ext cx="695861" cy="68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D8F6993-EFF9-E148-FAD4-1915A59BE893}"/>
              </a:ext>
            </a:extLst>
          </p:cNvPr>
          <p:cNvGrpSpPr/>
          <p:nvPr/>
        </p:nvGrpSpPr>
        <p:grpSpPr>
          <a:xfrm>
            <a:off x="2693086" y="2462717"/>
            <a:ext cx="1762920" cy="761400"/>
            <a:chOff x="2693086" y="2462717"/>
            <a:chExt cx="1762920" cy="76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E9AB974-7902-262B-DD01-93DCF1662E43}"/>
                    </a:ext>
                  </a:extLst>
                </p14:cNvPr>
                <p14:cNvContentPartPr/>
                <p14:nvPr/>
              </p14:nvContentPartPr>
              <p14:xfrm>
                <a:off x="2693086" y="2996597"/>
                <a:ext cx="211680" cy="227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E9AB974-7902-262B-DD01-93DCF1662E4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75086" y="2978597"/>
                  <a:ext cx="247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EF12480-C935-EAE0-A510-92CE5F56AAE5}"/>
                    </a:ext>
                  </a:extLst>
                </p14:cNvPr>
                <p14:cNvContentPartPr/>
                <p14:nvPr/>
              </p14:nvContentPartPr>
              <p14:xfrm>
                <a:off x="2968486" y="2929277"/>
                <a:ext cx="390240" cy="153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EF12480-C935-EAE0-A510-92CE5F56AA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50486" y="2911319"/>
                  <a:ext cx="425880" cy="1889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28D0929-7D3D-B164-91C4-8A0825E65C47}"/>
                    </a:ext>
                  </a:extLst>
                </p14:cNvPr>
                <p14:cNvContentPartPr/>
                <p14:nvPr/>
              </p14:nvContentPartPr>
              <p14:xfrm>
                <a:off x="3373486" y="2707877"/>
                <a:ext cx="153360" cy="288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28D0929-7D3D-B164-91C4-8A0825E65C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55486" y="2689877"/>
                  <a:ext cx="1890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AB07BE-B6D0-3F47-C0EC-98F73FCB7AEB}"/>
                    </a:ext>
                  </a:extLst>
                </p14:cNvPr>
                <p14:cNvContentPartPr/>
                <p14:nvPr/>
              </p14:nvContentPartPr>
              <p14:xfrm>
                <a:off x="3782086" y="2462717"/>
                <a:ext cx="673920" cy="418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AB07BE-B6D0-3F47-C0EC-98F73FCB7AE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64096" y="2444717"/>
                  <a:ext cx="709541" cy="45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9A53EDF-4895-C57F-BF44-E25F1C24E100}"/>
              </a:ext>
            </a:extLst>
          </p:cNvPr>
          <p:cNvGrpSpPr/>
          <p:nvPr/>
        </p:nvGrpSpPr>
        <p:grpSpPr>
          <a:xfrm>
            <a:off x="456406" y="6301037"/>
            <a:ext cx="650880" cy="418320"/>
            <a:chOff x="456406" y="6301037"/>
            <a:chExt cx="65088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31BB73-5741-661D-E9E8-7F0A8BCE932C}"/>
                    </a:ext>
                  </a:extLst>
                </p14:cNvPr>
                <p14:cNvContentPartPr/>
                <p14:nvPr/>
              </p14:nvContentPartPr>
              <p14:xfrm>
                <a:off x="456406" y="6301037"/>
                <a:ext cx="262440" cy="27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31BB73-5741-661D-E9E8-7F0A8BCE932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8381" y="6283037"/>
                  <a:ext cx="298129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5D92203-34A7-E906-1B56-CCACA1DE2EB8}"/>
                    </a:ext>
                  </a:extLst>
                </p14:cNvPr>
                <p14:cNvContentPartPr/>
                <p14:nvPr/>
              </p14:nvContentPartPr>
              <p14:xfrm>
                <a:off x="529126" y="6444677"/>
                <a:ext cx="95400" cy="44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5D92203-34A7-E906-1B56-CCACA1DE2EB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1126" y="6426677"/>
                  <a:ext cx="1310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324AF82-875F-EF1B-F200-2C6FE78297AD}"/>
                    </a:ext>
                  </a:extLst>
                </p14:cNvPr>
                <p14:cNvContentPartPr/>
                <p14:nvPr/>
              </p14:nvContentPartPr>
              <p14:xfrm>
                <a:off x="745486" y="6582917"/>
                <a:ext cx="176400" cy="136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324AF82-875F-EF1B-F200-2C6FE78297A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7486" y="6564917"/>
                  <a:ext cx="212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A952E74-93A8-313C-298E-CFF46675078C}"/>
                    </a:ext>
                  </a:extLst>
                </p14:cNvPr>
                <p14:cNvContentPartPr/>
                <p14:nvPr/>
              </p14:nvContentPartPr>
              <p14:xfrm>
                <a:off x="1019086" y="6467717"/>
                <a:ext cx="81000" cy="33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A952E74-93A8-313C-298E-CFF46675078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1166" y="6449717"/>
                  <a:ext cx="116482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F9B79D-9387-CEB8-1C22-CB5FC14B1E91}"/>
                    </a:ext>
                  </a:extLst>
                </p14:cNvPr>
                <p14:cNvContentPartPr/>
                <p14:nvPr/>
              </p14:nvContentPartPr>
              <p14:xfrm>
                <a:off x="1053286" y="6524237"/>
                <a:ext cx="54000" cy="43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F9B79D-9387-CEB8-1C22-CB5FC14B1E9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5165" y="6506237"/>
                  <a:ext cx="89879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F9862BB-8468-5823-9138-6F11C868958B}"/>
              </a:ext>
            </a:extLst>
          </p:cNvPr>
          <p:cNvGrpSpPr/>
          <p:nvPr/>
        </p:nvGrpSpPr>
        <p:grpSpPr>
          <a:xfrm>
            <a:off x="1416886" y="6245597"/>
            <a:ext cx="232200" cy="379080"/>
            <a:chOff x="1416886" y="6245597"/>
            <a:chExt cx="232200" cy="37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B3FA37F-A6F5-C470-7F7D-533B6BA2E310}"/>
                    </a:ext>
                  </a:extLst>
                </p14:cNvPr>
                <p14:cNvContentPartPr/>
                <p14:nvPr/>
              </p14:nvContentPartPr>
              <p14:xfrm>
                <a:off x="1416886" y="6385997"/>
                <a:ext cx="232200" cy="23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B3FA37F-A6F5-C470-7F7D-533B6BA2E3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98858" y="6367997"/>
                  <a:ext cx="267895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139713E-9A96-34BC-C612-42A33D330AB0}"/>
                    </a:ext>
                  </a:extLst>
                </p14:cNvPr>
                <p14:cNvContentPartPr/>
                <p14:nvPr/>
              </p14:nvContentPartPr>
              <p14:xfrm>
                <a:off x="1437766" y="6482117"/>
                <a:ext cx="122040" cy="81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139713E-9A96-34BC-C612-42A33D330AB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19766" y="6464037"/>
                  <a:ext cx="157680" cy="1171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2269E10-D3F5-C4DB-3BCE-3731C6D5FB1A}"/>
                    </a:ext>
                  </a:extLst>
                </p14:cNvPr>
                <p14:cNvContentPartPr/>
                <p14:nvPr/>
              </p14:nvContentPartPr>
              <p14:xfrm>
                <a:off x="1439926" y="6245597"/>
                <a:ext cx="158040" cy="72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2269E10-D3F5-C4DB-3BCE-3731C6D5FB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21926" y="6227597"/>
                  <a:ext cx="1936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0A456A4-B8B1-0218-B01D-2FD6D20C2E79}"/>
              </a:ext>
            </a:extLst>
          </p:cNvPr>
          <p:cNvGrpSpPr/>
          <p:nvPr/>
        </p:nvGrpSpPr>
        <p:grpSpPr>
          <a:xfrm>
            <a:off x="2328766" y="4170917"/>
            <a:ext cx="194040" cy="204120"/>
            <a:chOff x="2328766" y="4170917"/>
            <a:chExt cx="194040" cy="2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52C4142-47B0-43A1-5876-7D865622D386}"/>
                    </a:ext>
                  </a:extLst>
                </p14:cNvPr>
                <p14:cNvContentPartPr/>
                <p14:nvPr/>
              </p14:nvContentPartPr>
              <p14:xfrm>
                <a:off x="2417326" y="4234997"/>
                <a:ext cx="37440" cy="20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52C4142-47B0-43A1-5876-7D865622D3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99326" y="4216670"/>
                  <a:ext cx="73080" cy="564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2245A7-70FF-E218-6064-1416DC4BDAA4}"/>
                    </a:ext>
                  </a:extLst>
                </p14:cNvPr>
                <p14:cNvContentPartPr/>
                <p14:nvPr/>
              </p14:nvContentPartPr>
              <p14:xfrm>
                <a:off x="2328766" y="4170917"/>
                <a:ext cx="194040" cy="20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2245A7-70FF-E218-6064-1416DC4BDA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10766" y="4152917"/>
                  <a:ext cx="22968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8798E6C-2730-86D2-F65C-F4CF9ABE82C9}"/>
                  </a:ext>
                </a:extLst>
              </p14:cNvPr>
              <p14:cNvContentPartPr/>
              <p14:nvPr/>
            </p14:nvContentPartPr>
            <p14:xfrm>
              <a:off x="1247686" y="4384037"/>
              <a:ext cx="102600" cy="101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8798E6C-2730-86D2-F65C-F4CF9ABE82C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229686" y="4366037"/>
                <a:ext cx="1382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6A4A866-EBF4-E9A5-0638-399247B7BCD1}"/>
                  </a:ext>
                </a:extLst>
              </p14:cNvPr>
              <p14:cNvContentPartPr/>
              <p14:nvPr/>
            </p14:nvContentPartPr>
            <p14:xfrm>
              <a:off x="1306726" y="4431197"/>
              <a:ext cx="27720" cy="28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6A4A866-EBF4-E9A5-0638-399247B7BCD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288726" y="4413197"/>
                <a:ext cx="633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171FFFE-4C5D-A83F-DF47-DB7C03A17E37}"/>
                  </a:ext>
                </a:extLst>
              </p14:cNvPr>
              <p14:cNvContentPartPr/>
              <p14:nvPr/>
            </p14:nvContentPartPr>
            <p14:xfrm>
              <a:off x="3372046" y="4048517"/>
              <a:ext cx="194040" cy="1792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171FFFE-4C5D-A83F-DF47-DB7C03A17E3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54046" y="4030517"/>
                <a:ext cx="2296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787C0F6-05D0-80BF-1AE7-3E4E46147A12}"/>
                  </a:ext>
                </a:extLst>
              </p14:cNvPr>
              <p14:cNvContentPartPr/>
              <p14:nvPr/>
            </p14:nvContentPartPr>
            <p14:xfrm>
              <a:off x="5379006" y="4192902"/>
              <a:ext cx="24120" cy="12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787C0F6-05D0-80BF-1AE7-3E4E46147A1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361271" y="4174357"/>
                <a:ext cx="59236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A56876FF-9EEA-5FF2-D2A9-16C570FAEE02}"/>
              </a:ext>
            </a:extLst>
          </p:cNvPr>
          <p:cNvGrpSpPr/>
          <p:nvPr/>
        </p:nvGrpSpPr>
        <p:grpSpPr>
          <a:xfrm>
            <a:off x="6288726" y="4017942"/>
            <a:ext cx="107280" cy="19080"/>
            <a:chOff x="6288726" y="4017942"/>
            <a:chExt cx="107280" cy="1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682DB0-B33B-E450-33F9-75B7B12A62F7}"/>
                    </a:ext>
                  </a:extLst>
                </p14:cNvPr>
                <p14:cNvContentPartPr/>
                <p14:nvPr/>
              </p14:nvContentPartPr>
              <p14:xfrm>
                <a:off x="6288726" y="4024422"/>
                <a:ext cx="69840" cy="126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682DB0-B33B-E450-33F9-75B7B12A62F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70633" y="4006422"/>
                  <a:ext cx="105665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6018BD6-728C-6CDF-9E00-436C80BAC2A4}"/>
                    </a:ext>
                  </a:extLst>
                </p14:cNvPr>
                <p14:cNvContentPartPr/>
                <p14:nvPr/>
              </p14:nvContentPartPr>
              <p14:xfrm>
                <a:off x="6382686" y="4017942"/>
                <a:ext cx="13320" cy="2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6018BD6-728C-6CDF-9E00-436C80BAC2A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65160" y="3999942"/>
                  <a:ext cx="48022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58BB25D7-23D1-2292-EB5C-5CA832C28A7B}"/>
                  </a:ext>
                </a:extLst>
              </p14:cNvPr>
              <p14:cNvContentPartPr/>
              <p14:nvPr/>
            </p14:nvContentPartPr>
            <p14:xfrm>
              <a:off x="5818926" y="4445262"/>
              <a:ext cx="273960" cy="1227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58BB25D7-23D1-2292-EB5C-5CA832C28A7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800926" y="4427262"/>
                <a:ext cx="30960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F15CB98-0F56-39DB-D139-2B245A8895D1}"/>
                  </a:ext>
                </a:extLst>
              </p14:cNvPr>
              <p14:cNvContentPartPr/>
              <p14:nvPr/>
            </p14:nvContentPartPr>
            <p14:xfrm>
              <a:off x="7684806" y="3864222"/>
              <a:ext cx="755280" cy="1998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F15CB98-0F56-39DB-D139-2B245A8895D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666815" y="3846222"/>
                <a:ext cx="790903" cy="23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8715A939-4B93-6229-48E0-83E06E8841E3}"/>
              </a:ext>
            </a:extLst>
          </p:cNvPr>
          <p:cNvGrpSpPr/>
          <p:nvPr/>
        </p:nvGrpSpPr>
        <p:grpSpPr>
          <a:xfrm>
            <a:off x="10010046" y="4096782"/>
            <a:ext cx="1546560" cy="1486080"/>
            <a:chOff x="10010046" y="4096782"/>
            <a:chExt cx="1546560" cy="148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E9C513B-7D8D-1FB8-D429-D9ABFDA12556}"/>
                    </a:ext>
                  </a:extLst>
                </p14:cNvPr>
                <p14:cNvContentPartPr/>
                <p14:nvPr/>
              </p14:nvContentPartPr>
              <p14:xfrm>
                <a:off x="11101206" y="4096782"/>
                <a:ext cx="135000" cy="620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E9C513B-7D8D-1FB8-D429-D9ABFDA1255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83206" y="4078782"/>
                  <a:ext cx="170640" cy="65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861E98B-25E7-6CA3-4CFC-1E15FD4FA176}"/>
                    </a:ext>
                  </a:extLst>
                </p14:cNvPr>
                <p14:cNvContentPartPr/>
                <p14:nvPr/>
              </p14:nvContentPartPr>
              <p14:xfrm>
                <a:off x="10010046" y="4844142"/>
                <a:ext cx="669240" cy="2361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861E98B-25E7-6CA3-4CFC-1E15FD4FA17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92036" y="4826169"/>
                  <a:ext cx="704899" cy="2717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F7002FD-38C9-43B9-C54F-6B2655D2D147}"/>
                    </a:ext>
                  </a:extLst>
                </p14:cNvPr>
                <p14:cNvContentPartPr/>
                <p14:nvPr/>
              </p14:nvContentPartPr>
              <p14:xfrm>
                <a:off x="10497846" y="4966182"/>
                <a:ext cx="101520" cy="1440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F7002FD-38C9-43B9-C54F-6B2655D2D14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79846" y="4948182"/>
                  <a:ext cx="1371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80B0724-00F2-D077-0152-8FE7E0380CEC}"/>
                    </a:ext>
                  </a:extLst>
                </p14:cNvPr>
                <p14:cNvContentPartPr/>
                <p14:nvPr/>
              </p14:nvContentPartPr>
              <p14:xfrm>
                <a:off x="10856766" y="5042502"/>
                <a:ext cx="699840" cy="540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80B0724-00F2-D077-0152-8FE7E0380C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38766" y="5024514"/>
                  <a:ext cx="735480" cy="57597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52453B1-BB48-0A4A-2ADB-E5EBAEE538EA}"/>
              </a:ext>
            </a:extLst>
          </p:cNvPr>
          <p:cNvGrpSpPr/>
          <p:nvPr/>
        </p:nvGrpSpPr>
        <p:grpSpPr>
          <a:xfrm>
            <a:off x="556734" y="3246782"/>
            <a:ext cx="825120" cy="1204560"/>
            <a:chOff x="556734" y="3246782"/>
            <a:chExt cx="825120" cy="120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0315E71-4C30-BFCA-3A57-01AA0020A8A3}"/>
                    </a:ext>
                  </a:extLst>
                </p14:cNvPr>
                <p14:cNvContentPartPr/>
                <p14:nvPr/>
              </p14:nvContentPartPr>
              <p14:xfrm>
                <a:off x="667366" y="3816317"/>
                <a:ext cx="503280" cy="47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0315E71-4C30-BFCA-3A57-01AA0020A8A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9366" y="3798317"/>
                  <a:ext cx="53892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C77948D-EAF6-5189-FA8A-79F22FD03F03}"/>
                    </a:ext>
                  </a:extLst>
                </p14:cNvPr>
                <p14:cNvContentPartPr/>
                <p14:nvPr/>
              </p14:nvContentPartPr>
              <p14:xfrm>
                <a:off x="975166" y="3871757"/>
                <a:ext cx="131400" cy="117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C77948D-EAF6-5189-FA8A-79F22FD03F0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7166" y="3853757"/>
                  <a:ext cx="167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2363EBD-B141-C003-9F06-D3E1172B204E}"/>
                    </a:ext>
                  </a:extLst>
                </p14:cNvPr>
                <p14:cNvContentPartPr/>
                <p14:nvPr/>
              </p14:nvContentPartPr>
              <p14:xfrm>
                <a:off x="556734" y="3772742"/>
                <a:ext cx="532800" cy="678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2363EBD-B141-C003-9F06-D3E1172B204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8734" y="3754742"/>
                  <a:ext cx="56844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AD83FB-E038-6512-1402-403D4E64B260}"/>
                    </a:ext>
                  </a:extLst>
                </p14:cNvPr>
                <p14:cNvContentPartPr/>
                <p14:nvPr/>
              </p14:nvContentPartPr>
              <p14:xfrm>
                <a:off x="618654" y="4096742"/>
                <a:ext cx="496800" cy="46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AD83FB-E038-6512-1402-403D4E64B26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0654" y="4078742"/>
                  <a:ext cx="532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951746B-7686-2071-E5A3-D205E8968A9D}"/>
                    </a:ext>
                  </a:extLst>
                </p14:cNvPr>
                <p14:cNvContentPartPr/>
                <p14:nvPr/>
              </p14:nvContentPartPr>
              <p14:xfrm>
                <a:off x="655374" y="3246782"/>
                <a:ext cx="726480" cy="574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951746B-7686-2071-E5A3-D205E8968A9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7374" y="3228782"/>
                  <a:ext cx="762120" cy="61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B1E1CD4-3B29-D721-5144-9467083CC11F}"/>
              </a:ext>
            </a:extLst>
          </p:cNvPr>
          <p:cNvGrpSpPr/>
          <p:nvPr/>
        </p:nvGrpSpPr>
        <p:grpSpPr>
          <a:xfrm>
            <a:off x="1890646" y="5348837"/>
            <a:ext cx="2301480" cy="1297080"/>
            <a:chOff x="1890646" y="5348837"/>
            <a:chExt cx="2301480" cy="12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C72B0D9-A89B-6783-05E4-5EF68086C7E8}"/>
                    </a:ext>
                  </a:extLst>
                </p14:cNvPr>
                <p14:cNvContentPartPr/>
                <p14:nvPr/>
              </p14:nvContentPartPr>
              <p14:xfrm>
                <a:off x="1890646" y="6479597"/>
                <a:ext cx="207000" cy="61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C72B0D9-A89B-6783-05E4-5EF68086C7E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72646" y="6461597"/>
                  <a:ext cx="242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B4F98B5-E11C-0EF3-FD03-C96DC10FB954}"/>
                    </a:ext>
                  </a:extLst>
                </p14:cNvPr>
                <p14:cNvContentPartPr/>
                <p14:nvPr/>
              </p14:nvContentPartPr>
              <p14:xfrm>
                <a:off x="2004046" y="6440717"/>
                <a:ext cx="21240" cy="174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B4F98B5-E11C-0EF3-FD03-C96DC10FB9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986046" y="6422717"/>
                  <a:ext cx="56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89BA6AA-3F18-BEBB-1CA3-E774BF22AA15}"/>
                    </a:ext>
                  </a:extLst>
                </p14:cNvPr>
                <p14:cNvContentPartPr/>
                <p14:nvPr/>
              </p14:nvContentPartPr>
              <p14:xfrm>
                <a:off x="2313646" y="6388517"/>
                <a:ext cx="253080" cy="182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89BA6AA-3F18-BEBB-1CA3-E774BF22AA1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95646" y="6370481"/>
                  <a:ext cx="288720" cy="2185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3428F74-0515-89EB-53F2-D0AA08EEE53D}"/>
                    </a:ext>
                  </a:extLst>
                </p14:cNvPr>
                <p14:cNvContentPartPr/>
                <p14:nvPr/>
              </p14:nvContentPartPr>
              <p14:xfrm>
                <a:off x="2771206" y="5348837"/>
                <a:ext cx="198720" cy="113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3428F74-0515-89EB-53F2-D0AA08EEE53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53206" y="5330837"/>
                  <a:ext cx="234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32CA500-96E1-5F73-AAFA-D22488505697}"/>
                    </a:ext>
                  </a:extLst>
                </p14:cNvPr>
                <p14:cNvContentPartPr/>
                <p14:nvPr/>
              </p14:nvContentPartPr>
              <p14:xfrm>
                <a:off x="2838886" y="5406437"/>
                <a:ext cx="137880" cy="93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32CA500-96E1-5F73-AAFA-D2248850569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20886" y="5388437"/>
                  <a:ext cx="1735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3948F24-01EB-2455-D282-B5DD5E09290F}"/>
                    </a:ext>
                  </a:extLst>
                </p14:cNvPr>
                <p14:cNvContentPartPr/>
                <p14:nvPr/>
              </p14:nvContentPartPr>
              <p14:xfrm>
                <a:off x="2514886" y="5438477"/>
                <a:ext cx="240840" cy="429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3948F24-01EB-2455-D282-B5DD5E0929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96886" y="5420477"/>
                  <a:ext cx="27648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AB3F0D-2BB5-CC0A-8A9D-A11FC74AB8B8}"/>
                    </a:ext>
                  </a:extLst>
                </p14:cNvPr>
                <p14:cNvContentPartPr/>
                <p14:nvPr/>
              </p14:nvContentPartPr>
              <p14:xfrm>
                <a:off x="2694886" y="5854277"/>
                <a:ext cx="525600" cy="285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AB3F0D-2BB5-CC0A-8A9D-A11FC74AB8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76886" y="5836277"/>
                  <a:ext cx="5612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4B97C2-7708-BDEA-D226-017FA20B1975}"/>
                    </a:ext>
                  </a:extLst>
                </p14:cNvPr>
                <p14:cNvContentPartPr/>
                <p14:nvPr/>
              </p14:nvContentPartPr>
              <p14:xfrm>
                <a:off x="3124006" y="5684717"/>
                <a:ext cx="512280" cy="409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4B97C2-7708-BDEA-D226-017FA20B197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06006" y="5666717"/>
                  <a:ext cx="54792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4195FA-F52F-9864-DD1D-488EAA92C117}"/>
                    </a:ext>
                  </a:extLst>
                </p14:cNvPr>
                <p14:cNvContentPartPr/>
                <p14:nvPr/>
              </p14:nvContentPartPr>
              <p14:xfrm>
                <a:off x="3423886" y="5720357"/>
                <a:ext cx="190440" cy="110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4195FA-F52F-9864-DD1D-488EAA92C11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05886" y="5702298"/>
                  <a:ext cx="226080" cy="146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7E2D15D-564C-9C07-F070-6B45824C3FE3}"/>
                    </a:ext>
                  </a:extLst>
                </p14:cNvPr>
                <p14:cNvContentPartPr/>
                <p14:nvPr/>
              </p14:nvContentPartPr>
              <p14:xfrm>
                <a:off x="2817286" y="6278717"/>
                <a:ext cx="46800" cy="36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7E2D15D-564C-9C07-F070-6B45824C3FE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99286" y="6260735"/>
                  <a:ext cx="82440" cy="4028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4BBA7EE-DEA1-E3C9-9AFE-439420220D13}"/>
                    </a:ext>
                  </a:extLst>
                </p14:cNvPr>
                <p14:cNvContentPartPr/>
                <p14:nvPr/>
              </p14:nvContentPartPr>
              <p14:xfrm>
                <a:off x="3061726" y="6328037"/>
                <a:ext cx="199800" cy="203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4BBA7EE-DEA1-E3C9-9AFE-439420220D1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43726" y="6310037"/>
                  <a:ext cx="235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24C62E-E06E-E406-A9C1-4AEEA9AEC260}"/>
                    </a:ext>
                  </a:extLst>
                </p14:cNvPr>
                <p14:cNvContentPartPr/>
                <p14:nvPr/>
              </p14:nvContentPartPr>
              <p14:xfrm>
                <a:off x="3097726" y="6396077"/>
                <a:ext cx="168480" cy="66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24C62E-E06E-E406-A9C1-4AEEA9AEC26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79726" y="6378077"/>
                  <a:ext cx="204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353E35-6850-90EC-8E29-ACF8725A449B}"/>
                    </a:ext>
                  </a:extLst>
                </p14:cNvPr>
                <p14:cNvContentPartPr/>
                <p14:nvPr/>
              </p14:nvContentPartPr>
              <p14:xfrm>
                <a:off x="3068566" y="6180797"/>
                <a:ext cx="174600" cy="73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353E35-6850-90EC-8E29-ACF8725A449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50603" y="6162884"/>
                  <a:ext cx="210167" cy="109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A7D5264-359B-6733-54FB-143CC104CE0C}"/>
                    </a:ext>
                  </a:extLst>
                </p14:cNvPr>
                <p14:cNvContentPartPr/>
                <p14:nvPr/>
              </p14:nvContentPartPr>
              <p14:xfrm>
                <a:off x="3470686" y="6373397"/>
                <a:ext cx="151200" cy="42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A7D5264-359B-6733-54FB-143CC104CE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52686" y="6355397"/>
                  <a:ext cx="186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A13F64-AC7E-1F20-AFD0-688F073B1C8A}"/>
                    </a:ext>
                  </a:extLst>
                </p14:cNvPr>
                <p14:cNvContentPartPr/>
                <p14:nvPr/>
              </p14:nvContentPartPr>
              <p14:xfrm>
                <a:off x="3747166" y="6265037"/>
                <a:ext cx="160200" cy="210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A13F64-AC7E-1F20-AFD0-688F073B1C8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29125" y="6247068"/>
                  <a:ext cx="195920" cy="2465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218A47-DC8F-4DA5-C79C-08797E6B2241}"/>
                    </a:ext>
                  </a:extLst>
                </p14:cNvPr>
                <p14:cNvContentPartPr/>
                <p14:nvPr/>
              </p14:nvContentPartPr>
              <p14:xfrm>
                <a:off x="3769126" y="6385637"/>
                <a:ext cx="141120" cy="29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218A47-DC8F-4DA5-C79C-08797E6B224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51080" y="6367637"/>
                  <a:ext cx="176851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0852815-82C9-F9F1-4DFC-3F40A042DF8C}"/>
                    </a:ext>
                  </a:extLst>
                </p14:cNvPr>
                <p14:cNvContentPartPr/>
                <p14:nvPr/>
              </p14:nvContentPartPr>
              <p14:xfrm>
                <a:off x="3954166" y="6421997"/>
                <a:ext cx="164880" cy="194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0852815-82C9-F9F1-4DFC-3F40A042DF8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36166" y="6404030"/>
                  <a:ext cx="200520" cy="230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B096533-4678-1F96-8A0E-2A6497D11B47}"/>
                    </a:ext>
                  </a:extLst>
                </p14:cNvPr>
                <p14:cNvContentPartPr/>
                <p14:nvPr/>
              </p14:nvContentPartPr>
              <p14:xfrm>
                <a:off x="4114366" y="6225437"/>
                <a:ext cx="77760" cy="358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B096533-4678-1F96-8A0E-2A6497D11B4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096366" y="6207437"/>
                  <a:ext cx="1134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6A1398-9A9E-8B11-920A-36F6E4C55D66}"/>
                    </a:ext>
                  </a:extLst>
                </p14:cNvPr>
                <p14:cNvContentPartPr/>
                <p14:nvPr/>
              </p14:nvContentPartPr>
              <p14:xfrm>
                <a:off x="2030686" y="6062357"/>
                <a:ext cx="180000" cy="155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6A1398-9A9E-8B11-920A-36F6E4C55D6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12686" y="6044357"/>
                  <a:ext cx="215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48957B-FD30-A8F3-94D9-65CD0F9D6EDA}"/>
                    </a:ext>
                  </a:extLst>
                </p14:cNvPr>
                <p14:cNvContentPartPr/>
                <p14:nvPr/>
              </p14:nvContentPartPr>
              <p14:xfrm>
                <a:off x="2274766" y="6073157"/>
                <a:ext cx="129600" cy="135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48957B-FD30-A8F3-94D9-65CD0F9D6ED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56816" y="6055109"/>
                  <a:ext cx="165141" cy="1714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9831FA-BE41-E6F7-D8D5-A07E3F215BF7}"/>
                    </a:ext>
                  </a:extLst>
                </p14:cNvPr>
                <p14:cNvContentPartPr/>
                <p14:nvPr/>
              </p14:nvContentPartPr>
              <p14:xfrm>
                <a:off x="2499406" y="6031037"/>
                <a:ext cx="109800" cy="115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9831FA-BE41-E6F7-D8D5-A07E3F215B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81406" y="6012981"/>
                  <a:ext cx="145440" cy="1509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5ABAB0F-8473-3D7E-327B-822D6C476A9E}"/>
                    </a:ext>
                  </a:extLst>
                </p14:cNvPr>
                <p14:cNvContentPartPr/>
                <p14:nvPr/>
              </p14:nvContentPartPr>
              <p14:xfrm>
                <a:off x="2853174" y="5876582"/>
                <a:ext cx="465840" cy="210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5ABAB0F-8473-3D7E-327B-822D6C476A9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35174" y="5858582"/>
                  <a:ext cx="5014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6750A2-2B6B-85FD-75E6-380270D6B80C}"/>
                    </a:ext>
                  </a:extLst>
                </p14:cNvPr>
                <p14:cNvContentPartPr/>
                <p14:nvPr/>
              </p14:nvContentPartPr>
              <p14:xfrm>
                <a:off x="3526374" y="5790902"/>
                <a:ext cx="322200" cy="277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6750A2-2B6B-85FD-75E6-380270D6B80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08394" y="5772902"/>
                  <a:ext cx="357800" cy="31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93867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E6D4-BCE5-4F37-A9FD-133928B6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err="1">
                <a:latin typeface="TeXGyrePagella-Italic" panose="02000603020200000004" pitchFamily="50" charset="0"/>
              </a:rPr>
              <a:t>Nelder</a:t>
            </a:r>
            <a:r>
              <a:rPr lang="en-US" b="0" i="1" u="none" strike="noStrike" baseline="0">
                <a:latin typeface="TeXGyrePagella-Italic" panose="02000603020200000004" pitchFamily="50" charset="0"/>
              </a:rPr>
              <a:t>-Mead Simplex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27CAB5-D11F-4E12-ABC9-2A24EFA84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58406" y="1625583"/>
            <a:ext cx="6275187" cy="48672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8CD945-04E9-4D1E-9381-21C6E66B1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14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D7D128E-700C-6EB2-A83B-09270033C819}"/>
              </a:ext>
            </a:extLst>
          </p:cNvPr>
          <p:cNvGrpSpPr/>
          <p:nvPr/>
        </p:nvGrpSpPr>
        <p:grpSpPr>
          <a:xfrm>
            <a:off x="4014966" y="2350422"/>
            <a:ext cx="157320" cy="92880"/>
            <a:chOff x="4014966" y="2350422"/>
            <a:chExt cx="157320" cy="9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9BEFB29-DDA9-2438-9B52-8A6A4408787B}"/>
                    </a:ext>
                  </a:extLst>
                </p14:cNvPr>
                <p14:cNvContentPartPr/>
                <p14:nvPr/>
              </p14:nvContentPartPr>
              <p14:xfrm>
                <a:off x="4048086" y="2419902"/>
                <a:ext cx="18720" cy="21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9BEFB29-DDA9-2438-9B52-8A6A440878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29733" y="2401902"/>
                  <a:ext cx="55059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9E8E1E1-ACFB-0799-CBF6-07E330CACB3C}"/>
                    </a:ext>
                  </a:extLst>
                </p14:cNvPr>
                <p14:cNvContentPartPr/>
                <p14:nvPr/>
              </p14:nvContentPartPr>
              <p14:xfrm>
                <a:off x="4014966" y="2350422"/>
                <a:ext cx="157320" cy="92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9E8E1E1-ACFB-0799-CBF6-07E330CACB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97007" y="2332422"/>
                  <a:ext cx="192879" cy="12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7955491-D2A5-7105-D5DE-CF6ED9099961}"/>
                  </a:ext>
                </a:extLst>
              </p14:cNvPr>
              <p14:cNvContentPartPr/>
              <p14:nvPr/>
            </p14:nvContentPartPr>
            <p14:xfrm>
              <a:off x="4469286" y="2590182"/>
              <a:ext cx="698400" cy="65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7955491-D2A5-7105-D5DE-CF6ED90999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51286" y="2572182"/>
                <a:ext cx="7340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8638D5C-F10C-65AB-CD4C-63F7FF1E41A0}"/>
                  </a:ext>
                </a:extLst>
              </p14:cNvPr>
              <p14:cNvContentPartPr/>
              <p14:nvPr/>
            </p14:nvContentPartPr>
            <p14:xfrm>
              <a:off x="3390726" y="2827062"/>
              <a:ext cx="717120" cy="43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8638D5C-F10C-65AB-CD4C-63F7FF1E41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72717" y="2809210"/>
                <a:ext cx="752778" cy="789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DC82F0D-0074-6FD9-6CAB-33F212F9F2DE}"/>
                  </a:ext>
                </a:extLst>
              </p14:cNvPr>
              <p14:cNvContentPartPr/>
              <p14:nvPr/>
            </p14:nvContentPartPr>
            <p14:xfrm>
              <a:off x="4243926" y="4003542"/>
              <a:ext cx="563760" cy="33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DC82F0D-0074-6FD9-6CAB-33F212F9F2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25926" y="3985736"/>
                <a:ext cx="599400" cy="68377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5257F99-4519-3895-8BD1-8C349982B241}"/>
              </a:ext>
            </a:extLst>
          </p:cNvPr>
          <p:cNvGrpSpPr/>
          <p:nvPr/>
        </p:nvGrpSpPr>
        <p:grpSpPr>
          <a:xfrm>
            <a:off x="5162286" y="2684142"/>
            <a:ext cx="740520" cy="159840"/>
            <a:chOff x="5162286" y="2684142"/>
            <a:chExt cx="740520" cy="1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F9DB9E-B590-60EE-4CFE-6C3A78919C7E}"/>
                    </a:ext>
                  </a:extLst>
                </p14:cNvPr>
                <p14:cNvContentPartPr/>
                <p14:nvPr/>
              </p14:nvContentPartPr>
              <p14:xfrm>
                <a:off x="5162286" y="2684142"/>
                <a:ext cx="618840" cy="140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F9DB9E-B590-60EE-4CFE-6C3A78919C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44286" y="2666142"/>
                  <a:ext cx="6544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5597E8-5EE6-918C-8810-8CE9B6A48C64}"/>
                    </a:ext>
                  </a:extLst>
                </p14:cNvPr>
                <p14:cNvContentPartPr/>
                <p14:nvPr/>
              </p14:nvContentPartPr>
              <p14:xfrm>
                <a:off x="5671686" y="2743902"/>
                <a:ext cx="231120" cy="100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5597E8-5EE6-918C-8810-8CE9B6A48C6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53686" y="2725902"/>
                  <a:ext cx="26676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B92926E-6BDE-4B06-A504-F475683990BB}"/>
                  </a:ext>
                </a:extLst>
              </p14:cNvPr>
              <p14:cNvContentPartPr/>
              <p14:nvPr/>
            </p14:nvContentPartPr>
            <p14:xfrm>
              <a:off x="7396086" y="4031622"/>
              <a:ext cx="757800" cy="280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B92926E-6BDE-4B06-A504-F475683990B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78086" y="4013622"/>
                <a:ext cx="79344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7447F2B-BF03-F9C6-7DD9-872AD7F592B0}"/>
              </a:ext>
            </a:extLst>
          </p:cNvPr>
          <p:cNvGrpSpPr/>
          <p:nvPr/>
        </p:nvGrpSpPr>
        <p:grpSpPr>
          <a:xfrm>
            <a:off x="9020046" y="4540662"/>
            <a:ext cx="402120" cy="794520"/>
            <a:chOff x="9020046" y="4540662"/>
            <a:chExt cx="402120" cy="79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08211F-9D14-0729-A4AB-DF39E227F6AB}"/>
                    </a:ext>
                  </a:extLst>
                </p14:cNvPr>
                <p14:cNvContentPartPr/>
                <p14:nvPr/>
              </p14:nvContentPartPr>
              <p14:xfrm>
                <a:off x="9021126" y="4540662"/>
                <a:ext cx="401040" cy="785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08211F-9D14-0729-A4AB-DF39E227F6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03142" y="4522662"/>
                  <a:ext cx="436648" cy="82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0F75DC-F616-666B-8C38-88A57E382D34}"/>
                    </a:ext>
                  </a:extLst>
                </p14:cNvPr>
                <p14:cNvContentPartPr/>
                <p14:nvPr/>
              </p14:nvContentPartPr>
              <p14:xfrm>
                <a:off x="9020046" y="5195502"/>
                <a:ext cx="145440" cy="139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0F75DC-F616-666B-8C38-88A57E382D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02046" y="5177502"/>
                  <a:ext cx="18108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7AC7399-22EB-71EF-48E0-8C4DDD923A32}"/>
                  </a:ext>
                </a:extLst>
              </p14:cNvPr>
              <p14:cNvContentPartPr/>
              <p14:nvPr/>
            </p14:nvContentPartPr>
            <p14:xfrm>
              <a:off x="7598766" y="4573782"/>
              <a:ext cx="618480" cy="4824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7AC7399-22EB-71EF-48E0-8C4DDD923A3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80766" y="4555782"/>
                <a:ext cx="654120" cy="51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2DE71DB-A53A-6B3E-8CBF-06BEE34E86C2}"/>
                  </a:ext>
                </a:extLst>
              </p14:cNvPr>
              <p14:cNvContentPartPr/>
              <p14:nvPr/>
            </p14:nvContentPartPr>
            <p14:xfrm>
              <a:off x="7335966" y="3678102"/>
              <a:ext cx="884880" cy="474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2DE71DB-A53A-6B3E-8CBF-06BEE34E86C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17966" y="3660102"/>
                <a:ext cx="92052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A29B38F-EBE7-4765-389E-41E7D5701A16}"/>
                  </a:ext>
                </a:extLst>
              </p14:cNvPr>
              <p14:cNvContentPartPr/>
              <p14:nvPr/>
            </p14:nvContentPartPr>
            <p14:xfrm>
              <a:off x="4145286" y="3678462"/>
              <a:ext cx="845640" cy="6422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A29B38F-EBE7-4765-389E-41E7D5701A1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27286" y="3660462"/>
                <a:ext cx="881280" cy="67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9464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CE6D4-BCE5-4F37-A9FD-133928B6C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err="1">
                <a:latin typeface="TeXGyrePagella-Italic" panose="02000603020200000004" pitchFamily="50" charset="0"/>
              </a:rPr>
              <a:t>Nelder</a:t>
            </a:r>
            <a:r>
              <a:rPr lang="en-US" b="0" i="1" u="none" strike="noStrike" baseline="0">
                <a:latin typeface="TeXGyrePagella-Italic" panose="02000603020200000004" pitchFamily="50" charset="0"/>
              </a:rPr>
              <a:t>-Mead Simplex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05423AC-1F04-4564-83C1-D0A382BE8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5881" y="1511112"/>
            <a:ext cx="6668950" cy="498176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59E772-0A37-4D66-8AC0-97A2FF9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64E8059-5968-08B6-E82F-D3BCE56410C1}"/>
                  </a:ext>
                </a:extLst>
              </p14:cNvPr>
              <p14:cNvContentPartPr/>
              <p14:nvPr/>
            </p14:nvContentPartPr>
            <p14:xfrm>
              <a:off x="3054740" y="2405820"/>
              <a:ext cx="30600" cy="54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64E8059-5968-08B6-E82F-D3BCE56410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36740" y="2387820"/>
                <a:ext cx="662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2D8935-F79F-3B66-7706-CF67F77BA6A3}"/>
                  </a:ext>
                </a:extLst>
              </p14:cNvPr>
              <p14:cNvContentPartPr/>
              <p14:nvPr/>
            </p14:nvContentPartPr>
            <p14:xfrm>
              <a:off x="4982180" y="2278740"/>
              <a:ext cx="63000" cy="96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2D8935-F79F-3B66-7706-CF67F77BA6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64180" y="2260740"/>
                <a:ext cx="986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4D6F863-A9C2-F01E-15F6-9F7845A55067}"/>
                  </a:ext>
                </a:extLst>
              </p14:cNvPr>
              <p14:cNvContentPartPr/>
              <p14:nvPr/>
            </p14:nvContentPartPr>
            <p14:xfrm>
              <a:off x="6659780" y="2316540"/>
              <a:ext cx="60120" cy="56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4D6F863-A9C2-F01E-15F6-9F7845A550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41780" y="2298540"/>
                <a:ext cx="957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BCDD827-AF3A-6862-B244-5585958B1D64}"/>
                  </a:ext>
                </a:extLst>
              </p14:cNvPr>
              <p14:cNvContentPartPr/>
              <p14:nvPr/>
            </p14:nvContentPartPr>
            <p14:xfrm>
              <a:off x="8309937" y="5764631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BCDD827-AF3A-6862-B244-5585958B1D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91937" y="5746631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8009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7E9F-236B-453E-9AE8-EED28ABD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>
                <a:latin typeface="TeXGyrePagella-Regular" panose="02000603020200000003" pitchFamily="50" charset="0"/>
              </a:rPr>
              <a:t>Summary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AAC1B10-530E-4C77-887D-B6C07382D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9465227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Direct methods rely solely on the objective function and do not use derivative information.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Cyclic coordinate search optimizes one coordinate direction at a time.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Powell’s method adapts the set of search directions based on the direction of progress.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Hooke-Jeeves searches in each coordinate direction from the current point using a step size that is adapted over time.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3411D9-A510-42FD-9995-D5D87CDE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70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B7E9F-236B-453E-9AE8-EED28ABD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>
                <a:latin typeface="TeXGyrePagella-Regular" panose="02000603020200000003" pitchFamily="50" charset="0"/>
              </a:rPr>
              <a:t>Summary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AAC1B10-530E-4C77-887D-B6C07382D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9465227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Generalized pattern search is similar to Hooke-Jeeves, but it uses fewer search directions that positively span the design space.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</a:t>
            </a:r>
            <a:r>
              <a:rPr lang="en-US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Nelder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-Mead simplex method uses a simplex to search the design space, adaptively expanding and contracting the size of the simplex in response to evaluations of the objective function.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divided rectangles algorithm extends the Shubert-</a:t>
            </a:r>
            <a:r>
              <a:rPr lang="en-US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Piyavskii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approach to multiple dimensions and does not require specifying a valid Lipschitz constant.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8176EC-775E-44CD-A46E-5181371E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9878F-731E-422D-A179-B16B27D6D00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08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Direct Methods</vt:lpstr>
      <vt:lpstr>Direct Methods</vt:lpstr>
      <vt:lpstr>Cyclic Coordinate Search</vt:lpstr>
      <vt:lpstr>PowerPoint Presentation</vt:lpstr>
      <vt:lpstr>Cyclic Coordinate Search</vt:lpstr>
      <vt:lpstr>PowerPoint Presentation</vt:lpstr>
      <vt:lpstr>Powell’s Method</vt:lpstr>
      <vt:lpstr>PowerPoint Presentation</vt:lpstr>
      <vt:lpstr>Hooke-Jeeves</vt:lpstr>
      <vt:lpstr>PowerPoint Presentation</vt:lpstr>
      <vt:lpstr>Generalized Pattern Search</vt:lpstr>
      <vt:lpstr>Generalized Pattern Search</vt:lpstr>
      <vt:lpstr>Nelder-Mead Simplex Method</vt:lpstr>
      <vt:lpstr>Nelder-Mead Simplex Method</vt:lpstr>
      <vt:lpstr>Nelder-Mead Simplex Method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revision>1</cp:revision>
  <cp:lastPrinted>2019-04-10T20:23:58Z</cp:lastPrinted>
  <dcterms:created xsi:type="dcterms:W3CDTF">2019-02-03T01:23:24Z</dcterms:created>
  <dcterms:modified xsi:type="dcterms:W3CDTF">2026-01-09T16:22:21Z</dcterms:modified>
</cp:coreProperties>
</file>