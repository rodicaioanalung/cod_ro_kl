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6" r:id="rId4"/>
    <p:sldId id="270" r:id="rId5"/>
    <p:sldId id="259" r:id="rId6"/>
    <p:sldId id="269" r:id="rId7"/>
    <p:sldId id="271" r:id="rId8"/>
    <p:sldId id="268" r:id="rId9"/>
    <p:sldId id="260" r:id="rId10"/>
    <p:sldId id="261" r:id="rId11"/>
    <p:sldId id="272" r:id="rId12"/>
    <p:sldId id="274" r:id="rId13"/>
    <p:sldId id="275" r:id="rId14"/>
    <p:sldId id="264" r:id="rId15"/>
    <p:sldId id="276" r:id="rId16"/>
    <p:sldId id="262" r:id="rId17"/>
    <p:sldId id="278" r:id="rId18"/>
    <p:sldId id="263" r:id="rId19"/>
    <p:sldId id="265" r:id="rId20"/>
    <p:sldId id="25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custSel addSld delSld modSld">
      <pc:chgData name="Rodica Ioana Lung" userId="64ee56e8d7162e1e" providerId="LiveId" clId="{FBA19D0F-677B-56B8-863E-85AFCD084619}" dt="2026-08-31T10:57:20.026" v="51" actId="1076"/>
      <pc:docMkLst>
        <pc:docMk/>
      </pc:docMkLst>
      <pc:sldChg chg="add">
        <pc:chgData name="Rodica Ioana Lung" userId="64ee56e8d7162e1e" providerId="LiveId" clId="{FBA19D0F-677B-56B8-863E-85AFCD084619}" dt="2026-08-31T09:14:11.034" v="0"/>
        <pc:sldMkLst>
          <pc:docMk/>
          <pc:sldMk cId="3669507455" sldId="258"/>
        </pc:sldMkLst>
      </pc:sldChg>
      <pc:sldChg chg="delSp mod">
        <pc:chgData name="Rodica Ioana Lung" userId="64ee56e8d7162e1e" providerId="LiveId" clId="{FBA19D0F-677B-56B8-863E-85AFCD084619}" dt="2026-08-31T10:55:53.188" v="35" actId="478"/>
        <pc:sldMkLst>
          <pc:docMk/>
          <pc:sldMk cId="1091478613" sldId="260"/>
        </pc:sldMkLst>
        <pc:grpChg chg="del">
          <ac:chgData name="Rodica Ioana Lung" userId="64ee56e8d7162e1e" providerId="LiveId" clId="{FBA19D0F-677B-56B8-863E-85AFCD084619}" dt="2026-08-31T10:55:53.188" v="35" actId="478"/>
          <ac:grpSpMkLst>
            <pc:docMk/>
            <pc:sldMk cId="1091478613" sldId="260"/>
            <ac:grpSpMk id="14" creationId="{43A63E20-F081-D196-A0BA-DC459C9B8AA0}"/>
          </ac:grpSpMkLst>
        </pc:grpChg>
        <pc:inkChg chg="del">
          <ac:chgData name="Rodica Ioana Lung" userId="64ee56e8d7162e1e" providerId="LiveId" clId="{FBA19D0F-677B-56B8-863E-85AFCD084619}" dt="2026-08-31T10:55:51.365" v="34" actId="478"/>
          <ac:inkMkLst>
            <pc:docMk/>
            <pc:sldMk cId="1091478613" sldId="260"/>
            <ac:inkMk id="11" creationId="{D1574576-189C-EBBF-F235-912C78B4E9B8}"/>
          </ac:inkMkLst>
        </pc:inkChg>
      </pc:sldChg>
      <pc:sldChg chg="delSp mod">
        <pc:chgData name="Rodica Ioana Lung" userId="64ee56e8d7162e1e" providerId="LiveId" clId="{FBA19D0F-677B-56B8-863E-85AFCD084619}" dt="2026-08-31T10:56:35.888" v="43" actId="478"/>
        <pc:sldMkLst>
          <pc:docMk/>
          <pc:sldMk cId="3074762379" sldId="261"/>
        </pc:sldMkLst>
        <pc:grpChg chg="del">
          <ac:chgData name="Rodica Ioana Lung" userId="64ee56e8d7162e1e" providerId="LiveId" clId="{FBA19D0F-677B-56B8-863E-85AFCD084619}" dt="2026-08-31T10:55:57.826" v="36" actId="478"/>
          <ac:grpSpMkLst>
            <pc:docMk/>
            <pc:sldMk cId="3074762379" sldId="261"/>
            <ac:grpSpMk id="10" creationId="{9F0D871D-F54C-DA4A-8E3E-069A4D7671F6}"/>
          </ac:grpSpMkLst>
        </pc:grpChg>
        <pc:grpChg chg="del">
          <ac:chgData name="Rodica Ioana Lung" userId="64ee56e8d7162e1e" providerId="LiveId" clId="{FBA19D0F-677B-56B8-863E-85AFCD084619}" dt="2026-08-31T10:56:26.025" v="39" actId="478"/>
          <ac:grpSpMkLst>
            <pc:docMk/>
            <pc:sldMk cId="3074762379" sldId="261"/>
            <ac:grpSpMk id="17" creationId="{63CAF4FF-5ABC-6DF2-5350-79C7B97A8E30}"/>
          </ac:grpSpMkLst>
        </pc:grpChg>
        <pc:grpChg chg="del">
          <ac:chgData name="Rodica Ioana Lung" userId="64ee56e8d7162e1e" providerId="LiveId" clId="{FBA19D0F-677B-56B8-863E-85AFCD084619}" dt="2026-08-31T10:56:35.888" v="43" actId="478"/>
          <ac:grpSpMkLst>
            <pc:docMk/>
            <pc:sldMk cId="3074762379" sldId="261"/>
            <ac:grpSpMk id="23" creationId="{BFDCE40F-7658-4878-41C8-3CD178216291}"/>
          </ac:grpSpMkLst>
        </pc:grpChg>
        <pc:inkChg chg="del">
          <ac:chgData name="Rodica Ioana Lung" userId="64ee56e8d7162e1e" providerId="LiveId" clId="{FBA19D0F-677B-56B8-863E-85AFCD084619}" dt="2026-08-31T10:56:27.853" v="40" actId="478"/>
          <ac:inkMkLst>
            <pc:docMk/>
            <pc:sldMk cId="3074762379" sldId="261"/>
            <ac:inkMk id="18" creationId="{DFD62186-128A-FDE1-9FDD-B010DF3CEF5E}"/>
          </ac:inkMkLst>
        </pc:inkChg>
        <pc:inkChg chg="del">
          <ac:chgData name="Rodica Ioana Lung" userId="64ee56e8d7162e1e" providerId="LiveId" clId="{FBA19D0F-677B-56B8-863E-85AFCD084619}" dt="2026-08-31T10:56:29.735" v="41" actId="478"/>
          <ac:inkMkLst>
            <pc:docMk/>
            <pc:sldMk cId="3074762379" sldId="261"/>
            <ac:inkMk id="19" creationId="{A9E6ACA6-5828-FD77-839D-2409E7DFAD0A}"/>
          </ac:inkMkLst>
        </pc:inkChg>
        <pc:inkChg chg="del">
          <ac:chgData name="Rodica Ioana Lung" userId="64ee56e8d7162e1e" providerId="LiveId" clId="{FBA19D0F-677B-56B8-863E-85AFCD084619}" dt="2026-08-31T10:56:00.930" v="37" actId="478"/>
          <ac:inkMkLst>
            <pc:docMk/>
            <pc:sldMk cId="3074762379" sldId="261"/>
            <ac:inkMk id="24" creationId="{0F9E2FEF-A6B0-D52E-359D-253CFD767F79}"/>
          </ac:inkMkLst>
        </pc:inkChg>
        <pc:inkChg chg="del">
          <ac:chgData name="Rodica Ioana Lung" userId="64ee56e8d7162e1e" providerId="LiveId" clId="{FBA19D0F-677B-56B8-863E-85AFCD084619}" dt="2026-08-31T10:56:31.733" v="42" actId="478"/>
          <ac:inkMkLst>
            <pc:docMk/>
            <pc:sldMk cId="3074762379" sldId="261"/>
            <ac:inkMk id="25" creationId="{D8C1FE20-0268-333D-8CD8-A211CDA0113D}"/>
          </ac:inkMkLst>
        </pc:inkChg>
        <pc:inkChg chg="del">
          <ac:chgData name="Rodica Ioana Lung" userId="64ee56e8d7162e1e" providerId="LiveId" clId="{FBA19D0F-677B-56B8-863E-85AFCD084619}" dt="2026-08-31T10:56:24.673" v="38" actId="478"/>
          <ac:inkMkLst>
            <pc:docMk/>
            <pc:sldMk cId="3074762379" sldId="261"/>
            <ac:inkMk id="26" creationId="{87235721-2C31-54E9-1A27-4AE22A6A52A6}"/>
          </ac:inkMkLst>
        </pc:inkChg>
      </pc:sldChg>
      <pc:sldChg chg="delSp add mod">
        <pc:chgData name="Rodica Ioana Lung" userId="64ee56e8d7162e1e" providerId="LiveId" clId="{FBA19D0F-677B-56B8-863E-85AFCD084619}" dt="2026-08-31T09:15:29.268" v="13" actId="478"/>
        <pc:sldMkLst>
          <pc:docMk/>
          <pc:sldMk cId="3161096955" sldId="262"/>
        </pc:sldMkLst>
        <pc:grpChg chg="del">
          <ac:chgData name="Rodica Ioana Lung" userId="64ee56e8d7162e1e" providerId="LiveId" clId="{FBA19D0F-677B-56B8-863E-85AFCD084619}" dt="2026-08-31T09:15:22.753" v="11" actId="478"/>
          <ac:grpSpMkLst>
            <pc:docMk/>
            <pc:sldMk cId="3161096955" sldId="262"/>
            <ac:grpSpMk id="10" creationId="{9BD1C998-B11E-28F4-90DB-3B655A17D25A}"/>
          </ac:grpSpMkLst>
        </pc:grpChg>
        <pc:grpChg chg="del">
          <ac:chgData name="Rodica Ioana Lung" userId="64ee56e8d7162e1e" providerId="LiveId" clId="{FBA19D0F-677B-56B8-863E-85AFCD084619}" dt="2026-08-31T09:15:12.837" v="10" actId="478"/>
          <ac:grpSpMkLst>
            <pc:docMk/>
            <pc:sldMk cId="3161096955" sldId="262"/>
            <ac:grpSpMk id="27" creationId="{20A5EDC8-E64E-E0E7-3FDB-EB3F2C30DE74}"/>
          </ac:grpSpMkLst>
        </pc:grpChg>
        <pc:grpChg chg="del">
          <ac:chgData name="Rodica Ioana Lung" userId="64ee56e8d7162e1e" providerId="LiveId" clId="{FBA19D0F-677B-56B8-863E-85AFCD084619}" dt="2026-08-31T09:15:26.751" v="12" actId="478"/>
          <ac:grpSpMkLst>
            <pc:docMk/>
            <pc:sldMk cId="3161096955" sldId="262"/>
            <ac:grpSpMk id="31" creationId="{C3EDA112-5E4C-A477-49CE-26BF12ECDC68}"/>
          </ac:grpSpMkLst>
        </pc:grpChg>
        <pc:grpChg chg="del">
          <ac:chgData name="Rodica Ioana Lung" userId="64ee56e8d7162e1e" providerId="LiveId" clId="{FBA19D0F-677B-56B8-863E-85AFCD084619}" dt="2026-08-31T09:15:22.753" v="11" actId="478"/>
          <ac:grpSpMkLst>
            <pc:docMk/>
            <pc:sldMk cId="3161096955" sldId="262"/>
            <ac:grpSpMk id="36" creationId="{650F330E-5660-2C47-3A75-3DAA8510A520}"/>
          </ac:grpSpMkLst>
        </pc:grpChg>
        <pc:grpChg chg="del">
          <ac:chgData name="Rodica Ioana Lung" userId="64ee56e8d7162e1e" providerId="LiveId" clId="{FBA19D0F-677B-56B8-863E-85AFCD084619}" dt="2026-08-31T09:15:29.268" v="13" actId="478"/>
          <ac:grpSpMkLst>
            <pc:docMk/>
            <pc:sldMk cId="3161096955" sldId="262"/>
            <ac:grpSpMk id="41" creationId="{A50F1AD9-FC5A-1727-F948-04B33A56AACF}"/>
          </ac:grpSpMkLst>
        </pc:grpChg>
        <pc:inkChg chg="del">
          <ac:chgData name="Rodica Ioana Lung" userId="64ee56e8d7162e1e" providerId="LiveId" clId="{FBA19D0F-677B-56B8-863E-85AFCD084619}" dt="2026-08-31T09:15:22.753" v="11" actId="478"/>
          <ac:inkMkLst>
            <pc:docMk/>
            <pc:sldMk cId="3161096955" sldId="262"/>
            <ac:inkMk id="12" creationId="{5A457FD6-A935-DFBC-641A-180A37D8118B}"/>
          </ac:inkMkLst>
        </pc:inkChg>
        <pc:inkChg chg="del">
          <ac:chgData name="Rodica Ioana Lung" userId="64ee56e8d7162e1e" providerId="LiveId" clId="{FBA19D0F-677B-56B8-863E-85AFCD084619}" dt="2026-08-31T09:15:22.753" v="11" actId="478"/>
          <ac:inkMkLst>
            <pc:docMk/>
            <pc:sldMk cId="3161096955" sldId="262"/>
            <ac:inkMk id="13" creationId="{1B51544A-9DFD-65B7-37F9-D7A720BCBB86}"/>
          </ac:inkMkLst>
        </pc:inkChg>
        <pc:inkChg chg="del">
          <ac:chgData name="Rodica Ioana Lung" userId="64ee56e8d7162e1e" providerId="LiveId" clId="{FBA19D0F-677B-56B8-863E-85AFCD084619}" dt="2026-08-31T09:15:22.753" v="11" actId="478"/>
          <ac:inkMkLst>
            <pc:docMk/>
            <pc:sldMk cId="3161096955" sldId="262"/>
            <ac:inkMk id="14" creationId="{1BA20268-EB3E-676D-9BDF-A0F0B25AC3B4}"/>
          </ac:inkMkLst>
        </pc:inkChg>
        <pc:inkChg chg="del">
          <ac:chgData name="Rodica Ioana Lung" userId="64ee56e8d7162e1e" providerId="LiveId" clId="{FBA19D0F-677B-56B8-863E-85AFCD084619}" dt="2026-08-31T09:15:22.753" v="11" actId="478"/>
          <ac:inkMkLst>
            <pc:docMk/>
            <pc:sldMk cId="3161096955" sldId="262"/>
            <ac:inkMk id="15" creationId="{E4F37003-7717-8F5C-01BA-E3BA56D159DA}"/>
          </ac:inkMkLst>
        </pc:inkChg>
        <pc:inkChg chg="del">
          <ac:chgData name="Rodica Ioana Lung" userId="64ee56e8d7162e1e" providerId="LiveId" clId="{FBA19D0F-677B-56B8-863E-85AFCD084619}" dt="2026-08-31T09:15:22.753" v="11" actId="478"/>
          <ac:inkMkLst>
            <pc:docMk/>
            <pc:sldMk cId="3161096955" sldId="262"/>
            <ac:inkMk id="28" creationId="{B2781388-73BE-413F-07D2-E87FD96A89C9}"/>
          </ac:inkMkLst>
        </pc:inkChg>
      </pc:sldChg>
      <pc:sldChg chg="delSp add mod">
        <pc:chgData name="Rodica Ioana Lung" userId="64ee56e8d7162e1e" providerId="LiveId" clId="{FBA19D0F-677B-56B8-863E-85AFCD084619}" dt="2026-08-31T10:54:40.862" v="18" actId="478"/>
        <pc:sldMkLst>
          <pc:docMk/>
          <pc:sldMk cId="2841442740" sldId="263"/>
        </pc:sldMkLst>
        <pc:inkChg chg="del">
          <ac:chgData name="Rodica Ioana Lung" userId="64ee56e8d7162e1e" providerId="LiveId" clId="{FBA19D0F-677B-56B8-863E-85AFCD084619}" dt="2026-08-31T10:54:39.184" v="17" actId="478"/>
          <ac:inkMkLst>
            <pc:docMk/>
            <pc:sldMk cId="2841442740" sldId="263"/>
            <ac:inkMk id="5" creationId="{A578A06E-EC51-7691-172F-922F118347DE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6" creationId="{E4A0819E-655B-B5E2-E34F-FC85A8478B78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7" creationId="{D108AA45-5EE4-74C5-C197-8EB5AE473369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8" creationId="{0F381A68-295F-2745-8A02-8FE7520E1C70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10" creationId="{AD6A80A1-A867-D12C-9786-79C9C03A26A5}"/>
          </ac:inkMkLst>
        </pc:inkChg>
        <pc:inkChg chg="del">
          <ac:chgData name="Rodica Ioana Lung" userId="64ee56e8d7162e1e" providerId="LiveId" clId="{FBA19D0F-677B-56B8-863E-85AFCD084619}" dt="2026-08-31T10:54:39.184" v="17" actId="478"/>
          <ac:inkMkLst>
            <pc:docMk/>
            <pc:sldMk cId="2841442740" sldId="263"/>
            <ac:inkMk id="11" creationId="{3F460CC5-73C6-8EA0-7C0B-60F66ED515E7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12" creationId="{19B91023-BBE4-FA0E-44CF-2D85A23A689D}"/>
          </ac:inkMkLst>
        </pc:inkChg>
        <pc:inkChg chg="del">
          <ac:chgData name="Rodica Ioana Lung" userId="64ee56e8d7162e1e" providerId="LiveId" clId="{FBA19D0F-677B-56B8-863E-85AFCD084619}" dt="2026-08-31T10:54:39.184" v="17" actId="478"/>
          <ac:inkMkLst>
            <pc:docMk/>
            <pc:sldMk cId="2841442740" sldId="263"/>
            <ac:inkMk id="17" creationId="{6745467A-4271-0871-874B-78E77819CD21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18" creationId="{4B5C982E-DE71-ADEC-0A5A-4529E7166902}"/>
          </ac:inkMkLst>
        </pc:inkChg>
        <pc:inkChg chg="del">
          <ac:chgData name="Rodica Ioana Lung" userId="64ee56e8d7162e1e" providerId="LiveId" clId="{FBA19D0F-677B-56B8-863E-85AFCD084619}" dt="2026-08-31T10:54:39.184" v="17" actId="478"/>
          <ac:inkMkLst>
            <pc:docMk/>
            <pc:sldMk cId="2841442740" sldId="263"/>
            <ac:inkMk id="20" creationId="{E665687A-D5B2-7A43-82D4-82188D9C22F1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21" creationId="{0E941242-B380-4CCF-56AD-75F28E1131CA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22" creationId="{9323DE37-A7FD-B49F-1F45-EE5FD9B95EEF}"/>
          </ac:inkMkLst>
        </pc:inkChg>
        <pc:inkChg chg="del">
          <ac:chgData name="Rodica Ioana Lung" userId="64ee56e8d7162e1e" providerId="LiveId" clId="{FBA19D0F-677B-56B8-863E-85AFCD084619}" dt="2026-08-31T10:54:40.862" v="18" actId="478"/>
          <ac:inkMkLst>
            <pc:docMk/>
            <pc:sldMk cId="2841442740" sldId="263"/>
            <ac:inkMk id="24" creationId="{35F54978-62D2-569C-6B25-86AA831D303D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25" creationId="{FBF77A73-0713-3BD2-1180-71AE2BA66C36}"/>
          </ac:inkMkLst>
        </pc:inkChg>
        <pc:inkChg chg="del">
          <ac:chgData name="Rodica Ioana Lung" userId="64ee56e8d7162e1e" providerId="LiveId" clId="{FBA19D0F-677B-56B8-863E-85AFCD084619}" dt="2026-08-31T10:54:39.184" v="17" actId="478"/>
          <ac:inkMkLst>
            <pc:docMk/>
            <pc:sldMk cId="2841442740" sldId="263"/>
            <ac:inkMk id="26" creationId="{F3CB98F5-9A5C-C976-7411-9EAEC963CA54}"/>
          </ac:inkMkLst>
        </pc:inkChg>
        <pc:inkChg chg="del">
          <ac:chgData name="Rodica Ioana Lung" userId="64ee56e8d7162e1e" providerId="LiveId" clId="{FBA19D0F-677B-56B8-863E-85AFCD084619}" dt="2026-08-31T10:54:39.184" v="17" actId="478"/>
          <ac:inkMkLst>
            <pc:docMk/>
            <pc:sldMk cId="2841442740" sldId="263"/>
            <ac:inkMk id="27" creationId="{50C06E37-6BD2-5E3F-5A88-DA7F87805CE6}"/>
          </ac:inkMkLst>
        </pc:inkChg>
        <pc:inkChg chg="del">
          <ac:chgData name="Rodica Ioana Lung" userId="64ee56e8d7162e1e" providerId="LiveId" clId="{FBA19D0F-677B-56B8-863E-85AFCD084619}" dt="2026-08-31T10:54:31.881" v="16" actId="478"/>
          <ac:inkMkLst>
            <pc:docMk/>
            <pc:sldMk cId="2841442740" sldId="263"/>
            <ac:inkMk id="28" creationId="{953416EC-D460-7D69-ED99-3356023427F0}"/>
          </ac:inkMkLst>
        </pc:inkChg>
      </pc:sldChg>
      <pc:sldChg chg="add">
        <pc:chgData name="Rodica Ioana Lung" userId="64ee56e8d7162e1e" providerId="LiveId" clId="{FBA19D0F-677B-56B8-863E-85AFCD084619}" dt="2026-08-31T09:14:11.034" v="0"/>
        <pc:sldMkLst>
          <pc:docMk/>
          <pc:sldMk cId="3787688531" sldId="264"/>
        </pc:sldMkLst>
      </pc:sldChg>
      <pc:sldChg chg="delSp modSp add mod">
        <pc:chgData name="Rodica Ioana Lung" userId="64ee56e8d7162e1e" providerId="LiveId" clId="{FBA19D0F-677B-56B8-863E-85AFCD084619}" dt="2026-08-31T10:57:20.026" v="51" actId="1076"/>
        <pc:sldMkLst>
          <pc:docMk/>
          <pc:sldMk cId="2763260131" sldId="265"/>
        </pc:sldMkLst>
        <pc:grpChg chg="del">
          <ac:chgData name="Rodica Ioana Lung" userId="64ee56e8d7162e1e" providerId="LiveId" clId="{FBA19D0F-677B-56B8-863E-85AFCD084619}" dt="2026-08-31T10:54:57.725" v="23" actId="478"/>
          <ac:grpSpMkLst>
            <pc:docMk/>
            <pc:sldMk cId="2763260131" sldId="265"/>
            <ac:grpSpMk id="16" creationId="{27E87D20-D4F4-39DB-E225-95A809FD78D1}"/>
          </ac:grpSpMkLst>
        </pc:grpChg>
        <pc:grpChg chg="del">
          <ac:chgData name="Rodica Ioana Lung" userId="64ee56e8d7162e1e" providerId="LiveId" clId="{FBA19D0F-677B-56B8-863E-85AFCD084619}" dt="2026-08-31T10:55:01.459" v="25" actId="478"/>
          <ac:grpSpMkLst>
            <pc:docMk/>
            <pc:sldMk cId="2763260131" sldId="265"/>
            <ac:grpSpMk id="21" creationId="{5D1C814B-B3C6-8FD3-9ADB-4837321BBB3F}"/>
          </ac:grpSpMkLst>
        </pc:grpChg>
        <pc:grpChg chg="del">
          <ac:chgData name="Rodica Ioana Lung" userId="64ee56e8d7162e1e" providerId="LiveId" clId="{FBA19D0F-677B-56B8-863E-85AFCD084619}" dt="2026-08-31T10:55:00.053" v="24" actId="478"/>
          <ac:grpSpMkLst>
            <pc:docMk/>
            <pc:sldMk cId="2763260131" sldId="265"/>
            <ac:grpSpMk id="26" creationId="{23BB0CAA-F49C-4770-1389-F07585751E84}"/>
          </ac:grpSpMkLst>
        </pc:grpChg>
        <pc:grpChg chg="del">
          <ac:chgData name="Rodica Ioana Lung" userId="64ee56e8d7162e1e" providerId="LiveId" clId="{FBA19D0F-677B-56B8-863E-85AFCD084619}" dt="2026-08-31T10:55:04.377" v="27" actId="478"/>
          <ac:grpSpMkLst>
            <pc:docMk/>
            <pc:sldMk cId="2763260131" sldId="265"/>
            <ac:grpSpMk id="33" creationId="{6AD85608-6C0E-DFFB-18FE-6EEF4E3AE8FD}"/>
          </ac:grpSpMkLst>
        </pc:grpChg>
        <pc:grpChg chg="del">
          <ac:chgData name="Rodica Ioana Lung" userId="64ee56e8d7162e1e" providerId="LiveId" clId="{FBA19D0F-677B-56B8-863E-85AFCD084619}" dt="2026-08-31T10:54:54.996" v="22" actId="478"/>
          <ac:grpSpMkLst>
            <pc:docMk/>
            <pc:sldMk cId="2763260131" sldId="265"/>
            <ac:grpSpMk id="48" creationId="{8F0C955C-ADB6-B143-5448-8BA965E19795}"/>
          </ac:grpSpMkLst>
        </pc:grpChg>
        <pc:picChg chg="mod modCrop">
          <ac:chgData name="Rodica Ioana Lung" userId="64ee56e8d7162e1e" providerId="LiveId" clId="{FBA19D0F-677B-56B8-863E-85AFCD084619}" dt="2026-08-31T10:57:20.026" v="51" actId="1076"/>
          <ac:picMkLst>
            <pc:docMk/>
            <pc:sldMk cId="2763260131" sldId="265"/>
            <ac:picMk id="3" creationId="{617742A2-2129-7DC1-5C9B-88D9C7DAC450}"/>
          </ac:picMkLst>
        </pc:picChg>
        <pc:inkChg chg="del">
          <ac:chgData name="Rodica Ioana Lung" userId="64ee56e8d7162e1e" providerId="LiveId" clId="{FBA19D0F-677B-56B8-863E-85AFCD084619}" dt="2026-08-31T10:54:49.884" v="19" actId="478"/>
          <ac:inkMkLst>
            <pc:docMk/>
            <pc:sldMk cId="2763260131" sldId="265"/>
            <ac:inkMk id="4" creationId="{32728263-BF51-84D0-85D5-47A042C93881}"/>
          </ac:inkMkLst>
        </pc:inkChg>
        <pc:inkChg chg="del">
          <ac:chgData name="Rodica Ioana Lung" userId="64ee56e8d7162e1e" providerId="LiveId" clId="{FBA19D0F-677B-56B8-863E-85AFCD084619}" dt="2026-08-31T10:54:52.516" v="21" actId="478"/>
          <ac:inkMkLst>
            <pc:docMk/>
            <pc:sldMk cId="2763260131" sldId="265"/>
            <ac:inkMk id="5" creationId="{E39AB72F-CE5E-96AE-9BD4-49C43BF2D5DD}"/>
          </ac:inkMkLst>
        </pc:inkChg>
        <pc:inkChg chg="del">
          <ac:chgData name="Rodica Ioana Lung" userId="64ee56e8d7162e1e" providerId="LiveId" clId="{FBA19D0F-677B-56B8-863E-85AFCD084619}" dt="2026-08-31T10:57:03.326" v="48" actId="478"/>
          <ac:inkMkLst>
            <pc:docMk/>
            <pc:sldMk cId="2763260131" sldId="265"/>
            <ac:inkMk id="6" creationId="{209746B3-8F36-0D47-1662-64F47DF02657}"/>
          </ac:inkMkLst>
        </pc:inkChg>
        <pc:inkChg chg="del">
          <ac:chgData name="Rodica Ioana Lung" userId="64ee56e8d7162e1e" providerId="LiveId" clId="{FBA19D0F-677B-56B8-863E-85AFCD084619}" dt="2026-08-31T10:54:51.257" v="20" actId="478"/>
          <ac:inkMkLst>
            <pc:docMk/>
            <pc:sldMk cId="2763260131" sldId="265"/>
            <ac:inkMk id="7" creationId="{5252B29C-574D-F330-2A57-D65AEE82D590}"/>
          </ac:inkMkLst>
        </pc:inkChg>
        <pc:inkChg chg="del">
          <ac:chgData name="Rodica Ioana Lung" userId="64ee56e8d7162e1e" providerId="LiveId" clId="{FBA19D0F-677B-56B8-863E-85AFCD084619}" dt="2026-08-31T10:55:03.072" v="26" actId="478"/>
          <ac:inkMkLst>
            <pc:docMk/>
            <pc:sldMk cId="2763260131" sldId="265"/>
            <ac:inkMk id="27" creationId="{44CD02D3-1D1C-D263-EE83-F67F2B8C0D64}"/>
          </ac:inkMkLst>
        </pc:inkChg>
        <pc:inkChg chg="del">
          <ac:chgData name="Rodica Ioana Lung" userId="64ee56e8d7162e1e" providerId="LiveId" clId="{FBA19D0F-677B-56B8-863E-85AFCD084619}" dt="2026-08-31T10:55:06.229" v="28" actId="478"/>
          <ac:inkMkLst>
            <pc:docMk/>
            <pc:sldMk cId="2763260131" sldId="265"/>
            <ac:inkMk id="28" creationId="{1A013C24-D6B3-DC2C-A22C-CBE1256484C8}"/>
          </ac:inkMkLst>
        </pc:inkChg>
        <pc:inkChg chg="del">
          <ac:chgData name="Rodica Ioana Lung" userId="64ee56e8d7162e1e" providerId="LiveId" clId="{FBA19D0F-677B-56B8-863E-85AFCD084619}" dt="2026-08-31T10:55:07.752" v="29" actId="478"/>
          <ac:inkMkLst>
            <pc:docMk/>
            <pc:sldMk cId="2763260131" sldId="265"/>
            <ac:inkMk id="34" creationId="{3AB0070A-225E-E72B-F522-4967AEF7A93A}"/>
          </ac:inkMkLst>
        </pc:inkChg>
      </pc:sldChg>
      <pc:sldChg chg="add del">
        <pc:chgData name="Rodica Ioana Lung" userId="64ee56e8d7162e1e" providerId="LiveId" clId="{FBA19D0F-677B-56B8-863E-85AFCD084619}" dt="2026-08-31T09:15:07.930" v="9" actId="2696"/>
        <pc:sldMkLst>
          <pc:docMk/>
          <pc:sldMk cId="1499104062" sldId="267"/>
        </pc:sldMkLst>
      </pc:sldChg>
      <pc:sldChg chg="delSp mod">
        <pc:chgData name="Rodica Ioana Lung" userId="64ee56e8d7162e1e" providerId="LiveId" clId="{FBA19D0F-677B-56B8-863E-85AFCD084619}" dt="2026-08-31T10:55:43.807" v="33" actId="478"/>
        <pc:sldMkLst>
          <pc:docMk/>
          <pc:sldMk cId="3262120713" sldId="268"/>
        </pc:sldMkLst>
        <pc:grpChg chg="del">
          <ac:chgData name="Rodica Ioana Lung" userId="64ee56e8d7162e1e" providerId="LiveId" clId="{FBA19D0F-677B-56B8-863E-85AFCD084619}" dt="2026-08-31T10:55:43.807" v="33" actId="478"/>
          <ac:grpSpMkLst>
            <pc:docMk/>
            <pc:sldMk cId="3262120713" sldId="268"/>
            <ac:grpSpMk id="8" creationId="{915B3666-4E75-8A95-B7DE-C380AA884FA8}"/>
          </ac:grpSpMkLst>
        </pc:grpChg>
        <pc:grpChg chg="del">
          <ac:chgData name="Rodica Ioana Lung" userId="64ee56e8d7162e1e" providerId="LiveId" clId="{FBA19D0F-677B-56B8-863E-85AFCD084619}" dt="2026-08-31T10:55:41.821" v="32" actId="478"/>
          <ac:grpSpMkLst>
            <pc:docMk/>
            <pc:sldMk cId="3262120713" sldId="268"/>
            <ac:grpSpMk id="35" creationId="{C5D0C60E-A65B-544F-13EF-DD01EE0A18DE}"/>
          </ac:grpSpMkLst>
        </pc:grpChg>
      </pc:sldChg>
      <pc:sldChg chg="delSp mod">
        <pc:chgData name="Rodica Ioana Lung" userId="64ee56e8d7162e1e" providerId="LiveId" clId="{FBA19D0F-677B-56B8-863E-85AFCD084619}" dt="2026-08-31T10:55:37.475" v="31" actId="478"/>
        <pc:sldMkLst>
          <pc:docMk/>
          <pc:sldMk cId="905047989" sldId="271"/>
        </pc:sldMkLst>
        <pc:grpChg chg="del">
          <ac:chgData name="Rodica Ioana Lung" userId="64ee56e8d7162e1e" providerId="LiveId" clId="{FBA19D0F-677B-56B8-863E-85AFCD084619}" dt="2026-08-31T10:55:37.475" v="31" actId="478"/>
          <ac:grpSpMkLst>
            <pc:docMk/>
            <pc:sldMk cId="905047989" sldId="271"/>
            <ac:grpSpMk id="22" creationId="{440DFAF2-1D6E-F4A9-62B6-4118B68FB789}"/>
          </ac:grpSpMkLst>
        </pc:grpChg>
        <pc:grpChg chg="del">
          <ac:chgData name="Rodica Ioana Lung" userId="64ee56e8d7162e1e" providerId="LiveId" clId="{FBA19D0F-677B-56B8-863E-85AFCD084619}" dt="2026-08-31T10:55:37.475" v="31" actId="478"/>
          <ac:grpSpMkLst>
            <pc:docMk/>
            <pc:sldMk cId="905047989" sldId="271"/>
            <ac:grpSpMk id="37" creationId="{8AA292AF-5905-14B4-BFF3-BDB10EA8D6F6}"/>
          </ac:grpSpMkLst>
        </pc:grpChg>
        <pc:grpChg chg="del">
          <ac:chgData name="Rodica Ioana Lung" userId="64ee56e8d7162e1e" providerId="LiveId" clId="{FBA19D0F-677B-56B8-863E-85AFCD084619}" dt="2026-08-31T10:55:37.475" v="31" actId="478"/>
          <ac:grpSpMkLst>
            <pc:docMk/>
            <pc:sldMk cId="905047989" sldId="271"/>
            <ac:grpSpMk id="39" creationId="{024988DD-C322-3013-333F-705324FFA0E6}"/>
          </ac:grpSpMkLst>
        </pc:grpChg>
        <pc:inkChg chg="del">
          <ac:chgData name="Rodica Ioana Lung" userId="64ee56e8d7162e1e" providerId="LiveId" clId="{FBA19D0F-677B-56B8-863E-85AFCD084619}" dt="2026-08-31T10:55:37.475" v="31" actId="478"/>
          <ac:inkMkLst>
            <pc:docMk/>
            <pc:sldMk cId="905047989" sldId="271"/>
            <ac:inkMk id="3" creationId="{E3EACF52-807F-E300-C804-57886F7E4EB6}"/>
          </ac:inkMkLst>
        </pc:inkChg>
        <pc:inkChg chg="del">
          <ac:chgData name="Rodica Ioana Lung" userId="64ee56e8d7162e1e" providerId="LiveId" clId="{FBA19D0F-677B-56B8-863E-85AFCD084619}" dt="2026-08-31T10:55:37.475" v="31" actId="478"/>
          <ac:inkMkLst>
            <pc:docMk/>
            <pc:sldMk cId="905047989" sldId="271"/>
            <ac:inkMk id="5" creationId="{9D107995-BB14-6DD1-19F7-887D8739FC2A}"/>
          </ac:inkMkLst>
        </pc:inkChg>
        <pc:inkChg chg="del">
          <ac:chgData name="Rodica Ioana Lung" userId="64ee56e8d7162e1e" providerId="LiveId" clId="{FBA19D0F-677B-56B8-863E-85AFCD084619}" dt="2026-08-31T10:55:37.475" v="31" actId="478"/>
          <ac:inkMkLst>
            <pc:docMk/>
            <pc:sldMk cId="905047989" sldId="271"/>
            <ac:inkMk id="7" creationId="{23666E26-6908-9814-1CEB-D45338806330}"/>
          </ac:inkMkLst>
        </pc:inkChg>
        <pc:inkChg chg="del">
          <ac:chgData name="Rodica Ioana Lung" userId="64ee56e8d7162e1e" providerId="LiveId" clId="{FBA19D0F-677B-56B8-863E-85AFCD084619}" dt="2026-08-31T10:55:37.475" v="31" actId="478"/>
          <ac:inkMkLst>
            <pc:docMk/>
            <pc:sldMk cId="905047989" sldId="271"/>
            <ac:inkMk id="23" creationId="{4E2DAF15-084B-0A4E-3E33-EEA7A1E06524}"/>
          </ac:inkMkLst>
        </pc:inkChg>
        <pc:inkChg chg="del">
          <ac:chgData name="Rodica Ioana Lung" userId="64ee56e8d7162e1e" providerId="LiveId" clId="{FBA19D0F-677B-56B8-863E-85AFCD084619}" dt="2026-08-31T10:55:37.475" v="31" actId="478"/>
          <ac:inkMkLst>
            <pc:docMk/>
            <pc:sldMk cId="905047989" sldId="271"/>
            <ac:inkMk id="32" creationId="{F8E1C601-F8DA-4A99-E4C7-35D41360565F}"/>
          </ac:inkMkLst>
        </pc:inkChg>
        <pc:inkChg chg="del">
          <ac:chgData name="Rodica Ioana Lung" userId="64ee56e8d7162e1e" providerId="LiveId" clId="{FBA19D0F-677B-56B8-863E-85AFCD084619}" dt="2026-08-31T10:55:37.475" v="31" actId="478"/>
          <ac:inkMkLst>
            <pc:docMk/>
            <pc:sldMk cId="905047989" sldId="271"/>
            <ac:inkMk id="33" creationId="{AD16B111-FC21-6163-AC61-56843B30998E}"/>
          </ac:inkMkLst>
        </pc:inkChg>
        <pc:inkChg chg="del">
          <ac:chgData name="Rodica Ioana Lung" userId="64ee56e8d7162e1e" providerId="LiveId" clId="{FBA19D0F-677B-56B8-863E-85AFCD084619}" dt="2026-08-31T10:55:37.475" v="31" actId="478"/>
          <ac:inkMkLst>
            <pc:docMk/>
            <pc:sldMk cId="905047989" sldId="271"/>
            <ac:inkMk id="34" creationId="{F40C6931-5D33-7580-AE24-EE03C8EC829F}"/>
          </ac:inkMkLst>
        </pc:inkChg>
      </pc:sldChg>
      <pc:sldChg chg="del">
        <pc:chgData name="Rodica Ioana Lung" userId="64ee56e8d7162e1e" providerId="LiveId" clId="{FBA19D0F-677B-56B8-863E-85AFCD084619}" dt="2026-08-31T10:55:23.780" v="30" actId="2696"/>
        <pc:sldMkLst>
          <pc:docMk/>
          <pc:sldMk cId="2958895266" sldId="273"/>
        </pc:sldMkLst>
      </pc:sldChg>
      <pc:sldChg chg="add">
        <pc:chgData name="Rodica Ioana Lung" userId="64ee56e8d7162e1e" providerId="LiveId" clId="{FBA19D0F-677B-56B8-863E-85AFCD084619}" dt="2026-08-31T09:14:11.034" v="0"/>
        <pc:sldMkLst>
          <pc:docMk/>
          <pc:sldMk cId="3944428911" sldId="274"/>
        </pc:sldMkLst>
      </pc:sldChg>
      <pc:sldChg chg="delSp add mod">
        <pc:chgData name="Rodica Ioana Lung" userId="64ee56e8d7162e1e" providerId="LiveId" clId="{FBA19D0F-677B-56B8-863E-85AFCD084619}" dt="2026-08-31T09:14:29.288" v="5" actId="478"/>
        <pc:sldMkLst>
          <pc:docMk/>
          <pc:sldMk cId="2679949906" sldId="275"/>
        </pc:sldMkLst>
        <pc:grpChg chg="del">
          <ac:chgData name="Rodica Ioana Lung" userId="64ee56e8d7162e1e" providerId="LiveId" clId="{FBA19D0F-677B-56B8-863E-85AFCD084619}" dt="2026-08-31T09:14:29.288" v="5" actId="478"/>
          <ac:grpSpMkLst>
            <pc:docMk/>
            <pc:sldMk cId="2679949906" sldId="275"/>
            <ac:grpSpMk id="10" creationId="{BF147E3F-113C-CEA2-FE4C-3286D42EACA5}"/>
          </ac:grpSpMkLst>
        </pc:grpChg>
        <pc:grpChg chg="del">
          <ac:chgData name="Rodica Ioana Lung" userId="64ee56e8d7162e1e" providerId="LiveId" clId="{FBA19D0F-677B-56B8-863E-85AFCD084619}" dt="2026-08-31T09:14:23.513" v="2" actId="478"/>
          <ac:grpSpMkLst>
            <pc:docMk/>
            <pc:sldMk cId="2679949906" sldId="275"/>
            <ac:grpSpMk id="21" creationId="{30D58BFF-3208-C588-7916-0BAB83E9C5EA}"/>
          </ac:grpSpMkLst>
        </pc:grpChg>
        <pc:grpChg chg="del">
          <ac:chgData name="Rodica Ioana Lung" userId="64ee56e8d7162e1e" providerId="LiveId" clId="{FBA19D0F-677B-56B8-863E-85AFCD084619}" dt="2026-08-31T09:14:26.689" v="4" actId="478"/>
          <ac:grpSpMkLst>
            <pc:docMk/>
            <pc:sldMk cId="2679949906" sldId="275"/>
            <ac:grpSpMk id="24" creationId="{8253DCE8-F2C6-C1C1-BABB-70BF5CC021F3}"/>
          </ac:grpSpMkLst>
        </pc:grpChg>
        <pc:grpChg chg="del">
          <ac:chgData name="Rodica Ioana Lung" userId="64ee56e8d7162e1e" providerId="LiveId" clId="{FBA19D0F-677B-56B8-863E-85AFCD084619}" dt="2026-08-31T09:14:18.868" v="1" actId="478"/>
          <ac:grpSpMkLst>
            <pc:docMk/>
            <pc:sldMk cId="2679949906" sldId="275"/>
            <ac:grpSpMk id="70" creationId="{A0B68AB6-313C-9F02-C644-FA766EE191E4}"/>
          </ac:grpSpMkLst>
        </pc:grpChg>
        <pc:inkChg chg="del">
          <ac:chgData name="Rodica Ioana Lung" userId="64ee56e8d7162e1e" providerId="LiveId" clId="{FBA19D0F-677B-56B8-863E-85AFCD084619}" dt="2026-08-31T09:14:24.536" v="3" actId="478"/>
          <ac:inkMkLst>
            <pc:docMk/>
            <pc:sldMk cId="2679949906" sldId="275"/>
            <ac:inkMk id="33" creationId="{3D86DE10-650B-4B94-3AD6-B4BA29CF8E06}"/>
          </ac:inkMkLst>
        </pc:inkChg>
      </pc:sldChg>
      <pc:sldChg chg="delSp add mod">
        <pc:chgData name="Rodica Ioana Lung" userId="64ee56e8d7162e1e" providerId="LiveId" clId="{FBA19D0F-677B-56B8-863E-85AFCD084619}" dt="2026-08-31T10:56:42.960" v="44" actId="478"/>
        <pc:sldMkLst>
          <pc:docMk/>
          <pc:sldMk cId="1482094474" sldId="276"/>
        </pc:sldMkLst>
        <pc:grpChg chg="del">
          <ac:chgData name="Rodica Ioana Lung" userId="64ee56e8d7162e1e" providerId="LiveId" clId="{FBA19D0F-677B-56B8-863E-85AFCD084619}" dt="2026-08-31T09:15:02.688" v="7" actId="478"/>
          <ac:grpSpMkLst>
            <pc:docMk/>
            <pc:sldMk cId="1482094474" sldId="276"/>
            <ac:grpSpMk id="46" creationId="{9B944A7F-A96B-E678-892E-FDA5F62701C5}"/>
          </ac:grpSpMkLst>
        </pc:grpChg>
        <pc:grpChg chg="del">
          <ac:chgData name="Rodica Ioana Lung" userId="64ee56e8d7162e1e" providerId="LiveId" clId="{FBA19D0F-677B-56B8-863E-85AFCD084619}" dt="2026-08-31T09:15:02.688" v="7" actId="478"/>
          <ac:grpSpMkLst>
            <pc:docMk/>
            <pc:sldMk cId="1482094474" sldId="276"/>
            <ac:grpSpMk id="57" creationId="{FE8E127E-9EAA-34EC-924E-C0D09F462032}"/>
          </ac:grpSpMkLst>
        </pc:grpChg>
        <pc:grpChg chg="del">
          <ac:chgData name="Rodica Ioana Lung" userId="64ee56e8d7162e1e" providerId="LiveId" clId="{FBA19D0F-677B-56B8-863E-85AFCD084619}" dt="2026-08-31T09:15:02.688" v="7" actId="478"/>
          <ac:grpSpMkLst>
            <pc:docMk/>
            <pc:sldMk cId="1482094474" sldId="276"/>
            <ac:grpSpMk id="90" creationId="{4EDBE1BF-434C-420D-C18F-0A9B7D7EDD21}"/>
          </ac:grpSpMkLst>
        </pc:grpChg>
        <pc:grpChg chg="del">
          <ac:chgData name="Rodica Ioana Lung" userId="64ee56e8d7162e1e" providerId="LiveId" clId="{FBA19D0F-677B-56B8-863E-85AFCD084619}" dt="2026-08-31T09:14:39.239" v="6" actId="478"/>
          <ac:grpSpMkLst>
            <pc:docMk/>
            <pc:sldMk cId="1482094474" sldId="276"/>
            <ac:grpSpMk id="100" creationId="{DDCDCA2D-058C-0290-DE4A-2B87A0F6D0D5}"/>
          </ac:grpSpMkLst>
        </pc:grpChg>
        <pc:inkChg chg="del">
          <ac:chgData name="Rodica Ioana Lung" userId="64ee56e8d7162e1e" providerId="LiveId" clId="{FBA19D0F-677B-56B8-863E-85AFCD084619}" dt="2026-08-31T09:15:02.688" v="7" actId="478"/>
          <ac:inkMkLst>
            <pc:docMk/>
            <pc:sldMk cId="1482094474" sldId="276"/>
            <ac:inkMk id="44" creationId="{E5C8DF48-E83F-B0E2-E837-5C3C7143900D}"/>
          </ac:inkMkLst>
        </pc:inkChg>
        <pc:inkChg chg="del">
          <ac:chgData name="Rodica Ioana Lung" userId="64ee56e8d7162e1e" providerId="LiveId" clId="{FBA19D0F-677B-56B8-863E-85AFCD084619}" dt="2026-08-31T09:15:02.688" v="7" actId="478"/>
          <ac:inkMkLst>
            <pc:docMk/>
            <pc:sldMk cId="1482094474" sldId="276"/>
            <ac:inkMk id="47" creationId="{9676378F-42A8-539E-D146-D5BBE8221349}"/>
          </ac:inkMkLst>
        </pc:inkChg>
        <pc:inkChg chg="del">
          <ac:chgData name="Rodica Ioana Lung" userId="64ee56e8d7162e1e" providerId="LiveId" clId="{FBA19D0F-677B-56B8-863E-85AFCD084619}" dt="2026-08-31T09:15:04.805" v="8" actId="478"/>
          <ac:inkMkLst>
            <pc:docMk/>
            <pc:sldMk cId="1482094474" sldId="276"/>
            <ac:inkMk id="49" creationId="{25F06A6A-1B28-B871-F5D5-F904DD1F3EDC}"/>
          </ac:inkMkLst>
        </pc:inkChg>
        <pc:inkChg chg="del">
          <ac:chgData name="Rodica Ioana Lung" userId="64ee56e8d7162e1e" providerId="LiveId" clId="{FBA19D0F-677B-56B8-863E-85AFCD084619}" dt="2026-08-31T09:15:02.688" v="7" actId="478"/>
          <ac:inkMkLst>
            <pc:docMk/>
            <pc:sldMk cId="1482094474" sldId="276"/>
            <ac:inkMk id="50" creationId="{8CAD8CE8-5773-0E6E-D115-F89CBD330157}"/>
          </ac:inkMkLst>
        </pc:inkChg>
        <pc:inkChg chg="del">
          <ac:chgData name="Rodica Ioana Lung" userId="64ee56e8d7162e1e" providerId="LiveId" clId="{FBA19D0F-677B-56B8-863E-85AFCD084619}" dt="2026-08-31T09:15:02.688" v="7" actId="478"/>
          <ac:inkMkLst>
            <pc:docMk/>
            <pc:sldMk cId="1482094474" sldId="276"/>
            <ac:inkMk id="58" creationId="{96C44A0F-E819-51B5-2F84-B35ACABDFD72}"/>
          </ac:inkMkLst>
        </pc:inkChg>
        <pc:inkChg chg="del">
          <ac:chgData name="Rodica Ioana Lung" userId="64ee56e8d7162e1e" providerId="LiveId" clId="{FBA19D0F-677B-56B8-863E-85AFCD084619}" dt="2026-08-31T09:15:02.688" v="7" actId="478"/>
          <ac:inkMkLst>
            <pc:docMk/>
            <pc:sldMk cId="1482094474" sldId="276"/>
            <ac:inkMk id="60" creationId="{04FFCB4D-AD33-871E-2CE3-5F99266D0AC4}"/>
          </ac:inkMkLst>
        </pc:inkChg>
        <pc:inkChg chg="del">
          <ac:chgData name="Rodica Ioana Lung" userId="64ee56e8d7162e1e" providerId="LiveId" clId="{FBA19D0F-677B-56B8-863E-85AFCD084619}" dt="2026-08-31T10:56:42.960" v="44" actId="478"/>
          <ac:inkMkLst>
            <pc:docMk/>
            <pc:sldMk cId="1482094474" sldId="276"/>
            <ac:inkMk id="102" creationId="{DFE8C357-1B5B-1F94-ABF5-DD12100013BD}"/>
          </ac:inkMkLst>
        </pc:inkChg>
        <pc:inkChg chg="del">
          <ac:chgData name="Rodica Ioana Lung" userId="64ee56e8d7162e1e" providerId="LiveId" clId="{FBA19D0F-677B-56B8-863E-85AFCD084619}" dt="2026-08-31T09:15:02.688" v="7" actId="478"/>
          <ac:inkMkLst>
            <pc:docMk/>
            <pc:sldMk cId="1482094474" sldId="276"/>
            <ac:inkMk id="105" creationId="{E507E4E2-9645-1D82-90F0-64F502560699}"/>
          </ac:inkMkLst>
        </pc:inkChg>
        <pc:inkChg chg="del">
          <ac:chgData name="Rodica Ioana Lung" userId="64ee56e8d7162e1e" providerId="LiveId" clId="{FBA19D0F-677B-56B8-863E-85AFCD084619}" dt="2026-08-31T09:15:02.688" v="7" actId="478"/>
          <ac:inkMkLst>
            <pc:docMk/>
            <pc:sldMk cId="1482094474" sldId="276"/>
            <ac:inkMk id="106" creationId="{C3395761-44CA-C160-359F-0E874E8F8147}"/>
          </ac:inkMkLst>
        </pc:inkChg>
      </pc:sldChg>
      <pc:sldChg chg="add del">
        <pc:chgData name="Rodica Ioana Lung" userId="64ee56e8d7162e1e" providerId="LiveId" clId="{FBA19D0F-677B-56B8-863E-85AFCD084619}" dt="2026-08-31T09:15:32.392" v="14" actId="2696"/>
        <pc:sldMkLst>
          <pc:docMk/>
          <pc:sldMk cId="500398256" sldId="277"/>
        </pc:sldMkLst>
      </pc:sldChg>
      <pc:sldChg chg="delSp add mod">
        <pc:chgData name="Rodica Ioana Lung" userId="64ee56e8d7162e1e" providerId="LiveId" clId="{FBA19D0F-677B-56B8-863E-85AFCD084619}" dt="2026-08-31T10:56:57.271" v="47" actId="478"/>
        <pc:sldMkLst>
          <pc:docMk/>
          <pc:sldMk cId="1362470259" sldId="278"/>
        </pc:sldMkLst>
        <pc:inkChg chg="del">
          <ac:chgData name="Rodica Ioana Lung" userId="64ee56e8d7162e1e" providerId="LiveId" clId="{FBA19D0F-677B-56B8-863E-85AFCD084619}" dt="2026-08-31T09:15:37.940" v="15" actId="478"/>
          <ac:inkMkLst>
            <pc:docMk/>
            <pc:sldMk cId="1362470259" sldId="278"/>
            <ac:inkMk id="11" creationId="{66B3791F-2E38-B617-FFF3-69E8247565E4}"/>
          </ac:inkMkLst>
        </pc:inkChg>
        <pc:inkChg chg="del">
          <ac:chgData name="Rodica Ioana Lung" userId="64ee56e8d7162e1e" providerId="LiveId" clId="{FBA19D0F-677B-56B8-863E-85AFCD084619}" dt="2026-08-31T10:56:57.271" v="47" actId="478"/>
          <ac:inkMkLst>
            <pc:docMk/>
            <pc:sldMk cId="1362470259" sldId="278"/>
            <ac:inkMk id="12" creationId="{A4988AA3-AAF8-98AB-BE2F-765235B41E25}"/>
          </ac:inkMkLst>
        </pc:inkChg>
        <pc:inkChg chg="del">
          <ac:chgData name="Rodica Ioana Lung" userId="64ee56e8d7162e1e" providerId="LiveId" clId="{FBA19D0F-677B-56B8-863E-85AFCD084619}" dt="2026-08-31T10:56:53.805" v="45" actId="478"/>
          <ac:inkMkLst>
            <pc:docMk/>
            <pc:sldMk cId="1362470259" sldId="278"/>
            <ac:inkMk id="14" creationId="{15C3F9FE-2253-4B35-7C42-A0CAB25E04CA}"/>
          </ac:inkMkLst>
        </pc:inkChg>
        <pc:inkChg chg="del">
          <ac:chgData name="Rodica Ioana Lung" userId="64ee56e8d7162e1e" providerId="LiveId" clId="{FBA19D0F-677B-56B8-863E-85AFCD084619}" dt="2026-08-31T10:56:55.538" v="46" actId="478"/>
          <ac:inkMkLst>
            <pc:docMk/>
            <pc:sldMk cId="1362470259" sldId="278"/>
            <ac:inkMk id="15" creationId="{CAFBAE19-A5F6-5D8D-7217-824A74D0ED04}"/>
          </ac:inkMkLst>
        </pc:inkChg>
      </pc:sldChg>
      <pc:sldChg chg="add">
        <pc:chgData name="Rodica Ioana Lung" userId="64ee56e8d7162e1e" providerId="LiveId" clId="{FBA19D0F-677B-56B8-863E-85AFCD084619}" dt="2026-08-31T09:14:11.034" v="0"/>
        <pc:sldMkLst>
          <pc:docMk/>
          <pc:sldMk cId="2799299582" sldId="27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59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41 136 1927 0 0,'0'-15'127'0'0,"0"2"-54"0"0,0 0 1 0 0,0 0-1 0 0,-1 0 0 0 0,-6-24 1 0 0,5 32 3579 0 0,0-2-2503 0 0,-2-3-1384 0 0,4 9 326 0 0,0 1-1 0 0,0-1 1 0 0,-1 0-1 0 0,1 1 1 0 0,0-1-1 0 0,0 1 1 0 0,-1-1 0 0 0,1 1-1 0 0,0-1 1 0 0,0 1-1 0 0,-1-1 1 0 0,1 1-1 0 0,0 0 1 0 0,-1-1 0 0 0,1 1-1 0 0,-1-1 1 0 0,0 0-1 0 0,1 1-37 0 0,-1 0-1 0 0,1 0 0 0 0,0 0 1 0 0,0 0-1 0 0,-1 0 0 0 0,1 0 1 0 0,0 0-1 0 0,0 1 0 0 0,-1-1 1 0 0,1 0-1 0 0,0 0 0 0 0,0 0 1 0 0,-1 0-1 0 0,1 0 0 0 0,0 0 1 0 0,0 0-1 0 0,0 0 0 0 0,-1 1 1 0 0,1-1-1 0 0,0 0 0 0 0,0 0 1 0 0,0 0-1 0 0,0 1 0 0 0,-1-1 1 0 0,1 0-1 0 0,0 1 0 0 0,-1 0 3 0 0,0 0 1 0 0,0 1-1 0 0,1-1 0 0 0,-1 1 0 0 0,0-1 0 0 0,1 1 0 0 0,0 0 0 0 0,-1-1 0 0 0,1 1 0 0 0,-1 2 0 0 0,-5 8-776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59.5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 1639 0 0,'-2'-5'3520'0'0,"5"14"-3449"0"0,-2 0 0 0 0,1 1 0 0 0,-1-1 0 0 0,0 1 0 0 0,-1-1 0 0 0,-1 17-1 0 0,-1-3-1846 0 0,3 37-1 0 0,-1-48 1746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27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2 1695 0 0,'-7'0'152'0'0,"3"0"-152"0"0,1 0 0 0 0,1-1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32.8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1607 0 0,'14'-2'13'0'0,"0"1"0"0"0,1 0 0 0 0,-1 1 0 0 0,0 1 0 0 0,0 0 0 0 0,1 1 0 0 0,-1 0 0 0 0,0 1 0 0 0,-1 1 0 0 0,1 0 0 0 0,-1 1 0 0 0,1 0 0 0 0,-1 1 0 0 0,-1 1 0 0 0,14 8 0 0 0,-8-4-16 0 0,173 117-162 0 0,-173-113 169 0 0,-1 1 0 0 0,-1 0 0 0 0,-1 2 0 0 0,0 0 0 0 0,-2 0 0 0 0,23 41 0 0 0,50 130 31 0 0,-72-153-34 0 0,64 199 63 0 0,-50-155-64 0 0,-22-66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33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1495 0 0,'677'589'120'0'0,"-174"-178"-56"0"0,-477-391-64 0 0,1-2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33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1551 0 0,'46'30'136'0'0,"-19"-15"-136"0"0,-4-2 0 0 0,-6-6 0 0 0,-4-2 0 0 0,-7-3 0 0 0,2 1 0 0 0,7 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18.3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 1335 0 0,'-22'6'0'0'0,"2"-3"0"0"0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49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75 1695 0 0,'5'-3'114'0'0,"-2"-9"-76"0"0,-3 6-38 0 0,0 1 0 0 0,0-1 0 0 0,-1 1 0 0 0,0-1 0 0 0,1 1 0 0 0,-2-1 0 0 0,1 1 0 0 0,-5-10 0 0 0,7 17 0 0 0,0 1 0 0 0,0-1 0 0 0,0 1 0 0 0,-1-1 0 0 0,0 1 0 0 0,1 0 0 0 0,-1-1 0 0 0,0 1 0 0 0,0 3 0 0 0,0-2 0 0 0,1 6 0 0 0,1 9 0 0 0,-2-18 0 0 0,0-1 0 0 0,0 0 0 0 0,0 1 0 0 0,0-1 0 0 0,0 0 0 0 0,0 1 0 0 0,0-1 0 0 0,0 0 0 0 0,0 1 0 0 0,0-1 0 0 0,0 1 0 0 0,0-1 0 0 0,0 0 0 0 0,0 1 0 0 0,-1-1 0 0 0,1 0 0 0 0,0 1 0 0 0,0-1 0 0 0,0 0 0 0 0,-1 0 0 0 0,1 1 0 0 0,0-1 0 0 0,0 0 0 0 0,0 0 0 0 0,-1 1 0 0 0,1-1 0 0 0,0 0 0 0 0,-1 0 0 0 0,1 1 0 0 0,0-1 0 0 0,-1 0 0 0 0,1 0 0 0 0,0 0 0 0 0,-1 0 0 0 0,1 1 0 0 0,-2-1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7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19 5983 0 0,'-1'-2'536'0'0,"-1"2"-432"0"0,2 2-104 0 0,0 0 632 0 0,2-1-288 0 0,-1 1 0 0 0,6 0-96 0 0,2 0-24 0 0,1-2 0 0 0,2-4 0 0 0,1 1-544 0 0,4-4-104 0 0,2 2-24 0 0,1-4-8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7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 6911 0 0,'-1'-3'736'0'0,"2"4"-736"0"0,-1 1 0 0 0,2-2-88 0 0,0 2-40 0 0,1 0 0 0 0,2 1-8 0 0,6 0-56 0 0,2 2-16 0 0,4 1 0 0 0,4-5 0 0 0,1 1 208 0 0,-2-2-64 0 0,-5-2 64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8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8751 0 0,'-3'2'384'0'0,"1"-2"88"0"0,0-2-376 0 0,2 4-96 0 0,2 1-1712 0 0,5 1-2504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04.2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342 1 3623 0 0,'-57'96'-81'0'0,"16"-31"34"0"0,0 14 83 0 0,28-50-26 0 0,-2-1-1 0 0,-37 52 0 0 0,45-69-9 0 0,0 0 0 0 0,0 0 0 0 0,-7 19 0 0 0,-4 6 0 0 0,13-24 11 0 0,0 0-1 0 0,1 0 0 0 0,-6 26 1 0 0,-5 12 11 0 0,8-31-22 0 0,2-7 0 0 0,1-1 0 0 0,0 1 0 0 0,-2 12 0 0 0,3-19 0 0 0,1-6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49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332 242 2087 0 0,'-30'-17'46'0'0,"0"1"0"0"0,-2 1 0 0 0,-57-19 0 0 0,-6-2-46 0 0,90 34 1 0 0,0 0-1 0 0,1 0 0 0 0,-1-1 0 0 0,1 1 0 0 0,0-1 0 0 0,0-1 0 0 0,0 1 1 0 0,-6-7-1 0 0,9 9-1 0 0,0 0 1 0 0,0-1-1 0 0,0 1 1 0 0,0-1-1 0 0,0 1 0 0 0,1-1 1 0 0,-1 1-1 0 0,0-1 1 0 0,1 1-1 0 0,-1-1 1 0 0,1 0-1 0 0,0 0 1 0 0,-1 1-1 0 0,1-1 1 0 0,0 0-1 0 0,0 1 0 0 0,0-1 1 0 0,0 0-1 0 0,0 0 1 0 0,1 1-1 0 0,-1-1 1 0 0,0 0-1 0 0,1 1 1 0 0,-1-1-1 0 0,1 0 0 0 0,0 1 1 0 0,0-1-1 0 0,1-1 1 0 0,5-7-47 0 0,-6 8 36 0 0,1 0 1 0 0,-1 0 0 0 0,0 0-1 0 0,0 1 1 0 0,0-1-1 0 0,0-1 1 0 0,0 1 0 0 0,0 0-1 0 0,0 0 1 0 0,0-4-1 0 0,0-3 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4:09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8 1895 0 0,'-1'-2'84'0'0,"-2"-3"-21"0"0,3 5-62 0 0,0 0-1 0 0,0 0 1 0 0,0 0-1 0 0,0 0 1 0 0,0 0-1 0 0,0 0 0 0 0,0 0 1 0 0,0 0-1 0 0,1 0 1 0 0,-1 0-1 0 0,0 0 1 0 0,0 1-1 0 0,0-1 0 0 0,0 0 1 0 0,0 0-1 0 0,0 0 1 0 0,0 0-1 0 0,0 0 1 0 0,0 0-1 0 0,0 0 1 0 0,0 0-1 0 0,0 0 0 0 0,0 0 1 0 0,0 0-1 0 0,0 0 1 0 0,0 0-1 0 0,0 0 1 0 0,0 0-1 0 0,1 0 1 0 0,-1 0-1 0 0,0 0 0 0 0,0 0 1 0 0,0-1-1 0 0,0 1 1 0 0,0 0-1 0 0,0 0 1 0 0,0 0-1 0 0,0 0 0 0 0,0 0 1 0 0,0 0-1 0 0,0 0 1 0 0,0 0-1 0 0,0 0 1 0 0,0 0-1 0 0,0 0 1 0 0,0 0-1 0 0,0 0 0 0 0,2 1 0 0 0,0 0 0 0 0,0 1 0 0 0,0 0 0 0 0,0-1 0 0 0,0 1 0 0 0,0 0 0 0 0,0 0 0 0 0,0 0 0 0 0,-1 0 0 0 0,1 0 0 0 0,-1 0 0 0 0,1 0 0 0 0,1 6 0 0 0,-3-3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4:40.3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4 6553 0 0,'0'-2'0'0'0,"0"1"0"0"0,0 2 0 0 0,-1 1 0 0 0,-1 0 241 0 0,0 1-241 0 0,-20 23 537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6.0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79 6553 0 0,'0'0'0'0'0,"0"0"0"0"0,0-1 0 0 0,0 1 0 0 0,0 0 0 0 0,0 0 0 0 0,0 0 0 0 0,0 0 0 0 0,0-1 0 0 0,0 1 0 0 0,0 0 0 0 0,0 0 0 0 0,0 0 0 0 0,0-1 0 0 0,0 1 0 0 0,0 0 0 0 0,0 0 0 0 0,0 0 0 0 0,-1 0 0 0 0,1 0 0 0 0,0-1 0 0 0,0 1 0 0 0,0 0 0 0 0,0 0 0 0 0,0 0 0 0 0,-1 0 0 0 0,1 0 0 0 0,0 0 0 0 0,0 0 0 0 0,0-1 0 0 0,0 1 0 0 0,-1 0 0 0 0,1 0 0 0 0,0 0 0 0 0,-1 0 0 0 0,1 0 0 0 0,0 0 0 0 0,-1-1 0 0 0,1 1 0 0 0,0 0 0 0 0,-1 0 0 0 0,1 0 0 0 0,0-1 0 0 0,-1 1 0 0 0,1 0 0 0 0,0-1 0 0 0,-1 1 0 0 0,1 0 0 0 0,0-1 0 0 0,0 1 0 0 0,-1 0 0 0 0,1-1 0 0 0,0 1 0 0 0,0-1 0 0 0,0 1 0 0 0,0 0 0 0 0,0-1 0 0 0,0 1 0 0 0,-1-1 0 0 0,1 1 0 0 0,0 0 0 0 0,0-1 0 0 0,0 1 0 0 0,0-1 0 0 0,0 1 0 0 0,0 0 0 0 0,1-1 0 0 0,-1 1 0 0 0,0-1 0 0 0,0 0 0 0 0,0 1 0 0 0,0-4 0 0 0,1-1 0 0 0,-1 1 0 0 0,1 0 0 0 0,0 0 0 0 0,0 0 0 0 0,3-7 0 0 0,-4 10 0 0 0,1 0 0 0 0,-1 0-1 0 0,0 0 1 0 0,1 1-1 0 0,-1-1 1 0 0,0 0 0 0 0,0 0-1 0 0,1 0 1 0 0,-1 0 0 0 0,0 0-1 0 0,0 0 1 0 0,0 0-1 0 0,0 1 1 0 0,0-1 0 0 0,0 0-1 0 0,-1 0 1 0 0,1-1-1 0 0,0 2 5 0 0,-1-1-1 0 0,1 0 0 0 0,0 1 0 0 0,-1-1 1 0 0,1 1-1 0 0,-1 0 0 0 0,1-1 0 0 0,-1 1 0 0 0,1-1 1 0 0,-1 1-1 0 0,1 0 0 0 0,-1-1 0 0 0,0 1 1 0 0,1 0-1 0 0,-1-1 0 0 0,1 1 0 0 0,-1 0 0 0 0,0 0 1 0 0,1 0-1 0 0,-1 0 0 0 0,0 0 0 0 0,1 0 1 0 0,-1 0-1 0 0,0 0 0 0 0,1 0 0 0 0,-2 0 0 0 0,1 5 318 0 0,-3 17 56 0 0,1 0 0 0 0,-1 26 0 0 0,4-35-21 0 0,0 32 731 0 0,7 53-1 0 0,21 43 1254 0 0,0-1-440 0 0,-25-118-1278 0 0,1 10-19 0 0,1 0-1 0 0,1 0 1 0 0,2-1-1 0 0,12 33 1 0 0,-16-56-528 0 0,-3-6-49 0 0,1 1-1 0 0,-1 0 0 0 0,0-1 1 0 0,0 1-1 0 0,0 0 1 0 0,0 0-1 0 0,-1 0 1 0 0,1 0-1 0 0,-1 4 0 0 0,-1-1-25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6.3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6553 0 0,'1'26'1700'0'0,"1"-7"-1700"0"0,1-1 0 0 0,-1-2 0 0 0,-2-4 0 0 0,0-1 0 0 0,2 6 0 0 0,0 12 1201 0 0,1 19-1201 0 0,0 13 961 0 0,-1 14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7.2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1 6553 0 0,'-5'12'382'0'0,"1"1"1"0"0,0 0-1 0 0,1 0 0 0 0,-3 26 0 0 0,4-24-271 0 0,-1 14 510 0 0,1-1-1 0 0,3 57 1 0 0,16 56 1833 0 0,-14-114-2309 0 0,6 72 1673 0 0,-7-49-1574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8.2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1 6553 0 0,'-7'12'1075'0'0,"3"-7"-1075"0"0,1 0 0 0 0,0-2 0 0 0,3 1 0 0 0,0-3 0 0 0,0 1 0 0 0,0 1 0 0 0,0 3 0 0 0,-2-1 0 0 0,-2 1 0 0 0,-1 0 0 0 0,-1 0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9.8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4184 1185 6553 0 0,'0'-1'18'0'0,"-1"-9"-66"0"0,1 10 55 0 0,-1 0 0 0 0,1 0 0 0 0,0 0 0 0 0,0-1-1 0 0,0 1 1 0 0,0 0 0 0 0,-1 0 0 0 0,1 0 0 0 0,0 0 0 0 0,0 0 0 0 0,0 0 0 0 0,-1 0-1 0 0,1-1 1 0 0,0 1 0 0 0,0 0 0 0 0,0 0 0 0 0,-1 0 0 0 0,1 0 0 0 0,0 0 0 0 0,0 0-1 0 0,-1 0 1 0 0,1 0 0 0 0,0 0 0 0 0,0 0 0 0 0,0 0 0 0 0,-1 0 0 0 0,1 0 0 0 0,0 1 0 0 0,0-1-1 0 0,0 0 1 0 0,-1 0 0 0 0,1 0 0 0 0,0 0 0 0 0,0 0 0 0 0,0 0 0 0 0,0 0 0 0 0,-1 1-1 0 0,1-1 1 0 0,0 0 0 0 0,0 0 0 0 0,0 0 0 0 0,0 0 0 0 0,0 1 0 0 0,-1-1 0 0 0,1 0-1 0 0,0 0 1 0 0,0 0 0 0 0,0 1 0 0 0,0-1 0 0 0,0 0 0 0 0,-2 5 313 0 0,-6 21 165 0 0,-6 30 0 0 0,-7 26 796 0 0,-85 205 3503 0 0,-8 97 1356 0 0,98-324-5222 0 0,6-29-370 0 0,-1-1 0 0 0,-1 0 0 0 0,-2-1 0 0 0,0 0 0 0 0,-22 30 0 0 0,8-18-548 0 0,14-23 0 0 0,2 1 0 0 0,0 0 0 0 0,2 0 0 0 0,-12 30 0 0 0,20-43 0 0 0,0 0 0 0 0,1 1 0 0 0,0 0 0 0 0,0-1 0 0 0,1 1 0 0 0,0-1 0 0 0,0 1 0 0 0,1 0 0 0 0,-1-1 0 0 0,1 1 0 0 0,1-1 0 0 0,-1 1 0 0 0,1-1 0 0 0,4 9 0 0 0,-1 0 0 0 0,-3-11 0 0 0,0 1 0 0 0,-1-1 0 0 0,1 1 0 0 0,0 8 0 0 0,-2-11 0 0 0,0 0 0 0 0,0 1 0 0 0,0-1 0 0 0,-1 0 0 0 0,1 0 0 0 0,0 0 0 0 0,-1 0 0 0 0,0 0 0 0 0,1 0 0 0 0,-1 0 0 0 0,0 0 0 0 0,0 0 0 0 0,0-1 0 0 0,-3 4 0 0 0,-20 26 0 0 0,-31 29 0 0 0,20-23 0 0 0,-24 27 0 0 0,-89 74 0 0 0,140-130 0 0 0,0-1 0 0 0,0 2 0 0 0,0-1 0 0 0,1 1 0 0 0,0 0 0 0 0,-6 13 0 0 0,-28 63 0 0 0,25-48 0 0 0,14-33 0 0 0,0 0 0 0 0,0 0 0 0 0,0 0 0 0 0,0-1 0 0 0,-1 1 0 0 0,0-1 0 0 0,0 0 0 0 0,-6 6 0 0 0,2-4 0 0 0,0 0 0 0 0,0-1 0 0 0,-14 6 0 0 0,-56 22 0 0 0,64-28 0 0 0,0 0 0 0 0,0 0 0 0 0,0-2 0 0 0,-16 2 0 0 0,24-3 7 0 0,1-2-1 0 0,-1 1 0 0 0,0 0 1 0 0,0-1-1 0 0,1 0 0 0 0,-1 0 1 0 0,0 0-1 0 0,1-1 1 0 0,-6-2-1 0 0,-3-2-194 0 0,-20-14-1 0 0,21 12-78 0 0,-21-10-1 0 0,29 16 225 0 0,-1 0 0 0 0,1 1 0 0 0,-1-1 1 0 0,1 1-1 0 0,-1 0 0 0 0,0 1 0 0 0,1-1 0 0 0,-1 1 0 0 0,-5 0 0 0 0,-1 1 58 0 0,-1 1 0 0 0,1 0 0 0 0,0 0 1 0 0,0 1-1 0 0,-13 6 0 0 0,-52 26 79 0 0,58-25-63 0 0,-2 0-1 0 0,1-2 1 0 0,-1 0 0 0 0,-30 7-1 0 0,42-14-21 0 0,-1-1 0 0 0,1 1 0 0 0,0-1 0 0 0,0-1-1 0 0,-1 1 1 0 0,1-1 0 0 0,0-1 0 0 0,0 0 0 0 0,0 0 0 0 0,0 0-1 0 0,0-1 1 0 0,-10-6 0 0 0,-9-5-281 0 0,1-1 0 0 0,-26-21 0 0 0,17 12-397 0 0,7 6 215 0 0,-43-32-864 0 0,62 42 1089 0 0,0 0-1 0 0,0-1 0 0 0,0 0 0 0 0,2 0 0 0 0,-9-13 1 0 0,-70-125-2017 0 0,51 83 646 0 0,-47-65 1 0 0,-53-32-1134 0 0,-13 11-439 0 0,120 121 2616 0 0,-130-146-101 0 0,69 71 657 0 0,-111-101 0 0 0,74 80 0 0 0,19 8 0 0 0,-100-140 0 0 0,164 200 0 0 0,3-1 0 0 0,-56-109 0 0 0,12-49 0 0 0,18-7 0 0 0,-54-145 0 0 0,109 340 0 0 0,-2 0 0 0 0,-2 1 0 0 0,0 0 0 0 0,-37-47 0 0 0,42 62 0 0 0,-1 0 0 0 0,0 0 0 0 0,-1 2 0 0 0,0-1 0 0 0,0 1 0 0 0,-2 1 0 0 0,1 0 0 0 0,-1 1 0 0 0,0 1 0 0 0,0 0 0 0 0,-21-6 0 0 0,33 12 0 0 0,1 0 0 0 0,0 1 0 0 0,0-1 0 0 0,-1 1 0 0 0,1 0 0 0 0,0-1 0 0 0,-1 1 0 0 0,1 0 0 0 0,-1 0 0 0 0,1 0 0 0 0,0 0 0 0 0,-1 0 0 0 0,1 0 0 0 0,-2 0 0 0 0,3 2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10.7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344 313 6553 0 0,'-18'-26'0'0'0,"-37"-44"0"0"0,22 30 0 0 0,14 18 0 0 0,10 12 0 0 0,1 1 0 0 0,-11-18 0 0 0,16 21-3 0 0,-4-5 42 0 0,4 12 77 0 0,-2 7 112 0 0,-14 38 489 0 0,12-32-407 0 0,1 1 1 0 0,0 1-1 0 0,1-1 0 0 0,0 1 1 0 0,-2 23-1 0 0,6-38-295 0 0,1 0 0 0 0,0-1 0 0 0,0 1 0 0 0,0 0 0 0 0,0 0 0 0 0,0 0 0 0 0,0 0 0 0 0,0 0 0 0 0,1 0 0 0 0,-1 0 0 0 0,0 0 0 0 0,0-1 0 0 0,1 1 0 0 0,-1 0 0 0 0,0 0 0 0 0,1 0 0 0 0,-1-1 0 0 0,1 1 0 0 0,-1 0 0 0 0,1 0 0 0 0,-1-1 0 0 0,1 1 0 0 0,0 0 0 0 0,0 0 0 0 0,0-1 14 0 0,1 1 0 0 0,-1 0-1 0 0,1-1 1 0 0,-1 0 0 0 0,0 1 0 0 0,1-1 0 0 0,-1 0-1 0 0,1 0 1 0 0,-1 1 0 0 0,0-1 0 0 0,1 0 0 0 0,-1-1 0 0 0,3 1-1 0 0,4-2 178 0 0,1 0-1 0 0,-1 0 1 0 0,15-7-1 0 0,-22 9-174 0 0,22-11 119 0 0,33-19 0 0 0,-46 24-222 0 0,0 0-1 0 0,-1-1 1 0 0,0 0 0 0 0,0-1 0 0 0,12-15 0 0 0,-19 21 58 0 0,0-1 0 0 0,0 0 0 0 0,0 1 0 0 0,-1-1 0 0 0,1 0 0 0 0,-1 0 0 0 0,1 0 0 0 0,-1 0 0 0 0,0 0 1 0 0,0-1-1 0 0,-1 1 0 0 0,1 0 0 0 0,-1 0 0 0 0,0-1 0 0 0,1 1 0 0 0,-1 0 0 0 0,-1-6 0 0 0,0 4-10 0 0,0 1 1 0 0,-1-1-1 0 0,1 1 0 0 0,-1 0 1 0 0,0-1-1 0 0,0 1 0 0 0,0 0 1 0 0,-1 0-1 0 0,0 0 1 0 0,1 1-1 0 0,-6-6 0 0 0,2 3-11 0 0,0 1-1 0 0,0 0 1 0 0,0 0-1 0 0,0 0 1 0 0,-1 0 0 0 0,0 1-1 0 0,0 0 1 0 0,0 1-1 0 0,-1 0 1 0 0,1 0-1 0 0,-1 0 1 0 0,0 1 0 0 0,1 0-1 0 0,-12-1 1 0 0,14 3 85 0 0,-1 0 0 0 0,0 1 1 0 0,0-1-1 0 0,0 1 1 0 0,0 0-1 0 0,0 1 0 0 0,1-1 1 0 0,-1 1-1 0 0,0 0 1 0 0,1 1-1 0 0,-10 5 0 0 0,7-3 85 0 0,1 0-1 0 0,0 1 0 0 0,0 0 1 0 0,1 0-1 0 0,0 0 0 0 0,0 1 1 0 0,-7 9-1 0 0,4-1 139 0 0,0 1 0 0 0,0 0 1 0 0,1 0-1 0 0,1 1 0 0 0,1 0 0 0 0,1 0 0 0 0,-5 24 0 0 0,7-30-126 0 0,2 0 0 0 0,-1 0 0 0 0,1 0 0 0 0,1 0-1 0 0,0 0 1 0 0,3 22 0 0 0,-3-30-102 0 0,1 1 0 0 0,0 0-1 0 0,0-1 1 0 0,1 1 0 0 0,-1-1 0 0 0,1 0-1 0 0,0 1 1 0 0,0-1 0 0 0,0 0-1 0 0,0 0 1 0 0,1 0 0 0 0,-1-1 0 0 0,1 1-1 0 0,-1 0 1 0 0,1-1 0 0 0,0 0 0 0 0,0 1-1 0 0,0-1 1 0 0,0 0 0 0 0,1-1 0 0 0,-1 1-1 0 0,1-1 1 0 0,-1 1 0 0 0,6 0-1 0 0,16 3 284 0 0,3-4 66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7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0 2735 0 0,'-3'3'0'0'0,"-1"-1"0"0"0,0 0 0 0 0,-1 0 0 0 0,1 0 0 0 0,0 0 0 0 0,0-1 0 0 0,-1 0 0 0 0,1 0 0 0 0,-1 0 0 0 0,1-1 0 0 0,-1 1 0 0 0,1-1 0 0 0,-1 0 0 0 0,1 0 0 0 0,-1-1 0 0 0,1 1 0 0 0,-9-3 0 0 0,8 1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49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7 2095 0 0,'-9'-6'145'0'0,"9"6"-138"0"0,0 0-1 0 0,0 0 1 0 0,-1 0-1 0 0,1 1 1 0 0,0-1 0 0 0,-1 0-1 0 0,1 0 1 0 0,0 0-1 0 0,0 1 1 0 0,-1-1 0 0 0,1 0-1 0 0,0 0 1 0 0,0 1-1 0 0,0-1 1 0 0,-1 0 0 0 0,1 1-1 0 0,0-1 1 0 0,0 0-1 0 0,0 1 1 0 0,0-1-1 0 0,0 0 1 0 0,0 0 0 0 0,0 1-1 0 0,0 0 1 0 0,-1-1 675 0 0,0 5-502 0 0,0-2-158 0 0,0 0-15 0 0,1 0 0 0 0,-1 0 0 0 0,0 1 0 0 0,1-1 0 0 0,0 0 0 0 0,-1 0 0 0 0,1 0 0 0 0,0 1 0 0 0,1-1 0 0 0,-1 0 0 0 0,1 0 0 0 0,-1 0 0 0 0,3 5 0 0 0,0-3 61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50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29 3223 0 0,'-15'-16'1266'0'0,"8"8"50"0"0,7 8-1248 0 0,0-1-1 0 0,0 1 1 0 0,1 0 0 0 0,-1 0 0 0 0,0-1 0 0 0,0 1-1 0 0,1 0 1 0 0,-1 0 0 0 0,0 0 0 0 0,1-1 0 0 0,-1 1-1 0 0,0 0 1 0 0,1 0 0 0 0,-1 0 0 0 0,0 0 0 0 0,1 0-1 0 0,-1-1 1 0 0,1 1 0 0 0,-1 0 0 0 0,0 0 0 0 0,1 0-1 0 0,-1 0 1 0 0,1 0 0 0 0,-1 0 0 0 0,0 0 0 0 0,1 1 0 0 0,-1-1-1 0 0,1 0 1 0 0,14-1 168 0 0,-9 1-191 0 0,-5 0-93 0 0,0 0 0 0 0,0 0 0 0 0,1 0 0 0 0,-1 0 1 0 0,0 0-1 0 0,0 0 0 0 0,0 0 0 0 0,0 0 1 0 0,1 1-1 0 0,-1-1 0 0 0,0 0 0 0 0,0 1 0 0 0,0-1 1 0 0,0 1-1 0 0,0-1 0 0 0,0 1 0 0 0,2 1 0 0 0,-1 1-232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16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 49 1375 0 0,'-10'-2'12932'0'0,"8"4"-12931"0"0,0-1 5 0 0,1 1 0 0 0,-1-1 0 0 0,1 0 0 0 0,-1 1 0 0 0,1 0 0 0 0,0-1 0 0 0,-1 1 0 0 0,1 0 0 0 0,0-1 0 0 0,0 1 0 0 0,0 0 0 0 0,1 0 0 0 0,-1 0 0 0 0,0 0 0 0 0,1 0 0 0 0,-1 2 0 0 0,0 6 18 0 0,-1-1 1 0 0,-5 14-1 0 0,-2 14 91 0 0,9-36-98 0 0,0 0 0 0 0,0 0 0 0 0,0 0 0 0 0,0 0 0 0 0,-1 0 0 0 0,1-1 0 0 0,0 1 0 0 0,0 0 0 0 0,0 0 0 0 0,1 0 0 0 0,-1 0 0 0 0,0 0 0 0 0,0-1 0 0 0,0 1 0 0 0,1 0 0 0 0,-1 0 0 0 0,0 0 0 0 0,1 0 0 0 0,-1-1 0 0 0,1 1 0 0 0,-1 0 0 0 0,1-1 0 0 0,-1 1 0 0 0,1 0 0 0 0,-1-1 0 0 0,1 1 0 0 0,0 0 0 0 0,-1-1 0 0 0,1 1 0 0 0,0-1 0 0 0,0 1 0 0 0,-1-1 0 0 0,1 0 0 0 0,0 1 0 0 0,0-1 0 0 0,0 0 0 0 0,0 0 0 0 0,-1 1 0 0 0,1-1 0 0 0,0 0 0 0 0,0 0 0 0 0,0 0 0 0 0,0 0 0 0 0,1 0 0 0 0,-1 0 32 0 0,1 0-1 0 0,0-1 1 0 0,0 1 0 0 0,0-1-1 0 0,-1 1 1 0 0,1-1-1 0 0,0 0 1 0 0,-1 1-1 0 0,1-1 1 0 0,0 0 0 0 0,-1 0-1 0 0,1 0 1 0 0,-1 0-1 0 0,1 0 1 0 0,-1-1-1 0 0,0 1 1 0 0,1 0 0 0 0,-1-1-1 0 0,0 1 1 0 0,2-3-1 0 0,0-4 93 0 0,-1 0-1 0 0,1-1 0 0 0,-1 1 0 0 0,0 0 1 0 0,-1-1-1 0 0,0 1 0 0 0,-1-1 1 0 0,1 0-1 0 0,-2 1 0 0 0,1-1 1 0 0,-1 1-1 0 0,-2-10 0 0 0,3 18-123 0 0,-1-1 0 0 0,1 0 0 0 0,0 0 0 0 0,0 1-1 0 0,-1-1 1 0 0,1 0 0 0 0,0 1 0 0 0,-1-1 0 0 0,1 0 0 0 0,0 1-1 0 0,-1-1 1 0 0,1 1 0 0 0,-1-1 0 0 0,1 0 0 0 0,-1 1 0 0 0,1-1 0 0 0,-1 1-1 0 0,0 0 1 0 0,1-1 0 0 0,-1 1 0 0 0,1-1 0 0 0,-1 1 0 0 0,0 0-1 0 0,1 0 1 0 0,-1-1 0 0 0,-1 1 0 0 0,0 0 7 0 0,0 0 1 0 0,1 0-1 0 0,-1 0 0 0 0,0 0 1 0 0,0 0-1 0 0,1 1 0 0 0,-1-1 1 0 0,0 1-1 0 0,0-1 0 0 0,-2 2 1 0 0,-4 2 28 0 0,1 0 1 0 0,0 0 0 0 0,-11 9 0 0 0,14-9-41 0 0,0-1 0 0 0,1 0 0 0 0,-1 1 0 0 0,1 0 0 0 0,0-1 0 0 0,0 1 0 0 0,0 1 0 0 0,0-1 0 0 0,1 0 1 0 0,0 1-1 0 0,0-1 0 0 0,0 1 0 0 0,0 0 0 0 0,1-1 0 0 0,-1 1 0 0 0,1 0 0 0 0,1 0 0 0 0,-1 0 1 0 0,1 0-1 0 0,-1 0 0 0 0,2 0 0 0 0,-1 0 0 0 0,0 0 0 0 0,1 0 0 0 0,0 0 0 0 0,0 0 0 0 0,0-1 0 0 0,4 9 1 0 0,-5-12 12 0 0,1 0 1 0 0,-1 0 0 0 0,1 0 0 0 0,0 0 0 0 0,-1 0 0 0 0,1 0 0 0 0,0 0 0 0 0,-1 0 0 0 0,1 0 0 0 0,0 0 0 0 0,0 0 0 0 0,0 0 0 0 0,0 0 0 0 0,0-1 0 0 0,0 1 0 0 0,0 0 0 0 0,0-1 0 0 0,0 1 0 0 0,0-1 0 0 0,1 1 0 0 0,-1-1 0 0 0,2 1 0 0 0,-1-1 11 0 0,0 0 0 0 0,1 0 1 0 0,-1 0-1 0 0,0-1 1 0 0,0 1-1 0 0,1 0 1 0 0,-1-1-1 0 0,0 0 0 0 0,0 1 1 0 0,0-1-1 0 0,4-2 1 0 0,-2 1 2 0 0,1-1 0 0 0,-1 0 0 0 0,1 0 0 0 0,-1 0 1 0 0,0-1-1 0 0,0 1 0 0 0,0-1 0 0 0,-1 0 1 0 0,6-8-1 0 0,-7 8-28 0 0,0 0 1 0 0,0 0 0 0 0,-1-1-1 0 0,0 1 1 0 0,1 0-1 0 0,-2-1 1 0 0,1 1-1 0 0,0-1 1 0 0,-1 1-1 0 0,0-1 1 0 0,0 1 0 0 0,0-1-1 0 0,-1 1 1 0 0,1-1-1 0 0,-3-4 1 0 0,2 2 24 0 0,-1 1 0 0 0,0 0 0 0 0,-1 0 1 0 0,0 1-1 0 0,0-1 0 0 0,0 0 0 0 0,0 1 1 0 0,-1 0-1 0 0,0 0 0 0 0,-6-6 0 0 0,10 11-23 0 0,0 0 0 0 0,0 0 0 0 0,0-1 0 0 0,0 1 0 0 0,0 0 0 0 0,-1 0 0 0 0,1 0 0 0 0,0 0-1 0 0,0 0 1 0 0,0 0 0 0 0,0 0 0 0 0,0 0 0 0 0,-1-1 0 0 0,1 1 0 0 0,0 0 0 0 0,0 0 0 0 0,0 0 0 0 0,0 0 0 0 0,-1 0 0 0 0,1 0 0 0 0,0 0-1 0 0,0 0 1 0 0,0 0 0 0 0,0 0 0 0 0,-1 0 0 0 0,1 0 0 0 0,0 0 0 0 0,0 0 0 0 0,0 0 0 0 0,0 0 0 0 0,-1 0 0 0 0,1 1 0 0 0,0-1 0 0 0,0 0-1 0 0,0 0 1 0 0,-1 0 0 0 0,-3 8 371 0 0,0 11-139 0 0,4-18-288 0 0,-1 2 67 0 0,1 0 0 0 0,-1 0-1 0 0,1 0 1 0 0,0 0 0 0 0,0 0 0 0 0,0 1 0 0 0,0-1-1 0 0,0 0 1 0 0,0 0 0 0 0,1 0 0 0 0,1 4-1 0 0,-2-6-21 0 0,0-1 0 0 0,0 0-1 0 0,0 0 1 0 0,1 0 0 0 0,-1 1-1 0 0,0-1 1 0 0,0 0-1 0 0,0 0 1 0 0,0 0 0 0 0,0 1-1 0 0,1-1 1 0 0,-1 0 0 0 0,0 0-1 0 0,0 0 1 0 0,0 0-1 0 0,1 0 1 0 0,-1 1 0 0 0,0-1-1 0 0,0 0 1 0 0,0 0 0 0 0,1 0-1 0 0,-1 0 1 0 0,0 0-1 0 0,0 0 1 0 0,1 0 0 0 0,-1 0-1 0 0,0 0 1 0 0,0 0 0 0 0,1 0-1 0 0,-1 0 1 0 0,0 0-1 0 0,0 0 1 0 0,1 0 0 0 0,-1 0-1 0 0,0 0 1 0 0,0 0 0 0 0,0 0-1 0 0,1 0 1 0 0,-1-1-1 0 0,0 1 1 0 0,0 0 0 0 0,0 0-1 0 0,1 0 1 0 0,-1 0 0 0 0,0 0-1 0 0,0-1 1 0 0,0 1-1 0 0,0 0 1 0 0,1 0 0 0 0,-1 0-1 0 0,0-1 1 0 0,0 1-1 0 0,3-3-2 0 0,0 1 0 0 0,-1-1 0 0 0,0 0 0 0 0,1 0 0 0 0,-1 0 0 0 0,0-1 0 0 0,0 1 0 0 0,-1 0-1 0 0,1-1 1 0 0,-1 1 0 0 0,2-6 0 0 0,-2 4-1 0 0,0 1 0 0 0,0 0 0 0 0,-1 0 0 0 0,1 0 0 0 0,-1-1 0 0 0,0 1 0 0 0,0 0 0 0 0,0-1 0 0 0,-2-4 0 0 0,2 8 0 0 0,-2-3 0 0 0,1 4 0 0 0,0 1 0 0 0,1-1 0 0 0,-1 0 0 0 0,1 0 0 0 0,-1 0 0 0 0,1 0 0 0 0,0 0 0 0 0,-1 0 0 0 0,1 1 0 0 0,-1-1 0 0 0,1 0 0 0 0,-1 0 0 0 0,1 1 0 0 0,-1-1 0 0 0,1 0 0 0 0,0 1 0 0 0,-1-1 0 0 0,1 0 0 0 0,0 1 0 0 0,-1-1 0 0 0,1 1 0 0 0,-4 3-141 0 0,1-1-1 0 0,0 1 0 0 0,0 0 1 0 0,0 0-1 0 0,1 0 1 0 0,-1 1-1 0 0,1-1 1 0 0,0 1-1 0 0,0-1 0 0 0,-1 6 1 0 0,-2 8-7646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35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61 108 1783 0 0,'0'-1'100'0'0,"0"-1"0"0"0,0 0 0 0 0,-1 0 0 0 0,1 1 0 0 0,-1-1 0 0 0,1 0 0 0 0,-1 0 0 0 0,0-1 0 0 0,-3-7 536 0 0,3 7-320 0 0,1 1-1 0 0,-1 0 0 0 0,0 0 0 0 0,0 0 0 0 0,0 0 0 0 0,0-1 1 0 0,0 1-1 0 0,0 1 0 0 0,-3-4 0 0 0,4 5-201 0 0,0-1 0 0 0,0 1 0 0 0,-1-1 0 0 0,1 1 0 0 0,-1-1 1 0 0,1 1-1 0 0,-1 0 0 0 0,1-1 0 0 0,0 1 0 0 0,-1 0 0 0 0,1-1 0 0 0,-1 1 0 0 0,1 0 0 0 0,-1 0 0 0 0,0-1 0 0 0,1 1 1 0 0,-1 0-1 0 0,1 0 0 0 0,-1 0 0 0 0,1 0 0 0 0,-1 0 0 0 0,0 0 0 0 0,1 0 0 0 0,-1 0 0 0 0,1 0 0 0 0,-1 0 0 0 0,1 0 1 0 0,-1 0-1 0 0,0 0 0 0 0,1 0 0 0 0,-1 0 0 0 0,1 1 0 0 0,-1-1 0 0 0,1 0 0 0 0,-1 0 0 0 0,1 1 0 0 0,-1-1 0 0 0,1 0 0 0 0,-1 1 1 0 0,0 0-1 0 0,0-1 197 0 0,0 2-208 0 0,4 5 1847 0 0,3 3-1919 0 0,0-2 179 0 0,0 1-1 0 0,0 0 0 0 0,-2 0 1 0 0,9 19-1 0 0,-13-28-193 0 0,0 1 0 0 0,0-1 0 0 0,0 0 0 0 0,0 1 0 0 0,0-1 0 0 0,0 1 0 0 0,0-1 0 0 0,0 0 0 0 0,0 1 0 0 0,1-1 0 0 0,-1 0 0 0 0,0 1 0 0 0,0-1 0 0 0,0 0 0 0 0,1 0 0 0 0,-1 1-1 0 0,0-1 1 0 0,0 0 0 0 0,1 0 0 0 0,-1 1 0 0 0,0-1 0 0 0,0 0 0 0 0,1 0 0 0 0,-1 0 0 0 0,0 1 0 0 0,1-1 0 0 0,-1-1 41 0 0,1 1 0 0 0,-1-1 0 0 0,0 0-1 0 0,0 0 1 0 0,1 1 0 0 0,-1-1 0 0 0,0 0 0 0 0,0 0 0 0 0,0 0 0 0 0,0 1-1 0 0,0-1 1 0 0,0 0 0 0 0,0 0 0 0 0,0 1 0 0 0,0-1 0 0 0,-1 0 0 0 0,1 0 0 0 0,0 1-1 0 0,-1-2 1 0 0,-3-12 137 0 0,0 0 0 0 0,-2 0 0 0 0,-11-23 0 0 0,16 35-143 0 0,-1-1 29 0 0,0 0-1 0 0,0 0 1 0 0,0-1-1 0 0,0 1 1 0 0,-1-7-1 0 0,4 10-81 0 0,-1 5 240 0 0,-1 7-235 0 0,-2 28 96 0 0,3-37-93 0 0,1-1 1 0 0,-1 1 0 0 0,0-1 0 0 0,1 1 0 0 0,-1-1 0 0 0,1 0 0 0 0,0 1-1 0 0,0-1 1 0 0,0 0 0 0 0,0 1 0 0 0,0-1 0 0 0,0 0 0 0 0,1 0-1 0 0,2 3 1 0 0,-4-5-6 0 0,5 2 31 0 0,-5-2-28 0 0,1 0 1 0 0,-1 0 0 0 0,1 0 0 0 0,-1 0 0 0 0,0 0-1 0 0,1-1 1 0 0,-1 1 0 0 0,1 0 0 0 0,-1 0 0 0 0,0-1 0 0 0,1 1-1 0 0,-1 0 1 0 0,0-1 0 0 0,1 1 0 0 0,-1 0 0 0 0,0-1-1 0 0,0 1 1 0 0,1-1 0 0 0,-1 1 0 0 0,0 0 0 0 0,0-1-1 0 0,0 1 1 0 0,1-1 0 0 0,-1 1 0 0 0,0 0 0 0 0,0-1-1 0 0,0 1 1 0 0,0-1 0 0 0,0 1 0 0 0,0-1 0 0 0,2-9-4 0 0,-1 0 1 0 0,1-1-1 0 0,-2-15 1 0 0,0 22-1 0 0,0 1 0 0 0,-1-1 0 0 0,1 0 0 0 0,-1 0 0 0 0,0 0 0 0 0,-2-5 0 0 0,2 8 2 0 0,1-1 0 0 0,-1 1 1 0 0,0 0-1 0 0,1 0 0 0 0,-1 0 0 0 0,0 0 0 0 0,0 0 0 0 0,0 0 0 0 0,0 0 0 0 0,0 0 0 0 0,0 0 0 0 0,0 0 0 0 0,0 0 0 0 0,0 1 0 0 0,0-1 0 0 0,0 0 0 0 0,0 1 0 0 0,-1-1 0 0 0,-1 0 0 0 0,3 1 1 0 0,-1 0-1 0 0,0 0 0 0 0,1 0 1 0 0,-1 0-1 0 0,1 0 0 0 0,-1 0 1 0 0,0 0-1 0 0,1 0 1 0 0,-1 0-1 0 0,0 0 0 0 0,1 0 1 0 0,-1 0-1 0 0,1 0 1 0 0,-1 1-1 0 0,1-1 0 0 0,-1 0 1 0 0,0 0-1 0 0,1 1 0 0 0,-1-1 1 0 0,1 0-1 0 0,-1 1 1 0 0,1-1-1 0 0,-1 1 0 0 0,1-1 1 0 0,0 0-1 0 0,-1 2 0 0 0,0-1 37 0 0,0 1-1 0 0,0 0 1 0 0,0-1-1 0 0,0 1 0 0 0,0 0 1 0 0,1 0-1 0 0,-1 0 1 0 0,1-1-1 0 0,-1 3 0 0 0,1-1 31 0 0,-1 0 0 0 0,1 0-1 0 0,0 0 1 0 0,0 0-1 0 0,0 0 1 0 0,0 0-1 0 0,1 0 1 0 0,-1 0-1 0 0,1 0 1 0 0,0 0 0 0 0,1 5-1 0 0,1-5-217 0 0,1 1-1 0 0,-1 0 1 0 0,1-1 0 0 0,-1 0-1 0 0,1 0 1 0 0,7 5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37.2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1799 0 0,'7'-1'7328'0'0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38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1375 0 0,'0'0'128'0'0,"0"2"-128"0"0,0-1 0 0 0,0 1 88 0 0,0 1-88 0 0,2 3 88 0 0,1-1 48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41.4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26 1839 0 0,'-1'-4'160'0'0,"1"3"-160"0"0,0-1 0 0 0,0-1 0 0 0,0 1 160 0 0,0 0 0 0 0,-2 0 0 0 0,2 1 0 0 0,0-1 352 0 0,-2-2 64 0 0,2 1 600 0 0,-9 41-2680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9:28.1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28 1951 0 0,'10'-12'0'0'0,"3"-1"0"0"0,-12 13 0 0 0,-1-1 0 0 0,1 1 0 0 0,-1 0 0 0 0,1-1 0 0 0,-1 1 0 0 0,1 0 0 0 0,-1 0 0 0 0,1 0 0 0 0,0-1 0 0 0,-1 1 0 0 0,1 0 0 0 0,-1 0 0 0 0,1 0 0 0 0,0 0 0 0 0,-1 0 0 0 0,1 0 0 0 0,-1 0 0 0 0,1 0 0 0 0,0 1 0 0 0,-1-1 0 0 0,1 0 0 0 0,-1 0 0 0 0,1 0 0 0 0,0 1 0 0 0,1-1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9:30.8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0 1847 0 0,'-2'3'-32'0'0,"0"0"0"0"0,0 0 0 0 0,0-1 0 0 0,1 1 0 0 0,-1 0 0 0 0,0 1 0 0 0,1-1 0 0 0,-2 6 0 0 0,3-8 62 0 0,-2 7-84 0 0,1-8 54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6.8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32 57 1487 0 0,'0'-2'107'0'0,"22"-32"-86"0"0,-20 31-21 0 0,0 0 0 0 0,1 0 0 0 0,-1 0 0 0 0,1 0 0 0 0,4-3 0 0 0,-8 11 0 0 0,-1 0 0 0 0,1-1 0 0 0,-1 1 0 0 0,0 0 0 0 0,0-1 0 0 0,-1 1 0 0 0,1-1 0 0 0,-1 0 0 0 0,0 0 0 0 0,0 0 0 0 0,0 0 0 0 0,-1 0 0 0 0,1-1 0 0 0,-1 0 0 0 0,0 1 0 0 0,-7 3 0 0 0,-8 2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8.2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1 1295 0 0,'0'0'94'0'0,"-1"4"-74"0"0,-1 9-22 0 0,2-6 2 0 0,0-5 0 0 0,0 1 0 0 0,-1 0 0 0 0,1-1 0 0 0,1 1 0 0 0,-1 0 0 0 0,0-1 0 0 0,1 1 0 0 0,0 0 0 0 0,0 2 0 0 0,1 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9.4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21 1463 0 0,'14'-5'128'0'0,"-7"2"-128"0"0,-2 1 0 0 0,0 0 0 0 0,-3 2 0 0 0,0 0 0 0 0,-1-2 0 0 0,3 2 0 0 0,1-1 0 0 0,0-1 0 0 0,4 0 0 0 0,-2 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00.8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 1263 0 0,'2'-3'84'0'0,"0"3"-63"0"0,-1 4-14 0 0,-3 2-7 0 0,1-5 0 0 0,1 1 0 0 0,-1 0 0 0 0,1 0 0 0 0,-1-1 0 0 0,1 1 0 0 0,0 0 0 0 0,0 0 0 0 0,0 0 0 0 0,0 0 0 0 0,0-1 0 0 0,1 4 0 0 0,-1-4 0 0 0,1 0 0 0 0,-1 1 0 0 0,1-1 0 0 0,0 1 0 0 0,-1-1 0 0 0,1 0 0 0 0,0 1 0 0 0,0-1 0 0 0,0 0 0 0 0,0 0 0 0 0,0 0 0 0 0,0 0 0 0 0,1 0 0 0 0,-1 0 0 0 0,2 1 0 0 0,0 0 0 0 0,1 2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06.4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60 1599 0 0,'0'0'0'0'0,"0"0"0"0"0,0 0 0 0 0,0 0 0 0 0,0 0 0 0 0,0 0 0 0 0,0 0 0 0 0,0-1 0 0 0,0 1 0 0 0,0 0 0 0 0,0 0 0 0 0,0 0 0 0 0,0 0 0 0 0,0 0 0 0 0,0 0 0 0 0,0 0 0 0 0,0-1 0 0 0,1 1 0 0 0,-1 0 0 0 0,0 0 0 0 0,0 0 0 0 0,0 0 0 0 0,0 0 0 0 0,0 0 0 0 0,0 0 0 0 0,0 0 0 0 0,0-1 0 0 0,0 1 0 0 0,0 0 0 0 0,1 0 0 0 0,-1 0 0 0 0,0 0 0 0 0,0 0 0 0 0,0 0 0 0 0,0 0 0 0 0,0 0 0 0 0,0 0 0 0 0,0 0 0 0 0,1 0 0 0 0,-1 0 0 0 0,0 0 0 0 0,0 0 0 0 0,0 0 0 0 0,0 0 0 0 0,0 0 0 0 0,1 0 0 0 0,11-4 0 0 0,-11 3 0 0 0,2 0 0 0 0,0-1 0 0 0,0 0 0 0 0,-1 0 0 0 0,1 0 0 0 0,0 0 0 0 0,-1 0 0 0 0,1 0 0 0 0,-1-1 0 0 0,0 1 0 0 0,0-1 0 0 0,0 1 0 0 0,0-1 0 0 0,0 0 0 0 0,-1 0 0 0 0,2-3 0 0 0,-1-6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D46CE-9ABE-4168-9A6C-FAD222BAB91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E9BE2-C325-4480-903C-33EEB254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7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E9BE2-C325-4480-903C-33EEB254E3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47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82C81-BFD4-48E3-A6D3-F6E7A8797B2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5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A6BD-8E18-49E6-83A9-CF7D0729DEAD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9937-B205-4006-AE99-DEC52B1F2751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DA2C4-6E26-4C4C-B3B5-2A5659F2D14A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B35E-CA9D-4A53-9EE6-8D57D0667A50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D9B8-0864-4A05-9F57-30B1C8DACC78}" type="datetime1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C204E-A615-4BC9-BDD4-2B36CD583527}" type="datetime1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E401-28E5-46CA-8AAC-0A16000D9938}" type="datetime1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DEA7-A9F7-42AC-8C5F-758D084770AF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ACD2-01F9-4EE2-B1FF-E869F5D28CA8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1036-2524-475D-90B0-D41E49DD9F08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B8FF8-B41F-4F62-A142-502351341A79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D6EC-1DA4-4FAF-BE76-2926A615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78B72-E8DA-40C8-89F6-E84BC0032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E4991-0F3B-4466-BB0F-305A0DCD2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3FB-EAFF-4144-9B07-1AC318FE8AE7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78B71-7133-49ED-80AB-29F8E274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00D6A-A5AE-413A-A737-8E293340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7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6D3C1-CE6C-46C8-A00F-0C6BE44FF53B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34" Type="http://schemas.openxmlformats.org/officeDocument/2006/relationships/image" Target="../media/image45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460.png"/><Relationship Id="rId35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2.png"/><Relationship Id="rId3" Type="http://schemas.openxmlformats.org/officeDocument/2006/relationships/image" Target="../media/image6.svg"/><Relationship Id="rId12" Type="http://schemas.openxmlformats.org/officeDocument/2006/relationships/customXml" Target="../ink/ink5.xml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551.png"/><Relationship Id="rId5" Type="http://schemas.openxmlformats.org/officeDocument/2006/relationships/customXml" Target="../ink/ink3.xml"/><Relationship Id="rId15" Type="http://schemas.openxmlformats.org/officeDocument/2006/relationships/image" Target="../media/image553.png"/><Relationship Id="rId10" Type="http://schemas.openxmlformats.org/officeDocument/2006/relationships/customXml" Target="../ink/ink4.xml"/><Relationship Id="rId4" Type="http://schemas.openxmlformats.org/officeDocument/2006/relationships/image" Target="../media/image10.svg"/><Relationship Id="rId9" Type="http://schemas.openxmlformats.org/officeDocument/2006/relationships/image" Target="../media/image550.png"/><Relationship Id="rId1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customXml" Target="../ink/ink7.xml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1.png"/><Relationship Id="rId28" Type="http://schemas.openxmlformats.org/officeDocument/2006/relationships/image" Target="../media/image57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1" Type="http://schemas.openxmlformats.org/officeDocument/2006/relationships/image" Target="../media/image25.png"/><Relationship Id="rId3" Type="http://schemas.openxmlformats.org/officeDocument/2006/relationships/image" Target="../media/image13.png"/><Relationship Id="rId42" Type="http://schemas.openxmlformats.org/officeDocument/2006/relationships/customXml" Target="../ink/ink10.xml"/><Relationship Id="rId47" Type="http://schemas.openxmlformats.org/officeDocument/2006/relationships/image" Target="../media/image23.png"/><Relationship Id="rId46" Type="http://schemas.openxmlformats.org/officeDocument/2006/relationships/customXml" Target="../ink/ink12.xml"/><Relationship Id="rId2" Type="http://schemas.openxmlformats.org/officeDocument/2006/relationships/notesSlide" Target="../notesSlides/notesSlide2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5" Type="http://schemas.openxmlformats.org/officeDocument/2006/relationships/image" Target="../media/image22.png"/><Relationship Id="rId115" Type="http://schemas.openxmlformats.org/officeDocument/2006/relationships/image" Target="../media/image57.png"/><Relationship Id="rId44" Type="http://schemas.openxmlformats.org/officeDocument/2006/relationships/customXml" Target="../ink/ink11.xml"/><Relationship Id="rId52" Type="http://schemas.openxmlformats.org/officeDocument/2006/relationships/customXml" Target="../ink/ink14.xml"/><Relationship Id="rId4" Type="http://schemas.openxmlformats.org/officeDocument/2006/relationships/customXml" Target="../ink/ink9.xml"/><Relationship Id="rId43" Type="http://schemas.openxmlformats.org/officeDocument/2006/relationships/image" Target="../media/image21.png"/><Relationship Id="rId48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64.png"/><Relationship Id="rId3" Type="http://schemas.openxmlformats.org/officeDocument/2006/relationships/customXml" Target="../ink/ink15.xml"/><Relationship Id="rId7" Type="http://schemas.openxmlformats.org/officeDocument/2006/relationships/image" Target="../media/image61.png"/><Relationship Id="rId12" Type="http://schemas.openxmlformats.org/officeDocument/2006/relationships/customXml" Target="../ink/ink19.xml"/><Relationship Id="rId17" Type="http://schemas.openxmlformats.org/officeDocument/2006/relationships/image" Target="../media/image66.png"/><Relationship Id="rId2" Type="http://schemas.openxmlformats.org/officeDocument/2006/relationships/image" Target="../media/image14.svg"/><Relationship Id="rId16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63.png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10" Type="http://schemas.openxmlformats.org/officeDocument/2006/relationships/customXml" Target="../ink/ink18.xml"/><Relationship Id="rId9" Type="http://schemas.openxmlformats.org/officeDocument/2006/relationships/image" Target="../media/image62.png"/><Relationship Id="rId14" Type="http://schemas.openxmlformats.org/officeDocument/2006/relationships/customXml" Target="../ink/ink20.xml"/></Relationships>
</file>

<file path=ppt/slides/_rels/slide1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87.png"/><Relationship Id="rId117" Type="http://schemas.openxmlformats.org/officeDocument/2006/relationships/image" Target="../media/image126.png"/><Relationship Id="rId3" Type="http://schemas.openxmlformats.org/officeDocument/2006/relationships/image" Target="../media/image16.svg"/><Relationship Id="rId116" Type="http://schemas.openxmlformats.org/officeDocument/2006/relationships/customXml" Target="../ink/ink24.xml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40" Type="http://schemas.openxmlformats.org/officeDocument/2006/relationships/customXml" Target="../ink/ink23.xml"/><Relationship Id="rId115" Type="http://schemas.openxmlformats.org/officeDocument/2006/relationships/image" Target="../media/image125.png"/><Relationship Id="rId4" Type="http://schemas.openxmlformats.org/officeDocument/2006/relationships/customXml" Target="../ink/ink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821.png"/><Relationship Id="rId3" Type="http://schemas.openxmlformats.org/officeDocument/2006/relationships/customXml" Target="../ink/ink25.xml"/><Relationship Id="rId7" Type="http://schemas.openxmlformats.org/officeDocument/2006/relationships/image" Target="../media/image818.png"/><Relationship Id="rId12" Type="http://schemas.openxmlformats.org/officeDocument/2006/relationships/customXml" Target="../ink/ink29.xml"/><Relationship Id="rId25" Type="http://schemas.openxmlformats.org/officeDocument/2006/relationships/image" Target="../media/image827.png"/><Relationship Id="rId2" Type="http://schemas.openxmlformats.org/officeDocument/2006/relationships/image" Target="../media/image19.svg"/><Relationship Id="rId20" Type="http://schemas.openxmlformats.org/officeDocument/2006/relationships/customXml" Target="../ink/ink31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6.xml"/><Relationship Id="rId11" Type="http://schemas.openxmlformats.org/officeDocument/2006/relationships/image" Target="../media/image820.png"/><Relationship Id="rId5" Type="http://schemas.openxmlformats.org/officeDocument/2006/relationships/image" Target="../media/image817.png"/><Relationship Id="rId10" Type="http://schemas.openxmlformats.org/officeDocument/2006/relationships/customXml" Target="../ink/ink28.xml"/><Relationship Id="rId19" Type="http://schemas.openxmlformats.org/officeDocument/2006/relationships/image" Target="../media/image824.png"/><Relationship Id="rId9" Type="http://schemas.openxmlformats.org/officeDocument/2006/relationships/image" Target="../media/image819.png"/><Relationship Id="rId14" Type="http://schemas.openxmlformats.org/officeDocument/2006/relationships/customXml" Target="../ink/ink30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.xml"/><Relationship Id="rId3" Type="http://schemas.openxmlformats.org/officeDocument/2006/relationships/customXml" Target="../ink/ink32.xml"/><Relationship Id="rId21" Type="http://schemas.openxmlformats.org/officeDocument/2006/relationships/image" Target="../media/image838.png"/><Relationship Id="rId25" Type="http://schemas.openxmlformats.org/officeDocument/2006/relationships/image" Target="../media/image840.png"/><Relationship Id="rId2" Type="http://schemas.openxmlformats.org/officeDocument/2006/relationships/image" Target="../media/image20.svg"/><Relationship Id="rId20" Type="http://schemas.openxmlformats.org/officeDocument/2006/relationships/customXml" Target="../ink/ink33.xml"/><Relationship Id="rId1" Type="http://schemas.openxmlformats.org/officeDocument/2006/relationships/slideLayout" Target="../slideLayouts/slideLayout12.xml"/><Relationship Id="rId24" Type="http://schemas.openxmlformats.org/officeDocument/2006/relationships/customXml" Target="../ink/ink35.xml"/><Relationship Id="rId23" Type="http://schemas.openxmlformats.org/officeDocument/2006/relationships/image" Target="../media/image839.png"/><Relationship Id="rId19" Type="http://schemas.openxmlformats.org/officeDocument/2006/relationships/image" Target="../media/image837.png"/><Relationship Id="rId31" Type="http://schemas.openxmlformats.org/officeDocument/2006/relationships/image" Target="../media/image843.png"/><Relationship Id="rId22" Type="http://schemas.openxmlformats.org/officeDocument/2006/relationships/customXml" Target="../ink/ink3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D9F2-E183-46E9-AF40-782DBAC7B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First-Order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1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5BD1-249B-47DC-877D-480FF4BB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Gradient Descent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D9EE9-3795-4D08-8BEF-8B533D23A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Search in direction of steepest descent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E7BA6E-CACA-4A02-9220-4AF68FE54C9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44" r="39782" b="81913"/>
          <a:stretch/>
        </p:blipFill>
        <p:spPr>
          <a:xfrm>
            <a:off x="1932167" y="2256167"/>
            <a:ext cx="8499944" cy="506103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8D59A8E-6145-4FE8-99C1-F63BF13027B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1261" t="3589" r="45652" b="83728"/>
          <a:stretch/>
        </p:blipFill>
        <p:spPr>
          <a:xfrm>
            <a:off x="3378776" y="1428099"/>
            <a:ext cx="5434447" cy="33585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E4B7D-ADE5-4AC3-9CE9-950D4E731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5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5BD1-249B-47DC-877D-480FF4BB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Gradient Descent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D9EE9-3795-4D08-8BEF-8B533D23A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Applying gradient descent </a:t>
            </a: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and line search on </a:t>
            </a:r>
            <a:r>
              <a:rPr lang="en-US" dirty="0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Rosenbrock</a:t>
            </a:r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function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A2A6CE5-9F6B-40F7-A074-426A04FDB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3093" y="1474220"/>
            <a:ext cx="5000708" cy="50007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57AFD-6805-4615-A48F-4A037450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76FE7-7FC7-D541-CE27-B66D8B08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75028"/>
            <a:ext cx="10905066" cy="310794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6D7287-6353-709C-40E7-E00922C4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3FD7F7-A09A-47A6-0B32-F52098D2F527}"/>
              </a:ext>
            </a:extLst>
          </p:cNvPr>
          <p:cNvGrpSpPr/>
          <p:nvPr/>
        </p:nvGrpSpPr>
        <p:grpSpPr>
          <a:xfrm>
            <a:off x="6944542" y="342712"/>
            <a:ext cx="21240" cy="119880"/>
            <a:chOff x="6944542" y="342712"/>
            <a:chExt cx="2124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881711-D7F8-A06E-71E7-11BF113EB4DD}"/>
                    </a:ext>
                  </a:extLst>
                </p14:cNvPr>
                <p14:cNvContentPartPr/>
                <p14:nvPr/>
              </p14:nvContentPartPr>
              <p14:xfrm>
                <a:off x="6950662" y="413272"/>
                <a:ext cx="15120" cy="4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881711-D7F8-A06E-71E7-11BF113EB4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41662" y="404272"/>
                  <a:ext cx="32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BC70C5-F4E6-047A-21FE-69A4B7394A8B}"/>
                    </a:ext>
                  </a:extLst>
                </p14:cNvPr>
                <p14:cNvContentPartPr/>
                <p14:nvPr/>
              </p14:nvContentPartPr>
              <p14:xfrm>
                <a:off x="6944542" y="342712"/>
                <a:ext cx="3240" cy="64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BC70C5-F4E6-047A-21FE-69A4B7394A8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35542" y="333661"/>
                  <a:ext cx="20880" cy="8217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646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EA59-E586-44B6-8C34-007E4BE6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Momentum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87B5B-027B-4F8C-A0DA-241B95DBE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601863" cy="4351338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Addresses common convergence issues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Some functions have regions with very small gradients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22550C-A29B-49D0-979B-E854D1A58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0367" y="2951921"/>
            <a:ext cx="5459233" cy="37553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4D001-2C63-4416-A9ED-E5FE313B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15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EA59-E586-44B6-8C34-007E4BE6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Momentum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87B5B-027B-4F8C-A0DA-241B95DBE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601863" cy="4351338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Momentum update equations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2F4EBBC-2B66-49BE-908D-B47BBA74313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5046" t="9931" r="35696" b="75347"/>
          <a:stretch/>
        </p:blipFill>
        <p:spPr>
          <a:xfrm>
            <a:off x="3014869" y="1759225"/>
            <a:ext cx="6162262" cy="40127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BAC6D-B725-461C-98C2-5441319A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2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4B809E-5599-F788-C429-2B8DA990D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75360"/>
            <a:ext cx="10905066" cy="490727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E160D7-E7CA-59B4-55EC-2C695588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47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EA59-E586-44B6-8C34-007E4BE6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Momentum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87B5B-027B-4F8C-A0DA-241B95DBE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601863" cy="4351338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Some functions cause gradient descent to get stuck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Momentum overcomes these issues by replicating the effect of physical momentum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863E798-6EC3-4AE4-B294-994A463E0E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9182" y="3320210"/>
            <a:ext cx="9693635" cy="33333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CFCE3-1DDB-4355-B182-CCF29A39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2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5CB3-A6BD-4920-8AC3-E167FAE2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 err="1">
                <a:latin typeface="TeXGyrePagella-Italic" panose="02000603020200000004" pitchFamily="50" charset="0"/>
              </a:rPr>
              <a:t>Nesterov</a:t>
            </a:r>
            <a:r>
              <a:rPr lang="en-US" b="0" i="1" u="none" strike="noStrike" baseline="0" dirty="0">
                <a:latin typeface="TeXGyrePagella-Italic" panose="02000603020200000004" pitchFamily="50" charset="0"/>
              </a:rPr>
              <a:t> Momentum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2C407B-CC9C-4856-B8D3-79B1C0B67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9874" y="3122298"/>
            <a:ext cx="9672251" cy="31896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266056-783D-435F-A27F-4A822C5740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805" t="30763" r="34811" b="62366"/>
          <a:stretch/>
        </p:blipFill>
        <p:spPr>
          <a:xfrm>
            <a:off x="2896261" y="1825625"/>
            <a:ext cx="6399475" cy="18729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ACBDE-801D-4566-AD18-16E94BE8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9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C77140-BFC0-4B16-A43C-CB05D6250D2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5894" t="11710" r="31794" b="80671"/>
          <a:stretch/>
        </p:blipFill>
        <p:spPr>
          <a:xfrm>
            <a:off x="1447136" y="1073261"/>
            <a:ext cx="7941518" cy="18504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50C5D3-AAF0-43D1-E167-D9230526984E}"/>
                  </a:ext>
                </a:extLst>
              </p14:cNvPr>
              <p14:cNvContentPartPr/>
              <p14:nvPr/>
            </p14:nvContentPartPr>
            <p14:xfrm>
              <a:off x="7064782" y="1587592"/>
              <a:ext cx="6120" cy="1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50C5D3-AAF0-43D1-E167-D923052698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55782" y="1574092"/>
                <a:ext cx="2376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4646E2-63D0-E66D-FFF3-123A1F1921CB}"/>
                  </a:ext>
                </a:extLst>
              </p14:cNvPr>
              <p14:cNvContentPartPr/>
              <p14:nvPr/>
            </p14:nvContentPartPr>
            <p14:xfrm>
              <a:off x="2748022" y="3909592"/>
              <a:ext cx="282600" cy="327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4646E2-63D0-E66D-FFF3-123A1F1921C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9022" y="3900592"/>
                <a:ext cx="30024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8C51F45-ABAC-E7DB-819A-921ABE336AD9}"/>
                  </a:ext>
                </a:extLst>
              </p14:cNvPr>
              <p14:cNvContentPartPr/>
              <p14:nvPr/>
            </p14:nvContentPartPr>
            <p14:xfrm>
              <a:off x="3416902" y="4688632"/>
              <a:ext cx="444240" cy="373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8C51F45-ABAC-E7DB-819A-921ABE336AD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07902" y="4679641"/>
                <a:ext cx="461880" cy="391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FCD3989-0151-6099-9852-0DB8C9F2209A}"/>
                  </a:ext>
                </a:extLst>
              </p14:cNvPr>
              <p14:cNvContentPartPr/>
              <p14:nvPr/>
            </p14:nvContentPartPr>
            <p14:xfrm>
              <a:off x="4163182" y="5227552"/>
              <a:ext cx="56160" cy="28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FCD3989-0151-6099-9852-0DB8C9F220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54182" y="5218552"/>
                <a:ext cx="73800" cy="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1478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26A8-7B6F-4527-B861-4F036C15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 err="1">
                <a:latin typeface="TeXGyrePagella-Italic" panose="02000603020200000004" pitchFamily="50" charset="0"/>
              </a:rPr>
              <a:t>Adagrad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5F131-F4BE-4B99-9CBB-FE15E8C2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Instead of using the same learning rate for all components of </a:t>
            </a:r>
            <a:r>
              <a:rPr lang="en-US" b="1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 Adaptive </a:t>
            </a:r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Subgradient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 method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(</a:t>
            </a:r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Adagrad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) adapts the learning rate for each component of </a:t>
            </a:r>
            <a:r>
              <a:rPr lang="en-US" b="1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For each component of x, the update equation is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1DA49A7-064D-4BE8-AFA2-0A3F0DEB61D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913" r="38348" b="82956"/>
          <a:stretch/>
        </p:blipFill>
        <p:spPr>
          <a:xfrm>
            <a:off x="2597426" y="2651380"/>
            <a:ext cx="7123119" cy="352558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85C19A-7464-4F89-962A-3B98012C13A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348" r="45652" b="82956"/>
          <a:stretch/>
        </p:blipFill>
        <p:spPr>
          <a:xfrm>
            <a:off x="2883047" y="4118774"/>
            <a:ext cx="4412974" cy="3525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019E55-97FA-4FF4-9D06-153A48CAB207}"/>
                  </a:ext>
                </a:extLst>
              </p:cNvPr>
              <p:cNvSpPr txBox="1"/>
              <p:nvPr/>
            </p:nvSpPr>
            <p:spPr>
              <a:xfrm>
                <a:off x="7001199" y="5653743"/>
                <a:ext cx="27193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ϵ</m:t>
                      </m:r>
                      <m:r>
                        <a:rPr lang="en-US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≈1×</m:t>
                      </m:r>
                      <m:sSup>
                        <m:sSupPr>
                          <m:ctrl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019E55-97FA-4FF4-9D06-153A48CAB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199" y="5653743"/>
                <a:ext cx="271934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3B94E-97F3-40E6-B92D-7E954609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4D124B3-F2D8-E260-E997-39CD0D380AE1}"/>
                  </a:ext>
                </a:extLst>
              </p14:cNvPr>
              <p14:cNvContentPartPr/>
              <p14:nvPr/>
            </p14:nvContentPartPr>
            <p14:xfrm>
              <a:off x="5333182" y="6520312"/>
              <a:ext cx="15480" cy="3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4D124B3-F2D8-E260-E997-39CD0D380AE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24182" y="6511312"/>
                <a:ext cx="33120" cy="2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4762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5ACDB2F-7751-6C9C-5D3B-6F0FA3CCF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75360"/>
            <a:ext cx="10905066" cy="490727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B86582-AD60-285C-A542-CAFC37E8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E2D769-9AD6-17EE-F088-83C35D68E4A8}"/>
                  </a:ext>
                </a:extLst>
              </p14:cNvPr>
              <p14:cNvContentPartPr/>
              <p14:nvPr/>
            </p14:nvContentPartPr>
            <p14:xfrm>
              <a:off x="1571902" y="1756432"/>
              <a:ext cx="4320" cy="27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E2D769-9AD6-17EE-F088-83C35D68E4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2902" y="1747312"/>
                <a:ext cx="21960" cy="452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5318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E3A8-581F-4AE8-97A8-B9D2DD375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Second-Order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42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AD64DF-3990-C2B1-98CF-27AB70C1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B9027E-2A47-4621-4F59-363985EF2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036" y="1865240"/>
            <a:ext cx="8205927" cy="312751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3E3DDED-1405-84C7-CAF8-3840FD8B54E7}"/>
              </a:ext>
            </a:extLst>
          </p:cNvPr>
          <p:cNvGrpSpPr/>
          <p:nvPr/>
        </p:nvGrpSpPr>
        <p:grpSpPr>
          <a:xfrm>
            <a:off x="3230794" y="5589702"/>
            <a:ext cx="297720" cy="57240"/>
            <a:chOff x="3230794" y="5589702"/>
            <a:chExt cx="297720" cy="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9497EDB-7B95-1DD7-277C-D9C6FB413794}"/>
                    </a:ext>
                  </a:extLst>
                </p14:cNvPr>
                <p14:cNvContentPartPr/>
                <p14:nvPr/>
              </p14:nvContentPartPr>
              <p14:xfrm>
                <a:off x="3230794" y="5636862"/>
                <a:ext cx="40320" cy="1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9497EDB-7B95-1DD7-277C-D9C6FB4137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22154" y="5627862"/>
                  <a:ext cx="57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9BD19FA-C9B5-E442-952B-96C8E995CE5E}"/>
                    </a:ext>
                  </a:extLst>
                </p14:cNvPr>
                <p14:cNvContentPartPr/>
                <p14:nvPr/>
              </p14:nvContentPartPr>
              <p14:xfrm>
                <a:off x="3370474" y="5607342"/>
                <a:ext cx="48240" cy="10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9BD19FA-C9B5-E442-952B-96C8E995CE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61834" y="5598702"/>
                  <a:ext cx="65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39BE5-DE07-3695-BD50-42F11D8F5E82}"/>
                    </a:ext>
                  </a:extLst>
                </p14:cNvPr>
                <p14:cNvContentPartPr/>
                <p14:nvPr/>
              </p14:nvContentPartPr>
              <p14:xfrm>
                <a:off x="3524914" y="5589702"/>
                <a:ext cx="3600" cy="3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39BE5-DE07-3695-BD50-42F11D8F5E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15914" y="5580702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68A038-D6A3-4661-E616-6E6FA3F56D58}"/>
                  </a:ext>
                </a:extLst>
              </p14:cNvPr>
              <p14:cNvContentPartPr/>
              <p14:nvPr/>
            </p14:nvContentPartPr>
            <p14:xfrm>
              <a:off x="4629754" y="4271022"/>
              <a:ext cx="123480" cy="246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068A038-D6A3-4661-E616-6E6FA3F56D5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20754" y="4262382"/>
                <a:ext cx="1411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9FD8AAA-E20F-C2B3-27BB-B34E6C4BDECD}"/>
                  </a:ext>
                </a:extLst>
              </p14:cNvPr>
              <p14:cNvContentPartPr/>
              <p14:nvPr/>
            </p14:nvContentPartPr>
            <p14:xfrm>
              <a:off x="3428794" y="3836862"/>
              <a:ext cx="119520" cy="874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9FD8AAA-E20F-C2B3-27BB-B34E6C4BDEC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20154" y="3827862"/>
                <a:ext cx="1371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ECDD248-2EDE-BB0D-5E68-B27699501C2C}"/>
                  </a:ext>
                </a:extLst>
              </p14:cNvPr>
              <p14:cNvContentPartPr/>
              <p14:nvPr/>
            </p14:nvContentPartPr>
            <p14:xfrm>
              <a:off x="8554834" y="4204782"/>
              <a:ext cx="10800" cy="133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ECDD248-2EDE-BB0D-5E68-B27699501C2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545834" y="4196142"/>
                <a:ext cx="2844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9949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E3A8-581F-4AE8-97A8-B9D2DD37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Second-Order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3A168-A855-4848-9D93-B86BF1B9C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Locally approximate function as quadratic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Comparison of first-order and second order approximations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0E2D5F-A078-4E65-9089-7F5F7F36A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1540" y="3181217"/>
            <a:ext cx="8200370" cy="31306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21222-ADFE-4198-B01D-9B33D9FF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750108B-53D9-0E7E-D873-8C53A4591160}"/>
                  </a:ext>
                </a:extLst>
              </p14:cNvPr>
              <p14:cNvContentPartPr/>
              <p14:nvPr/>
            </p14:nvContentPartPr>
            <p14:xfrm>
              <a:off x="9196714" y="4668462"/>
              <a:ext cx="10080" cy="12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750108B-53D9-0E7E-D873-8C53A45911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8714" y="4650822"/>
                <a:ext cx="4572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BBCA30F-DCE6-6B34-F0E9-6E18A24865C6}"/>
              </a:ext>
            </a:extLst>
          </p:cNvPr>
          <p:cNvGrpSpPr/>
          <p:nvPr/>
        </p:nvGrpSpPr>
        <p:grpSpPr>
          <a:xfrm>
            <a:off x="7154074" y="4305222"/>
            <a:ext cx="1506240" cy="1329480"/>
            <a:chOff x="7154074" y="4305222"/>
            <a:chExt cx="1506240" cy="13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3070FC-97C0-BEC3-096C-B5908BB9188A}"/>
                    </a:ext>
                  </a:extLst>
                </p14:cNvPr>
                <p14:cNvContentPartPr/>
                <p14:nvPr/>
              </p14:nvContentPartPr>
              <p14:xfrm>
                <a:off x="8448274" y="5348862"/>
                <a:ext cx="44280" cy="285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3070FC-97C0-BEC3-096C-B5908BB918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30274" y="5331222"/>
                  <a:ext cx="799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1AF7D4-7D9E-8D67-0042-137014D2F426}"/>
                    </a:ext>
                  </a:extLst>
                </p14:cNvPr>
                <p14:cNvContentPartPr/>
                <p14:nvPr/>
              </p14:nvContentPartPr>
              <p14:xfrm>
                <a:off x="8473834" y="5282262"/>
                <a:ext cx="7560" cy="11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1AF7D4-7D9E-8D67-0042-137014D2F4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56194" y="5264262"/>
                  <a:ext cx="43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783BDB-43E7-BD86-93A7-0B340DC24554}"/>
                    </a:ext>
                  </a:extLst>
                </p14:cNvPr>
                <p14:cNvContentPartPr/>
                <p14:nvPr/>
              </p14:nvContentPartPr>
              <p14:xfrm>
                <a:off x="8448634" y="5273622"/>
                <a:ext cx="12240" cy="203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783BDB-43E7-BD86-93A7-0B340DC245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30994" y="5255982"/>
                  <a:ext cx="47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1EF486-D9F9-C91D-CC1C-5BD83E740CC1}"/>
                    </a:ext>
                  </a:extLst>
                </p14:cNvPr>
                <p14:cNvContentPartPr/>
                <p14:nvPr/>
              </p14:nvContentPartPr>
              <p14:xfrm>
                <a:off x="8418754" y="5400342"/>
                <a:ext cx="12600" cy="23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1EF486-D9F9-C91D-CC1C-5BD83E740C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01114" y="5382702"/>
                  <a:ext cx="48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40E071-49B1-3FCB-62A8-5FC573C2B1DE}"/>
                    </a:ext>
                  </a:extLst>
                </p14:cNvPr>
                <p14:cNvContentPartPr/>
                <p14:nvPr/>
              </p14:nvContentPartPr>
              <p14:xfrm>
                <a:off x="7154074" y="4305222"/>
                <a:ext cx="1506240" cy="1189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40E071-49B1-3FCB-62A8-5FC573C2B1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36434" y="4287582"/>
                  <a:ext cx="1541880" cy="12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B679550-793D-0D77-2BC6-DADA5E87AF09}"/>
                    </a:ext>
                  </a:extLst>
                </p14:cNvPr>
                <p14:cNvContentPartPr/>
                <p14:nvPr/>
              </p14:nvContentPartPr>
              <p14:xfrm>
                <a:off x="8340994" y="5348502"/>
                <a:ext cx="127440" cy="146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B679550-793D-0D77-2BC6-DADA5E87AF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23354" y="5330502"/>
                  <a:ext cx="163080" cy="18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87688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B7F-9739-46F8-8673-3BB5D6C6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Newton’s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5F32-9002-4E33-8B98-B75A622F9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Approximate a function using second-order Taylor series expansion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Univariate function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39AE8B-BAB9-48ED-A3ED-3CA480A244F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129" t="7016" r="31436" b="88434"/>
          <a:stretch/>
        </p:blipFill>
        <p:spPr>
          <a:xfrm>
            <a:off x="1086677" y="3108960"/>
            <a:ext cx="10018645" cy="9780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AD4B72-EE12-47C3-A3EE-767F85E7514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493" t="9971" r="25643" b="75768"/>
          <a:stretch/>
        </p:blipFill>
        <p:spPr>
          <a:xfrm>
            <a:off x="1487605" y="3429000"/>
            <a:ext cx="9216790" cy="35538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309E2-973C-46CF-AC33-D80D6222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693F3C4-4BEF-28A1-A1E1-6B592AEEDAC3}"/>
                  </a:ext>
                </a:extLst>
              </p14:cNvPr>
              <p14:cNvContentPartPr/>
              <p14:nvPr/>
            </p14:nvContentPartPr>
            <p14:xfrm>
              <a:off x="5756554" y="5827302"/>
              <a:ext cx="33480" cy="68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693F3C4-4BEF-28A1-A1E1-6B592AEEDAC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747914" y="5818302"/>
                <a:ext cx="511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D2C54E9-40B6-49BC-DFE4-631712989483}"/>
                  </a:ext>
                </a:extLst>
              </p14:cNvPr>
              <p14:cNvContentPartPr/>
              <p14:nvPr/>
            </p14:nvContentPartPr>
            <p14:xfrm>
              <a:off x="7783665" y="3425098"/>
              <a:ext cx="7560" cy="25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D2C54E9-40B6-49BC-DFE4-63171298948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774665" y="3416458"/>
                <a:ext cx="252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8210ADB-97FF-C1BF-A554-3E5F6E82C546}"/>
                  </a:ext>
                </a:extLst>
              </p14:cNvPr>
              <p14:cNvContentPartPr/>
              <p14:nvPr/>
            </p14:nvContentPartPr>
            <p14:xfrm>
              <a:off x="9103785" y="3295498"/>
              <a:ext cx="20160" cy="104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8210ADB-97FF-C1BF-A554-3E5F6E82C54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095145" y="3286858"/>
                <a:ext cx="37800" cy="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2094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B7F-9739-46F8-8673-3BB5D6C6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Newton’s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5F32-9002-4E33-8B98-B75A622F9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Multivariate function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Multivariate update rule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 b="1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H 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is the Hessian matrix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2C1A8A1-8543-4D74-803B-EDB21F0213C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260" t="6952" r="31435" b="87181"/>
          <a:stretch/>
        </p:blipFill>
        <p:spPr>
          <a:xfrm>
            <a:off x="500930" y="2377441"/>
            <a:ext cx="10718360" cy="121334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C72200-13F1-4C2F-AC64-3CCE88A6784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05" t="6453" r="41891" b="87727"/>
          <a:stretch/>
        </p:blipFill>
        <p:spPr>
          <a:xfrm>
            <a:off x="3273285" y="4083750"/>
            <a:ext cx="5645429" cy="13060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3335-F253-4950-9F70-C3D825F5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6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B7F-9739-46F8-8673-3BB5D6C6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Newton’s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5F32-9002-4E33-8B98-B75A622F9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Newton’s method for optimization is equivalent to finding the roots of the derivative function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A22BC38-671C-4771-9F08-E8BB666320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1896" y="2935408"/>
            <a:ext cx="8670357" cy="37799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32BDA-D0E6-4961-87D8-BD1C6C9E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017331-CB54-07F6-547D-19C0E1F00900}"/>
                  </a:ext>
                </a:extLst>
              </p14:cNvPr>
              <p14:cNvContentPartPr/>
              <p14:nvPr/>
            </p14:nvContentPartPr>
            <p14:xfrm>
              <a:off x="4817265" y="4491058"/>
              <a:ext cx="45720" cy="78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017331-CB54-07F6-547D-19C0E1F009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8265" y="4482058"/>
                <a:ext cx="633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6514A4-6EF9-41CC-ADEF-03007DBFD05D}"/>
                  </a:ext>
                </a:extLst>
              </p14:cNvPr>
              <p14:cNvContentPartPr/>
              <p14:nvPr/>
            </p14:nvContentPartPr>
            <p14:xfrm>
              <a:off x="3945705" y="5258218"/>
              <a:ext cx="24840" cy="52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6514A4-6EF9-41CC-ADEF-03007DBFD0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7065" y="5249578"/>
                <a:ext cx="4248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FB6DACF-1E59-CF8F-DACB-ADD803B592B6}"/>
                  </a:ext>
                </a:extLst>
              </p14:cNvPr>
              <p14:cNvContentPartPr/>
              <p14:nvPr/>
            </p14:nvContentPartPr>
            <p14:xfrm>
              <a:off x="3957585" y="5383858"/>
              <a:ext cx="2880" cy="1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FB6DACF-1E59-CF8F-DACB-ADD803B592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48945" y="5375218"/>
                <a:ext cx="205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9656DC-91A3-DAD1-8BE7-075F35CF23C9}"/>
                  </a:ext>
                </a:extLst>
              </p14:cNvPr>
              <p14:cNvContentPartPr/>
              <p14:nvPr/>
            </p14:nvContentPartPr>
            <p14:xfrm>
              <a:off x="3997545" y="6030778"/>
              <a:ext cx="2160" cy="7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9656DC-91A3-DAD1-8BE7-075F35CF23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88545" y="6022138"/>
                <a:ext cx="198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AB552F-40B2-D759-FE74-1672B4920556}"/>
                  </a:ext>
                </a:extLst>
              </p14:cNvPr>
              <p14:cNvContentPartPr/>
              <p14:nvPr/>
            </p14:nvContentPartPr>
            <p14:xfrm>
              <a:off x="3987465" y="6238858"/>
              <a:ext cx="5400" cy="14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AB552F-40B2-D759-FE74-1672B49205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8465" y="6229858"/>
                <a:ext cx="230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61D19FF-370A-58BB-CA61-1DFE0B010844}"/>
                  </a:ext>
                </a:extLst>
              </p14:cNvPr>
              <p14:cNvContentPartPr/>
              <p14:nvPr/>
            </p14:nvContentPartPr>
            <p14:xfrm>
              <a:off x="8491065" y="5146258"/>
              <a:ext cx="14760" cy="10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61D19FF-370A-58BB-CA61-1DFE0B0108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37065" y="5038258"/>
                <a:ext cx="1224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DEE272F-08EB-CAFC-AEAF-09F99CD49CDB}"/>
                  </a:ext>
                </a:extLst>
              </p14:cNvPr>
              <p14:cNvContentPartPr/>
              <p14:nvPr/>
            </p14:nvContentPartPr>
            <p14:xfrm>
              <a:off x="8434545" y="4969498"/>
              <a:ext cx="7920" cy="15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DEE272F-08EB-CAFC-AEAF-09F99CD49C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80905" y="4861498"/>
                <a:ext cx="115560" cy="2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2470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B7F-9739-46F8-8673-3BB5D6C6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Newton’s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5F32-9002-4E33-8B98-B75A622F9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Common causes of error in Newton’s method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BB88C3-7FC5-4362-9EBD-68CE49E7BB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5290" y="2700874"/>
            <a:ext cx="10361420" cy="34760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C0341-3115-40FD-992C-0FDC564F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D6DC8D2-BAF3-D35A-62AC-FF37F7B74189}"/>
                  </a:ext>
                </a:extLst>
              </p14:cNvPr>
              <p14:cNvContentPartPr/>
              <p14:nvPr/>
            </p14:nvContentPartPr>
            <p14:xfrm>
              <a:off x="5376345" y="4251298"/>
              <a:ext cx="26280" cy="30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D6DC8D2-BAF3-D35A-62AC-FF37F7B7418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22705" y="4143298"/>
                <a:ext cx="1339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5CF5397-07D9-A21B-8FC2-3462B20D6620}"/>
                  </a:ext>
                </a:extLst>
              </p14:cNvPr>
              <p14:cNvContentPartPr/>
              <p14:nvPr/>
            </p14:nvContentPartPr>
            <p14:xfrm>
              <a:off x="5346465" y="4253458"/>
              <a:ext cx="2520" cy="21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5CF5397-07D9-A21B-8FC2-3462B20D662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92465" y="4145818"/>
                <a:ext cx="1101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6E6A643-FB8B-774C-E22B-FFD6C324D1C2}"/>
                  </a:ext>
                </a:extLst>
              </p14:cNvPr>
              <p14:cNvContentPartPr/>
              <p14:nvPr/>
            </p14:nvContentPartPr>
            <p14:xfrm>
              <a:off x="7792665" y="5208898"/>
              <a:ext cx="23760" cy="7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6E6A643-FB8B-774C-E22B-FFD6C324D1C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38665" y="5101258"/>
                <a:ext cx="1314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8CB5901-43E3-9C58-C761-5BD81E348198}"/>
                  </a:ext>
                </a:extLst>
              </p14:cNvPr>
              <p14:cNvContentPartPr/>
              <p14:nvPr/>
            </p14:nvContentPartPr>
            <p14:xfrm>
              <a:off x="5376705" y="4284058"/>
              <a:ext cx="9360" cy="21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8CB5901-43E3-9C58-C761-5BD81E34819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23065" y="4176418"/>
                <a:ext cx="1170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897E2B6-470D-E21A-A5BD-CDD3351FEE53}"/>
                  </a:ext>
                </a:extLst>
              </p14:cNvPr>
              <p14:cNvContentPartPr/>
              <p14:nvPr/>
            </p14:nvContentPartPr>
            <p14:xfrm>
              <a:off x="7306305" y="5346778"/>
              <a:ext cx="20880" cy="21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897E2B6-470D-E21A-A5BD-CDD3351FEE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52305" y="5238778"/>
                <a:ext cx="128520" cy="23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442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555B3C-02AC-55A8-2345-CCC9BF01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742A2-2129-7DC1-5C9B-88D9C7DAC4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518"/>
          <a:stretch>
            <a:fillRect/>
          </a:stretch>
        </p:blipFill>
        <p:spPr>
          <a:xfrm>
            <a:off x="492786" y="1168835"/>
            <a:ext cx="10953740" cy="171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60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1AE6-D2BE-4D91-829C-AA851CB3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Secant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BA5A0-1C2D-4E66-B576-BCD525865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For univariate functions, if the second derivative is unknown, it can be approximated using the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secant method</a:t>
            </a: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Update equation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5309B15-646D-4952-AE8B-81E823264D0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478" t="3356" r="41348" b="82956"/>
          <a:stretch/>
        </p:blipFill>
        <p:spPr>
          <a:xfrm>
            <a:off x="2615978" y="2103420"/>
            <a:ext cx="5883966" cy="265116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4C7A6A3-B5AC-4E25-8F88-66BCD6B23AD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521" t="3357" r="36913" b="85159"/>
          <a:stretch/>
        </p:blipFill>
        <p:spPr>
          <a:xfrm>
            <a:off x="2425420" y="3838880"/>
            <a:ext cx="7341159" cy="23380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B1A8D-493B-4167-9119-3EAF3579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07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BF1F-E82D-45FD-BA3D-653070B5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Quasi-Newton Methods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AAC0-D7F4-41A8-B013-36AFEC7BE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For multivariate functions, the inverse Hessian may not be available or infeasible to compute, so can be approximated using a variety of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Quasi-Newton methods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each appropriate in different circumstances</a:t>
            </a:r>
          </a:p>
          <a:p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Davidon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-Fletcher-Powell (DFP) method</a:t>
            </a:r>
          </a:p>
          <a:p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Broyden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-Fletcher-Goldfarb-</a:t>
            </a:r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Shanno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 (BFGS) method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Limited-memory BFGS (L-BFGS)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2053F-6043-4499-AF2D-8BE4DA2D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99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265</Words>
  <Application>Microsoft Macintosh PowerPoint</Application>
  <PresentationFormat>Widescreen</PresentationFormat>
  <Paragraphs>76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TeXGyrePagella-Italic</vt:lpstr>
      <vt:lpstr>TeXGyrePagella-Regular</vt:lpstr>
      <vt:lpstr>Office Theme</vt:lpstr>
      <vt:lpstr>First-Order Methods</vt:lpstr>
      <vt:lpstr>Gradient Descent</vt:lpstr>
      <vt:lpstr>Gradient Descent</vt:lpstr>
      <vt:lpstr>PowerPoint Presentation</vt:lpstr>
      <vt:lpstr>Momentum</vt:lpstr>
      <vt:lpstr>Momentum</vt:lpstr>
      <vt:lpstr>PowerPoint Presentation</vt:lpstr>
      <vt:lpstr>Momentum</vt:lpstr>
      <vt:lpstr>Nesterov Momentum</vt:lpstr>
      <vt:lpstr>Adagrad</vt:lpstr>
      <vt:lpstr>PowerPoint Presentation</vt:lpstr>
      <vt:lpstr>Second-Order Methods</vt:lpstr>
      <vt:lpstr>PowerPoint Presentation</vt:lpstr>
      <vt:lpstr>Second-Order Methods</vt:lpstr>
      <vt:lpstr>Newton’s Method</vt:lpstr>
      <vt:lpstr>Newton’s Method</vt:lpstr>
      <vt:lpstr>Newton’s Method</vt:lpstr>
      <vt:lpstr>Newton’s Method</vt:lpstr>
      <vt:lpstr>PowerPoint Presentation</vt:lpstr>
      <vt:lpstr>Secant Method</vt:lpstr>
      <vt:lpstr>Quasi-Newton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lastModifiedBy>Rodica Ioana Lung</cp:lastModifiedBy>
  <cp:revision>27</cp:revision>
  <dcterms:created xsi:type="dcterms:W3CDTF">2019-02-03T01:23:24Z</dcterms:created>
  <dcterms:modified xsi:type="dcterms:W3CDTF">2026-08-31T10:57:25Z</dcterms:modified>
</cp:coreProperties>
</file>