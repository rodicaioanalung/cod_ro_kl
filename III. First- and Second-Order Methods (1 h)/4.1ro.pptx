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3" r:id="rId4"/>
    <p:sldId id="266" r:id="rId5"/>
    <p:sldId id="270" r:id="rId6"/>
    <p:sldId id="259" r:id="rId7"/>
    <p:sldId id="269" r:id="rId8"/>
    <p:sldId id="271" r:id="rId9"/>
    <p:sldId id="268" r:id="rId10"/>
    <p:sldId id="260" r:id="rId11"/>
    <p:sldId id="26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3BA7D-F6A8-4C75-AF5D-A31731FCDD60}" v="684" dt="2025-12-18T15:57:49.280"/>
    <p1510:client id="{7888C91F-DC54-2644-80C2-639E4DA4B8A1}" v="7" dt="2025-12-18T16:13:50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undo custSel addSld delSld modSld sldOrd">
      <pc:chgData name="Rodica Ioana Lung" userId="64ee56e8d7162e1e" providerId="LiveId" clId="{FBA19D0F-677B-56B8-863E-85AFCD084619}" dt="2025-12-18T16:13:50.778" v="46" actId="962"/>
      <pc:docMkLst>
        <pc:docMk/>
      </pc:docMkLst>
      <pc:sldChg chg="add del">
        <pc:chgData name="Rodica Ioana Lung" userId="64ee56e8d7162e1e" providerId="LiveId" clId="{FBA19D0F-677B-56B8-863E-85AFCD084619}" dt="2025-12-18T13:01:46.546" v="17" actId="2696"/>
        <pc:sldMkLst>
          <pc:docMk/>
          <pc:sldMk cId="2143239419" sldId="258"/>
        </pc:sldMkLst>
      </pc:sldChg>
      <pc:sldChg chg="add del">
        <pc:chgData name="Rodica Ioana Lung" userId="64ee56e8d7162e1e" providerId="LiveId" clId="{FBA19D0F-677B-56B8-863E-85AFCD084619}" dt="2025-12-18T13:02:22.549" v="22" actId="2696"/>
        <pc:sldMkLst>
          <pc:docMk/>
          <pc:sldMk cId="1385345313" sldId="262"/>
        </pc:sldMkLst>
      </pc:sldChg>
      <pc:sldChg chg="add del">
        <pc:chgData name="Rodica Ioana Lung" userId="64ee56e8d7162e1e" providerId="LiveId" clId="{FBA19D0F-677B-56B8-863E-85AFCD084619}" dt="2025-12-18T13:02:36.776" v="23" actId="2696"/>
        <pc:sldMkLst>
          <pc:docMk/>
          <pc:sldMk cId="1961210782" sldId="263"/>
        </pc:sldMkLst>
      </pc:sldChg>
      <pc:sldChg chg="del">
        <pc:chgData name="Rodica Ioana Lung" userId="64ee56e8d7162e1e" providerId="LiveId" clId="{FBA19D0F-677B-56B8-863E-85AFCD084619}" dt="2025-12-18T13:02:39.173" v="24" actId="2696"/>
        <pc:sldMkLst>
          <pc:docMk/>
          <pc:sldMk cId="3691837495" sldId="264"/>
        </pc:sldMkLst>
      </pc:sldChg>
      <pc:sldChg chg="del">
        <pc:chgData name="Rodica Ioana Lung" userId="64ee56e8d7162e1e" providerId="LiveId" clId="{FBA19D0F-677B-56B8-863E-85AFCD084619}" dt="2025-12-18T13:02:40.782" v="25" actId="2696"/>
        <pc:sldMkLst>
          <pc:docMk/>
          <pc:sldMk cId="1456578065" sldId="265"/>
        </pc:sldMkLst>
      </pc:sldChg>
      <pc:sldChg chg="addSp delSp modSp add del mod setBg">
        <pc:chgData name="Rodica Ioana Lung" userId="64ee56e8d7162e1e" providerId="LiveId" clId="{FBA19D0F-677B-56B8-863E-85AFCD084619}" dt="2025-12-18T13:03:22.341" v="28" actId="2696"/>
        <pc:sldMkLst>
          <pc:docMk/>
          <pc:sldMk cId="3359170349" sldId="267"/>
        </pc:sldMkLst>
        <pc:spChg chg="mod">
          <ac:chgData name="Rodica Ioana Lung" userId="64ee56e8d7162e1e" providerId="LiveId" clId="{FBA19D0F-677B-56B8-863E-85AFCD084619}" dt="2025-12-18T13:02:03.435" v="21" actId="404"/>
          <ac:spMkLst>
            <pc:docMk/>
            <pc:sldMk cId="3359170349" sldId="267"/>
            <ac:spMk id="2" creationId="{29812594-E81D-4435-BFF3-589D2F4F7C43}"/>
          </ac:spMkLst>
        </pc:spChg>
        <pc:spChg chg="del mod">
          <ac:chgData name="Rodica Ioana Lung" userId="64ee56e8d7162e1e" providerId="LiveId" clId="{FBA19D0F-677B-56B8-863E-85AFCD084619}" dt="2025-12-18T13:01:28.640" v="14" actId="478"/>
          <ac:spMkLst>
            <pc:docMk/>
            <pc:sldMk cId="3359170349" sldId="267"/>
            <ac:spMk id="3" creationId="{6F07F1BE-045F-4B24-B1A1-19EF2C22594B}"/>
          </ac:spMkLst>
        </pc:spChg>
        <pc:spChg chg="mod">
          <ac:chgData name="Rodica Ioana Lung" userId="64ee56e8d7162e1e" providerId="LiveId" clId="{FBA19D0F-677B-56B8-863E-85AFCD084619}" dt="2025-12-18T13:01:55.894" v="18" actId="26606"/>
          <ac:spMkLst>
            <pc:docMk/>
            <pc:sldMk cId="3359170349" sldId="267"/>
            <ac:spMk id="4" creationId="{F90D3045-A88E-4A0D-AE1F-BEFE4D2DE6DD}"/>
          </ac:spMkLst>
        </pc:spChg>
        <pc:spChg chg="add">
          <ac:chgData name="Rodica Ioana Lung" userId="64ee56e8d7162e1e" providerId="LiveId" clId="{FBA19D0F-677B-56B8-863E-85AFCD084619}" dt="2025-12-18T13:01:55.894" v="18" actId="26606"/>
          <ac:spMkLst>
            <pc:docMk/>
            <pc:sldMk cId="3359170349" sldId="267"/>
            <ac:spMk id="14" creationId="{665DBBEF-238B-476B-96AB-8AAC3224ECEA}"/>
          </ac:spMkLst>
        </pc:spChg>
        <pc:spChg chg="add">
          <ac:chgData name="Rodica Ioana Lung" userId="64ee56e8d7162e1e" providerId="LiveId" clId="{FBA19D0F-677B-56B8-863E-85AFCD084619}" dt="2025-12-18T13:01:55.894" v="18" actId="26606"/>
          <ac:spMkLst>
            <pc:docMk/>
            <pc:sldMk cId="3359170349" sldId="267"/>
            <ac:spMk id="16" creationId="{3FCFB1DE-0B7E-48CC-BA90-B2AB0889F9D6}"/>
          </ac:spMkLst>
        </pc:spChg>
        <pc:picChg chg="del">
          <ac:chgData name="Rodica Ioana Lung" userId="64ee56e8d7162e1e" providerId="LiveId" clId="{FBA19D0F-677B-56B8-863E-85AFCD084619}" dt="2025-12-18T13:01:27.204" v="13" actId="478"/>
          <ac:picMkLst>
            <pc:docMk/>
            <pc:sldMk cId="3359170349" sldId="267"/>
            <ac:picMk id="5" creationId="{1A70E9C4-5AEA-49A6-9E42-4FCC83EE04E2}"/>
          </ac:picMkLst>
        </pc:picChg>
        <pc:picChg chg="mod">
          <ac:chgData name="Rodica Ioana Lung" userId="64ee56e8d7162e1e" providerId="LiveId" clId="{FBA19D0F-677B-56B8-863E-85AFCD084619}" dt="2025-12-18T13:01:55.894" v="18" actId="26606"/>
          <ac:picMkLst>
            <pc:docMk/>
            <pc:sldMk cId="3359170349" sldId="267"/>
            <ac:picMk id="9" creationId="{0EEE7EA9-3486-4C95-9049-DB2042F8B447}"/>
          </ac:picMkLst>
        </pc:picChg>
      </pc:sldChg>
      <pc:sldChg chg="ord">
        <pc:chgData name="Rodica Ioana Lung" userId="64ee56e8d7162e1e" providerId="LiveId" clId="{FBA19D0F-677B-56B8-863E-85AFCD084619}" dt="2025-12-18T13:08:11.518" v="41" actId="20578"/>
        <pc:sldMkLst>
          <pc:docMk/>
          <pc:sldMk cId="2711523740" sldId="269"/>
        </pc:sldMkLst>
      </pc:sldChg>
      <pc:sldChg chg="addSp modSp new mod setBg">
        <pc:chgData name="Rodica Ioana Lung" userId="64ee56e8d7162e1e" providerId="LiveId" clId="{FBA19D0F-677B-56B8-863E-85AFCD084619}" dt="2025-12-18T13:06:51.908" v="31" actId="26606"/>
        <pc:sldMkLst>
          <pc:docMk/>
          <pc:sldMk cId="1646465703" sldId="270"/>
        </pc:sldMkLst>
        <pc:spChg chg="mod ord">
          <ac:chgData name="Rodica Ioana Lung" userId="64ee56e8d7162e1e" providerId="LiveId" clId="{FBA19D0F-677B-56B8-863E-85AFCD084619}" dt="2025-12-18T13:06:51.908" v="31" actId="26606"/>
          <ac:spMkLst>
            <pc:docMk/>
            <pc:sldMk cId="1646465703" sldId="270"/>
            <ac:spMk id="2" creationId="{4C6D7287-6353-709C-40E7-E00922C41D80}"/>
          </ac:spMkLst>
        </pc:spChg>
        <pc:picChg chg="add mod">
          <ac:chgData name="Rodica Ioana Lung" userId="64ee56e8d7162e1e" providerId="LiveId" clId="{FBA19D0F-677B-56B8-863E-85AFCD084619}" dt="2025-12-18T13:06:51.908" v="31" actId="26606"/>
          <ac:picMkLst>
            <pc:docMk/>
            <pc:sldMk cId="1646465703" sldId="270"/>
            <ac:picMk id="3" creationId="{DB076FE7-7FC7-D541-CE27-B66D8B082C77}"/>
          </ac:picMkLst>
        </pc:picChg>
      </pc:sldChg>
      <pc:sldChg chg="add del">
        <pc:chgData name="Rodica Ioana Lung" userId="64ee56e8d7162e1e" providerId="LiveId" clId="{FBA19D0F-677B-56B8-863E-85AFCD084619}" dt="2025-12-18T13:02:41.786" v="26" actId="2696"/>
        <pc:sldMkLst>
          <pc:docMk/>
          <pc:sldMk cId="3963953733" sldId="270"/>
        </pc:sldMkLst>
      </pc:sldChg>
      <pc:sldChg chg="addSp delSp modSp new mod setBg">
        <pc:chgData name="Rodica Ioana Lung" userId="64ee56e8d7162e1e" providerId="LiveId" clId="{FBA19D0F-677B-56B8-863E-85AFCD084619}" dt="2025-12-18T13:08:00.244" v="40" actId="26606"/>
        <pc:sldMkLst>
          <pc:docMk/>
          <pc:sldMk cId="905047989" sldId="271"/>
        </pc:sldMkLst>
        <pc:spChg chg="mod ord">
          <ac:chgData name="Rodica Ioana Lung" userId="64ee56e8d7162e1e" providerId="LiveId" clId="{FBA19D0F-677B-56B8-863E-85AFCD084619}" dt="2025-12-18T13:08:00.244" v="40" actId="26606"/>
          <ac:spMkLst>
            <pc:docMk/>
            <pc:sldMk cId="905047989" sldId="271"/>
            <ac:spMk id="2" creationId="{67E160D7-E7CA-59B4-55EC-2C695588F78B}"/>
          </ac:spMkLst>
        </pc:spChg>
        <pc:picChg chg="add del mod">
          <ac:chgData name="Rodica Ioana Lung" userId="64ee56e8d7162e1e" providerId="LiveId" clId="{FBA19D0F-677B-56B8-863E-85AFCD084619}" dt="2025-12-18T13:07:19.411" v="34" actId="478"/>
          <ac:picMkLst>
            <pc:docMk/>
            <pc:sldMk cId="905047989" sldId="271"/>
            <ac:picMk id="3" creationId="{A2A1B9A9-102B-FC33-A9D2-01F8BD26FA4D}"/>
          </ac:picMkLst>
        </pc:picChg>
        <pc:picChg chg="add del mod">
          <ac:chgData name="Rodica Ioana Lung" userId="64ee56e8d7162e1e" providerId="LiveId" clId="{FBA19D0F-677B-56B8-863E-85AFCD084619}" dt="2025-12-18T13:07:35.971" v="38" actId="478"/>
          <ac:picMkLst>
            <pc:docMk/>
            <pc:sldMk cId="905047989" sldId="271"/>
            <ac:picMk id="5" creationId="{4C6B5345-B563-7C2E-11F2-74CEB36D4D57}"/>
          </ac:picMkLst>
        </pc:picChg>
        <pc:picChg chg="add mod">
          <ac:chgData name="Rodica Ioana Lung" userId="64ee56e8d7162e1e" providerId="LiveId" clId="{FBA19D0F-677B-56B8-863E-85AFCD084619}" dt="2025-12-18T13:08:00.244" v="40" actId="26606"/>
          <ac:picMkLst>
            <pc:docMk/>
            <pc:sldMk cId="905047989" sldId="271"/>
            <ac:picMk id="6" creationId="{464B809E-5599-F788-C429-2B8DA990D369}"/>
          </ac:picMkLst>
        </pc:picChg>
      </pc:sldChg>
      <pc:sldChg chg="add del">
        <pc:chgData name="Rodica Ioana Lung" userId="64ee56e8d7162e1e" providerId="LiveId" clId="{FBA19D0F-677B-56B8-863E-85AFCD084619}" dt="2025-12-18T13:02:45.906" v="27" actId="2696"/>
        <pc:sldMkLst>
          <pc:docMk/>
          <pc:sldMk cId="1672191524" sldId="271"/>
        </pc:sldMkLst>
      </pc:sldChg>
      <pc:sldChg chg="addSp modSp new mod setBg">
        <pc:chgData name="Rodica Ioana Lung" userId="64ee56e8d7162e1e" providerId="LiveId" clId="{FBA19D0F-677B-56B8-863E-85AFCD084619}" dt="2025-12-18T16:13:50.778" v="46" actId="962"/>
        <pc:sldMkLst>
          <pc:docMk/>
          <pc:sldMk cId="1065318673" sldId="272"/>
        </pc:sldMkLst>
        <pc:spChg chg="mod ord">
          <ac:chgData name="Rodica Ioana Lung" userId="64ee56e8d7162e1e" providerId="LiveId" clId="{FBA19D0F-677B-56B8-863E-85AFCD084619}" dt="2025-12-18T13:10:16.008" v="44" actId="26606"/>
          <ac:spMkLst>
            <pc:docMk/>
            <pc:sldMk cId="1065318673" sldId="272"/>
            <ac:spMk id="2" creationId="{78B86582-AD60-285C-A542-CAFC37E82E47}"/>
          </ac:spMkLst>
        </pc:spChg>
        <pc:picChg chg="add mod">
          <ac:chgData name="Rodica Ioana Lung" userId="64ee56e8d7162e1e" providerId="LiveId" clId="{FBA19D0F-677B-56B8-863E-85AFCD084619}" dt="2025-12-18T16:13:50.778" v="46" actId="962"/>
          <ac:picMkLst>
            <pc:docMk/>
            <pc:sldMk cId="1065318673" sldId="272"/>
            <ac:picMk id="3" creationId="{85ACDB2F-7751-6C9C-5D3B-6F0FA3CCFC14}"/>
          </ac:picMkLst>
        </pc:picChg>
      </pc:sldChg>
    </pc:docChg>
  </pc:docChgLst>
  <pc:docChgLst>
    <pc:chgData name="Rodica Ioana Lung" userId="64ee56e8d7162e1e" providerId="LiveId" clId="{0F6830A5-18AB-4F1B-8BBB-DA235794CEC1}"/>
    <pc:docChg chg="addSld modSld">
      <pc:chgData name="Rodica Ioana Lung" userId="64ee56e8d7162e1e" providerId="LiveId" clId="{0F6830A5-18AB-4F1B-8BBB-DA235794CEC1}" dt="2025-12-18T15:57:49.280" v="684" actId="9405"/>
      <pc:docMkLst>
        <pc:docMk/>
      </pc:docMkLst>
      <pc:sldChg chg="addSp delSp modSp mod">
        <pc:chgData name="Rodica Ioana Lung" userId="64ee56e8d7162e1e" providerId="LiveId" clId="{0F6830A5-18AB-4F1B-8BBB-DA235794CEC1}" dt="2025-12-18T15:50:17.268" v="555" actId="9405"/>
        <pc:sldMkLst>
          <pc:docMk/>
          <pc:sldMk cId="785258183" sldId="257"/>
        </pc:sldMkLst>
        <pc:grpChg chg="mod">
          <ac:chgData name="Rodica Ioana Lung" userId="64ee56e8d7162e1e" providerId="LiveId" clId="{0F6830A5-18AB-4F1B-8BBB-DA235794CEC1}" dt="2025-12-18T15:30:29.445" v="5"/>
          <ac:grpSpMkLst>
            <pc:docMk/>
            <pc:sldMk cId="785258183" sldId="257"/>
            <ac:grpSpMk id="12" creationId="{9FB7006D-90E1-7031-7346-0E505980D72E}"/>
          </ac:grpSpMkLst>
        </pc:grpChg>
        <pc:grpChg chg="del mod">
          <ac:chgData name="Rodica Ioana Lung" userId="64ee56e8d7162e1e" providerId="LiveId" clId="{0F6830A5-18AB-4F1B-8BBB-DA235794CEC1}" dt="2025-12-18T15:31:01.974" v="16"/>
          <ac:grpSpMkLst>
            <pc:docMk/>
            <pc:sldMk cId="785258183" sldId="257"/>
            <ac:grpSpMk id="18" creationId="{76B33A59-787C-AF54-F975-13D0F23731A1}"/>
          </ac:grpSpMkLst>
        </pc:grpChg>
        <pc:grpChg chg="mod">
          <ac:chgData name="Rodica Ioana Lung" userId="64ee56e8d7162e1e" providerId="LiveId" clId="{0F6830A5-18AB-4F1B-8BBB-DA235794CEC1}" dt="2025-12-18T15:31:01.974" v="16"/>
          <ac:grpSpMkLst>
            <pc:docMk/>
            <pc:sldMk cId="785258183" sldId="257"/>
            <ac:grpSpMk id="22" creationId="{41EE8CB7-1376-D0CC-C625-2B5760D23AB1}"/>
          </ac:grpSpMkLst>
        </pc:grpChg>
        <pc:inkChg chg="add del">
          <ac:chgData name="Rodica Ioana Lung" userId="64ee56e8d7162e1e" providerId="LiveId" clId="{0F6830A5-18AB-4F1B-8BBB-DA235794CEC1}" dt="2025-12-18T15:30:43.260" v="7"/>
          <ac:inkMkLst>
            <pc:docMk/>
            <pc:sldMk cId="785258183" sldId="257"/>
            <ac:inkMk id="6" creationId="{0DED53E7-5514-C9A3-3AC0-45F64181C1D3}"/>
          </ac:inkMkLst>
        </pc:inkChg>
        <pc:inkChg chg="add">
          <ac:chgData name="Rodica Ioana Lung" userId="64ee56e8d7162e1e" providerId="LiveId" clId="{0F6830A5-18AB-4F1B-8BBB-DA235794CEC1}" dt="2025-12-18T15:29:57.601" v="1" actId="9405"/>
          <ac:inkMkLst>
            <pc:docMk/>
            <pc:sldMk cId="785258183" sldId="257"/>
            <ac:inkMk id="8" creationId="{893C1292-E0EA-CF78-34E6-ED6648011DA1}"/>
          </ac:inkMkLst>
        </pc:inkChg>
        <pc:inkChg chg="add del">
          <ac:chgData name="Rodica Ioana Lung" userId="64ee56e8d7162e1e" providerId="LiveId" clId="{0F6830A5-18AB-4F1B-8BBB-DA235794CEC1}" dt="2025-12-18T15:32:32.503" v="96"/>
          <ac:inkMkLst>
            <pc:docMk/>
            <pc:sldMk cId="785258183" sldId="257"/>
            <ac:inkMk id="9" creationId="{C0E1E808-1BA6-D3FF-4267-0AA5226572D9}"/>
          </ac:inkMkLst>
        </pc:inkChg>
        <pc:inkChg chg="add mod">
          <ac:chgData name="Rodica Ioana Lung" userId="64ee56e8d7162e1e" providerId="LiveId" clId="{0F6830A5-18AB-4F1B-8BBB-DA235794CEC1}" dt="2025-12-18T15:30:29.445" v="5"/>
          <ac:inkMkLst>
            <pc:docMk/>
            <pc:sldMk cId="785258183" sldId="257"/>
            <ac:inkMk id="10" creationId="{F869779F-E03C-627D-E768-F765BE84CE81}"/>
          </ac:inkMkLst>
        </pc:inkChg>
        <pc:inkChg chg="add mod">
          <ac:chgData name="Rodica Ioana Lung" userId="64ee56e8d7162e1e" providerId="LiveId" clId="{0F6830A5-18AB-4F1B-8BBB-DA235794CEC1}" dt="2025-12-18T15:30:29.445" v="5"/>
          <ac:inkMkLst>
            <pc:docMk/>
            <pc:sldMk cId="785258183" sldId="257"/>
            <ac:inkMk id="11" creationId="{14B6DCA9-ADBB-37E1-130D-E701A17F5BA4}"/>
          </ac:inkMkLst>
        </pc:inkChg>
        <pc:inkChg chg="add del">
          <ac:chgData name="Rodica Ioana Lung" userId="64ee56e8d7162e1e" providerId="LiveId" clId="{0F6830A5-18AB-4F1B-8BBB-DA235794CEC1}" dt="2025-12-18T15:32:32.506" v="98"/>
          <ac:inkMkLst>
            <pc:docMk/>
            <pc:sldMk cId="785258183" sldId="257"/>
            <ac:inkMk id="13" creationId="{7DC777B0-2FB7-B1E4-3936-278CD734E2C6}"/>
          </ac:inkMkLst>
        </pc:inkChg>
        <pc:inkChg chg="add del">
          <ac:chgData name="Rodica Ioana Lung" userId="64ee56e8d7162e1e" providerId="LiveId" clId="{0F6830A5-18AB-4F1B-8BBB-DA235794CEC1}" dt="2025-12-18T15:32:32.505" v="97"/>
          <ac:inkMkLst>
            <pc:docMk/>
            <pc:sldMk cId="785258183" sldId="257"/>
            <ac:inkMk id="14" creationId="{FB13E398-BD52-9188-5DF2-EA2685792F05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15" creationId="{14E8E6D5-FEB4-BA2F-6944-CAEE1311867C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16" creationId="{161F30AF-3815-7854-FD36-BC16B4949CD7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17" creationId="{173FADB9-1469-9B5F-6159-37936F120C17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19" creationId="{153DBBEA-3B21-FE79-B002-284382A12ECF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20" creationId="{034EC387-72B4-713B-C0D3-8D364852DA2E}"/>
          </ac:inkMkLst>
        </pc:inkChg>
        <pc:inkChg chg="add mod">
          <ac:chgData name="Rodica Ioana Lung" userId="64ee56e8d7162e1e" providerId="LiveId" clId="{0F6830A5-18AB-4F1B-8BBB-DA235794CEC1}" dt="2025-12-18T15:31:01.974" v="16"/>
          <ac:inkMkLst>
            <pc:docMk/>
            <pc:sldMk cId="785258183" sldId="257"/>
            <ac:inkMk id="21" creationId="{3A28CD4F-8C7D-2AF5-AEC5-3EF6BE002745}"/>
          </ac:inkMkLst>
        </pc:inkChg>
        <pc:inkChg chg="add">
          <ac:chgData name="Rodica Ioana Lung" userId="64ee56e8d7162e1e" providerId="LiveId" clId="{0F6830A5-18AB-4F1B-8BBB-DA235794CEC1}" dt="2025-12-18T15:50:14.885" v="553" actId="9405"/>
          <ac:inkMkLst>
            <pc:docMk/>
            <pc:sldMk cId="785258183" sldId="257"/>
            <ac:inkMk id="23" creationId="{E52F9CF0-F38B-8408-6D63-DE89E1931815}"/>
          </ac:inkMkLst>
        </pc:inkChg>
        <pc:inkChg chg="add">
          <ac:chgData name="Rodica Ioana Lung" userId="64ee56e8d7162e1e" providerId="LiveId" clId="{0F6830A5-18AB-4F1B-8BBB-DA235794CEC1}" dt="2025-12-18T15:50:16.205" v="554" actId="9405"/>
          <ac:inkMkLst>
            <pc:docMk/>
            <pc:sldMk cId="785258183" sldId="257"/>
            <ac:inkMk id="24" creationId="{3B2E63E4-B93A-523E-09E3-B04F03FB3933}"/>
          </ac:inkMkLst>
        </pc:inkChg>
        <pc:inkChg chg="add">
          <ac:chgData name="Rodica Ioana Lung" userId="64ee56e8d7162e1e" providerId="LiveId" clId="{0F6830A5-18AB-4F1B-8BBB-DA235794CEC1}" dt="2025-12-18T15:50:17.268" v="555" actId="9405"/>
          <ac:inkMkLst>
            <pc:docMk/>
            <pc:sldMk cId="785258183" sldId="257"/>
            <ac:inkMk id="25" creationId="{C47185CF-47BE-F4D6-061E-0D313A19A9CE}"/>
          </ac:inkMkLst>
        </pc:inkChg>
      </pc:sldChg>
      <pc:sldChg chg="addSp delSp modSp mod">
        <pc:chgData name="Rodica Ioana Lung" userId="64ee56e8d7162e1e" providerId="LiveId" clId="{0F6830A5-18AB-4F1B-8BBB-DA235794CEC1}" dt="2025-12-18T15:53:48.096" v="624" actId="9405"/>
        <pc:sldMkLst>
          <pc:docMk/>
          <pc:sldMk cId="3486515908" sldId="259"/>
        </pc:sldMkLst>
        <pc:grpChg chg="del mod">
          <ac:chgData name="Rodica Ioana Lung" userId="64ee56e8d7162e1e" providerId="LiveId" clId="{0F6830A5-18AB-4F1B-8BBB-DA235794CEC1}" dt="2025-12-18T15:53:39.781" v="615"/>
          <ac:grpSpMkLst>
            <pc:docMk/>
            <pc:sldMk cId="3486515908" sldId="259"/>
            <ac:grpSpMk id="11" creationId="{3973069B-66AC-A109-6465-184F53B12592}"/>
          </ac:grpSpMkLst>
        </pc:grpChg>
        <pc:grpChg chg="del mod">
          <ac:chgData name="Rodica Ioana Lung" userId="64ee56e8d7162e1e" providerId="LiveId" clId="{0F6830A5-18AB-4F1B-8BBB-DA235794CEC1}" dt="2025-12-18T15:53:40.770" v="617"/>
          <ac:grpSpMkLst>
            <pc:docMk/>
            <pc:sldMk cId="3486515908" sldId="259"/>
            <ac:grpSpMk id="15" creationId="{E0536443-CB24-2145-9EFA-E797C4D0E716}"/>
          </ac:grpSpMkLst>
        </pc:grpChg>
        <pc:grpChg chg="del mod">
          <ac:chgData name="Rodica Ioana Lung" userId="64ee56e8d7162e1e" providerId="LiveId" clId="{0F6830A5-18AB-4F1B-8BBB-DA235794CEC1}" dt="2025-12-18T15:53:45.213" v="623"/>
          <ac:grpSpMkLst>
            <pc:docMk/>
            <pc:sldMk cId="3486515908" sldId="259"/>
            <ac:grpSpMk id="17" creationId="{DB8838EE-9D07-8EA2-0FC2-1377ED24FAB8}"/>
          </ac:grpSpMkLst>
        </pc:grpChg>
        <pc:grpChg chg="mod">
          <ac:chgData name="Rodica Ioana Lung" userId="64ee56e8d7162e1e" providerId="LiveId" clId="{0F6830A5-18AB-4F1B-8BBB-DA235794CEC1}" dt="2025-12-18T15:53:45.213" v="623"/>
          <ac:grpSpMkLst>
            <pc:docMk/>
            <pc:sldMk cId="3486515908" sldId="259"/>
            <ac:grpSpMk id="23" creationId="{EADE2DCE-652F-C186-C8FE-A696202D45A9}"/>
          </ac:grpSpMkLst>
        </pc:grpChg>
        <pc:inkChg chg="add">
          <ac:chgData name="Rodica Ioana Lung" userId="64ee56e8d7162e1e" providerId="LiveId" clId="{0F6830A5-18AB-4F1B-8BBB-DA235794CEC1}" dt="2025-12-18T15:50:06.512" v="550" actId="9405"/>
          <ac:inkMkLst>
            <pc:docMk/>
            <pc:sldMk cId="3486515908" sldId="259"/>
            <ac:inkMk id="6" creationId="{7BC035CB-CECA-4451-5E54-73033F0A682D}"/>
          </ac:inkMkLst>
        </pc:inkChg>
        <pc:inkChg chg="add">
          <ac:chgData name="Rodica Ioana Lung" userId="64ee56e8d7162e1e" providerId="LiveId" clId="{0F6830A5-18AB-4F1B-8BBB-DA235794CEC1}" dt="2025-12-18T15:50:08.089" v="551" actId="9405"/>
          <ac:inkMkLst>
            <pc:docMk/>
            <pc:sldMk cId="3486515908" sldId="259"/>
            <ac:inkMk id="7" creationId="{DFF830CD-4983-3EA0-B06B-0E7710B2311C}"/>
          </ac:inkMkLst>
        </pc:inkChg>
        <pc:inkChg chg="add">
          <ac:chgData name="Rodica Ioana Lung" userId="64ee56e8d7162e1e" providerId="LiveId" clId="{0F6830A5-18AB-4F1B-8BBB-DA235794CEC1}" dt="2025-12-18T15:50:09.273" v="552" actId="9405"/>
          <ac:inkMkLst>
            <pc:docMk/>
            <pc:sldMk cId="3486515908" sldId="259"/>
            <ac:inkMk id="8" creationId="{A0B923ED-BD86-9154-78FC-940F76C8E359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9" creationId="{F3C5B326-DA09-87FA-57DF-BBA035BD1EF1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0" creationId="{8A1FE882-D636-F6F9-5070-CCFDEC4EEC49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2" creationId="{A21C48A2-D5E0-0F7A-DFE8-465DBE753737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3" creationId="{7161FAD6-F6A0-AFBF-4F57-B7CC69FDE09A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4" creationId="{6BDB98E0-2A94-7870-3148-13E18DEFF4FC}"/>
          </ac:inkMkLst>
        </pc:inkChg>
        <pc:inkChg chg="add mod">
          <ac:chgData name="Rodica Ioana Lung" userId="64ee56e8d7162e1e" providerId="LiveId" clId="{0F6830A5-18AB-4F1B-8BBB-DA235794CEC1}" dt="2025-12-18T15:53:40.770" v="617"/>
          <ac:inkMkLst>
            <pc:docMk/>
            <pc:sldMk cId="3486515908" sldId="259"/>
            <ac:inkMk id="16" creationId="{7E644512-218C-CB9C-7DAD-5C973A9E3D9F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8" creationId="{92FDDBCD-7A43-7726-AA40-99F927A44C2A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19" creationId="{9F17B298-B831-4D32-F206-6A60A67CD3AC}"/>
          </ac:inkMkLst>
        </pc:inkChg>
        <pc:inkChg chg="add">
          <ac:chgData name="Rodica Ioana Lung" userId="64ee56e8d7162e1e" providerId="LiveId" clId="{0F6830A5-18AB-4F1B-8BBB-DA235794CEC1}" dt="2025-12-18T15:53:43.332" v="620" actId="9405"/>
          <ac:inkMkLst>
            <pc:docMk/>
            <pc:sldMk cId="3486515908" sldId="259"/>
            <ac:inkMk id="20" creationId="{E4E63A8E-0DD9-F8A5-93D3-0FE0378055F2}"/>
          </ac:inkMkLst>
        </pc:inkChg>
        <pc:inkChg chg="add">
          <ac:chgData name="Rodica Ioana Lung" userId="64ee56e8d7162e1e" providerId="LiveId" clId="{0F6830A5-18AB-4F1B-8BBB-DA235794CEC1}" dt="2025-12-18T15:53:44.191" v="621" actId="9405"/>
          <ac:inkMkLst>
            <pc:docMk/>
            <pc:sldMk cId="3486515908" sldId="259"/>
            <ac:inkMk id="21" creationId="{A126F801-5DCF-120D-DA0C-E4E9B6313736}"/>
          </ac:inkMkLst>
        </pc:inkChg>
        <pc:inkChg chg="add mod">
          <ac:chgData name="Rodica Ioana Lung" userId="64ee56e8d7162e1e" providerId="LiveId" clId="{0F6830A5-18AB-4F1B-8BBB-DA235794CEC1}" dt="2025-12-18T15:53:45.213" v="623"/>
          <ac:inkMkLst>
            <pc:docMk/>
            <pc:sldMk cId="3486515908" sldId="259"/>
            <ac:inkMk id="22" creationId="{ED39BBB9-32A5-252F-52D9-9CCB98CFB5C4}"/>
          </ac:inkMkLst>
        </pc:inkChg>
        <pc:inkChg chg="add">
          <ac:chgData name="Rodica Ioana Lung" userId="64ee56e8d7162e1e" providerId="LiveId" clId="{0F6830A5-18AB-4F1B-8BBB-DA235794CEC1}" dt="2025-12-18T15:53:48.096" v="624" actId="9405"/>
          <ac:inkMkLst>
            <pc:docMk/>
            <pc:sldMk cId="3486515908" sldId="259"/>
            <ac:inkMk id="24" creationId="{0F0BF7F8-A210-18D3-D4BF-793F00B1D50B}"/>
          </ac:inkMkLst>
        </pc:inkChg>
      </pc:sldChg>
      <pc:sldChg chg="addSp modSp mod">
        <pc:chgData name="Rodica Ioana Lung" userId="64ee56e8d7162e1e" providerId="LiveId" clId="{0F6830A5-18AB-4F1B-8BBB-DA235794CEC1}" dt="2025-12-18T15:55:40.704" v="664"/>
        <pc:sldMkLst>
          <pc:docMk/>
          <pc:sldMk cId="1091478613" sldId="260"/>
        </pc:sldMkLst>
        <pc:grpChg chg="mod">
          <ac:chgData name="Rodica Ioana Lung" userId="64ee56e8d7162e1e" providerId="LiveId" clId="{0F6830A5-18AB-4F1B-8BBB-DA235794CEC1}" dt="2025-12-18T15:55:40.704" v="664"/>
          <ac:grpSpMkLst>
            <pc:docMk/>
            <pc:sldMk cId="1091478613" sldId="260"/>
            <ac:grpSpMk id="14" creationId="{43A63E20-F081-D196-A0BA-DC459C9B8AA0}"/>
          </ac:grpSpMkLst>
        </pc:grpChg>
        <pc:inkChg chg="add">
          <ac:chgData name="Rodica Ioana Lung" userId="64ee56e8d7162e1e" providerId="LiveId" clId="{0F6830A5-18AB-4F1B-8BBB-DA235794CEC1}" dt="2025-12-18T15:55:27.448" v="657" actId="9405"/>
          <ac:inkMkLst>
            <pc:docMk/>
            <pc:sldMk cId="1091478613" sldId="260"/>
            <ac:inkMk id="3" creationId="{E750C5D3-AAF0-43D1-E167-D9230526984E}"/>
          </ac:inkMkLst>
        </pc:inkChg>
        <pc:inkChg chg="add">
          <ac:chgData name="Rodica Ioana Lung" userId="64ee56e8d7162e1e" providerId="LiveId" clId="{0F6830A5-18AB-4F1B-8BBB-DA235794CEC1}" dt="2025-12-18T15:55:32.878" v="658" actId="9405"/>
          <ac:inkMkLst>
            <pc:docMk/>
            <pc:sldMk cId="1091478613" sldId="260"/>
            <ac:inkMk id="6" creationId="{9D4646E2-63D0-E66D-FFF3-123A1F1921CB}"/>
          </ac:inkMkLst>
        </pc:inkChg>
        <pc:inkChg chg="add">
          <ac:chgData name="Rodica Ioana Lung" userId="64ee56e8d7162e1e" providerId="LiveId" clId="{0F6830A5-18AB-4F1B-8BBB-DA235794CEC1}" dt="2025-12-18T15:55:33.432" v="659" actId="9405"/>
          <ac:inkMkLst>
            <pc:docMk/>
            <pc:sldMk cId="1091478613" sldId="260"/>
            <ac:inkMk id="9" creationId="{08C51F45-ABAC-E7DB-819A-921ABE336AD9}"/>
          </ac:inkMkLst>
        </pc:inkChg>
        <pc:inkChg chg="add">
          <ac:chgData name="Rodica Ioana Lung" userId="64ee56e8d7162e1e" providerId="LiveId" clId="{0F6830A5-18AB-4F1B-8BBB-DA235794CEC1}" dt="2025-12-18T15:55:33.652" v="660" actId="9405"/>
          <ac:inkMkLst>
            <pc:docMk/>
            <pc:sldMk cId="1091478613" sldId="260"/>
            <ac:inkMk id="10" creationId="{DFCD3989-0151-6099-9852-0DB8C9F2209A}"/>
          </ac:inkMkLst>
        </pc:inkChg>
        <pc:inkChg chg="add">
          <ac:chgData name="Rodica Ioana Lung" userId="64ee56e8d7162e1e" providerId="LiveId" clId="{0F6830A5-18AB-4F1B-8BBB-DA235794CEC1}" dt="2025-12-18T15:55:38.888" v="661" actId="9405"/>
          <ac:inkMkLst>
            <pc:docMk/>
            <pc:sldMk cId="1091478613" sldId="260"/>
            <ac:inkMk id="11" creationId="{D1574576-189C-EBBF-F235-912C78B4E9B8}"/>
          </ac:inkMkLst>
        </pc:inkChg>
        <pc:inkChg chg="add mod">
          <ac:chgData name="Rodica Ioana Lung" userId="64ee56e8d7162e1e" providerId="LiveId" clId="{0F6830A5-18AB-4F1B-8BBB-DA235794CEC1}" dt="2025-12-18T15:55:40.704" v="664"/>
          <ac:inkMkLst>
            <pc:docMk/>
            <pc:sldMk cId="1091478613" sldId="260"/>
            <ac:inkMk id="12" creationId="{8B7EBC0F-EB43-F632-617F-4724E8406240}"/>
          </ac:inkMkLst>
        </pc:inkChg>
        <pc:inkChg chg="add mod">
          <ac:chgData name="Rodica Ioana Lung" userId="64ee56e8d7162e1e" providerId="LiveId" clId="{0F6830A5-18AB-4F1B-8BBB-DA235794CEC1}" dt="2025-12-18T15:55:40.704" v="664"/>
          <ac:inkMkLst>
            <pc:docMk/>
            <pc:sldMk cId="1091478613" sldId="260"/>
            <ac:inkMk id="13" creationId="{EEE463F8-EAEE-E011-CAE7-726A6DFDCE01}"/>
          </ac:inkMkLst>
        </pc:inkChg>
      </pc:sldChg>
      <pc:sldChg chg="addSp modSp mod">
        <pc:chgData name="Rodica Ioana Lung" userId="64ee56e8d7162e1e" providerId="LiveId" clId="{0F6830A5-18AB-4F1B-8BBB-DA235794CEC1}" dt="2025-12-18T15:57:35.475" v="683" actId="9405"/>
        <pc:sldMkLst>
          <pc:docMk/>
          <pc:sldMk cId="3074762379" sldId="261"/>
        </pc:sldMkLst>
        <pc:grpChg chg="mod">
          <ac:chgData name="Rodica Ioana Lung" userId="64ee56e8d7162e1e" providerId="LiveId" clId="{0F6830A5-18AB-4F1B-8BBB-DA235794CEC1}" dt="2025-12-18T15:56:35.697" v="669"/>
          <ac:grpSpMkLst>
            <pc:docMk/>
            <pc:sldMk cId="3074762379" sldId="261"/>
            <ac:grpSpMk id="10" creationId="{9F0D871D-F54C-DA4A-8E3E-069A4D7671F6}"/>
          </ac:grpSpMkLst>
        </pc:grpChg>
        <pc:grpChg chg="mod">
          <ac:chgData name="Rodica Ioana Lung" userId="64ee56e8d7162e1e" providerId="LiveId" clId="{0F6830A5-18AB-4F1B-8BBB-DA235794CEC1}" dt="2025-12-18T15:57:05.561" v="674"/>
          <ac:grpSpMkLst>
            <pc:docMk/>
            <pc:sldMk cId="3074762379" sldId="261"/>
            <ac:grpSpMk id="17" creationId="{63CAF4FF-5ABC-6DF2-5350-79C7B97A8E30}"/>
          </ac:grpSpMkLst>
        </pc:grpChg>
        <pc:grpChg chg="mod">
          <ac:chgData name="Rodica Ioana Lung" userId="64ee56e8d7162e1e" providerId="LiveId" clId="{0F6830A5-18AB-4F1B-8BBB-DA235794CEC1}" dt="2025-12-18T15:57:19.179" v="680"/>
          <ac:grpSpMkLst>
            <pc:docMk/>
            <pc:sldMk cId="3074762379" sldId="261"/>
            <ac:grpSpMk id="23" creationId="{BFDCE40F-7658-4878-41C8-3CD178216291}"/>
          </ac:grpSpMkLst>
        </pc:grpChg>
        <pc:inkChg chg="add mod">
          <ac:chgData name="Rodica Ioana Lung" userId="64ee56e8d7162e1e" providerId="LiveId" clId="{0F6830A5-18AB-4F1B-8BBB-DA235794CEC1}" dt="2025-12-18T15:56:35.697" v="669"/>
          <ac:inkMkLst>
            <pc:docMk/>
            <pc:sldMk cId="3074762379" sldId="261"/>
            <ac:inkMk id="5" creationId="{D11EA56C-B14C-6889-87EA-6733475B9A0B}"/>
          </ac:inkMkLst>
        </pc:inkChg>
        <pc:inkChg chg="add mod">
          <ac:chgData name="Rodica Ioana Lung" userId="64ee56e8d7162e1e" providerId="LiveId" clId="{0F6830A5-18AB-4F1B-8BBB-DA235794CEC1}" dt="2025-12-18T15:56:35.697" v="669"/>
          <ac:inkMkLst>
            <pc:docMk/>
            <pc:sldMk cId="3074762379" sldId="261"/>
            <ac:inkMk id="6" creationId="{3F76B569-01ED-DA51-5787-44200C07F71F}"/>
          </ac:inkMkLst>
        </pc:inkChg>
        <pc:inkChg chg="add mod">
          <ac:chgData name="Rodica Ioana Lung" userId="64ee56e8d7162e1e" providerId="LiveId" clId="{0F6830A5-18AB-4F1B-8BBB-DA235794CEC1}" dt="2025-12-18T15:56:35.697" v="669"/>
          <ac:inkMkLst>
            <pc:docMk/>
            <pc:sldMk cId="3074762379" sldId="261"/>
            <ac:inkMk id="7" creationId="{E7CB0219-4B8A-7210-5370-C4CCDA840699}"/>
          </ac:inkMkLst>
        </pc:inkChg>
        <pc:inkChg chg="add mod">
          <ac:chgData name="Rodica Ioana Lung" userId="64ee56e8d7162e1e" providerId="LiveId" clId="{0F6830A5-18AB-4F1B-8BBB-DA235794CEC1}" dt="2025-12-18T15:56:35.697" v="669"/>
          <ac:inkMkLst>
            <pc:docMk/>
            <pc:sldMk cId="3074762379" sldId="261"/>
            <ac:inkMk id="8" creationId="{1A758728-8BFD-78BB-47D5-A748370B6068}"/>
          </ac:inkMkLst>
        </pc:inkChg>
        <pc:inkChg chg="add mod">
          <ac:chgData name="Rodica Ioana Lung" userId="64ee56e8d7162e1e" providerId="LiveId" clId="{0F6830A5-18AB-4F1B-8BBB-DA235794CEC1}" dt="2025-12-18T15:57:05.561" v="674"/>
          <ac:inkMkLst>
            <pc:docMk/>
            <pc:sldMk cId="3074762379" sldId="261"/>
            <ac:inkMk id="13" creationId="{881B2D59-0816-88C7-7935-E4ECAFB51793}"/>
          </ac:inkMkLst>
        </pc:inkChg>
        <pc:inkChg chg="add mod">
          <ac:chgData name="Rodica Ioana Lung" userId="64ee56e8d7162e1e" providerId="LiveId" clId="{0F6830A5-18AB-4F1B-8BBB-DA235794CEC1}" dt="2025-12-18T15:57:05.561" v="674"/>
          <ac:inkMkLst>
            <pc:docMk/>
            <pc:sldMk cId="3074762379" sldId="261"/>
            <ac:inkMk id="14" creationId="{21D67068-1E85-DB1A-AB75-C673C536AC62}"/>
          </ac:inkMkLst>
        </pc:inkChg>
        <pc:inkChg chg="add mod">
          <ac:chgData name="Rodica Ioana Lung" userId="64ee56e8d7162e1e" providerId="LiveId" clId="{0F6830A5-18AB-4F1B-8BBB-DA235794CEC1}" dt="2025-12-18T15:57:05.561" v="674"/>
          <ac:inkMkLst>
            <pc:docMk/>
            <pc:sldMk cId="3074762379" sldId="261"/>
            <ac:inkMk id="15" creationId="{39DD4B9D-CF54-6645-074A-76FBA3699D6B}"/>
          </ac:inkMkLst>
        </pc:inkChg>
        <pc:inkChg chg="add mod">
          <ac:chgData name="Rodica Ioana Lung" userId="64ee56e8d7162e1e" providerId="LiveId" clId="{0F6830A5-18AB-4F1B-8BBB-DA235794CEC1}" dt="2025-12-18T15:57:05.561" v="674"/>
          <ac:inkMkLst>
            <pc:docMk/>
            <pc:sldMk cId="3074762379" sldId="261"/>
            <ac:inkMk id="16" creationId="{7BB7F2EB-15B9-CB2B-FF3E-65F7267CD890}"/>
          </ac:inkMkLst>
        </pc:inkChg>
        <pc:inkChg chg="add">
          <ac:chgData name="Rodica Ioana Lung" userId="64ee56e8d7162e1e" providerId="LiveId" clId="{0F6830A5-18AB-4F1B-8BBB-DA235794CEC1}" dt="2025-12-18T15:57:08.807" v="675" actId="9405"/>
          <ac:inkMkLst>
            <pc:docMk/>
            <pc:sldMk cId="3074762379" sldId="261"/>
            <ac:inkMk id="18" creationId="{DFD62186-128A-FDE1-9FDD-B010DF3CEF5E}"/>
          </ac:inkMkLst>
        </pc:inkChg>
        <pc:inkChg chg="add">
          <ac:chgData name="Rodica Ioana Lung" userId="64ee56e8d7162e1e" providerId="LiveId" clId="{0F6830A5-18AB-4F1B-8BBB-DA235794CEC1}" dt="2025-12-18T15:57:16.018" v="676" actId="9405"/>
          <ac:inkMkLst>
            <pc:docMk/>
            <pc:sldMk cId="3074762379" sldId="261"/>
            <ac:inkMk id="19" creationId="{A9E6ACA6-5828-FD77-839D-2409E7DFAD0A}"/>
          </ac:inkMkLst>
        </pc:inkChg>
        <pc:inkChg chg="add mod">
          <ac:chgData name="Rodica Ioana Lung" userId="64ee56e8d7162e1e" providerId="LiveId" clId="{0F6830A5-18AB-4F1B-8BBB-DA235794CEC1}" dt="2025-12-18T15:57:19.179" v="680"/>
          <ac:inkMkLst>
            <pc:docMk/>
            <pc:sldMk cId="3074762379" sldId="261"/>
            <ac:inkMk id="20" creationId="{E49918FA-8B95-05FF-3EF8-013E04908959}"/>
          </ac:inkMkLst>
        </pc:inkChg>
        <pc:inkChg chg="add">
          <ac:chgData name="Rodica Ioana Lung" userId="64ee56e8d7162e1e" providerId="LiveId" clId="{0F6830A5-18AB-4F1B-8BBB-DA235794CEC1}" dt="2025-12-18T15:57:18.353" v="678" actId="9405"/>
          <ac:inkMkLst>
            <pc:docMk/>
            <pc:sldMk cId="3074762379" sldId="261"/>
            <ac:inkMk id="21" creationId="{F4D124B3-F2D8-E260-E997-39CD0D380AE1}"/>
          </ac:inkMkLst>
        </pc:inkChg>
        <pc:inkChg chg="add mod">
          <ac:chgData name="Rodica Ioana Lung" userId="64ee56e8d7162e1e" providerId="LiveId" clId="{0F6830A5-18AB-4F1B-8BBB-DA235794CEC1}" dt="2025-12-18T15:57:19.179" v="680"/>
          <ac:inkMkLst>
            <pc:docMk/>
            <pc:sldMk cId="3074762379" sldId="261"/>
            <ac:inkMk id="22" creationId="{46D9BD45-3BB3-5194-E8A5-02AE6E39326D}"/>
          </ac:inkMkLst>
        </pc:inkChg>
        <pc:inkChg chg="add">
          <ac:chgData name="Rodica Ioana Lung" userId="64ee56e8d7162e1e" providerId="LiveId" clId="{0F6830A5-18AB-4F1B-8BBB-DA235794CEC1}" dt="2025-12-18T15:57:21.444" v="681" actId="9405"/>
          <ac:inkMkLst>
            <pc:docMk/>
            <pc:sldMk cId="3074762379" sldId="261"/>
            <ac:inkMk id="24" creationId="{0F9E2FEF-A6B0-D52E-359D-253CFD767F79}"/>
          </ac:inkMkLst>
        </pc:inkChg>
        <pc:inkChg chg="add">
          <ac:chgData name="Rodica Ioana Lung" userId="64ee56e8d7162e1e" providerId="LiveId" clId="{0F6830A5-18AB-4F1B-8BBB-DA235794CEC1}" dt="2025-12-18T15:57:22.546" v="682" actId="9405"/>
          <ac:inkMkLst>
            <pc:docMk/>
            <pc:sldMk cId="3074762379" sldId="261"/>
            <ac:inkMk id="25" creationId="{D8C1FE20-0268-333D-8CD8-A211CDA0113D}"/>
          </ac:inkMkLst>
        </pc:inkChg>
        <pc:inkChg chg="add">
          <ac:chgData name="Rodica Ioana Lung" userId="64ee56e8d7162e1e" providerId="LiveId" clId="{0F6830A5-18AB-4F1B-8BBB-DA235794CEC1}" dt="2025-12-18T15:57:35.475" v="683" actId="9405"/>
          <ac:inkMkLst>
            <pc:docMk/>
            <pc:sldMk cId="3074762379" sldId="261"/>
            <ac:inkMk id="26" creationId="{87235721-2C31-54E9-1A27-4AE22A6A52A6}"/>
          </ac:inkMkLst>
        </pc:inkChg>
      </pc:sldChg>
      <pc:sldChg chg="addSp delSp modSp mod">
        <pc:chgData name="Rodica Ioana Lung" userId="64ee56e8d7162e1e" providerId="LiveId" clId="{0F6830A5-18AB-4F1B-8BBB-DA235794CEC1}" dt="2025-12-18T15:48:19.204" v="549"/>
        <pc:sldMkLst>
          <pc:docMk/>
          <pc:sldMk cId="26387615" sldId="266"/>
        </pc:sldMkLst>
        <pc:grpChg chg="del mod">
          <ac:chgData name="Rodica Ioana Lung" userId="64ee56e8d7162e1e" providerId="LiveId" clId="{0F6830A5-18AB-4F1B-8BBB-DA235794CEC1}" dt="2025-12-18T15:41:38.325" v="376"/>
          <ac:grpSpMkLst>
            <pc:docMk/>
            <pc:sldMk cId="26387615" sldId="266"/>
            <ac:grpSpMk id="9" creationId="{8D66C1D5-AA02-3F41-89D3-47BAA90C13EC}"/>
          </ac:grpSpMkLst>
        </pc:grpChg>
        <pc:grpChg chg="mod">
          <ac:chgData name="Rodica Ioana Lung" userId="64ee56e8d7162e1e" providerId="LiveId" clId="{0F6830A5-18AB-4F1B-8BBB-DA235794CEC1}" dt="2025-12-18T15:41:38.325" v="376"/>
          <ac:grpSpMkLst>
            <pc:docMk/>
            <pc:sldMk cId="26387615" sldId="266"/>
            <ac:grpSpMk id="11" creationId="{9A01FC0C-4B8F-9EF7-14CA-9BBCE2A007D5}"/>
          </ac:grpSpMkLst>
        </pc:grpChg>
        <pc:grpChg chg="del mod">
          <ac:chgData name="Rodica Ioana Lung" userId="64ee56e8d7162e1e" providerId="LiveId" clId="{0F6830A5-18AB-4F1B-8BBB-DA235794CEC1}" dt="2025-12-18T15:42:10.609" v="390"/>
          <ac:grpSpMkLst>
            <pc:docMk/>
            <pc:sldMk cId="26387615" sldId="266"/>
            <ac:grpSpMk id="15" creationId="{752E9521-B41D-70D3-F395-9BF16CCD9968}"/>
          </ac:grpSpMkLst>
        </pc:grpChg>
        <pc:grpChg chg="mod">
          <ac:chgData name="Rodica Ioana Lung" userId="64ee56e8d7162e1e" providerId="LiveId" clId="{0F6830A5-18AB-4F1B-8BBB-DA235794CEC1}" dt="2025-12-18T15:42:08.543" v="385"/>
          <ac:grpSpMkLst>
            <pc:docMk/>
            <pc:sldMk cId="26387615" sldId="266"/>
            <ac:grpSpMk id="20" creationId="{413F9E8D-A1DE-85A6-B1E9-C1FA266C4B64}"/>
          </ac:grpSpMkLst>
        </pc:grpChg>
        <pc:grpChg chg="del mod">
          <ac:chgData name="Rodica Ioana Lung" userId="64ee56e8d7162e1e" providerId="LiveId" clId="{0F6830A5-18AB-4F1B-8BBB-DA235794CEC1}" dt="2025-12-18T15:42:14.997" v="394"/>
          <ac:grpSpMkLst>
            <pc:docMk/>
            <pc:sldMk cId="26387615" sldId="266"/>
            <ac:grpSpMk id="25" creationId="{779B14D8-27DE-E526-C9F5-15179E1F202A}"/>
          </ac:grpSpMkLst>
        </pc:grpChg>
        <pc:grpChg chg="mod">
          <ac:chgData name="Rodica Ioana Lung" userId="64ee56e8d7162e1e" providerId="LiveId" clId="{0F6830A5-18AB-4F1B-8BBB-DA235794CEC1}" dt="2025-12-18T15:42:14.997" v="394"/>
          <ac:grpSpMkLst>
            <pc:docMk/>
            <pc:sldMk cId="26387615" sldId="266"/>
            <ac:grpSpMk id="29" creationId="{ADA736D2-E51A-FC82-E41A-1FD99DE3338A}"/>
          </ac:grpSpMkLst>
        </pc:grpChg>
        <pc:grpChg chg="mod">
          <ac:chgData name="Rodica Ioana Lung" userId="64ee56e8d7162e1e" providerId="LiveId" clId="{0F6830A5-18AB-4F1B-8BBB-DA235794CEC1}" dt="2025-12-18T15:42:24.434" v="406"/>
          <ac:grpSpMkLst>
            <pc:docMk/>
            <pc:sldMk cId="26387615" sldId="266"/>
            <ac:grpSpMk id="41" creationId="{74F5EC7E-A950-ECD3-59F3-0EFABA72A55B}"/>
          </ac:grpSpMkLst>
        </pc:grpChg>
        <pc:grpChg chg="mod">
          <ac:chgData name="Rodica Ioana Lung" userId="64ee56e8d7162e1e" providerId="LiveId" clId="{0F6830A5-18AB-4F1B-8BBB-DA235794CEC1}" dt="2025-12-18T15:42:24.434" v="406"/>
          <ac:grpSpMkLst>
            <pc:docMk/>
            <pc:sldMk cId="26387615" sldId="266"/>
            <ac:grpSpMk id="42" creationId="{77AE987D-F57E-6756-3F96-16CD1ED30425}"/>
          </ac:grpSpMkLst>
        </pc:grpChg>
        <pc:grpChg chg="mod">
          <ac:chgData name="Rodica Ioana Lung" userId="64ee56e8d7162e1e" providerId="LiveId" clId="{0F6830A5-18AB-4F1B-8BBB-DA235794CEC1}" dt="2025-12-18T15:42:46.846" v="414"/>
          <ac:grpSpMkLst>
            <pc:docMk/>
            <pc:sldMk cId="26387615" sldId="266"/>
            <ac:grpSpMk id="50" creationId="{B6FD52EF-EAB3-6594-008F-55CEA26C28A0}"/>
          </ac:grpSpMkLst>
        </pc:grpChg>
        <pc:grpChg chg="del mod">
          <ac:chgData name="Rodica Ioana Lung" userId="64ee56e8d7162e1e" providerId="LiveId" clId="{0F6830A5-18AB-4F1B-8BBB-DA235794CEC1}" dt="2025-12-18T15:45:35.250" v="512"/>
          <ac:grpSpMkLst>
            <pc:docMk/>
            <pc:sldMk cId="26387615" sldId="266"/>
            <ac:grpSpMk id="51" creationId="{D4424402-11CB-370C-C092-2F18139B6949}"/>
          </ac:grpSpMkLst>
        </pc:grpChg>
        <pc:grpChg chg="mod">
          <ac:chgData name="Rodica Ioana Lung" userId="64ee56e8d7162e1e" providerId="LiveId" clId="{0F6830A5-18AB-4F1B-8BBB-DA235794CEC1}" dt="2025-12-18T15:45:35.250" v="512"/>
          <ac:grpSpMkLst>
            <pc:docMk/>
            <pc:sldMk cId="26387615" sldId="266"/>
            <ac:grpSpMk id="65" creationId="{1364739F-810A-725F-BE93-1A0E9559D8B0}"/>
          </ac:grpSpMkLst>
        </pc:grpChg>
        <pc:grpChg chg="del mod">
          <ac:chgData name="Rodica Ioana Lung" userId="64ee56e8d7162e1e" providerId="LiveId" clId="{0F6830A5-18AB-4F1B-8BBB-DA235794CEC1}" dt="2025-12-18T15:48:14.198" v="547"/>
          <ac:grpSpMkLst>
            <pc:docMk/>
            <pc:sldMk cId="26387615" sldId="266"/>
            <ac:grpSpMk id="69" creationId="{18FDDD80-8666-B62B-DEA4-2EB2166D5183}"/>
          </ac:grpSpMkLst>
        </pc:grpChg>
        <pc:grpChg chg="del mod">
          <ac:chgData name="Rodica Ioana Lung" userId="64ee56e8d7162e1e" providerId="LiveId" clId="{0F6830A5-18AB-4F1B-8BBB-DA235794CEC1}" dt="2025-12-18T15:48:19.204" v="549"/>
          <ac:grpSpMkLst>
            <pc:docMk/>
            <pc:sldMk cId="26387615" sldId="266"/>
            <ac:grpSpMk id="76" creationId="{0BCF77A0-5A87-EF9F-C197-F5DAB7B905EF}"/>
          </ac:grpSpMkLst>
        </pc:grpChg>
        <pc:grpChg chg="mod">
          <ac:chgData name="Rodica Ioana Lung" userId="64ee56e8d7162e1e" providerId="LiveId" clId="{0F6830A5-18AB-4F1B-8BBB-DA235794CEC1}" dt="2025-12-18T15:48:19.204" v="549"/>
          <ac:grpSpMkLst>
            <pc:docMk/>
            <pc:sldMk cId="26387615" sldId="266"/>
            <ac:grpSpMk id="78" creationId="{E7D846C9-76D5-A7FC-64AD-D04BE81D111E}"/>
          </ac:grpSpMkLst>
        </pc:grpChg>
        <pc:inkChg chg="add">
          <ac:chgData name="Rodica Ioana Lung" userId="64ee56e8d7162e1e" providerId="LiveId" clId="{0F6830A5-18AB-4F1B-8BBB-DA235794CEC1}" dt="2025-12-18T15:41:25.941" v="371" actId="9405"/>
          <ac:inkMkLst>
            <pc:docMk/>
            <pc:sldMk cId="26387615" sldId="266"/>
            <ac:inkMk id="5" creationId="{0C5222E7-9150-359D-7FE3-31914AE06653}"/>
          </ac:inkMkLst>
        </pc:inkChg>
        <pc:inkChg chg="add mod">
          <ac:chgData name="Rodica Ioana Lung" userId="64ee56e8d7162e1e" providerId="LiveId" clId="{0F6830A5-18AB-4F1B-8BBB-DA235794CEC1}" dt="2025-12-18T15:41:38.325" v="376"/>
          <ac:inkMkLst>
            <pc:docMk/>
            <pc:sldMk cId="26387615" sldId="266"/>
            <ac:inkMk id="7" creationId="{6946842C-D830-5AE1-DF7B-99482F6EAB26}"/>
          </ac:inkMkLst>
        </pc:inkChg>
        <pc:inkChg chg="add mod">
          <ac:chgData name="Rodica Ioana Lung" userId="64ee56e8d7162e1e" providerId="LiveId" clId="{0F6830A5-18AB-4F1B-8BBB-DA235794CEC1}" dt="2025-12-18T15:41:38.325" v="376"/>
          <ac:inkMkLst>
            <pc:docMk/>
            <pc:sldMk cId="26387615" sldId="266"/>
            <ac:inkMk id="8" creationId="{8F7065EB-6273-CB35-1618-8F6E7D3ADD7D}"/>
          </ac:inkMkLst>
        </pc:inkChg>
        <pc:inkChg chg="add mod">
          <ac:chgData name="Rodica Ioana Lung" userId="64ee56e8d7162e1e" providerId="LiveId" clId="{0F6830A5-18AB-4F1B-8BBB-DA235794CEC1}" dt="2025-12-18T15:41:38.325" v="376"/>
          <ac:inkMkLst>
            <pc:docMk/>
            <pc:sldMk cId="26387615" sldId="266"/>
            <ac:inkMk id="10" creationId="{6952D65C-E5D1-58EE-9B1A-FF7FE937C31B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12" creationId="{105D0FA6-1460-B7D7-DD78-61132991B7B0}"/>
          </ac:inkMkLst>
        </pc:inkChg>
        <pc:inkChg chg="add mod">
          <ac:chgData name="Rodica Ioana Lung" userId="64ee56e8d7162e1e" providerId="LiveId" clId="{0F6830A5-18AB-4F1B-8BBB-DA235794CEC1}" dt="2025-12-18T15:42:10.609" v="390"/>
          <ac:inkMkLst>
            <pc:docMk/>
            <pc:sldMk cId="26387615" sldId="266"/>
            <ac:inkMk id="13" creationId="{B8049482-6EF5-D60D-9993-29B1A82C9BDF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14" creationId="{66B66109-709B-8B3D-5F01-20725C2181C8}"/>
          </ac:inkMkLst>
        </pc:inkChg>
        <pc:inkChg chg="add mod">
          <ac:chgData name="Rodica Ioana Lung" userId="64ee56e8d7162e1e" providerId="LiveId" clId="{0F6830A5-18AB-4F1B-8BBB-DA235794CEC1}" dt="2025-12-18T15:42:08.543" v="385"/>
          <ac:inkMkLst>
            <pc:docMk/>
            <pc:sldMk cId="26387615" sldId="266"/>
            <ac:inkMk id="16" creationId="{60035240-690B-3D25-6732-B26AD775BBB0}"/>
          </ac:inkMkLst>
        </pc:inkChg>
        <pc:inkChg chg="add mod">
          <ac:chgData name="Rodica Ioana Lung" userId="64ee56e8d7162e1e" providerId="LiveId" clId="{0F6830A5-18AB-4F1B-8BBB-DA235794CEC1}" dt="2025-12-18T15:42:08.543" v="385"/>
          <ac:inkMkLst>
            <pc:docMk/>
            <pc:sldMk cId="26387615" sldId="266"/>
            <ac:inkMk id="17" creationId="{C8A32B74-DDE7-8B6D-2624-5FA2E70575E8}"/>
          </ac:inkMkLst>
        </pc:inkChg>
        <pc:inkChg chg="add mod">
          <ac:chgData name="Rodica Ioana Lung" userId="64ee56e8d7162e1e" providerId="LiveId" clId="{0F6830A5-18AB-4F1B-8BBB-DA235794CEC1}" dt="2025-12-18T15:42:08.543" v="385"/>
          <ac:inkMkLst>
            <pc:docMk/>
            <pc:sldMk cId="26387615" sldId="266"/>
            <ac:inkMk id="18" creationId="{E1364762-E88A-981B-929D-93992808D753}"/>
          </ac:inkMkLst>
        </pc:inkChg>
        <pc:inkChg chg="add mod">
          <ac:chgData name="Rodica Ioana Lung" userId="64ee56e8d7162e1e" providerId="LiveId" clId="{0F6830A5-18AB-4F1B-8BBB-DA235794CEC1}" dt="2025-12-18T15:42:08.543" v="385"/>
          <ac:inkMkLst>
            <pc:docMk/>
            <pc:sldMk cId="26387615" sldId="266"/>
            <ac:inkMk id="19" creationId="{5486DEBB-384E-ED7B-5031-E3835B3DAA28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1" creationId="{20A54DDA-3A93-DAA9-4B37-58EAA865BDB3}"/>
          </ac:inkMkLst>
        </pc:inkChg>
        <pc:inkChg chg="add mod">
          <ac:chgData name="Rodica Ioana Lung" userId="64ee56e8d7162e1e" providerId="LiveId" clId="{0F6830A5-18AB-4F1B-8BBB-DA235794CEC1}" dt="2025-12-18T15:42:10.609" v="390"/>
          <ac:inkMkLst>
            <pc:docMk/>
            <pc:sldMk cId="26387615" sldId="266"/>
            <ac:inkMk id="22" creationId="{0E519338-ACCF-745E-7585-89F47411A6C9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3" creationId="{949F1AC1-E4B5-07F9-4151-5DBA7DF7E715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4" creationId="{81FB43F8-C3C4-7A95-F969-0BF7B8D8E676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6" creationId="{15FC96EF-EA21-9F03-586E-CF1ACE5837EB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7" creationId="{730B4AD0-7CA5-8A59-5334-48D9561CA2E8}"/>
          </ac:inkMkLst>
        </pc:inkChg>
        <pc:inkChg chg="add mod">
          <ac:chgData name="Rodica Ioana Lung" userId="64ee56e8d7162e1e" providerId="LiveId" clId="{0F6830A5-18AB-4F1B-8BBB-DA235794CEC1}" dt="2025-12-18T15:42:14.997" v="394"/>
          <ac:inkMkLst>
            <pc:docMk/>
            <pc:sldMk cId="26387615" sldId="266"/>
            <ac:inkMk id="28" creationId="{978C2F99-9D62-0474-CACD-FB34A2BE67FC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0" creationId="{BE6858E4-CC49-FDE9-B284-30A022F772DD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1" creationId="{49D18B6E-9C41-D12A-5A64-2CC29931CA25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2" creationId="{DA0DD8EC-6D7B-1F61-96AE-F7F05CFE3354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3" creationId="{CEFCF46E-CACB-AF66-5C38-553707C7F5AA}"/>
          </ac:inkMkLst>
        </pc:inkChg>
        <pc:inkChg chg="add">
          <ac:chgData name="Rodica Ioana Lung" userId="64ee56e8d7162e1e" providerId="LiveId" clId="{0F6830A5-18AB-4F1B-8BBB-DA235794CEC1}" dt="2025-12-18T15:42:21.524" v="399" actId="9405"/>
          <ac:inkMkLst>
            <pc:docMk/>
            <pc:sldMk cId="26387615" sldId="266"/>
            <ac:inkMk id="34" creationId="{3A25AD50-E917-46BC-7B6A-F04ACF1FC941}"/>
          </ac:inkMkLst>
        </pc:inkChg>
        <pc:inkChg chg="add">
          <ac:chgData name="Rodica Ioana Lung" userId="64ee56e8d7162e1e" providerId="LiveId" clId="{0F6830A5-18AB-4F1B-8BBB-DA235794CEC1}" dt="2025-12-18T15:42:22.143" v="400" actId="9405"/>
          <ac:inkMkLst>
            <pc:docMk/>
            <pc:sldMk cId="26387615" sldId="266"/>
            <ac:inkMk id="35" creationId="{AD70A8A1-86F3-E3FB-6880-D2AAC69AD4E2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6" creationId="{064B337F-E6A2-1742-64B8-9933A05A94EA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7" creationId="{D1418085-0D8C-7B50-7D9B-14B67DEFFE5B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8" creationId="{304EF7F3-846E-9B1B-064F-8156AD53DFD1}"/>
          </ac:inkMkLst>
        </pc:inkChg>
        <pc:inkChg chg="add mod">
          <ac:chgData name="Rodica Ioana Lung" userId="64ee56e8d7162e1e" providerId="LiveId" clId="{0F6830A5-18AB-4F1B-8BBB-DA235794CEC1}" dt="2025-12-18T15:42:24.434" v="406"/>
          <ac:inkMkLst>
            <pc:docMk/>
            <pc:sldMk cId="26387615" sldId="266"/>
            <ac:inkMk id="39" creationId="{4F3FE229-43F2-4B21-3C1B-F5F086B6F783}"/>
          </ac:inkMkLst>
        </pc:inkChg>
        <pc:inkChg chg="add">
          <ac:chgData name="Rodica Ioana Lung" userId="64ee56e8d7162e1e" providerId="LiveId" clId="{0F6830A5-18AB-4F1B-8BBB-DA235794CEC1}" dt="2025-12-18T15:42:23.662" v="405" actId="9405"/>
          <ac:inkMkLst>
            <pc:docMk/>
            <pc:sldMk cId="26387615" sldId="266"/>
            <ac:inkMk id="40" creationId="{6E43507E-2F56-F64F-7B81-3938D21EEAA3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43" creationId="{0B68521E-5BC3-8442-DD07-0ECC91472C57}"/>
          </ac:inkMkLst>
        </pc:inkChg>
        <pc:inkChg chg="add mod">
          <ac:chgData name="Rodica Ioana Lung" userId="64ee56e8d7162e1e" providerId="LiveId" clId="{0F6830A5-18AB-4F1B-8BBB-DA235794CEC1}" dt="2025-12-18T15:42:46.846" v="414"/>
          <ac:inkMkLst>
            <pc:docMk/>
            <pc:sldMk cId="26387615" sldId="266"/>
            <ac:inkMk id="44" creationId="{12364FCE-F75E-FD2B-334D-C560440BE3E7}"/>
          </ac:inkMkLst>
        </pc:inkChg>
        <pc:inkChg chg="add">
          <ac:chgData name="Rodica Ioana Lung" userId="64ee56e8d7162e1e" providerId="LiveId" clId="{0F6830A5-18AB-4F1B-8BBB-DA235794CEC1}" dt="2025-12-18T15:42:44.323" v="409" actId="9405"/>
          <ac:inkMkLst>
            <pc:docMk/>
            <pc:sldMk cId="26387615" sldId="266"/>
            <ac:inkMk id="45" creationId="{C6D870EC-2681-EFFE-15EA-3F6A62EC1EC6}"/>
          </ac:inkMkLst>
        </pc:inkChg>
        <pc:inkChg chg="add mod">
          <ac:chgData name="Rodica Ioana Lung" userId="64ee56e8d7162e1e" providerId="LiveId" clId="{0F6830A5-18AB-4F1B-8BBB-DA235794CEC1}" dt="2025-12-18T15:42:46.846" v="414"/>
          <ac:inkMkLst>
            <pc:docMk/>
            <pc:sldMk cId="26387615" sldId="266"/>
            <ac:inkMk id="46" creationId="{B4D6215F-3CBF-2572-A949-BF587EAC13BF}"/>
          </ac:inkMkLst>
        </pc:inkChg>
        <pc:inkChg chg="add mod">
          <ac:chgData name="Rodica Ioana Lung" userId="64ee56e8d7162e1e" providerId="LiveId" clId="{0F6830A5-18AB-4F1B-8BBB-DA235794CEC1}" dt="2025-12-18T15:42:46.846" v="414"/>
          <ac:inkMkLst>
            <pc:docMk/>
            <pc:sldMk cId="26387615" sldId="266"/>
            <ac:inkMk id="47" creationId="{B26AFBD3-BFCB-A32E-93CD-590509F0705E}"/>
          </ac:inkMkLst>
        </pc:inkChg>
        <pc:inkChg chg="add mod">
          <ac:chgData name="Rodica Ioana Lung" userId="64ee56e8d7162e1e" providerId="LiveId" clId="{0F6830A5-18AB-4F1B-8BBB-DA235794CEC1}" dt="2025-12-18T15:42:46.846" v="414"/>
          <ac:inkMkLst>
            <pc:docMk/>
            <pc:sldMk cId="26387615" sldId="266"/>
            <ac:inkMk id="48" creationId="{0EE78432-AA5D-7778-E75F-854B458198BD}"/>
          </ac:inkMkLst>
        </pc:inkChg>
        <pc:inkChg chg="add">
          <ac:chgData name="Rodica Ioana Lung" userId="64ee56e8d7162e1e" providerId="LiveId" clId="{0F6830A5-18AB-4F1B-8BBB-DA235794CEC1}" dt="2025-12-18T15:42:46.214" v="413" actId="9405"/>
          <ac:inkMkLst>
            <pc:docMk/>
            <pc:sldMk cId="26387615" sldId="266"/>
            <ac:inkMk id="49" creationId="{691D74DA-78A4-78E7-CFEF-EAB0983544A1}"/>
          </ac:inkMkLst>
        </pc:inkChg>
        <pc:inkChg chg="add">
          <ac:chgData name="Rodica Ioana Lung" userId="64ee56e8d7162e1e" providerId="LiveId" clId="{0F6830A5-18AB-4F1B-8BBB-DA235794CEC1}" dt="2025-12-18T15:45:25.635" v="499" actId="9405"/>
          <ac:inkMkLst>
            <pc:docMk/>
            <pc:sldMk cId="26387615" sldId="266"/>
            <ac:inkMk id="52" creationId="{1AD50ED4-9D02-5C94-8F44-422CAA9FD626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53" creationId="{681A736B-6C40-B14A-1A3B-66BB9103110E}"/>
          </ac:inkMkLst>
        </pc:inkChg>
        <pc:inkChg chg="add">
          <ac:chgData name="Rodica Ioana Lung" userId="64ee56e8d7162e1e" providerId="LiveId" clId="{0F6830A5-18AB-4F1B-8BBB-DA235794CEC1}" dt="2025-12-18T15:45:29.192" v="501" actId="9405"/>
          <ac:inkMkLst>
            <pc:docMk/>
            <pc:sldMk cId="26387615" sldId="266"/>
            <ac:inkMk id="54" creationId="{0B7395C9-1AE2-C6EA-C57A-BAEB20091098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55" creationId="{1C6C5643-4012-EBA4-F7A6-44BDF6EDAB34}"/>
          </ac:inkMkLst>
        </pc:inkChg>
        <pc:inkChg chg="add">
          <ac:chgData name="Rodica Ioana Lung" userId="64ee56e8d7162e1e" providerId="LiveId" clId="{0F6830A5-18AB-4F1B-8BBB-DA235794CEC1}" dt="2025-12-18T15:45:30.465" v="503" actId="9405"/>
          <ac:inkMkLst>
            <pc:docMk/>
            <pc:sldMk cId="26387615" sldId="266"/>
            <ac:inkMk id="56" creationId="{3A03FCF3-824A-06B5-BEA7-BEB32A5704A0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57" creationId="{B35D3FE9-1B1F-E12D-EBD3-1E387CB99031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58" creationId="{9A13E028-22AB-35DE-82EE-7C491889A12F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59" creationId="{630F2DC5-8AA2-6C99-02BD-E8E1634F2200}"/>
          </ac:inkMkLst>
        </pc:inkChg>
        <pc:inkChg chg="add">
          <ac:chgData name="Rodica Ioana Lung" userId="64ee56e8d7162e1e" providerId="LiveId" clId="{0F6830A5-18AB-4F1B-8BBB-DA235794CEC1}" dt="2025-12-18T15:45:33.402" v="507" actId="9405"/>
          <ac:inkMkLst>
            <pc:docMk/>
            <pc:sldMk cId="26387615" sldId="266"/>
            <ac:inkMk id="60" creationId="{13D1D67B-D569-7353-34F1-E7973F85704C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61" creationId="{EF88EEAF-EFCD-FC61-4E24-C63943BB1E8B}"/>
          </ac:inkMkLst>
        </pc:inkChg>
        <pc:inkChg chg="add">
          <ac:chgData name="Rodica Ioana Lung" userId="64ee56e8d7162e1e" providerId="LiveId" clId="{0F6830A5-18AB-4F1B-8BBB-DA235794CEC1}" dt="2025-12-18T15:45:33.852" v="509" actId="9405"/>
          <ac:inkMkLst>
            <pc:docMk/>
            <pc:sldMk cId="26387615" sldId="266"/>
            <ac:inkMk id="62" creationId="{C3C76ED0-CD24-F640-A42C-EE1E6D42EEE9}"/>
          </ac:inkMkLst>
        </pc:inkChg>
        <pc:inkChg chg="add">
          <ac:chgData name="Rodica Ioana Lung" userId="64ee56e8d7162e1e" providerId="LiveId" clId="{0F6830A5-18AB-4F1B-8BBB-DA235794CEC1}" dt="2025-12-18T15:45:34.133" v="510" actId="9405"/>
          <ac:inkMkLst>
            <pc:docMk/>
            <pc:sldMk cId="26387615" sldId="266"/>
            <ac:inkMk id="63" creationId="{3D93686C-FA07-31DC-1B5F-08A6185F8DD8}"/>
          </ac:inkMkLst>
        </pc:inkChg>
        <pc:inkChg chg="add mod">
          <ac:chgData name="Rodica Ioana Lung" userId="64ee56e8d7162e1e" providerId="LiveId" clId="{0F6830A5-18AB-4F1B-8BBB-DA235794CEC1}" dt="2025-12-18T15:45:35.250" v="512"/>
          <ac:inkMkLst>
            <pc:docMk/>
            <pc:sldMk cId="26387615" sldId="266"/>
            <ac:inkMk id="64" creationId="{1DA5F6D6-828E-7857-801C-BD79BEEB183A}"/>
          </ac:inkMkLst>
        </pc:inkChg>
        <pc:inkChg chg="add">
          <ac:chgData name="Rodica Ioana Lung" userId="64ee56e8d7162e1e" providerId="LiveId" clId="{0F6830A5-18AB-4F1B-8BBB-DA235794CEC1}" dt="2025-12-18T15:47:45.733" v="537" actId="9405"/>
          <ac:inkMkLst>
            <pc:docMk/>
            <pc:sldMk cId="26387615" sldId="266"/>
            <ac:inkMk id="66" creationId="{96320F57-3088-072E-565E-3E53C505F552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67" creationId="{FB1F28ED-0D32-946E-1EA1-12D9FF0FAAD5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68" creationId="{2CED3AA8-1317-8D7E-8930-4EF4C40C0EEF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0" creationId="{6F0CEE0B-27D2-5916-E551-AD2EF61BB71A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1" creationId="{5027E719-8304-9795-FF2E-2DCBF34880AE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2" creationId="{72ACF55B-CDA0-8119-3691-CA8494048779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3" creationId="{CB113EEE-A405-0B75-21C1-8AF8E9BA22A2}"/>
          </ac:inkMkLst>
        </pc:inkChg>
        <pc:inkChg chg="add mod">
          <ac:chgData name="Rodica Ioana Lung" userId="64ee56e8d7162e1e" providerId="LiveId" clId="{0F6830A5-18AB-4F1B-8BBB-DA235794CEC1}" dt="2025-12-18T15:48:14.198" v="547"/>
          <ac:inkMkLst>
            <pc:docMk/>
            <pc:sldMk cId="26387615" sldId="266"/>
            <ac:inkMk id="74" creationId="{3B569C8E-14A6-4C97-4419-1AF75E5F64B1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5" creationId="{E08E992C-12F7-7B37-13B7-A65370F7BB65}"/>
          </ac:inkMkLst>
        </pc:inkChg>
        <pc:inkChg chg="add mod">
          <ac:chgData name="Rodica Ioana Lung" userId="64ee56e8d7162e1e" providerId="LiveId" clId="{0F6830A5-18AB-4F1B-8BBB-DA235794CEC1}" dt="2025-12-18T15:48:19.204" v="549"/>
          <ac:inkMkLst>
            <pc:docMk/>
            <pc:sldMk cId="26387615" sldId="266"/>
            <ac:inkMk id="77" creationId="{972804AE-F020-AC73-495C-368FFF9AF97D}"/>
          </ac:inkMkLst>
        </pc:inkChg>
      </pc:sldChg>
      <pc:sldChg chg="addSp delSp modSp mod">
        <pc:chgData name="Rodica Ioana Lung" userId="64ee56e8d7162e1e" providerId="LiveId" clId="{0F6830A5-18AB-4F1B-8BBB-DA235794CEC1}" dt="2025-12-18T15:55:05.506" v="656"/>
        <pc:sldMkLst>
          <pc:docMk/>
          <pc:sldMk cId="3262120713" sldId="268"/>
        </pc:sldMkLst>
        <pc:grpChg chg="mod">
          <ac:chgData name="Rodica Ioana Lung" userId="64ee56e8d7162e1e" providerId="LiveId" clId="{0F6830A5-18AB-4F1B-8BBB-DA235794CEC1}" dt="2025-12-18T15:54:34.418" v="629"/>
          <ac:grpSpMkLst>
            <pc:docMk/>
            <pc:sldMk cId="3262120713" sldId="268"/>
            <ac:grpSpMk id="8" creationId="{915B3666-4E75-8A95-B7DE-C380AA884FA8}"/>
          </ac:grpSpMkLst>
        </pc:grpChg>
        <pc:grpChg chg="del mod">
          <ac:chgData name="Rodica Ioana Lung" userId="64ee56e8d7162e1e" providerId="LiveId" clId="{0F6830A5-18AB-4F1B-8BBB-DA235794CEC1}" dt="2025-12-18T15:54:49.201" v="644"/>
          <ac:grpSpMkLst>
            <pc:docMk/>
            <pc:sldMk cId="3262120713" sldId="268"/>
            <ac:grpSpMk id="16" creationId="{519ECEE6-7BFB-7761-B093-C263249E0FD0}"/>
          </ac:grpSpMkLst>
        </pc:grpChg>
        <pc:grpChg chg="del mod">
          <ac:chgData name="Rodica Ioana Lung" userId="64ee56e8d7162e1e" providerId="LiveId" clId="{0F6830A5-18AB-4F1B-8BBB-DA235794CEC1}" dt="2025-12-18T15:54:52.570" v="647"/>
          <ac:grpSpMkLst>
            <pc:docMk/>
            <pc:sldMk cId="3262120713" sldId="268"/>
            <ac:grpSpMk id="23" creationId="{46D05199-B48F-88D6-1AA4-BA9A1A17FDDE}"/>
          </ac:grpSpMkLst>
        </pc:grpChg>
        <pc:grpChg chg="del mod">
          <ac:chgData name="Rodica Ioana Lung" userId="64ee56e8d7162e1e" providerId="LiveId" clId="{0F6830A5-18AB-4F1B-8BBB-DA235794CEC1}" dt="2025-12-18T15:54:55.058" v="649"/>
          <ac:grpSpMkLst>
            <pc:docMk/>
            <pc:sldMk cId="3262120713" sldId="268"/>
            <ac:grpSpMk id="26" creationId="{56C00B1C-D380-CDA8-BD5E-A6CA3F3F4B51}"/>
          </ac:grpSpMkLst>
        </pc:grpChg>
        <pc:grpChg chg="del mod">
          <ac:chgData name="Rodica Ioana Lung" userId="64ee56e8d7162e1e" providerId="LiveId" clId="{0F6830A5-18AB-4F1B-8BBB-DA235794CEC1}" dt="2025-12-18T15:54:56.983" v="651"/>
          <ac:grpSpMkLst>
            <pc:docMk/>
            <pc:sldMk cId="3262120713" sldId="268"/>
            <ac:grpSpMk id="28" creationId="{711E2C2D-9D68-81D8-EC6F-1777A8CC26E8}"/>
          </ac:grpSpMkLst>
        </pc:grpChg>
        <pc:grpChg chg="del mod">
          <ac:chgData name="Rodica Ioana Lung" userId="64ee56e8d7162e1e" providerId="LiveId" clId="{0F6830A5-18AB-4F1B-8BBB-DA235794CEC1}" dt="2025-12-18T15:55:04.349" v="654"/>
          <ac:grpSpMkLst>
            <pc:docMk/>
            <pc:sldMk cId="3262120713" sldId="268"/>
            <ac:grpSpMk id="30" creationId="{1421ED7A-79EA-CEAB-1F54-454E95C280D8}"/>
          </ac:grpSpMkLst>
        </pc:grpChg>
        <pc:grpChg chg="del mod">
          <ac:chgData name="Rodica Ioana Lung" userId="64ee56e8d7162e1e" providerId="LiveId" clId="{0F6830A5-18AB-4F1B-8BBB-DA235794CEC1}" dt="2025-12-18T15:55:05.506" v="656"/>
          <ac:grpSpMkLst>
            <pc:docMk/>
            <pc:sldMk cId="3262120713" sldId="268"/>
            <ac:grpSpMk id="33" creationId="{BE52306E-139E-3991-D2F9-3D813429E55D}"/>
          </ac:grpSpMkLst>
        </pc:grpChg>
        <pc:grpChg chg="mod">
          <ac:chgData name="Rodica Ioana Lung" userId="64ee56e8d7162e1e" providerId="LiveId" clId="{0F6830A5-18AB-4F1B-8BBB-DA235794CEC1}" dt="2025-12-18T15:55:05.506" v="656"/>
          <ac:grpSpMkLst>
            <pc:docMk/>
            <pc:sldMk cId="3262120713" sldId="268"/>
            <ac:grpSpMk id="35" creationId="{C5D0C60E-A65B-544F-13EF-DD01EE0A18DE}"/>
          </ac:grpSpMkLst>
        </pc:grpChg>
        <pc:inkChg chg="add mod">
          <ac:chgData name="Rodica Ioana Lung" userId="64ee56e8d7162e1e" providerId="LiveId" clId="{0F6830A5-18AB-4F1B-8BBB-DA235794CEC1}" dt="2025-12-18T15:54:34.418" v="629"/>
          <ac:inkMkLst>
            <pc:docMk/>
            <pc:sldMk cId="3262120713" sldId="268"/>
            <ac:inkMk id="5" creationId="{198AD6C1-32FA-98D2-E26E-9398ED7E16B7}"/>
          </ac:inkMkLst>
        </pc:inkChg>
        <pc:inkChg chg="add mod">
          <ac:chgData name="Rodica Ioana Lung" userId="64ee56e8d7162e1e" providerId="LiveId" clId="{0F6830A5-18AB-4F1B-8BBB-DA235794CEC1}" dt="2025-12-18T15:54:34.418" v="629"/>
          <ac:inkMkLst>
            <pc:docMk/>
            <pc:sldMk cId="3262120713" sldId="268"/>
            <ac:inkMk id="6" creationId="{D7881B71-2F2C-ACC9-6E36-877C19AD698C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9" creationId="{A47F90ED-E027-C48E-2A03-8EE42E48C571}"/>
          </ac:inkMkLst>
        </pc:inkChg>
        <pc:inkChg chg="add mod">
          <ac:chgData name="Rodica Ioana Lung" userId="64ee56e8d7162e1e" providerId="LiveId" clId="{0F6830A5-18AB-4F1B-8BBB-DA235794CEC1}" dt="2025-12-18T15:55:04.349" v="654"/>
          <ac:inkMkLst>
            <pc:docMk/>
            <pc:sldMk cId="3262120713" sldId="268"/>
            <ac:inkMk id="10" creationId="{5418444C-F630-D53F-8954-FC161562995C}"/>
          </ac:inkMkLst>
        </pc:inkChg>
        <pc:inkChg chg="add mod">
          <ac:chgData name="Rodica Ioana Lung" userId="64ee56e8d7162e1e" providerId="LiveId" clId="{0F6830A5-18AB-4F1B-8BBB-DA235794CEC1}" dt="2025-12-18T15:54:56.983" v="651"/>
          <ac:inkMkLst>
            <pc:docMk/>
            <pc:sldMk cId="3262120713" sldId="268"/>
            <ac:inkMk id="11" creationId="{556D1655-80F5-5179-A5E6-954613F60368}"/>
          </ac:inkMkLst>
        </pc:inkChg>
        <pc:inkChg chg="add mod">
          <ac:chgData name="Rodica Ioana Lung" userId="64ee56e8d7162e1e" providerId="LiveId" clId="{0F6830A5-18AB-4F1B-8BBB-DA235794CEC1}" dt="2025-12-18T15:54:56.983" v="651"/>
          <ac:inkMkLst>
            <pc:docMk/>
            <pc:sldMk cId="3262120713" sldId="268"/>
            <ac:inkMk id="12" creationId="{5E55F4ED-4904-202A-5500-FE6BEA31D091}"/>
          </ac:inkMkLst>
        </pc:inkChg>
        <pc:inkChg chg="add mod">
          <ac:chgData name="Rodica Ioana Lung" userId="64ee56e8d7162e1e" providerId="LiveId" clId="{0F6830A5-18AB-4F1B-8BBB-DA235794CEC1}" dt="2025-12-18T15:54:56.983" v="651"/>
          <ac:inkMkLst>
            <pc:docMk/>
            <pc:sldMk cId="3262120713" sldId="268"/>
            <ac:inkMk id="13" creationId="{89F24C5D-E9DC-F943-0A41-DB14E0C57D56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14" creationId="{0DAFCA57-A724-F6FE-D009-2FFA2B1006E6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15" creationId="{942765A6-0D94-86BE-232D-E2C87D3E8A99}"/>
          </ac:inkMkLst>
        </pc:inkChg>
        <pc:inkChg chg="add">
          <ac:chgData name="Rodica Ioana Lung" userId="64ee56e8d7162e1e" providerId="LiveId" clId="{0F6830A5-18AB-4F1B-8BBB-DA235794CEC1}" dt="2025-12-18T15:54:43.156" v="638" actId="9405"/>
          <ac:inkMkLst>
            <pc:docMk/>
            <pc:sldMk cId="3262120713" sldId="268"/>
            <ac:inkMk id="17" creationId="{7E82FF55-7AD0-6AF9-9E1B-2A6E63CBC986}"/>
          </ac:inkMkLst>
        </pc:inkChg>
        <pc:inkChg chg="add">
          <ac:chgData name="Rodica Ioana Lung" userId="64ee56e8d7162e1e" providerId="LiveId" clId="{0F6830A5-18AB-4F1B-8BBB-DA235794CEC1}" dt="2025-12-18T15:54:45.564" v="639" actId="9405"/>
          <ac:inkMkLst>
            <pc:docMk/>
            <pc:sldMk cId="3262120713" sldId="268"/>
            <ac:inkMk id="18" creationId="{B9ADA8BA-64E1-8D87-F41A-C8CCBF982F3E}"/>
          </ac:inkMkLst>
        </pc:inkChg>
        <pc:inkChg chg="add mod">
          <ac:chgData name="Rodica Ioana Lung" userId="64ee56e8d7162e1e" providerId="LiveId" clId="{0F6830A5-18AB-4F1B-8BBB-DA235794CEC1}" dt="2025-12-18T15:54:56.983" v="651"/>
          <ac:inkMkLst>
            <pc:docMk/>
            <pc:sldMk cId="3262120713" sldId="268"/>
            <ac:inkMk id="19" creationId="{4BCBB114-6E0C-C120-73F9-218AA97B3232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20" creationId="{895EC4B4-275F-5EDA-9F9D-7C4C003EAF64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21" creationId="{74B18FA2-770F-B412-66F0-BFAA464C624D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22" creationId="{358D2128-4426-A80C-B0DD-8BAD456BA228}"/>
          </ac:inkMkLst>
        </pc:inkChg>
        <pc:inkChg chg="add mod">
          <ac:chgData name="Rodica Ioana Lung" userId="64ee56e8d7162e1e" providerId="LiveId" clId="{0F6830A5-18AB-4F1B-8BBB-DA235794CEC1}" dt="2025-12-18T15:54:56.983" v="651"/>
          <ac:inkMkLst>
            <pc:docMk/>
            <pc:sldMk cId="3262120713" sldId="268"/>
            <ac:inkMk id="24" creationId="{DC85CC34-5CCE-2C74-601D-09D8D0B09D3B}"/>
          </ac:inkMkLst>
        </pc:inkChg>
        <pc:inkChg chg="add">
          <ac:chgData name="Rodica Ioana Lung" userId="64ee56e8d7162e1e" providerId="LiveId" clId="{0F6830A5-18AB-4F1B-8BBB-DA235794CEC1}" dt="2025-12-18T15:54:51.648" v="646" actId="9405"/>
          <ac:inkMkLst>
            <pc:docMk/>
            <pc:sldMk cId="3262120713" sldId="268"/>
            <ac:inkMk id="25" creationId="{644EB816-F82B-A530-FDA7-A0839AFEFB38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27" creationId="{5B518DF8-07BD-4D74-E890-7493076789B6}"/>
          </ac:inkMkLst>
        </pc:inkChg>
        <pc:inkChg chg="add">
          <ac:chgData name="Rodica Ioana Lung" userId="64ee56e8d7162e1e" providerId="LiveId" clId="{0F6830A5-18AB-4F1B-8BBB-DA235794CEC1}" dt="2025-12-18T15:54:56.034" v="650" actId="9405"/>
          <ac:inkMkLst>
            <pc:docMk/>
            <pc:sldMk cId="3262120713" sldId="268"/>
            <ac:inkMk id="29" creationId="{0C56071B-A243-7F0C-22E6-114FD15B6063}"/>
          </ac:inkMkLst>
        </pc:inkChg>
        <pc:inkChg chg="add">
          <ac:chgData name="Rodica Ioana Lung" userId="64ee56e8d7162e1e" providerId="LiveId" clId="{0F6830A5-18AB-4F1B-8BBB-DA235794CEC1}" dt="2025-12-18T15:55:02.233" v="652" actId="9405"/>
          <ac:inkMkLst>
            <pc:docMk/>
            <pc:sldMk cId="3262120713" sldId="268"/>
            <ac:inkMk id="31" creationId="{80B35805-C063-09BD-37E0-A63F2343C7F0}"/>
          </ac:inkMkLst>
        </pc:inkChg>
        <pc:inkChg chg="add">
          <ac:chgData name="Rodica Ioana Lung" userId="64ee56e8d7162e1e" providerId="LiveId" clId="{0F6830A5-18AB-4F1B-8BBB-DA235794CEC1}" dt="2025-12-18T15:55:03.622" v="653" actId="9405"/>
          <ac:inkMkLst>
            <pc:docMk/>
            <pc:sldMk cId="3262120713" sldId="268"/>
            <ac:inkMk id="32" creationId="{43ADEFA6-BD1A-767A-A8FD-3696F93258F3}"/>
          </ac:inkMkLst>
        </pc:inkChg>
        <pc:inkChg chg="add mod">
          <ac:chgData name="Rodica Ioana Lung" userId="64ee56e8d7162e1e" providerId="LiveId" clId="{0F6830A5-18AB-4F1B-8BBB-DA235794CEC1}" dt="2025-12-18T15:55:05.506" v="656"/>
          <ac:inkMkLst>
            <pc:docMk/>
            <pc:sldMk cId="3262120713" sldId="268"/>
            <ac:inkMk id="34" creationId="{FAF6C925-E464-8B9F-2743-30A315C02577}"/>
          </ac:inkMkLst>
        </pc:inkChg>
      </pc:sldChg>
      <pc:sldChg chg="addSp delSp modSp mod">
        <pc:chgData name="Rodica Ioana Lung" userId="64ee56e8d7162e1e" providerId="LiveId" clId="{0F6830A5-18AB-4F1B-8BBB-DA235794CEC1}" dt="2025-12-18T15:54:17.879" v="626" actId="9405"/>
        <pc:sldMkLst>
          <pc:docMk/>
          <pc:sldMk cId="2711523740" sldId="269"/>
        </pc:sldMkLst>
        <pc:grpChg chg="del mod">
          <ac:chgData name="Rodica Ioana Lung" userId="64ee56e8d7162e1e" providerId="LiveId" clId="{0F6830A5-18AB-4F1B-8BBB-DA235794CEC1}" dt="2025-12-18T15:50:49.595" v="560"/>
          <ac:grpSpMkLst>
            <pc:docMk/>
            <pc:sldMk cId="2711523740" sldId="269"/>
            <ac:grpSpMk id="8" creationId="{8C069A67-14C1-46F3-4416-63D346E42628}"/>
          </ac:grpSpMkLst>
        </pc:grpChg>
        <pc:grpChg chg="mod">
          <ac:chgData name="Rodica Ioana Lung" userId="64ee56e8d7162e1e" providerId="LiveId" clId="{0F6830A5-18AB-4F1B-8BBB-DA235794CEC1}" dt="2025-12-18T15:50:49.595" v="560"/>
          <ac:grpSpMkLst>
            <pc:docMk/>
            <pc:sldMk cId="2711523740" sldId="269"/>
            <ac:grpSpMk id="10" creationId="{EFEB1128-8BE8-D075-28C4-B7EDDA28B13E}"/>
          </ac:grpSpMkLst>
        </pc:grpChg>
        <pc:grpChg chg="mod">
          <ac:chgData name="Rodica Ioana Lung" userId="64ee56e8d7162e1e" providerId="LiveId" clId="{0F6830A5-18AB-4F1B-8BBB-DA235794CEC1}" dt="2025-12-18T15:51:02.659" v="563"/>
          <ac:grpSpMkLst>
            <pc:docMk/>
            <pc:sldMk cId="2711523740" sldId="269"/>
            <ac:grpSpMk id="13" creationId="{429633A7-98D7-01B8-D94B-582EBA1F1C3E}"/>
          </ac:grpSpMkLst>
        </pc:grpChg>
        <pc:grpChg chg="mod">
          <ac:chgData name="Rodica Ioana Lung" userId="64ee56e8d7162e1e" providerId="LiveId" clId="{0F6830A5-18AB-4F1B-8BBB-DA235794CEC1}" dt="2025-12-18T15:51:04.458" v="566"/>
          <ac:grpSpMkLst>
            <pc:docMk/>
            <pc:sldMk cId="2711523740" sldId="269"/>
            <ac:grpSpMk id="16" creationId="{FD8CA1ED-4134-169B-44EF-8242581D86A9}"/>
          </ac:grpSpMkLst>
        </pc:grpChg>
        <pc:grpChg chg="del mod">
          <ac:chgData name="Rodica Ioana Lung" userId="64ee56e8d7162e1e" providerId="LiveId" clId="{0F6830A5-18AB-4F1B-8BBB-DA235794CEC1}" dt="2025-12-18T15:51:15.912" v="572"/>
          <ac:grpSpMkLst>
            <pc:docMk/>
            <pc:sldMk cId="2711523740" sldId="269"/>
            <ac:grpSpMk id="19" creationId="{1791A8AD-D008-F1CF-CCD8-3D16B1AF6B2C}"/>
          </ac:grpSpMkLst>
        </pc:grpChg>
        <pc:grpChg chg="mod">
          <ac:chgData name="Rodica Ioana Lung" userId="64ee56e8d7162e1e" providerId="LiveId" clId="{0F6830A5-18AB-4F1B-8BBB-DA235794CEC1}" dt="2025-12-18T15:51:15.912" v="572"/>
          <ac:grpSpMkLst>
            <pc:docMk/>
            <pc:sldMk cId="2711523740" sldId="269"/>
            <ac:grpSpMk id="22" creationId="{C5053004-0E62-631A-A568-81C08D66C542}"/>
          </ac:grpSpMkLst>
        </pc:grpChg>
        <pc:inkChg chg="add mod">
          <ac:chgData name="Rodica Ioana Lung" userId="64ee56e8d7162e1e" providerId="LiveId" clId="{0F6830A5-18AB-4F1B-8BBB-DA235794CEC1}" dt="2025-12-18T15:50:49.595" v="560"/>
          <ac:inkMkLst>
            <pc:docMk/>
            <pc:sldMk cId="2711523740" sldId="269"/>
            <ac:inkMk id="5" creationId="{9A7A2003-33E1-2DF7-20AE-B74E82F544D3}"/>
          </ac:inkMkLst>
        </pc:inkChg>
        <pc:inkChg chg="add mod">
          <ac:chgData name="Rodica Ioana Lung" userId="64ee56e8d7162e1e" providerId="LiveId" clId="{0F6830A5-18AB-4F1B-8BBB-DA235794CEC1}" dt="2025-12-18T15:50:49.595" v="560"/>
          <ac:inkMkLst>
            <pc:docMk/>
            <pc:sldMk cId="2711523740" sldId="269"/>
            <ac:inkMk id="6" creationId="{E451D042-002B-A82D-DA39-46B7545EF652}"/>
          </ac:inkMkLst>
        </pc:inkChg>
        <pc:inkChg chg="add mod">
          <ac:chgData name="Rodica Ioana Lung" userId="64ee56e8d7162e1e" providerId="LiveId" clId="{0F6830A5-18AB-4F1B-8BBB-DA235794CEC1}" dt="2025-12-18T15:50:49.595" v="560"/>
          <ac:inkMkLst>
            <pc:docMk/>
            <pc:sldMk cId="2711523740" sldId="269"/>
            <ac:inkMk id="9" creationId="{7DCCD87C-656B-1E68-23FD-E0F146DA17E9}"/>
          </ac:inkMkLst>
        </pc:inkChg>
        <pc:inkChg chg="add mod">
          <ac:chgData name="Rodica Ioana Lung" userId="64ee56e8d7162e1e" providerId="LiveId" clId="{0F6830A5-18AB-4F1B-8BBB-DA235794CEC1}" dt="2025-12-18T15:51:02.659" v="563"/>
          <ac:inkMkLst>
            <pc:docMk/>
            <pc:sldMk cId="2711523740" sldId="269"/>
            <ac:inkMk id="11" creationId="{27B6C8AF-CA81-77F9-06DC-600C31DCD5E6}"/>
          </ac:inkMkLst>
        </pc:inkChg>
        <pc:inkChg chg="add mod">
          <ac:chgData name="Rodica Ioana Lung" userId="64ee56e8d7162e1e" providerId="LiveId" clId="{0F6830A5-18AB-4F1B-8BBB-DA235794CEC1}" dt="2025-12-18T15:51:02.659" v="563"/>
          <ac:inkMkLst>
            <pc:docMk/>
            <pc:sldMk cId="2711523740" sldId="269"/>
            <ac:inkMk id="12" creationId="{B4E06517-2D23-9099-D9DA-0267E185AE65}"/>
          </ac:inkMkLst>
        </pc:inkChg>
        <pc:inkChg chg="add mod">
          <ac:chgData name="Rodica Ioana Lung" userId="64ee56e8d7162e1e" providerId="LiveId" clId="{0F6830A5-18AB-4F1B-8BBB-DA235794CEC1}" dt="2025-12-18T15:51:04.458" v="566"/>
          <ac:inkMkLst>
            <pc:docMk/>
            <pc:sldMk cId="2711523740" sldId="269"/>
            <ac:inkMk id="14" creationId="{03B8F853-964F-D010-2B53-32C0A0CE18BF}"/>
          </ac:inkMkLst>
        </pc:inkChg>
        <pc:inkChg chg="add mod">
          <ac:chgData name="Rodica Ioana Lung" userId="64ee56e8d7162e1e" providerId="LiveId" clId="{0F6830A5-18AB-4F1B-8BBB-DA235794CEC1}" dt="2025-12-18T15:51:04.458" v="566"/>
          <ac:inkMkLst>
            <pc:docMk/>
            <pc:sldMk cId="2711523740" sldId="269"/>
            <ac:inkMk id="15" creationId="{163F57EE-F384-FB8B-01BE-66A590ED1F46}"/>
          </ac:inkMkLst>
        </pc:inkChg>
        <pc:inkChg chg="add mod">
          <ac:chgData name="Rodica Ioana Lung" userId="64ee56e8d7162e1e" providerId="LiveId" clId="{0F6830A5-18AB-4F1B-8BBB-DA235794CEC1}" dt="2025-12-18T15:51:15.912" v="572"/>
          <ac:inkMkLst>
            <pc:docMk/>
            <pc:sldMk cId="2711523740" sldId="269"/>
            <ac:inkMk id="17" creationId="{304678C3-E9B0-FD1B-8097-28745BFA132D}"/>
          </ac:inkMkLst>
        </pc:inkChg>
        <pc:inkChg chg="add mod">
          <ac:chgData name="Rodica Ioana Lung" userId="64ee56e8d7162e1e" providerId="LiveId" clId="{0F6830A5-18AB-4F1B-8BBB-DA235794CEC1}" dt="2025-12-18T15:51:15.912" v="572"/>
          <ac:inkMkLst>
            <pc:docMk/>
            <pc:sldMk cId="2711523740" sldId="269"/>
            <ac:inkMk id="18" creationId="{DC83FA20-0239-37CB-1B72-8364BA5F23E4}"/>
          </ac:inkMkLst>
        </pc:inkChg>
        <pc:inkChg chg="add mod">
          <ac:chgData name="Rodica Ioana Lung" userId="64ee56e8d7162e1e" providerId="LiveId" clId="{0F6830A5-18AB-4F1B-8BBB-DA235794CEC1}" dt="2025-12-18T15:51:15.912" v="572"/>
          <ac:inkMkLst>
            <pc:docMk/>
            <pc:sldMk cId="2711523740" sldId="269"/>
            <ac:inkMk id="20" creationId="{1A78B5FF-C019-2727-C0EA-D53925AA224F}"/>
          </ac:inkMkLst>
        </pc:inkChg>
        <pc:inkChg chg="add mod">
          <ac:chgData name="Rodica Ioana Lung" userId="64ee56e8d7162e1e" providerId="LiveId" clId="{0F6830A5-18AB-4F1B-8BBB-DA235794CEC1}" dt="2025-12-18T15:51:15.912" v="572"/>
          <ac:inkMkLst>
            <pc:docMk/>
            <pc:sldMk cId="2711523740" sldId="269"/>
            <ac:inkMk id="21" creationId="{2B8DB6B7-6C2C-32C0-DD01-7C3927363AC0}"/>
          </ac:inkMkLst>
        </pc:inkChg>
        <pc:inkChg chg="add">
          <ac:chgData name="Rodica Ioana Lung" userId="64ee56e8d7162e1e" providerId="LiveId" clId="{0F6830A5-18AB-4F1B-8BBB-DA235794CEC1}" dt="2025-12-18T15:54:16.269" v="625" actId="9405"/>
          <ac:inkMkLst>
            <pc:docMk/>
            <pc:sldMk cId="2711523740" sldId="269"/>
            <ac:inkMk id="23" creationId="{8E20D385-B75B-5F65-B432-93386B48A350}"/>
          </ac:inkMkLst>
        </pc:inkChg>
        <pc:inkChg chg="add">
          <ac:chgData name="Rodica Ioana Lung" userId="64ee56e8d7162e1e" providerId="LiveId" clId="{0F6830A5-18AB-4F1B-8BBB-DA235794CEC1}" dt="2025-12-18T15:54:17.879" v="626" actId="9405"/>
          <ac:inkMkLst>
            <pc:docMk/>
            <pc:sldMk cId="2711523740" sldId="269"/>
            <ac:inkMk id="24" creationId="{E993FD44-452B-93D9-76D5-F3EE7FC40383}"/>
          </ac:inkMkLst>
        </pc:inkChg>
      </pc:sldChg>
      <pc:sldChg chg="addSp delSp modSp mod">
        <pc:chgData name="Rodica Ioana Lung" userId="64ee56e8d7162e1e" providerId="LiveId" clId="{0F6830A5-18AB-4F1B-8BBB-DA235794CEC1}" dt="2025-12-18T15:47:00.288" v="536"/>
        <pc:sldMkLst>
          <pc:docMk/>
          <pc:sldMk cId="1646465703" sldId="270"/>
        </pc:sldMkLst>
        <pc:grpChg chg="mod">
          <ac:chgData name="Rodica Ioana Lung" userId="64ee56e8d7162e1e" providerId="LiveId" clId="{0F6830A5-18AB-4F1B-8BBB-DA235794CEC1}" dt="2025-12-18T15:46:12.842" v="516"/>
          <ac:grpSpMkLst>
            <pc:docMk/>
            <pc:sldMk cId="1646465703" sldId="270"/>
            <ac:grpSpMk id="7" creationId="{D91F9012-D978-E00B-B558-728882F76854}"/>
          </ac:grpSpMkLst>
        </pc:grpChg>
        <pc:grpChg chg="del mod">
          <ac:chgData name="Rodica Ioana Lung" userId="64ee56e8d7162e1e" providerId="LiveId" clId="{0F6830A5-18AB-4F1B-8BBB-DA235794CEC1}" dt="2025-12-18T15:46:48.252" v="533"/>
          <ac:grpSpMkLst>
            <pc:docMk/>
            <pc:sldMk cId="1646465703" sldId="270"/>
            <ac:grpSpMk id="10" creationId="{7698D8B1-52CA-7285-89D0-08ECDA55A858}"/>
          </ac:grpSpMkLst>
        </pc:grpChg>
        <pc:grpChg chg="del mod">
          <ac:chgData name="Rodica Ioana Lung" userId="64ee56e8d7162e1e" providerId="LiveId" clId="{0F6830A5-18AB-4F1B-8BBB-DA235794CEC1}" dt="2025-12-18T15:46:29.830" v="525"/>
          <ac:grpSpMkLst>
            <pc:docMk/>
            <pc:sldMk cId="1646465703" sldId="270"/>
            <ac:grpSpMk id="14" creationId="{55541335-C3CF-131E-D0BC-60ED974DAE8E}"/>
          </ac:grpSpMkLst>
        </pc:grpChg>
        <pc:grpChg chg="mod">
          <ac:chgData name="Rodica Ioana Lung" userId="64ee56e8d7162e1e" providerId="LiveId" clId="{0F6830A5-18AB-4F1B-8BBB-DA235794CEC1}" dt="2025-12-18T15:46:29.830" v="525"/>
          <ac:grpSpMkLst>
            <pc:docMk/>
            <pc:sldMk cId="1646465703" sldId="270"/>
            <ac:grpSpMk id="16" creationId="{5934B8F3-A559-9682-4248-5751D23A9AB3}"/>
          </ac:grpSpMkLst>
        </pc:grpChg>
        <pc:grpChg chg="del mod">
          <ac:chgData name="Rodica Ioana Lung" userId="64ee56e8d7162e1e" providerId="LiveId" clId="{0F6830A5-18AB-4F1B-8BBB-DA235794CEC1}" dt="2025-12-18T15:46:48.252" v="533"/>
          <ac:grpSpMkLst>
            <pc:docMk/>
            <pc:sldMk cId="1646465703" sldId="270"/>
            <ac:grpSpMk id="20" creationId="{C169C796-6FDD-16DA-B096-378680B44ABD}"/>
          </ac:grpSpMkLst>
        </pc:grpChg>
        <pc:grpChg chg="mod">
          <ac:chgData name="Rodica Ioana Lung" userId="64ee56e8d7162e1e" providerId="LiveId" clId="{0F6830A5-18AB-4F1B-8BBB-DA235794CEC1}" dt="2025-12-18T15:46:48.252" v="533"/>
          <ac:grpSpMkLst>
            <pc:docMk/>
            <pc:sldMk cId="1646465703" sldId="270"/>
            <ac:grpSpMk id="24" creationId="{1C7560EA-5C3E-0499-0E71-4F3A4AA1493B}"/>
          </ac:grpSpMkLst>
        </pc:grpChg>
        <pc:grpChg chg="mod">
          <ac:chgData name="Rodica Ioana Lung" userId="64ee56e8d7162e1e" providerId="LiveId" clId="{0F6830A5-18AB-4F1B-8BBB-DA235794CEC1}" dt="2025-12-18T15:47:00.288" v="536"/>
          <ac:grpSpMkLst>
            <pc:docMk/>
            <pc:sldMk cId="1646465703" sldId="270"/>
            <ac:grpSpMk id="27" creationId="{2C3FD7F7-A09A-47A6-0B32-F52098D2F527}"/>
          </ac:grpSpMkLst>
        </pc:grpChg>
        <pc:inkChg chg="add">
          <ac:chgData name="Rodica Ioana Lung" userId="64ee56e8d7162e1e" providerId="LiveId" clId="{0F6830A5-18AB-4F1B-8BBB-DA235794CEC1}" dt="2025-12-18T15:46:02.885" v="513" actId="9405"/>
          <ac:inkMkLst>
            <pc:docMk/>
            <pc:sldMk cId="1646465703" sldId="270"/>
            <ac:inkMk id="4" creationId="{C97DB162-4689-FFF5-2D1C-8A8051BDDC25}"/>
          </ac:inkMkLst>
        </pc:inkChg>
        <pc:inkChg chg="add mod">
          <ac:chgData name="Rodica Ioana Lung" userId="64ee56e8d7162e1e" providerId="LiveId" clId="{0F6830A5-18AB-4F1B-8BBB-DA235794CEC1}" dt="2025-12-18T15:46:12.842" v="516"/>
          <ac:inkMkLst>
            <pc:docMk/>
            <pc:sldMk cId="1646465703" sldId="270"/>
            <ac:inkMk id="5" creationId="{EC2CC5A3-1FED-6386-CFD5-B10F1502D568}"/>
          </ac:inkMkLst>
        </pc:inkChg>
        <pc:inkChg chg="add mod">
          <ac:chgData name="Rodica Ioana Lung" userId="64ee56e8d7162e1e" providerId="LiveId" clId="{0F6830A5-18AB-4F1B-8BBB-DA235794CEC1}" dt="2025-12-18T15:46:12.842" v="516"/>
          <ac:inkMkLst>
            <pc:docMk/>
            <pc:sldMk cId="1646465703" sldId="270"/>
            <ac:inkMk id="6" creationId="{4FED6496-1E89-46DA-3FF0-A95E0E3C207C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8" creationId="{890CC96A-8D2C-DD8E-85F4-C8D6BBCE5CD8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9" creationId="{3BC4092E-81EF-36CE-79D2-C7DFF07E1F4E}"/>
          </ac:inkMkLst>
        </pc:inkChg>
        <pc:inkChg chg="add">
          <ac:chgData name="Rodica Ioana Lung" userId="64ee56e8d7162e1e" providerId="LiveId" clId="{0F6830A5-18AB-4F1B-8BBB-DA235794CEC1}" dt="2025-12-18T15:46:21.042" v="520" actId="9405"/>
          <ac:inkMkLst>
            <pc:docMk/>
            <pc:sldMk cId="1646465703" sldId="270"/>
            <ac:inkMk id="11" creationId="{4FEB32D8-4A29-D15E-8BA3-5F1DD6981D54}"/>
          </ac:inkMkLst>
        </pc:inkChg>
        <pc:inkChg chg="add mod">
          <ac:chgData name="Rodica Ioana Lung" userId="64ee56e8d7162e1e" providerId="LiveId" clId="{0F6830A5-18AB-4F1B-8BBB-DA235794CEC1}" dt="2025-12-18T15:46:29.830" v="525"/>
          <ac:inkMkLst>
            <pc:docMk/>
            <pc:sldMk cId="1646465703" sldId="270"/>
            <ac:inkMk id="12" creationId="{AF5A4178-97CC-EEBB-4519-42FECCC12F0A}"/>
          </ac:inkMkLst>
        </pc:inkChg>
        <pc:inkChg chg="add mod">
          <ac:chgData name="Rodica Ioana Lung" userId="64ee56e8d7162e1e" providerId="LiveId" clId="{0F6830A5-18AB-4F1B-8BBB-DA235794CEC1}" dt="2025-12-18T15:46:29.830" v="525"/>
          <ac:inkMkLst>
            <pc:docMk/>
            <pc:sldMk cId="1646465703" sldId="270"/>
            <ac:inkMk id="13" creationId="{6BDED5D8-D0B3-29DB-0E94-CA574EF24A95}"/>
          </ac:inkMkLst>
        </pc:inkChg>
        <pc:inkChg chg="add mod">
          <ac:chgData name="Rodica Ioana Lung" userId="64ee56e8d7162e1e" providerId="LiveId" clId="{0F6830A5-18AB-4F1B-8BBB-DA235794CEC1}" dt="2025-12-18T15:46:29.830" v="525"/>
          <ac:inkMkLst>
            <pc:docMk/>
            <pc:sldMk cId="1646465703" sldId="270"/>
            <ac:inkMk id="15" creationId="{A6725CFD-C2BA-5937-84DB-A50B9ECE54A4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17" creationId="{32807E91-4D2E-6D4A-2056-8B6E1FB422BB}"/>
          </ac:inkMkLst>
        </pc:inkChg>
        <pc:inkChg chg="add mod">
          <ac:chgData name="Rodica Ioana Lung" userId="64ee56e8d7162e1e" providerId="LiveId" clId="{0F6830A5-18AB-4F1B-8BBB-DA235794CEC1}" dt="2025-12-18T15:46:41.757" v="529"/>
          <ac:inkMkLst>
            <pc:docMk/>
            <pc:sldMk cId="1646465703" sldId="270"/>
            <ac:inkMk id="18" creationId="{3A0AA53B-EE93-D540-6C03-9F2BD0D70539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19" creationId="{B0348360-0663-A881-C8E4-67AB12948A30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21" creationId="{B663490B-3A17-9B26-1DB6-9AFEDA006443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22" creationId="{03EFBD1D-4F43-86DA-8DD1-D4FD5B2ED464}"/>
          </ac:inkMkLst>
        </pc:inkChg>
        <pc:inkChg chg="add mod">
          <ac:chgData name="Rodica Ioana Lung" userId="64ee56e8d7162e1e" providerId="LiveId" clId="{0F6830A5-18AB-4F1B-8BBB-DA235794CEC1}" dt="2025-12-18T15:46:48.252" v="533"/>
          <ac:inkMkLst>
            <pc:docMk/>
            <pc:sldMk cId="1646465703" sldId="270"/>
            <ac:inkMk id="23" creationId="{7A2C9E0F-F56F-88E0-41FC-C10685FF86C2}"/>
          </ac:inkMkLst>
        </pc:inkChg>
        <pc:inkChg chg="add mod">
          <ac:chgData name="Rodica Ioana Lung" userId="64ee56e8d7162e1e" providerId="LiveId" clId="{0F6830A5-18AB-4F1B-8BBB-DA235794CEC1}" dt="2025-12-18T15:47:00.288" v="536"/>
          <ac:inkMkLst>
            <pc:docMk/>
            <pc:sldMk cId="1646465703" sldId="270"/>
            <ac:inkMk id="25" creationId="{BA881711-D7F8-A06E-71E7-11BF113EB4DD}"/>
          </ac:inkMkLst>
        </pc:inkChg>
        <pc:inkChg chg="add mod">
          <ac:chgData name="Rodica Ioana Lung" userId="64ee56e8d7162e1e" providerId="LiveId" clId="{0F6830A5-18AB-4F1B-8BBB-DA235794CEC1}" dt="2025-12-18T15:47:00.288" v="536"/>
          <ac:inkMkLst>
            <pc:docMk/>
            <pc:sldMk cId="1646465703" sldId="270"/>
            <ac:inkMk id="26" creationId="{0FBC70C5-F4E6-047A-21FE-69A4B7394A8B}"/>
          </ac:inkMkLst>
        </pc:inkChg>
      </pc:sldChg>
      <pc:sldChg chg="addSp delSp modSp mod">
        <pc:chgData name="Rodica Ioana Lung" userId="64ee56e8d7162e1e" providerId="LiveId" clId="{0F6830A5-18AB-4F1B-8BBB-DA235794CEC1}" dt="2025-12-18T15:53:20.828" v="608"/>
        <pc:sldMkLst>
          <pc:docMk/>
          <pc:sldMk cId="905047989" sldId="271"/>
        </pc:sldMkLst>
        <pc:grpChg chg="del mod">
          <ac:chgData name="Rodica Ioana Lung" userId="64ee56e8d7162e1e" providerId="LiveId" clId="{0F6830A5-18AB-4F1B-8BBB-DA235794CEC1}" dt="2025-12-18T15:52:18.729" v="582"/>
          <ac:grpSpMkLst>
            <pc:docMk/>
            <pc:sldMk cId="905047989" sldId="271"/>
            <ac:grpSpMk id="11" creationId="{4F7065EA-4DFB-4596-089B-C699414017BF}"/>
          </ac:grpSpMkLst>
        </pc:grpChg>
        <pc:grpChg chg="del mod">
          <ac:chgData name="Rodica Ioana Lung" userId="64ee56e8d7162e1e" providerId="LiveId" clId="{0F6830A5-18AB-4F1B-8BBB-DA235794CEC1}" dt="2025-12-18T15:52:19.794" v="584"/>
          <ac:grpSpMkLst>
            <pc:docMk/>
            <pc:sldMk cId="905047989" sldId="271"/>
            <ac:grpSpMk id="13" creationId="{2C7BDA3C-8805-EEF1-86A7-B313408DEBD3}"/>
          </ac:grpSpMkLst>
        </pc:grpChg>
        <pc:grpChg chg="del mod">
          <ac:chgData name="Rodica Ioana Lung" userId="64ee56e8d7162e1e" providerId="LiveId" clId="{0F6830A5-18AB-4F1B-8BBB-DA235794CEC1}" dt="2025-12-18T15:52:23.264" v="591"/>
          <ac:grpSpMkLst>
            <pc:docMk/>
            <pc:sldMk cId="905047989" sldId="271"/>
            <ac:grpSpMk id="15" creationId="{3C342623-5753-C913-F43E-6C133BCCE8DE}"/>
          </ac:grpSpMkLst>
        </pc:grpChg>
        <pc:grpChg chg="mod">
          <ac:chgData name="Rodica Ioana Lung" userId="64ee56e8d7162e1e" providerId="LiveId" clId="{0F6830A5-18AB-4F1B-8BBB-DA235794CEC1}" dt="2025-12-18T15:52:23.264" v="591"/>
          <ac:grpSpMkLst>
            <pc:docMk/>
            <pc:sldMk cId="905047989" sldId="271"/>
            <ac:grpSpMk id="22" creationId="{440DFAF2-1D6E-F4A9-62B6-4118B68FB789}"/>
          </ac:grpSpMkLst>
        </pc:grpChg>
        <pc:grpChg chg="del mod">
          <ac:chgData name="Rodica Ioana Lung" userId="64ee56e8d7162e1e" providerId="LiveId" clId="{0F6830A5-18AB-4F1B-8BBB-DA235794CEC1}" dt="2025-12-18T15:53:16.908" v="606"/>
          <ac:grpSpMkLst>
            <pc:docMk/>
            <pc:sldMk cId="905047989" sldId="271"/>
            <ac:grpSpMk id="27" creationId="{DD99525A-4335-278B-46EB-1FEC27F5BB20}"/>
          </ac:grpSpMkLst>
        </pc:grpChg>
        <pc:grpChg chg="del mod">
          <ac:chgData name="Rodica Ioana Lung" userId="64ee56e8d7162e1e" providerId="LiveId" clId="{0F6830A5-18AB-4F1B-8BBB-DA235794CEC1}" dt="2025-12-18T15:53:20.828" v="608"/>
          <ac:grpSpMkLst>
            <pc:docMk/>
            <pc:sldMk cId="905047989" sldId="271"/>
            <ac:grpSpMk id="31" creationId="{E53D3BB4-E56C-DF65-FA8F-8D4E7BDA543A}"/>
          </ac:grpSpMkLst>
        </pc:grpChg>
        <pc:grpChg chg="mod">
          <ac:chgData name="Rodica Ioana Lung" userId="64ee56e8d7162e1e" providerId="LiveId" clId="{0F6830A5-18AB-4F1B-8BBB-DA235794CEC1}" dt="2025-12-18T15:53:16.908" v="606"/>
          <ac:grpSpMkLst>
            <pc:docMk/>
            <pc:sldMk cId="905047989" sldId="271"/>
            <ac:grpSpMk id="37" creationId="{8AA292AF-5905-14B4-BFF3-BDB10EA8D6F6}"/>
          </ac:grpSpMkLst>
        </pc:grpChg>
        <pc:grpChg chg="mod">
          <ac:chgData name="Rodica Ioana Lung" userId="64ee56e8d7162e1e" providerId="LiveId" clId="{0F6830A5-18AB-4F1B-8BBB-DA235794CEC1}" dt="2025-12-18T15:53:20.828" v="608"/>
          <ac:grpSpMkLst>
            <pc:docMk/>
            <pc:sldMk cId="905047989" sldId="271"/>
            <ac:grpSpMk id="39" creationId="{024988DD-C322-3013-333F-705324FFA0E6}"/>
          </ac:grpSpMkLst>
        </pc:grpChg>
        <pc:inkChg chg="add">
          <ac:chgData name="Rodica Ioana Lung" userId="64ee56e8d7162e1e" providerId="LiveId" clId="{0F6830A5-18AB-4F1B-8BBB-DA235794CEC1}" dt="2025-12-18T15:52:00.159" v="573" actId="9405"/>
          <ac:inkMkLst>
            <pc:docMk/>
            <pc:sldMk cId="905047989" sldId="271"/>
            <ac:inkMk id="3" creationId="{E3EACF52-807F-E300-C804-57886F7E4EB6}"/>
          </ac:inkMkLst>
        </pc:inkChg>
        <pc:inkChg chg="add">
          <ac:chgData name="Rodica Ioana Lung" userId="64ee56e8d7162e1e" providerId="LiveId" clId="{0F6830A5-18AB-4F1B-8BBB-DA235794CEC1}" dt="2025-12-18T15:52:02.949" v="574" actId="9405"/>
          <ac:inkMkLst>
            <pc:docMk/>
            <pc:sldMk cId="905047989" sldId="271"/>
            <ac:inkMk id="4" creationId="{0BDC26AF-3150-6A38-81FB-271FBCEA45AD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5" creationId="{9D107995-BB14-6DD1-19F7-887D8739FC2A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7" creationId="{23666E26-6908-9814-1CEB-D45338806330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8" creationId="{9240FE7D-D4AB-3F42-3812-DB40E88571D7}"/>
          </ac:inkMkLst>
        </pc:inkChg>
        <pc:inkChg chg="add mod">
          <ac:chgData name="Rodica Ioana Lung" userId="64ee56e8d7162e1e" providerId="LiveId" clId="{0F6830A5-18AB-4F1B-8BBB-DA235794CEC1}" dt="2025-12-18T15:52:19.794" v="584"/>
          <ac:inkMkLst>
            <pc:docMk/>
            <pc:sldMk cId="905047989" sldId="271"/>
            <ac:inkMk id="9" creationId="{56BFABCB-1ADA-040F-0998-08BB888C2A5D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10" creationId="{6B71C8A5-95A4-7D40-C108-6F888A6A4DFA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12" creationId="{992345C6-A0EB-C174-6066-B10CABC25BA8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14" creationId="{DF0AC74F-DE02-AA82-5F06-9586BB8C6A7A}"/>
          </ac:inkMkLst>
        </pc:inkChg>
        <pc:inkChg chg="add">
          <ac:chgData name="Rodica Ioana Lung" userId="64ee56e8d7162e1e" providerId="LiveId" clId="{0F6830A5-18AB-4F1B-8BBB-DA235794CEC1}" dt="2025-12-18T15:52:20.764" v="585" actId="9405"/>
          <ac:inkMkLst>
            <pc:docMk/>
            <pc:sldMk cId="905047989" sldId="271"/>
            <ac:inkMk id="16" creationId="{5C1C0297-3553-1154-C07D-48C108C3531A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17" creationId="{1E4211C5-09FE-02ED-E7B9-7BD686BEF24E}"/>
          </ac:inkMkLst>
        </pc:inkChg>
        <pc:inkChg chg="add mod">
          <ac:chgData name="Rodica Ioana Lung" userId="64ee56e8d7162e1e" providerId="LiveId" clId="{0F6830A5-18AB-4F1B-8BBB-DA235794CEC1}" dt="2025-12-18T15:52:23.264" v="591"/>
          <ac:inkMkLst>
            <pc:docMk/>
            <pc:sldMk cId="905047989" sldId="271"/>
            <ac:inkMk id="18" creationId="{10AA7527-3A34-90E5-A03A-A33E2B42912A}"/>
          </ac:inkMkLst>
        </pc:inkChg>
        <pc:inkChg chg="add">
          <ac:chgData name="Rodica Ioana Lung" userId="64ee56e8d7162e1e" providerId="LiveId" clId="{0F6830A5-18AB-4F1B-8BBB-DA235794CEC1}" dt="2025-12-18T15:52:22.190" v="588" actId="9405"/>
          <ac:inkMkLst>
            <pc:docMk/>
            <pc:sldMk cId="905047989" sldId="271"/>
            <ac:inkMk id="19" creationId="{56A6B1BA-954C-6E2A-574B-23053F91E476}"/>
          </ac:inkMkLst>
        </pc:inkChg>
        <pc:inkChg chg="add">
          <ac:chgData name="Rodica Ioana Lung" userId="64ee56e8d7162e1e" providerId="LiveId" clId="{0F6830A5-18AB-4F1B-8BBB-DA235794CEC1}" dt="2025-12-18T15:52:22.412" v="589" actId="9405"/>
          <ac:inkMkLst>
            <pc:docMk/>
            <pc:sldMk cId="905047989" sldId="271"/>
            <ac:inkMk id="20" creationId="{14396C6D-1BD6-102F-6FA6-A7DF564E9079}"/>
          </ac:inkMkLst>
        </pc:inkChg>
        <pc:inkChg chg="add">
          <ac:chgData name="Rodica Ioana Lung" userId="64ee56e8d7162e1e" providerId="LiveId" clId="{0F6830A5-18AB-4F1B-8BBB-DA235794CEC1}" dt="2025-12-18T15:52:22.682" v="590" actId="9405"/>
          <ac:inkMkLst>
            <pc:docMk/>
            <pc:sldMk cId="905047989" sldId="271"/>
            <ac:inkMk id="21" creationId="{627220E5-A635-154A-66CE-785D45A1D3DD}"/>
          </ac:inkMkLst>
        </pc:inkChg>
        <pc:inkChg chg="add">
          <ac:chgData name="Rodica Ioana Lung" userId="64ee56e8d7162e1e" providerId="LiveId" clId="{0F6830A5-18AB-4F1B-8BBB-DA235794CEC1}" dt="2025-12-18T15:52:24.960" v="592" actId="9405"/>
          <ac:inkMkLst>
            <pc:docMk/>
            <pc:sldMk cId="905047989" sldId="271"/>
            <ac:inkMk id="23" creationId="{4E2DAF15-084B-0A4E-3E33-EEA7A1E06524}"/>
          </ac:inkMkLst>
        </pc:inkChg>
        <pc:inkChg chg="add mod">
          <ac:chgData name="Rodica Ioana Lung" userId="64ee56e8d7162e1e" providerId="LiveId" clId="{0F6830A5-18AB-4F1B-8BBB-DA235794CEC1}" dt="2025-12-18T15:53:16.908" v="606"/>
          <ac:inkMkLst>
            <pc:docMk/>
            <pc:sldMk cId="905047989" sldId="271"/>
            <ac:inkMk id="24" creationId="{8B796EE6-C9E7-FE04-B2C8-25C96B188013}"/>
          </ac:inkMkLst>
        </pc:inkChg>
        <pc:inkChg chg="add mod">
          <ac:chgData name="Rodica Ioana Lung" userId="64ee56e8d7162e1e" providerId="LiveId" clId="{0F6830A5-18AB-4F1B-8BBB-DA235794CEC1}" dt="2025-12-18T15:53:16.908" v="606"/>
          <ac:inkMkLst>
            <pc:docMk/>
            <pc:sldMk cId="905047989" sldId="271"/>
            <ac:inkMk id="25" creationId="{99D421FB-1D7D-EB82-BB29-F2CB20D41534}"/>
          </ac:inkMkLst>
        </pc:inkChg>
        <pc:inkChg chg="add mod">
          <ac:chgData name="Rodica Ioana Lung" userId="64ee56e8d7162e1e" providerId="LiveId" clId="{0F6830A5-18AB-4F1B-8BBB-DA235794CEC1}" dt="2025-12-18T15:53:16.908" v="606"/>
          <ac:inkMkLst>
            <pc:docMk/>
            <pc:sldMk cId="905047989" sldId="271"/>
            <ac:inkMk id="26" creationId="{A7693D72-BC7F-9315-166D-04AC42DB7BBE}"/>
          </ac:inkMkLst>
        </pc:inkChg>
        <pc:inkChg chg="add">
          <ac:chgData name="Rodica Ioana Lung" userId="64ee56e8d7162e1e" providerId="LiveId" clId="{0F6830A5-18AB-4F1B-8BBB-DA235794CEC1}" dt="2025-12-18T15:52:33.555" v="597" actId="9405"/>
          <ac:inkMkLst>
            <pc:docMk/>
            <pc:sldMk cId="905047989" sldId="271"/>
            <ac:inkMk id="28" creationId="{0FB9A85D-46DC-D150-4EB2-EB1A8CC95E03}"/>
          </ac:inkMkLst>
        </pc:inkChg>
        <pc:inkChg chg="add mod">
          <ac:chgData name="Rodica Ioana Lung" userId="64ee56e8d7162e1e" providerId="LiveId" clId="{0F6830A5-18AB-4F1B-8BBB-DA235794CEC1}" dt="2025-12-18T15:53:20.828" v="608"/>
          <ac:inkMkLst>
            <pc:docMk/>
            <pc:sldMk cId="905047989" sldId="271"/>
            <ac:inkMk id="29" creationId="{CBA23426-F563-1D0A-0D12-55FEFA68ECBC}"/>
          </ac:inkMkLst>
        </pc:inkChg>
        <pc:inkChg chg="add mod">
          <ac:chgData name="Rodica Ioana Lung" userId="64ee56e8d7162e1e" providerId="LiveId" clId="{0F6830A5-18AB-4F1B-8BBB-DA235794CEC1}" dt="2025-12-18T15:53:20.828" v="608"/>
          <ac:inkMkLst>
            <pc:docMk/>
            <pc:sldMk cId="905047989" sldId="271"/>
            <ac:inkMk id="30" creationId="{45FA4110-F907-25DF-4BCD-8A72239021C1}"/>
          </ac:inkMkLst>
        </pc:inkChg>
        <pc:inkChg chg="add">
          <ac:chgData name="Rodica Ioana Lung" userId="64ee56e8d7162e1e" providerId="LiveId" clId="{0F6830A5-18AB-4F1B-8BBB-DA235794CEC1}" dt="2025-12-18T15:53:02.402" v="601" actId="9405"/>
          <ac:inkMkLst>
            <pc:docMk/>
            <pc:sldMk cId="905047989" sldId="271"/>
            <ac:inkMk id="32" creationId="{F8E1C601-F8DA-4A99-E4C7-35D41360565F}"/>
          </ac:inkMkLst>
        </pc:inkChg>
        <pc:inkChg chg="add">
          <ac:chgData name="Rodica Ioana Lung" userId="64ee56e8d7162e1e" providerId="LiveId" clId="{0F6830A5-18AB-4F1B-8BBB-DA235794CEC1}" dt="2025-12-18T15:53:02.943" v="602" actId="9405"/>
          <ac:inkMkLst>
            <pc:docMk/>
            <pc:sldMk cId="905047989" sldId="271"/>
            <ac:inkMk id="33" creationId="{AD16B111-FC21-6163-AC61-56843B30998E}"/>
          </ac:inkMkLst>
        </pc:inkChg>
        <pc:inkChg chg="add">
          <ac:chgData name="Rodica Ioana Lung" userId="64ee56e8d7162e1e" providerId="LiveId" clId="{0F6830A5-18AB-4F1B-8BBB-DA235794CEC1}" dt="2025-12-18T15:53:05.244" v="603" actId="9405"/>
          <ac:inkMkLst>
            <pc:docMk/>
            <pc:sldMk cId="905047989" sldId="271"/>
            <ac:inkMk id="34" creationId="{F40C6931-5D33-7580-AE24-EE03C8EC829F}"/>
          </ac:inkMkLst>
        </pc:inkChg>
        <pc:inkChg chg="add">
          <ac:chgData name="Rodica Ioana Lung" userId="64ee56e8d7162e1e" providerId="LiveId" clId="{0F6830A5-18AB-4F1B-8BBB-DA235794CEC1}" dt="2025-12-18T15:53:06.793" v="604" actId="9405"/>
          <ac:inkMkLst>
            <pc:docMk/>
            <pc:sldMk cId="905047989" sldId="271"/>
            <ac:inkMk id="35" creationId="{D80D575B-E3F9-B1C0-6818-921E00993348}"/>
          </ac:inkMkLst>
        </pc:inkChg>
        <pc:inkChg chg="add mod">
          <ac:chgData name="Rodica Ioana Lung" userId="64ee56e8d7162e1e" providerId="LiveId" clId="{0F6830A5-18AB-4F1B-8BBB-DA235794CEC1}" dt="2025-12-18T15:53:16.908" v="606"/>
          <ac:inkMkLst>
            <pc:docMk/>
            <pc:sldMk cId="905047989" sldId="271"/>
            <ac:inkMk id="36" creationId="{25F7C4C2-1FFA-B4A4-FC5F-1FBA35545FFF}"/>
          </ac:inkMkLst>
        </pc:inkChg>
        <pc:inkChg chg="add mod">
          <ac:chgData name="Rodica Ioana Lung" userId="64ee56e8d7162e1e" providerId="LiveId" clId="{0F6830A5-18AB-4F1B-8BBB-DA235794CEC1}" dt="2025-12-18T15:53:20.828" v="608"/>
          <ac:inkMkLst>
            <pc:docMk/>
            <pc:sldMk cId="905047989" sldId="271"/>
            <ac:inkMk id="38" creationId="{9B88B06F-BB4E-B679-B9F2-4259A6AF15E3}"/>
          </ac:inkMkLst>
        </pc:inkChg>
      </pc:sldChg>
      <pc:sldChg chg="addSp mod">
        <pc:chgData name="Rodica Ioana Lung" userId="64ee56e8d7162e1e" providerId="LiveId" clId="{0F6830A5-18AB-4F1B-8BBB-DA235794CEC1}" dt="2025-12-18T15:57:49.280" v="684" actId="9405"/>
        <pc:sldMkLst>
          <pc:docMk/>
          <pc:sldMk cId="1065318673" sldId="272"/>
        </pc:sldMkLst>
        <pc:inkChg chg="add">
          <ac:chgData name="Rodica Ioana Lung" userId="64ee56e8d7162e1e" providerId="LiveId" clId="{0F6830A5-18AB-4F1B-8BBB-DA235794CEC1}" dt="2025-12-18T15:57:49.280" v="684" actId="9405"/>
          <ac:inkMkLst>
            <pc:docMk/>
            <pc:sldMk cId="1065318673" sldId="272"/>
            <ac:inkMk id="4" creationId="{83E2D769-9AD6-17EE-F088-83C35D68E4A8}"/>
          </ac:inkMkLst>
        </pc:inkChg>
      </pc:sldChg>
      <pc:sldChg chg="addSp delSp modSp new mod">
        <pc:chgData name="Rodica Ioana Lung" userId="64ee56e8d7162e1e" providerId="LiveId" clId="{0F6830A5-18AB-4F1B-8BBB-DA235794CEC1}" dt="2025-12-18T15:45:03.013" v="498" actId="9405"/>
        <pc:sldMkLst>
          <pc:docMk/>
          <pc:sldMk cId="2958895266" sldId="273"/>
        </pc:sldMkLst>
        <pc:grpChg chg="mod">
          <ac:chgData name="Rodica Ioana Lung" userId="64ee56e8d7162e1e" providerId="LiveId" clId="{0F6830A5-18AB-4F1B-8BBB-DA235794CEC1}" dt="2025-12-18T15:31:40.860" v="32"/>
          <ac:grpSpMkLst>
            <pc:docMk/>
            <pc:sldMk cId="2958895266" sldId="273"/>
            <ac:grpSpMk id="17" creationId="{410F1631-F613-F6FE-C0AE-338E0C02AEA7}"/>
          </ac:grpSpMkLst>
        </pc:grpChg>
        <pc:grpChg chg="mod">
          <ac:chgData name="Rodica Ioana Lung" userId="64ee56e8d7162e1e" providerId="LiveId" clId="{0F6830A5-18AB-4F1B-8BBB-DA235794CEC1}" dt="2025-12-18T15:31:40.860" v="32"/>
          <ac:grpSpMkLst>
            <pc:docMk/>
            <pc:sldMk cId="2958895266" sldId="273"/>
            <ac:grpSpMk id="18" creationId="{57AA33B5-60D4-C70B-B90B-C0795632FF44}"/>
          </ac:grpSpMkLst>
        </pc:grpChg>
        <pc:grpChg chg="del mod">
          <ac:chgData name="Rodica Ioana Lung" userId="64ee56e8d7162e1e" providerId="LiveId" clId="{0F6830A5-18AB-4F1B-8BBB-DA235794CEC1}" dt="2025-12-18T15:31:50.674" v="41"/>
          <ac:grpSpMkLst>
            <pc:docMk/>
            <pc:sldMk cId="2958895266" sldId="273"/>
            <ac:grpSpMk id="21" creationId="{2478A6B4-CE6F-7F30-939E-82AC04CD7379}"/>
          </ac:grpSpMkLst>
        </pc:grpChg>
        <pc:grpChg chg="del mod">
          <ac:chgData name="Rodica Ioana Lung" userId="64ee56e8d7162e1e" providerId="LiveId" clId="{0F6830A5-18AB-4F1B-8BBB-DA235794CEC1}" dt="2025-12-18T15:31:50.674" v="41"/>
          <ac:grpSpMkLst>
            <pc:docMk/>
            <pc:sldMk cId="2958895266" sldId="273"/>
            <ac:grpSpMk id="27" creationId="{F3146823-0500-DC1E-8F17-AB7C0DBFD093}"/>
          </ac:grpSpMkLst>
        </pc:grpChg>
        <pc:grpChg chg="mod">
          <ac:chgData name="Rodica Ioana Lung" userId="64ee56e8d7162e1e" providerId="LiveId" clId="{0F6830A5-18AB-4F1B-8BBB-DA235794CEC1}" dt="2025-12-18T15:31:50.674" v="41"/>
          <ac:grpSpMkLst>
            <pc:docMk/>
            <pc:sldMk cId="2958895266" sldId="273"/>
            <ac:grpSpMk id="28" creationId="{3FB233D0-313A-9BE9-DCC5-E69CD5FA88FC}"/>
          </ac:grpSpMkLst>
        </pc:grpChg>
        <pc:grpChg chg="mod">
          <ac:chgData name="Rodica Ioana Lung" userId="64ee56e8d7162e1e" providerId="LiveId" clId="{0F6830A5-18AB-4F1B-8BBB-DA235794CEC1}" dt="2025-12-18T15:31:54.373" v="47"/>
          <ac:grpSpMkLst>
            <pc:docMk/>
            <pc:sldMk cId="2958895266" sldId="273"/>
            <ac:grpSpMk id="34" creationId="{BCB07ABF-8602-BB93-FEB0-655855DE696C}"/>
          </ac:grpSpMkLst>
        </pc:grpChg>
        <pc:grpChg chg="mod">
          <ac:chgData name="Rodica Ioana Lung" userId="64ee56e8d7162e1e" providerId="LiveId" clId="{0F6830A5-18AB-4F1B-8BBB-DA235794CEC1}" dt="2025-12-18T15:32:02.397" v="57"/>
          <ac:grpSpMkLst>
            <pc:docMk/>
            <pc:sldMk cId="2958895266" sldId="273"/>
            <ac:grpSpMk id="44" creationId="{728FDF51-E33B-DF4E-D6D8-B83511B2B0D5}"/>
          </ac:grpSpMkLst>
        </pc:grpChg>
        <pc:grpChg chg="mod">
          <ac:chgData name="Rodica Ioana Lung" userId="64ee56e8d7162e1e" providerId="LiveId" clId="{0F6830A5-18AB-4F1B-8BBB-DA235794CEC1}" dt="2025-12-18T15:32:07.055" v="63"/>
          <ac:grpSpMkLst>
            <pc:docMk/>
            <pc:sldMk cId="2958895266" sldId="273"/>
            <ac:grpSpMk id="50" creationId="{AF20C6AD-2709-7683-02A3-02F3B3853A67}"/>
          </ac:grpSpMkLst>
        </pc:grpChg>
        <pc:grpChg chg="del mod">
          <ac:chgData name="Rodica Ioana Lung" userId="64ee56e8d7162e1e" providerId="LiveId" clId="{0F6830A5-18AB-4F1B-8BBB-DA235794CEC1}" dt="2025-12-18T15:32:14.985" v="73"/>
          <ac:grpSpMkLst>
            <pc:docMk/>
            <pc:sldMk cId="2958895266" sldId="273"/>
            <ac:grpSpMk id="58" creationId="{4A3E5A02-89B3-3D65-4DF4-9BA024F6C386}"/>
          </ac:grpSpMkLst>
        </pc:grpChg>
        <pc:grpChg chg="del mod">
          <ac:chgData name="Rodica Ioana Lung" userId="64ee56e8d7162e1e" providerId="LiveId" clId="{0F6830A5-18AB-4F1B-8BBB-DA235794CEC1}" dt="2025-12-18T15:33:05.878" v="114"/>
          <ac:grpSpMkLst>
            <pc:docMk/>
            <pc:sldMk cId="2958895266" sldId="273"/>
            <ac:grpSpMk id="60" creationId="{D7827B89-C90D-B1B8-56DD-D8C7C181685E}"/>
          </ac:grpSpMkLst>
        </pc:grpChg>
        <pc:grpChg chg="del mod">
          <ac:chgData name="Rodica Ioana Lung" userId="64ee56e8d7162e1e" providerId="LiveId" clId="{0F6830A5-18AB-4F1B-8BBB-DA235794CEC1}" dt="2025-12-18T15:32:27.734" v="95"/>
          <ac:grpSpMkLst>
            <pc:docMk/>
            <pc:sldMk cId="2958895266" sldId="273"/>
            <ac:grpSpMk id="71" creationId="{D36AA5CA-8780-008E-B478-5A2D1EC57BE9}"/>
          </ac:grpSpMkLst>
        </pc:grpChg>
        <pc:grpChg chg="del mod">
          <ac:chgData name="Rodica Ioana Lung" userId="64ee56e8d7162e1e" providerId="LiveId" clId="{0F6830A5-18AB-4F1B-8BBB-DA235794CEC1}" dt="2025-12-18T15:32:22.035" v="84"/>
          <ac:grpSpMkLst>
            <pc:docMk/>
            <pc:sldMk cId="2958895266" sldId="273"/>
            <ac:grpSpMk id="72" creationId="{904CFC07-7463-5E00-A2EB-03AC46ED56EF}"/>
          </ac:grpSpMkLst>
        </pc:grpChg>
        <pc:grpChg chg="del mod">
          <ac:chgData name="Rodica Ioana Lung" userId="64ee56e8d7162e1e" providerId="LiveId" clId="{0F6830A5-18AB-4F1B-8BBB-DA235794CEC1}" dt="2025-12-18T15:37:14.219" v="219"/>
          <ac:grpSpMkLst>
            <pc:docMk/>
            <pc:sldMk cId="2958895266" sldId="273"/>
            <ac:grpSpMk id="73" creationId="{A45C72CA-910E-DD99-EA78-ADFED1AC62A7}"/>
          </ac:grpSpMkLst>
        </pc:grpChg>
        <pc:grpChg chg="del mod">
          <ac:chgData name="Rodica Ioana Lung" userId="64ee56e8d7162e1e" providerId="LiveId" clId="{0F6830A5-18AB-4F1B-8BBB-DA235794CEC1}" dt="2025-12-18T15:44:57.411" v="494"/>
          <ac:grpSpMkLst>
            <pc:docMk/>
            <pc:sldMk cId="2958895266" sldId="273"/>
            <ac:grpSpMk id="84" creationId="{5F00E98E-1AC0-AE8F-AE1A-2B49830FF581}"/>
          </ac:grpSpMkLst>
        </pc:grpChg>
        <pc:grpChg chg="del mod">
          <ac:chgData name="Rodica Ioana Lung" userId="64ee56e8d7162e1e" providerId="LiveId" clId="{0F6830A5-18AB-4F1B-8BBB-DA235794CEC1}" dt="2025-12-18T15:44:57.411" v="494"/>
          <ac:grpSpMkLst>
            <pc:docMk/>
            <pc:sldMk cId="2958895266" sldId="273"/>
            <ac:grpSpMk id="85" creationId="{0E998FE4-489B-BCEB-D055-EAF9BC9E919D}"/>
          </ac:grpSpMkLst>
        </pc:grpChg>
        <pc:grpChg chg="del mod">
          <ac:chgData name="Rodica Ioana Lung" userId="64ee56e8d7162e1e" providerId="LiveId" clId="{0F6830A5-18AB-4F1B-8BBB-DA235794CEC1}" dt="2025-12-18T15:37:14.219" v="219"/>
          <ac:grpSpMkLst>
            <pc:docMk/>
            <pc:sldMk cId="2958895266" sldId="273"/>
            <ac:grpSpMk id="101" creationId="{607E095F-8A9A-3F67-72B6-46846E065FB1}"/>
          </ac:grpSpMkLst>
        </pc:grpChg>
        <pc:grpChg chg="del mod">
          <ac:chgData name="Rodica Ioana Lung" userId="64ee56e8d7162e1e" providerId="LiveId" clId="{0F6830A5-18AB-4F1B-8BBB-DA235794CEC1}" dt="2025-12-18T15:37:14.219" v="219"/>
          <ac:grpSpMkLst>
            <pc:docMk/>
            <pc:sldMk cId="2958895266" sldId="273"/>
            <ac:grpSpMk id="102" creationId="{5056D6C9-DBF9-CC17-C797-FC50F5029844}"/>
          </ac:grpSpMkLst>
        </pc:grpChg>
        <pc:grpChg chg="del mod">
          <ac:chgData name="Rodica Ioana Lung" userId="64ee56e8d7162e1e" providerId="LiveId" clId="{0F6830A5-18AB-4F1B-8BBB-DA235794CEC1}" dt="2025-12-18T15:33:05.878" v="114"/>
          <ac:grpSpMkLst>
            <pc:docMk/>
            <pc:sldMk cId="2958895266" sldId="273"/>
            <ac:grpSpMk id="103" creationId="{CC9A2B00-DDC7-F853-677D-8CF5219070EB}"/>
          </ac:grpSpMkLst>
        </pc:grpChg>
        <pc:grpChg chg="del mod">
          <ac:chgData name="Rodica Ioana Lung" userId="64ee56e8d7162e1e" providerId="LiveId" clId="{0F6830A5-18AB-4F1B-8BBB-DA235794CEC1}" dt="2025-12-18T15:37:14.219" v="219"/>
          <ac:grpSpMkLst>
            <pc:docMk/>
            <pc:sldMk cId="2958895266" sldId="273"/>
            <ac:grpSpMk id="104" creationId="{D09B5BED-0E3D-25C8-5947-90DFB229A940}"/>
          </ac:grpSpMkLst>
        </pc:grpChg>
        <pc:grpChg chg="del mod">
          <ac:chgData name="Rodica Ioana Lung" userId="64ee56e8d7162e1e" providerId="LiveId" clId="{0F6830A5-18AB-4F1B-8BBB-DA235794CEC1}" dt="2025-12-18T15:44:57.411" v="494"/>
          <ac:grpSpMkLst>
            <pc:docMk/>
            <pc:sldMk cId="2958895266" sldId="273"/>
            <ac:grpSpMk id="108" creationId="{E21FBA72-5271-570F-8BEA-D0920DE90CE1}"/>
          </ac:grpSpMkLst>
        </pc:grpChg>
        <pc:grpChg chg="del mod">
          <ac:chgData name="Rodica Ioana Lung" userId="64ee56e8d7162e1e" providerId="LiveId" clId="{0F6830A5-18AB-4F1B-8BBB-DA235794CEC1}" dt="2025-12-18T15:44:57.411" v="494"/>
          <ac:grpSpMkLst>
            <pc:docMk/>
            <pc:sldMk cId="2958895266" sldId="273"/>
            <ac:grpSpMk id="118" creationId="{17777450-DD8C-4932-D39F-AC131603805F}"/>
          </ac:grpSpMkLst>
        </pc:grpChg>
        <pc:grpChg chg="del mod">
          <ac:chgData name="Rodica Ioana Lung" userId="64ee56e8d7162e1e" providerId="LiveId" clId="{0F6830A5-18AB-4F1B-8BBB-DA235794CEC1}" dt="2025-12-18T15:44:57.411" v="494"/>
          <ac:grpSpMkLst>
            <pc:docMk/>
            <pc:sldMk cId="2958895266" sldId="273"/>
            <ac:grpSpMk id="119" creationId="{D2ABEBEF-E887-4CB0-0A8E-C42C597AEFF9}"/>
          </ac:grpSpMkLst>
        </pc:grpChg>
        <pc:grpChg chg="del mod">
          <ac:chgData name="Rodica Ioana Lung" userId="64ee56e8d7162e1e" providerId="LiveId" clId="{0F6830A5-18AB-4F1B-8BBB-DA235794CEC1}" dt="2025-12-18T15:33:32.894" v="139"/>
          <ac:grpSpMkLst>
            <pc:docMk/>
            <pc:sldMk cId="2958895266" sldId="273"/>
            <ac:grpSpMk id="127" creationId="{596C03FD-2258-3D7D-2191-AF73C793F9C1}"/>
          </ac:grpSpMkLst>
        </pc:grpChg>
        <pc:grpChg chg="del mod">
          <ac:chgData name="Rodica Ioana Lung" userId="64ee56e8d7162e1e" providerId="LiveId" clId="{0F6830A5-18AB-4F1B-8BBB-DA235794CEC1}" dt="2025-12-18T15:33:37.910" v="149"/>
          <ac:grpSpMkLst>
            <pc:docMk/>
            <pc:sldMk cId="2958895266" sldId="273"/>
            <ac:grpSpMk id="130" creationId="{1CD0DFE0-36AF-575E-20A3-DF1C4093D27B}"/>
          </ac:grpSpMkLst>
        </pc:grpChg>
        <pc:grpChg chg="mod">
          <ac:chgData name="Rodica Ioana Lung" userId="64ee56e8d7162e1e" providerId="LiveId" clId="{0F6830A5-18AB-4F1B-8BBB-DA235794CEC1}" dt="2025-12-18T15:33:37.910" v="149"/>
          <ac:grpSpMkLst>
            <pc:docMk/>
            <pc:sldMk cId="2958895266" sldId="273"/>
            <ac:grpSpMk id="140" creationId="{04D5E81B-A628-E500-74D9-A24A27C1FE85}"/>
          </ac:grpSpMkLst>
        </pc:grpChg>
        <pc:grpChg chg="del mod">
          <ac:chgData name="Rodica Ioana Lung" userId="64ee56e8d7162e1e" providerId="LiveId" clId="{0F6830A5-18AB-4F1B-8BBB-DA235794CEC1}" dt="2025-12-18T15:33:44.492" v="158"/>
          <ac:grpSpMkLst>
            <pc:docMk/>
            <pc:sldMk cId="2958895266" sldId="273"/>
            <ac:grpSpMk id="147" creationId="{19376053-4420-B834-40F0-D262AC71FFF0}"/>
          </ac:grpSpMkLst>
        </pc:grpChg>
        <pc:grpChg chg="mod">
          <ac:chgData name="Rodica Ioana Lung" userId="64ee56e8d7162e1e" providerId="LiveId" clId="{0F6830A5-18AB-4F1B-8BBB-DA235794CEC1}" dt="2025-12-18T15:33:44.492" v="158"/>
          <ac:grpSpMkLst>
            <pc:docMk/>
            <pc:sldMk cId="2958895266" sldId="273"/>
            <ac:grpSpMk id="149" creationId="{88F9D746-BD4C-3A9C-53FB-475CFD66DDAC}"/>
          </ac:grpSpMkLst>
        </pc:grpChg>
        <pc:grpChg chg="mod">
          <ac:chgData name="Rodica Ioana Lung" userId="64ee56e8d7162e1e" providerId="LiveId" clId="{0F6830A5-18AB-4F1B-8BBB-DA235794CEC1}" dt="2025-12-18T15:33:49.329" v="165"/>
          <ac:grpSpMkLst>
            <pc:docMk/>
            <pc:sldMk cId="2958895266" sldId="273"/>
            <ac:grpSpMk id="156" creationId="{4C378582-6C81-888B-894D-4A3E2DE4EC87}"/>
          </ac:grpSpMkLst>
        </pc:grpChg>
        <pc:grpChg chg="mod">
          <ac:chgData name="Rodica Ioana Lung" userId="64ee56e8d7162e1e" providerId="LiveId" clId="{0F6830A5-18AB-4F1B-8BBB-DA235794CEC1}" dt="2025-12-18T15:33:49.329" v="165"/>
          <ac:grpSpMkLst>
            <pc:docMk/>
            <pc:sldMk cId="2958895266" sldId="273"/>
            <ac:grpSpMk id="157" creationId="{94B5EE66-F823-D547-D844-791DC98634FF}"/>
          </ac:grpSpMkLst>
        </pc:grpChg>
        <pc:grpChg chg="mod">
          <ac:chgData name="Rodica Ioana Lung" userId="64ee56e8d7162e1e" providerId="LiveId" clId="{0F6830A5-18AB-4F1B-8BBB-DA235794CEC1}" dt="2025-12-18T15:33:51.420" v="168"/>
          <ac:grpSpMkLst>
            <pc:docMk/>
            <pc:sldMk cId="2958895266" sldId="273"/>
            <ac:grpSpMk id="160" creationId="{6848C1B0-4767-929A-6C32-520DC816D97F}"/>
          </ac:grpSpMkLst>
        </pc:grpChg>
        <pc:grpChg chg="mod">
          <ac:chgData name="Rodica Ioana Lung" userId="64ee56e8d7162e1e" providerId="LiveId" clId="{0F6830A5-18AB-4F1B-8BBB-DA235794CEC1}" dt="2025-12-18T15:33:53.874" v="172"/>
          <ac:grpSpMkLst>
            <pc:docMk/>
            <pc:sldMk cId="2958895266" sldId="273"/>
            <ac:grpSpMk id="164" creationId="{3987A2A5-9376-F710-B336-8CCB144CF676}"/>
          </ac:grpSpMkLst>
        </pc:grpChg>
        <pc:grpChg chg="del mod">
          <ac:chgData name="Rodica Ioana Lung" userId="64ee56e8d7162e1e" providerId="LiveId" clId="{0F6830A5-18AB-4F1B-8BBB-DA235794CEC1}" dt="2025-12-18T15:34:02.391" v="185"/>
          <ac:grpSpMkLst>
            <pc:docMk/>
            <pc:sldMk cId="2958895266" sldId="273"/>
            <ac:grpSpMk id="168" creationId="{F61572F7-2BA1-E0A8-0E7A-935470E0CFCB}"/>
          </ac:grpSpMkLst>
        </pc:grpChg>
        <pc:grpChg chg="mod">
          <ac:chgData name="Rodica Ioana Lung" userId="64ee56e8d7162e1e" providerId="LiveId" clId="{0F6830A5-18AB-4F1B-8BBB-DA235794CEC1}" dt="2025-12-18T15:34:02.391" v="185"/>
          <ac:grpSpMkLst>
            <pc:docMk/>
            <pc:sldMk cId="2958895266" sldId="273"/>
            <ac:grpSpMk id="177" creationId="{F7CF1114-7F24-DA9D-2F6A-BDBB39706ACB}"/>
          </ac:grpSpMkLst>
        </pc:grpChg>
        <pc:grpChg chg="mod">
          <ac:chgData name="Rodica Ioana Lung" userId="64ee56e8d7162e1e" providerId="LiveId" clId="{0F6830A5-18AB-4F1B-8BBB-DA235794CEC1}" dt="2025-12-18T15:34:02.391" v="185"/>
          <ac:grpSpMkLst>
            <pc:docMk/>
            <pc:sldMk cId="2958895266" sldId="273"/>
            <ac:grpSpMk id="178" creationId="{A401819D-BE0A-6BE9-5B54-91A8F0326962}"/>
          </ac:grpSpMkLst>
        </pc:grpChg>
        <pc:grpChg chg="mod">
          <ac:chgData name="Rodica Ioana Lung" userId="64ee56e8d7162e1e" providerId="LiveId" clId="{0F6830A5-18AB-4F1B-8BBB-DA235794CEC1}" dt="2025-12-18T15:36:37.796" v="190"/>
          <ac:grpSpMkLst>
            <pc:docMk/>
            <pc:sldMk cId="2958895266" sldId="273"/>
            <ac:grpSpMk id="183" creationId="{27769D3C-DE5C-A544-7CC9-FC0B6B774749}"/>
          </ac:grpSpMkLst>
        </pc:grpChg>
        <pc:grpChg chg="mod">
          <ac:chgData name="Rodica Ioana Lung" userId="64ee56e8d7162e1e" providerId="LiveId" clId="{0F6830A5-18AB-4F1B-8BBB-DA235794CEC1}" dt="2025-12-18T15:36:41.293" v="193"/>
          <ac:grpSpMkLst>
            <pc:docMk/>
            <pc:sldMk cId="2958895266" sldId="273"/>
            <ac:grpSpMk id="186" creationId="{6BCAC3BA-C850-8864-C08F-58A987C049A8}"/>
          </ac:grpSpMkLst>
        </pc:grpChg>
        <pc:grpChg chg="del mod">
          <ac:chgData name="Rodica Ioana Lung" userId="64ee56e8d7162e1e" providerId="LiveId" clId="{0F6830A5-18AB-4F1B-8BBB-DA235794CEC1}" dt="2025-12-18T15:37:32.947" v="245"/>
          <ac:grpSpMkLst>
            <pc:docMk/>
            <pc:sldMk cId="2958895266" sldId="273"/>
            <ac:grpSpMk id="194" creationId="{BC21D41B-4A2F-AE04-4300-CB023453DECE}"/>
          </ac:grpSpMkLst>
        </pc:grpChg>
        <pc:grpChg chg="del mod">
          <ac:chgData name="Rodica Ioana Lung" userId="64ee56e8d7162e1e" providerId="LiveId" clId="{0F6830A5-18AB-4F1B-8BBB-DA235794CEC1}" dt="2025-12-18T15:37:09.695" v="217"/>
          <ac:grpSpMkLst>
            <pc:docMk/>
            <pc:sldMk cId="2958895266" sldId="273"/>
            <ac:grpSpMk id="198" creationId="{65D245F2-5FA5-5717-66D4-69CA7AD9640E}"/>
          </ac:grpSpMkLst>
        </pc:grpChg>
        <pc:grpChg chg="del mod">
          <ac:chgData name="Rodica Ioana Lung" userId="64ee56e8d7162e1e" providerId="LiveId" clId="{0F6830A5-18AB-4F1B-8BBB-DA235794CEC1}" dt="2025-12-18T15:37:32.947" v="245"/>
          <ac:grpSpMkLst>
            <pc:docMk/>
            <pc:sldMk cId="2958895266" sldId="273"/>
            <ac:grpSpMk id="210" creationId="{6588E38C-DB9A-D3CF-0941-BFB60D245782}"/>
          </ac:grpSpMkLst>
        </pc:grpChg>
        <pc:grpChg chg="del mod">
          <ac:chgData name="Rodica Ioana Lung" userId="64ee56e8d7162e1e" providerId="LiveId" clId="{0F6830A5-18AB-4F1B-8BBB-DA235794CEC1}" dt="2025-12-18T15:37:32.947" v="245"/>
          <ac:grpSpMkLst>
            <pc:docMk/>
            <pc:sldMk cId="2958895266" sldId="273"/>
            <ac:grpSpMk id="211" creationId="{6DA3E59D-6C37-CB55-1E15-EEA97D2366D5}"/>
          </ac:grpSpMkLst>
        </pc:grpChg>
        <pc:grpChg chg="mod">
          <ac:chgData name="Rodica Ioana Lung" userId="64ee56e8d7162e1e" providerId="LiveId" clId="{0F6830A5-18AB-4F1B-8BBB-DA235794CEC1}" dt="2025-12-18T15:37:14.219" v="219"/>
          <ac:grpSpMkLst>
            <pc:docMk/>
            <pc:sldMk cId="2958895266" sldId="273"/>
            <ac:grpSpMk id="213" creationId="{ADF96B7E-DB54-E584-188F-9464E7F43527}"/>
          </ac:grpSpMkLst>
        </pc:grpChg>
        <pc:grpChg chg="mod">
          <ac:chgData name="Rodica Ioana Lung" userId="64ee56e8d7162e1e" providerId="LiveId" clId="{0F6830A5-18AB-4F1B-8BBB-DA235794CEC1}" dt="2025-12-18T15:37:26.880" v="242"/>
          <ac:grpSpMkLst>
            <pc:docMk/>
            <pc:sldMk cId="2958895266" sldId="273"/>
            <ac:grpSpMk id="236" creationId="{46D25EB8-9DE1-239A-C241-CB8D10CB280E}"/>
          </ac:grpSpMkLst>
        </pc:grpChg>
        <pc:grpChg chg="del mod">
          <ac:chgData name="Rodica Ioana Lung" userId="64ee56e8d7162e1e" providerId="LiveId" clId="{0F6830A5-18AB-4F1B-8BBB-DA235794CEC1}" dt="2025-12-18T15:37:41.984" v="254"/>
          <ac:grpSpMkLst>
            <pc:docMk/>
            <pc:sldMk cId="2958895266" sldId="273"/>
            <ac:grpSpMk id="239" creationId="{64B9E8F7-EB3E-CF11-B70A-3D0940F28D2C}"/>
          </ac:grpSpMkLst>
        </pc:grpChg>
        <pc:grpChg chg="del mod">
          <ac:chgData name="Rodica Ioana Lung" userId="64ee56e8d7162e1e" providerId="LiveId" clId="{0F6830A5-18AB-4F1B-8BBB-DA235794CEC1}" dt="2025-12-18T15:37:41.984" v="254"/>
          <ac:grpSpMkLst>
            <pc:docMk/>
            <pc:sldMk cId="2958895266" sldId="273"/>
            <ac:grpSpMk id="242" creationId="{C50A853C-67BD-120D-8FE0-785A79463A97}"/>
          </ac:grpSpMkLst>
        </pc:grpChg>
        <pc:grpChg chg="del mod">
          <ac:chgData name="Rodica Ioana Lung" userId="64ee56e8d7162e1e" providerId="LiveId" clId="{0F6830A5-18AB-4F1B-8BBB-DA235794CEC1}" dt="2025-12-18T15:37:46.609" v="269"/>
          <ac:grpSpMkLst>
            <pc:docMk/>
            <pc:sldMk cId="2958895266" sldId="273"/>
            <ac:grpSpMk id="248" creationId="{B6E2029D-A96B-9813-CE63-75F883D314E9}"/>
          </ac:grpSpMkLst>
        </pc:grpChg>
        <pc:grpChg chg="del mod">
          <ac:chgData name="Rodica Ioana Lung" userId="64ee56e8d7162e1e" providerId="LiveId" clId="{0F6830A5-18AB-4F1B-8BBB-DA235794CEC1}" dt="2025-12-18T15:37:46.609" v="269"/>
          <ac:grpSpMkLst>
            <pc:docMk/>
            <pc:sldMk cId="2958895266" sldId="273"/>
            <ac:grpSpMk id="263" creationId="{610573E7-F797-8117-69A4-DAE19ED09C9C}"/>
          </ac:grpSpMkLst>
        </pc:grpChg>
        <pc:grpChg chg="del mod">
          <ac:chgData name="Rodica Ioana Lung" userId="64ee56e8d7162e1e" providerId="LiveId" clId="{0F6830A5-18AB-4F1B-8BBB-DA235794CEC1}" dt="2025-12-18T15:37:48.688" v="274"/>
          <ac:grpSpMkLst>
            <pc:docMk/>
            <pc:sldMk cId="2958895266" sldId="273"/>
            <ac:grpSpMk id="264" creationId="{0E133214-5023-E4CE-AC03-A5B078747338}"/>
          </ac:grpSpMkLst>
        </pc:grpChg>
        <pc:grpChg chg="del mod">
          <ac:chgData name="Rodica Ioana Lung" userId="64ee56e8d7162e1e" providerId="LiveId" clId="{0F6830A5-18AB-4F1B-8BBB-DA235794CEC1}" dt="2025-12-18T15:38:00.503" v="283"/>
          <ac:grpSpMkLst>
            <pc:docMk/>
            <pc:sldMk cId="2958895266" sldId="273"/>
            <ac:grpSpMk id="269" creationId="{D50CDBB3-4EB9-1A75-05AE-211D73387068}"/>
          </ac:grpSpMkLst>
        </pc:grpChg>
        <pc:grpChg chg="del mod">
          <ac:chgData name="Rodica Ioana Lung" userId="64ee56e8d7162e1e" providerId="LiveId" clId="{0F6830A5-18AB-4F1B-8BBB-DA235794CEC1}" dt="2025-12-18T15:37:54.506" v="280"/>
          <ac:grpSpMkLst>
            <pc:docMk/>
            <pc:sldMk cId="2958895266" sldId="273"/>
            <ac:grpSpMk id="273" creationId="{83A12737-FCC0-D580-1DE4-5DF9A0B67972}"/>
          </ac:grpSpMkLst>
        </pc:grpChg>
        <pc:grpChg chg="del mod">
          <ac:chgData name="Rodica Ioana Lung" userId="64ee56e8d7162e1e" providerId="LiveId" clId="{0F6830A5-18AB-4F1B-8BBB-DA235794CEC1}" dt="2025-12-18T15:38:10.106" v="288"/>
          <ac:grpSpMkLst>
            <pc:docMk/>
            <pc:sldMk cId="2958895266" sldId="273"/>
            <ac:grpSpMk id="275" creationId="{DA64DA03-CD7B-D670-B459-1F864936271A}"/>
          </ac:grpSpMkLst>
        </pc:grpChg>
        <pc:grpChg chg="del mod">
          <ac:chgData name="Rodica Ioana Lung" userId="64ee56e8d7162e1e" providerId="LiveId" clId="{0F6830A5-18AB-4F1B-8BBB-DA235794CEC1}" dt="2025-12-18T15:38:10.106" v="288"/>
          <ac:grpSpMkLst>
            <pc:docMk/>
            <pc:sldMk cId="2958895266" sldId="273"/>
            <ac:grpSpMk id="278" creationId="{6CC4050B-819D-4B83-C9A9-579BF72590E3}"/>
          </ac:grpSpMkLst>
        </pc:grpChg>
        <pc:grpChg chg="del mod">
          <ac:chgData name="Rodica Ioana Lung" userId="64ee56e8d7162e1e" providerId="LiveId" clId="{0F6830A5-18AB-4F1B-8BBB-DA235794CEC1}" dt="2025-12-18T15:38:13.542" v="290"/>
          <ac:grpSpMkLst>
            <pc:docMk/>
            <pc:sldMk cId="2958895266" sldId="273"/>
            <ac:grpSpMk id="282" creationId="{F7FCB93F-888B-E996-E713-30FCDB19F419}"/>
          </ac:grpSpMkLst>
        </pc:grpChg>
        <pc:grpChg chg="mod">
          <ac:chgData name="Rodica Ioana Lung" userId="64ee56e8d7162e1e" providerId="LiveId" clId="{0F6830A5-18AB-4F1B-8BBB-DA235794CEC1}" dt="2025-12-18T15:38:13.542" v="290"/>
          <ac:grpSpMkLst>
            <pc:docMk/>
            <pc:sldMk cId="2958895266" sldId="273"/>
            <ac:grpSpMk id="284" creationId="{CF8CA104-5DC4-E0F8-1EC2-4B5C7D4FE15E}"/>
          </ac:grpSpMkLst>
        </pc:grpChg>
        <pc:grpChg chg="del mod">
          <ac:chgData name="Rodica Ioana Lung" userId="64ee56e8d7162e1e" providerId="LiveId" clId="{0F6830A5-18AB-4F1B-8BBB-DA235794CEC1}" dt="2025-12-18T15:38:29.158" v="301"/>
          <ac:grpSpMkLst>
            <pc:docMk/>
            <pc:sldMk cId="2958895266" sldId="273"/>
            <ac:grpSpMk id="293" creationId="{66EB96EB-9AB4-F736-E78B-0ADFBE52226C}"/>
          </ac:grpSpMkLst>
        </pc:grpChg>
        <pc:grpChg chg="del mod">
          <ac:chgData name="Rodica Ioana Lung" userId="64ee56e8d7162e1e" providerId="LiveId" clId="{0F6830A5-18AB-4F1B-8BBB-DA235794CEC1}" dt="2025-12-18T15:38:33.475" v="311"/>
          <ac:grpSpMkLst>
            <pc:docMk/>
            <pc:sldMk cId="2958895266" sldId="273"/>
            <ac:grpSpMk id="295" creationId="{012E8F22-4DC6-ABF4-305A-AE7C02E295DA}"/>
          </ac:grpSpMkLst>
        </pc:grpChg>
        <pc:grpChg chg="del mod">
          <ac:chgData name="Rodica Ioana Lung" userId="64ee56e8d7162e1e" providerId="LiveId" clId="{0F6830A5-18AB-4F1B-8BBB-DA235794CEC1}" dt="2025-12-18T15:38:46.420" v="330"/>
          <ac:grpSpMkLst>
            <pc:docMk/>
            <pc:sldMk cId="2958895266" sldId="273"/>
            <ac:grpSpMk id="305" creationId="{6F6DA706-2CD5-A982-22BD-B6C6E0F22A2B}"/>
          </ac:grpSpMkLst>
        </pc:grpChg>
        <pc:grpChg chg="mod">
          <ac:chgData name="Rodica Ioana Lung" userId="64ee56e8d7162e1e" providerId="LiveId" clId="{0F6830A5-18AB-4F1B-8BBB-DA235794CEC1}" dt="2025-12-18T15:38:38.929" v="319"/>
          <ac:grpSpMkLst>
            <pc:docMk/>
            <pc:sldMk cId="2958895266" sldId="273"/>
            <ac:grpSpMk id="313" creationId="{F24161AD-73EA-6732-7FF5-0764D2F89628}"/>
          </ac:grpSpMkLst>
        </pc:grpChg>
        <pc:grpChg chg="del mod">
          <ac:chgData name="Rodica Ioana Lung" userId="64ee56e8d7162e1e" providerId="LiveId" clId="{0F6830A5-18AB-4F1B-8BBB-DA235794CEC1}" dt="2025-12-18T15:38:46.420" v="330"/>
          <ac:grpSpMkLst>
            <pc:docMk/>
            <pc:sldMk cId="2958895266" sldId="273"/>
            <ac:grpSpMk id="324" creationId="{C4C4898F-1E2A-566F-7554-689228E7504B}"/>
          </ac:grpSpMkLst>
        </pc:grpChg>
        <pc:grpChg chg="mod">
          <ac:chgData name="Rodica Ioana Lung" userId="64ee56e8d7162e1e" providerId="LiveId" clId="{0F6830A5-18AB-4F1B-8BBB-DA235794CEC1}" dt="2025-12-18T15:38:46.420" v="330"/>
          <ac:grpSpMkLst>
            <pc:docMk/>
            <pc:sldMk cId="2958895266" sldId="273"/>
            <ac:grpSpMk id="325" creationId="{63873798-1E4B-A5F2-73B7-84AD110E7335}"/>
          </ac:grpSpMkLst>
        </pc:grpChg>
        <pc:grpChg chg="del mod">
          <ac:chgData name="Rodica Ioana Lung" userId="64ee56e8d7162e1e" providerId="LiveId" clId="{0F6830A5-18AB-4F1B-8BBB-DA235794CEC1}" dt="2025-12-18T15:41:11.874" v="370"/>
          <ac:grpSpMkLst>
            <pc:docMk/>
            <pc:sldMk cId="2958895266" sldId="273"/>
            <ac:grpSpMk id="336" creationId="{E96EDA91-064E-8CAA-D83D-98E433AF05F5}"/>
          </ac:grpSpMkLst>
        </pc:grpChg>
        <pc:grpChg chg="del mod">
          <ac:chgData name="Rodica Ioana Lung" userId="64ee56e8d7162e1e" providerId="LiveId" clId="{0F6830A5-18AB-4F1B-8BBB-DA235794CEC1}" dt="2025-12-18T15:39:53.370" v="360"/>
          <ac:grpSpMkLst>
            <pc:docMk/>
            <pc:sldMk cId="2958895266" sldId="273"/>
            <ac:grpSpMk id="343" creationId="{43E39314-BE29-0DC7-BC0D-A6800EC67F87}"/>
          </ac:grpSpMkLst>
        </pc:grpChg>
        <pc:grpChg chg="del mod">
          <ac:chgData name="Rodica Ioana Lung" userId="64ee56e8d7162e1e" providerId="LiveId" clId="{0F6830A5-18AB-4F1B-8BBB-DA235794CEC1}" dt="2025-12-18T15:40:18.454" v="366"/>
          <ac:grpSpMkLst>
            <pc:docMk/>
            <pc:sldMk cId="2958895266" sldId="273"/>
            <ac:grpSpMk id="355" creationId="{E3F7DEE7-97AF-EC83-3792-AD478B355478}"/>
          </ac:grpSpMkLst>
        </pc:grpChg>
        <pc:grpChg chg="del mod">
          <ac:chgData name="Rodica Ioana Lung" userId="64ee56e8d7162e1e" providerId="LiveId" clId="{0F6830A5-18AB-4F1B-8BBB-DA235794CEC1}" dt="2025-12-18T15:40:58.731" v="368"/>
          <ac:grpSpMkLst>
            <pc:docMk/>
            <pc:sldMk cId="2958895266" sldId="273"/>
            <ac:grpSpMk id="358" creationId="{ECB5D2E0-8199-ED2A-0DAF-7D64BB5A2BE4}"/>
          </ac:grpSpMkLst>
        </pc:grpChg>
        <pc:grpChg chg="del mod">
          <ac:chgData name="Rodica Ioana Lung" userId="64ee56e8d7162e1e" providerId="LiveId" clId="{0F6830A5-18AB-4F1B-8BBB-DA235794CEC1}" dt="2025-12-18T15:44:37.061" v="462"/>
          <ac:grpSpMkLst>
            <pc:docMk/>
            <pc:sldMk cId="2958895266" sldId="273"/>
            <ac:grpSpMk id="361" creationId="{4DD039F5-BBC5-BCFF-8435-D94ECB6FCD47}"/>
          </ac:grpSpMkLst>
        </pc:grpChg>
        <pc:grpChg chg="mod">
          <ac:chgData name="Rodica Ioana Lung" userId="64ee56e8d7162e1e" providerId="LiveId" clId="{0F6830A5-18AB-4F1B-8BBB-DA235794CEC1}" dt="2025-12-18T15:40:58.731" v="368"/>
          <ac:grpSpMkLst>
            <pc:docMk/>
            <pc:sldMk cId="2958895266" sldId="273"/>
            <ac:grpSpMk id="363" creationId="{7AE8E69C-F2D8-C77A-0D33-A3E18694C89F}"/>
          </ac:grpSpMkLst>
        </pc:grpChg>
        <pc:grpChg chg="mod">
          <ac:chgData name="Rodica Ioana Lung" userId="64ee56e8d7162e1e" providerId="LiveId" clId="{0F6830A5-18AB-4F1B-8BBB-DA235794CEC1}" dt="2025-12-18T15:41:11.874" v="370"/>
          <ac:grpSpMkLst>
            <pc:docMk/>
            <pc:sldMk cId="2958895266" sldId="273"/>
            <ac:grpSpMk id="365" creationId="{8A251EA9-D9F4-0493-2B5F-7C7D9828395A}"/>
          </ac:grpSpMkLst>
        </pc:grpChg>
        <pc:grpChg chg="del mod">
          <ac:chgData name="Rodica Ioana Lung" userId="64ee56e8d7162e1e" providerId="LiveId" clId="{0F6830A5-18AB-4F1B-8BBB-DA235794CEC1}" dt="2025-12-18T15:43:28.475" v="429"/>
          <ac:grpSpMkLst>
            <pc:docMk/>
            <pc:sldMk cId="2958895266" sldId="273"/>
            <ac:grpSpMk id="371" creationId="{34296944-4322-CAFC-60D4-6729C9D663B7}"/>
          </ac:grpSpMkLst>
        </pc:grpChg>
        <pc:grpChg chg="del mod">
          <ac:chgData name="Rodica Ioana Lung" userId="64ee56e8d7162e1e" providerId="LiveId" clId="{0F6830A5-18AB-4F1B-8BBB-DA235794CEC1}" dt="2025-12-18T15:43:28.475" v="429"/>
          <ac:grpSpMkLst>
            <pc:docMk/>
            <pc:sldMk cId="2958895266" sldId="273"/>
            <ac:grpSpMk id="378" creationId="{A7628611-558B-747D-99DE-3DC3661E638E}"/>
          </ac:grpSpMkLst>
        </pc:grpChg>
        <pc:grpChg chg="del mod">
          <ac:chgData name="Rodica Ioana Lung" userId="64ee56e8d7162e1e" providerId="LiveId" clId="{0F6830A5-18AB-4F1B-8BBB-DA235794CEC1}" dt="2025-12-18T15:43:28.475" v="429"/>
          <ac:grpSpMkLst>
            <pc:docMk/>
            <pc:sldMk cId="2958895266" sldId="273"/>
            <ac:grpSpMk id="379" creationId="{451C83E7-D23F-C749-F5F3-09E900C86C0B}"/>
          </ac:grpSpMkLst>
        </pc:grpChg>
        <pc:grpChg chg="del 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381" creationId="{28E194E4-FEC0-BD0A-C05D-8FF4766E5A66}"/>
          </ac:grpSpMkLst>
        </pc:grpChg>
        <pc:grpChg chg="del 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389" creationId="{37CEA970-5D9D-1B30-C99E-852A515BF380}"/>
          </ac:grpSpMkLst>
        </pc:grpChg>
        <pc:grpChg chg="del mod">
          <ac:chgData name="Rodica Ioana Lung" userId="64ee56e8d7162e1e" providerId="LiveId" clId="{0F6830A5-18AB-4F1B-8BBB-DA235794CEC1}" dt="2025-12-18T15:43:39.997" v="447"/>
          <ac:grpSpMkLst>
            <pc:docMk/>
            <pc:sldMk cId="2958895266" sldId="273"/>
            <ac:grpSpMk id="392" creationId="{AFC08DB8-1163-3859-630C-56B68BB90257}"/>
          </ac:grpSpMkLst>
        </pc:grpChg>
        <pc:grpChg chg="del mod">
          <ac:chgData name="Rodica Ioana Lung" userId="64ee56e8d7162e1e" providerId="LiveId" clId="{0F6830A5-18AB-4F1B-8BBB-DA235794CEC1}" dt="2025-12-18T15:43:44.204" v="454"/>
          <ac:grpSpMkLst>
            <pc:docMk/>
            <pc:sldMk cId="2958895266" sldId="273"/>
            <ac:grpSpMk id="399" creationId="{E907C1FB-3D06-EE2F-A9C4-37FA36CEA7CC}"/>
          </ac:grpSpMkLst>
        </pc:grpChg>
        <pc:grpChg chg="del 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406" creationId="{1996C90A-4C21-DBB6-74B5-8648360B27BA}"/>
          </ac:grpSpMkLst>
        </pc:grpChg>
        <pc:grpChg chg="del 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411" creationId="{A2C70967-AE31-F4A4-6462-C6CCE306ED26}"/>
          </ac:grpSpMkLst>
        </pc:grpChg>
        <pc:grpChg chg="del 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412" creationId="{A51D63E3-A767-9728-7A88-FFC61BC71528}"/>
          </ac:grpSpMkLst>
        </pc:grpChg>
        <pc:grpChg chg="mod">
          <ac:chgData name="Rodica Ioana Lung" userId="64ee56e8d7162e1e" providerId="LiveId" clId="{0F6830A5-18AB-4F1B-8BBB-DA235794CEC1}" dt="2025-12-18T15:44:26.177" v="459"/>
          <ac:grpSpMkLst>
            <pc:docMk/>
            <pc:sldMk cId="2958895266" sldId="273"/>
            <ac:grpSpMk id="413" creationId="{02D25377-447E-20E9-E7A5-D4ECA286B0AC}"/>
          </ac:grpSpMkLst>
        </pc:grpChg>
        <pc:grpChg chg="mod">
          <ac:chgData name="Rodica Ioana Lung" userId="64ee56e8d7162e1e" providerId="LiveId" clId="{0F6830A5-18AB-4F1B-8BBB-DA235794CEC1}" dt="2025-12-18T15:44:37.061" v="462"/>
          <ac:grpSpMkLst>
            <pc:docMk/>
            <pc:sldMk cId="2958895266" sldId="273"/>
            <ac:grpSpMk id="416" creationId="{497B4CF8-6E42-46C3-7D30-4B3E8BE55342}"/>
          </ac:grpSpMkLst>
        </pc:grpChg>
        <pc:grpChg chg="mod">
          <ac:chgData name="Rodica Ioana Lung" userId="64ee56e8d7162e1e" providerId="LiveId" clId="{0F6830A5-18AB-4F1B-8BBB-DA235794CEC1}" dt="2025-12-18T15:44:41.909" v="473"/>
          <ac:grpSpMkLst>
            <pc:docMk/>
            <pc:sldMk cId="2958895266" sldId="273"/>
            <ac:grpSpMk id="427" creationId="{FE874A7A-0EDC-AD4E-4B35-18E984F5D4B8}"/>
          </ac:grpSpMkLst>
        </pc:grpChg>
        <pc:grpChg chg="mod">
          <ac:chgData name="Rodica Ioana Lung" userId="64ee56e8d7162e1e" providerId="LiveId" clId="{0F6830A5-18AB-4F1B-8BBB-DA235794CEC1}" dt="2025-12-18T15:44:41.909" v="473"/>
          <ac:grpSpMkLst>
            <pc:docMk/>
            <pc:sldMk cId="2958895266" sldId="273"/>
            <ac:grpSpMk id="428" creationId="{F71B29D1-1775-A3DF-A7C1-38CAFF8EECAE}"/>
          </ac:grpSpMkLst>
        </pc:grpChg>
        <pc:grpChg chg="del mod">
          <ac:chgData name="Rodica Ioana Lung" userId="64ee56e8d7162e1e" providerId="LiveId" clId="{0F6830A5-18AB-4F1B-8BBB-DA235794CEC1}" dt="2025-12-18T15:44:48.524" v="484"/>
          <ac:grpSpMkLst>
            <pc:docMk/>
            <pc:sldMk cId="2958895266" sldId="273"/>
            <ac:grpSpMk id="432" creationId="{DF21CE06-A098-CB14-738B-B460211782D1}"/>
          </ac:grpSpMkLst>
        </pc:grpChg>
        <pc:grpChg chg="mod">
          <ac:chgData name="Rodica Ioana Lung" userId="64ee56e8d7162e1e" providerId="LiveId" clId="{0F6830A5-18AB-4F1B-8BBB-DA235794CEC1}" dt="2025-12-18T15:44:48.524" v="484"/>
          <ac:grpSpMkLst>
            <pc:docMk/>
            <pc:sldMk cId="2958895266" sldId="273"/>
            <ac:grpSpMk id="439" creationId="{F93CC002-AEC3-7D97-5222-824D82CD8C8F}"/>
          </ac:grpSpMkLst>
        </pc:grpChg>
        <pc:grpChg chg="del mod">
          <ac:chgData name="Rodica Ioana Lung" userId="64ee56e8d7162e1e" providerId="LiveId" clId="{0F6830A5-18AB-4F1B-8BBB-DA235794CEC1}" dt="2025-12-18T15:45:00.198" v="496"/>
          <ac:grpSpMkLst>
            <pc:docMk/>
            <pc:sldMk cId="2958895266" sldId="273"/>
            <ac:grpSpMk id="449" creationId="{F9742BF7-0CBE-5DF5-26E6-CCBBC0F48C3F}"/>
          </ac:grpSpMkLst>
        </pc:grpChg>
        <pc:grpChg chg="mod">
          <ac:chgData name="Rodica Ioana Lung" userId="64ee56e8d7162e1e" providerId="LiveId" clId="{0F6830A5-18AB-4F1B-8BBB-DA235794CEC1}" dt="2025-12-18T15:45:00.198" v="496"/>
          <ac:grpSpMkLst>
            <pc:docMk/>
            <pc:sldMk cId="2958895266" sldId="273"/>
            <ac:grpSpMk id="451" creationId="{B5C2ACE8-70A8-D543-1434-F2F5B2464F64}"/>
          </ac:grpSpMkLst>
        </pc:grp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3" creationId="{D8DC384D-D9BF-367B-98AE-89B1CBBE29F7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4" creationId="{9D422C2B-CCDE-F242-040A-E81EE2F4B2A9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5" creationId="{07EA9347-99C9-1C9E-6E93-18BCB4F37923}"/>
          </ac:inkMkLst>
        </pc:inkChg>
        <pc:inkChg chg="add">
          <ac:chgData name="Rodica Ioana Lung" userId="64ee56e8d7162e1e" providerId="LiveId" clId="{0F6830A5-18AB-4F1B-8BBB-DA235794CEC1}" dt="2025-12-18T15:31:35.907" v="21" actId="9405"/>
          <ac:inkMkLst>
            <pc:docMk/>
            <pc:sldMk cId="2958895266" sldId="273"/>
            <ac:inkMk id="6" creationId="{88F8FA3E-3CC4-C656-00B3-848A7AECAE25}"/>
          </ac:inkMkLst>
        </pc:inkChg>
        <pc:inkChg chg="add">
          <ac:chgData name="Rodica Ioana Lung" userId="64ee56e8d7162e1e" providerId="LiveId" clId="{0F6830A5-18AB-4F1B-8BBB-DA235794CEC1}" dt="2025-12-18T15:31:36.087" v="22" actId="9405"/>
          <ac:inkMkLst>
            <pc:docMk/>
            <pc:sldMk cId="2958895266" sldId="273"/>
            <ac:inkMk id="7" creationId="{7129B0B3-1D63-8595-506C-1B9CC438691F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8" creationId="{FF3E1214-AB59-FA64-D5A4-F2CE15CBAE81}"/>
          </ac:inkMkLst>
        </pc:inkChg>
        <pc:inkChg chg="add">
          <ac:chgData name="Rodica Ioana Lung" userId="64ee56e8d7162e1e" providerId="LiveId" clId="{0F6830A5-18AB-4F1B-8BBB-DA235794CEC1}" dt="2025-12-18T15:31:36.839" v="24" actId="9405"/>
          <ac:inkMkLst>
            <pc:docMk/>
            <pc:sldMk cId="2958895266" sldId="273"/>
            <ac:inkMk id="9" creationId="{6F5CEA53-D4C0-73E7-9D2E-358A6CF4D872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10" creationId="{7FC0D737-185C-7A02-4DA1-5C45772DEE79}"/>
          </ac:inkMkLst>
        </pc:inkChg>
        <pc:inkChg chg="add">
          <ac:chgData name="Rodica Ioana Lung" userId="64ee56e8d7162e1e" providerId="LiveId" clId="{0F6830A5-18AB-4F1B-8BBB-DA235794CEC1}" dt="2025-12-18T15:31:38.003" v="26" actId="9405"/>
          <ac:inkMkLst>
            <pc:docMk/>
            <pc:sldMk cId="2958895266" sldId="273"/>
            <ac:inkMk id="11" creationId="{2C74A2CE-1D4E-721D-AEA7-75664370C87F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12" creationId="{476651CB-9B85-FCFD-0854-50DC6FEFCFFA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13" creationId="{19955065-2406-284A-68A3-3EEDED351A44}"/>
          </ac:inkMkLst>
        </pc:inkChg>
        <pc:inkChg chg="add">
          <ac:chgData name="Rodica Ioana Lung" userId="64ee56e8d7162e1e" providerId="LiveId" clId="{0F6830A5-18AB-4F1B-8BBB-DA235794CEC1}" dt="2025-12-18T15:31:39.063" v="29" actId="9405"/>
          <ac:inkMkLst>
            <pc:docMk/>
            <pc:sldMk cId="2958895266" sldId="273"/>
            <ac:inkMk id="14" creationId="{4E540D0F-1DB6-8184-352C-8FD1B5F96965}"/>
          </ac:inkMkLst>
        </pc:inkChg>
        <pc:inkChg chg="add">
          <ac:chgData name="Rodica Ioana Lung" userId="64ee56e8d7162e1e" providerId="LiveId" clId="{0F6830A5-18AB-4F1B-8BBB-DA235794CEC1}" dt="2025-12-18T15:31:39.905" v="30" actId="9405"/>
          <ac:inkMkLst>
            <pc:docMk/>
            <pc:sldMk cId="2958895266" sldId="273"/>
            <ac:inkMk id="15" creationId="{513E7F04-4626-5B6F-B563-3E0897C1C106}"/>
          </ac:inkMkLst>
        </pc:inkChg>
        <pc:inkChg chg="add mod">
          <ac:chgData name="Rodica Ioana Lung" userId="64ee56e8d7162e1e" providerId="LiveId" clId="{0F6830A5-18AB-4F1B-8BBB-DA235794CEC1}" dt="2025-12-18T15:31:40.860" v="32"/>
          <ac:inkMkLst>
            <pc:docMk/>
            <pc:sldMk cId="2958895266" sldId="273"/>
            <ac:inkMk id="16" creationId="{560DAEF3-E5CB-7BB0-24D9-73F97A7E14B6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19" creationId="{1682E62F-4ED9-0E5F-E438-612BB83788C1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0" creationId="{F945703C-6F4B-1DB4-6E15-D1D41139E0A9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2" creationId="{F9D12B3B-A0F0-DF21-E846-017E0F2A8C3C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3" creationId="{C19D8D58-946D-03A5-2DE5-F353914AC81E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4" creationId="{BCDED179-D7E1-7AB1-CDC3-6AD4FEA483E8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5" creationId="{C9BAD127-9796-D56A-E3D7-6ACD5D488FD0}"/>
          </ac:inkMkLst>
        </pc:inkChg>
        <pc:inkChg chg="add mod">
          <ac:chgData name="Rodica Ioana Lung" userId="64ee56e8d7162e1e" providerId="LiveId" clId="{0F6830A5-18AB-4F1B-8BBB-DA235794CEC1}" dt="2025-12-18T15:31:50.674" v="41"/>
          <ac:inkMkLst>
            <pc:docMk/>
            <pc:sldMk cId="2958895266" sldId="273"/>
            <ac:inkMk id="26" creationId="{89B08B77-3292-B839-428E-06ED24972971}"/>
          </ac:inkMkLst>
        </pc:inkChg>
        <pc:inkChg chg="add mod">
          <ac:chgData name="Rodica Ioana Lung" userId="64ee56e8d7162e1e" providerId="LiveId" clId="{0F6830A5-18AB-4F1B-8BBB-DA235794CEC1}" dt="2025-12-18T15:31:54.373" v="47"/>
          <ac:inkMkLst>
            <pc:docMk/>
            <pc:sldMk cId="2958895266" sldId="273"/>
            <ac:inkMk id="29" creationId="{03E9EA9B-16DD-2EF8-A72A-EF88AD6C50E6}"/>
          </ac:inkMkLst>
        </pc:inkChg>
        <pc:inkChg chg="add mod">
          <ac:chgData name="Rodica Ioana Lung" userId="64ee56e8d7162e1e" providerId="LiveId" clId="{0F6830A5-18AB-4F1B-8BBB-DA235794CEC1}" dt="2025-12-18T15:31:54.373" v="47"/>
          <ac:inkMkLst>
            <pc:docMk/>
            <pc:sldMk cId="2958895266" sldId="273"/>
            <ac:inkMk id="30" creationId="{89045664-EF50-A311-BF3F-15B9253132C5}"/>
          </ac:inkMkLst>
        </pc:inkChg>
        <pc:inkChg chg="add mod">
          <ac:chgData name="Rodica Ioana Lung" userId="64ee56e8d7162e1e" providerId="LiveId" clId="{0F6830A5-18AB-4F1B-8BBB-DA235794CEC1}" dt="2025-12-18T15:31:54.373" v="47"/>
          <ac:inkMkLst>
            <pc:docMk/>
            <pc:sldMk cId="2958895266" sldId="273"/>
            <ac:inkMk id="31" creationId="{AB8608C2-4E7B-CBAC-32D8-D2B0E3FE1105}"/>
          </ac:inkMkLst>
        </pc:inkChg>
        <pc:inkChg chg="add mod">
          <ac:chgData name="Rodica Ioana Lung" userId="64ee56e8d7162e1e" providerId="LiveId" clId="{0F6830A5-18AB-4F1B-8BBB-DA235794CEC1}" dt="2025-12-18T15:31:54.373" v="47"/>
          <ac:inkMkLst>
            <pc:docMk/>
            <pc:sldMk cId="2958895266" sldId="273"/>
            <ac:inkMk id="32" creationId="{C176F743-1904-FAD4-779D-8A4BCC2B47A3}"/>
          </ac:inkMkLst>
        </pc:inkChg>
        <pc:inkChg chg="add mod">
          <ac:chgData name="Rodica Ioana Lung" userId="64ee56e8d7162e1e" providerId="LiveId" clId="{0F6830A5-18AB-4F1B-8BBB-DA235794CEC1}" dt="2025-12-18T15:31:54.373" v="47"/>
          <ac:inkMkLst>
            <pc:docMk/>
            <pc:sldMk cId="2958895266" sldId="273"/>
            <ac:inkMk id="33" creationId="{956C5F87-6930-8EED-A7EE-0EB675803947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35" creationId="{94FFCC2C-5508-6C31-76F7-84DDCC4F47CC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36" creationId="{3DAE6DE2-2DA5-276A-8040-E525DFEAFC4B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37" creationId="{6433AB3D-18BD-A6D0-6700-12FEF9D61B54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38" creationId="{D73FF2A0-26D1-99F3-EF39-DB55394875E1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39" creationId="{55F184FB-2F8D-15B6-45EC-DE84B11E1658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40" creationId="{19B39A1C-F257-5B59-04D1-095470ACBFF8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41" creationId="{98EB7EBA-6EB3-8B89-5DCD-B321D827323F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42" creationId="{27DDB69A-F7FC-C292-409F-9FFE170EFA84}"/>
          </ac:inkMkLst>
        </pc:inkChg>
        <pc:inkChg chg="add mod">
          <ac:chgData name="Rodica Ioana Lung" userId="64ee56e8d7162e1e" providerId="LiveId" clId="{0F6830A5-18AB-4F1B-8BBB-DA235794CEC1}" dt="2025-12-18T15:32:02.397" v="57"/>
          <ac:inkMkLst>
            <pc:docMk/>
            <pc:sldMk cId="2958895266" sldId="273"/>
            <ac:inkMk id="43" creationId="{0A371DC5-D28D-82EE-CC13-F8EA8EB76233}"/>
          </ac:inkMkLst>
        </pc:inkChg>
        <pc:inkChg chg="add mod">
          <ac:chgData name="Rodica Ioana Lung" userId="64ee56e8d7162e1e" providerId="LiveId" clId="{0F6830A5-18AB-4F1B-8BBB-DA235794CEC1}" dt="2025-12-18T15:32:07.055" v="63"/>
          <ac:inkMkLst>
            <pc:docMk/>
            <pc:sldMk cId="2958895266" sldId="273"/>
            <ac:inkMk id="45" creationId="{26326122-DDD5-B67D-9895-301C940C5F90}"/>
          </ac:inkMkLst>
        </pc:inkChg>
        <pc:inkChg chg="add mod">
          <ac:chgData name="Rodica Ioana Lung" userId="64ee56e8d7162e1e" providerId="LiveId" clId="{0F6830A5-18AB-4F1B-8BBB-DA235794CEC1}" dt="2025-12-18T15:32:07.055" v="63"/>
          <ac:inkMkLst>
            <pc:docMk/>
            <pc:sldMk cId="2958895266" sldId="273"/>
            <ac:inkMk id="46" creationId="{6D51764F-F66E-69AF-E60E-4DEC4982FDF8}"/>
          </ac:inkMkLst>
        </pc:inkChg>
        <pc:inkChg chg="add mod">
          <ac:chgData name="Rodica Ioana Lung" userId="64ee56e8d7162e1e" providerId="LiveId" clId="{0F6830A5-18AB-4F1B-8BBB-DA235794CEC1}" dt="2025-12-18T15:32:07.055" v="63"/>
          <ac:inkMkLst>
            <pc:docMk/>
            <pc:sldMk cId="2958895266" sldId="273"/>
            <ac:inkMk id="47" creationId="{418921DC-3096-B225-D8FF-E1724BBE15EB}"/>
          </ac:inkMkLst>
        </pc:inkChg>
        <pc:inkChg chg="add mod">
          <ac:chgData name="Rodica Ioana Lung" userId="64ee56e8d7162e1e" providerId="LiveId" clId="{0F6830A5-18AB-4F1B-8BBB-DA235794CEC1}" dt="2025-12-18T15:32:07.055" v="63"/>
          <ac:inkMkLst>
            <pc:docMk/>
            <pc:sldMk cId="2958895266" sldId="273"/>
            <ac:inkMk id="48" creationId="{370355D0-0592-8628-9B13-445B27532176}"/>
          </ac:inkMkLst>
        </pc:inkChg>
        <pc:inkChg chg="add mod">
          <ac:chgData name="Rodica Ioana Lung" userId="64ee56e8d7162e1e" providerId="LiveId" clId="{0F6830A5-18AB-4F1B-8BBB-DA235794CEC1}" dt="2025-12-18T15:32:07.055" v="63"/>
          <ac:inkMkLst>
            <pc:docMk/>
            <pc:sldMk cId="2958895266" sldId="273"/>
            <ac:inkMk id="49" creationId="{A7549D5A-35B2-FA8B-41C0-6FE6757097C5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1" creationId="{3CF613FC-CC15-9358-005F-C06AB8B52D08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2" creationId="{EF11DBF3-8FAC-DB92-5092-4C0D4BC8DD94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3" creationId="{2C0F3DE5-E604-C4ED-EECD-8A280154CC85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4" creationId="{9D144C54-E209-9B32-1974-891EFBAD6C72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5" creationId="{C41C8C60-29B0-8FEF-27F5-8AB229F8EC6A}"/>
          </ac:inkMkLst>
        </pc:inkChg>
        <pc:inkChg chg="add mod">
          <ac:chgData name="Rodica Ioana Lung" userId="64ee56e8d7162e1e" providerId="LiveId" clId="{0F6830A5-18AB-4F1B-8BBB-DA235794CEC1}" dt="2025-12-18T15:37:14.219" v="219"/>
          <ac:inkMkLst>
            <pc:docMk/>
            <pc:sldMk cId="2958895266" sldId="273"/>
            <ac:inkMk id="56" creationId="{6DF948E8-5565-5A07-7568-BAF4E7D4DB5D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7" creationId="{0585A0D2-C846-6BA1-1C3F-7E1AC2D76F1C}"/>
          </ac:inkMkLst>
        </pc:inkChg>
        <pc:inkChg chg="add mod">
          <ac:chgData name="Rodica Ioana Lung" userId="64ee56e8d7162e1e" providerId="LiveId" clId="{0F6830A5-18AB-4F1B-8BBB-DA235794CEC1}" dt="2025-12-18T15:32:14.985" v="73"/>
          <ac:inkMkLst>
            <pc:docMk/>
            <pc:sldMk cId="2958895266" sldId="273"/>
            <ac:inkMk id="59" creationId="{7C55E92C-5EF2-DC3B-AF4D-34FC9E2348E0}"/>
          </ac:inkMkLst>
        </pc:inkChg>
        <pc:inkChg chg="add mod">
          <ac:chgData name="Rodica Ioana Lung" userId="64ee56e8d7162e1e" providerId="LiveId" clId="{0F6830A5-18AB-4F1B-8BBB-DA235794CEC1}" dt="2025-12-18T15:32:22.035" v="84"/>
          <ac:inkMkLst>
            <pc:docMk/>
            <pc:sldMk cId="2958895266" sldId="273"/>
            <ac:inkMk id="61" creationId="{43A2275D-CA13-8810-4127-4191F4F6BD2A}"/>
          </ac:inkMkLst>
        </pc:inkChg>
        <pc:inkChg chg="add">
          <ac:chgData name="Rodica Ioana Lung" userId="64ee56e8d7162e1e" providerId="LiveId" clId="{0F6830A5-18AB-4F1B-8BBB-DA235794CEC1}" dt="2025-12-18T15:32:18.462" v="75" actId="9405"/>
          <ac:inkMkLst>
            <pc:docMk/>
            <pc:sldMk cId="2958895266" sldId="273"/>
            <ac:inkMk id="62" creationId="{7072A45C-59CE-B018-BB9F-14B08D3B3DCB}"/>
          </ac:inkMkLst>
        </pc:inkChg>
        <pc:inkChg chg="add mod">
          <ac:chgData name="Rodica Ioana Lung" userId="64ee56e8d7162e1e" providerId="LiveId" clId="{0F6830A5-18AB-4F1B-8BBB-DA235794CEC1}" dt="2025-12-18T15:32:22.035" v="84"/>
          <ac:inkMkLst>
            <pc:docMk/>
            <pc:sldMk cId="2958895266" sldId="273"/>
            <ac:inkMk id="63" creationId="{F87A73BC-69E5-91F5-832B-1478CDA6E665}"/>
          </ac:inkMkLst>
        </pc:inkChg>
        <pc:inkChg chg="add mod">
          <ac:chgData name="Rodica Ioana Lung" userId="64ee56e8d7162e1e" providerId="LiveId" clId="{0F6830A5-18AB-4F1B-8BBB-DA235794CEC1}" dt="2025-12-18T15:32:22.035" v="84"/>
          <ac:inkMkLst>
            <pc:docMk/>
            <pc:sldMk cId="2958895266" sldId="273"/>
            <ac:inkMk id="64" creationId="{04615C29-D31F-F54B-360F-464708BEF45D}"/>
          </ac:inkMkLst>
        </pc:inkChg>
        <pc:inkChg chg="add mod">
          <ac:chgData name="Rodica Ioana Lung" userId="64ee56e8d7162e1e" providerId="LiveId" clId="{0F6830A5-18AB-4F1B-8BBB-DA235794CEC1}" dt="2025-12-18T15:32:22.035" v="84"/>
          <ac:inkMkLst>
            <pc:docMk/>
            <pc:sldMk cId="2958895266" sldId="273"/>
            <ac:inkMk id="65" creationId="{0BC73517-92D2-E24E-8B80-42E596E15418}"/>
          </ac:inkMkLst>
        </pc:inkChg>
        <pc:inkChg chg="add">
          <ac:chgData name="Rodica Ioana Lung" userId="64ee56e8d7162e1e" providerId="LiveId" clId="{0F6830A5-18AB-4F1B-8BBB-DA235794CEC1}" dt="2025-12-18T15:32:19.533" v="79" actId="9405"/>
          <ac:inkMkLst>
            <pc:docMk/>
            <pc:sldMk cId="2958895266" sldId="273"/>
            <ac:inkMk id="66" creationId="{696FFDAA-E415-D9AF-5F43-5F70EE28EC1A}"/>
          </ac:inkMkLst>
        </pc:inkChg>
        <pc:inkChg chg="add mod">
          <ac:chgData name="Rodica Ioana Lung" userId="64ee56e8d7162e1e" providerId="LiveId" clId="{0F6830A5-18AB-4F1B-8BBB-DA235794CEC1}" dt="2025-12-18T15:37:14.219" v="219"/>
          <ac:inkMkLst>
            <pc:docMk/>
            <pc:sldMk cId="2958895266" sldId="273"/>
            <ac:inkMk id="67" creationId="{1A1BAEE1-E9E9-B763-566F-8405ECD3BE66}"/>
          </ac:inkMkLst>
        </pc:inkChg>
        <pc:inkChg chg="add mod">
          <ac:chgData name="Rodica Ioana Lung" userId="64ee56e8d7162e1e" providerId="LiveId" clId="{0F6830A5-18AB-4F1B-8BBB-DA235794CEC1}" dt="2025-12-18T15:32:22.035" v="84"/>
          <ac:inkMkLst>
            <pc:docMk/>
            <pc:sldMk cId="2958895266" sldId="273"/>
            <ac:inkMk id="68" creationId="{5BACA04C-217E-F2E5-AB86-E09F1FB63B11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69" creationId="{F930DB97-1541-E5CE-41FB-E6A3A52C37F4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70" creationId="{FCD566BE-2ECD-12C9-6FA9-BB7588C1B806}"/>
          </ac:inkMkLst>
        </pc:inkChg>
        <pc:inkChg chg="add">
          <ac:chgData name="Rodica Ioana Lung" userId="64ee56e8d7162e1e" providerId="LiveId" clId="{0F6830A5-18AB-4F1B-8BBB-DA235794CEC1}" dt="2025-12-18T15:32:22.667" v="85" actId="9405"/>
          <ac:inkMkLst>
            <pc:docMk/>
            <pc:sldMk cId="2958895266" sldId="273"/>
            <ac:inkMk id="74" creationId="{8ED331AC-22F5-479B-714A-A35CDEA87F53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75" creationId="{6FB4B7F8-932F-EB38-5C59-7FCB5983AF5D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76" creationId="{150E353C-6289-556E-25CF-B56BA1541B6A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77" creationId="{D981C0B6-6A35-AB5E-99CF-E86718CF2A45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78" creationId="{21733348-53D7-E7CB-AB58-E0C59426E4D4}"/>
          </ac:inkMkLst>
        </pc:inkChg>
        <pc:inkChg chg="add">
          <ac:chgData name="Rodica Ioana Lung" userId="64ee56e8d7162e1e" providerId="LiveId" clId="{0F6830A5-18AB-4F1B-8BBB-DA235794CEC1}" dt="2025-12-18T15:32:24.734" v="90" actId="9405"/>
          <ac:inkMkLst>
            <pc:docMk/>
            <pc:sldMk cId="2958895266" sldId="273"/>
            <ac:inkMk id="79" creationId="{FE95B2C3-FF22-C5EC-A0E9-480D23AD058E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80" creationId="{41E7B882-F28F-3873-BD32-A2695A4F615D}"/>
          </ac:inkMkLst>
        </pc:inkChg>
        <pc:inkChg chg="add">
          <ac:chgData name="Rodica Ioana Lung" userId="64ee56e8d7162e1e" providerId="LiveId" clId="{0F6830A5-18AB-4F1B-8BBB-DA235794CEC1}" dt="2025-12-18T15:32:26.063" v="92" actId="9405"/>
          <ac:inkMkLst>
            <pc:docMk/>
            <pc:sldMk cId="2958895266" sldId="273"/>
            <ac:inkMk id="81" creationId="{6DCD527B-51ED-AD58-84F9-C39A56A94B90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82" creationId="{48334590-BB58-185E-0E5C-274E0596AE11}"/>
          </ac:inkMkLst>
        </pc:inkChg>
        <pc:inkChg chg="add mod">
          <ac:chgData name="Rodica Ioana Lung" userId="64ee56e8d7162e1e" providerId="LiveId" clId="{0F6830A5-18AB-4F1B-8BBB-DA235794CEC1}" dt="2025-12-18T15:32:27.734" v="95"/>
          <ac:inkMkLst>
            <pc:docMk/>
            <pc:sldMk cId="2958895266" sldId="273"/>
            <ac:inkMk id="83" creationId="{AD5B06C9-3DB0-7018-0A4D-835FEB26A24C}"/>
          </ac:inkMkLst>
        </pc:inkChg>
        <pc:inkChg chg="add">
          <ac:chgData name="Rodica Ioana Lung" userId="64ee56e8d7162e1e" providerId="LiveId" clId="{0F6830A5-18AB-4F1B-8BBB-DA235794CEC1}" dt="2025-12-18T15:32:58.339" v="99" actId="9405"/>
          <ac:inkMkLst>
            <pc:docMk/>
            <pc:sldMk cId="2958895266" sldId="273"/>
            <ac:inkMk id="86" creationId="{03AC7D66-2452-AB13-4167-9B5E51E0749B}"/>
          </ac:inkMkLst>
        </pc:inkChg>
        <pc:inkChg chg="add">
          <ac:chgData name="Rodica Ioana Lung" userId="64ee56e8d7162e1e" providerId="LiveId" clId="{0F6830A5-18AB-4F1B-8BBB-DA235794CEC1}" dt="2025-12-18T15:32:58.716" v="100" actId="9405"/>
          <ac:inkMkLst>
            <pc:docMk/>
            <pc:sldMk cId="2958895266" sldId="273"/>
            <ac:inkMk id="87" creationId="{FBD8A1BB-ABDE-F2ED-3D99-F2652278B143}"/>
          </ac:inkMkLst>
        </pc:inkChg>
        <pc:inkChg chg="add">
          <ac:chgData name="Rodica Ioana Lung" userId="64ee56e8d7162e1e" providerId="LiveId" clId="{0F6830A5-18AB-4F1B-8BBB-DA235794CEC1}" dt="2025-12-18T15:32:59.547" v="101" actId="9405"/>
          <ac:inkMkLst>
            <pc:docMk/>
            <pc:sldMk cId="2958895266" sldId="273"/>
            <ac:inkMk id="88" creationId="{94A11373-47D4-BA33-5ED5-3BDDE980BC71}"/>
          </ac:inkMkLst>
        </pc:inkChg>
        <pc:inkChg chg="add mod">
          <ac:chgData name="Rodica Ioana Lung" userId="64ee56e8d7162e1e" providerId="LiveId" clId="{0F6830A5-18AB-4F1B-8BBB-DA235794CEC1}" dt="2025-12-18T15:37:14.219" v="219"/>
          <ac:inkMkLst>
            <pc:docMk/>
            <pc:sldMk cId="2958895266" sldId="273"/>
            <ac:inkMk id="89" creationId="{FDEB5264-AE56-9766-52EF-F2DFE07C3A1C}"/>
          </ac:inkMkLst>
        </pc:inkChg>
        <pc:inkChg chg="add">
          <ac:chgData name="Rodica Ioana Lung" userId="64ee56e8d7162e1e" providerId="LiveId" clId="{0F6830A5-18AB-4F1B-8BBB-DA235794CEC1}" dt="2025-12-18T15:33:00.888" v="103" actId="9405"/>
          <ac:inkMkLst>
            <pc:docMk/>
            <pc:sldMk cId="2958895266" sldId="273"/>
            <ac:inkMk id="90" creationId="{A9315DB7-51B3-B8F5-F07F-09D7DF38E247}"/>
          </ac:inkMkLst>
        </pc:inkChg>
        <pc:inkChg chg="add mod">
          <ac:chgData name="Rodica Ioana Lung" userId="64ee56e8d7162e1e" providerId="LiveId" clId="{0F6830A5-18AB-4F1B-8BBB-DA235794CEC1}" dt="2025-12-18T15:37:14.219" v="219"/>
          <ac:inkMkLst>
            <pc:docMk/>
            <pc:sldMk cId="2958895266" sldId="273"/>
            <ac:inkMk id="91" creationId="{F490A372-7647-A703-E268-C642BF50D3B1}"/>
          </ac:inkMkLst>
        </pc:inkChg>
        <pc:inkChg chg="add">
          <ac:chgData name="Rodica Ioana Lung" userId="64ee56e8d7162e1e" providerId="LiveId" clId="{0F6830A5-18AB-4F1B-8BBB-DA235794CEC1}" dt="2025-12-18T15:33:01.977" v="105" actId="9405"/>
          <ac:inkMkLst>
            <pc:docMk/>
            <pc:sldMk cId="2958895266" sldId="273"/>
            <ac:inkMk id="92" creationId="{B2E0D640-3474-4FC4-B867-73FD998C5781}"/>
          </ac:inkMkLst>
        </pc:inkChg>
        <pc:inkChg chg="add">
          <ac:chgData name="Rodica Ioana Lung" userId="64ee56e8d7162e1e" providerId="LiveId" clId="{0F6830A5-18AB-4F1B-8BBB-DA235794CEC1}" dt="2025-12-18T15:33:02.134" v="106" actId="9405"/>
          <ac:inkMkLst>
            <pc:docMk/>
            <pc:sldMk cId="2958895266" sldId="273"/>
            <ac:inkMk id="93" creationId="{1F4F85A5-6A64-A9DE-31BE-A4AE25686C91}"/>
          </ac:inkMkLst>
        </pc:inkChg>
        <pc:inkChg chg="add">
          <ac:chgData name="Rodica Ioana Lung" userId="64ee56e8d7162e1e" providerId="LiveId" clId="{0F6830A5-18AB-4F1B-8BBB-DA235794CEC1}" dt="2025-12-18T15:33:02.809" v="107" actId="9405"/>
          <ac:inkMkLst>
            <pc:docMk/>
            <pc:sldMk cId="2958895266" sldId="273"/>
            <ac:inkMk id="94" creationId="{02EA4007-30FB-8300-BD66-5038BA6EB6D3}"/>
          </ac:inkMkLst>
        </pc:inkChg>
        <pc:inkChg chg="add">
          <ac:chgData name="Rodica Ioana Lung" userId="64ee56e8d7162e1e" providerId="LiveId" clId="{0F6830A5-18AB-4F1B-8BBB-DA235794CEC1}" dt="2025-12-18T15:33:03.012" v="108" actId="9405"/>
          <ac:inkMkLst>
            <pc:docMk/>
            <pc:sldMk cId="2958895266" sldId="273"/>
            <ac:inkMk id="95" creationId="{8802C274-78D0-5962-9E4E-BD9852E6417C}"/>
          </ac:inkMkLst>
        </pc:inkChg>
        <pc:inkChg chg="add mod">
          <ac:chgData name="Rodica Ioana Lung" userId="64ee56e8d7162e1e" providerId="LiveId" clId="{0F6830A5-18AB-4F1B-8BBB-DA235794CEC1}" dt="2025-12-18T15:33:05.878" v="114"/>
          <ac:inkMkLst>
            <pc:docMk/>
            <pc:sldMk cId="2958895266" sldId="273"/>
            <ac:inkMk id="96" creationId="{E6D53D49-4B22-0D82-A58F-A912BCC648D1}"/>
          </ac:inkMkLst>
        </pc:inkChg>
        <pc:inkChg chg="add">
          <ac:chgData name="Rodica Ioana Lung" userId="64ee56e8d7162e1e" providerId="LiveId" clId="{0F6830A5-18AB-4F1B-8BBB-DA235794CEC1}" dt="2025-12-18T15:33:03.634" v="110" actId="9405"/>
          <ac:inkMkLst>
            <pc:docMk/>
            <pc:sldMk cId="2958895266" sldId="273"/>
            <ac:inkMk id="97" creationId="{A1BB2B5E-DDB7-944D-E8CE-0BB758392894}"/>
          </ac:inkMkLst>
        </pc:inkChg>
        <pc:inkChg chg="add mod">
          <ac:chgData name="Rodica Ioana Lung" userId="64ee56e8d7162e1e" providerId="LiveId" clId="{0F6830A5-18AB-4F1B-8BBB-DA235794CEC1}" dt="2025-12-18T15:37:14.219" v="219"/>
          <ac:inkMkLst>
            <pc:docMk/>
            <pc:sldMk cId="2958895266" sldId="273"/>
            <ac:inkMk id="98" creationId="{741453C7-A15D-346F-AF3B-BAECE5DA900A}"/>
          </ac:inkMkLst>
        </pc:inkChg>
        <pc:inkChg chg="add">
          <ac:chgData name="Rodica Ioana Lung" userId="64ee56e8d7162e1e" providerId="LiveId" clId="{0F6830A5-18AB-4F1B-8BBB-DA235794CEC1}" dt="2025-12-18T15:33:04.473" v="112" actId="9405"/>
          <ac:inkMkLst>
            <pc:docMk/>
            <pc:sldMk cId="2958895266" sldId="273"/>
            <ac:inkMk id="99" creationId="{329A44BB-6099-73DD-A40F-81440AE98115}"/>
          </ac:inkMkLst>
        </pc:inkChg>
        <pc:inkChg chg="add">
          <ac:chgData name="Rodica Ioana Lung" userId="64ee56e8d7162e1e" providerId="LiveId" clId="{0F6830A5-18AB-4F1B-8BBB-DA235794CEC1}" dt="2025-12-18T15:33:05.082" v="113" actId="9405"/>
          <ac:inkMkLst>
            <pc:docMk/>
            <pc:sldMk cId="2958895266" sldId="273"/>
            <ac:inkMk id="100" creationId="{1D793968-8081-E081-7F37-1E99FC4149A5}"/>
          </ac:inkMkLst>
        </pc:inkChg>
        <pc:inkChg chg="add">
          <ac:chgData name="Rodica Ioana Lung" userId="64ee56e8d7162e1e" providerId="LiveId" clId="{0F6830A5-18AB-4F1B-8BBB-DA235794CEC1}" dt="2025-12-18T15:33:15.574" v="115" actId="9405"/>
          <ac:inkMkLst>
            <pc:docMk/>
            <pc:sldMk cId="2958895266" sldId="273"/>
            <ac:inkMk id="105" creationId="{7AA44961-AEE9-4A3A-C690-D70A145CD021}"/>
          </ac:inkMkLst>
        </pc:inkChg>
        <pc:inkChg chg="add mod">
          <ac:chgData name="Rodica Ioana Lung" userId="64ee56e8d7162e1e" providerId="LiveId" clId="{0F6830A5-18AB-4F1B-8BBB-DA235794CEC1}" dt="2025-12-18T15:33:19.986" v="118"/>
          <ac:inkMkLst>
            <pc:docMk/>
            <pc:sldMk cId="2958895266" sldId="273"/>
            <ac:inkMk id="106" creationId="{AA793DCF-6024-70B6-79FF-B57603C9119E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107" creationId="{0F42795F-AF2B-DE17-1E3A-4EFC26D898C5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09" creationId="{3BF68B93-CB3F-AEB4-6102-D83762BBD361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110" creationId="{C8E181BD-B4DC-B6DD-C4B1-D3B38541D2D7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111" creationId="{DA9EB6C8-E8F4-DCE5-58CA-E25AE7952F57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12" creationId="{73185A25-A549-8EF6-5E58-2769D2D546D7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13" creationId="{40CF85BD-F417-F64B-FBE5-CFC0056B4E54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14" creationId="{F7573866-B81F-6762-408A-600CBE20C043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15" creationId="{C4D2DCE3-F8CB-4BA6-A8AA-9DEF798DB214}"/>
          </ac:inkMkLst>
        </pc:inkChg>
        <pc:inkChg chg="add mod">
          <ac:chgData name="Rodica Ioana Lung" userId="64ee56e8d7162e1e" providerId="LiveId" clId="{0F6830A5-18AB-4F1B-8BBB-DA235794CEC1}" dt="2025-12-18T15:33:24.994" v="128"/>
          <ac:inkMkLst>
            <pc:docMk/>
            <pc:sldMk cId="2958895266" sldId="273"/>
            <ac:inkMk id="116" creationId="{7AD9E84F-7A90-F688-7390-5EB7CA01F14C}"/>
          </ac:inkMkLst>
        </pc:inkChg>
        <pc:inkChg chg="add">
          <ac:chgData name="Rodica Ioana Lung" userId="64ee56e8d7162e1e" providerId="LiveId" clId="{0F6830A5-18AB-4F1B-8BBB-DA235794CEC1}" dt="2025-12-18T15:33:24.423" v="127" actId="9405"/>
          <ac:inkMkLst>
            <pc:docMk/>
            <pc:sldMk cId="2958895266" sldId="273"/>
            <ac:inkMk id="117" creationId="{7F0E3108-1E30-1293-2366-A6CF4AA946D7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20" creationId="{91A513F3-B781-ED3D-AF43-EC939D3CC975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21" creationId="{AC80C237-4071-0FAD-07FF-1BA4BBEB8187}"/>
          </ac:inkMkLst>
        </pc:inkChg>
        <pc:inkChg chg="add mod">
          <ac:chgData name="Rodica Ioana Lung" userId="64ee56e8d7162e1e" providerId="LiveId" clId="{0F6830A5-18AB-4F1B-8BBB-DA235794CEC1}" dt="2025-12-18T15:33:32.894" v="139"/>
          <ac:inkMkLst>
            <pc:docMk/>
            <pc:sldMk cId="2958895266" sldId="273"/>
            <ac:inkMk id="122" creationId="{199E1D5C-D808-3FD3-B525-6408ABB0B4D8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23" creationId="{8F3A2908-5DB3-4D5E-A69E-B4AACB81F682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24" creationId="{7469F7FE-53C2-0FB2-86FC-9C46C3A1573E}"/>
          </ac:inkMkLst>
        </pc:inkChg>
        <pc:inkChg chg="add mod">
          <ac:chgData name="Rodica Ioana Lung" userId="64ee56e8d7162e1e" providerId="LiveId" clId="{0F6830A5-18AB-4F1B-8BBB-DA235794CEC1}" dt="2025-12-18T15:33:32.894" v="139"/>
          <ac:inkMkLst>
            <pc:docMk/>
            <pc:sldMk cId="2958895266" sldId="273"/>
            <ac:inkMk id="125" creationId="{54946F72-02C9-92C0-1CB9-D6776F623C5A}"/>
          </ac:inkMkLst>
        </pc:inkChg>
        <pc:inkChg chg="add mod">
          <ac:chgData name="Rodica Ioana Lung" userId="64ee56e8d7162e1e" providerId="LiveId" clId="{0F6830A5-18AB-4F1B-8BBB-DA235794CEC1}" dt="2025-12-18T15:33:32.894" v="139"/>
          <ac:inkMkLst>
            <pc:docMk/>
            <pc:sldMk cId="2958895266" sldId="273"/>
            <ac:inkMk id="126" creationId="{80B0A9A3-F2C3-23DD-D16B-EE241CD512A5}"/>
          </ac:inkMkLst>
        </pc:inkChg>
        <pc:inkChg chg="add mod">
          <ac:chgData name="Rodica Ioana Lung" userId="64ee56e8d7162e1e" providerId="LiveId" clId="{0F6830A5-18AB-4F1B-8BBB-DA235794CEC1}" dt="2025-12-18T15:33:32.894" v="139"/>
          <ac:inkMkLst>
            <pc:docMk/>
            <pc:sldMk cId="2958895266" sldId="273"/>
            <ac:inkMk id="128" creationId="{3F2E844F-708E-18BB-4605-371C80667B19}"/>
          </ac:inkMkLst>
        </pc:inkChg>
        <pc:inkChg chg="add mod">
          <ac:chgData name="Rodica Ioana Lung" userId="64ee56e8d7162e1e" providerId="LiveId" clId="{0F6830A5-18AB-4F1B-8BBB-DA235794CEC1}" dt="2025-12-18T15:33:32.894" v="139"/>
          <ac:inkMkLst>
            <pc:docMk/>
            <pc:sldMk cId="2958895266" sldId="273"/>
            <ac:inkMk id="129" creationId="{7CA57841-EE66-86CD-93EB-136507895E8F}"/>
          </ac:inkMkLst>
        </pc:inkChg>
        <pc:inkChg chg="add">
          <ac:chgData name="Rodica Ioana Lung" userId="64ee56e8d7162e1e" providerId="LiveId" clId="{0F6830A5-18AB-4F1B-8BBB-DA235794CEC1}" dt="2025-12-18T15:33:33.381" v="140" actId="9405"/>
          <ac:inkMkLst>
            <pc:docMk/>
            <pc:sldMk cId="2958895266" sldId="273"/>
            <ac:inkMk id="131" creationId="{92EC675F-F7C5-B06C-63B2-C5DE489C42A1}"/>
          </ac:inkMkLst>
        </pc:inkChg>
        <pc:inkChg chg="add">
          <ac:chgData name="Rodica Ioana Lung" userId="64ee56e8d7162e1e" providerId="LiveId" clId="{0F6830A5-18AB-4F1B-8BBB-DA235794CEC1}" dt="2025-12-18T15:33:33.560" v="141" actId="9405"/>
          <ac:inkMkLst>
            <pc:docMk/>
            <pc:sldMk cId="2958895266" sldId="273"/>
            <ac:inkMk id="132" creationId="{F80EACC2-7EC4-2900-CD40-2AC7AD478DA4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33" creationId="{F7E1B7E7-3AC1-C180-FAF7-00355EBFFC14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34" creationId="{8406A24B-97FF-863D-408F-C48E54775C43}"/>
          </ac:inkMkLst>
        </pc:inkChg>
        <pc:inkChg chg="add">
          <ac:chgData name="Rodica Ioana Lung" userId="64ee56e8d7162e1e" providerId="LiveId" clId="{0F6830A5-18AB-4F1B-8BBB-DA235794CEC1}" dt="2025-12-18T15:33:34.637" v="144" actId="9405"/>
          <ac:inkMkLst>
            <pc:docMk/>
            <pc:sldMk cId="2958895266" sldId="273"/>
            <ac:inkMk id="135" creationId="{98CE0E18-B82B-F4E5-A767-FF9E28C32992}"/>
          </ac:inkMkLst>
        </pc:inkChg>
        <pc:inkChg chg="add">
          <ac:chgData name="Rodica Ioana Lung" userId="64ee56e8d7162e1e" providerId="LiveId" clId="{0F6830A5-18AB-4F1B-8BBB-DA235794CEC1}" dt="2025-12-18T15:33:34.886" v="145" actId="9405"/>
          <ac:inkMkLst>
            <pc:docMk/>
            <pc:sldMk cId="2958895266" sldId="273"/>
            <ac:inkMk id="136" creationId="{240C9CED-F9AE-ECAC-42C3-B95FDC5DF9AC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37" creationId="{94917DC8-87E0-800E-550E-28C4B13C28C9}"/>
          </ac:inkMkLst>
        </pc:inkChg>
        <pc:inkChg chg="add mod">
          <ac:chgData name="Rodica Ioana Lung" userId="64ee56e8d7162e1e" providerId="LiveId" clId="{0F6830A5-18AB-4F1B-8BBB-DA235794CEC1}" dt="2025-12-18T15:33:37.910" v="149"/>
          <ac:inkMkLst>
            <pc:docMk/>
            <pc:sldMk cId="2958895266" sldId="273"/>
            <ac:inkMk id="138" creationId="{3ECE3E90-8063-CFB8-8C15-DD971FFCDE43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39" creationId="{4F516284-A703-8049-6FB8-56FAD5BDF643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1" creationId="{DCFDC1FF-9636-B17A-1CF6-4C4E4144E3EA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2" creationId="{F7D29264-82FB-EA6C-E389-6E9945F2C808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3" creationId="{E1B9075F-C25B-C233-F97D-CF97DADE19B8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4" creationId="{988F02BF-AEB3-2F2B-00F6-C4D0B02BF462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5" creationId="{E9773122-FD7E-88D2-1C96-201BAD28B789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6" creationId="{B87CB2BC-5774-A784-D081-F9FBC42A28E5}"/>
          </ac:inkMkLst>
        </pc:inkChg>
        <pc:inkChg chg="add mod">
          <ac:chgData name="Rodica Ioana Lung" userId="64ee56e8d7162e1e" providerId="LiveId" clId="{0F6830A5-18AB-4F1B-8BBB-DA235794CEC1}" dt="2025-12-18T15:33:44.492" v="158"/>
          <ac:inkMkLst>
            <pc:docMk/>
            <pc:sldMk cId="2958895266" sldId="273"/>
            <ac:inkMk id="148" creationId="{52370A3E-CDEB-C711-D480-A20A4AE046B3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0" creationId="{829277DD-6233-34C2-3030-109A799FFEC3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1" creationId="{1B937029-E47D-512F-D8D9-06D9731E61D1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2" creationId="{2AD0CB82-B138-19B5-192B-7687D0092CEE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3" creationId="{D05622FC-AAEF-EB9A-5D66-2250E5229B9E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4" creationId="{FE09C27A-82EA-3E54-0CAB-77B7D02425E5}"/>
          </ac:inkMkLst>
        </pc:inkChg>
        <pc:inkChg chg="add mod">
          <ac:chgData name="Rodica Ioana Lung" userId="64ee56e8d7162e1e" providerId="LiveId" clId="{0F6830A5-18AB-4F1B-8BBB-DA235794CEC1}" dt="2025-12-18T15:33:49.329" v="165"/>
          <ac:inkMkLst>
            <pc:docMk/>
            <pc:sldMk cId="2958895266" sldId="273"/>
            <ac:inkMk id="155" creationId="{E1631CD2-29AD-C0E5-6951-781B5968E2F9}"/>
          </ac:inkMkLst>
        </pc:inkChg>
        <pc:inkChg chg="add mod">
          <ac:chgData name="Rodica Ioana Lung" userId="64ee56e8d7162e1e" providerId="LiveId" clId="{0F6830A5-18AB-4F1B-8BBB-DA235794CEC1}" dt="2025-12-18T15:33:51.420" v="168"/>
          <ac:inkMkLst>
            <pc:docMk/>
            <pc:sldMk cId="2958895266" sldId="273"/>
            <ac:inkMk id="158" creationId="{5CDF539E-1060-F38E-6F8A-C4DE2772B0FC}"/>
          </ac:inkMkLst>
        </pc:inkChg>
        <pc:inkChg chg="add mod">
          <ac:chgData name="Rodica Ioana Lung" userId="64ee56e8d7162e1e" providerId="LiveId" clId="{0F6830A5-18AB-4F1B-8BBB-DA235794CEC1}" dt="2025-12-18T15:33:51.420" v="168"/>
          <ac:inkMkLst>
            <pc:docMk/>
            <pc:sldMk cId="2958895266" sldId="273"/>
            <ac:inkMk id="159" creationId="{BBA0CB00-37D3-DDE8-BE11-F7812706C65C}"/>
          </ac:inkMkLst>
        </pc:inkChg>
        <pc:inkChg chg="add mod">
          <ac:chgData name="Rodica Ioana Lung" userId="64ee56e8d7162e1e" providerId="LiveId" clId="{0F6830A5-18AB-4F1B-8BBB-DA235794CEC1}" dt="2025-12-18T15:33:53.874" v="172"/>
          <ac:inkMkLst>
            <pc:docMk/>
            <pc:sldMk cId="2958895266" sldId="273"/>
            <ac:inkMk id="161" creationId="{0A38DDAC-7464-9BB5-D8D0-B0DC6DB3ADAB}"/>
          </ac:inkMkLst>
        </pc:inkChg>
        <pc:inkChg chg="add mod">
          <ac:chgData name="Rodica Ioana Lung" userId="64ee56e8d7162e1e" providerId="LiveId" clId="{0F6830A5-18AB-4F1B-8BBB-DA235794CEC1}" dt="2025-12-18T15:33:53.874" v="172"/>
          <ac:inkMkLst>
            <pc:docMk/>
            <pc:sldMk cId="2958895266" sldId="273"/>
            <ac:inkMk id="162" creationId="{76E25BAE-BA40-A2EA-704E-6D5D6C899A79}"/>
          </ac:inkMkLst>
        </pc:inkChg>
        <pc:inkChg chg="add mod">
          <ac:chgData name="Rodica Ioana Lung" userId="64ee56e8d7162e1e" providerId="LiveId" clId="{0F6830A5-18AB-4F1B-8BBB-DA235794CEC1}" dt="2025-12-18T15:33:53.874" v="172"/>
          <ac:inkMkLst>
            <pc:docMk/>
            <pc:sldMk cId="2958895266" sldId="273"/>
            <ac:inkMk id="163" creationId="{F3A959F5-35D0-F79D-A457-F4CC65B5DD2B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65" creationId="{AD8EEDDC-999F-DA9B-6D92-43C94750C8C2}"/>
          </ac:inkMkLst>
        </pc:inkChg>
        <pc:inkChg chg="add mod">
          <ac:chgData name="Rodica Ioana Lung" userId="64ee56e8d7162e1e" providerId="LiveId" clId="{0F6830A5-18AB-4F1B-8BBB-DA235794CEC1}" dt="2025-12-18T15:33:56.972" v="176"/>
          <ac:inkMkLst>
            <pc:docMk/>
            <pc:sldMk cId="2958895266" sldId="273"/>
            <ac:inkMk id="166" creationId="{177FE6E6-25A4-B355-A3DF-12966D0D6612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67" creationId="{7E72375E-466F-EE1E-9C50-D46053C70D78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69" creationId="{6CFC70EF-8BD8-5B58-AE58-309EBF2FE8EE}"/>
          </ac:inkMkLst>
        </pc:inkChg>
        <pc:inkChg chg="add">
          <ac:chgData name="Rodica Ioana Lung" userId="64ee56e8d7162e1e" providerId="LiveId" clId="{0F6830A5-18AB-4F1B-8BBB-DA235794CEC1}" dt="2025-12-18T15:33:58.182" v="178" actId="9405"/>
          <ac:inkMkLst>
            <pc:docMk/>
            <pc:sldMk cId="2958895266" sldId="273"/>
            <ac:inkMk id="170" creationId="{B37AE59D-8D8F-1D1F-F2D4-7AE79F6CCD6D}"/>
          </ac:inkMkLst>
        </pc:inkChg>
        <pc:inkChg chg="add">
          <ac:chgData name="Rodica Ioana Lung" userId="64ee56e8d7162e1e" providerId="LiveId" clId="{0F6830A5-18AB-4F1B-8BBB-DA235794CEC1}" dt="2025-12-18T15:33:59.160" v="179" actId="9405"/>
          <ac:inkMkLst>
            <pc:docMk/>
            <pc:sldMk cId="2958895266" sldId="273"/>
            <ac:inkMk id="171" creationId="{2376402A-4672-7103-A846-A5B98E1E21A0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72" creationId="{486BE98B-B87A-71A2-6DC4-D019F26CC54E}"/>
          </ac:inkMkLst>
        </pc:inkChg>
        <pc:inkChg chg="add">
          <ac:chgData name="Rodica Ioana Lung" userId="64ee56e8d7162e1e" providerId="LiveId" clId="{0F6830A5-18AB-4F1B-8BBB-DA235794CEC1}" dt="2025-12-18T15:33:59.970" v="181" actId="9405"/>
          <ac:inkMkLst>
            <pc:docMk/>
            <pc:sldMk cId="2958895266" sldId="273"/>
            <ac:inkMk id="173" creationId="{A8F5F97A-896B-F473-0473-0D9382B4BF2E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74" creationId="{61094AA2-74F7-FCBE-AC29-AA31579CACF5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75" creationId="{DA188367-398E-F10F-C44D-EE2C9D13AE15}"/>
          </ac:inkMkLst>
        </pc:inkChg>
        <pc:inkChg chg="add mod">
          <ac:chgData name="Rodica Ioana Lung" userId="64ee56e8d7162e1e" providerId="LiveId" clId="{0F6830A5-18AB-4F1B-8BBB-DA235794CEC1}" dt="2025-12-18T15:34:02.391" v="185"/>
          <ac:inkMkLst>
            <pc:docMk/>
            <pc:sldMk cId="2958895266" sldId="273"/>
            <ac:inkMk id="176" creationId="{50C30E16-C632-117B-1AC6-EE676F37841C}"/>
          </ac:inkMkLst>
        </pc:inkChg>
        <pc:inkChg chg="add">
          <ac:chgData name="Rodica Ioana Lung" userId="64ee56e8d7162e1e" providerId="LiveId" clId="{0F6830A5-18AB-4F1B-8BBB-DA235794CEC1}" dt="2025-12-18T15:34:07.357" v="186" actId="9405"/>
          <ac:inkMkLst>
            <pc:docMk/>
            <pc:sldMk cId="2958895266" sldId="273"/>
            <ac:inkMk id="179" creationId="{6CCA1E64-C89F-0DF0-38B4-17980B089C57}"/>
          </ac:inkMkLst>
        </pc:inkChg>
        <pc:inkChg chg="add">
          <ac:chgData name="Rodica Ioana Lung" userId="64ee56e8d7162e1e" providerId="LiveId" clId="{0F6830A5-18AB-4F1B-8BBB-DA235794CEC1}" dt="2025-12-18T15:34:11.893" v="187" actId="9405"/>
          <ac:inkMkLst>
            <pc:docMk/>
            <pc:sldMk cId="2958895266" sldId="273"/>
            <ac:inkMk id="180" creationId="{41F15A8D-F655-4773-027B-B6E6AAA1C335}"/>
          </ac:inkMkLst>
        </pc:inkChg>
        <pc:inkChg chg="add mod">
          <ac:chgData name="Rodica Ioana Lung" userId="64ee56e8d7162e1e" providerId="LiveId" clId="{0F6830A5-18AB-4F1B-8BBB-DA235794CEC1}" dt="2025-12-18T15:36:37.796" v="190"/>
          <ac:inkMkLst>
            <pc:docMk/>
            <pc:sldMk cId="2958895266" sldId="273"/>
            <ac:inkMk id="181" creationId="{EF16C90F-A28B-F589-5955-80CD977F6477}"/>
          </ac:inkMkLst>
        </pc:inkChg>
        <pc:inkChg chg="add mod">
          <ac:chgData name="Rodica Ioana Lung" userId="64ee56e8d7162e1e" providerId="LiveId" clId="{0F6830A5-18AB-4F1B-8BBB-DA235794CEC1}" dt="2025-12-18T15:36:37.796" v="190"/>
          <ac:inkMkLst>
            <pc:docMk/>
            <pc:sldMk cId="2958895266" sldId="273"/>
            <ac:inkMk id="182" creationId="{854FED2F-2193-ABFC-1731-3EB62DC75FD9}"/>
          </ac:inkMkLst>
        </pc:inkChg>
        <pc:inkChg chg="add mod">
          <ac:chgData name="Rodica Ioana Lung" userId="64ee56e8d7162e1e" providerId="LiveId" clId="{0F6830A5-18AB-4F1B-8BBB-DA235794CEC1}" dt="2025-12-18T15:36:41.293" v="193"/>
          <ac:inkMkLst>
            <pc:docMk/>
            <pc:sldMk cId="2958895266" sldId="273"/>
            <ac:inkMk id="184" creationId="{EFF98948-1A83-F3C8-2730-D3CCA0552527}"/>
          </ac:inkMkLst>
        </pc:inkChg>
        <pc:inkChg chg="add mod">
          <ac:chgData name="Rodica Ioana Lung" userId="64ee56e8d7162e1e" providerId="LiveId" clId="{0F6830A5-18AB-4F1B-8BBB-DA235794CEC1}" dt="2025-12-18T15:36:41.293" v="193"/>
          <ac:inkMkLst>
            <pc:docMk/>
            <pc:sldMk cId="2958895266" sldId="273"/>
            <ac:inkMk id="185" creationId="{97175830-D5DD-02B3-26C7-7D6CED8851E1}"/>
          </ac:inkMkLst>
        </pc:inkChg>
        <pc:inkChg chg="add">
          <ac:chgData name="Rodica Ioana Lung" userId="64ee56e8d7162e1e" providerId="LiveId" clId="{0F6830A5-18AB-4F1B-8BBB-DA235794CEC1}" dt="2025-12-18T15:36:55.378" v="194" actId="9405"/>
          <ac:inkMkLst>
            <pc:docMk/>
            <pc:sldMk cId="2958895266" sldId="273"/>
            <ac:inkMk id="187" creationId="{C3468302-8D82-57F9-E01B-1371C9285D0E}"/>
          </ac:inkMkLst>
        </pc:inkChg>
        <pc:inkChg chg="add">
          <ac:chgData name="Rodica Ioana Lung" userId="64ee56e8d7162e1e" providerId="LiveId" clId="{0F6830A5-18AB-4F1B-8BBB-DA235794CEC1}" dt="2025-12-18T15:36:55.678" v="195" actId="9405"/>
          <ac:inkMkLst>
            <pc:docMk/>
            <pc:sldMk cId="2958895266" sldId="273"/>
            <ac:inkMk id="188" creationId="{70D9A7B8-5163-0581-04B7-F771D92F1A70}"/>
          </ac:inkMkLst>
        </pc:inkChg>
        <pc:inkChg chg="add">
          <ac:chgData name="Rodica Ioana Lung" userId="64ee56e8d7162e1e" providerId="LiveId" clId="{0F6830A5-18AB-4F1B-8BBB-DA235794CEC1}" dt="2025-12-18T15:36:56.383" v="196" actId="9405"/>
          <ac:inkMkLst>
            <pc:docMk/>
            <pc:sldMk cId="2958895266" sldId="273"/>
            <ac:inkMk id="189" creationId="{DB354CD7-2649-D8C6-BB81-500FA6030119}"/>
          </ac:inkMkLst>
        </pc:inkChg>
        <pc:inkChg chg="add mod">
          <ac:chgData name="Rodica Ioana Lung" userId="64ee56e8d7162e1e" providerId="LiveId" clId="{0F6830A5-18AB-4F1B-8BBB-DA235794CEC1}" dt="2025-12-18T15:37:00.538" v="201"/>
          <ac:inkMkLst>
            <pc:docMk/>
            <pc:sldMk cId="2958895266" sldId="273"/>
            <ac:inkMk id="190" creationId="{B9A614CE-34DC-9A71-C733-206D3433A892}"/>
          </ac:inkMkLst>
        </pc:inkChg>
        <pc:inkChg chg="add mod">
          <ac:chgData name="Rodica Ioana Lung" userId="64ee56e8d7162e1e" providerId="LiveId" clId="{0F6830A5-18AB-4F1B-8BBB-DA235794CEC1}" dt="2025-12-18T15:37:32.947" v="245"/>
          <ac:inkMkLst>
            <pc:docMk/>
            <pc:sldMk cId="2958895266" sldId="273"/>
            <ac:inkMk id="191" creationId="{9160C228-7376-7BCD-E415-2C28CA7193BB}"/>
          </ac:inkMkLst>
        </pc:inkChg>
        <pc:inkChg chg="add">
          <ac:chgData name="Rodica Ioana Lung" userId="64ee56e8d7162e1e" providerId="LiveId" clId="{0F6830A5-18AB-4F1B-8BBB-DA235794CEC1}" dt="2025-12-18T15:36:59.197" v="199" actId="9405"/>
          <ac:inkMkLst>
            <pc:docMk/>
            <pc:sldMk cId="2958895266" sldId="273"/>
            <ac:inkMk id="192" creationId="{8BE22A4C-FAF1-DEFF-AAB4-60E5E20FD0DA}"/>
          </ac:inkMkLst>
        </pc:inkChg>
        <pc:inkChg chg="add">
          <ac:chgData name="Rodica Ioana Lung" userId="64ee56e8d7162e1e" providerId="LiveId" clId="{0F6830A5-18AB-4F1B-8BBB-DA235794CEC1}" dt="2025-12-18T15:36:59.930" v="200" actId="9405"/>
          <ac:inkMkLst>
            <pc:docMk/>
            <pc:sldMk cId="2958895266" sldId="273"/>
            <ac:inkMk id="193" creationId="{948FAB7C-9442-92D7-894C-EBE3049C17A4}"/>
          </ac:inkMkLst>
        </pc:inkChg>
        <pc:inkChg chg="add">
          <ac:chgData name="Rodica Ioana Lung" userId="64ee56e8d7162e1e" providerId="LiveId" clId="{0F6830A5-18AB-4F1B-8BBB-DA235794CEC1}" dt="2025-12-18T15:37:02.439" v="202" actId="9405"/>
          <ac:inkMkLst>
            <pc:docMk/>
            <pc:sldMk cId="2958895266" sldId="273"/>
            <ac:inkMk id="195" creationId="{BB4351C2-A12B-B548-64B3-68F6F9A7E357}"/>
          </ac:inkMkLst>
        </pc:inkChg>
        <pc:inkChg chg="add mod">
          <ac:chgData name="Rodica Ioana Lung" userId="64ee56e8d7162e1e" providerId="LiveId" clId="{0F6830A5-18AB-4F1B-8BBB-DA235794CEC1}" dt="2025-12-18T15:37:09.695" v="217"/>
          <ac:inkMkLst>
            <pc:docMk/>
            <pc:sldMk cId="2958895266" sldId="273"/>
            <ac:inkMk id="196" creationId="{1F396B64-EE67-D049-46AF-5E1130F6B3D9}"/>
          </ac:inkMkLst>
        </pc:inkChg>
        <pc:inkChg chg="add mod">
          <ac:chgData name="Rodica Ioana Lung" userId="64ee56e8d7162e1e" providerId="LiveId" clId="{0F6830A5-18AB-4F1B-8BBB-DA235794CEC1}" dt="2025-12-18T15:37:09.695" v="217"/>
          <ac:inkMkLst>
            <pc:docMk/>
            <pc:sldMk cId="2958895266" sldId="273"/>
            <ac:inkMk id="197" creationId="{78CCA10E-0E0A-B943-D1F1-A51BBDBDEE94}"/>
          </ac:inkMkLst>
        </pc:inkChg>
        <pc:inkChg chg="add mod">
          <ac:chgData name="Rodica Ioana Lung" userId="64ee56e8d7162e1e" providerId="LiveId" clId="{0F6830A5-18AB-4F1B-8BBB-DA235794CEC1}" dt="2025-12-18T15:37:32.947" v="245"/>
          <ac:inkMkLst>
            <pc:docMk/>
            <pc:sldMk cId="2958895266" sldId="273"/>
            <ac:inkMk id="199" creationId="{9958FDF1-E64D-6517-E396-25542C67BB43}"/>
          </ac:inkMkLst>
        </pc:inkChg>
        <pc:inkChg chg="add">
          <ac:chgData name="Rodica Ioana Lung" userId="64ee56e8d7162e1e" providerId="LiveId" clId="{0F6830A5-18AB-4F1B-8BBB-DA235794CEC1}" dt="2025-12-18T15:37:05.922" v="207" actId="9405"/>
          <ac:inkMkLst>
            <pc:docMk/>
            <pc:sldMk cId="2958895266" sldId="273"/>
            <ac:inkMk id="200" creationId="{34010BE0-AA91-1ED7-6CEA-CD5617A8AD46}"/>
          </ac:inkMkLst>
        </pc:inkChg>
        <pc:inkChg chg="add mod">
          <ac:chgData name="Rodica Ioana Lung" userId="64ee56e8d7162e1e" providerId="LiveId" clId="{0F6830A5-18AB-4F1B-8BBB-DA235794CEC1}" dt="2025-12-18T15:37:09.695" v="217"/>
          <ac:inkMkLst>
            <pc:docMk/>
            <pc:sldMk cId="2958895266" sldId="273"/>
            <ac:inkMk id="201" creationId="{C9EE4322-EC02-11A9-BBE9-96D16DA62508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02" creationId="{9A82C0FE-7498-A582-A9DC-600B0F1DBFB5}"/>
          </ac:inkMkLst>
        </pc:inkChg>
        <pc:inkChg chg="add mod">
          <ac:chgData name="Rodica Ioana Lung" userId="64ee56e8d7162e1e" providerId="LiveId" clId="{0F6830A5-18AB-4F1B-8BBB-DA235794CEC1}" dt="2025-12-18T15:37:09.695" v="217"/>
          <ac:inkMkLst>
            <pc:docMk/>
            <pc:sldMk cId="2958895266" sldId="273"/>
            <ac:inkMk id="203" creationId="{33B03E4E-A4D5-54EF-7CC9-92D6D0F627CB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04" creationId="{225BF42A-F112-22A6-C015-A5E2DBCA1DDB}"/>
          </ac:inkMkLst>
        </pc:inkChg>
        <pc:inkChg chg="add mod">
          <ac:chgData name="Rodica Ioana Lung" userId="64ee56e8d7162e1e" providerId="LiveId" clId="{0F6830A5-18AB-4F1B-8BBB-DA235794CEC1}" dt="2025-12-18T15:37:32.947" v="245"/>
          <ac:inkMkLst>
            <pc:docMk/>
            <pc:sldMk cId="2958895266" sldId="273"/>
            <ac:inkMk id="205" creationId="{F650C6A6-68EF-6E9B-7F6A-2A22F6F5A86B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06" creationId="{4365CF6C-68CC-941A-56D5-0F556B004C84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07" creationId="{CC21E1D6-06B9-7D17-F29B-18D6336CD43C}"/>
          </ac:inkMkLst>
        </pc:inkChg>
        <pc:inkChg chg="add mod">
          <ac:chgData name="Rodica Ioana Lung" userId="64ee56e8d7162e1e" providerId="LiveId" clId="{0F6830A5-18AB-4F1B-8BBB-DA235794CEC1}" dt="2025-12-18T15:37:32.947" v="245"/>
          <ac:inkMkLst>
            <pc:docMk/>
            <pc:sldMk cId="2958895266" sldId="273"/>
            <ac:inkMk id="208" creationId="{8D04A9E2-4511-4674-4DBB-34982DBF5022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09" creationId="{819CAE1A-3649-F384-9BF5-F45E03BB8A98}"/>
          </ac:inkMkLst>
        </pc:inkChg>
        <pc:inkChg chg="add">
          <ac:chgData name="Rodica Ioana Lung" userId="64ee56e8d7162e1e" providerId="LiveId" clId="{0F6830A5-18AB-4F1B-8BBB-DA235794CEC1}" dt="2025-12-18T15:37:13.239" v="218" actId="9405"/>
          <ac:inkMkLst>
            <pc:docMk/>
            <pc:sldMk cId="2958895266" sldId="273"/>
            <ac:inkMk id="212" creationId="{C1C7CE8F-4795-584B-1484-F947C45985D0}"/>
          </ac:inkMkLst>
        </pc:inkChg>
        <pc:inkChg chg="add mod">
          <ac:chgData name="Rodica Ioana Lung" userId="64ee56e8d7162e1e" providerId="LiveId" clId="{0F6830A5-18AB-4F1B-8BBB-DA235794CEC1}" dt="2025-12-18T15:37:36.642" v="248"/>
          <ac:inkMkLst>
            <pc:docMk/>
            <pc:sldMk cId="2958895266" sldId="273"/>
            <ac:inkMk id="214" creationId="{BF6EEE6C-283D-D35A-A1B8-EFE3424D3AF8}"/>
          </ac:inkMkLst>
        </pc:inkChg>
        <pc:inkChg chg="add mod">
          <ac:chgData name="Rodica Ioana Lung" userId="64ee56e8d7162e1e" providerId="LiveId" clId="{0F6830A5-18AB-4F1B-8BBB-DA235794CEC1}" dt="2025-12-18T15:37:36.642" v="248"/>
          <ac:inkMkLst>
            <pc:docMk/>
            <pc:sldMk cId="2958895266" sldId="273"/>
            <ac:inkMk id="215" creationId="{6CF2BF6F-A689-05D4-9A7B-99C8394B9CA3}"/>
          </ac:inkMkLst>
        </pc:inkChg>
        <pc:inkChg chg="add mod">
          <ac:chgData name="Rodica Ioana Lung" userId="64ee56e8d7162e1e" providerId="LiveId" clId="{0F6830A5-18AB-4F1B-8BBB-DA235794CEC1}" dt="2025-12-18T15:37:36.642" v="248"/>
          <ac:inkMkLst>
            <pc:docMk/>
            <pc:sldMk cId="2958895266" sldId="273"/>
            <ac:inkMk id="216" creationId="{FC3E4D05-8D37-1772-E53A-7EF1820BE376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17" creationId="{EA880FA7-1EE1-A885-29E7-5A22E53A9974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18" creationId="{3496AA56-7FFC-5071-E7A0-89B12FEBB11F}"/>
          </ac:inkMkLst>
        </pc:inkChg>
        <pc:inkChg chg="add">
          <ac:chgData name="Rodica Ioana Lung" userId="64ee56e8d7162e1e" providerId="LiveId" clId="{0F6830A5-18AB-4F1B-8BBB-DA235794CEC1}" dt="2025-12-18T15:37:17.078" v="225" actId="9405"/>
          <ac:inkMkLst>
            <pc:docMk/>
            <pc:sldMk cId="2958895266" sldId="273"/>
            <ac:inkMk id="219" creationId="{B4828F6A-E0D7-F8A2-3CFC-1BAA3FD99A8E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20" creationId="{9725EFB2-A3A1-68C4-8CB3-8325911C641E}"/>
          </ac:inkMkLst>
        </pc:inkChg>
        <pc:inkChg chg="add">
          <ac:chgData name="Rodica Ioana Lung" userId="64ee56e8d7162e1e" providerId="LiveId" clId="{0F6830A5-18AB-4F1B-8BBB-DA235794CEC1}" dt="2025-12-18T15:37:18.042" v="227" actId="9405"/>
          <ac:inkMkLst>
            <pc:docMk/>
            <pc:sldMk cId="2958895266" sldId="273"/>
            <ac:inkMk id="221" creationId="{5332771A-0082-C49E-A515-EE5CC785A6D0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22" creationId="{5BA51A43-BF46-202B-9988-A9C05A72D9EC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23" creationId="{8DA18CC1-45CD-1DBB-3A72-E58E189BDB90}"/>
          </ac:inkMkLst>
        </pc:inkChg>
        <pc:inkChg chg="add">
          <ac:chgData name="Rodica Ioana Lung" userId="64ee56e8d7162e1e" providerId="LiveId" clId="{0F6830A5-18AB-4F1B-8BBB-DA235794CEC1}" dt="2025-12-18T15:37:18.714" v="230" actId="9405"/>
          <ac:inkMkLst>
            <pc:docMk/>
            <pc:sldMk cId="2958895266" sldId="273"/>
            <ac:inkMk id="224" creationId="{F63E2587-89FC-5968-F388-13CCBFAF887D}"/>
          </ac:inkMkLst>
        </pc:inkChg>
        <pc:inkChg chg="add mod">
          <ac:chgData name="Rodica Ioana Lung" userId="64ee56e8d7162e1e" providerId="LiveId" clId="{0F6830A5-18AB-4F1B-8BBB-DA235794CEC1}" dt="2025-12-18T15:37:36.642" v="248"/>
          <ac:inkMkLst>
            <pc:docMk/>
            <pc:sldMk cId="2958895266" sldId="273"/>
            <ac:inkMk id="225" creationId="{A74798BA-E965-FEA8-23E0-1E6929F33AD5}"/>
          </ac:inkMkLst>
        </pc:inkChg>
        <pc:inkChg chg="add">
          <ac:chgData name="Rodica Ioana Lung" userId="64ee56e8d7162e1e" providerId="LiveId" clId="{0F6830A5-18AB-4F1B-8BBB-DA235794CEC1}" dt="2025-12-18T15:37:19.589" v="232" actId="9405"/>
          <ac:inkMkLst>
            <pc:docMk/>
            <pc:sldMk cId="2958895266" sldId="273"/>
            <ac:inkMk id="226" creationId="{C3EAAF9D-DB2E-903B-B49E-69D16F24D5C3}"/>
          </ac:inkMkLst>
        </pc:inkChg>
        <pc:inkChg chg="add mod">
          <ac:chgData name="Rodica Ioana Lung" userId="64ee56e8d7162e1e" providerId="LiveId" clId="{0F6830A5-18AB-4F1B-8BBB-DA235794CEC1}" dt="2025-12-18T15:37:36.642" v="248"/>
          <ac:inkMkLst>
            <pc:docMk/>
            <pc:sldMk cId="2958895266" sldId="273"/>
            <ac:inkMk id="227" creationId="{3396C793-0073-463A-3ADF-A922492C24E7}"/>
          </ac:inkMkLst>
        </pc:inkChg>
        <pc:inkChg chg="add">
          <ac:chgData name="Rodica Ioana Lung" userId="64ee56e8d7162e1e" providerId="LiveId" clId="{0F6830A5-18AB-4F1B-8BBB-DA235794CEC1}" dt="2025-12-18T15:37:19.891" v="234" actId="9405"/>
          <ac:inkMkLst>
            <pc:docMk/>
            <pc:sldMk cId="2958895266" sldId="273"/>
            <ac:inkMk id="228" creationId="{77C43F50-7910-884E-AB88-05717DA5169B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29" creationId="{8D764608-247C-F7A1-C6DA-3E4EAA2B18C3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0" creationId="{528466D8-08C9-6C28-82E8-35D45B61B4C2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1" creationId="{A346282E-965F-59D4-1505-1D9C0B56851D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2" creationId="{2C8EB0A3-58FB-9365-2622-B43B6301C8A1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3" creationId="{41CF268F-303F-3AAB-459C-67BD8F00B33E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4" creationId="{E5CC1F1E-F4F7-D3AA-7455-834A1893EDF4}"/>
          </ac:inkMkLst>
        </pc:inkChg>
        <pc:inkChg chg="add mod">
          <ac:chgData name="Rodica Ioana Lung" userId="64ee56e8d7162e1e" providerId="LiveId" clId="{0F6830A5-18AB-4F1B-8BBB-DA235794CEC1}" dt="2025-12-18T15:37:26.880" v="242"/>
          <ac:inkMkLst>
            <pc:docMk/>
            <pc:sldMk cId="2958895266" sldId="273"/>
            <ac:inkMk id="235" creationId="{B4F98CBC-9DA8-4892-862B-4EBE36017334}"/>
          </ac:inkMkLst>
        </pc:inkChg>
        <pc:inkChg chg="add">
          <ac:chgData name="Rodica Ioana Lung" userId="64ee56e8d7162e1e" providerId="LiveId" clId="{0F6830A5-18AB-4F1B-8BBB-DA235794CEC1}" dt="2025-12-18T15:37:31.462" v="243" actId="9405"/>
          <ac:inkMkLst>
            <pc:docMk/>
            <pc:sldMk cId="2958895266" sldId="273"/>
            <ac:inkMk id="237" creationId="{CBCEB493-C638-438D-BD2F-6A501F23C395}"/>
          </ac:inkMkLst>
        </pc:inkChg>
        <pc:inkChg chg="add mod">
          <ac:chgData name="Rodica Ioana Lung" userId="64ee56e8d7162e1e" providerId="LiveId" clId="{0F6830A5-18AB-4F1B-8BBB-DA235794CEC1}" dt="2025-12-18T15:37:32.947" v="245"/>
          <ac:inkMkLst>
            <pc:docMk/>
            <pc:sldMk cId="2958895266" sldId="273"/>
            <ac:inkMk id="238" creationId="{21609C54-67D7-6D8B-748A-0E0D54761893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40" creationId="{CF736FE6-E102-8A85-9A1B-D356CBEA8763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41" creationId="{D2986686-7C41-873C-CCA3-FD310114674C}"/>
          </ac:inkMkLst>
        </pc:inkChg>
        <pc:inkChg chg="add">
          <ac:chgData name="Rodica Ioana Lung" userId="64ee56e8d7162e1e" providerId="LiveId" clId="{0F6830A5-18AB-4F1B-8BBB-DA235794CEC1}" dt="2025-12-18T15:37:39.356" v="249" actId="9405"/>
          <ac:inkMkLst>
            <pc:docMk/>
            <pc:sldMk cId="2958895266" sldId="273"/>
            <ac:inkMk id="243" creationId="{0FBBB6B9-5636-C65F-8B50-5DDC9788CE76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44" creationId="{DD68EDC5-2189-2D19-4F10-FF7726CCD24D}"/>
          </ac:inkMkLst>
        </pc:inkChg>
        <pc:inkChg chg="add">
          <ac:chgData name="Rodica Ioana Lung" userId="64ee56e8d7162e1e" providerId="LiveId" clId="{0F6830A5-18AB-4F1B-8BBB-DA235794CEC1}" dt="2025-12-18T15:37:40.992" v="251" actId="9405"/>
          <ac:inkMkLst>
            <pc:docMk/>
            <pc:sldMk cId="2958895266" sldId="273"/>
            <ac:inkMk id="245" creationId="{2EF9B038-AF18-E762-70F5-E02CFD0E6CE8}"/>
          </ac:inkMkLst>
        </pc:inkChg>
        <pc:inkChg chg="add">
          <ac:chgData name="Rodica Ioana Lung" userId="64ee56e8d7162e1e" providerId="LiveId" clId="{0F6830A5-18AB-4F1B-8BBB-DA235794CEC1}" dt="2025-12-18T15:37:41.220" v="252" actId="9405"/>
          <ac:inkMkLst>
            <pc:docMk/>
            <pc:sldMk cId="2958895266" sldId="273"/>
            <ac:inkMk id="246" creationId="{CF0BA330-5B21-73D7-5124-5497B1B52907}"/>
          </ac:inkMkLst>
        </pc:inkChg>
        <pc:inkChg chg="add mod">
          <ac:chgData name="Rodica Ioana Lung" userId="64ee56e8d7162e1e" providerId="LiveId" clId="{0F6830A5-18AB-4F1B-8BBB-DA235794CEC1}" dt="2025-12-18T15:38:10.106" v="288"/>
          <ac:inkMkLst>
            <pc:docMk/>
            <pc:sldMk cId="2958895266" sldId="273"/>
            <ac:inkMk id="247" creationId="{6ABAFF7B-8C8C-CAB0-5D27-9C8C76531854}"/>
          </ac:inkMkLst>
        </pc:inkChg>
        <pc:inkChg chg="add">
          <ac:chgData name="Rodica Ioana Lung" userId="64ee56e8d7162e1e" providerId="LiveId" clId="{0F6830A5-18AB-4F1B-8BBB-DA235794CEC1}" dt="2025-12-18T15:37:43.092" v="255" actId="9405"/>
          <ac:inkMkLst>
            <pc:docMk/>
            <pc:sldMk cId="2958895266" sldId="273"/>
            <ac:inkMk id="249" creationId="{0093C796-C6BD-DA28-BD36-FF9D7393948F}"/>
          </ac:inkMkLst>
        </pc:inkChg>
        <pc:inkChg chg="add">
          <ac:chgData name="Rodica Ioana Lung" userId="64ee56e8d7162e1e" providerId="LiveId" clId="{0F6830A5-18AB-4F1B-8BBB-DA235794CEC1}" dt="2025-12-18T15:37:43.721" v="256" actId="9405"/>
          <ac:inkMkLst>
            <pc:docMk/>
            <pc:sldMk cId="2958895266" sldId="273"/>
            <ac:inkMk id="250" creationId="{E9A2681C-7E0F-36FF-C59A-9D69F8FF01C0}"/>
          </ac:inkMkLst>
        </pc:inkChg>
        <pc:inkChg chg="add">
          <ac:chgData name="Rodica Ioana Lung" userId="64ee56e8d7162e1e" providerId="LiveId" clId="{0F6830A5-18AB-4F1B-8BBB-DA235794CEC1}" dt="2025-12-18T15:37:43.895" v="257" actId="9405"/>
          <ac:inkMkLst>
            <pc:docMk/>
            <pc:sldMk cId="2958895266" sldId="273"/>
            <ac:inkMk id="251" creationId="{3A23C62F-3C7E-B3EC-88F5-9EAF6C399374}"/>
          </ac:inkMkLst>
        </pc:inkChg>
        <pc:inkChg chg="add mod">
          <ac:chgData name="Rodica Ioana Lung" userId="64ee56e8d7162e1e" providerId="LiveId" clId="{0F6830A5-18AB-4F1B-8BBB-DA235794CEC1}" dt="2025-12-18T15:38:00.503" v="283"/>
          <ac:inkMkLst>
            <pc:docMk/>
            <pc:sldMk cId="2958895266" sldId="273"/>
            <ac:inkMk id="252" creationId="{19247AF4-5150-F908-F6B0-40CD168CED9D}"/>
          </ac:inkMkLst>
        </pc:inkChg>
        <pc:inkChg chg="add">
          <ac:chgData name="Rodica Ioana Lung" userId="64ee56e8d7162e1e" providerId="LiveId" clId="{0F6830A5-18AB-4F1B-8BBB-DA235794CEC1}" dt="2025-12-18T15:37:44.313" v="259" actId="9405"/>
          <ac:inkMkLst>
            <pc:docMk/>
            <pc:sldMk cId="2958895266" sldId="273"/>
            <ac:inkMk id="253" creationId="{970F7B85-8CBC-030E-09E3-FCDA41B40142}"/>
          </ac:inkMkLst>
        </pc:inkChg>
        <pc:inkChg chg="add">
          <ac:chgData name="Rodica Ioana Lung" userId="64ee56e8d7162e1e" providerId="LiveId" clId="{0F6830A5-18AB-4F1B-8BBB-DA235794CEC1}" dt="2025-12-18T15:37:44.561" v="260" actId="9405"/>
          <ac:inkMkLst>
            <pc:docMk/>
            <pc:sldMk cId="2958895266" sldId="273"/>
            <ac:inkMk id="254" creationId="{80F1B75F-1BF0-EBC7-6712-BD14F650B0F0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55" creationId="{A58330F4-56A0-A0E5-F919-970513970700}"/>
          </ac:inkMkLst>
        </pc:inkChg>
        <pc:inkChg chg="add">
          <ac:chgData name="Rodica Ioana Lung" userId="64ee56e8d7162e1e" providerId="LiveId" clId="{0F6830A5-18AB-4F1B-8BBB-DA235794CEC1}" dt="2025-12-18T15:37:44.878" v="262" actId="9405"/>
          <ac:inkMkLst>
            <pc:docMk/>
            <pc:sldMk cId="2958895266" sldId="273"/>
            <ac:inkMk id="256" creationId="{AC294A35-C2F6-DAB4-384C-2256713B0BC6}"/>
          </ac:inkMkLst>
        </pc:inkChg>
        <pc:inkChg chg="add">
          <ac:chgData name="Rodica Ioana Lung" userId="64ee56e8d7162e1e" providerId="LiveId" clId="{0F6830A5-18AB-4F1B-8BBB-DA235794CEC1}" dt="2025-12-18T15:37:45.042" v="263" actId="9405"/>
          <ac:inkMkLst>
            <pc:docMk/>
            <pc:sldMk cId="2958895266" sldId="273"/>
            <ac:inkMk id="257" creationId="{82E9DBB1-3C02-86E4-C063-CAE9E65A0F0F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58" creationId="{5AF6BB26-AF72-6994-DB93-70920A2E1959}"/>
          </ac:inkMkLst>
        </pc:inkChg>
        <pc:inkChg chg="add">
          <ac:chgData name="Rodica Ioana Lung" userId="64ee56e8d7162e1e" providerId="LiveId" clId="{0F6830A5-18AB-4F1B-8BBB-DA235794CEC1}" dt="2025-12-18T15:37:45.451" v="265" actId="9405"/>
          <ac:inkMkLst>
            <pc:docMk/>
            <pc:sldMk cId="2958895266" sldId="273"/>
            <ac:inkMk id="259" creationId="{2C72A0D2-2CB4-394B-8EAE-7B3B1DAF19A0}"/>
          </ac:inkMkLst>
        </pc:inkChg>
        <pc:inkChg chg="add">
          <ac:chgData name="Rodica Ioana Lung" userId="64ee56e8d7162e1e" providerId="LiveId" clId="{0F6830A5-18AB-4F1B-8BBB-DA235794CEC1}" dt="2025-12-18T15:37:45.703" v="266" actId="9405"/>
          <ac:inkMkLst>
            <pc:docMk/>
            <pc:sldMk cId="2958895266" sldId="273"/>
            <ac:inkMk id="260" creationId="{E8D76156-04BD-BC4A-9020-1D30D5F773F1}"/>
          </ac:inkMkLst>
        </pc:inkChg>
        <pc:inkChg chg="add">
          <ac:chgData name="Rodica Ioana Lung" userId="64ee56e8d7162e1e" providerId="LiveId" clId="{0F6830A5-18AB-4F1B-8BBB-DA235794CEC1}" dt="2025-12-18T15:37:45.869" v="267" actId="9405"/>
          <ac:inkMkLst>
            <pc:docMk/>
            <pc:sldMk cId="2958895266" sldId="273"/>
            <ac:inkMk id="261" creationId="{D8BD9C92-DCB8-1FBD-160A-C706832FBA58}"/>
          </ac:inkMkLst>
        </pc:inkChg>
        <pc:inkChg chg="add">
          <ac:chgData name="Rodica Ioana Lung" userId="64ee56e8d7162e1e" providerId="LiveId" clId="{0F6830A5-18AB-4F1B-8BBB-DA235794CEC1}" dt="2025-12-18T15:37:46.064" v="268" actId="9405"/>
          <ac:inkMkLst>
            <pc:docMk/>
            <pc:sldMk cId="2958895266" sldId="273"/>
            <ac:inkMk id="262" creationId="{C35987FF-7808-66D8-B9BC-3C4AD7EB97B2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65" creationId="{939B8F51-547C-29A1-4F0D-53B3365EA001}"/>
          </ac:inkMkLst>
        </pc:inkChg>
        <pc:inkChg chg="add">
          <ac:chgData name="Rodica Ioana Lung" userId="64ee56e8d7162e1e" providerId="LiveId" clId="{0F6830A5-18AB-4F1B-8BBB-DA235794CEC1}" dt="2025-12-18T15:37:47.365" v="271" actId="9405"/>
          <ac:inkMkLst>
            <pc:docMk/>
            <pc:sldMk cId="2958895266" sldId="273"/>
            <ac:inkMk id="266" creationId="{3A2FF91E-F3D2-D658-462B-77511CA0BDBE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67" creationId="{48D2EE93-6D2D-0A3D-0E45-072976B01EFD}"/>
          </ac:inkMkLst>
        </pc:inkChg>
        <pc:inkChg chg="add">
          <ac:chgData name="Rodica Ioana Lung" userId="64ee56e8d7162e1e" providerId="LiveId" clId="{0F6830A5-18AB-4F1B-8BBB-DA235794CEC1}" dt="2025-12-18T15:37:47.937" v="273" actId="9405"/>
          <ac:inkMkLst>
            <pc:docMk/>
            <pc:sldMk cId="2958895266" sldId="273"/>
            <ac:inkMk id="268" creationId="{AA513EF1-A6EC-16B3-AF37-B299CF3FE61F}"/>
          </ac:inkMkLst>
        </pc:inkChg>
        <pc:inkChg chg="add mod">
          <ac:chgData name="Rodica Ioana Lung" userId="64ee56e8d7162e1e" providerId="LiveId" clId="{0F6830A5-18AB-4F1B-8BBB-DA235794CEC1}" dt="2025-12-18T15:37:54.506" v="280"/>
          <ac:inkMkLst>
            <pc:docMk/>
            <pc:sldMk cId="2958895266" sldId="273"/>
            <ac:inkMk id="270" creationId="{BB55BECD-E9D1-69F0-B1B2-1A0AF2AB8040}"/>
          </ac:inkMkLst>
        </pc:inkChg>
        <pc:inkChg chg="add mod">
          <ac:chgData name="Rodica Ioana Lung" userId="64ee56e8d7162e1e" providerId="LiveId" clId="{0F6830A5-18AB-4F1B-8BBB-DA235794CEC1}" dt="2025-12-18T15:37:54.506" v="280"/>
          <ac:inkMkLst>
            <pc:docMk/>
            <pc:sldMk cId="2958895266" sldId="273"/>
            <ac:inkMk id="271" creationId="{9533C05A-013D-5967-431E-4CAECC0C2AFD}"/>
          </ac:inkMkLst>
        </pc:inkChg>
        <pc:inkChg chg="add mod">
          <ac:chgData name="Rodica Ioana Lung" userId="64ee56e8d7162e1e" providerId="LiveId" clId="{0F6830A5-18AB-4F1B-8BBB-DA235794CEC1}" dt="2025-12-18T15:37:54.506" v="280"/>
          <ac:inkMkLst>
            <pc:docMk/>
            <pc:sldMk cId="2958895266" sldId="273"/>
            <ac:inkMk id="272" creationId="{AD4C7320-5B86-699B-1624-0F5F7D6716D2}"/>
          </ac:inkMkLst>
        </pc:inkChg>
        <pc:inkChg chg="add mod">
          <ac:chgData name="Rodica Ioana Lung" userId="64ee56e8d7162e1e" providerId="LiveId" clId="{0F6830A5-18AB-4F1B-8BBB-DA235794CEC1}" dt="2025-12-18T15:37:54.506" v="280"/>
          <ac:inkMkLst>
            <pc:docMk/>
            <pc:sldMk cId="2958895266" sldId="273"/>
            <ac:inkMk id="274" creationId="{7FEA4C21-D66A-4A40-24A0-77F1708EC1B3}"/>
          </ac:inkMkLst>
        </pc:inkChg>
        <pc:inkChg chg="add mod">
          <ac:chgData name="Rodica Ioana Lung" userId="64ee56e8d7162e1e" providerId="LiveId" clId="{0F6830A5-18AB-4F1B-8BBB-DA235794CEC1}" dt="2025-12-18T15:38:13.542" v="290"/>
          <ac:inkMkLst>
            <pc:docMk/>
            <pc:sldMk cId="2958895266" sldId="273"/>
            <ac:inkMk id="276" creationId="{73E72E87-0D26-D23A-BC8B-2DD5C99E9AA7}"/>
          </ac:inkMkLst>
        </pc:inkChg>
        <pc:inkChg chg="add">
          <ac:chgData name="Rodica Ioana Lung" userId="64ee56e8d7162e1e" providerId="LiveId" clId="{0F6830A5-18AB-4F1B-8BBB-DA235794CEC1}" dt="2025-12-18T15:37:59.711" v="282" actId="9405"/>
          <ac:inkMkLst>
            <pc:docMk/>
            <pc:sldMk cId="2958895266" sldId="273"/>
            <ac:inkMk id="277" creationId="{FB4E5039-1910-F59D-252D-89696B21A66E}"/>
          </ac:inkMkLst>
        </pc:inkChg>
        <pc:inkChg chg="add del">
          <ac:chgData name="Rodica Ioana Lung" userId="64ee56e8d7162e1e" providerId="LiveId" clId="{0F6830A5-18AB-4F1B-8BBB-DA235794CEC1}" dt="2025-12-18T15:38:06.024" v="285"/>
          <ac:inkMkLst>
            <pc:docMk/>
            <pc:sldMk cId="2958895266" sldId="273"/>
            <ac:inkMk id="279" creationId="{FC8A995F-D514-A252-209A-A01F2FA3B705}"/>
          </ac:inkMkLst>
        </pc:inkChg>
        <pc:inkChg chg="add mod">
          <ac:chgData name="Rodica Ioana Lung" userId="64ee56e8d7162e1e" providerId="LiveId" clId="{0F6830A5-18AB-4F1B-8BBB-DA235794CEC1}" dt="2025-12-18T15:38:06.652" v="286"/>
          <ac:inkMkLst>
            <pc:docMk/>
            <pc:sldMk cId="2958895266" sldId="273"/>
            <ac:inkMk id="280" creationId="{FBEF0524-FB71-DE9B-F533-CC530170C572}"/>
          </ac:inkMkLst>
        </pc:inkChg>
        <pc:inkChg chg="add">
          <ac:chgData name="Rodica Ioana Lung" userId="64ee56e8d7162e1e" providerId="LiveId" clId="{0F6830A5-18AB-4F1B-8BBB-DA235794CEC1}" dt="2025-12-18T15:38:09.305" v="287" actId="9405"/>
          <ac:inkMkLst>
            <pc:docMk/>
            <pc:sldMk cId="2958895266" sldId="273"/>
            <ac:inkMk id="281" creationId="{C465FAA6-DCC8-B03D-8AB1-6C2292D15F70}"/>
          </ac:inkMkLst>
        </pc:inkChg>
        <pc:inkChg chg="add">
          <ac:chgData name="Rodica Ioana Lung" userId="64ee56e8d7162e1e" providerId="LiveId" clId="{0F6830A5-18AB-4F1B-8BBB-DA235794CEC1}" dt="2025-12-18T15:38:12.509" v="289" actId="9405"/>
          <ac:inkMkLst>
            <pc:docMk/>
            <pc:sldMk cId="2958895266" sldId="273"/>
            <ac:inkMk id="283" creationId="{3898A407-E64A-5E03-8C72-2267C889FCB2}"/>
          </ac:inkMkLst>
        </pc:inkChg>
        <pc:inkChg chg="add">
          <ac:chgData name="Rodica Ioana Lung" userId="64ee56e8d7162e1e" providerId="LiveId" clId="{0F6830A5-18AB-4F1B-8BBB-DA235794CEC1}" dt="2025-12-18T15:38:14.926" v="291" actId="9405"/>
          <ac:inkMkLst>
            <pc:docMk/>
            <pc:sldMk cId="2958895266" sldId="273"/>
            <ac:inkMk id="285" creationId="{DC4ED473-3958-CA07-387B-2DEBEC2F1F45}"/>
          </ac:inkMkLst>
        </pc:inkChg>
        <pc:inkChg chg="add">
          <ac:chgData name="Rodica Ioana Lung" userId="64ee56e8d7162e1e" providerId="LiveId" clId="{0F6830A5-18AB-4F1B-8BBB-DA235794CEC1}" dt="2025-12-18T15:38:15.994" v="292" actId="9405"/>
          <ac:inkMkLst>
            <pc:docMk/>
            <pc:sldMk cId="2958895266" sldId="273"/>
            <ac:inkMk id="286" creationId="{589BFB21-67A8-4AD0-966A-7E065615047D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287" creationId="{A7787B10-E304-0E6B-A334-EF4786EC3AA5}"/>
          </ac:inkMkLst>
        </pc:inkChg>
        <pc:inkChg chg="add mod">
          <ac:chgData name="Rodica Ioana Lung" userId="64ee56e8d7162e1e" providerId="LiveId" clId="{0F6830A5-18AB-4F1B-8BBB-DA235794CEC1}" dt="2025-12-18T15:38:29.158" v="301"/>
          <ac:inkMkLst>
            <pc:docMk/>
            <pc:sldMk cId="2958895266" sldId="273"/>
            <ac:inkMk id="288" creationId="{405B78B1-D969-57BB-6FBD-539FD024A4AD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289" creationId="{91B82646-1100-E5CE-0BD7-965EA0A68004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290" creationId="{40A49504-21AE-E092-8D31-8B16F3FDAF4E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291" creationId="{7B5D2D5B-4E67-2F5A-9D6B-0C7791817E77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292" creationId="{72FE532B-9F8C-BA07-72F0-D2C91710E000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294" creationId="{D2C507BB-15D3-ACE3-73F2-7DF14D2386CA}"/>
          </ac:inkMkLst>
        </pc:inkChg>
        <pc:inkChg chg="add">
          <ac:chgData name="Rodica Ioana Lung" userId="64ee56e8d7162e1e" providerId="LiveId" clId="{0F6830A5-18AB-4F1B-8BBB-DA235794CEC1}" dt="2025-12-18T15:38:30.508" v="302" actId="9405"/>
          <ac:inkMkLst>
            <pc:docMk/>
            <pc:sldMk cId="2958895266" sldId="273"/>
            <ac:inkMk id="296" creationId="{9272D689-4971-1C8A-606F-BED1275E356D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297" creationId="{8377C065-0085-5DF5-EFB3-ED982244CBEA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298" creationId="{98D15E4C-35E1-C6EB-FF77-7F833E397812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299" creationId="{67CAD6C4-C27C-8771-685E-3555E70311D7}"/>
          </ac:inkMkLst>
        </pc:inkChg>
        <pc:inkChg chg="add">
          <ac:chgData name="Rodica Ioana Lung" userId="64ee56e8d7162e1e" providerId="LiveId" clId="{0F6830A5-18AB-4F1B-8BBB-DA235794CEC1}" dt="2025-12-18T15:38:31.491" v="306" actId="9405"/>
          <ac:inkMkLst>
            <pc:docMk/>
            <pc:sldMk cId="2958895266" sldId="273"/>
            <ac:inkMk id="300" creationId="{A842F38A-1B53-4DAD-04BC-CF48A7383C26}"/>
          </ac:inkMkLst>
        </pc:inkChg>
        <pc:inkChg chg="add">
          <ac:chgData name="Rodica Ioana Lung" userId="64ee56e8d7162e1e" providerId="LiveId" clId="{0F6830A5-18AB-4F1B-8BBB-DA235794CEC1}" dt="2025-12-18T15:38:32.193" v="307" actId="9405"/>
          <ac:inkMkLst>
            <pc:docMk/>
            <pc:sldMk cId="2958895266" sldId="273"/>
            <ac:inkMk id="301" creationId="{45ADDAD5-999F-D166-2995-1AA345CB1A43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302" creationId="{665CF7B5-104D-A387-BFFB-04B31B4FCED1}"/>
          </ac:inkMkLst>
        </pc:inkChg>
        <pc:inkChg chg="add mod">
          <ac:chgData name="Rodica Ioana Lung" userId="64ee56e8d7162e1e" providerId="LiveId" clId="{0F6830A5-18AB-4F1B-8BBB-DA235794CEC1}" dt="2025-12-18T15:38:33.475" v="311"/>
          <ac:inkMkLst>
            <pc:docMk/>
            <pc:sldMk cId="2958895266" sldId="273"/>
            <ac:inkMk id="303" creationId="{A8F1D04B-38F9-1649-3FC3-96EC0EE74E18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304" creationId="{4BD94D26-19A1-FE35-BB6C-8E574FDFEDC3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06" creationId="{2E686E88-6AF5-016E-3978-B3DE22FBD6B0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07" creationId="{C11FA383-8393-9986-9171-8420980B949D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08" creationId="{61E658A1-719A-3A2B-2BF8-5EFE365C26AD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09" creationId="{F6829AFC-377F-A530-8D61-B86A1E1C79D2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10" creationId="{508DAC91-6F82-F7A5-3F16-B8B7D1326DD5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11" creationId="{D90A9973-F6D1-3076-DEBC-147987B8B461}"/>
          </ac:inkMkLst>
        </pc:inkChg>
        <pc:inkChg chg="add mod">
          <ac:chgData name="Rodica Ioana Lung" userId="64ee56e8d7162e1e" providerId="LiveId" clId="{0F6830A5-18AB-4F1B-8BBB-DA235794CEC1}" dt="2025-12-18T15:38:38.929" v="319"/>
          <ac:inkMkLst>
            <pc:docMk/>
            <pc:sldMk cId="2958895266" sldId="273"/>
            <ac:inkMk id="312" creationId="{1DEB8CAF-3DB5-D470-4F5D-F39A94496742}"/>
          </ac:inkMkLst>
        </pc:inkChg>
        <pc:inkChg chg="add">
          <ac:chgData name="Rodica Ioana Lung" userId="64ee56e8d7162e1e" providerId="LiveId" clId="{0F6830A5-18AB-4F1B-8BBB-DA235794CEC1}" dt="2025-12-18T15:38:39.620" v="320" actId="9405"/>
          <ac:inkMkLst>
            <pc:docMk/>
            <pc:sldMk cId="2958895266" sldId="273"/>
            <ac:inkMk id="314" creationId="{7B7DC971-2ED9-5911-1BC0-E0781F9016BC}"/>
          </ac:inkMkLst>
        </pc:inkChg>
        <pc:inkChg chg="add">
          <ac:chgData name="Rodica Ioana Lung" userId="64ee56e8d7162e1e" providerId="LiveId" clId="{0F6830A5-18AB-4F1B-8BBB-DA235794CEC1}" dt="2025-12-18T15:38:41.232" v="321" actId="9405"/>
          <ac:inkMkLst>
            <pc:docMk/>
            <pc:sldMk cId="2958895266" sldId="273"/>
            <ac:inkMk id="315" creationId="{21DE6B31-55C7-988E-6868-88CD3164D44D}"/>
          </ac:inkMkLst>
        </pc:inkChg>
        <pc:inkChg chg="add">
          <ac:chgData name="Rodica Ioana Lung" userId="64ee56e8d7162e1e" providerId="LiveId" clId="{0F6830A5-18AB-4F1B-8BBB-DA235794CEC1}" dt="2025-12-18T15:38:42.881" v="322" actId="9405"/>
          <ac:inkMkLst>
            <pc:docMk/>
            <pc:sldMk cId="2958895266" sldId="273"/>
            <ac:inkMk id="316" creationId="{8CC1F1EA-9471-3D59-E0CD-FF3EB8E89A34}"/>
          </ac:inkMkLst>
        </pc:inkChg>
        <pc:inkChg chg="add">
          <ac:chgData name="Rodica Ioana Lung" userId="64ee56e8d7162e1e" providerId="LiveId" clId="{0F6830A5-18AB-4F1B-8BBB-DA235794CEC1}" dt="2025-12-18T15:38:43.535" v="323" actId="9405"/>
          <ac:inkMkLst>
            <pc:docMk/>
            <pc:sldMk cId="2958895266" sldId="273"/>
            <ac:inkMk id="317" creationId="{CFEE9BB2-AEA5-0B7D-2B08-F2A6CE997AE9}"/>
          </ac:inkMkLst>
        </pc:inkChg>
        <pc:inkChg chg="add">
          <ac:chgData name="Rodica Ioana Lung" userId="64ee56e8d7162e1e" providerId="LiveId" clId="{0F6830A5-18AB-4F1B-8BBB-DA235794CEC1}" dt="2025-12-18T15:38:44.575" v="324" actId="9405"/>
          <ac:inkMkLst>
            <pc:docMk/>
            <pc:sldMk cId="2958895266" sldId="273"/>
            <ac:inkMk id="318" creationId="{27DAE77D-DFCE-2E90-2250-A24C2C2325A2}"/>
          </ac:inkMkLst>
        </pc:inkChg>
        <pc:inkChg chg="add">
          <ac:chgData name="Rodica Ioana Lung" userId="64ee56e8d7162e1e" providerId="LiveId" clId="{0F6830A5-18AB-4F1B-8BBB-DA235794CEC1}" dt="2025-12-18T15:38:44.783" v="325" actId="9405"/>
          <ac:inkMkLst>
            <pc:docMk/>
            <pc:sldMk cId="2958895266" sldId="273"/>
            <ac:inkMk id="319" creationId="{08988247-E621-5908-A0D6-5CAECDA31CE1}"/>
          </ac:inkMkLst>
        </pc:inkChg>
        <pc:inkChg chg="add">
          <ac:chgData name="Rodica Ioana Lung" userId="64ee56e8d7162e1e" providerId="LiveId" clId="{0F6830A5-18AB-4F1B-8BBB-DA235794CEC1}" dt="2025-12-18T15:38:44.964" v="326" actId="9405"/>
          <ac:inkMkLst>
            <pc:docMk/>
            <pc:sldMk cId="2958895266" sldId="273"/>
            <ac:inkMk id="320" creationId="{F35BFF28-E26E-561A-EB7D-5D151F990984}"/>
          </ac:inkMkLst>
        </pc:inkChg>
        <pc:inkChg chg="add">
          <ac:chgData name="Rodica Ioana Lung" userId="64ee56e8d7162e1e" providerId="LiveId" clId="{0F6830A5-18AB-4F1B-8BBB-DA235794CEC1}" dt="2025-12-18T15:38:45.289" v="327" actId="9405"/>
          <ac:inkMkLst>
            <pc:docMk/>
            <pc:sldMk cId="2958895266" sldId="273"/>
            <ac:inkMk id="321" creationId="{5EFC43E3-672F-4E84-D84B-3CDC6CE024B1}"/>
          </ac:inkMkLst>
        </pc:inkChg>
        <pc:inkChg chg="add">
          <ac:chgData name="Rodica Ioana Lung" userId="64ee56e8d7162e1e" providerId="LiveId" clId="{0F6830A5-18AB-4F1B-8BBB-DA235794CEC1}" dt="2025-12-18T15:38:45.493" v="328" actId="9405"/>
          <ac:inkMkLst>
            <pc:docMk/>
            <pc:sldMk cId="2958895266" sldId="273"/>
            <ac:inkMk id="322" creationId="{7AAF851B-EA2A-FAE9-1EBF-904575FBCD4F}"/>
          </ac:inkMkLst>
        </pc:inkChg>
        <pc:inkChg chg="add mod">
          <ac:chgData name="Rodica Ioana Lung" userId="64ee56e8d7162e1e" providerId="LiveId" clId="{0F6830A5-18AB-4F1B-8BBB-DA235794CEC1}" dt="2025-12-18T15:38:46.420" v="330"/>
          <ac:inkMkLst>
            <pc:docMk/>
            <pc:sldMk cId="2958895266" sldId="273"/>
            <ac:inkMk id="323" creationId="{4309EE98-F35B-278D-C35A-169DBCF55FA6}"/>
          </ac:inkMkLst>
        </pc:inkChg>
        <pc:inkChg chg="add">
          <ac:chgData name="Rodica Ioana Lung" userId="64ee56e8d7162e1e" providerId="LiveId" clId="{0F6830A5-18AB-4F1B-8BBB-DA235794CEC1}" dt="2025-12-18T15:38:52.740" v="331" actId="9405"/>
          <ac:inkMkLst>
            <pc:docMk/>
            <pc:sldMk cId="2958895266" sldId="273"/>
            <ac:inkMk id="326" creationId="{78A05734-6040-BA46-9104-A3164FD69DF2}"/>
          </ac:inkMkLst>
        </pc:inkChg>
        <pc:inkChg chg="add mod">
          <ac:chgData name="Rodica Ioana Lung" userId="64ee56e8d7162e1e" providerId="LiveId" clId="{0F6830A5-18AB-4F1B-8BBB-DA235794CEC1}" dt="2025-12-18T15:39:38.843" v="341"/>
          <ac:inkMkLst>
            <pc:docMk/>
            <pc:sldMk cId="2958895266" sldId="273"/>
            <ac:inkMk id="327" creationId="{D0DCF6EB-D494-7D7E-EFDE-AF6A082D61E0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28" creationId="{A7E131CF-D8EF-6187-091A-AACBA6625E23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29" creationId="{F4BE6729-44C5-27A9-BD7A-6A40474D0EB2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30" creationId="{62D72D02-05B2-C8EA-7625-96F6095B9E2A}"/>
          </ac:inkMkLst>
        </pc:inkChg>
        <pc:inkChg chg="add mod">
          <ac:chgData name="Rodica Ioana Lung" userId="64ee56e8d7162e1e" providerId="LiveId" clId="{0F6830A5-18AB-4F1B-8BBB-DA235794CEC1}" dt="2025-12-18T15:39:38.843" v="341"/>
          <ac:inkMkLst>
            <pc:docMk/>
            <pc:sldMk cId="2958895266" sldId="273"/>
            <ac:inkMk id="331" creationId="{56121EDB-F810-A615-22E6-BC61570DB5D9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32" creationId="{DB990D29-A0E1-5B55-304B-8388007AB54F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33" creationId="{CF2EB19A-3A17-3759-66C4-8F50CB12268A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34" creationId="{3F9F4EC3-3978-50CE-B852-45E18A570CC8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35" creationId="{6A145DF9-F74D-EDDB-9DDA-E0E6995D2143}"/>
          </ac:inkMkLst>
        </pc:inkChg>
        <pc:inkChg chg="add mod">
          <ac:chgData name="Rodica Ioana Lung" userId="64ee56e8d7162e1e" providerId="LiveId" clId="{0F6830A5-18AB-4F1B-8BBB-DA235794CEC1}" dt="2025-12-18T15:39:53.370" v="360"/>
          <ac:inkMkLst>
            <pc:docMk/>
            <pc:sldMk cId="2958895266" sldId="273"/>
            <ac:inkMk id="337" creationId="{B843F04A-C113-3A73-EF92-11807FDB21D2}"/>
          </ac:inkMkLst>
        </pc:inkChg>
        <pc:inkChg chg="add mod">
          <ac:chgData name="Rodica Ioana Lung" userId="64ee56e8d7162e1e" providerId="LiveId" clId="{0F6830A5-18AB-4F1B-8BBB-DA235794CEC1}" dt="2025-12-18T15:39:45.110" v="348"/>
          <ac:inkMkLst>
            <pc:docMk/>
            <pc:sldMk cId="2958895266" sldId="273"/>
            <ac:inkMk id="338" creationId="{6FCE30A5-638C-204A-A46E-C549CFF2D18A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39" creationId="{60FB1C53-C6EA-72DC-D7D4-B1F6EEAAF179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40" creationId="{892052FA-1D34-2862-8FEB-AE0B0BB978D9}"/>
          </ac:inkMkLst>
        </pc:inkChg>
        <pc:inkChg chg="add mod">
          <ac:chgData name="Rodica Ioana Lung" userId="64ee56e8d7162e1e" providerId="LiveId" clId="{0F6830A5-18AB-4F1B-8BBB-DA235794CEC1}" dt="2025-12-18T15:39:45.110" v="348"/>
          <ac:inkMkLst>
            <pc:docMk/>
            <pc:sldMk cId="2958895266" sldId="273"/>
            <ac:inkMk id="341" creationId="{57EC3FD0-6BAF-EA6D-4400-FF89443204B6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42" creationId="{DB357E4B-29FC-4F3C-B234-F43D4038E69E}"/>
          </ac:inkMkLst>
        </pc:inkChg>
        <pc:inkChg chg="add">
          <ac:chgData name="Rodica Ioana Lung" userId="64ee56e8d7162e1e" providerId="LiveId" clId="{0F6830A5-18AB-4F1B-8BBB-DA235794CEC1}" dt="2025-12-18T15:39:46.105" v="349" actId="9405"/>
          <ac:inkMkLst>
            <pc:docMk/>
            <pc:sldMk cId="2958895266" sldId="273"/>
            <ac:inkMk id="344" creationId="{2A26B85E-490D-8D82-DB05-065C5094F567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45" creationId="{C4B428A0-515A-DBA1-01B9-176B4AD5CF0B}"/>
          </ac:inkMkLst>
        </pc:inkChg>
        <pc:inkChg chg="add">
          <ac:chgData name="Rodica Ioana Lung" userId="64ee56e8d7162e1e" providerId="LiveId" clId="{0F6830A5-18AB-4F1B-8BBB-DA235794CEC1}" dt="2025-12-18T15:39:46.707" v="351" actId="9405"/>
          <ac:inkMkLst>
            <pc:docMk/>
            <pc:sldMk cId="2958895266" sldId="273"/>
            <ac:inkMk id="346" creationId="{6F6AF04F-F2C6-9AE0-7F78-64F8237DA012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47" creationId="{DEE276CE-9AED-62A4-B866-B2DDF68AD6D0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48" creationId="{E201373C-CBA7-BF1C-000B-FC6E5FF71E93}"/>
          </ac:inkMkLst>
        </pc:inkChg>
        <pc:inkChg chg="add">
          <ac:chgData name="Rodica Ioana Lung" userId="64ee56e8d7162e1e" providerId="LiveId" clId="{0F6830A5-18AB-4F1B-8BBB-DA235794CEC1}" dt="2025-12-18T15:39:49.495" v="354" actId="9405"/>
          <ac:inkMkLst>
            <pc:docMk/>
            <pc:sldMk cId="2958895266" sldId="273"/>
            <ac:inkMk id="349" creationId="{E8023101-1DB2-5948-5F98-D63AB1847D8F}"/>
          </ac:inkMkLst>
        </pc:inkChg>
        <pc:inkChg chg="add">
          <ac:chgData name="Rodica Ioana Lung" userId="64ee56e8d7162e1e" providerId="LiveId" clId="{0F6830A5-18AB-4F1B-8BBB-DA235794CEC1}" dt="2025-12-18T15:39:49.711" v="355" actId="9405"/>
          <ac:inkMkLst>
            <pc:docMk/>
            <pc:sldMk cId="2958895266" sldId="273"/>
            <ac:inkMk id="350" creationId="{DE00EF0B-52F2-A477-D3D1-EAD5850FEAFD}"/>
          </ac:inkMkLst>
        </pc:inkChg>
        <pc:inkChg chg="add">
          <ac:chgData name="Rodica Ioana Lung" userId="64ee56e8d7162e1e" providerId="LiveId" clId="{0F6830A5-18AB-4F1B-8BBB-DA235794CEC1}" dt="2025-12-18T15:39:50.172" v="356" actId="9405"/>
          <ac:inkMkLst>
            <pc:docMk/>
            <pc:sldMk cId="2958895266" sldId="273"/>
            <ac:inkMk id="351" creationId="{5086F57C-49B7-E48B-EB18-5DFE6D281193}"/>
          </ac:inkMkLst>
        </pc:inkChg>
        <pc:inkChg chg="add">
          <ac:chgData name="Rodica Ioana Lung" userId="64ee56e8d7162e1e" providerId="LiveId" clId="{0F6830A5-18AB-4F1B-8BBB-DA235794CEC1}" dt="2025-12-18T15:39:51.191" v="357" actId="9405"/>
          <ac:inkMkLst>
            <pc:docMk/>
            <pc:sldMk cId="2958895266" sldId="273"/>
            <ac:inkMk id="352" creationId="{2814AC50-25DB-7635-A212-531661AAA584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353" creationId="{7F0B5C3A-7A57-8045-9DE4-3804A6135EAC}"/>
          </ac:inkMkLst>
        </pc:inkChg>
        <pc:inkChg chg="add">
          <ac:chgData name="Rodica Ioana Lung" userId="64ee56e8d7162e1e" providerId="LiveId" clId="{0F6830A5-18AB-4F1B-8BBB-DA235794CEC1}" dt="2025-12-18T15:39:52.151" v="359" actId="9405"/>
          <ac:inkMkLst>
            <pc:docMk/>
            <pc:sldMk cId="2958895266" sldId="273"/>
            <ac:inkMk id="354" creationId="{2990D325-EE78-5EE9-4609-E5C280490F7F}"/>
          </ac:inkMkLst>
        </pc:inkChg>
        <pc:inkChg chg="add mod">
          <ac:chgData name="Rodica Ioana Lung" userId="64ee56e8d7162e1e" providerId="LiveId" clId="{0F6830A5-18AB-4F1B-8BBB-DA235794CEC1}" dt="2025-12-18T15:40:58.731" v="368"/>
          <ac:inkMkLst>
            <pc:docMk/>
            <pc:sldMk cId="2958895266" sldId="273"/>
            <ac:inkMk id="356" creationId="{9FEFA0DD-AAE0-E835-8035-CDB825133111}"/>
          </ac:inkMkLst>
        </pc:inkChg>
        <pc:inkChg chg="add mod">
          <ac:chgData name="Rodica Ioana Lung" userId="64ee56e8d7162e1e" providerId="LiveId" clId="{0F6830A5-18AB-4F1B-8BBB-DA235794CEC1}" dt="2025-12-18T15:40:58.731" v="368"/>
          <ac:inkMkLst>
            <pc:docMk/>
            <pc:sldMk cId="2958895266" sldId="273"/>
            <ac:inkMk id="357" creationId="{AACF44D1-9E92-19A5-4781-600908C504C4}"/>
          </ac:inkMkLst>
        </pc:inkChg>
        <pc:inkChg chg="add mod">
          <ac:chgData name="Rodica Ioana Lung" userId="64ee56e8d7162e1e" providerId="LiveId" clId="{0F6830A5-18AB-4F1B-8BBB-DA235794CEC1}" dt="2025-12-18T15:40:18.454" v="366"/>
          <ac:inkMkLst>
            <pc:docMk/>
            <pc:sldMk cId="2958895266" sldId="273"/>
            <ac:inkMk id="359" creationId="{3B6DCF6E-BD02-7A04-6301-D6FE9F5FBBF2}"/>
          </ac:inkMkLst>
        </pc:inkChg>
        <pc:inkChg chg="add">
          <ac:chgData name="Rodica Ioana Lung" userId="64ee56e8d7162e1e" providerId="LiveId" clId="{0F6830A5-18AB-4F1B-8BBB-DA235794CEC1}" dt="2025-12-18T15:40:17.604" v="365" actId="9405"/>
          <ac:inkMkLst>
            <pc:docMk/>
            <pc:sldMk cId="2958895266" sldId="273"/>
            <ac:inkMk id="360" creationId="{18400E81-03A9-08FD-0AF9-EDEC9BEF9890}"/>
          </ac:inkMkLst>
        </pc:inkChg>
        <pc:inkChg chg="add mod">
          <ac:chgData name="Rodica Ioana Lung" userId="64ee56e8d7162e1e" providerId="LiveId" clId="{0F6830A5-18AB-4F1B-8BBB-DA235794CEC1}" dt="2025-12-18T15:40:58.731" v="368"/>
          <ac:inkMkLst>
            <pc:docMk/>
            <pc:sldMk cId="2958895266" sldId="273"/>
            <ac:inkMk id="362" creationId="{1B87F877-73AB-C261-7890-72A268CC76A5}"/>
          </ac:inkMkLst>
        </pc:inkChg>
        <pc:inkChg chg="add mod">
          <ac:chgData name="Rodica Ioana Lung" userId="64ee56e8d7162e1e" providerId="LiveId" clId="{0F6830A5-18AB-4F1B-8BBB-DA235794CEC1}" dt="2025-12-18T15:41:11.874" v="370"/>
          <ac:inkMkLst>
            <pc:docMk/>
            <pc:sldMk cId="2958895266" sldId="273"/>
            <ac:inkMk id="364" creationId="{BB9FB871-9C3B-D3C2-321E-1C6577D2B2FA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66" creationId="{693A71BA-7B0E-C123-7B2E-222855805CCD}"/>
          </ac:inkMkLst>
        </pc:inkChg>
        <pc:inkChg chg="add mod">
          <ac:chgData name="Rodica Ioana Lung" userId="64ee56e8d7162e1e" providerId="LiveId" clId="{0F6830A5-18AB-4F1B-8BBB-DA235794CEC1}" dt="2025-12-18T15:43:19.305" v="420"/>
          <ac:inkMkLst>
            <pc:docMk/>
            <pc:sldMk cId="2958895266" sldId="273"/>
            <ac:inkMk id="367" creationId="{8CA75B54-EFCF-4E37-6B6B-5EE2C5AFA1C4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68" creationId="{B54E7E42-7983-FE19-A199-76857E1CFA6B}"/>
          </ac:inkMkLst>
        </pc:inkChg>
        <pc:inkChg chg="add mod">
          <ac:chgData name="Rodica Ioana Lung" userId="64ee56e8d7162e1e" providerId="LiveId" clId="{0F6830A5-18AB-4F1B-8BBB-DA235794CEC1}" dt="2025-12-18T15:43:19.305" v="420"/>
          <ac:inkMkLst>
            <pc:docMk/>
            <pc:sldMk cId="2958895266" sldId="273"/>
            <ac:inkMk id="369" creationId="{07C4D81C-67FA-B42D-BF7F-E3C1C679AC3F}"/>
          </ac:inkMkLst>
        </pc:inkChg>
        <pc:inkChg chg="add mod">
          <ac:chgData name="Rodica Ioana Lung" userId="64ee56e8d7162e1e" providerId="LiveId" clId="{0F6830A5-18AB-4F1B-8BBB-DA235794CEC1}" dt="2025-12-18T15:43:19.305" v="420"/>
          <ac:inkMkLst>
            <pc:docMk/>
            <pc:sldMk cId="2958895266" sldId="273"/>
            <ac:inkMk id="370" creationId="{2725552F-A339-F745-7432-94BF347A7B46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72" creationId="{DC7FF7D4-508E-BEBE-F523-9ADB8A34960E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73" creationId="{F2C5BC2A-30BE-CB91-54B4-D425DF534377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74" creationId="{B4B3A60D-9B11-6E94-1C86-8B701EDA3297}"/>
          </ac:inkMkLst>
        </pc:inkChg>
        <pc:inkChg chg="add mod">
          <ac:chgData name="Rodica Ioana Lung" userId="64ee56e8d7162e1e" providerId="LiveId" clId="{0F6830A5-18AB-4F1B-8BBB-DA235794CEC1}" dt="2025-12-18T15:44:26.177" v="459"/>
          <ac:inkMkLst>
            <pc:docMk/>
            <pc:sldMk cId="2958895266" sldId="273"/>
            <ac:inkMk id="375" creationId="{80C5826D-3CA9-9D0D-BB25-2BAD5DCC762D}"/>
          </ac:inkMkLst>
        </pc:inkChg>
        <pc:inkChg chg="add mod">
          <ac:chgData name="Rodica Ioana Lung" userId="64ee56e8d7162e1e" providerId="LiveId" clId="{0F6830A5-18AB-4F1B-8BBB-DA235794CEC1}" dt="2025-12-18T15:43:26.513" v="427"/>
          <ac:inkMkLst>
            <pc:docMk/>
            <pc:sldMk cId="2958895266" sldId="273"/>
            <ac:inkMk id="376" creationId="{D3267012-B13A-8C18-D828-62F6B64BCAAC}"/>
          </ac:inkMkLst>
        </pc:inkChg>
        <pc:inkChg chg="add mod">
          <ac:chgData name="Rodica Ioana Lung" userId="64ee56e8d7162e1e" providerId="LiveId" clId="{0F6830A5-18AB-4F1B-8BBB-DA235794CEC1}" dt="2025-12-18T15:43:28.475" v="429"/>
          <ac:inkMkLst>
            <pc:docMk/>
            <pc:sldMk cId="2958895266" sldId="273"/>
            <ac:inkMk id="377" creationId="{B1028662-FC4E-3AA2-CF78-AE4222DC3158}"/>
          </ac:inkMkLst>
        </pc:inkChg>
        <pc:inkChg chg="add">
          <ac:chgData name="Rodica Ioana Lung" userId="64ee56e8d7162e1e" providerId="LiveId" clId="{0F6830A5-18AB-4F1B-8BBB-DA235794CEC1}" dt="2025-12-18T15:43:27.855" v="428" actId="9405"/>
          <ac:inkMkLst>
            <pc:docMk/>
            <pc:sldMk cId="2958895266" sldId="273"/>
            <ac:inkMk id="380" creationId="{E1C16B8E-247C-24CF-A5B3-A36454162BFC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2" creationId="{5B7EDABA-DA54-6627-F545-0F937DE9557D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3" creationId="{306D6C08-1644-5403-F6CF-4B1824700EBD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4" creationId="{BC031294-8FAE-0952-2AD8-BE8304CA0BD0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5" creationId="{A986292C-226E-BB11-AC58-F3D49867E809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6" creationId="{3BDC67FC-4945-2DDE-FCD0-405668905596}"/>
          </ac:inkMkLst>
        </pc:inkChg>
        <pc:inkChg chg="add mod">
          <ac:chgData name="Rodica Ioana Lung" userId="64ee56e8d7162e1e" providerId="LiveId" clId="{0F6830A5-18AB-4F1B-8BBB-DA235794CEC1}" dt="2025-12-18T15:44:26.177" v="459"/>
          <ac:inkMkLst>
            <pc:docMk/>
            <pc:sldMk cId="2958895266" sldId="273"/>
            <ac:inkMk id="387" creationId="{1D9DBF53-FE57-4BEE-C598-E48920B0FFEA}"/>
          </ac:inkMkLst>
        </pc:inkChg>
        <pc:inkChg chg="add mod">
          <ac:chgData name="Rodica Ioana Lung" userId="64ee56e8d7162e1e" providerId="LiveId" clId="{0F6830A5-18AB-4F1B-8BBB-DA235794CEC1}" dt="2025-12-18T15:43:34.116" v="437"/>
          <ac:inkMkLst>
            <pc:docMk/>
            <pc:sldMk cId="2958895266" sldId="273"/>
            <ac:inkMk id="388" creationId="{E55C0564-21D1-537E-5442-61F061DF0594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390" creationId="{24D95AC8-BBAE-7A07-1243-5948C40340B2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391" creationId="{D70677E8-0E7A-59DA-5A75-133B6F6A515A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393" creationId="{65924206-EF43-40FD-690C-B592ED4C0C8D}"/>
          </ac:inkMkLst>
        </pc:inkChg>
        <pc:inkChg chg="add mod">
          <ac:chgData name="Rodica Ioana Lung" userId="64ee56e8d7162e1e" providerId="LiveId" clId="{0F6830A5-18AB-4F1B-8BBB-DA235794CEC1}" dt="2025-12-18T15:43:39.997" v="447"/>
          <ac:inkMkLst>
            <pc:docMk/>
            <pc:sldMk cId="2958895266" sldId="273"/>
            <ac:inkMk id="394" creationId="{BDED3FE0-74C8-49AA-5CF0-7F35CB12E55F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395" creationId="{872C1E07-03A4-C56D-C441-974525DCECFD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396" creationId="{2B99368D-B534-E099-7943-78024D834B8B}"/>
          </ac:inkMkLst>
        </pc:inkChg>
        <pc:inkChg chg="add mod">
          <ac:chgData name="Rodica Ioana Lung" userId="64ee56e8d7162e1e" providerId="LiveId" clId="{0F6830A5-18AB-4F1B-8BBB-DA235794CEC1}" dt="2025-12-18T15:44:26.177" v="459"/>
          <ac:inkMkLst>
            <pc:docMk/>
            <pc:sldMk cId="2958895266" sldId="273"/>
            <ac:inkMk id="397" creationId="{1D38B726-871D-BF60-1E28-4ECCDEC33D66}"/>
          </ac:inkMkLst>
        </pc:inkChg>
        <pc:inkChg chg="add mod">
          <ac:chgData name="Rodica Ioana Lung" userId="64ee56e8d7162e1e" providerId="LiveId" clId="{0F6830A5-18AB-4F1B-8BBB-DA235794CEC1}" dt="2025-12-18T15:43:39.997" v="447"/>
          <ac:inkMkLst>
            <pc:docMk/>
            <pc:sldMk cId="2958895266" sldId="273"/>
            <ac:inkMk id="398" creationId="{16684044-AF43-BFBB-D084-7B17D00CFD1A}"/>
          </ac:inkMkLst>
        </pc:inkChg>
        <pc:inkChg chg="add mod">
          <ac:chgData name="Rodica Ioana Lung" userId="64ee56e8d7162e1e" providerId="LiveId" clId="{0F6830A5-18AB-4F1B-8BBB-DA235794CEC1}" dt="2025-12-18T15:44:26.177" v="459"/>
          <ac:inkMkLst>
            <pc:docMk/>
            <pc:sldMk cId="2958895266" sldId="273"/>
            <ac:inkMk id="400" creationId="{E789DF71-2C45-C2BB-9D1B-D264B90343BF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401" creationId="{2DCC590B-AA91-9928-3ABE-6D3E5495825E}"/>
          </ac:inkMkLst>
        </pc:inkChg>
        <pc:inkChg chg="add mod">
          <ac:chgData name="Rodica Ioana Lung" userId="64ee56e8d7162e1e" providerId="LiveId" clId="{0F6830A5-18AB-4F1B-8BBB-DA235794CEC1}" dt="2025-12-18T15:43:44.204" v="454"/>
          <ac:inkMkLst>
            <pc:docMk/>
            <pc:sldMk cId="2958895266" sldId="273"/>
            <ac:inkMk id="402" creationId="{46161192-7343-B92C-54AE-8FFAFBE3DFD7}"/>
          </ac:inkMkLst>
        </pc:inkChg>
        <pc:inkChg chg="add">
          <ac:chgData name="Rodica Ioana Lung" userId="64ee56e8d7162e1e" providerId="LiveId" clId="{0F6830A5-18AB-4F1B-8BBB-DA235794CEC1}" dt="2025-12-18T15:43:42.443" v="451" actId="9405"/>
          <ac:inkMkLst>
            <pc:docMk/>
            <pc:sldMk cId="2958895266" sldId="273"/>
            <ac:inkMk id="403" creationId="{8316F117-CC8A-DACC-620A-3F49AB726334}"/>
          </ac:inkMkLst>
        </pc:inkChg>
        <pc:inkChg chg="add">
          <ac:chgData name="Rodica Ioana Lung" userId="64ee56e8d7162e1e" providerId="LiveId" clId="{0F6830A5-18AB-4F1B-8BBB-DA235794CEC1}" dt="2025-12-18T15:43:42.771" v="452" actId="9405"/>
          <ac:inkMkLst>
            <pc:docMk/>
            <pc:sldMk cId="2958895266" sldId="273"/>
            <ac:inkMk id="404" creationId="{237B8EC1-90FB-C0A8-0385-48F7870AC707}"/>
          </ac:inkMkLst>
        </pc:inkChg>
        <pc:inkChg chg="add">
          <ac:chgData name="Rodica Ioana Lung" userId="64ee56e8d7162e1e" providerId="LiveId" clId="{0F6830A5-18AB-4F1B-8BBB-DA235794CEC1}" dt="2025-12-18T15:43:43.504" v="453" actId="9405"/>
          <ac:inkMkLst>
            <pc:docMk/>
            <pc:sldMk cId="2958895266" sldId="273"/>
            <ac:inkMk id="405" creationId="{6BBC13E7-2AD9-9B08-5619-B41A0E76AA5F}"/>
          </ac:inkMkLst>
        </pc:inkChg>
        <pc:inkChg chg="add">
          <ac:chgData name="Rodica Ioana Lung" userId="64ee56e8d7162e1e" providerId="LiveId" clId="{0F6830A5-18AB-4F1B-8BBB-DA235794CEC1}" dt="2025-12-18T15:43:54.318" v="455" actId="9405"/>
          <ac:inkMkLst>
            <pc:docMk/>
            <pc:sldMk cId="2958895266" sldId="273"/>
            <ac:inkMk id="407" creationId="{8E80A57A-073F-CA78-6204-FF83FD6511CC}"/>
          </ac:inkMkLst>
        </pc:inkChg>
        <pc:inkChg chg="add">
          <ac:chgData name="Rodica Ioana Lung" userId="64ee56e8d7162e1e" providerId="LiveId" clId="{0F6830A5-18AB-4F1B-8BBB-DA235794CEC1}" dt="2025-12-18T15:44:03.042" v="456" actId="9405"/>
          <ac:inkMkLst>
            <pc:docMk/>
            <pc:sldMk cId="2958895266" sldId="273"/>
            <ac:inkMk id="408" creationId="{61FC7A9F-CC41-07DB-25DC-0639E48FFAE3}"/>
          </ac:inkMkLst>
        </pc:inkChg>
        <pc:inkChg chg="add">
          <ac:chgData name="Rodica Ioana Lung" userId="64ee56e8d7162e1e" providerId="LiveId" clId="{0F6830A5-18AB-4F1B-8BBB-DA235794CEC1}" dt="2025-12-18T15:44:22.541" v="457" actId="9405"/>
          <ac:inkMkLst>
            <pc:docMk/>
            <pc:sldMk cId="2958895266" sldId="273"/>
            <ac:inkMk id="409" creationId="{B6242F07-1580-995D-6FB0-0E9F3F3E85CF}"/>
          </ac:inkMkLst>
        </pc:inkChg>
        <pc:inkChg chg="add">
          <ac:chgData name="Rodica Ioana Lung" userId="64ee56e8d7162e1e" providerId="LiveId" clId="{0F6830A5-18AB-4F1B-8BBB-DA235794CEC1}" dt="2025-12-18T15:44:23.229" v="458" actId="9405"/>
          <ac:inkMkLst>
            <pc:docMk/>
            <pc:sldMk cId="2958895266" sldId="273"/>
            <ac:inkMk id="410" creationId="{2FC836A1-41A9-A0FA-3966-938AAF0E6A50}"/>
          </ac:inkMkLst>
        </pc:inkChg>
        <pc:inkChg chg="add mod">
          <ac:chgData name="Rodica Ioana Lung" userId="64ee56e8d7162e1e" providerId="LiveId" clId="{0F6830A5-18AB-4F1B-8BBB-DA235794CEC1}" dt="2025-12-18T15:44:37.061" v="462"/>
          <ac:inkMkLst>
            <pc:docMk/>
            <pc:sldMk cId="2958895266" sldId="273"/>
            <ac:inkMk id="414" creationId="{447AD54D-B113-5562-8013-8752C4250811}"/>
          </ac:inkMkLst>
        </pc:inkChg>
        <pc:inkChg chg="add">
          <ac:chgData name="Rodica Ioana Lung" userId="64ee56e8d7162e1e" providerId="LiveId" clId="{0F6830A5-18AB-4F1B-8BBB-DA235794CEC1}" dt="2025-12-18T15:44:36.369" v="461" actId="9405"/>
          <ac:inkMkLst>
            <pc:docMk/>
            <pc:sldMk cId="2958895266" sldId="273"/>
            <ac:inkMk id="415" creationId="{5D841018-07FD-5B1B-5FFC-60F61F67C8E8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17" creationId="{43A48586-0B61-9037-FBDD-95CA38A390A2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18" creationId="{355074B2-99D8-01DA-29F3-6F47ADF1937A}"/>
          </ac:inkMkLst>
        </pc:inkChg>
        <pc:inkChg chg="add">
          <ac:chgData name="Rodica Ioana Lung" userId="64ee56e8d7162e1e" providerId="LiveId" clId="{0F6830A5-18AB-4F1B-8BBB-DA235794CEC1}" dt="2025-12-18T15:44:38.363" v="465" actId="9405"/>
          <ac:inkMkLst>
            <pc:docMk/>
            <pc:sldMk cId="2958895266" sldId="273"/>
            <ac:inkMk id="419" creationId="{4D372229-081B-CCC5-8E0E-5A303357A34D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0" creationId="{F9385A42-B571-E1F8-78D5-6E972733916E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1" creationId="{C68A34A1-6727-430A-B84C-03707E082866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2" creationId="{87B83668-8B7C-0A6D-9828-05382D77A296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3" creationId="{01CD8BC0-6FA3-0E15-B328-5E06B30F1135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4" creationId="{0C51294C-D608-8A60-D955-801A0DB1ADD9}"/>
          </ac:inkMkLst>
        </pc:inkChg>
        <pc:inkChg chg="add mod">
          <ac:chgData name="Rodica Ioana Lung" userId="64ee56e8d7162e1e" providerId="LiveId" clId="{0F6830A5-18AB-4F1B-8BBB-DA235794CEC1}" dt="2025-12-18T15:44:41.909" v="473"/>
          <ac:inkMkLst>
            <pc:docMk/>
            <pc:sldMk cId="2958895266" sldId="273"/>
            <ac:inkMk id="425" creationId="{88C5554B-652A-8A3E-BD20-4AF9CBCC90DE}"/>
          </ac:inkMkLst>
        </pc:inkChg>
        <pc:inkChg chg="add">
          <ac:chgData name="Rodica Ioana Lung" userId="64ee56e8d7162e1e" providerId="LiveId" clId="{0F6830A5-18AB-4F1B-8BBB-DA235794CEC1}" dt="2025-12-18T15:44:41.205" v="472" actId="9405"/>
          <ac:inkMkLst>
            <pc:docMk/>
            <pc:sldMk cId="2958895266" sldId="273"/>
            <ac:inkMk id="426" creationId="{DBFDE2AC-CEBD-8F48-D416-CAE01D6D7010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29" creationId="{71569B23-A197-3632-A6B4-144B21FE28EE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0" creationId="{E0EF3B28-F4A9-5D70-FAB3-00BFA2F9E773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1" creationId="{3A6602A6-8B82-AAA2-A64A-C7449A2C06EB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3" creationId="{C9C1E7E0-03DB-FD61-0327-A3409D331878}"/>
          </ac:inkMkLst>
        </pc:inkChg>
        <pc:inkChg chg="add">
          <ac:chgData name="Rodica Ioana Lung" userId="64ee56e8d7162e1e" providerId="LiveId" clId="{0F6830A5-18AB-4F1B-8BBB-DA235794CEC1}" dt="2025-12-18T15:44:46.710" v="479" actId="9405"/>
          <ac:inkMkLst>
            <pc:docMk/>
            <pc:sldMk cId="2958895266" sldId="273"/>
            <ac:inkMk id="434" creationId="{4C65DB90-F3F8-2DE8-A0B3-B3699CE0BF34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5" creationId="{DEFD2DD4-45F5-84CE-2EAB-3706A8105249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6" creationId="{84443C20-90F4-CBA6-15F4-9CAF70CB0040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7" creationId="{6C58F2A9-C59F-491D-B691-441A34396192}"/>
          </ac:inkMkLst>
        </pc:inkChg>
        <pc:inkChg chg="add mod">
          <ac:chgData name="Rodica Ioana Lung" userId="64ee56e8d7162e1e" providerId="LiveId" clId="{0F6830A5-18AB-4F1B-8BBB-DA235794CEC1}" dt="2025-12-18T15:44:48.524" v="484"/>
          <ac:inkMkLst>
            <pc:docMk/>
            <pc:sldMk cId="2958895266" sldId="273"/>
            <ac:inkMk id="438" creationId="{4B064C98-DB98-3AE5-9D10-16BEFD2BC9B8}"/>
          </ac:inkMkLst>
        </pc:inkChg>
        <pc:inkChg chg="add">
          <ac:chgData name="Rodica Ioana Lung" userId="64ee56e8d7162e1e" providerId="LiveId" clId="{0F6830A5-18AB-4F1B-8BBB-DA235794CEC1}" dt="2025-12-18T15:44:52.318" v="485" actId="9405"/>
          <ac:inkMkLst>
            <pc:docMk/>
            <pc:sldMk cId="2958895266" sldId="273"/>
            <ac:inkMk id="440" creationId="{533B9F26-5317-31A8-7959-DF18E0950E9E}"/>
          </ac:inkMkLst>
        </pc:inkChg>
        <pc:inkChg chg="add">
          <ac:chgData name="Rodica Ioana Lung" userId="64ee56e8d7162e1e" providerId="LiveId" clId="{0F6830A5-18AB-4F1B-8BBB-DA235794CEC1}" dt="2025-12-18T15:44:54.855" v="486" actId="9405"/>
          <ac:inkMkLst>
            <pc:docMk/>
            <pc:sldMk cId="2958895266" sldId="273"/>
            <ac:inkMk id="441" creationId="{5CB5489D-893F-315A-753B-595F529CF1A1}"/>
          </ac:inkMkLst>
        </pc:inkChg>
        <pc:inkChg chg="add">
          <ac:chgData name="Rodica Ioana Lung" userId="64ee56e8d7162e1e" providerId="LiveId" clId="{0F6830A5-18AB-4F1B-8BBB-DA235794CEC1}" dt="2025-12-18T15:44:55.069" v="487" actId="9405"/>
          <ac:inkMkLst>
            <pc:docMk/>
            <pc:sldMk cId="2958895266" sldId="273"/>
            <ac:inkMk id="442" creationId="{D0CA82FE-F19E-D6B2-0439-AAFD3140E2FD}"/>
          </ac:inkMkLst>
        </pc:inkChg>
        <pc:inkChg chg="add">
          <ac:chgData name="Rodica Ioana Lung" userId="64ee56e8d7162e1e" providerId="LiveId" clId="{0F6830A5-18AB-4F1B-8BBB-DA235794CEC1}" dt="2025-12-18T15:44:55.290" v="488" actId="9405"/>
          <ac:inkMkLst>
            <pc:docMk/>
            <pc:sldMk cId="2958895266" sldId="273"/>
            <ac:inkMk id="443" creationId="{FCF67597-716E-A110-F147-5E6BA0E72687}"/>
          </ac:inkMkLst>
        </pc:inkChg>
        <pc:inkChg chg="add">
          <ac:chgData name="Rodica Ioana Lung" userId="64ee56e8d7162e1e" providerId="LiveId" clId="{0F6830A5-18AB-4F1B-8BBB-DA235794CEC1}" dt="2025-12-18T15:44:55.583" v="489" actId="9405"/>
          <ac:inkMkLst>
            <pc:docMk/>
            <pc:sldMk cId="2958895266" sldId="273"/>
            <ac:inkMk id="444" creationId="{E01CBD8F-C922-F798-CA7A-64F561753F97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445" creationId="{69AB46B3-6E1E-C3FE-C0E7-BD55F9B5A584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446" creationId="{9F36808F-8E51-5FAF-F264-F0F1067905E6}"/>
          </ac:inkMkLst>
        </pc:inkChg>
        <pc:inkChg chg="add">
          <ac:chgData name="Rodica Ioana Lung" userId="64ee56e8d7162e1e" providerId="LiveId" clId="{0F6830A5-18AB-4F1B-8BBB-DA235794CEC1}" dt="2025-12-18T15:44:56.494" v="492" actId="9405"/>
          <ac:inkMkLst>
            <pc:docMk/>
            <pc:sldMk cId="2958895266" sldId="273"/>
            <ac:inkMk id="447" creationId="{F448775C-61F7-5769-CF09-779B01388414}"/>
          </ac:inkMkLst>
        </pc:inkChg>
        <pc:inkChg chg="add">
          <ac:chgData name="Rodica Ioana Lung" userId="64ee56e8d7162e1e" providerId="LiveId" clId="{0F6830A5-18AB-4F1B-8BBB-DA235794CEC1}" dt="2025-12-18T15:44:56.824" v="493" actId="9405"/>
          <ac:inkMkLst>
            <pc:docMk/>
            <pc:sldMk cId="2958895266" sldId="273"/>
            <ac:inkMk id="448" creationId="{29C917E9-012D-C120-EA7B-4606FF32CACF}"/>
          </ac:inkMkLst>
        </pc:inkChg>
        <pc:inkChg chg="add mod">
          <ac:chgData name="Rodica Ioana Lung" userId="64ee56e8d7162e1e" providerId="LiveId" clId="{0F6830A5-18AB-4F1B-8BBB-DA235794CEC1}" dt="2025-12-18T15:45:00.198" v="496"/>
          <ac:inkMkLst>
            <pc:docMk/>
            <pc:sldMk cId="2958895266" sldId="273"/>
            <ac:inkMk id="450" creationId="{B6271920-0791-CCE9-B716-9C8BC5CB09A3}"/>
          </ac:inkMkLst>
        </pc:inkChg>
        <pc:inkChg chg="add">
          <ac:chgData name="Rodica Ioana Lung" userId="64ee56e8d7162e1e" providerId="LiveId" clId="{0F6830A5-18AB-4F1B-8BBB-DA235794CEC1}" dt="2025-12-18T15:45:02.190" v="497" actId="9405"/>
          <ac:inkMkLst>
            <pc:docMk/>
            <pc:sldMk cId="2958895266" sldId="273"/>
            <ac:inkMk id="452" creationId="{CF72D312-3125-0A88-0BDE-DDEF8174ABE2}"/>
          </ac:inkMkLst>
        </pc:inkChg>
        <pc:inkChg chg="add">
          <ac:chgData name="Rodica Ioana Lung" userId="64ee56e8d7162e1e" providerId="LiveId" clId="{0F6830A5-18AB-4F1B-8BBB-DA235794CEC1}" dt="2025-12-18T15:45:03.013" v="498" actId="9405"/>
          <ac:inkMkLst>
            <pc:docMk/>
            <pc:sldMk cId="2958895266" sldId="273"/>
            <ac:inkMk id="453" creationId="{72308B9A-A708-AFEC-B4C9-30D30E43E3A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29:57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29 360 455 0 0,'-8'-7'1659'0'0,"7"5"-1369"0"0,0 1 1 0 0,-1 0 0 0 0,1 0 0 0 0,0 0 0 0 0,0 0-1 0 0,-1 0 1 0 0,1 0 0 0 0,-1 0 0 0 0,1 0 0 0 0,-1 0-1 0 0,1 1 1 0 0,-3-2 0 0 0,4 3-229 0 0,0-1-1 0 0,0 0 1 0 0,0 1 0 0 0,0-1-1 0 0,0 1 1 0 0,0-1-1 0 0,0 0 1 0 0,0 1 0 0 0,1-1-1 0 0,-1 1 1 0 0,0-1 0 0 0,0 0-1 0 0,1 1 1 0 0,-1-1-1 0 0,0 0 1 0 0,0 1 0 0 0,1-1-1 0 0,-1 0 1 0 0,0 1 0 0 0,1-1-1 0 0,-1 0 1 0 0,1 1-1 0 0,4 0-22 0 0,1 1 0 0 0,0-1 0 0 0,0 1 0 0 0,0-2 0 0 0,-1 1 0 0 0,1-1 0 0 0,0 0 0 0 0,7 0 0 0 0,49-9 409 0 0,-32 4-139 0 0,316-19 2322 0 0,-69 9-2394 0 0,-187 5-210 0 0,146-13 90 0 0,141-13 134 0 0,-133 10-107 0 0,81-15 429 0 0,-42 9 721 0 0,-166 22-972 0 0,244-8-268 0 0,-168 5 39 0 0,0 0-16 0 0,107 8 90 0 0,-237 3 115 0 0,-1-3 0 0 0,1-3 0 0 0,-2-2-1 0 0,92-28 1 0 0,-148 37-375 0 0,-4 1 51 0 0,-1 0 0 0 0,1 0 0 0 0,0 0-1 0 0,-1 0 1 0 0,1 0 0 0 0,0 0 0 0 0,0-1 0 0 0,-1 1 0 0 0,1 0 0 0 0,0-1 0 0 0,-1 1 0 0 0,1 0 0 0 0,0-1 0 0 0,-1 1 0 0 0,1-1 0 0 0,-1 1 0 0 0,1-1 0 0 0,-1 1 0 0 0,1-1 0 0 0,-1 1 0 0 0,1-1 0 0 0,-1 1 0 0 0,1-1 0 0 0,-1 0 0 0 0,1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27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2475 1975 0 0,'-2'-1'-580'0'0,"-3"6"5040"0"0,-5 12-4284 0 0,6-9 292 0 0,5-3 1664 0 0,1-9-2004 0 0,36-49 643 0 0,-24 34-268 0 0,22-39-1 0 0,-26 41-328 0 0,0 1 0 0 0,15-17 0 0 0,-4 4 24 0 0,126-190 1341 0 0,23-31-516 0 0,15 5 774 0 0,-55 77-1133 0 0,293-406 521 0 0,-324 441-978 0 0,92-119 122 0 0,19 14-329 0 0,-159 189 4 0 0,-25 26-44 0 0,0-2-1 0 0,38-50 1 0 0,-56 60-17 0 0,-8 14-120 0 0,1 1 0 0 0,-1-1-1 0 0,0 1 1 0 0,0 0 0 0 0,0-1-1 0 0,0 1 1 0 0,0-1 0 0 0,0 1-1 0 0,0-1 1 0 0,0 1 0 0 0,0 0-1 0 0,0-1 1 0 0,0 1 0 0 0,0-1 0 0 0,0 1-1 0 0,0-1 1 0 0,0 1 0 0 0,-1 0-1 0 0,1-1 1 0 0,0 1 0 0 0,0-1-1 0 0,0 1 1 0 0,-1 0 0 0 0,1-1-1 0 0,0 1 1 0 0,0 0 0 0 0,-1-1 0 0 0,1 1-1 0 0,0 0 1 0 0,-1 0 0 0 0,1-1-1 0 0,0 1 1 0 0,-1 0 0 0 0,0-1-1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28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468 34 1927 0 0,'22'-34'5052'0'0,"-43"46"-2370"0"0,20-12-2420 0 0,-3 3-26 0 0,-55 34 841 0 0,-81 55 194 0 0,-72 54-779 0 0,199-139-392 0 0,6-3 127 0 0,0 0 0 0 0,0 0 0 0 0,-11 11 0 0 0,17-13 139 0 0,6-3-233 0 0,4-2-6 0 0,84-47 1352 0 0,42-24-725 0 0,-104 54-682 0 0,65-39 147 0 0,-52 37-86 0 0,89-31 0 0 0,-121 50-140 0 0,-6 0-2 0 0,0 1-1 0 0,1 1 1 0 0,-1-1-1 0 0,0 1 1 0 0,9 0-1 0 0,-13 1 10 0 0,-1 0 0 0 0,0 1 0 0 0,0-1 0 0 0,1 1 0 0 0,-1-1 0 0 0,0 1 0 0 0,0-1 0 0 0,1 1 0 0 0,-1 0 0 0 0,0-1 0 0 0,0 1 0 0 0,0 0 0 0 0,0 0 0 0 0,0 0 0 0 0,0 0 0 0 0,0 0 0 0 0,0 0 0 0 0,-1 0 0 0 0,1 0 0 0 0,0 0 0 0 0,-1 0 0 0 0,1 1 0 0 0,0-1 0 0 0,-1 0 0 0 0,0 0 0 0 0,1 1 0 0 0,-1-1 0 0 0,0 0 0 0 0,1 3 0 0 0,0 4 0 0 0,0 1 0 0 0,0-1 0 0 0,0 11 0 0 0,-8 88 1524 0 0,6-86-956 0 0,-1 1 0 0 0,-1-1 0 0 0,-10 34 0 0 0,8-45-293 0 0,5-10-271 0 0,0 0 0 0 0,0 0 1 0 0,0 1-1 0 0,0-1 0 0 0,-1 0 1 0 0,1 0-1 0 0,0 0 0 0 0,0 0 1 0 0,0 0-1 0 0,0 1 0 0 0,0-1 1 0 0,0 0-1 0 0,0 0 0 0 0,-1 0 0 0 0,1 0 1 0 0,0 0-1 0 0,0 0 0 0 0,0 1 1 0 0,0-1-1 0 0,0 0 0 0 0,-1 0 1 0 0,1 0-1 0 0,0 0 0 0 0,0 0 1 0 0,0 0-1 0 0,-1 0 0 0 0,1 0 0 0 0,0 0 1 0 0,0 0-1 0 0,0 0 0 0 0,0 0 1 0 0,-1 0-1 0 0,1 0 0 0 0,0 0 1 0 0,0 0-1 0 0,0 0 0 0 0,-1 0 1 0 0,1 0-1 0 0,0 0 0 0 0,0 0 1 0 0,0 0-1 0 0,0-1 0 0 0,0 1 0 0 0,-1 0 1 0 0,1 0-1 0 0,0 0 0 0 0,0 0 1 0 0,0 0-1 0 0,0 0 0 0 0,0 0 1 0 0,-1-1-1 0 0,1 1 0 0 0,0 0 1 0 0,0 0-1 0 0,0 0 0 0 0,0-2-22 0 0,0 2-73 0 0,-2-5-1514 0 0,-7-17-5545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56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1 21655 0 0,'-22'1'1920'0'0,"8"-1"-1536"0"0,2-1-304 0 0,2 1-80 0 0,3 1-936 0 0,1-1-208 0 0,-1 2-40 0 0,-4 0 0 0 0,-6 3 640 0 0,-3 3 128 0 0,-2 6 24 0 0,2 3 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57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14 685 5527 0 0,'-1'1'228'0'0,"-1"0"-1"0"0,1 0 0 0 0,0 1 1 0 0,0-1-1 0 0,0 0 0 0 0,0 0 1 0 0,0 0-1 0 0,1 1 0 0 0,-1-1 1 0 0,0 1-1 0 0,1-1 0 0 0,-1 0 1 0 0,1 1-1 0 0,-1 1 0 0 0,1-2-161 0 0,0-1 0 0 0,0 0 0 0 0,0 0-1 0 0,0 1 1 0 0,0-1 0 0 0,0 0 0 0 0,0 0 0 0 0,0 0 0 0 0,0 1-1 0 0,1-1 1 0 0,-1 0 0 0 0,0 0 0 0 0,0 1 0 0 0,0-1 0 0 0,0 0-1 0 0,1 0 1 0 0,-1 0 0 0 0,0 0 0 0 0,0 1 0 0 0,0-1-1 0 0,1 0 1 0 0,-1 0 0 0 0,0 0 0 0 0,0 0 0 0 0,1 0 0 0 0,-1 1-1 0 0,14-1 972 0 0,-7-1-817 0 0,0-1-1 0 0,0 1 0 0 0,0-2 0 0 0,-1 1 1 0 0,1-1-1 0 0,0 0 0 0 0,-1 0 0 0 0,0-1 1 0 0,0 0-1 0 0,0 0 0 0 0,8-8 0 0 0,-1 0 132 0 0,-1 0 0 0 0,0-1-1 0 0,16-23 1 0 0,-12 11 155 0 0,-1 0 0 0 0,17-40 0 0 0,16-57 348 0 0,-38 94-712 0 0,-2 0 0 0 0,0-1 0 0 0,-2-1 0 0 0,-1 1 0 0 0,-1-1 0 0 0,-1-44 0 0 0,-3 66-104 0 0,-1 0 1 0 0,0 0-1 0 0,-1 1 0 0 0,1-1 0 0 0,-1 0 0 0 0,-6-14 0 0 0,6 19-33 0 0,1 0 0 0 0,0 1 0 0 0,-1-1 0 0 0,1 1 0 0 0,-1-1 0 0 0,0 1 0 0 0,0 0 0 0 0,0-1 0 0 0,0 1 0 0 0,0 0 0 0 0,0 0 0 0 0,0 1 0 0 0,-1-1 0 0 0,1 0 0 0 0,-1 1 0 0 0,0 0-1 0 0,1-1 1 0 0,-1 1 0 0 0,0 0 0 0 0,1 0 0 0 0,-7-1 0 0 0,6 2-4 0 0,0 0-1 0 0,0 1 0 0 0,0-1 1 0 0,0 1-1 0 0,0-1 1 0 0,0 1-1 0 0,0 0 0 0 0,0 0 1 0 0,1 0-1 0 0,-1 0 1 0 0,0 1-1 0 0,1-1 1 0 0,-1 1-1 0 0,0-1 0 0 0,1 1 1 0 0,0 0-1 0 0,-1 0 1 0 0,1 0-1 0 0,0 1 0 0 0,0-1 1 0 0,-2 3-1 0 0,-3 5 17 0 0,0 0-1 0 0,0 1 0 0 0,-9 19 1 0 0,4 0 7 0 0,0 1 1 0 0,2 0-1 0 0,2 0 1 0 0,-5 33-1 0 0,3 0-26 0 0,0 67-1 0 0,8-88 3 0 0,2 0 0 0 0,2 0 0 0 0,2 0 0 0 0,16 79 0 0 0,-17-114-2 0 0,0 1 0 0 0,0-1-1 0 0,0-1 1 0 0,1 1 0 0 0,0 0-1 0 0,1-1 1 0 0,0 0 0 0 0,0 0-1 0 0,0 0 1 0 0,1-1 0 0 0,0 0-1 0 0,0 0 1 0 0,1 0 0 0 0,9 6-1 0 0,-11-9 32 0 0,-1 0 0 0 0,1-1 1 0 0,0 1-1 0 0,0-1 0 0 0,0 0 0 0 0,0-1 0 0 0,0 1 0 0 0,0-1 0 0 0,0 0 0 0 0,1 0 1 0 0,-1 0-1 0 0,0-1 0 0 0,1 0 0 0 0,-1 0 0 0 0,0 0 0 0 0,1-1 0 0 0,-1 0 0 0 0,0 0 1 0 0,1 0-1 0 0,-1-1 0 0 0,0 1 0 0 0,0-1 0 0 0,9-5 0 0 0,-5 1 12 0 0,0 0-1 0 0,-1-1 1 0 0,0 0-1 0 0,0 0 0 0 0,0-1 1 0 0,-1 0-1 0 0,0-1 1 0 0,0 1-1 0 0,-1-1 1 0 0,-1 0-1 0 0,1-1 1 0 0,5-14-1 0 0,2-7 110 0 0,-2-1 0 0 0,12-55 0 0 0,-20 70-146 0 0,-2 9 2 0 0,1 0 0 0 0,-1 1-1 0 0,1-1 1 0 0,1 1 0 0 0,4-11 0 0 0,-6 16-5 0 0,0 1-1 0 0,-1 0 1 0 0,1 0 0 0 0,0 0-1 0 0,0 0 1 0 0,-1 0-1 0 0,1 0 1 0 0,0 0 0 0 0,0 0-1 0 0,0 1 1 0 0,0-1 0 0 0,0 0-1 0 0,1 0 1 0 0,-1 1-1 0 0,0-1 1 0 0,0 1 0 0 0,0-1-1 0 0,1 1 1 0 0,-1 0 0 0 0,0-1-1 0 0,0 1 1 0 0,1 0 0 0 0,-1 0-1 0 0,0 0 1 0 0,1 0-1 0 0,-1 0 1 0 0,0 0 0 0 0,0 0-1 0 0,1 0 1 0 0,-1 0 0 0 0,0 1-1 0 0,1-1 1 0 0,-1 1-1 0 0,0-1 1 0 0,0 1 0 0 0,0-1-1 0 0,0 1 1 0 0,1-1 0 0 0,0 2-1 0 0,18 9-4 0 0,-8-5-5 0 0,1 0 1 0 0,-1 2-1 0 0,0-1 1 0 0,-1 1-1 0 0,0 1 1 0 0,11 11-1 0 0,-17-15 9 0 0,0 1 0 0 0,0 0 0 0 0,-1 0 0 0 0,1 0 0 0 0,-1 1 0 0 0,-1-1 0 0 0,0 1 0 0 0,0 0 0 0 0,0 0 0 0 0,0 0 0 0 0,-1 1 0 0 0,-1-1 0 0 0,1 0 0 0 0,-1 1 0 0 0,0-1 0 0 0,-1 1 0 0 0,0 13 0 0 0,-4 17 0 0 0,-1 16 0 0 0,5-49 0 0 0,0 1 0 0 0,0-1 0 0 0,1 1 0 0 0,0-1 0 0 0,0 1 0 0 0,3 10 0 0 0,-3-15 0 0 0,-1 0 0 0 0,0 0 0 0 0,1 0 0 0 0,-1 0 0 0 0,1 0 0 0 0,-1-1 0 0 0,1 1 0 0 0,-1 0 0 0 0,1 0 0 0 0,0 0 0 0 0,-1 0 0 0 0,1-1 0 0 0,0 1 0 0 0,0 0 0 0 0,-1 0 0 0 0,1-1 0 0 0,0 1 0 0 0,0-1 0 0 0,0 1 0 0 0,0-1 0 0 0,0 1 0 0 0,1-1 0 0 0,-1 1 0 0 0,0-2 0 0 0,1 1 0 0 0,-1 0 0 0 0,0 0 0 0 0,0 0 0 0 0,0 0 0 0 0,0-1 0 0 0,0 1 0 0 0,0 0 0 0 0,0-1 0 0 0,0 1 0 0 0,0-1 0 0 0,0 0 0 0 0,0 1 0 0 0,0-1 0 0 0,0 0 0 0 0,1 0 0 0 0,2-3 0 0 0,0-1 0 0 0,0 0 0 0 0,0 1 0 0 0,0-1 0 0 0,-1-1 0 0 0,4-6 0 0 0,1-7 9 0 0,-1 0 0 0 0,0-1 0 0 0,6-40 0 0 0,-8 36 1 0 0,1 0-1 0 0,11-29 0 0 0,-15 49-6 0 0,0-1 0 0 0,1 0 1 0 0,-1 1-1 0 0,1 0 0 0 0,0-1 0 0 0,1 1 0 0 0,-1 0 0 0 0,1 1 0 0 0,-1-1 1 0 0,1 1-1 0 0,0-1 0 0 0,0 1 0 0 0,5-2 0 0 0,-7 3 0 0 0,1 1-1 0 0,-1 0 1 0 0,0 0-1 0 0,0 0 1 0 0,1 1-1 0 0,-1-1 1 0 0,1 0-1 0 0,-1 1 1 0 0,1 0-1 0 0,-1-1 1 0 0,1 1-1 0 0,-1 0 1 0 0,1 0 0 0 0,-1 1-1 0 0,1-1 1 0 0,-1 0-1 0 0,1 1 1 0 0,-1 0-1 0 0,0-1 1 0 0,1 1-1 0 0,-1 0 1 0 0,0 0-1 0 0,1 0 1 0 0,-1 1-1 0 0,0-1 1 0 0,0 0-1 0 0,0 1 1 0 0,2 2 0 0 0,1 0-2 0 0,-1 1 0 0 0,0-1 1 0 0,-1 1-1 0 0,1 0 1 0 0,-1 0-1 0 0,0 0 1 0 0,0 1-1 0 0,0-1 0 0 0,-1 1 1 0 0,0-1-1 0 0,3 13 1 0 0,-4-9-11 0 0,1-1 0 0 0,-1 1 0 0 0,-1 0 0 0 0,0 0 1 0 0,0 0-1 0 0,0 0 0 0 0,-4 13 0 0 0,4-20-190 0 0,0-1 1 0 0,-1 1-1 0 0,1-1 0 0 0,0 1 0 0 0,0 0 1 0 0,0-1-1 0 0,0 1 0 0 0,1-1 0 0 0,-1 1 1 0 0,0-1-1 0 0,0 1 0 0 0,2 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58.4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85 288 1839 0 0,'-7'2'409'0'0,"8"0"851"0"0,1-1-885 0 0,0-1-1 0 0,-1 1 0 0 0,1-1 0 0 0,-1 0 0 0 0,1 1 0 0 0,0-1 1 0 0,-1 0-1 0 0,1 0 0 0 0,3 0 0 0 0,9-2 346 0 0,0-1 0 0 0,0 0 0 0 0,1-1 0 0 0,17-8 0 0 0,-23 9-445 0 0,-1-1 0 0 0,1-1 0 0 0,-1 1 1 0 0,0-1-1 0 0,0-1 0 0 0,0 0 1 0 0,-1 0-1 0 0,9-9 0 0 0,-13 11-168 0 0,0 1-1 0 0,-1-1 1 0 0,0 1 0 0 0,0-1-1 0 0,0 0 1 0 0,0 0-1 0 0,0 0 1 0 0,-1 0-1 0 0,0 0 1 0 0,0 0-1 0 0,0-1 1 0 0,0 1 0 0 0,-1 0-1 0 0,1 0 1 0 0,-1-1-1 0 0,0 1 1 0 0,0 0-1 0 0,-1-1 1 0 0,1 1 0 0 0,-1 0-1 0 0,0 0 1 0 0,0 0-1 0 0,-1-1 1 0 0,1 1-1 0 0,-1 0 1 0 0,-2-3 0 0 0,0-2 136 0 0,-1 1 0 0 0,-1 0 0 0 0,1 0 0 0 0,-1 0 0 0 0,0 1 0 0 0,-1 0 0 0 0,0 0 0 0 0,0 0 0 0 0,0 1 0 0 0,-14-8 0 0 0,18 12-183 0 0,0 0-1 0 0,0 0 1 0 0,0 1 0 0 0,0 0 0 0 0,-1-1 0 0 0,1 1-1 0 0,0 0 1 0 0,0 0 0 0 0,-1 1 0 0 0,1-1-1 0 0,-1 1 1 0 0,1 0 0 0 0,0 0 0 0 0,-1 0 0 0 0,1 0-1 0 0,-1 0 1 0 0,1 1 0 0 0,0 0 0 0 0,-1-1 0 0 0,-4 3-1 0 0,4-1-15 0 0,-1 1-1 0 0,1 0 1 0 0,0-1 0 0 0,0 1-1 0 0,0 1 1 0 0,0-1-1 0 0,0 1 1 0 0,1-1-1 0 0,-1 1 1 0 0,1 0-1 0 0,0 0 1 0 0,0 0 0 0 0,-2 6-1 0 0,-5 9 41 0 0,1 1-1 0 0,1 0 1 0 0,1 1 0 0 0,-7 32-1 0 0,-7 90 75 0 0,20-133-157 0 0,0 0 0 0 0,1 1-1 0 0,1-1 1 0 0,-1 0 0 0 0,2 0-1 0 0,-1 1 1 0 0,4 10 0 0 0,-4-18-28 0 0,0 0 0 0 0,1 0 0 0 0,-1 1-1 0 0,0-1 1 0 0,1-1 0 0 0,0 1 0 0 0,0 0 0 0 0,0 0 0 0 0,0 0 0 0 0,0-1 0 0 0,0 1 0 0 0,1-1 0 0 0,-1 0 0 0 0,1 0 0 0 0,-1 0 0 0 0,1 0 0 0 0,0 0 0 0 0,0-1 0 0 0,0 1 0 0 0,0-1 0 0 0,0 1 0 0 0,0-1 0 0 0,1 0 0 0 0,-1-1 0 0 0,5 2 0 0 0,12-1-1234 0 0,1-4-3439 0 0,2-1-1610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0:59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208 103 1839 0 0,'2'-3'169'0'0,"0"0"-1"0"0,1 0 0 0 0,-1 0 0 0 0,-1 0 0 0 0,1-1 1 0 0,0 1-1 0 0,-1-1 0 0 0,2-5 0 0 0,-2 8-6 0 0,-1 0 0 0 0,1-1 0 0 0,-1 1-1 0 0,0 0 1 0 0,1 0 0 0 0,-1-1 0 0 0,0 1 0 0 0,0 0 0 0 0,0 0-1 0 0,0-1 1 0 0,0 1 0 0 0,0 0 0 0 0,-1 0 0 0 0,1-1 0 0 0,0 1-1 0 0,0 0 1 0 0,-1 0 0 0 0,1 0 0 0 0,-1 0 0 0 0,1-1-1 0 0,-1 1 1 0 0,0 0 0 0 0,1 0 0 0 0,-1 0 0 0 0,0 0 0 0 0,0 0-1 0 0,0 0 1 0 0,-1-1 0 0 0,-10-3 502 0 0,1 0 0 0 0,-1 0 0 0 0,0 1 1 0 0,0 1-1 0 0,0 0 0 0 0,-1 0 0 0 0,1 1 0 0 0,-1 1 0 0 0,-14 0 0 0 0,24 1-608 0 0,-1 0 0 0 0,1 0 0 0 0,0 0 0 0 0,0 0-1 0 0,0 1 1 0 0,0-1 0 0 0,0 1 0 0 0,0 0 0 0 0,0 0-1 0 0,0 0 1 0 0,0 0 0 0 0,0 1 0 0 0,0-1 0 0 0,0 1 0 0 0,1-1-1 0 0,-1 1 1 0 0,1 0 0 0 0,-1 0 0 0 0,1 0 0 0 0,0 1-1 0 0,-1-1 1 0 0,1 0 0 0 0,1 1 0 0 0,-1 0 0 0 0,0-1 0 0 0,1 1-1 0 0,-1 0 1 0 0,1 0 0 0 0,0 0 0 0 0,-1 0 0 0 0,2 0-1 0 0,-1 0 1 0 0,0 0 0 0 0,1 0 0 0 0,-1 0 0 0 0,1 3 0 0 0,-1 6 24 0 0,1 0 1 0 0,0 0-1 0 0,1-1 0 0 0,0 1 1 0 0,1-1-1 0 0,0 1 1 0 0,1-1-1 0 0,0 0 1 0 0,1 1-1 0 0,0-2 1 0 0,1 1-1 0 0,0 0 1 0 0,1-1-1 0 0,0 0 1 0 0,0 0-1 0 0,15 16 1 0 0,-18-24-80 0 0,-1 1 1 0 0,1-1 0 0 0,0 1 0 0 0,0-1 0 0 0,0 0-1 0 0,1 0 1 0 0,-1-1 0 0 0,0 1 0 0 0,1-1 0 0 0,-1 1-1 0 0,1-1 1 0 0,0 0 0 0 0,-1-1 0 0 0,1 1 0 0 0,4 0-1 0 0,-5-1 2 0 0,0 0-1 0 0,0 0 1 0 0,-1-1-1 0 0,1 1 1 0 0,0-1-1 0 0,0 1 1 0 0,0-1-1 0 0,0 0 1 0 0,-1 0-1 0 0,1 0 1 0 0,-1-1-1 0 0,1 1 1 0 0,-1-1-1 0 0,1 1 1 0 0,-1-1-1 0 0,0 0 1 0 0,1 0-1 0 0,-1 0 1 0 0,3-4-1 0 0,0-1 50 0 0,0 0 1 0 0,-1 0-1 0 0,0 0 0 0 0,0-1 0 0 0,0 1 1 0 0,-1-1-1 0 0,0 0 0 0 0,-1 0 0 0 0,3-15 1 0 0,-2-3 52 0 0,-1-48 1 0 0,-2 64-108 0 0,0 6 28 0 0,0 1 3 0 0,0 1 0 0 0,0-1 0 0 0,0 1-1 0 0,0 0 1 0 0,0-1 0 0 0,1 1 0 0 0,-1-1 0 0 0,1 1 0 0 0,-1 0 0 0 0,1 0-1 0 0,2-5 1 0 0,-3 7-16 0 0,0 0 1 0 0,1 0-1 0 0,-1 0 0 0 0,0 0 0 0 0,1 0 0 0 0,-1 0 1 0 0,1 0-1 0 0,-1 0 0 0 0,0 0 0 0 0,1 0 0 0 0,-1 0 1 0 0,0 0-1 0 0,1 0 0 0 0,-1 0 0 0 0,0 1 0 0 0,0-1 1 0 0,1 0-1 0 0,-1 0 0 0 0,0 0 0 0 0,1 1 0 0 0,-1-1 1 0 0,0 0-1 0 0,0 0 0 0 0,1 1 0 0 0,-1-1 0 0 0,0 0 1 0 0,0 0-1 0 0,0 1 0 0 0,1-1 0 0 0,-1 0 0 0 0,0 1 1 0 0,0-1-1 0 0,0 1 0 0 0,8 12 258 0 0,13 44 187 0 0,-2 1-1 0 0,12 68 1 0 0,-16-62-385 0 0,24 124-62 0 0,-37-165-11 0 0,0-1 0 0 0,-1 0 0 0 0,-1 1 0 0 0,-1-1-1 0 0,-1 0 1 0 0,-7 35 0 0 0,5-45 3 0 0,0 0-1 0 0,0-1 1 0 0,-1 1-1 0 0,-1-1 1 0 0,0 0-1 0 0,0-1 1 0 0,-1 1-1 0 0,0-1 1 0 0,-14 14-1 0 0,16-19 22 0 0,1 0 0 0 0,-1-1 1 0 0,-1 1-1 0 0,1-1 0 0 0,-1 0 0 0 0,1-1 0 0 0,-1 1 0 0 0,0-1 1 0 0,0 0-1 0 0,-1-1 0 0 0,1 1 0 0 0,-1-1 0 0 0,1 0 0 0 0,-1-1 1 0 0,0 0-1 0 0,1 0 0 0 0,-1 0 0 0 0,-12-1 0 0 0,16-1 5 0 0,0 1-1 0 0,0-1 0 0 0,0 1 1 0 0,0-1-1 0 0,0 0 1 0 0,0 0-1 0 0,0-1 1 0 0,0 1-1 0 0,1 0 1 0 0,-1-1-1 0 0,0 0 0 0 0,1 0 1 0 0,0 1-1 0 0,-1-1 1 0 0,1-1-1 0 0,0 1 1 0 0,-3-4-1 0 0,2 2-240 0 0,1 1 0 0 0,0-1 1 0 0,0 0-1 0 0,-3-7 0 0 0,-2-19-5458 0 0,5 10-1093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00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55 322 5983 0 0,'-1'-4'340'0'0,"1"1"0"0"0,0-1 0 0 0,-1 0 0 0 0,2 0 0 0 0,-1 0 0 0 0,0 1 0 0 0,1-1 0 0 0,0 0 0 0 0,-1 1 0 0 0,2-1 0 0 0,-1 0 0 0 0,0 1 0 0 0,3-5 0 0 0,-4 8-302 0 0,0 0 0 0 0,0 0 0 0 0,0-1 0 0 0,0 1 0 0 0,0 0 0 0 0,0 0 0 0 0,0 0 0 0 0,0 0 0 0 0,0-1 0 0 0,0 1 0 0 0,1 0 0 0 0,-1 0 0 0 0,0 0 0 0 0,0 0 0 0 0,0 0 0 0 0,0-1 0 0 0,0 1 0 0 0,0 0-1 0 0,1 0 1 0 0,-1 0 0 0 0,0 0 0 0 0,0 0 0 0 0,0 0 0 0 0,0 0 0 0 0,1 0 0 0 0,-1-1 0 0 0,0 1 0 0 0,0 0 0 0 0,0 0 0 0 0,0 0 0 0 0,1 0 0 0 0,-1 0 0 0 0,0 0 0 0 0,0 0 0 0 0,0 0 0 0 0,1 0 0 0 0,-1 0 0 0 0,0 0 0 0 0,0 0-1 0 0,0 0 1 0 0,0 0 0 0 0,1 1 0 0 0,-1-1 0 0 0,0 0 0 0 0,0 0 0 0 0,5 10 1043 0 0,0 16 68 0 0,-1 20 266 0 0,-4 78 0 0 0,-14 45-381 0 0,2-67-642 0 0,-42 170 0 0 0,50-253-338 0 0,12-49-293 0 0,-1-1 0 0 0,3-45 1 0 0,2-12-109 0 0,-9 73 346 0 0,-1 1 1 0 0,2 0-1 0 0,0 0 0 0 0,1 0 1 0 0,0 0-1 0 0,1 1 0 0 0,0 0 1 0 0,1 0-1 0 0,12-15 0 0 0,10-11 65 0 0,11-13 265 0 0,38-67 0 0 0,-53 69-160 0 0,-2 0 0 0 0,-2-2 0 0 0,-2 0 0 0 0,-3-1 0 0 0,11-66 0 0 0,-22 84-169 0 0,-5 33 0 0 0,1 0 0 0 0,-1 0 0 0 0,0 0 0 0 0,0 0 0 0 0,0 0 0 0 0,0 0 0 0 0,-1 0 0 0 0,1 0 0 0 0,-1 0 0 0 0,1 1 0 0 0,-1-1 0 0 0,1 0 0 0 0,-1 0 0 0 0,0 0 0 0 0,-1-1 0 0 0,2 3 2 0 0,-1 0-1 0 0,1 0 0 0 0,0-1 1 0 0,-1 1-1 0 0,1 0 0 0 0,0 0 1 0 0,0 0-1 0 0,-1 0 0 0 0,1 0 1 0 0,0 0-1 0 0,0 0 0 0 0,-1 0 1 0 0,1 1-1 0 0,0-1 0 0 0,-1 0 1 0 0,1 0-1 0 0,0 0 0 0 0,0 0 1 0 0,-1 0-1 0 0,1 0 0 0 0,0 0 1 0 0,0 1-1 0 0,-1-1 0 0 0,1 0 1 0 0,0 0-1 0 0,0 0 0 0 0,0 1 1 0 0,-1-1-1 0 0,1 0 0 0 0,0 0 1 0 0,0 0-1 0 0,0 1 0 0 0,0-1 1 0 0,0 0-1 0 0,-1 0 0 0 0,1 1 1 0 0,0-1-1 0 0,0 1 0 0 0,-7 13 31 0 0,6-11-32 0 0,-4 7 37 0 0,1 1 0 0 0,0-1 0 0 0,1 1 0 0 0,-3 21-1 0 0,-3 48-52 0 0,7-51-21 0 0,-4 43-17 0 0,-13 167 16 0 0,16 1 43 0 0,4-211 30 0 0,7 36 0 0 0,-7-57 4 0 0,1 0 1 0 0,0 1-1 0 0,1-1 1 0 0,0 0-1 0 0,0 0 1 0 0,0-1-1 0 0,1 1 1 0 0,9 13 0 0 0,-11-20-16 0 0,-1 1 0 0 0,0 0 0 0 0,1-1 0 0 0,-1 1 0 0 0,1-1 1 0 0,0 1-1 0 0,0-1 0 0 0,-1 0 0 0 0,1 1 0 0 0,0-1 0 0 0,0 0 1 0 0,0 0-1 0 0,0-1 0 0 0,0 1 0 0 0,0 0 0 0 0,1-1 1 0 0,-1 1-1 0 0,3-1 0 0 0,-2 0 7 0 0,0 0-1 0 0,-1 0 1 0 0,1-1 0 0 0,0 1 0 0 0,0-1-1 0 0,0 0 1 0 0,0 0 0 0 0,-1 0 0 0 0,1 0-1 0 0,0 0 1 0 0,-1-1 0 0 0,4-1 0 0 0,1-3 22 0 0,0 1 1 0 0,0-1 0 0 0,0-1 0 0 0,-1 0 0 0 0,0 0-1 0 0,0 0 1 0 0,8-13 0 0 0,-2-3-20 0 0,17-43 0 0 0,-19 41-9 0 0,18-34-1 0 0,-27 58-21 0 0,-1 0 0 0 0,1 0 0 0 0,-1 0-1 0 0,1 0 1 0 0,0 0 0 0 0,-1 0 0 0 0,1 0 0 0 0,0 1 0 0 0,0-1-1 0 0,0 0 1 0 0,-1 0 0 0 0,1 1 0 0 0,0-1 0 0 0,0 1 0 0 0,0-1-1 0 0,0 0 1 0 0,0 1 0 0 0,0 0 0 0 0,0-1 0 0 0,0 1 0 0 0,1 0-1 0 0,0-1 1 0 0,-1 1 0 0 0,0 1 0 0 0,0-1 0 0 0,0 0 0 0 0,0 1 0 0 0,0-1 0 0 0,-1 1 0 0 0,1-1 0 0 0,0 1 0 0 0,0-1 0 0 0,-1 1 0 0 0,1-1 0 0 0,0 1 0 0 0,0 0 0 0 0,-1 0 0 0 0,1-1 0 0 0,-1 1 0 0 0,1 0 0 0 0,-1 0-1 0 0,1 0 1 0 0,-1-1 0 0 0,1 1 0 0 0,-1 0 0 0 0,0 0 0 0 0,0 0 0 0 0,1 0 0 0 0,-1 0 0 0 0,0 1 0 0 0,3 13 42 0 0,-1 1 0 0 0,-1-1 0 0 0,0 1 0 0 0,-1 0 0 0 0,-3 26 0 0 0,1-26-2 0 0,1-1-1 0 0,1 1 0 0 0,0 0 1 0 0,1 0-1 0 0,6 26 0 0 0,-7-41-106 0 0,0 1 0 0 0,1 0-1 0 0,-1 0 1 0 0,1-1 0 0 0,0 1 0 0 0,-1-1 0 0 0,1 1-1 0 0,0-1 1 0 0,0 1 0 0 0,0-1 0 0 0,0 1 0 0 0,0-1-1 0 0,0 0 1 0 0,1 0 0 0 0,-1 1 0 0 0,0-1-1 0 0,1 0 1 0 0,-1 0 0 0 0,0 0 0 0 0,1-1 0 0 0,-1 1-1 0 0,1 0 1 0 0,0 0 0 0 0,-1-1 0 0 0,1 1-1 0 0,0-1 1 0 0,-1 1 0 0 0,1-1 0 0 0,3 0 0 0 0,8 1-7402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00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2 430 10135 0 0,'-1'-7'149'0'0,"1"1"-1"0"0,0-1 1 0 0,0 1-1 0 0,1-1 1 0 0,-1 1-1 0 0,2-1 1 0 0,-1 1-1 0 0,1 0 1 0 0,0-1-1 0 0,3-6 1 0 0,38-92 2313 0 0,48-108 4793 0 0,-90 209-7189 0 0,1 1-1 0 0,-1 0 1 0 0,1 0 0 0 0,0 0 0 0 0,0 0-1 0 0,0 0 1 0 0,0 0 0 0 0,1 1-1 0 0,2-4 1 0 0,-5 6-63 0 0,0 0 0 0 0,0 0 1 0 0,0 0-1 0 0,1 0 0 0 0,-1 0 0 0 0,0 0 0 0 0,0 0 0 0 0,0 0 0 0 0,0 0 1 0 0,0 0-1 0 0,0 0 0 0 0,1 0 0 0 0,-1 0 0 0 0,0 0 0 0 0,0 0 1 0 0,0 0-1 0 0,0 0 0 0 0,0 0 0 0 0,0 0 0 0 0,1 0 0 0 0,-1 0 0 0 0,0 0 1 0 0,0 0-1 0 0,0 0 0 0 0,0 0 0 0 0,0 0 0 0 0,1 0 0 0 0,-1 0 0 0 0,0 0 1 0 0,0 0-1 0 0,0 0 0 0 0,0 0 0 0 0,0 0 0 0 0,0 0 0 0 0,0 0 0 0 0,1 1 1 0 0,-1-1-1 0 0,0 0 0 0 0,0 0 0 0 0,0 0 0 0 0,0 0 0 0 0,3 9 59 0 0,-1 10 8 0 0,-6 46 223 0 0,-21 115-1 0 0,17-130-256 0 0,-31 144 72 0 0,-12 92 59 0 0,47-240-1662 0 0,3-2-3414 0 0,4-4-2343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14.8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4210 788 1375 0 0,'4'-8'26'0'0,"1"1"0"0"0,-1-1-1 0 0,-1 1 1 0 0,0-1-1 0 0,4-12 1 0 0,-7 17-24 0 0,1 0 0 0 0,-1 0 1 0 0,1 1-1 0 0,-1-1 0 0 0,0 0 0 0 0,0 0 0 0 0,-1 0 1 0 0,1 1-1 0 0,-1-1 0 0 0,1 0 0 0 0,-1 1 0 0 0,0-1 1 0 0,0 0-1 0 0,0 1 0 0 0,0-1 0 0 0,0 1 1 0 0,-1-1-1 0 0,1 1 0 0 0,-1 0 0 0 0,-2-4 0 0 0,-84-103-2 0 0,2 2 11 0 0,36 48 96 0 0,-47-50 525 0 0,-36-7-457 0 0,110 99-162 0 0,-1 1 1 0 0,-1 1-1 0 0,0 1 1 0 0,-30-12-1 0 0,3 7 34 0 0,-1 3-1 0 0,0 3 0 0 0,-1 1 0 0 0,0 3 0 0 0,-1 2 0 0 0,-59 1 0 0 0,54 6 151 0 0,-110 15-1 0 0,-56 28-136 0 0,70-10-150 0 0,-73 18 103 0 0,-73 26-244 0 0,-17 5 81 0 0,32 5 97 0 0,8 28 20 0 0,-153 112-153 0 0,36 27-76 0 0,235-130-382 0 0,140-104 522 0 0,0 0 0 0 0,0 2-1 0 0,2 0 1 0 0,-30 48-1 0 0,31-36 123 0 0,4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16.20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478 681 1663 0 0,'-39'21'162'0'0,"-64"49"-1"0"0,84-54-55 0 0,1 0-1 0 0,1 1 0 0 0,1 1 1 0 0,-28 38-1 0 0,26-28 39 0 0,2 1 1 0 0,0 1 0 0 0,-16 48-1 0 0,-24 98-50 0 0,51-157-84 0 0,-19 66 56 0 0,-25 168 0 0 0,45-204-48 0 0,2 0-1 0 0,3 1 1 0 0,12 87-1 0 0,2-50-20 0 0,33 107 0 0 0,-33-151-5 0 0,2 0 0 0 0,1-1 0 0 0,3-1 0 0 0,1-1 0 0 0,2-1 0 0 0,1-1 0 0 0,38 43 0 0 0,-45-60-5 0 0,1-2 0 0 0,1 0 0 0 0,1-1 0 0 0,44 30 0 0 0,-30-28 11 0 0,1 0 0 0 0,62 23-1 0 0,669 203 3 0 0,-568-187 77 0 0,131 35-66 0 0,-252-74-14 0 0,589 138-122 0 0,-647-154 125 0 0,218 41-98 0 0,4-20-25 0 0,0-21-14 0 0,-2-23 245 0 0,-125-1 76 0 0,123-38 1 0 0,-150 32-38 0 0,98-45 0 0 0,-142 50-84 0 0,0-1 0 0 0,-2-3 0 0 0,76-57-1 0 0,-91 59-53 0 0,-2-1-1 0 0,-1-2 1 0 0,0 0-1 0 0,-2-1 0 0 0,19-33 1 0 0,81-156 75 0 0,-28 20 133 0 0,-25 48-149 0 0,17-36 174 0 0,76-233-1 0 0,-8-120 295 0 0,-85 188-328 0 0,-57 250-199 0 0,-1-150-1 0 0,-11 229-46 0 0,-2 0-1 0 0,0-1 1 0 0,-1 1-1 0 0,0 0 1 0 0,-10-26-1 0 0,9 33 9 0 0,-2 1 0 0 0,1-1 0 0 0,-2 1 0 0 0,0 0 0 0 0,0 1 0 0 0,-1 0 0 0 0,0 0 0 0 0,-16-16 0 0 0,4 9-9 0 0,-1 0 0 0 0,-1 2 0 0 0,0 0 0 0 0,-1 1-1 0 0,-1 2 1 0 0,0 0 0 0 0,-43-15 0 0 0,29 15-208 0 0,0 1 1 0 0,-1 2-1 0 0,-1 2 0 0 0,-62-4 0 0 0,87 10 190 0 0,0 2 0 0 0,-1 0 0 0 0,1 1 0 0 0,0 0 0 0 0,0 2 0 0 0,0-1 0 0 0,-27 10 0 0 0,11 1 57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17.26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260 102 3223 0 0,'-6'1'71'0'0,"-9"0"-749"0"0,-1 1 0 0 0,-27 7-1 0 0,25-4 777 0 0,1 1-1 0 0,-1 0 0 0 0,1 1 0 0 0,1 1 1 0 0,-20 13-1 0 0,32-19-81 0 0,0 1 1 0 0,-1 0-1 0 0,1 1 0 0 0,1-1 0 0 0,-1 1 1 0 0,0 0-1 0 0,1-1 0 0 0,0 2 1 0 0,0-1-1 0 0,0 0 0 0 0,1 1 1 0 0,-1-1-1 0 0,1 1 0 0 0,0 0 0 0 0,0-1 1 0 0,1 1-1 0 0,-1 0 0 0 0,1 0 1 0 0,0 0-1 0 0,0 1 0 0 0,1-1 1 0 0,0 0-1 0 0,0 6 0 0 0,1-1-4 0 0,1-1-1 0 0,-1 1 1 0 0,2-1 0 0 0,-1 0-1 0 0,2 0 1 0 0,-1 0-1 0 0,1 0 1 0 0,0 0 0 0 0,1-1-1 0 0,8 12 1 0 0,-9-14-6 0 0,1 0 1 0 0,1 1 0 0 0,-1-2 0 0 0,1 1-1 0 0,0-1 1 0 0,1 0 0 0 0,-1 0-1 0 0,1 0 1 0 0,0-1 0 0 0,0 0-1 0 0,1 0 1 0 0,11 3 0 0 0,6 1 172 0 0,1-2 0 0 0,0-1-1 0 0,0-1 1 0 0,1-1 0 0 0,49-2 0 0 0,-59-1-93 0 0,-1-2-1 0 0,1 0 0 0 0,-1-1 1 0 0,1-1-1 0 0,-1 0 1 0 0,0-1-1 0 0,-1-1 1 0 0,1 0-1 0 0,-1-1 1 0 0,21-13-1 0 0,-31 16-22 0 0,1-1-1 0 0,0 1 0 0 0,-1-1 1 0 0,0 0-1 0 0,0 0 1 0 0,0-1-1 0 0,-1 0 1 0 0,0 1-1 0 0,0-2 0 0 0,0 1 1 0 0,-1 0-1 0 0,0-1 1 0 0,4-12-1 0 0,-4 10 65 0 0,-1 0 1 0 0,0-1-1 0 0,-1 1 0 0 0,0-1 0 0 0,-1 0 1 0 0,0 1-1 0 0,-1-1 0 0 0,1 1 1 0 0,-5-17-1 0 0,2 14 10 0 0,0 0-1 0 0,-1 0 1 0 0,0 0 0 0 0,-1 1 0 0 0,-1-1 0 0 0,0 1 0 0 0,0 1 0 0 0,-1-1-1 0 0,0 1 1 0 0,-1 0 0 0 0,0 0 0 0 0,-1 1 0 0 0,0 0 0 0 0,0 1 0 0 0,-1 0 0 0 0,-13-8-1 0 0,11 9-186 0 0,-1 1 0 0 0,1 1-1 0 0,-2 0 1 0 0,1 1-1 0 0,0 0 1 0 0,-1 1 0 0 0,0 1-1 0 0,1 0 1 0 0,-17 0-1 0 0,-21 2-2981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4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0 360 3247 0 0,'3'3'717'0'0,"-1"-1"0"0"0,1 1 0 0 0,-1-1 0 0 0,1 0 0 0 0,0 0 0 0 0,0 0 0 0 0,3 1 0 0 0,-4-2-630 0 0,-1-1-1 0 0,0 1 1 0 0,1-1-1 0 0,-1 0 1 0 0,1 0-1 0 0,-1 0 1 0 0,0 0-1 0 0,1 0 1 0 0,-1 0-1 0 0,1 0 1 0 0,-1 0-1 0 0,0 0 0 0 0,1-1 1 0 0,-1 1-1 0 0,1 0 1 0 0,-1-1-1 0 0,0 1 1 0 0,0-1-1 0 0,1 0 1 0 0,1-1-1 0 0,7-5-40 0 0,-1 0-1 0 0,1 0 1 0 0,-2-1-1 0 0,1-1 0 0 0,-1 1 1 0 0,0-1-1 0 0,-1-1 1 0 0,0 0-1 0 0,-1 1 0 0 0,8-17 1 0 0,-8 14 34 0 0,-1-1 1 0 0,0 0-1 0 0,0-1 1 0 0,-1 1-1 0 0,-1-1 1 0 0,-1 0-1 0 0,0 0 1 0 0,1-20-1 0 0,-4 28-68 0 0,1 0 0 0 0,-1 0-1 0 0,0 1 1 0 0,-1-1-1 0 0,1 0 1 0 0,-1 1 0 0 0,0-1-1 0 0,0 1 1 0 0,-1 0 0 0 0,0 0-1 0 0,0 0 1 0 0,0 0-1 0 0,0 0 1 0 0,-1 1 0 0 0,0-1-1 0 0,0 1 1 0 0,-4-4 0 0 0,5 5 1 0 0,-1 1 0 0 0,1-1 0 0 0,0 1 0 0 0,-1 0 0 0 0,1-1 0 0 0,-1 2 0 0 0,1-1 1 0 0,-1 0-1 0 0,0 1 0 0 0,0 0 0 0 0,0-1 0 0 0,0 2 0 0 0,0-1 0 0 0,0 0 0 0 0,0 1 1 0 0,0 0-1 0 0,0 0 0 0 0,0 0 0 0 0,0 0 0 0 0,0 1 0 0 0,0-1 0 0 0,0 1 0 0 0,0 0 1 0 0,-7 3-1 0 0,9-2-7 0 0,-1-1 0 0 0,1 1 0 0 0,0-1 0 0 0,1 1 0 0 0,-1 0 0 0 0,0 0 0 0 0,0 0 0 0 0,1 0 0 0 0,-1 0 0 0 0,1 0 0 0 0,-1 0 0 0 0,1 1 0 0 0,0-1 0 0 0,0 0 0 0 0,0 1 0 0 0,0-1 0 0 0,1 1 0 0 0,-1-1 0 0 0,1 1 0 0 0,-1-1 0 0 0,1 1 0 0 0,0 0 0 0 0,0 3 0 0 0,0 8 20 0 0,1 0 0 0 0,0-1 0 0 0,4 15 0 0 0,21 89 1645 0 0,55 149 0 0 0,-76-252-1556 0 0,106 275 1061 0 0,-107-279-1142 0 0,0 3-30 0 0,2 0-1 0 0,0-1 1 0 0,0 0 0 0 0,15 21 0 0 0,-16-28-1170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5.1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99 4607 0 0,'-9'-9'337'0'0,"9"9"-260"0"0,-1 0-1 0 0,1 0 1 0 0,0-1 0 0 0,0 1 0 0 0,0 0-1 0 0,0 0 1 0 0,0-1 0 0 0,0 1-1 0 0,0 0 1 0 0,0-1 0 0 0,0 1 0 0 0,0 0-1 0 0,0 0 1 0 0,0-1 0 0 0,0 1-1 0 0,0 0 1 0 0,1 0 0 0 0,-1-1 0 0 0,0 1-1 0 0,0 0 1 0 0,0 0 0 0 0,0-1-1 0 0,0 1 1 0 0,1 0 0 0 0,-1-1-1 0 0,2 0 586 0 0,1-1-1 0 0,-1 0 0 0 0,1 1 0 0 0,-1-1 0 0 0,1 1 0 0 0,4-2 0 0 0,-5 3-520 0 0,88-30 4741 0 0,-58 22-5225 0 0,34-16 0 0 0,-46 16-5337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5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28 2759 0 0,'-2'-4'-105'0'0,"1"2"235"0"0,0-1 0 0 0,-1 1 0 0 0,1 0 0 0 0,-1-1 0 0 0,1 1-1 0 0,-4-4 1 0 0,4 6-26 0 0,0-1 0 0 0,1 1 1 0 0,-1-1-1 0 0,0 1 0 0 0,1 0 0 0 0,-1 0 0 0 0,0-1 0 0 0,1 1 0 0 0,-1 0 1 0 0,0 0-1 0 0,0 0 0 0 0,1-1 0 0 0,-1 1 0 0 0,0 0 0 0 0,0 0 0 0 0,1 0 1 0 0,-1 0-1 0 0,0 1 0 0 0,0-1 0 0 0,1 0 0 0 0,-1 0 0 0 0,0 0 0 0 0,0 1 0 0 0,1-1 1 0 0,-1 0-1 0 0,0 0 0 0 0,1 1 0 0 0,-1-1 0 0 0,0 1 0 0 0,0 0 0 0 0,-1 1 226 0 0,-1 0 0 0 0,1 0-1 0 0,0 0 1 0 0,0 0-1 0 0,0 1 1 0 0,0-1 0 0 0,0 1-1 0 0,0 0 1 0 0,1 0-1 0 0,-1-1 1 0 0,1 1 0 0 0,-2 6-1 0 0,-1 1 136 0 0,2 1-1 0 0,-3 15 1 0 0,0 12 274 0 0,2 0 0 0 0,1 1-1 0 0,3 0 1 0 0,0-1 0 0 0,3 1 0 0 0,1-1 0 0 0,2 0-1 0 0,16 49 1 0 0,-19-76-655 0 0,0 0 0 0 0,1-1 0 0 0,0 0 0 0 0,9 13 0 0 0,-10-17-50 0 0,0 0 1 0 0,1-1-1 0 0,-1 0 0 0 0,1 0 0 0 0,0 0 1 0 0,1-1-1 0 0,-1 1 0 0 0,9 4 0 0 0,7-2-790 0 0,-9-5-80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5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1 179 455 0 0,'0'-7'330'0'0,"0"0"-1"0"0,1 1 0 0 0,0-1 1 0 0,0 1-1 0 0,1 0 0 0 0,0-1 1 0 0,0 1-1 0 0,0 0 0 0 0,1 0 1 0 0,0 0-1 0 0,0 0 0 0 0,1 1 1 0 0,5-8-1 0 0,-4 5 296 0 0,1 1 1 0 0,0 0-1 0 0,0 0 1 0 0,1 1-1 0 0,0 0 0 0 0,0 0 1 0 0,1 0-1 0 0,-1 1 1 0 0,1 0-1 0 0,0 1 0 0 0,14-6 1 0 0,-18 8-408 0 0,0 1 0 0 0,0 0 0 0 0,0 0 0 0 0,0 0 0 0 0,0 0 0 0 0,0 1 0 0 0,1-1 0 0 0,-1 1 0 0 0,0 0 0 0 0,0 0 0 0 0,1 1 0 0 0,-1 0 0 0 0,0-1 0 0 0,0 1 0 0 0,0 0 0 0 0,0 1 0 0 0,0-1 0 0 0,0 1 0 0 0,0 0 0 0 0,0 0 0 0 0,-1 0 0 0 0,1 0 0 0 0,-1 1 0 0 0,1 0 0 0 0,-1-1 0 0 0,0 1 0 0 0,4 5 0 0 0,-3-4-108 0 0,-1 1-1 0 0,0 0 0 0 0,1 0 1 0 0,-1 0-1 0 0,-1 0 0 0 0,1 1 1 0 0,-1-1-1 0 0,0 1 1 0 0,0-1-1 0 0,1 9 0 0 0,-2-5-43 0 0,0 1-1 0 0,0-1 1 0 0,-1 0 0 0 0,-1 0-1 0 0,1 0 1 0 0,-3 10-1 0 0,-4 9-53 0 0,-1 1 0 0 0,-1-1 0 0 0,-15 31 0 0 0,15-40 26 0 0,2-2-25 0 0,4-11 5 0 0,0 0 0 0 0,0 0 0 0 0,1 0 0 0 0,0 0 1 0 0,0 0-1 0 0,-2 13 0 0 0,4-19-17 0 0,0 0 0 0 0,0 0 0 0 0,0 0-1 0 0,0 0 1 0 0,0 0 0 0 0,0 0 0 0 0,0 0 0 0 0,0 0 0 0 0,0 0-1 0 0,0 0 1 0 0,0 1 0 0 0,0-1 0 0 0,0 0 0 0 0,0 0-1 0 0,0 0 1 0 0,0 0 0 0 0,0 0 0 0 0,1 0 0 0 0,-1 0-1 0 0,0 0 1 0 0,0 0 0 0 0,0 0 0 0 0,0 0 0 0 0,0 0 0 0 0,0 0-1 0 0,0 0 1 0 0,0 0 0 0 0,0 1 0 0 0,0-1 0 0 0,0 0-1 0 0,0 0 1 0 0,0 0 0 0 0,0 0 0 0 0,0 0 0 0 0,1 0 0 0 0,-1 0-1 0 0,0 0 1 0 0,0 0 0 0 0,0 0 0 0 0,0 0 0 0 0,0 0-1 0 0,0 0 1 0 0,0 0 0 0 0,0 0 0 0 0,0 0 0 0 0,0 0-1 0 0,0 0 1 0 0,0 0 0 0 0,1 0 0 0 0,-1 0 0 0 0,0 0 0 0 0,0 0-1 0 0,0 0 1 0 0,0 0 0 0 0,0 0 0 0 0,0-1 0 0 0,0 1-1 0 0,0 0 1 0 0,0 0 0 0 0,0 0 0 0 0,0 0 0 0 0,0 0-1 0 0,0 0 1 0 0,0 0 0 0 0,0 0 0 0 0,0 0 0 0 0,8-7 13 0 0,3-9 31 0 0,18-31-54 0 0,-3-1 0 0 0,-1-1 1 0 0,-3-1-1 0 0,19-67 1 0 0,-37 107 39 0 0,-2 0-27 0 0,2 1 1 0 0,-1 0-1 0 0,1 0 1 0 0,7-11-1 0 0,-26 45-11 0 0,1 1-1 0 0,2 0 0 0 0,0 1 1 0 0,2 0-1 0 0,1 0 0 0 0,-8 39 1 0 0,15-54 116 0 0,0 1 0 0 0,1-1 0 0 0,1 1 1 0 0,0-1-1 0 0,0 1 0 0 0,1 0 0 0 0,5 19 0 0 0,-5-28-42 0 0,0 1 0 0 0,0-1 0 0 0,1 0 0 0 0,0 0 0 0 0,0 0 0 0 0,0 0-1 0 0,0-1 1 0 0,1 1 0 0 0,-1 0 0 0 0,1-1 0 0 0,3 4 0 0 0,-3-5-34 0 0,-1 0 0 0 0,1-1 0 0 0,0 1 0 0 0,-1 0 0 0 0,1-1 0 0 0,0 1 0 0 0,0-1 0 0 0,0 0 0 0 0,0 0 0 0 0,0 0 0 0 0,1-1 0 0 0,-1 1 0 0 0,0-1 0 0 0,0 1 0 0 0,1-1 0 0 0,4 0 0 0 0,6-2-23 0 0,-1 1 0 0 0,1-2-1 0 0,-1 1 1 0 0,0-2 0 0 0,0 0-1 0 0,0 0 1 0 0,-1-2 0 0 0,1 1-1 0 0,-1-1 1 0 0,-1-1 0 0 0,1 0-1 0 0,-1-1 1 0 0,0 0 0 0 0,14-15-1 0 0,-24 22-152 0 0,0 0 0 0 0,0 1-1 0 0,0-1 1 0 0,-1 0-1 0 0,1 0 1 0 0,-1 0-1 0 0,1 0 1 0 0,0 0-1 0 0,-1 0 1 0 0,1 0 0 0 0,-1 0-1 0 0,0 0 1 0 0,1 0-1 0 0,-1 0 1 0 0,0 0-1 0 0,0-1 1 0 0,0 1 0 0 0,0 0-1 0 0,0 0 1 0 0,0 0-1 0 0,0 0 1 0 0,0 0-1 0 0,0-2 1 0 0,-5-5-7008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6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0 167 1375 0 0,'7'-4'1984'0'0,"0"-1"-1"0"0,0 1 0 0 0,11-4 0 0 0,-14 6-1333 0 0,139-64 5628 0 0,-71 34-6575 0 0,-1-1-3816 0 0,-48 21-962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6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3623 0 0,'1'-2'223'0'0,"0"1"0"0"0,0 0 0 0 0,1-1 0 0 0,-1 1-1 0 0,0 0 1 0 0,0 0 0 0 0,1 0 0 0 0,-1 0-1 0 0,1 0 1 0 0,-1 0 0 0 0,1 0 0 0 0,-1 1 0 0 0,1-1-1 0 0,-1 1 1 0 0,1-1 0 0 0,2 0 0 0 0,-1 1 350 0 0,1-1-1 0 0,0 1 1 0 0,0 0 0 0 0,-1 0 0 0 0,1 0 0 0 0,0 1-1 0 0,4 0 1 0 0,1 1 281 0 0,0 1 0 0 0,0 0 0 0 0,-1 0 0 0 0,1 1 0 0 0,12 7 0 0 0,-6 0-557 0 0,0 0 1 0 0,-1 0 0 0 0,0 2 0 0 0,-1-1 0 0 0,0 2-1 0 0,-1 0 1 0 0,0 0 0 0 0,-1 1 0 0 0,-1 1 0 0 0,12 23 0 0 0,-12-18-160 0 0,-1 0 1 0 0,-1 1 0 0 0,0 1 0 0 0,-2-1 0 0 0,-1 1 0 0 0,0 0-1 0 0,1 44 1 0 0,-6-30-1 0 0,-2-1 1 0 0,-2 1-1 0 0,-1-1 0 0 0,-2 1 1 0 0,-2-2-1 0 0,-21 57 0 0 0,30-90-266 0 0,-4 11 417 0 0,4-13-320 0 0,0 0-1 0 0,0 0 0 0 0,0 0 1 0 0,0 0-1 0 0,0 0 0 0 0,0 0 1 0 0,1 0-1 0 0,-1-1 0 0 0,0 1 0 0 0,0 0 1 0 0,0 0-1 0 0,0 0 0 0 0,0 0 1 0 0,1 0-1 0 0,-1 0 0 0 0,0 0 1 0 0,0 0-1 0 0,0 0 0 0 0,0 0 1 0 0,0 0-1 0 0,1 0 0 0 0,-1 0 1 0 0,0 0-1 0 0,0 0 0 0 0,0 0 1 0 0,0 0-1 0 0,0 0 0 0 0,1 0 1 0 0,-1 0-1 0 0,0 0 0 0 0,0 0 1 0 0,0 0-1 0 0,0 0 0 0 0,0 0 1 0 0,1 0-1 0 0,-1 0 0 0 0,0 1 1 0 0,0-1-1 0 0,0 0 0 0 0,0 0 1 0 0,0 0-1 0 0,0 0 0 0 0,1 0 1 0 0,-1 0-1 0 0,0 0 0 0 0,0 1 1 0 0,0-1-1 0 0,0 0 0 0 0,0 0 1 0 0,0 0-1 0 0,0 0 0 0 0,0 0 1 0 0,0 1-1 0 0,0-1 0 0 0,0 0 1 0 0,0 0-1 0 0,0 0 0 0 0,0 0 1 0 0,0 0-1 0 0,0 1 0 0 0,0-1 1 0 0,0 0-1 0 0,0 0 0 0 0,0 0 1 0 0,0 0-1 0 0,0 1 0 0 0,0-1 1 0 0,0 0-1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6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2759 0 0,'5'-4'400'0'0,"-1"1"0"0"0,1 0 0 0 0,0-1 0 0 0,0 2 0 0 0,1-1 0 0 0,-1 0 0 0 0,1 1 0 0 0,-1 0 0 0 0,1 1 0 0 0,-1-1 0 0 0,1 1 0 0 0,0 0 0 0 0,0 0-1 0 0,0 1 1 0 0,0 0 0 0 0,0 0 0 0 0,-1 0 0 0 0,1 1 0 0 0,9 1 0 0 0,-15-1-361 0 0,1-1-1 0 0,-1 0 1 0 0,1 0 0 0 0,0 0-1 0 0,-1 1 1 0 0,1-1-1 0 0,-1 0 1 0 0,1 0 0 0 0,0 1-1 0 0,-1-1 1 0 0,1 1-1 0 0,-1-1 1 0 0,1 0 0 0 0,-1 1-1 0 0,1-1 1 0 0,-1 1 0 0 0,0-1-1 0 0,1 1 1 0 0,-1 0-1 0 0,0-1 1 0 0,1 1 0 0 0,-1-1-1 0 0,0 1 1 0 0,1 1 0 0 0,-1-1-13 0 0,0 0 1 0 0,0 0 0 0 0,0 1 0 0 0,0-1 0 0 0,-1 0 0 0 0,1 0 0 0 0,0 0 0 0 0,0 0-1 0 0,-1 1 1 0 0,1-1 0 0 0,-1 0 0 0 0,0 2 0 0 0,-3 2 2 0 0,0 1 0 0 0,0 0-1 0 0,-8 7 1 0 0,11-12-4 0 0,-19 20 128 0 0,9-11 7 0 0,1 0-1 0 0,1 1 0 0 0,-1 0 1 0 0,2 1-1 0 0,0 0 1 0 0,-11 20-1 0 0,19-31-75 0 0,-1-1 0 0 0,1 1 1 0 0,-1 0-1 0 0,1 0 0 0 0,0 0 0 0 0,0 0 0 0 0,-1 0 1 0 0,1 0-1 0 0,0 0 0 0 0,0 0 0 0 0,0 0 0 0 0,0 0 1 0 0,0 0-1 0 0,0 0 0 0 0,0 0 0 0 0,0 0 0 0 0,1 0 1 0 0,-1-1-1 0 0,0 1 0 0 0,0 0 0 0 0,1 1 0 0 0,0-1 38 0 0,0 0-1 0 0,-1-1 0 0 0,1 1 1 0 0,0 0-1 0 0,0-1 0 0 0,-1 1 1 0 0,1-1-1 0 0,0 1 0 0 0,0-1 0 0 0,0 0 1 0 0,0 1-1 0 0,0-1 0 0 0,0 0 1 0 0,-1 0-1 0 0,1 1 0 0 0,0-1 1 0 0,2 0-1 0 0,3 0 322 0 0,0 0-1 0 0,0-1 1 0 0,0 0 0 0 0,0 0-1 0 0,8-2 1 0 0,19-8 865 0 0,50-24 1 0 0,-13 5-876 0 0,-60 27-441 0 0,-2 3-105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7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40 271 5063 0 0,'-3'-2'249'0'0,"1"1"-1"0"0,-1-1 1 0 0,1 1-1 0 0,-1-1 1 0 0,1 0-1 0 0,0 1 1 0 0,0-1-1 0 0,0-1 1 0 0,0 1-1 0 0,0 0 0 0 0,0 0 1 0 0,1-1-1 0 0,-1 1 1 0 0,1-1-1 0 0,-1 1 1 0 0,1-1-1 0 0,0 0 1 0 0,0 1-1 0 0,0-1 1 0 0,1 0-1 0 0,-1 0 0 0 0,0 1 1 0 0,1-1-1 0 0,0 0 1 0 0,0 0-1 0 0,0 0 1 0 0,0 0-1 0 0,0 0 1 0 0,1 0-1 0 0,-1 0 1 0 0,2-4-1 0 0,1-2 133 0 0,1 1-1 0 0,0-1 1 0 0,0 1 0 0 0,1 0 0 0 0,0 0-1 0 0,0 0 1 0 0,0 1 0 0 0,1 0 0 0 0,1 0-1 0 0,-1 0 1 0 0,1 1 0 0 0,0 0 0 0 0,0 0-1 0 0,1 1 1 0 0,14-8 0 0 0,-20 12-369 0 0,0 0 0 0 0,0 0-1 0 0,-1 0 1 0 0,1 0 0 0 0,0 0 0 0 0,0 1 0 0 0,0-1 0 0 0,0 1 0 0 0,0 0-1 0 0,0-1 1 0 0,0 1 0 0 0,0 0 0 0 0,0 0 0 0 0,0 0 0 0 0,0 0 0 0 0,0 1-1 0 0,0-1 1 0 0,0 0 0 0 0,0 1 0 0 0,-1-1 0 0 0,1 1 0 0 0,0 0 0 0 0,0 0-1 0 0,0 0 1 0 0,-1 0 0 0 0,1 0 0 0 0,0 0 0 0 0,-1 0 0 0 0,1 0 0 0 0,-1 1 0 0 0,1-1-1 0 0,-1 1 1 0 0,0-1 0 0 0,1 1 0 0 0,-1-1 0 0 0,0 1 0 0 0,1 3 0 0 0,2 3 27 0 0,0 0 0 0 0,-1 1 1 0 0,0-1-1 0 0,-1 1 0 0 0,0 0 1 0 0,-1 0-1 0 0,2 11 0 0 0,-2 1-39 0 0,-1 1 0 0 0,-1 0 0 0 0,-3 21 0 0 0,-15 64 0 0 0,0-2 0 0 0,19-83 0 0 0,0-21 0 0 0,0-1 0 0 0,0 0 0 0 0,0 0 0 0 0,0 0 0 0 0,0 0 0 0 0,0 0 0 0 0,0 0 0 0 0,0 0 0 0 0,0 0 0 0 0,0 0 0 0 0,0 1 0 0 0,0-1 0 0 0,0 0 0 0 0,0 0 0 0 0,0 0 0 0 0,0 0 0 0 0,0 0 0 0 0,0 0 0 0 0,0 0 0 0 0,1 0 0 0 0,-1 0 0 0 0,0 0 0 0 0,0 0 0 0 0,0 0 0 0 0,0 1 0 0 0,0-1 0 0 0,0 0 0 0 0,0 0 0 0 0,0 0 0 0 0,0 0 0 0 0,1 0 0 0 0,-1 0 0 0 0,0 0 0 0 0,0 0 0 0 0,0 0 0 0 0,0 0 0 0 0,0 0 0 0 0,0 0 0 0 0,0 0 0 0 0,1 0 0 0 0,-1 0 0 0 0,0 0 0 0 0,0 0 0 0 0,0 0 0 0 0,0-1 0 0 0,0 1 0 0 0,0 0 0 0 0,0 0 0 0 0,0 0 0 0 0,9-10 0 0 0,18-41 2 0 0,-2-1 0 0 0,-3 0 1 0 0,-1-2-1 0 0,19-84 0 0 0,-32 104 48 0 0,-6 19-47 0 0,2 0 1 0 0,0 0-1 0 0,0 1 0 0 0,14-28 1 0 0,-6 26 92 0 0,-5 15-53 0 0,-7 1-43 0 0,1 1 0 0 0,-1-1 1 0 0,0 0-1 0 0,1 1 1 0 0,-1-1-1 0 0,0 1 0 0 0,1-1 1 0 0,-1 1-1 0 0,0-1 1 0 0,0 1-1 0 0,0-1 0 0 0,1 1 1 0 0,-1-1-1 0 0,0 1 1 0 0,0-1-1 0 0,0 1 0 0 0,0-1 1 0 0,0 1-1 0 0,0 8 0 0 0,0 0 0 0 0,-1 0 0 0 0,0 0 0 0 0,0-1 0 0 0,-1 1 0 0 0,-4 11 0 0 0,2-2 0 0 0,-27 87 0 0 0,17-60 0 0 0,-16 85 0 0 0,30-126 7 0 0,-1 1-1 0 0,1 0 1 0 0,0 0 0 0 0,0 0-1 0 0,0 0 1 0 0,1 0-1 0 0,0-1 1 0 0,0 1 0 0 0,0 0-1 0 0,0 0 1 0 0,1-1-1 0 0,2 5 1 0 0,-3-7 24 0 0,0 0 0 0 0,0 0 0 0 0,1 0 0 0 0,-1 0 0 0 0,1 0 0 0 0,-1-1 0 0 0,1 1 1 0 0,0-1-1 0 0,0 1 0 0 0,-1-1 0 0 0,1 0 0 0 0,0 1 0 0 0,0-1 0 0 0,0 0 0 0 0,1 0 0 0 0,-1-1 0 0 0,0 1 0 0 0,0 0 0 0 0,0-1 1 0 0,1 1-1 0 0,-1-1 0 0 0,0 0 0 0 0,0 0 0 0 0,1 0 0 0 0,-1 0 0 0 0,0 0 0 0 0,4-1 0 0 0,8-1-89 0 0,-1-1 1 0 0,0 0-1 0 0,1-1 0 0 0,-1 0 1 0 0,-1-1-1 0 0,1-1 0 0 0,-1 0 1 0 0,0-1-1 0 0,0 0 0 0 0,14-12 1 0 0,-15 9-1121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8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2 136 3223 0 0,'-1'-1'733'0'0,"3"-2"172"0"0,12-7 1191 0 0,17-10 1610 0 0,10 1-2343 0 0,0 2 0 0 0,1 2-1 0 0,0 1 1 0 0,1 3 0 0 0,67-10-1 0 0,-59 16-2620 0 0,-30 7-5036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8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7 251 9215 0 0,'-1'-1'97'0'0,"1"0"0"0"0,-1 1-1 0 0,1-1 1 0 0,-1 1 0 0 0,1-1-1 0 0,-1 0 1 0 0,1 1 0 0 0,-1-1-1 0 0,1 0 1 0 0,0 1 0 0 0,0-1-1 0 0,-1 0 1 0 0,1 0 0 0 0,0 1-1 0 0,0-1 1 0 0,0 0 0 0 0,0 0-1 0 0,0 1 1 0 0,0-1-1 0 0,0 0 1 0 0,0 0 0 0 0,0 1-1 0 0,0-1 1 0 0,0 0 0 0 0,0 0-1 0 0,0 1 1 0 0,1-1 0 0 0,-1-1-1 0 0,11-26 3271 0 0,-9 21-2885 0 0,23-52 3613 0 0,20-61-1714 0 0,-45 119-2373 0 0,1-1 1 0 0,-1 1-1 0 0,0 0 0 0 0,1 0 0 0 0,-1 0 0 0 0,1 0 1 0 0,-1 0-1 0 0,1 0 0 0 0,-1 0 0 0 0,1 0 1 0 0,0 1-1 0 0,1-3 0 0 0,-2 3-7 0 0,0 0-1 0 0,0 0 1 0 0,0 0 0 0 0,1 0-1 0 0,-1 0 1 0 0,0 0 0 0 0,0 0-1 0 0,0 0 1 0 0,1 0 0 0 0,-1 0 0 0 0,0 0-1 0 0,0 0 1 0 0,0 1 0 0 0,1-1-1 0 0,-1 0 1 0 0,0 0 0 0 0,0 0-1 0 0,0 0 1 0 0,1 0 0 0 0,-1 0-1 0 0,0 0 1 0 0,0 0 0 0 0,0 1-1 0 0,0-1 1 0 0,0 0 0 0 0,1 0 0 0 0,-1 0-1 0 0,0 0 1 0 0,0 1 0 0 0,0-1-1 0 0,0 0 1 0 0,0 0 0 0 0,0 0-1 0 0,0 1 1 0 0,0-1 0 0 0,1 0-1 0 0,-1 0 1 0 0,1 4-2 0 0,0 0 0 0 0,0-1 1 0 0,0 1-1 0 0,0 0 0 0 0,0 6 0 0 0,2 112 1 0 0,-3-73-5 0 0,1 0 0 0 0,12 67-1 0 0,-13-115-5 0 0,0-1 0 0 0,0 1 1 0 0,0-1-1 0 0,0 0 0 0 0,1 1 0 0 0,-1-1 0 0 0,0 1 0 0 0,0-1 0 0 0,0 1 0 0 0,0-1 0 0 0,0 1 1 0 0,1-1-1 0 0,-1 1 0 0 0,0-1 0 0 0,0 0 0 0 0,1 1 0 0 0,-1-1 0 0 0,0 0 0 0 0,1 1 1 0 0,-1-1-1 0 0,0 0 0 0 0,1 1 0 0 0,-1-1 0 0 0,1 0 0 0 0,-1 1 0 0 0,0-1 0 0 0,1 0 0 0 0,-1 0 1 0 0,1 0-1 0 0,0 1 0 0 0,4-4-124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8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0 291 5063 0 0,'5'-12'341'0'0,"0"0"-1"0"0,8-13 0 0 0,2 5 2817 0 0,19-23-488 0 0,-9 11-343 0 0,34-33 0 0 0,-51 57-1805 0 0,0 0 0 0 0,1 1 0 0 0,0 0 0 0 0,1 0 0 0 0,-1 1 0 0 0,1 1 0 0 0,0 0 0 0 0,22-8 0 0 0,-30 12-465 0 0,0 0-1 0 0,1 1 1 0 0,-1-1 0 0 0,1 1-1 0 0,-1 0 1 0 0,1-1 0 0 0,-1 1-1 0 0,1 0 1 0 0,-1 0 0 0 0,1 1-1 0 0,-1-1 1 0 0,1 1 0 0 0,-1-1-1 0 0,1 1 1 0 0,-1 0 0 0 0,1 0-1 0 0,-1 0 1 0 0,3 1-1 0 0,-2 0-45 0 0,-1 0 0 0 0,0 0-1 0 0,0 0 1 0 0,0 0-1 0 0,0 0 1 0 0,0 1-1 0 0,-1-1 1 0 0,1 0 0 0 0,-1 1-1 0 0,1 0 1 0 0,-1-1-1 0 0,0 1 1 0 0,0 0-1 0 0,0-1 1 0 0,0 1 0 0 0,0 3-1 0 0,1 8-9 0 0,0 0 0 0 0,-1 0 0 0 0,0 0 0 0 0,-1 1 0 0 0,-1-1 0 0 0,-4 27 0 0 0,-28 84 0 0 0,14-57 0 0 0,17-62 0 0 0,1-2 0 0 0,-1 0 0 0 0,1 0 0 0 0,0 1 0 0 0,0-1 0 0 0,1 1 0 0 0,0-1 0 0 0,-1 0 0 0 0,1 1 0 0 0,2 7 0 0 0,-2-12 0 0 0,0 0 0 0 0,0 1 0 0 0,0-1 0 0 0,0 0 0 0 0,0 0 0 0 0,0 0 0 0 0,0 1 0 0 0,0-1 0 0 0,0 0 0 0 0,1 0 0 0 0,-1 0 0 0 0,0 0 0 0 0,0 1 0 0 0,0-1 0 0 0,0 0 0 0 0,1 0 0 0 0,-1 0 0 0 0,0 0 0 0 0,0 0 0 0 0,0 0 0 0 0,0 0 0 0 0,1 0 0 0 0,-1 1 0 0 0,0-1 0 0 0,0 0 0 0 0,0 0 0 0 0,1 0 0 0 0,-1 0 0 0 0,0 0 0 0 0,0 0 0 0 0,0 0 0 0 0,1 0 0 0 0,-1 0 0 0 0,0 0 0 0 0,0 0 0 0 0,1 0 0 0 0,9-6 0 0 0,8-11 0 0 0,-16 16 0 0 0,13-16 41 0 0,0-1-1 0 0,0 0 1 0 0,-2-1-1 0 0,0-1 1 0 0,18-38-1 0 0,35-113-110 0 0,-54 139-6 0 0,16-34 175 0 0,-49 110-99 0 0,2 2 0 0 0,2 0 0 0 0,2 2 0 0 0,-18 95 0 0 0,31-134-6 0 0,1 0 1 0 0,0 0-1 0 0,1 0 0 0 0,0 0 0 0 0,0 0 0 0 0,3 10 0 0 0,-3-17 15 0 0,0 0 0 0 0,1 0 0 0 0,-1-1 0 0 0,1 1 0 0 0,0 0-1 0 0,0 0 1 0 0,-1 0 0 0 0,1-1 0 0 0,0 1 0 0 0,0 0-1 0 0,1-1 1 0 0,-1 1 0 0 0,0-1 0 0 0,0 0 0 0 0,1 1 0 0 0,-1-1-1 0 0,1 0 1 0 0,-1 0 0 0 0,1 0 0 0 0,0 0 0 0 0,-1 0-1 0 0,1 0 1 0 0,0 0 0 0 0,0 0 0 0 0,0-1 0 0 0,-1 1 0 0 0,1-1-1 0 0,0 1 1 0 0,0-1 0 0 0,0 0 0 0 0,0 0 0 0 0,0 0 0 0 0,0 0-1 0 0,3 0 1 0 0,14-2 105 0 0,-1 0 1 0 0,1-1-1 0 0,19-7 0 0 0,-26 7-135 0 0,-1-1 0 0 0,0-1 0 0 0,0 1 0 0 0,0-2 1 0 0,0 0-1 0 0,9-7 0 0 0,-8 2-597 0 0,-8 2-5525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9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27 105 455 0 0,'-27'0'2474'0'0,"38"4"4943"0"0,4-3-4317 0 0,0 0 0 0 0,23-3 0 0 0,30-9 161 0 0,66-27-2925 0 0,-122 34-64 0 0,123-47-188 0 0,-123 46-1662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39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58 128 4607 0 0,'-2'-3'483'0'0,"1"0"0"0"0,-1-1-1 0 0,1 1 1 0 0,0-1-1 0 0,0 1 1 0 0,0-1-1 0 0,0 1 1 0 0,1-1-1 0 0,-1 0 1 0 0,1 1 0 0 0,0-1-1 0 0,1-6 1 0 0,0 6-37 0 0,0-1 1 0 0,0 2-1 0 0,0-1 1 0 0,1 0-1 0 0,-1 0 1 0 0,1 0-1 0 0,0 0 1 0 0,0 1-1 0 0,0-1 1 0 0,1 1 0 0 0,-1 0-1 0 0,1 0 1 0 0,0 0-1 0 0,0 0 1 0 0,0 0-1 0 0,0 0 1 0 0,5-2-1 0 0,-6 3-385 0 0,-1 1 0 0 0,1 0-1 0 0,-1 0 1 0 0,1 0 0 0 0,0 0-1 0 0,0 1 1 0 0,-1-1 0 0 0,1 0-1 0 0,0 1 1 0 0,0-1 0 0 0,0 1-1 0 0,0-1 1 0 0,-1 1 0 0 0,1 0-1 0 0,0 0 1 0 0,0 0 0 0 0,0 0-1 0 0,0 0 1 0 0,0 1 0 0 0,0-1-1 0 0,0 1 1 0 0,0-1 0 0 0,-1 1-1 0 0,1-1 1 0 0,0 1 0 0 0,0 0-1 0 0,-1 0 1 0 0,1 0 0 0 0,0 0-1 0 0,-1 0 1 0 0,1 0 0 0 0,-1 0-1 0 0,0 1 1 0 0,1-1 0 0 0,-1 1-1 0 0,0-1 1 0 0,0 1 0 0 0,2 2 0 0 0,0 1-46 0 0,-1 0 0 0 0,0 1 0 0 0,0-1 0 0 0,0 0 0 0 0,0 1 0 0 0,-1-1 0 0 0,0 1 0 0 0,0-1 0 0 0,-1 1 0 0 0,0 0 0 0 0,0-1 0 0 0,0 1 0 0 0,0 0 0 0 0,-1-1 0 0 0,0 1 0 0 0,0-1 0 0 0,-3 8 0 0 0,-1 1 10 0 0,0 0 0 0 0,-1 0 0 0 0,-1 0 0 0 0,0 0 0 0 0,-11 14 0 0 0,9-15 42 0 0,-1-1 1 0 0,-15 17-1 0 0,21-25-28 0 0,1-1 0 0 0,0 0 0 0 0,-1 0 0 0 0,0 0 0 0 0,0 0 0 0 0,0-1-1 0 0,0 1 1 0 0,0-1 0 0 0,-1 0 0 0 0,1 0 0 0 0,-1-1 0 0 0,-6 2-1 0 0,10-3-35 0 0,1 0-1 0 0,-1 0 0 0 0,1 0 1 0 0,-1 0-1 0 0,0 0 0 0 0,1 0 0 0 0,-1 0 1 0 0,1 0-1 0 0,-1 0 0 0 0,1 0 1 0 0,-1 0-1 0 0,1-1 0 0 0,-1 1 0 0 0,1 0 1 0 0,-1-1-1 0 0,1 1 0 0 0,-1 0 1 0 0,1 0-1 0 0,-1-1 0 0 0,1 1 0 0 0,-1-1 1 0 0,1 1-1 0 0,0-1 0 0 0,-1 1 1 0 0,1 0-1 0 0,-1-1 0 0 0,1 1 0 0 0,0-1 1 0 0,0 1-1 0 0,-1-1 0 0 0,1 0 1 0 0,0 1-1 0 0,0-1 0 0 0,0 1 0 0 0,0-1 1 0 0,0 1-1 0 0,0-1 0 0 0,0 0 1 0 0,0 1-1 0 0,0-1 0 0 0,0 1 0 0 0,0-1 1 0 0,0 1-1 0 0,0-1 0 0 0,0 0 1 0 0,0 0-1 0 0,1-2 11 0 0,0-1 0 0 0,-1 0 0 0 0,1 1 1 0 0,0-1-1 0 0,3-5 0 0 0,-2 5-13 0 0,0 1 0 0 0,0-1 0 0 0,0 1 0 0 0,0 0 0 0 0,1 0 0 0 0,-1 0 0 0 0,1 0 0 0 0,0 0 0 0 0,0 1 0 0 0,0-1 0 0 0,0 1 0 0 0,0 0 0 0 0,1 0 0 0 0,-1 0 0 0 0,1 0 0 0 0,-1 1 0 0 0,1-1 0 0 0,0 1 0 0 0,4-1 0 0 0,-2 1 0 0 0,-1 0 0 0 0,1 1 0 0 0,-1 0 0 0 0,1 0 0 0 0,-1 0 0 0 0,1 1 0 0 0,-1-1 0 0 0,0 1 0 0 0,1 1 0 0 0,-1-1 0 0 0,0 1 0 0 0,0 0 0 0 0,6 3 0 0 0,27 19 0 0 0,0 1 0 0 0,-34-23 0 0 0,-1 0 0 0 0,1-1 0 0 0,-1 1 0 0 0,1-1 0 0 0,0 0 0 0 0,0 0 0 0 0,-1 0 0 0 0,1-1 0 0 0,4 1 0 0 0,-5-1-149 0 0,0-1-1 0 0,-1 1 1 0 0,1-1-1 0 0,0 0 0 0 0,-1 0 1 0 0,1 0-1 0 0,0 0 1 0 0,-1 0-1 0 0,0 0 1 0 0,1-1-1 0 0,-1 1 1 0 0,3-3-1 0 0,4-3-7266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0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5383 0 0,'3'-7'365'0'0,"1"0"0"0"0,-1 1 0 0 0,1-1 0 0 0,1 1 0 0 0,-1 0-1 0 0,1 1 1 0 0,7-8 0 0 0,-10 11 61 0 0,0-1-1 0 0,1 1 1 0 0,-1 0 0 0 0,1 1-1 0 0,0-1 1 0 0,0 0 0 0 0,0 1-1 0 0,0-1 1 0 0,0 1 0 0 0,0 0-1 0 0,0 0 1 0 0,0 0 0 0 0,0 0-1 0 0,0 1 1 0 0,1-1 0 0 0,-1 1-1 0 0,0 0 1 0 0,0 0 0 0 0,6 1-1 0 0,-8-1-293 0 0,0 0 0 0 0,1 1 0 0 0,-1 0 0 0 0,0-1 0 0 0,1 1 0 0 0,-1 0-1 0 0,0 0 1 0 0,0 0 0 0 0,0 0 0 0 0,1 0 0 0 0,-1 0 0 0 0,0 0 0 0 0,0 0 0 0 0,-1 0-1 0 0,1 0 1 0 0,0 1 0 0 0,0-1 0 0 0,-1 0 0 0 0,1 0 0 0 0,0 1 0 0 0,-1-1 0 0 0,1 1-1 0 0,-1-1 1 0 0,0 1 0 0 0,1-1 0 0 0,-1 0 0 0 0,0 1 0 0 0,0-1 0 0 0,0 1 0 0 0,0 1-1 0 0,0 4 4 0 0,0-1-1 0 0,-1 1 1 0 0,0 0-1 0 0,0-1 0 0 0,-2 9 1 0 0,-5 5 8 0 0,0 0 0 0 0,-1 0 0 0 0,-20 30 0 0 0,18-31-83 0 0,0 0 1 0 0,2 0 0 0 0,-12 31-1 0 0,20-48-48 0 0,0 1 0 0 0,1-1-1 0 0,-1 0 1 0 0,1 1-1 0 0,-1-1 1 0 0,1 1-1 0 0,0-1 1 0 0,0 1-1 0 0,0-1 1 0 0,0 0-1 0 0,0 1 1 0 0,1-1 0 0 0,-1 1-1 0 0,1-1 1 0 0,0 0-1 0 0,-1 1 1 0 0,3 2-1 0 0,-2-3 9 0 0,0-1 1 0 0,1 1-1 0 0,-1-1 0 0 0,1 0 0 0 0,-1 1 0 0 0,1-1 0 0 0,0 0 0 0 0,0 0 0 0 0,-1 0 1 0 0,1 0-1 0 0,0 0 0 0 0,0 0 0 0 0,0-1 0 0 0,0 1 0 0 0,0-1 0 0 0,0 1 1 0 0,0-1-1 0 0,0 0 0 0 0,0 1 0 0 0,4-1 0 0 0,8-1 82 0 0,0 1 0 0 0,0-2 0 0 0,-1 0 0 0 0,1 0 0 0 0,0-1 0 0 0,21-8 0 0 0,77-38 71 0 0,-96 41-148 0 0,12-6-33 0 0,-19 11-92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6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3 225 6911 0 0,'-1'-1'139'0'0,"1"0"0"0"0,-1 0 0 0 0,1 0 0 0 0,0 0 0 0 0,0 0 0 0 0,0 0 0 0 0,-1 0 0 0 0,1 0 0 0 0,0 0 0 0 0,0 0 0 0 0,0 0 0 0 0,1 0 0 0 0,-1 0 0 0 0,0 0 0 0 0,0 0 0 0 0,0 0 0 0 0,1 0 0 0 0,-1 0 0 0 0,0 0 0 0 0,1 1 0 0 0,-1-1-1 0 0,1 0 1 0 0,0-1 0 0 0,12-20 1358 0 0,-5 13-1194 0 0,0 0 0 0 0,1 0-1 0 0,0 1 1 0 0,0 0 0 0 0,0 0-1 0 0,1 1 1 0 0,0 1 0 0 0,1 0-1 0 0,-1 0 1 0 0,1 1 0 0 0,21-7-1 0 0,-30 11-246 0 0,0 0-1 0 0,1 0 1 0 0,-1 1-1 0 0,1-1 1 0 0,-1 1-1 0 0,1 0 1 0 0,-1 0 0 0 0,1 0-1 0 0,-1 0 1 0 0,1 0-1 0 0,-1 0 1 0 0,1 1-1 0 0,-1-1 1 0 0,1 1-1 0 0,-1 0 1 0 0,0 0-1 0 0,1 0 1 0 0,-1 0-1 0 0,3 1 1 0 0,-3 0-8 0 0,0 0 1 0 0,0 1-1 0 0,0-1 1 0 0,0 0-1 0 0,0 1 1 0 0,0-1-1 0 0,0 1 1 0 0,-1 0-1 0 0,1-1 1 0 0,-1 1-1 0 0,0 0 1 0 0,0 0-1 0 0,0 0 1 0 0,0 0-1 0 0,0 4 1 0 0,2 11 0 0 0,0 2 0 0 0,-2-1 0 0 0,0 0 0 0 0,-1 0 0 0 0,-1 0 0 0 0,-1 0 0 0 0,0 0 0 0 0,-10 34 1 0 0,-1-10 69 0 0,-2-2 1 0 0,-34 68 0 0 0,217-480 1672 0 0,-158 347-1589 0 0,-3 4 5 0 0,0 1-1 0 0,2 0 1 0 0,0 0-1 0 0,2 1 1 0 0,14-21-1 0 0,-25 39-200 0 0,0 0 0 0 0,1 0-1 0 0,-1-1 1 0 0,0 1 0 0 0,0 0-1 0 0,0-1 1 0 0,0 1 0 0 0,1 0-1 0 0,-1 0 1 0 0,0-1 0 0 0,0 1-1 0 0,1 0 1 0 0,-1 0 0 0 0,0 0-1 0 0,0-1 1 0 0,1 1 0 0 0,-1 0-1 0 0,0 0 1 0 0,1 0 0 0 0,-1 0 0 0 0,0 0-1 0 0,1 0 1 0 0,-1 0 0 0 0,0-1-1 0 0,1 1 1 0 0,-1 0 0 0 0,0 0-1 0 0,1 0 1 0 0,1 9 59 0 0,-7 15-51 0 0,-49 135 43 0 0,35-112-60 0 0,-23 92-1 0 0,39-128 2 0 0,1 1 0 0 0,1-1 0 0 0,0 1 0 0 0,0 0 0 0 0,1 0 0 0 0,3 21 1 0 0,-2-30 2 0 0,-1 0 1 0 0,1 0-1 0 0,0 0 1 0 0,0 0-1 0 0,0-1 1 0 0,0 1 0 0 0,0 0-1 0 0,1 0 1 0 0,-1-1-1 0 0,1 1 1 0 0,0-1 0 0 0,0 1-1 0 0,0-1 1 0 0,0 0-1 0 0,0 1 1 0 0,0-1-1 0 0,0 0 1 0 0,1-1 0 0 0,-1 1-1 0 0,1 0 1 0 0,0-1-1 0 0,-1 1 1 0 0,1-1 0 0 0,0 0-1 0 0,0 0 1 0 0,0 0-1 0 0,0 0 1 0 0,0-1-1 0 0,0 1 1 0 0,0-1 0 0 0,4 1-1 0 0,4-1-8 0 0,-1 0 1 0 0,1-1-1 0 0,0 0 0 0 0,-1 0 1 0 0,1-1-1 0 0,-1-1 0 0 0,0 0 0 0 0,0 0 1 0 0,0-1-1 0 0,0 0 0 0 0,-1-1 1 0 0,1 0-1 0 0,14-11 0 0 0,-15 8-720 0 0,-4 1-248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6.6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0 123 5063 0 0,'0'0'25'0'0,"0"-1"0"0"0,1 0-1 0 0,-1 1 1 0 0,0-1 0 0 0,0 1-1 0 0,0-1 1 0 0,1 1-1 0 0,-1 0 1 0 0,0-1 0 0 0,1 1-1 0 0,-1-1 1 0 0,1 1 0 0 0,-1-1-1 0 0,0 1 1 0 0,1 0 0 0 0,-1-1-1 0 0,1 1 1 0 0,-1 0-1 0 0,1 0 1 0 0,-1-1 0 0 0,1 1-1 0 0,0 0 1 0 0,16-6 841 0 0,-11 4-112 0 0,187-55 7315 0 0,3 12-5183 0 0,-184 43-3229 0 0,-3 1-160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8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84 3223 0 0,'0'-13'806'0'0,"0"-26"2145"0"0,-1 37-2617 0 0,1 0 1 0 0,0 0-1 0 0,-1 0 0 0 0,1 0 0 0 0,-1 0 0 0 0,1 0 1 0 0,-1 1-1 0 0,0-1 0 0 0,0 0 0 0 0,0 0 0 0 0,0 1 1 0 0,0-1-1 0 0,0 0 0 0 0,0 1 0 0 0,-3-3 0 0 0,3 4-256 0 0,1-1 0 0 0,-1 1-1 0 0,1 0 1 0 0,0 0-1 0 0,-1 0 1 0 0,1 0 0 0 0,0 0-1 0 0,-1 0 1 0 0,1 0-1 0 0,-1 0 1 0 0,1 0 0 0 0,0 0-1 0 0,-1 1 1 0 0,1-1 0 0 0,0 0-1 0 0,-1 0 1 0 0,1 0-1 0 0,0 0 1 0 0,-1 0 0 0 0,1 1-1 0 0,0-1 1 0 0,-1 0 0 0 0,1 0-1 0 0,0 1 1 0 0,0-1-1 0 0,-1 0 1 0 0,1 0 0 0 0,0 1-1 0 0,0-1 1 0 0,-1 0-1 0 0,1 1 1 0 0,0-1 0 0 0,0 0-1 0 0,0 1 1 0 0,-1 0 0 0 0,-8 16 636 0 0,7-13-531 0 0,-13 27 184 0 0,0 2-1 0 0,3-1 1 0 0,0 2-1 0 0,2-1 1 0 0,2 1-1 0 0,1 1 1 0 0,-3 52-1 0 0,9-81-277 0 0,1 0 0 0 0,0 0 1 0 0,0 0-1 0 0,0 0 0 0 0,2 6 0 0 0,-2-11-83 0 0,1 0 1 0 0,-1 0-1 0 0,0 0 1 0 0,0 0-1 0 0,1 0 1 0 0,-1 0-1 0 0,1 0 1 0 0,-1 0-1 0 0,1 0 1 0 0,-1 0-1 0 0,1 0 1 0 0,0-1-1 0 0,-1 1 1 0 0,1 0-1 0 0,0 0 1 0 0,0-1-1 0 0,0 1 1 0 0,-1 0-1 0 0,1-1 1 0 0,0 1-1 0 0,0-1 1 0 0,0 1-1 0 0,0-1 0 0 0,0 0 1 0 0,0 1-1 0 0,0-1 1 0 0,0 0-1 0 0,0 0 1 0 0,0 0-1 0 0,0 0 1 0 0,0 1-1 0 0,0-1 1 0 0,0-1-1 0 0,0 1 1 0 0,2 0-1 0 0,11-2-1199 0 0,-6 2-134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9.0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9 225 4143 0 0,'0'0'70'0'0,"-1"0"-1"0"0,1 0 0 0 0,0 0 0 0 0,-1 0 0 0 0,1 0 1 0 0,-1 0-1 0 0,1 0 0 0 0,0 0 0 0 0,-1-1 0 0 0,1 1 1 0 0,0 0-1 0 0,-1 0 0 0 0,1 0 0 0 0,0-1 0 0 0,-1 1 1 0 0,1 0-1 0 0,0 0 0 0 0,0-1 0 0 0,-1 1 0 0 0,1 0 1 0 0,0-1-1 0 0,0 1 0 0 0,0 0 0 0 0,-1-1 0 0 0,1 1 1 0 0,0 0-1 0 0,0-1 0 0 0,0 1 0 0 0,0-1 0 0 0,0 1 1 0 0,0 0-1 0 0,0-1 0 0 0,0 1 0 0 0,0-1 0 0 0,0 1 1 0 0,0 0-1 0 0,0-1 0 0 0,0 1 0 0 0,0 0 0 0 0,0-1 1 0 0,0 1-1 0 0,0-1 0 0 0,0 1 0 0 0,0 0 0 0 0,1-1 1 0 0,-1 1-1 0 0,0 0 0 0 0,1-1 0 0 0,0-3 1911 0 0,1-1-669 0 0,1 0-855 0 0,43-86 5093 0 0,-38 72-4717 0 0,0-1 0 0 0,-1 1 0 0 0,4-23 0 0 0,-11 37-813 0 0,-5 14-3 0 0,-6 20 38 0 0,1 4-15 0 0,-2 8-9 0 0,2-1 0 0 0,-8 58-1 0 0,18-97-386 0 0,0 14 1057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9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47 3679 0 0,'1'-3'104'0'0,"0"0"-1"0"0,0-1 1 0 0,0 1 0 0 0,1 0-1 0 0,0-1 1 0 0,0 1-1 0 0,0 0 1 0 0,2-3-1 0 0,-2 5 137 0 0,-1-1 0 0 0,0 1-1 0 0,1 0 1 0 0,-1 0 0 0 0,1 0-1 0 0,-1 0 1 0 0,1 0 0 0 0,-1 0 0 0 0,1 0-1 0 0,0 0 1 0 0,-1 1 0 0 0,1-1-1 0 0,0 1 1 0 0,0-1 0 0 0,0 1 0 0 0,-1 0-1 0 0,5-1 1 0 0,-5 1-34 0 0,0 1 0 0 0,0-1 0 0 0,1 0 1 0 0,-1 1-1 0 0,0-1 0 0 0,0 1 0 0 0,0-1 0 0 0,0 1 0 0 0,0-1 1 0 0,0 1-1 0 0,0 0 0 0 0,0-1 0 0 0,0 1 0 0 0,0 0 0 0 0,0 0 1 0 0,-1 0-1 0 0,1 0 0 0 0,0 0 0 0 0,0 0 0 0 0,-1 0 0 0 0,1 0 0 0 0,-1 0 1 0 0,1 0-1 0 0,-1 0 0 0 0,1 0 0 0 0,-1 0 0 0 0,0 1 0 0 0,1 1 1 0 0,0 3 422 0 0,1 1 1 0 0,-2-1 0 0 0,1 13-1 0 0,-1 2-22 0 0,-2 0 0 0 0,0 0 0 0 0,-2-1-1 0 0,-6 26 1 0 0,-1-10-85 0 0,-24 50 0 0 0,28-71-421 0 0,-1-2 0 0 0,-14 19 0 0 0,7-10-1534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49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68 2303 0 0,'-8'-12'213'0'0,"-1"-5"7094"0"0,10 17-6783 0 0,1-1-1 0 0,-1 1 1 0 0,1-1 0 0 0,0 1-1 0 0,-1 0 1 0 0,1 0-1 0 0,0 0 1 0 0,-1 0-1 0 0,4 0 1 0 0,-2 0-13 0 0,18 0 1325 0 0,28-5 0 0 0,54-16-708 0 0,-64 12-1043 0 0,-39 9-296 0 0,10-2 752 0 0,-6 3-1625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0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55 2303 0 0,'-10'9'170'0'0,"10"-8"-143"0"0,0-1 0 0 0,0 0 0 0 0,0 0 0 0 0,0 0 0 0 0,0 0 0 0 0,0 0 0 0 0,0 1 0 0 0,1-1 0 0 0,-1 0 0 0 0,0 0 0 0 0,0 0 0 0 0,0 0-1 0 0,0 0 1 0 0,0 0 0 0 0,0 0 0 0 0,0 1 0 0 0,0-1 0 0 0,0 0 0 0 0,0 0 0 0 0,0 0 0 0 0,1 0 0 0 0,-1 0 0 0 0,0 0 0 0 0,0 0 0 0 0,0 0 0 0 0,0 0 0 0 0,0 0 0 0 0,0 1 0 0 0,0-1 0 0 0,1 0 0 0 0,-1 0 0 0 0,0 0 0 0 0,0 0-1 0 0,0 0 1 0 0,0 0 0 0 0,0 0 0 0 0,1 0 0 0 0,-1 0 0 0 0,0 0 0 0 0,0 0 0 0 0,0 0 0 0 0,0 0 0 0 0,0 0 0 0 0,26-4 3322 0 0,-22 3-2951 0 0,103-29 9284 0 0,8-1-4663 0 0,-112 31-5117 0 0,-3-1 28 0 0,1 1 1 0 0,0 0-1 0 0,0 0 0 0 0,-1 0 0 0 0,1 0 0 0 0,0-1 1 0 0,0 1-1 0 0,0 0 0 0 0,-1 0 0 0 0,1 1 0 0 0,0-1 1 0 0,0 0-1 0 0,0 0 0 0 0,-1 0 0 0 0,1 0 1 0 0,0 1-1 0 0,0-1 0 0 0,1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2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263 236 4143 0 0,'10'-11'1168'0'0,"-1"-1"0"0"0,0-1 0 0 0,0 1-1 0 0,-2-1 1 0 0,8-16 0 0 0,-12 24-860 0 0,-1 0-1 0 0,0 0 1 0 0,0 0-1 0 0,-1-1 1 0 0,0 1-1 0 0,0-1 1 0 0,0 1-1 0 0,0-1 1 0 0,-1 1-1 0 0,0-7 1 0 0,0 9-170 0 0,0 0 1 0 0,-1 0-1 0 0,1 0 1 0 0,-1 0-1 0 0,0 0 1 0 0,0 0-1 0 0,0 1 1 0 0,0-1-1 0 0,-1 0 1 0 0,1 0 0 0 0,-1 1-1 0 0,1-1 1 0 0,-1 1-1 0 0,0 0 1 0 0,0-1-1 0 0,0 1 1 0 0,0 0-1 0 0,-1 0 1 0 0,1 0-1 0 0,-4-2 1 0 0,0 1-43 0 0,0-1 0 0 0,0 1 0 0 0,-1 0 1 0 0,1 0-1 0 0,-1 1 0 0 0,0 0 0 0 0,-7-1 0 0 0,9 2-59 0 0,1 1-1 0 0,-1-1 0 0 0,1 1 1 0 0,-1 1-1 0 0,1-1 0 0 0,0 0 0 0 0,-1 1 1 0 0,1 0-1 0 0,-1 0 0 0 0,1 1 1 0 0,0-1-1 0 0,-6 4 0 0 0,5-3-9 0 0,1 0-1 0 0,-1 1 1 0 0,1-1-1 0 0,-1 1 1 0 0,1 0-1 0 0,0 1 1 0 0,0-1-1 0 0,0 1 1 0 0,1-1-1 0 0,-1 1 1 0 0,1 0-1 0 0,0 1 1 0 0,0-1-1 0 0,0 0 1 0 0,1 1-1 0 0,0 0 1 0 0,0-1-1 0 0,0 1 1 0 0,0 0-1 0 0,1 0 1 0 0,-1 0-1 0 0,1 0 1 0 0,0 8-1 0 0,-2 136 356 0 0,-1 3 83 0 0,1-127-378 0 0,-1 0 0 0 0,0-1-1 0 0,-2 1 1 0 0,-1-1 0 0 0,-2-1 0 0 0,0 1 0 0 0,-18 34 0 0 0,22-50-37 0 0,0 1 1 0 0,1 0-1 0 0,1 0 1 0 0,-1 0-1 0 0,1 0 1 0 0,1 0-1 0 0,-3 18 1 0 0,5-25-21 0 0,0 1 1 0 0,0-1-1 0 0,-1 1 0 0 0,1-1 1 0 0,1 1-1 0 0,-1-1 1 0 0,0 1-1 0 0,1-1 0 0 0,-1 1 1 0 0,1-1-1 0 0,0 0 1 0 0,0 1-1 0 0,0-1 0 0 0,0 0 1 0 0,0 1-1 0 0,0-1 1 0 0,1 0-1 0 0,-1 0 0 0 0,1 0 1 0 0,-1 0-1 0 0,1 0 1 0 0,0-1-1 0 0,0 1 0 0 0,0 0 1 0 0,0-1-1 0 0,0 1 1 0 0,0-1-1 0 0,0 0 0 0 0,0 0 1 0 0,1 0-1 0 0,-1 0 1 0 0,0 0-1 0 0,1 0 0 0 0,-1-1 1 0 0,4 1-1 0 0,1 0 4 0 0,0 0 1 0 0,0-1-1 0 0,0 0 0 0 0,0-1 0 0 0,0 0 0 0 0,0 0 1 0 0,0 0-1 0 0,0-1 0 0 0,0 0 0 0 0,0 0 0 0 0,6-4 1 0 0,-3 2-113 0 0,0-1 1 0 0,0 0-1 0 0,-1-1 1 0 0,1 0-1 0 0,-2 0 1 0 0,14-13-1 0 0,-10 6-2428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2.5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0 393 2303 0 0,'7'-10'494'0'0,"-1"-1"0"0"0,1 1 0 0 0,9-9 0 0 0,13-21 2632 0 0,-14 14-1684 0 0,-1-1 0 0 0,-1-1 0 0 0,-1 0 0 0 0,-2-1 0 0 0,-1 0 0 0 0,-1 0 0 0 0,-2-1 0 0 0,4-31 0 0 0,-9 53-1185 0 0,-1 1 210 0 0,-1 13-281 0 0,-9 84 85 0 0,-14 70 132 0 0,16-121-268 0 0,-4 57-1 0 0,12-94-134 0 0,-1 0 0 0 0,1 0-1 0 0,1 0 1 0 0,-1 1-1 0 0,0-1 1 0 0,0 0-1 0 0,1 0 1 0 0,0 4-1 0 0,6 1-6148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2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6447 0 0,'3'-1'170'0'0,"0"0"1"0"0,0 1-1 0 0,0-1 0 0 0,0 1 0 0 0,0-1 0 0 0,0 1 0 0 0,0 0 0 0 0,0 0 0 0 0,0 1 0 0 0,0-1 0 0 0,0 1 0 0 0,0-1 0 0 0,0 1 0 0 0,0 0 0 0 0,0 0 0 0 0,0 0 0 0 0,3 3 0 0 0,-1-2 417 0 0,0 0 0 0 0,0 1 0 0 0,-1 0 0 0 0,0 0 0 0 0,0 0-1 0 0,1 0 1 0 0,-2 1 0 0 0,1 0 0 0 0,5 6 0 0 0,-7-7-356 0 0,0 1 1 0 0,0-1-1 0 0,-1 1 1 0 0,1 0-1 0 0,-1-1 1 0 0,0 1-1 0 0,0 0 1 0 0,0 0-1 0 0,0 0 1 0 0,-1 0-1 0 0,1 0 1 0 0,-1 0-1 0 0,0 0 1 0 0,0 0-1 0 0,-1 0 1 0 0,1 0-1 0 0,-1 0 1 0 0,0 0-1 0 0,0 0 1 0 0,0 0-1 0 0,-1 0 1 0 0,1-1-1 0 0,-4 6 1 0 0,-2 3-387 0 0,-1 0 0 0 0,0 0 1 0 0,-1-1-1 0 0,0 0 0 0 0,-13 12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3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16 134 4607 0 0,'2'-7'410'0'0,"1"1"-1"0"0,0-1 0 0 0,0 0 1 0 0,0 1-1 0 0,0 0 0 0 0,1-1 1 0 0,0 1-1 0 0,1 1 0 0 0,-1-1 1 0 0,7-5-1 0 0,-3 3 887 0 0,1 0-1 0 0,0 1 1 0 0,0 1-1 0 0,0-1 1 0 0,19-8-1 0 0,-25 13-1126 0 0,-1 1 1 0 0,1 0-1 0 0,-1 0 0 0 0,1 0 0 0 0,-1 1 1 0 0,1-1-1 0 0,0 1 0 0 0,-1-1 0 0 0,1 1 1 0 0,-1 0-1 0 0,1 0 0 0 0,0 0 0 0 0,0 0 1 0 0,-1 0-1 0 0,1 1 0 0 0,-1-1 0 0 0,1 1 1 0 0,0 0-1 0 0,3 1 0 0 0,-4-1-106 0 0,0 1-1 0 0,0-1 1 0 0,0 1 0 0 0,0 0-1 0 0,-1 0 1 0 0,1-1 0 0 0,0 1-1 0 0,-1 0 1 0 0,1 0-1 0 0,-1 1 1 0 0,1-1 0 0 0,-1 0-1 0 0,0 0 1 0 0,0 1-1 0 0,0-1 1 0 0,-1 0 0 0 0,1 1-1 0 0,0-1 1 0 0,-1 1 0 0 0,1 4-1 0 0,0 6-30 0 0,-1 0 0 0 0,-1-1 0 0 0,0 1 1 0 0,0 0-1 0 0,-1 0 0 0 0,-1 0 0 0 0,0-1 0 0 0,-1 1 0 0 0,0-1 0 0 0,-1 0 0 0 0,0 0 0 0 0,-1 0 0 0 0,-13 20 1 0 0,4-12-15 0 0,0 0 0 0 0,-1 0 0 0 0,-1-2 0 0 0,-1 0 0 0 0,0-1 0 0 0,-27 19 0 0 0,28-25-18 0 0,17-11 0 0 0,0 0 0 0 0,0 0 0 0 0,0 0 0 0 0,0-1 0 0 0,0 1 0 0 0,0 0 0 0 0,0 0 0 0 0,0 0 0 0 0,0 0 0 0 0,0 0 0 0 0,0 0 0 0 0,0 0 0 0 0,0 0 0 0 0,0 0 0 0 0,0 0 0 0 0,0 0 0 0 0,0 0 0 0 0,0 0 0 0 0,0 0 0 0 0,0 0 0 0 0,0 0 0 0 0,0 0 0 0 0,0 0 0 0 0,0-1 0 0 0,0 1 0 0 0,0 0 0 0 0,0 0 0 0 0,0 0 0 0 0,0 0 0 0 0,0 0 0 0 0,0 0 0 0 0,0 0 0 0 0,-1 0 0 0 0,1 0 0 0 0,0 0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1 0 0 0,7-11 0 0 0,0 2 0 0 0,1 1 0 0 0,0 0 0 0 0,0 0 0 0 0,1 0 0 0 0,0 1 0 0 0,0 1 0 0 0,1 0 0 0 0,-1 0 0 0 0,1 1 0 0 0,0 0 0 0 0,15-4 0 0 0,-22 8 0 0 0,0-1 0 0 0,-1 1 0 0 0,1 0 0 0 0,0 0 0 0 0,0 0 0 0 0,-1 1 0 0 0,1-1 0 0 0,0 1 0 0 0,0-1 0 0 0,-1 1 0 0 0,1 0 0 0 0,0 0 0 0 0,-1 0 0 0 0,1 0 0 0 0,-1 1 0 0 0,0-1 0 0 0,3 3 0 0 0,4 3 0 0 0,-1 0 0 0 0,0 0 0 0 0,8 11 0 0 0,0 0 0 0 0,-10-13 27 0 0,-1 0 0 0 0,1 0 0 0 0,-1 0 0 0 0,1-1 0 0 0,11 6 0 0 0,-14-8 10 0 0,1-1-1 0 0,-1 1 0 0 0,1-1 1 0 0,-1 0-1 0 0,1-1 0 0 0,0 1 1 0 0,-1-1-1 0 0,1 1 0 0 0,0-1 1 0 0,-1 0-1 0 0,1-1 0 0 0,0 1 0 0 0,5-2 1 0 0,-6 2-36 0 0,1-1 1 0 0,-1 0-1 0 0,1-1 1 0 0,-1 1 0 0 0,0 0-1 0 0,0-1 1 0 0,0 0-1 0 0,1 0 1 0 0,2-2-1 0 0,7-8-6453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3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80 5871 0 0,'-13'-15'740'0'0,"16"18"65"0"0,0 0 0 0 0,1-1 0 0 0,-1 1 0 0 0,1-1-1 0 0,-1 0 1 0 0,1 0 0 0 0,0 0 0 0 0,0 0 0 0 0,0-1-1 0 0,5 2 1 0 0,-2-2-346 0 0,1 1-1 0 0,0-1 0 0 0,0-1 0 0 0,-1 1 1 0 0,10-2-1 0 0,-3 0-237 0 0,-1-1 0 0 0,1-1 0 0 0,0 0 0 0 0,-1 0 0 0 0,25-11 1 0 0,-32 11-149 0 0,1 0 1 0 0,-1 0 0 0 0,0 0-1 0 0,0-1 1 0 0,0 0 0 0 0,0 0 0 0 0,-1-1-1 0 0,0 1 1 0 0,0-1 0 0 0,0 0-1 0 0,0-1 1 0 0,-1 1 0 0 0,5-9 0 0 0,-16 33 102 0 0,1 0 1 0 0,0 1-1 0 0,2-1 1 0 0,-4 31 0 0 0,2-12-26 0 0,-39 194 300 0 0,36-185-242 0 0,3 0 1 0 0,1 0 0 0 0,3 1-1 0 0,5 58 1 0 0,-1-87-165 0 0,8 37 1 0 0,-6-43-33 0 0,-1 0 0 0 0,-1 0 1 0 0,0 0-1 0 0,-1 0 0 0 0,-1 23 0 0 0,0-32 18 0 0,-1 1-1 0 0,0-1 1 0 0,-1 0-1 0 0,1 1 1 0 0,-1-1-1 0 0,0 0 1 0 0,0 0-1 0 0,0 0 1 0 0,-1 0-1 0 0,1-1 1 0 0,-1 1-1 0 0,0-1 1 0 0,0 1-1 0 0,0-1 1 0 0,-6 4-1 0 0,8-6-20 0 0,0-1-1 0 0,0 0 1 0 0,0 1-1 0 0,0-1 0 0 0,0 0 1 0 0,0 0-1 0 0,0 0 1 0 0,0 0-1 0 0,0 0 0 0 0,-1 0 1 0 0,1 0-1 0 0,0 0 0 0 0,0 0 1 0 0,0 0-1 0 0,0-1 1 0 0,0 1-1 0 0,0 0 0 0 0,0-1 1 0 0,0 1-1 0 0,0-1 1 0 0,0 1-1 0 0,0-1 0 0 0,0 0 1 0 0,0 1-1 0 0,0-1 1 0 0,0 0-1 0 0,1 0 0 0 0,-1 1 1 0 0,0-1-1 0 0,1 0 0 0 0,-2-2 1 0 0,-3-3 10 0 0,0-1 0 0 0,0 0 0 0 0,-3-8 0 0 0,6 12-19 0 0,1 0-125 0 0,-6-9 464 0 0,7 11-394 0 0,0 1 1 0 0,0 0 0 0 0,0 0 0 0 0,0 0 0 0 0,0-1 0 0 0,0 1 0 0 0,0 0 0 0 0,0 0 0 0 0,-1 0 0 0 0,1-1 0 0 0,0 1 0 0 0,0 0 0 0 0,0 0 0 0 0,0 0 0 0 0,0-1 0 0 0,-1 1 0 0 0,1 0 0 0 0,0 0 0 0 0,0 0 0 0 0,0 0 0 0 0,0 0 0 0 0,-1 0 0 0 0,1-1 0 0 0,0 1 0 0 0,0 0 0 0 0,0 0 0 0 0,-1 0 0 0 0,1 0 0 0 0,0 0 0 0 0,0 0 0 0 0,-1 0 0 0 0,1 0 0 0 0,0 0 0 0 0,0 0 0 0 0,-1 0-1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8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66 194 455 0 0,'-3'-8'445'0'0,"0"0"-1"0"0,1 0 0 0 0,0 0 0 0 0,-2-15 0 0 0,-2-9 914 0 0,1 11-396 0 0,3 12-82 0 0,0 0 1 0 0,0 0-1 0 0,-1 0 1 0 0,0 0-1 0 0,-1 0 0 0 0,0 1 1 0 0,-5-9-1 0 0,2 10 2348 0 0,9 15-1253 0 0,8 13-1074 0 0,32 44 29 0 0,37 81 0 0 0,-33-58-396 0 0,-6-19-383 0 0,-25-47-108 0 0,-1 1 0 0 0,-1 1 0 0 0,-2 0 0 0 0,13 37 0 0 0,-24-60-43 0 0,0-1 0 0 0,0 1 0 0 0,1 0 0 0 0,-1 0 0 0 0,0-1 0 0 0,0 1 0 0 0,1 0 0 0 0,-1-1 0 0 0,0 1 0 0 0,1 0 0 0 0,-1-1 0 0 0,1 1 0 0 0,-1 0 0 0 0,1-1 0 0 0,-1 1 0 0 0,1-1 0 0 0,0 2 0 0 0,0-2 0 0 0,-1 0 0 0 0,0 0 0 0 0,1 0 0 0 0,-1 0 0 0 0,0-1 0 0 0,1 1 0 0 0,-1 0 0 0 0,0 0 0 0 0,1 0 0 0 0,-1 0 0 0 0,0 0 0 0 0,1-1 0 0 0,-1 1 0 0 0,0 0 0 0 0,0 0 0 0 0,1 0 0 0 0,-1-1 0 0 0,0 1 0 0 0,0 0 0 0 0,1 0 0 0 0,-1-1 0 0 0,0 1 0 0 0,0 0 0 0 0,0-1 0 0 0,0 1 0 0 0,1-1 0 0 0,10-29 0 0 0,-9 25 0 0 0,8-28 0 0 0,-2 0 0 0 0,5-43 0 0 0,8-31 0 0 0,23-30 0 0 0,-20 70 0 0 0,-24 66 0 0 0,1 1 0 0 0,-1-1 0 0 0,0 0 0 0 0,1 0 0 0 0,-1 1 0 0 0,0-1 0 0 0,0 0 0 0 0,1 0 0 0 0,-1 1 0 0 0,0-1 0 0 0,0 0 0 0 0,0 0 0 0 0,0 0 0 0 0,0 1 0 0 0,0-1 0 0 0,0 0 0 0 0,0 0 0 0 0,0 0 0 0 0,-1 1 0 0 0,1-1 0 0 0,0 0 0 0 0,0 0 0 0 0,-1 1 0 0 0,0-2 0 0 0,0 2 0 0 0,0-1 0 0 0,0 1 0 0 0,-1 0 0 0 0,1 0 0 0 0,0 0 0 0 0,-1 0 0 0 0,1 0 0 0 0,0 0 0 0 0,0 0 0 0 0,-1 0 0 0 0,1 0 0 0 0,-2 1 0 0 0,-3 0 0 0 0,-5-1 0 0 0,0 0 0 0 0,0 0 0 0 0,-1-1 0 0 0,-10-2 0 0 0,-27-2 0 0 0,7 8 0 0 0,-75 13 0 0 0,73-9 0 0 0,26-3 0 0 0,1 0 0 0 0,0 1 0 0 0,-25 11 0 0 0,41-16 1 0 0,1 1-1 0 0,-1-1 0 0 0,0 0 0 0 0,1 1 1 0 0,-1-1-1 0 0,1 0 0 0 0,-1 1 1 0 0,0-1-1 0 0,1 1 0 0 0,-1-1 1 0 0,1 1-1 0 0,-1-1 0 0 0,1 1 1 0 0,0-1-1 0 0,-1 1 0 0 0,1 0 1 0 0,-1-1-1 0 0,1 1 0 0 0,0-1 1 0 0,0 1-1 0 0,-1 0 0 0 0,1 0 1 0 0,0-1-1 0 0,0 1 0 0 0,0 0 1 0 0,0 0-2 0 0,0-1 1 0 0,0 0-1 0 0,0 1 0 0 0,1-1 1 0 0,-1 0-1 0 0,0 0 1 0 0,0 1-1 0 0,0-1 1 0 0,1 0-1 0 0,-1 0 1 0 0,0 1-1 0 0,0-1 1 0 0,1 0-1 0 0,-1 0 0 0 0,0 0 1 0 0,1 1-1 0 0,-1-1 1 0 0,0 0-1 0 0,1 0 1 0 0,-1 0-1 0 0,0 0 1 0 0,1 0-1 0 0,-1 0 1 0 0,0 0-1 0 0,1 0 0 0 0,22-1-89 0 0,3-5-398 0 0,-12 2-128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8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1 295 6447 0 0,'12'4'767'0'0,"0"-1"-1"0"0,1 0 0 0 0,-1-1 1 0 0,1 0-1 0 0,0-1 0 0 0,0 0 1 0 0,-1-1-1 0 0,26-3 0 0 0,-29 1-508 0 0,-1 1-1 0 0,0-1 1 0 0,1-1-1 0 0,-1 0 1 0 0,0 0-1 0 0,0-1 1 0 0,-1 0 0 0 0,1 0-1 0 0,-1 0 1 0 0,0-1-1 0 0,0 0 1 0 0,-1-1-1 0 0,1 0 1 0 0,6-8-1 0 0,-7 8-166 0 0,-1 0-1 0 0,-1-1 0 0 0,0 0 0 0 0,0 0 1 0 0,0 0-1 0 0,0-1 0 0 0,-1 1 1 0 0,-1-1-1 0 0,1 1 0 0 0,-1-1 0 0 0,0 0 1 0 0,-1 0-1 0 0,0 0 0 0 0,0-11 1 0 0,-1 14-74 0 0,0-1 1 0 0,-1 1 0 0 0,0 0 0 0 0,0-1-1 0 0,0 1 1 0 0,-1 0 0 0 0,1 0 0 0 0,-1 0-1 0 0,0 0 1 0 0,-1 0 0 0 0,1 0 0 0 0,-1 1-1 0 0,0-1 1 0 0,0 1 0 0 0,-1 0 0 0 0,1 0-1 0 0,-1 0 1 0 0,0 0 0 0 0,0 1 0 0 0,0-1-1 0 0,0 1 1 0 0,-8-4 0 0 0,9 5-17 0 0,1 0 0 0 0,-1 1 1 0 0,1 0-1 0 0,-1-1 0 0 0,0 1 1 0 0,1 0-1 0 0,-1 1 0 0 0,0-1 1 0 0,0 0-1 0 0,0 1 0 0 0,0-1 0 0 0,0 1 1 0 0,0 0-1 0 0,1 0 0 0 0,-1 0 1 0 0,0 1-1 0 0,0-1 0 0 0,0 0 1 0 0,0 1-1 0 0,0 0 0 0 0,1 0 0 0 0,-1 0 1 0 0,0 0-1 0 0,0 0 0 0 0,1 1 1 0 0,-1-1-1 0 0,1 1 0 0 0,0-1 1 0 0,-1 1-1 0 0,1 0 0 0 0,0 0 0 0 0,0 0 1 0 0,0 0-1 0 0,0 1 0 0 0,0-1 1 0 0,1 0-1 0 0,-1 1 0 0 0,1-1 1 0 0,-1 1-1 0 0,0 3 0 0 0,-3 5-3 0 0,1 1 1 0 0,1 0-1 0 0,0 0 0 0 0,0 1 0 0 0,1-1 0 0 0,1 1 1 0 0,0-1-1 0 0,1 1 0 0 0,0-1 0 0 0,2 14 0 0 0,4 19 319 0 0,17 62 0 0 0,-18-89-105 0 0,66 267 1674 0 0,-58-237-1529 0 0,35 83 0 0 0,-26-75-375 0 0,-20-52 18 0 0,5 17 0 0 0,-7-20 0 0 0,0-1 0 0 0,1 1 0 0 0,-1 0 0 0 0,0 1 0 0 0,0-1 0 0 0,0 0 0 0 0,0 0 0 0 0,0 0 0 0 0,0 0 0 0 0,0 0 0 0 0,0 0 0 0 0,0 0 0 0 0,0 0 0 0 0,-1 0 0 0 0,1 1 0 0 0,-5 0-852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9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0 142 3679 0 0,'9'-8'1235'0'0,"1"1"-1"0"0,-1 1 1 0 0,1-1-1 0 0,0 2 1 0 0,1-1-1 0 0,-1 2 0 0 0,20-7 1 0 0,-6 2 809 0 0,46-13 1604 0 0,-51 17-3316 0 0,-1 0-1 0 0,0-2 0 0 0,23-10 1 0 0,-36 14-439 0 0,-1 2-77 0 0,-1-1-1 0 0,0 0 1 0 0,0 0-1 0 0,0 0 1 0 0,-1 0-1 0 0,1 0 0 0 0,4-5 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1:59.5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 83 2303 0 0,'0'-11'20'0'0,"-1"-25"562"0"0,0 34-330 0 0,1-1 0 0 0,-1 0 1 0 0,1 1-1 0 0,-1-1 0 0 0,0 1 0 0 0,0 0 0 0 0,0-1 0 0 0,0 1 0 0 0,0 0 0 0 0,-1-1 0 0 0,-1-1 0 0 0,3 3-129 0 0,-1 1-1 0 0,1 0 1 0 0,0-1 0 0 0,-1 1-1 0 0,1 0 1 0 0,0-1-1 0 0,-1 1 1 0 0,1 0 0 0 0,-1 0-1 0 0,1 0 1 0 0,0-1-1 0 0,-1 1 1 0 0,1 0 0 0 0,-1 0-1 0 0,1 0 1 0 0,-1 0 0 0 0,1 0-1 0 0,-1-1 1 0 0,1 1-1 0 0,-1 0 1 0 0,1 0 0 0 0,-1 0-1 0 0,1 0 1 0 0,-1 1-1 0 0,1-1 1 0 0,-1 0 0 0 0,0 0-1 0 0,-12 10 1825 0 0,-7 18-19 0 0,7-4-1180 0 0,0 1-1 0 0,2 1 1 0 0,1 0 0 0 0,1 0 0 0 0,1 1-1 0 0,1 0 1 0 0,1 0 0 0 0,2 1 0 0 0,1 0-1 0 0,1 44 1 0 0,15 72 236 0 0,-10-123-825 0 0,2 0-1 0 0,1-1 0 0 0,0 0 1 0 0,16 35-1 0 0,-20-53-178 0 0,-1 1 1 0 0,1 0-1 0 0,0-1 0 0 0,-1 1 0 0 0,1-1 1 0 0,0 1-1 0 0,5 3 0 0 0,-6-6-6 0 0,0 1 0 0 0,0 0 0 0 0,0 0 0 0 0,0-1 0 0 0,1 1 0 0 0,-1 0-1 0 0,0-1 1 0 0,0 1 0 0 0,1-1 0 0 0,-1 0 0 0 0,0 1 0 0 0,1-1 0 0 0,-1 0 0 0 0,1 0 0 0 0,-1 0 0 0 0,0 0-1 0 0,1 0 1 0 0,-1 0 0 0 0,2-1 0 0 0,4-2-750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0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1 221 5527 0 0,'1'-5'262'0'0,"0"1"0"0"0,0-1-1 0 0,1 1 1 0 0,0-1-1 0 0,0 1 1 0 0,0 0-1 0 0,0-1 1 0 0,1 1-1 0 0,-1 0 1 0 0,1 0-1 0 0,0 1 1 0 0,6-6 0 0 0,1-1 1180 0 0,1 1 0 0 0,0 1 0 0 0,14-9 1 0 0,-19 13-885 0 0,0 1 1 0 0,0 0 0 0 0,1 0 0 0 0,-1 0-1 0 0,1 0 1 0 0,0 1 0 0 0,11-2-1 0 0,-16 4-491 0 0,0-1 0 0 0,0 1 0 0 0,0 0 0 0 0,0 0 0 0 0,0 0 0 0 0,0 0 0 0 0,0 0 0 0 0,-1 1 0 0 0,1-1 0 0 0,0 1 0 0 0,0-1 0 0 0,0 1-1 0 0,0 0 1 0 0,-1-1 0 0 0,1 1 0 0 0,0 0 0 0 0,-1 0 0 0 0,1 0 0 0 0,-1 0 0 0 0,1 0 0 0 0,-1 1 0 0 0,1-1 0 0 0,-1 0 0 0 0,0 1 0 0 0,1-1-1 0 0,-1 1 1 0 0,0 0 0 0 0,0-1 0 0 0,0 1 0 0 0,-1 0 0 0 0,1-1 0 0 0,0 1 0 0 0,0 3 0 0 0,1 3-47 0 0,0 0 1 0 0,0 0-1 0 0,-1 0 1 0 0,-1 0 0 0 0,1 0-1 0 0,-1 1 1 0 0,-1-1-1 0 0,1 0 1 0 0,-3 9-1 0 0,-3 8 91 0 0,-13 38 0 0 0,0 0-45 0 0,19-62-66 0 0,-1 0 0 0 0,1 0 0 0 0,0 0 0 0 0,-1 0 0 0 0,1 0 0 0 0,0 0 0 0 0,0 0 0 0 0,0 0 0 0 0,0 0 0 0 0,0 1 0 0 0,0-1 0 0 0,1 2 0 0 0,-1-3 0 0 0,0 0 0 0 0,0 0 0 0 0,1 0 0 0 0,-1 0 0 0 0,0 0 0 0 0,0 0 0 0 0,0 0 0 0 0,1 1 0 0 0,-1-1 0 0 0,0 0 0 0 0,0 0 0 0 0,0 0 0 0 0,1 0 0 0 0,-1 0 0 0 0,0 0 0 0 0,0 0 0 0 0,1 0 0 0 0,-1 0 0 0 0,0 0 0 0 0,0 0 0 0 0,0 0 0 0 0,1-1 0 0 0,-1 1 0 0 0,0 0 0 0 0,0 0 0 0 0,0 0 0 0 0,1 0 0 0 0,-1 0 0 0 0,0 0 0 0 0,0 0 0 0 0,0 0 0 0 0,0-1 0 0 0,1 1 0 0 0,-1 0 0 0 0,0 0 0 0 0,0-1 0 0 0,4-2 0 0 0,-1 0 0 0 0,1-1 0 0 0,-1 0 0 0 0,4-5 0 0 0,19-36 0 0 0,-1 0 0 0 0,24-64 0 0 0,-23 48 0 0 0,-22 51 0 0 0,1-1 0 0 0,0 0 0 0 0,1 1 0 0 0,1 0 0 0 0,-1 0 0 0 0,1 1 0 0 0,12-13 0 0 0,-18 22 0 0 0,-1 0 0 0 0,0-1 0 0 0,0 1 0 0 0,1 0 0 0 0,-1-1 0 0 0,0 1 0 0 0,1 0 0 0 0,-1 0 0 0 0,0-1 0 0 0,1 1 0 0 0,-1 0 0 0 0,1 0 0 0 0,-1 0 0 0 0,0 0 0 0 0,1-1 0 0 0,-1 1 0 0 0,1 0 0 0 0,-1 0 0 0 0,1 0 0 0 0,-1 0 0 0 0,0 0 0 0 0,1 0 0 0 0,0 0 0 0 0,1 8 0 0 0,-7 13 0 0 0,-7 4 0 0 0,-20 33 0 0 0,20-38 0 0 0,1 0 0 0 0,1 0 0 0 0,-8 25 0 0 0,11-24 89 0 0,-5 29 0 0 0,11-43-61 0 0,0 0 1 0 0,0 0-1 0 0,1 0 0 0 0,0 0 1 0 0,0 1-1 0 0,1-1 1 0 0,0 0-1 0 0,2 9 0 0 0,-2-13 8 0 0,0 0 0 0 0,0 0 0 0 0,0-1 0 0 0,0 1 0 0 0,0-1 0 0 0,1 1 0 0 0,-1-1 0 0 0,1 0 0 0 0,0 1 0 0 0,0-1 0 0 0,-1 0 0 0 0,1 0 0 0 0,1 0 0 0 0,-1 0 0 0 0,0-1 0 0 0,4 3 0 0 0,-2-2-6 0 0,0 0-1 0 0,0-1 1 0 0,0 0 0 0 0,0 0 0 0 0,0 0-1 0 0,0 0 1 0 0,0 0 0 0 0,0-1 0 0 0,0 0 0 0 0,6 0-1 0 0,2-1-6 0 0,1-1-1 0 0,-1-1 0 0 0,1 0 0 0 0,-1 0 1 0 0,0-1-1 0 0,15-8 0 0 0,-17 8 145 0 0,-1-1 1 0 0,11-7-1 0 0,-2-3-1248 0 0,-17 13 306 0 0,1 0 1 0 0,-1 1-1 0 0,0-1 0 0 0,0 0 1 0 0,0 0-1 0 0,0 0 1 0 0,2-3-1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0.1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8 103 1375 0 0,'0'0'39'0'0,"-1"0"0"0"0,1 0 0 0 0,0 0 0 0 0,-1 0 0 0 0,1 0-1 0 0,0 0 1 0 0,-1 0 0 0 0,1 0 0 0 0,0 0 0 0 0,-1 0-1 0 0,1 0 1 0 0,0 0 0 0 0,-1 0 0 0 0,1 0 0 0 0,0 0-1 0 0,-1 1 1 0 0,1-1 0 0 0,0 0 0 0 0,-1 0 0 0 0,1 0-1 0 0,0 1 1 0 0,0-1 0 0 0,0 1 434 0 0,0-1-39 0 0,1 1 1 0 0,-1-1-1 0 0,1 0 0 0 0,-1 0 0 0 0,1 1 1 0 0,-1-1-1 0 0,1 0 0 0 0,0 0 1 0 0,-1 0-1 0 0,1 0 0 0 0,-1 0 0 0 0,1 0 1 0 0,0 0-1 0 0,-1 0 0 0 0,1 0 0 0 0,-1 0 1 0 0,1 0-1 0 0,0 0 0 0 0,-1 0 0 0 0,1-1 1 0 0,35-4 1700 0 0,-1-1 0 0 0,48-15 1 0 0,-51 10-3020 0 0,-1 0 1 0 0,56-31 0 0 0,-69 32-4791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0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4143 0 0,'3'0'144'0'0,"-1"0"1"0"0,1 0-1 0 0,0 0 0 0 0,0 0 0 0 0,0 0 0 0 0,0 1 0 0 0,0-1 0 0 0,-1 1 0 0 0,1 0 0 0 0,0 0 0 0 0,0 0 0 0 0,-1 0 0 0 0,6 3 0 0 0,1 2 1234 0 0,0 0 1 0 0,11 11-1 0 0,-6-6-648 0 0,4 4 634 0 0,0 1 1 0 0,-1 1 0 0 0,-1 1 0 0 0,0 0 0 0 0,22 34-1 0 0,-28-35-928 0 0,-1 1-1 0 0,0 0 0 0 0,-1 0 0 0 0,-1 0 0 0 0,-1 1 1 0 0,0 0-1 0 0,3 27 0 0 0,-5-24-279 0 0,-1 1 0 0 0,-2-1 0 0 0,0 0 0 0 0,-1 1 0 0 0,-2-1 0 0 0,0 1 0 0 0,-9 38 0 0 0,8-51-147 0 0,0 6 0 0 0,-2 0 0 0 0,0 0 0 0 0,-1 0 1 0 0,0 0-1 0 0,-15 23 0 0 0,28-46-1742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0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10135 0 0,'1'-2'128'0'0,"0"1"-1"0"0,1 0 1 0 0,-1 0-1 0 0,1 0 1 0 0,-1 0-1 0 0,1 0 1 0 0,-1 0-1 0 0,1 0 1 0 0,-1 1-1 0 0,1-1 1 0 0,0 1 0 0 0,-1-1-1 0 0,1 1 1 0 0,0-1-1 0 0,-1 1 1 0 0,4 0-1 0 0,2-1 329 0 0,-2 0-122 0 0,0 0-1 0 0,0 1 1 0 0,0-1 0 0 0,0 1-1 0 0,0 1 1 0 0,0-1-1 0 0,0 0 1 0 0,0 1-1 0 0,0 0 1 0 0,7 3 0 0 0,-11-4-330 0 0,-1 0 0 0 0,0 0 0 0 0,1 0 0 0 0,-1 1 0 0 0,1-1 0 0 0,-1 0 0 0 0,0 1 0 0 0,1-1 0 0 0,-1 0 0 0 0,0 1 1 0 0,1-1-1 0 0,-1 0 0 0 0,0 1 0 0 0,0-1 0 0 0,1 0 0 0 0,-1 1 0 0 0,0-1 0 0 0,0 1 0 0 0,0-1 0 0 0,1 1 0 0 0,-1-1 0 0 0,0 1 1 0 0,0-1-1 0 0,0 0 0 0 0,0 1 0 0 0,0-1 0 0 0,0 1 0 0 0,0-1 0 0 0,0 1 0 0 0,0-1 0 0 0,0 1 0 0 0,0-1 0 0 0,0 1 1 0 0,-1-1-1 0 0,1 1 0 0 0,0-1 0 0 0,0 0 0 0 0,0 1 0 0 0,-1-1 0 0 0,1 1 0 0 0,0-1 0 0 0,-1 1 0 0 0,-14 16 127 0 0,11-14-123 0 0,-3 5-5 0 0,-1-1 29 0 0,1-1 0 0 0,0 2 1 0 0,1-1-1 0 0,0 1 0 0 0,0-1 1 0 0,1 2-1 0 0,0-1 0 0 0,-7 15 1 0 0,11-22 39 0 0,1 0 0 0 0,0 0 0 0 0,-1 1 0 0 0,1-1 1 0 0,0 0-1 0 0,0 0 0 0 0,-1 0 0 0 0,1 0 0 0 0,0 0 1 0 0,0 0-1 0 0,0 0 0 0 0,1 1 0 0 0,-1-1 1 0 0,0 0-1 0 0,0 0 0 0 0,0 0 0 0 0,1 0 0 0 0,-1 0 1 0 0,1 0-1 0 0,-1 0 0 0 0,1 0 0 0 0,-1 0 0 0 0,2 1 1 0 0,-1 0 73 0 0,0-1 0 0 0,1 0 0 0 0,-1 0 0 0 0,1-1 1 0 0,-1 1-1 0 0,1 0 0 0 0,-1 0 0 0 0,1-1 0 0 0,0 1 0 0 0,-1-1 1 0 0,1 1-1 0 0,0-1 0 0 0,2 1 0 0 0,4-1 198 0 0,-1 0 0 0 0,0 0 0 0 0,0 0-1 0 0,0-1 1 0 0,15-3 0 0 0,-6-2-112 0 0,27-12-1 0 0,-29 12-198 0 0,-6 2-113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1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380 165 2759 0 0,'-1'-5'507'0'0,"1"-1"-1"0"0,-1 1 1 0 0,-1 0-1 0 0,1 0 1 0 0,-1 0-1 0 0,0-1 1 0 0,0 2-1 0 0,0-1 1 0 0,-1 0-1 0 0,0 0 1 0 0,0 1-1 0 0,0 0 1 0 0,0-1-1 0 0,-1 1 1 0 0,1 0-1 0 0,-6-3 1 0 0,-6-7 725 0 0,0 2 1 0 0,-1-1 0 0 0,-19-9 0 0 0,30 19-1154 0 0,0 1 0 0 0,0-1 0 0 0,-1 1 1 0 0,1 0-1 0 0,-1 0 0 0 0,1 0 1 0 0,-1 1-1 0 0,0 0 0 0 0,0 0 0 0 0,0 1 1 0 0,0-1-1 0 0,1 1 0 0 0,-1 1 1 0 0,0-1-1 0 0,0 1 0 0 0,0 0 0 0 0,0 0 1 0 0,1 0-1 0 0,-1 1 0 0 0,1 0 1 0 0,-1 0-1 0 0,1 1 0 0 0,-1 0 0 0 0,1-1 1 0 0,-8 8-1 0 0,5-4-3 0 0,0 0 0 0 0,0 1 0 0 0,1 0 1 0 0,0 0-1 0 0,0 1 0 0 0,1 0 0 0 0,0 0 0 0 0,1 0 0 0 0,-1 1 1 0 0,2 0-1 0 0,-1 0 0 0 0,1 0 0 0 0,0 1 0 0 0,-2 12 1 0 0,2-3 114 0 0,1 0 0 0 0,1 1 0 0 0,1 0 0 0 0,0-1 0 0 0,2 1 0 0 0,4 29 0 0 0,3-4 405 0 0,23 72 0 0 0,-24-88-514 0 0,0 0-1 0 0,-2 0 1 0 0,2 45-1 0 0,-7 90 190 0 0,-1-113-250 0 0,2 0 1 0 0,17 102-1 0 0,-16-144 11 0 0,0-1 0 0 0,0 1 0 0 0,1-1 0 0 0,0 1 0 0 0,0-1 0 0 0,1 0 0 0 0,6 9 0 0 0,-8-14-15 0 0,0 1 0 0 0,1-1 0 0 0,0 0 0 0 0,0 0 0 0 0,0 0 0 0 0,0 0 0 0 0,0 0 0 0 0,1-1 0 0 0,-1 0 0 0 0,1 1 0 0 0,0-1-1 0 0,-1 0 1 0 0,1-1 0 0 0,0 1 0 0 0,0-1 0 0 0,8 2 0 0 0,-4-2 109 0 0,-1 0 0 0 0,1 0 0 0 0,-1-1 1 0 0,1 0-1 0 0,-1-1 0 0 0,0 0 0 0 0,8-2 0 0 0,-10 2-336 0 0,0 0 0 0 0,-1 0 0 0 0,0-1 0 0 0,1 0 0 0 0,-1 0 0 0 0,7-4 1 0 0,-9 4-577 0 0,0 0 0 0 0,1 0 0 0 0,-1 0 0 0 0,0 0 0 0 0,0 0 0 0 0,3-4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5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49 224 4143 0 0,'-2'0'359'0'0,"0"0"0"0"0,0 0 0 0 0,-1 0-1 0 0,1 0 1 0 0,0-1 0 0 0,0 1 0 0 0,0-1-1 0 0,0 1 1 0 0,0-1 0 0 0,0 0 0 0 0,0 0-1 0 0,0 0 1 0 0,0 0 0 0 0,1 0 0 0 0,-1 0-1 0 0,0 0 1 0 0,1-1 0 0 0,-1 1 0 0 0,1-1-1 0 0,-2-1 1 0 0,2 1-100 0 0,0 1-1 0 0,0-1 1 0 0,0 0-1 0 0,0 0 1 0 0,1 0-1 0 0,-1 0 1 0 0,1 0-1 0 0,-1 0 1 0 0,1 0-1 0 0,0 0 1 0 0,0 0-1 0 0,0 0 1 0 0,0 1-1 0 0,0-1 1 0 0,0 0-1 0 0,0 0 1 0 0,1 0-1 0 0,-1 0 1 0 0,1 0 0 0 0,-1 0-1 0 0,3-3 1 0 0,2-7 217 0 0,1 0 0 0 0,0 1 0 0 0,1 0 0 0 0,0 0 1 0 0,11-11-1 0 0,-13 16-390 0 0,0 0-1 0 0,1 0 1 0 0,0 1 0 0 0,0 0 0 0 0,0 0-1 0 0,1 1 1 0 0,0 0 0 0 0,0 0-1 0 0,14-6 1 0 0,-19 9-83 0 0,1 0 0 0 0,-1 1 0 0 0,1-1 0 0 0,-1 1 0 0 0,1-1 1 0 0,-1 1-1 0 0,1 0 0 0 0,-1 0 0 0 0,1 0 0 0 0,0 0 0 0 0,-1 0 0 0 0,1 1 0 0 0,-1-1 0 0 0,1 1 0 0 0,-1 0 0 0 0,0-1 0 0 0,5 3 0 0 0,-5-1 2 0 0,1 0 1 0 0,-1 0-1 0 0,1 0 0 0 0,-1 0 1 0 0,0 0-1 0 0,0 0 0 0 0,0 1 1 0 0,0-1-1 0 0,0 1 0 0 0,-1-1 1 0 0,1 1-1 0 0,1 5 0 0 0,1 2 7 0 0,-1 1 0 0 0,0 0 0 0 0,0 0 0 0 0,-1 0 0 0 0,-1 0 0 0 0,0 22 0 0 0,-1-18-12 0 0,-2 1 0 0 0,0 0 0 0 0,0-1 0 0 0,-6 16 0 0 0,-22 61 0 0 0,19-62 0 0 0,-23 74 11 0 0,47-125 160 0 0,9-23-82 0 0,-3-2 0 0 0,25-88 1 0 0,-28 78-91 0 0,35-78 0 0 0,-46 123 1 0 0,0 1 0 0 0,12-15 0 0 0,-26 54 0 0 0,7-24 0 0 0,-9 22 0 0 0,2 0 0 0 0,1 1 0 0 0,-7 39 0 0 0,11-27 0 0 0,1 1 0 0 0,5 67 0 0 0,-2-104 26 0 0,0 0 0 0 0,1 1 1 0 0,0-1-1 0 0,0 0 0 0 0,0 0 0 0 0,0 0 0 0 0,1 0 0 0 0,-1 0 0 0 0,1 0 0 0 0,0 0 1 0 0,0 0-1 0 0,1-1 0 0 0,-1 1 0 0 0,1-1 0 0 0,0 1 0 0 0,0-1 0 0 0,0 0 1 0 0,0 0-1 0 0,0-1 0 0 0,1 1 0 0 0,-1-1 0 0 0,1 1 0 0 0,-1-1 0 0 0,1 0 0 0 0,0 0 1 0 0,0-1-1 0 0,0 1 0 0 0,0-1 0 0 0,1 0 0 0 0,-1 0 0 0 0,0 0 0 0 0,0-1 1 0 0,1 1-1 0 0,-1-1 0 0 0,0 0 0 0 0,0 0 0 0 0,1-1 0 0 0,-1 1 0 0 0,8-3 0 0 0,-4 1-132 0 0,0 0-1 0 0,0-1 0 0 0,0 0 0 0 0,0 0 0 0 0,-1 0 0 0 0,1-1 0 0 0,-1 0 0 0 0,0-1 0 0 0,0 0 0 0 0,-1 0 0 0 0,1 0 0 0 0,-1-1 0 0 0,0 0 0 0 0,7-10 1 0 0,-5 3-7488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5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 5063 0 0,'8'0'1534'0'0,"15"0"1608"0"0,27-2 0 0 0,139-41 2078 0 0,-104 20-6196 0 0,-54 18-5118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5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88 1927 0 0,'-3'-19'11520'0'0,"2"6"-9848"0"0,0 10-1400 0 0,1 1 0 0 0,-1 0 0 0 0,1-1 0 0 0,0 1 0 0 0,0-1 0 0 0,0 1 0 0 0,0-1 0 0 0,1 1 0 0 0,-1 0 0 0 0,1-1 0 0 0,-1 1 0 0 0,1 0 0 0 0,0-1 0 0 0,0 1 0 0 0,0 0 0 0 0,1-3 0 0 0,-1 4-234 0 0,-1 1-1 0 0,1-1 1 0 0,-1 0-1 0 0,1 0 1 0 0,0 0-1 0 0,-1 1 1 0 0,1-1 0 0 0,0 0-1 0 0,0 1 1 0 0,0-1-1 0 0,-1 0 1 0 0,1 1-1 0 0,0-1 1 0 0,0 1-1 0 0,0-1 1 0 0,0 1 0 0 0,0 0-1 0 0,0-1 1 0 0,0 1-1 0 0,0 0 1 0 0,0 0-1 0 0,0 0 1 0 0,0 0-1 0 0,0 0 1 0 0,0 0-1 0 0,0 0 1 0 0,0 0 0 0 0,0 0-1 0 0,0 0 1 0 0,0 0-1 0 0,0 1 1 0 0,0-1-1 0 0,0 0 1 0 0,0 1-1 0 0,0-1 1 0 0,0 1 0 0 0,-1-1-1 0 0,1 1 1 0 0,0-1-1 0 0,0 1 1 0 0,0 0-1 0 0,-1-1 1 0 0,1 1-1 0 0,0 0 1 0 0,-1 0-1 0 0,1-1 1 0 0,0 1 0 0 0,0 1-1 0 0,2 3 124 0 0,-1-1 0 0 0,1 0 0 0 0,-1 1 0 0 0,0-1 0 0 0,0 1-1 0 0,0 0 1 0 0,-1 0 0 0 0,2 8 0 0 0,-2-1-161 0 0,0 0 0 0 0,-1-1 0 0 0,-1 1 0 0 0,0 0 0 0 0,0 0 0 0 0,-1-1 0 0 0,-1 1 0 0 0,-5 16 0 0 0,1-11 0 0 0,0 0 0 0 0,-1-1 0 0 0,0 0 0 0 0,-20 28 0 0 0,27-42 0 0 0,-21 23 0 0 0,21-24 0 0 0,0 0 0 0 0,0 0 0 0 0,0 0 0 0 0,0 0 0 0 0,-1 0 0 0 0,1-1 0 0 0,0 1 0 0 0,-1 0 0 0 0,1-1 0 0 0,0 1 0 0 0,-1-1 0 0 0,1 1 0 0 0,-1-1 0 0 0,1 0 0 0 0,-1 1 0 0 0,1-1 0 0 0,-1 0 0 0 0,1 0 0 0 0,-3 0 0 0 0,4-1 0 0 0,-1 1 0 0 0,1 0 0 0 0,-1 0 0 0 0,1-1 0 0 0,-1 1 0 0 0,1 0 0 0 0,0 0 0 0 0,-1-1 0 0 0,1 1 0 0 0,-1-1 0 0 0,1 1 0 0 0,0 0 0 0 0,-1-1 0 0 0,1 1 0 0 0,0-1 0 0 0,0 1 0 0 0,-1-1 0 0 0,1 1 0 0 0,0 0 0 0 0,0-1 0 0 0,0 1 0 0 0,0-1 0 0 0,-1 1 0 0 0,1-1 0 0 0,0 0 0 0 0,0 1 0 0 0,0-1 0 0 0,0 1 0 0 0,0-1 0 0 0,0 1 0 0 0,0-1 0 0 0,1 1 0 0 0,-1-1 0 0 0,0 1 0 0 0,0-1 0 0 0,0 1 0 0 0,0-1 0 0 0,1 1 0 0 0,-1-1 0 0 0,0 1 0 0 0,0 0 0 0 0,1-1 0 0 0,11-21 0 0 0,-9 19 0 0 0,0 0 0 0 0,0 0 0 0 0,0 0 0 0 0,0 0 0 0 0,1 1 0 0 0,-1-1 0 0 0,1 1 0 0 0,-1 0 0 0 0,1 0 0 0 0,0 0 0 0 0,0 0 0 0 0,0 1 0 0 0,0 0 0 0 0,0 0 0 0 0,0 0 0 0 0,0 0 0 0 0,1 0 0 0 0,4 1 0 0 0,-3 0 0 0 0,0 0 0 0 0,0 1 0 0 0,-1-1 0 0 0,1 1 0 0 0,0 1 0 0 0,0-1 0 0 0,-1 1 0 0 0,1 0 0 0 0,-1 0 0 0 0,1 1 0 0 0,-1-1 0 0 0,7 6 0 0 0,-9-6 17 0 0,0 0 0 0 0,0 0 0 0 0,0 0 0 0 0,0 0 0 0 0,1-1 0 0 0,-1 0 0 0 0,0 1 0 0 0,1-1 0 0 0,-1 0 0 0 0,1 0 0 0 0,0-1 0 0 0,-1 1 0 0 0,8-1 0 0 0,-8 0-139 0 0,0-1 0 0 0,0 0 1 0 0,0 0-1 0 0,0 0 0 0 0,0 0 1 0 0,0 0-1 0 0,0-1 0 0 0,-1 1 1 0 0,1-1-1 0 0,0 1 0 0 0,-1-1 1 0 0,1 0-1 0 0,-1 0 1 0 0,0-1-1 0 0,0 1 0 0 0,3-4 1 0 0,5-7-7481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6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60 3223 0 0,'7'-24'917'0'0,"-6"22"-471"0"0,0 0 0 0 0,0-1 0 0 0,0 1 0 0 0,1 0 0 0 0,-1 0 0 0 0,1 1 0 0 0,-1-1 0 0 0,1 0 0 0 0,0 0 0 0 0,-1 1 0 0 0,1-1 0 0 0,0 1 0 0 0,0-1 0 0 0,0 1 0 0 0,1 0 0 0 0,-1 0 0 0 0,0 0 0 0 0,0 0 1 0 0,0 0-1 0 0,1 1 0 0 0,2-2 0 0 0,-4 2-327 0 0,0 0 1 0 0,1-1 0 0 0,-1 1-1 0 0,0 0 1 0 0,0 0 0 0 0,0 0-1 0 0,0 0 1 0 0,0 0-1 0 0,0 0 1 0 0,1 0 0 0 0,-1 0-1 0 0,0 1 1 0 0,0-1 0 0 0,0 0-1 0 0,0 0 1 0 0,0 1 0 0 0,0-1-1 0 0,0 1 1 0 0,0-1 0 0 0,0 1-1 0 0,0 0 1 0 0,0-1 0 0 0,0 1-1 0 0,0 0 1 0 0,0-1 0 0 0,-1 1-1 0 0,1 0 1 0 0,0 0-1 0 0,-1 0 1 0 0,1 0 0 0 0,0 0-1 0 0,-1 0 1 0 0,1 0 0 0 0,-1 0-1 0 0,1 0 1 0 0,-1 0 0 0 0,0 0-1 0 0,1 0 1 0 0,-1 0 0 0 0,0 0-1 0 0,0 1 1 0 0,0-1 0 0 0,0 1-1 0 0,0 4-48 0 0,0-1 0 0 0,0 0 0 0 0,-1 1 0 0 0,0-1 0 0 0,0 0 0 0 0,0 0-1 0 0,0 0 1 0 0,-3 6 0 0 0,-6 9-65 0 0,-1 0 0 0 0,-19 26 0 0 0,20-31 33 0 0,0 0-1 0 0,1 0 0 0 0,0 1 1 0 0,1 0-1 0 0,-5 19 0 0 0,12-34-19 0 0,1 1 0 0 0,-1-1 0 0 0,1 0 0 0 0,0 1 0 0 0,0-1 0 0 0,-1 1 0 0 0,1-1 0 0 0,0 1 0 0 0,0-1 0 0 0,1 0-1 0 0,-1 1 1 0 0,0-1 0 0 0,0 1 0 0 0,1-1 0 0 0,-1 0 0 0 0,2 3 0 0 0,-2-3 18 0 0,1 0 0 0 0,0 0 0 0 0,0 0-1 0 0,0 0 1 0 0,0-1 0 0 0,-1 1 0 0 0,1 0 0 0 0,0-1 0 0 0,0 1 0 0 0,0-1-1 0 0,1 1 1 0 0,-1-1 0 0 0,0 1 0 0 0,0-1 0 0 0,0 0 0 0 0,0 1-1 0 0,0-1 1 0 0,0 0 0 0 0,1 0 0 0 0,-1 0 0 0 0,0 0 0 0 0,2 0 0 0 0,14-2 217 0 0,0 0 1 0 0,0-1-1 0 0,0-1 1 0 0,0-1 0 0 0,-1-1-1 0 0,17-7 1 0 0,-5 2-88 0 0,120-51 307 0 0,-146 60-510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06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11167 0 0,'55'36'1396'0'0,"-37"-25"397"0"0,1 0 0 0 0,-2 2 0 0 0,0 0 0 0 0,26 25 1 0 0,-41-35-1680 0 0,1 0 0 0 0,-1 0 0 0 0,0-1 0 0 0,0 1 0 0 0,0 0 0 0 0,0 1 0 0 0,-1-1 0 0 0,1 0 0 0 0,-1 0 0 0 0,0 1 0 0 0,0-1 0 0 0,0 1 0 0 0,0-1 0 0 0,-1 1 0 0 0,0-1 0 0 0,1 1 0 0 0,-1 4 0 0 0,-1-3 62 0 0,0 0 0 0 0,0 0 0 0 0,-1 0 1 0 0,1 0-1 0 0,-1 0 0 0 0,0-1 0 0 0,-1 1 1 0 0,1-1-1 0 0,-1 1 0 0 0,-5 6 0 0 0,-1 0-380 0 0,0 0-1 0 0,-1-1 1 0 0,-13 10-1 0 0,-29 20-6014 0 0,51-39 5974 0 0,-30 21-7585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15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50 4055 0 0,'1'-3'-146'0'0,"-3"-2"433"0"0,-4-3-2154 0 0,1 2 1982 0 0,3 5 74 0 0,0-1 0 0 0,1 0 1 0 0,-1 0-1 0 0,1 0 0 0 0,-1-1 0 0 0,-1-2 1 0 0,3 4-27 0 0,0 1 0 0 0,0 0 0 0 0,0 0-1 0 0,0-1 1 0 0,0 1 0 0 0,-1 0 0 0 0,1 0 0 0 0,0-1 0 0 0,0 1 0 0 0,0 0 0 0 0,0-1 0 0 0,0 1 0 0 0,0 0 0 0 0,0 0 0 0 0,0-1-1 0 0,0 1 1 0 0,0 0 0 0 0,0 0 0 0 0,0-1 0 0 0,1 1 0 0 0,-1 0 0 0 0,0 0 0 0 0,0-1 0 0 0,0 1 0 0 0,0 0 0 0 0,0 0 0 0 0,0-1 0 0 0,1 1-1 0 0,-1 0 1 0 0,0 0 0 0 0,0 0 0 0 0,0-1 0 0 0,1 1 0 0 0,-1 0 0 0 0,0 0 0 0 0,0 0 0 0 0,0 0 0 0 0,1-1 0 0 0,-1 1 0 0 0,0 0-1 0 0,0 0 1 0 0,1 0 0 0 0,-1 0 0 0 0,0 0 0 0 0,1 0 0 0 0,-1 0 0 0 0,0 0 0 0 0,0 0 0 0 0,1 0 0 0 0,-1 0 0 0 0,0 0 0 0 0,0 0-1 0 0,1 0 1 0 0,16 1 1814 0 0,-14-1-2291 0 0,1 1 469 0 0,1-1 1 0 0,-1 1-1 0 0,1 0 1 0 0,-1 0-1 0 0,0 0 1 0 0,1 0-1 0 0,-1 1 0 0 0,0 0 1 0 0,0 0-1 0 0,0 0 1 0 0,0 0-1 0 0,0 1 1 0 0,0-1-1 0 0,-1 1 1 0 0,1 0-1 0 0,-1 0 1 0 0,0 1-1 0 0,0-1 1 0 0,0 0-1 0 0,0 1 1 0 0,-1 0-1 0 0,1 0 1 0 0,-1 0-1 0 0,0 0 1 0 0,0 0-1 0 0,-1 0 1 0 0,1 0-1 0 0,-1 1 1 0 0,0-1-1 0 0,0 1 1 0 0,0-1-1 0 0,0 1 1 0 0,-1-1-1 0 0,0 1 0 0 0,0-1 1 0 0,0 1-1 0 0,-1-1 1 0 0,0 1-1 0 0,1-1 1 0 0,-1 1-1 0 0,-1-1 1 0 0,1 1-1 0 0,-4 7 1 0 0,-2 0 5 0 0,-1-1 1 0 0,0 0-1 0 0,0 0 0 0 0,-12 12 1 0 0,-44 36 194 0 0,34-32-246 0 0,27-24-40 0 0,-18 16-1387 0 0,1 2-3541 0 0,1 3-2117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4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4 812 3679 0 0,'-2'-19'650'0'0,"1"1"0"0"0,0-1 0 0 0,3-24 0 0 0,-1 20 338 0 0,-1 6-154 0 0,0 9-107 0 0,0 1-1 0 0,0 0 0 0 0,1 0 1 0 0,-1 0-1 0 0,2 0 1 0 0,-1 1-1 0 0,5-13 1 0 0,-6 19-677 0 0,0-1-1 0 0,0 1 1 0 0,0 0 0 0 0,0 0 0 0 0,0 0 0 0 0,0-1 0 0 0,0 1 0 0 0,1 0 0 0 0,-1 0 0 0 0,0 0-1 0 0,0 0 1 0 0,0 0 0 0 0,0-1 0 0 0,1 1 0 0 0,-1 0 0 0 0,0 0 0 0 0,0 0 0 0 0,0 0 0 0 0,1 0-1 0 0,-1 0 1 0 0,0 0 0 0 0,0 0 0 0 0,1-1 0 0 0,-1 1 0 0 0,0 0 0 0 0,0 0 0 0 0,0 0 0 0 0,1 0-1 0 0,-1 0 1 0 0,0 0 0 0 0,0 0 0 0 0,1 1 0 0 0,-1-1 0 0 0,0 0 0 0 0,1 0 0 0 0,8 7 787 0 0,5 11-264 0 0,69 125 555 0 0,-48-79-824 0 0,5 12 130 0 0,32 88 0 0 0,18 85 232 0 0,-68-184-526 0 0,-17-51-59 0 0,-2-5-6 0 0,0 0 1 0 0,0 0 0 0 0,1 0-1 0 0,0 0 1 0 0,0-1 0 0 0,1 1 0 0 0,9 10-1 0 0,-14-18-65 0 0,0 0-1 0 0,1-1 1 0 0,-1 1-1 0 0,1-1 1 0 0,-1 1-1 0 0,1-1 1 0 0,0 1 0 0 0,-1-1-1 0 0,1 1 1 0 0,-1-1-1 0 0,1 1 1 0 0,0-1-1 0 0,-1 0 1 0 0,1 0-1 0 0,0 1 1 0 0,-1-1-1 0 0,1 0 1 0 0,0 0 0 0 0,0 0-1 0 0,-1 1 1 0 0,1-1-1 0 0,0 0 1 0 0,0 0-1 0 0,-1 0 1 0 0,1 0-1 0 0,0 0 1 0 0,0-1-1 0 0,-1 1 1 0 0,1 0 0 0 0,0 0-1 0 0,-1 0 1 0 0,1-1-1 0 0,0 1 1 0 0,-1 0-1 0 0,1-1 1 0 0,0 1-1 0 0,-1-1 1 0 0,1 1 0 0 0,0 0-1 0 0,-1-1 1 0 0,1 1-1 0 0,-1-1 1 0 0,1 0-1 0 0,-1 1 1 0 0,1-1-1 0 0,-1 1 1 0 0,0-1-1 0 0,1-1 1 0 0,1-1 47 0 0,0-1-1 0 0,0 0 1 0 0,-1 0-1 0 0,1-1 1 0 0,-1 1 0 0 0,1-9-1 0 0,0-7 100 0 0,-1-1-1 0 0,-1 0 0 0 0,-4-35 1 0 0,-17-65-74 0 0,7 49-90 0 0,-23-243 8 0 0,-2-7 0 0 0,-13 70 244 0 0,42 213-219 0 0,-3 1-1 0 0,-1 0 1 0 0,-2 1 0 0 0,-27-47 0 0 0,37 76 92 0 0,3 13-311 0 0,4 15-6159 0 0,2-2-705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6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 4351 0 0,'0'-4'384'0'0,"0"1"-304"0"0,0 1 16 0 0,0 0 0 0 0,-1 2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8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32 460 7831 0 0,'0'0'71'0'0,"0"0"-1"0"0,0 0 0 0 0,0 0 0 0 0,-1 0 0 0 0,1 0 0 0 0,0 0 0 0 0,0 0 0 0 0,-1 0 1 0 0,1 0-1 0 0,0 0 0 0 0,0-1 0 0 0,0 1 0 0 0,-1 0 0 0 0,1 0 0 0 0,0 0 0 0 0,0 0 1 0 0,0 0-1 0 0,0 0 0 0 0,-1-1 0 0 0,1 1 0 0 0,0 0 0 0 0,0 0 0 0 0,0 0 0 0 0,0 0 1 0 0,0-1-1 0 0,-1 1 0 0 0,1 0 0 0 0,0 0 0 0 0,0 0 0 0 0,0-1 0 0 0,0 1 0 0 0,0 0 1 0 0,0 0-1 0 0,0-1 0 0 0,0 1 0 0 0,0 0 0 0 0,0 0 0 0 0,0 0 0 0 0,0-1 0 0 0,2-8 3355 0 0,0 4-2516 0 0,16-30 820 0 0,-2-2 1 0 0,11-38-1 0 0,-19 48-1472 0 0,-1 0 0 0 0,-2 0 0 0 0,-1-1 1 0 0,-1 0-1 0 0,-1 0 0 0 0,-2 1 0 0 0,-5-56 0 0 0,1 68-257 0 0,0 13 0 0 0,-2 7 0 0 0,2 5-3 0 0,0 0 0 0 0,0 0 1 0 0,1 0-1 0 0,0 0 0 0 0,1 1 0 0 0,1-1 0 0 0,-1 14 0 0 0,0-9-27 0 0,-9 124 18 0 0,8-81 13 0 0,-16 84-1 0 0,18-134-145 0 0,-2 8 177 0 0,-1 0 0 0 0,-1 0 0 0 0,-7 17 0 0 0,-7 0-2444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9.5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65 1839 0 0,'1'-1'279'0'0,"-1"1"0"0"0,0-1 0 0 0,0 0-1 0 0,1 0 1 0 0,-1 1 0 0 0,1-1 0 0 0,-1 0-1 0 0,1 1 1 0 0,-1-1 0 0 0,1 0 0 0 0,-1 1-1 0 0,1-1 1 0 0,-1 1 0 0 0,1-1-1 0 0,0 1 1 0 0,-1-1 0 0 0,1 1 0 0 0,0-1-1 0 0,-1 1 1 0 0,1 0 0 0 0,1-1 0 0 0,18-7 4454 0 0,-16 7-5824 0 0,-3 0 1271 0 0,1 0 0 0 0,-1 1 0 0 0,1-1-1 0 0,-1 0 1 0 0,0 0 0 0 0,1 0 0 0 0,-1 0 0 0 0,0 0 0 0 0,0 0 0 0 0,0 0 0 0 0,0 0-1 0 0,0-1 1 0 0,0 1 0 0 0,0 0 0 0 0,0-1 0 0 0,0 1 0 0 0,-1 0 0 0 0,1-1-1 0 0,-1 1 1 0 0,1-1 0 0 0,-1 1 0 0 0,1-1 0 0 0,-1 0 0 0 0,0 1 0 0 0,0-1 0 0 0,0 1-1 0 0,0-1 1 0 0,0 1 0 0 0,0-1 0 0 0,0-2 0 0 0,0 4-149 0 0,-1 0 0 0 0,1 0 0 0 0,0 0 0 0 0,0 0 0 0 0,0 0 1 0 0,0 0-1 0 0,0-1 0 0 0,0 1 0 0 0,-1 0 0 0 0,1 0 0 0 0,0 0 0 0 0,0 0 0 0 0,0 0 1 0 0,0 0-1 0 0,0 0 0 0 0,0 0 0 0 0,-1 0 0 0 0,1 0 0 0 0,0 0 0 0 0,0 0 0 0 0,0 0 0 0 0,0 0 1 0 0,0 0-1 0 0,-1 0 0 0 0,1 0 0 0 0,0 0 0 0 0,0 1 0 0 0,0-1 0 0 0,0 0 0 0 0,0 0 1 0 0,0 0-1 0 0,0 0 0 0 0,-1 0 0 0 0,1 0 0 0 0,0 0 0 0 0,0 0 0 0 0,0 0 0 0 0,0 1 0 0 0,0-1 1 0 0,0 0-1 0 0,0 0 0 0 0,0 0 0 0 0,0 0 0 0 0,0 0 0 0 0,0 0 0 0 0,0 0 0 0 0,-1 1 0 0 0,1-1 1 0 0,0 0-1 0 0,0 0 0 0 0,0 0 0 0 0,0 0 0 0 0,0 0 0 0 0,0 1 0 0 0,0-1 0 0 0,0 0 1 0 0,1 0-1 0 0,-5 9 571 0 0,-1 23 487 0 0,-2 51 1 0 0,3-29-772 0 0,2-40-252 0 0,-13 101 222 0 0,12-101-241 0 0,0 0 0 0 0,-1 0 0 0 0,-1 0 0 0 0,0-1 0 0 0,-15 26 0 0 0,18-36-32 0 0,0 1 0 0 0,-1-1 0 0 0,0 0 1 0 0,0 0-1 0 0,0 0 0 0 0,0-1 0 0 0,0 1 0 0 0,-5 3 0 0 0,7-6-10 0 0,0 1-1 0 0,1-1 0 0 0,-1 0 0 0 0,0 1 1 0 0,0-1-1 0 0,1 0 0 0 0,-1 1 1 0 0,0-1-1 0 0,0 0 0 0 0,0 0 0 0 0,0 0 1 0 0,1 0-1 0 0,-1 0 0 0 0,0 0 0 0 0,0 0 1 0 0,0 0-1 0 0,0 0 0 0 0,-1-1 0 0 0,1 1-2 0 0,0-1 0 0 0,1 0-1 0 0,-1 1 1 0 0,0-1 0 0 0,1 0 0 0 0,-1 1-1 0 0,0-1 1 0 0,1 0 0 0 0,-1 0-1 0 0,1 0 1 0 0,-1 1 0 0 0,1-1 0 0 0,-1 0-1 0 0,1 0 1 0 0,0 0 0 0 0,-1 0-1 0 0,1 0 1 0 0,0 0 0 0 0,0 0-1 0 0,0-1 1 0 0,-1 0-2 0 0,1 0 0 0 0,0 0 0 0 0,0 0 0 0 0,1-1 0 0 0,-1 1 0 0 0,0 0 0 0 0,1 0 0 0 0,-1 1 0 0 0,1-1 0 0 0,-1 0 0 0 0,1 0 0 0 0,0 0 0 0 0,0 0 0 0 0,0 0 0 0 0,0 1 0 0 0,0-1 0 0 0,0 0 0 0 0,1 1 0 0 0,-1-1 0 0 0,0 1 0 0 0,1-1 0 0 0,2-1 0 0 0,-1 1 0 0 0,0-1 0 0 0,1 1 0 0 0,-1 0 0 0 0,1 0 0 0 0,-1 0 0 0 0,1 1 0 0 0,0 0 0 0 0,0-1 0 0 0,-1 1 0 0 0,7-1 0 0 0,3 1 0 0 0,0-1 0 0 0,0 0 0 0 0,0-1 0 0 0,0-1 0 0 0,-1 0 0 0 0,0-1 0 0 0,0 0 0 0 0,0-1 0 0 0,11-7 0 0 0,-13 6-5 0 0,0 0 0 0 0,-1 0 0 0 0,0-1 0 0 0,0-1-1 0 0,-1 1 1 0 0,10-14 0 0 0,-15 18 3 0 0,0 0 0 0 0,-1 0 0 0 0,0 0 1 0 0,1-1-1 0 0,-1 1 0 0 0,-1-1 0 0 0,1 0 0 0 0,-1 1 0 0 0,1-1 0 0 0,-1 0 0 0 0,-1 0 0 0 0,1 0 1 0 0,-1 0-1 0 0,0 0 0 0 0,0 0 0 0 0,0 0 0 0 0,0 0 0 0 0,-2-5 0 0 0,2 9-1 0 0,-1 0-1 0 0,1 1 0 0 0,0-1 1 0 0,0 0-1 0 0,-1 0 0 0 0,1 0 1 0 0,0 1-1 0 0,-1-1 1 0 0,1 0-1 0 0,0 1 0 0 0,-1-1 1 0 0,1 0-1 0 0,-1 1 0 0 0,0-1 1 0 0,0-1-1 0 0,0 2 4 0 0,1 0-1 0 0,0 0 1 0 0,-1 0 0 0 0,1 0-1 0 0,0 0 1 0 0,-1 0-1 0 0,1 0 1 0 0,0 0 0 0 0,-1 0-1 0 0,1 0 1 0 0,0 0-1 0 0,-1 0 1 0 0,1 0 0 0 0,0 0-1 0 0,0 0 1 0 0,-1 0-1 0 0,1 0 1 0 0,0 0 0 0 0,-1 0-1 0 0,1 1 1 0 0,0-1 0 0 0,-1 0-1 0 0,1 0 1 0 0,0 0-1 0 0,0 1 1 0 0,-1-1 0 0 0,0 2 0 0 0,-1-1 0 0 0,1 1 1 0 0,0-1-1 0 0,0 1 0 0 0,-1 0 1 0 0,1 0-1 0 0,1-1 1 0 0,-1 1-1 0 0,0 0 0 0 0,0 0 1 0 0,0 2-1 0 0,-3 21 1 0 0,2 0-1 0 0,0 0 0 0 0,2 0 1 0 0,4 41-1 0 0,-2-28 9 0 0,1 46 60 0 0,6 77 83 0 0,-9-161-158 0 0,0 0 1 0 0,0 1-1 0 0,0-1 0 0 0,0 0 0 0 0,0 1 1 0 0,0-1-1 0 0,0 1 0 0 0,0-1 0 0 0,0 0 0 0 0,0 1 1 0 0,0-1-1 0 0,1 1 0 0 0,-1-1 0 0 0,0 0 1 0 0,0 1-1 0 0,0-1 0 0 0,0 0 0 0 0,1 1 0 0 0,-1-1 1 0 0,0 0-1 0 0,0 0 0 0 0,1 1 0 0 0,-1-1 1 0 0,0 0-1 0 0,0 0 0 0 0,1 1 0 0 0,-1-1 1 0 0,0 0-1 0 0,1 0 0 0 0,-1 1 0 0 0,1-1 0 0 0,0 0-26 0 0,-1-1 0 0 0,1 1 0 0 0,-1 0-1 0 0,1 0 1 0 0,-1-1 0 0 0,1 1 0 0 0,0-1 0 0 0,-1 1-1 0 0,1 0 1 0 0,-1-1 0 0 0,0 1 0 0 0,1-1-1 0 0,-1 1 1 0 0,1-1 0 0 0,-1 1 0 0 0,0-1-1 0 0,1 1 1 0 0,-1-2 0 0 0,5-7-883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9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1 159 9671 0 0,'0'-4'126'0'0,"0"0"-1"0"0,0 1 1 0 0,0-1 0 0 0,0 1-1 0 0,0-1 1 0 0,1 0-1 0 0,0 1 1 0 0,0-1-1 0 0,0 1 1 0 0,0 0-1 0 0,0-1 1 0 0,1 1 0 0 0,-1 0-1 0 0,1 0 1 0 0,0 0-1 0 0,0 0 1 0 0,4-5-1 0 0,7-6 1360 0 0,1 0-1 0 0,23-18 1 0 0,-32 28-1135 0 0,-1 1 0 0 0,1-1 1 0 0,1 1-1 0 0,-1 0 0 0 0,0 1 1 0 0,1-1-1 0 0,0 1 0 0 0,-1 0 1 0 0,1 0-1 0 0,0 1 0 0 0,0 0 1 0 0,8-1-1 0 0,-12 2-303 0 0,-1 0-1 0 0,1 0 0 0 0,-1 0 1 0 0,0 0-1 0 0,1 0 0 0 0,-1 0 1 0 0,0 1-1 0 0,1-1 0 0 0,-1 1 1 0 0,0-1-1 0 0,1 1 0 0 0,-1-1 1 0 0,0 1-1 0 0,0 0 0 0 0,1-1 1 0 0,-1 1-1 0 0,0 0 0 0 0,0 0 1 0 0,0 0-1 0 0,0 0 0 0 0,0 0 1 0 0,0 0-1 0 0,-1 0 1 0 0,1 0-1 0 0,0 0 0 0 0,0 1 1 0 0,-1-1-1 0 0,1 0 0 0 0,-1 0 1 0 0,1 1-1 0 0,-1-1 0 0 0,1 0 1 0 0,-1 1-1 0 0,0-1 0 0 0,0 1 1 0 0,0-1-1 0 0,0 0 0 0 0,0 1 1 0 0,0-1-1 0 0,0 3 0 0 0,-1 5-33 0 0,0-1-1 0 0,-1 1 1 0 0,0-1-1 0 0,-1 1 0 0 0,-3 8 1 0 0,-3 1 2 0 0,0 0 0 0 0,-1 0 0 0 0,-1-1 0 0 0,-18 23 0 0 0,14-21-1 0 0,0 2 0 0 0,-12 25 0 0 0,25-44-5 0 0,1 0-1 0 0,0 0 1 0 0,0 0 0 0 0,1 0-1 0 0,-1 1 1 0 0,0-1 0 0 0,1 0-1 0 0,-1 0 1 0 0,1 1 0 0 0,0-1-1 0 0,0 0 1 0 0,0 1 0 0 0,0-1-1 0 0,0 0 1 0 0,0 1 0 0 0,1-1-1 0 0,0 4 1 0 0,0-5-1 0 0,0 1 0 0 0,0-1 0 0 0,0 0 0 0 0,0 0-1 0 0,0 1 1 0 0,0-1 0 0 0,0 0 0 0 0,0 0 0 0 0,1 0 0 0 0,-1 0-1 0 0,0 0 1 0 0,1 0 0 0 0,-1-1 0 0 0,1 1 0 0 0,-1 0 0 0 0,1-1 0 0 0,-1 1-1 0 0,1-1 1 0 0,-1 0 0 0 0,1 1 0 0 0,0-1 0 0 0,-1 0 0 0 0,1 0-1 0 0,-1 0 1 0 0,4 0 0 0 0,8-1 59 0 0,0 0 0 0 0,-1 0 0 0 0,1-2 1 0 0,-1 1-1 0 0,15-6 0 0 0,59-26 504 0 0,-41 15-449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0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33 7367 0 0,'0'-11'867'0'0,"5"-11"6567"0"0,-3 32-5328 0 0,0 42-509 0 0,-2 0 0 0 0,-9 60 1 0 0,0 42-1234 0 0,9-145-342 0 0,-1 26 19 0 0,1-33-48 0 0,0 0 0 0 0,-1 0-1 0 0,1 0 1 0 0,-1 0 0 0 0,1 0 0 0 0,-1 0 0 0 0,0 1-1 0 0,0-1 1 0 0,0-1 0 0 0,0 1 0 0 0,0 0-1 0 0,-2 3 1 0 0,2-4-201 0 0,-1 0 0 0 0,1-1 0 0 0,-1 1-1 0 0,1 0 1 0 0,-1-1 0 0 0,1 1 0 0 0,-1-1 0 0 0,1 1 0 0 0,-1-1-1 0 0,1 0 1 0 0,-1 1 0 0 0,1-1 0 0 0,-1 0 0 0 0,0 0 0 0 0,1 0-1 0 0,-1-1 1 0 0,1 1 0 0 0,-1 0 0 0 0,1 0 0 0 0,-1-1 0 0 0,0 1-1 0 0,-1-2 1 0 0,-7-3-6512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0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16 126 2671 0 0,'-5'-7'41'0'0,"4"5"-19"0"0,0 1 1 0 0,-1-1-1 0 0,1-1 1 0 0,0 1-1 0 0,0 0 1 0 0,0 0-1 0 0,0 0 1 0 0,0-1-1 0 0,0-2 1 0 0,1 4 117 0 0,1 0 1 0 0,-1 0-1 0 0,0 0 1 0 0,1 0-1 0 0,-1 0 1 0 0,1 0-1 0 0,-1 0 1 0 0,1 0-1 0 0,-1 0 1 0 0,1 0-1 0 0,0 0 1 0 0,-1 0-1 0 0,1 1 1 0 0,0-1-1 0 0,0 0 1 0 0,-1 0-1 0 0,1 1 1 0 0,0-1-1 0 0,0 0 1 0 0,2 0-1 0 0,20-10 3433 0 0,-21 11-3359 0 0,29-10 1829 0 0,0 2 0 0 0,0 2-1 0 0,58-5 1 0 0,26-6 1519 0 0,-59 7-9470 0 0,-39 7-752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0.9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2303 0 0,'1'-12'-166'0'0,"5"-2"4957"0"0,-6 13-4537 0 0,1 0 0 0 0,-1 1 1 0 0,1-1-1 0 0,0 1 0 0 0,-1-1 0 0 0,1 1 1 0 0,0-1-1 0 0,0 1 0 0 0,-1-1 1 0 0,1 1-1 0 0,0 0 0 0 0,0 0 0 0 0,-1-1 1 0 0,1 1-1 0 0,0 0 0 0 0,0 0 0 0 0,0 0 1 0 0,0 0-1 0 0,-1 0 0 0 0,1 0 1 0 0,0 0-1 0 0,0 0 0 0 0,0 0 0 0 0,0 0 1 0 0,-1 0-1 0 0,1 0 0 0 0,0 1 1 0 0,0-1-1 0 0,0 0 0 0 0,-1 1 0 0 0,2 0 1 0 0,1 0 6 0 0,-1 1 0 0 0,1 0 0 0 0,-1 0 0 0 0,0-1-1 0 0,0 1 1 0 0,0 1 0 0 0,0-1 0 0 0,0 0 0 0 0,-1 0 0 0 0,1 1 0 0 0,-1-1 0 0 0,1 1 0 0 0,-1 0 0 0 0,0-1 0 0 0,0 1 0 0 0,0 0 0 0 0,0-1 0 0 0,-1 1 0 0 0,1 3 0 0 0,2 9 186 0 0,-1 1-1 0 0,0 19 0 0 0,-2-28-246 0 0,0 14-66 0 0,-1-1-1 0 0,0 1 1 0 0,-2-1 0 0 0,-7 28-1 0 0,0-10 113 0 0,-22 49 0 0 0,30-83-245 0 0,0 0 5 0 0,0 0 0 0 0,1 0-1 0 0,-1 0 1 0 0,1 0 0 0 0,0 0-1 0 0,0 1 1 0 0,0-1 0 0 0,1 0 0 0 0,-1 1-1 0 0,1 8 1 0 0,1-12-6 0 0,-1-1 0 0 0,0 1 0 0 0,1-1 0 0 0,-1 1 0 0 0,1-1 0 0 0,-1 1 0 0 0,1 0 0 0 0,-1-1 0 0 0,1 1 0 0 0,-1-1 0 0 0,1 0 0 0 0,-1 1 0 0 0,1-1 0 0 0,0 1 0 0 0,-1-1 0 0 0,1 0 0 0 0,0 0 0 0 0,-1 1 0 0 0,1-1 0 0 0,0 0 0 0 0,-1 0 0 0 0,1 0 0 0 0,0 0 0 0 0,-1 0 0 0 0,1 0 0 0 0,0 0 0 0 0,0 0 0 0 0,-1 0 0 0 0,1 0 0 0 0,0 0 0 0 0,-1 0 0 0 0,1 0 0 0 0,0-1 0 0 0,-1 1 0 0 0,1 0 0 0 0,1-1 0 0 0,25-11 0 0 0,3-7 0 0 0,-2-2 0 0 0,-1 0 0 0 0,0-2 0 0 0,31-35 0 0 0,-41 41 0 0 0,-17 17 0 0 0,0-1 0 0 0,0 1 0 0 0,1 0 0 0 0,-1 0 0 0 0,0 0 0 0 0,0 0 1 0 0,0-1-1 0 0,0 1 0 0 0,0 0 0 0 0,0 0 0 0 0,1 0 0 0 0,-1 0 0 0 0,0 0 0 0 0,0 0 0 0 0,0 0 0 0 0,0 0 0 0 0,1-1 0 0 0,-1 1 0 0 0,0 0 0 0 0,0 0 0 0 0,0 0 0 0 0,0 0 0 0 0,1 0 0 0 0,-1 0 0 0 0,0 0 1 0 0,0 0-1 0 0,0 0 0 0 0,1 0 0 0 0,-1 0 0 0 0,0 0 0 0 0,0 0 0 0 0,0 0 0 0 0,0 0 0 0 0,1 0 0 0 0,-1 0 0 0 0,0 1 0 0 0,0-1 0 0 0,2 8 7 0 0,-4 20 27 0 0,1-19-6 0 0,-3 90 441 0 0,-21 219-76 0 0,24-315-403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1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5223 0 0,'0'0'464'0'0,"-2"0"-368"0"0,2 2-24 0 0,-2-2-72 0 0,2 1 0 0 0,0 1 0 0 0,2 0 72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2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30 106 3223 0 0,'-2'0'577'0'0,"-1"0"0"0"0,1 0 0 0 0,-1 0 0 0 0,1-1 0 0 0,0 1-1 0 0,-1-1 1 0 0,-3-1 0 0 0,5 2-473 0 0,1-1 0 0 0,0 1 0 0 0,-1 0 0 0 0,1 0 0 0 0,0 0 0 0 0,-1-1 0 0 0,1 1 0 0 0,0 0 0 0 0,-1 0 0 0 0,1-1 0 0 0,0 1 0 0 0,0 0 0 0 0,-1-1 0 0 0,1 1 0 0 0,0 0 0 0 0,0-1 0 0 0,0 1 0 0 0,-1-1 0 0 0,1 1 1 0 0,0 0-1 0 0,0-1 0 0 0,0 1 0 0 0,0-1 0 0 0,0 1 0 0 0,0 0 0 0 0,0-1 0 0 0,0 1 0 0 0,0-1 0 0 0,0 1 0 0 0,0 0 0 0 0,0-1 0 0 0,0 1 0 0 0,0-1 0 0 0,0 1 0 0 0,0 0 0 0 0,1-1 0 0 0,-1 1 0 0 0,0-1 0 0 0,0 1 0 0 0,0 0 0 0 0,1-1 0 0 0,-1 1 0 0 0,0 0 0 0 0,0-1 0 0 0,1 1 0 0 0,-1 0 0 0 0,0 0 0 0 0,1-1 0 0 0,-1 1 0 0 0,0 0 0 0 0,1-1 0 0 0,14-11 1258 0 0,0 0-1 0 0,1 2 1 0 0,-1-1 0 0 0,35-15-1 0 0,-48 25-1289 0 0,2-1 167 0 0,0 0-1 0 0,0 0 1 0 0,1 0 0 0 0,-1 1 0 0 0,6-2-1 0 0,-9 3-202 0 0,-1 0-1 0 0,1 0 0 0 0,0 0 0 0 0,-1 0 1 0 0,1 0-1 0 0,0 0 0 0 0,-1 0 0 0 0,1 0 1 0 0,-1 0-1 0 0,1 1 0 0 0,0-1 0 0 0,-1 0 0 0 0,1 0 1 0 0,-1 1-1 0 0,1-1 0 0 0,-1 0 0 0 0,1 0 1 0 0,0 2-1 0 0,0-2-19 0 0,-1 1-1 0 0,1 0 1 0 0,-1 0 0 0 0,1-1-1 0 0,-1 1 1 0 0,0 0 0 0 0,1 0-1 0 0,-1 0 1 0 0,0-1 0 0 0,0 1-1 0 0,0 0 1 0 0,1 0 0 0 0,-1 0-1 0 0,0 0 1 0 0,0 0 0 0 0,-1 0-1 0 0,1 1 1 0 0,-2 9 27 0 0,-1 1 0 0 0,0-1 0 0 0,-1 0 1 0 0,0 0-1 0 0,-1-1 0 0 0,-11 20 0 0 0,1 0 10 0 0,6-13-14 0 0,1-1 4 0 0,-9 25 0 0 0,15-36-19 0 0,1-1 1 0 0,0 0-1 0 0,0 1 1 0 0,0-1 0 0 0,0 1-1 0 0,1-1 1 0 0,0 1-1 0 0,0 0 1 0 0,0-1 0 0 0,0 1-1 0 0,2 5 1 0 0,-2-9-11 0 0,1 0 0 0 0,-1 0 1 0 0,0 1-1 0 0,1-1 0 0 0,0 0 0 0 0,-1 0 1 0 0,1 0-1 0 0,0 0 0 0 0,-1 0 0 0 0,1 0 1 0 0,0 0-1 0 0,0 0 0 0 0,0 0 0 0 0,0 0 1 0 0,0 0-1 0 0,0-1 0 0 0,0 1 0 0 0,0 0 1 0 0,0-1-1 0 0,2 2 0 0 0,0-1 15 0 0,0-1 1 0 0,0 1-1 0 0,-1-1 0 0 0,1 1 0 0 0,0-1 1 0 0,0 0-1 0 0,0 0 0 0 0,0 0 0 0 0,2-1 0 0 0,7-1 109 0 0,-1-1-1 0 0,0 0 0 0 0,17-7 0 0 0,2-2-506 0 0,30-12 1065 0 0,-18 13-7632 0 0,-34 10-714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3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92 5063 0 0,'0'-3'9'0'0,"4"-40"1958"0"0,-4 40-1641 0 0,0 0 0 0 0,0 0-1 0 0,0 0 1 0 0,-1 1 0 0 0,1-1 0 0 0,-1 0-1 0 0,0 1 1 0 0,0-1 0 0 0,0 0-1 0 0,0 1 1 0 0,0-1 0 0 0,0 1 0 0 0,-2-3-1 0 0,2 4-244 0 0,1 1 0 0 0,-1-1-1 0 0,1 1 1 0 0,-1 0-1 0 0,1-1 1 0 0,-1 1 0 0 0,1 0-1 0 0,-1-1 1 0 0,1 1-1 0 0,-1 0 1 0 0,1 0 0 0 0,-1-1-1 0 0,1 1 1 0 0,-1 0-1 0 0,0 0 1 0 0,1 0 0 0 0,-1 0-1 0 0,1 0 1 0 0,-1 0-1 0 0,1 0 1 0 0,-1 0 0 0 0,0 0-1 0 0,1 0 1 0 0,-1 0 0 0 0,1 1-1 0 0,-1-1 1 0 0,1 0-1 0 0,-1 0 1 0 0,0 0 0 0 0,1 1-1 0 0,-1-1 1 0 0,1 0-1 0 0,-1 1 1 0 0,1-1 0 0 0,0 0-1 0 0,-1 1 1 0 0,1-1-1 0 0,-1 1 1 0 0,1-1 0 0 0,0 0-1 0 0,-1 2 1 0 0,-15 19 1077 0 0,8-5-793 0 0,0 1 0 0 0,2 0-1 0 0,0 0 1 0 0,-5 21-1 0 0,-10 74 892 0 0,20-106-1163 0 0,-8 54 597 0 0,2 0 0 0 0,4 1 0 0 0,1 0 0 0 0,8 63-1 0 0,-6-120-700 0 0,1 0 39 0 0,-1 1 0 0 0,1 0 1 0 0,0-1-1 0 0,3 8 0 0 0,-4-11-35 0 0,0-1 0 0 0,0 1-1 0 0,1 0 1 0 0,-1-1-1 0 0,1 1 1 0 0,-1 0 0 0 0,0-1-1 0 0,1 1 1 0 0,-1 0 0 0 0,1-1-1 0 0,-1 1 1 0 0,1-1-1 0 0,-1 1 1 0 0,1-1 0 0 0,0 0-1 0 0,-1 1 1 0 0,1-1-1 0 0,0 1 1 0 0,-1-1 0 0 0,1 0-1 0 0,0 0 1 0 0,-1 1 0 0 0,1-1-1 0 0,0 0 1 0 0,0 0-1 0 0,-1 0 1 0 0,1 0 0 0 0,0 0-1 0 0,0 0 1 0 0,-1 0-1 0 0,1 0 1 0 0,0 0 0 0 0,0 0-1 0 0,-1 0 1 0 0,2-1 0 0 0,5 0-1649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3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61 919 0 0,'-3'-3'-204'0'0,"1"1"364"0"0,0-1-1 0 0,0 1 1 0 0,0-1-1 0 0,0 0 1 0 0,1 0-1 0 0,-2-3 0 0 0,2 5 32 0 0,1 0 1 0 0,0 1-1 0 0,0-1 0 0 0,0 0 0 0 0,-1 0 0 0 0,1 1 0 0 0,0-1 0 0 0,0 0 0 0 0,0 0 0 0 0,0 1 0 0 0,0-1 0 0 0,1 0 0 0 0,-1 0 0 0 0,0 0 0 0 0,0 1 0 0 0,0-1 0 0 0,1 0 0 0 0,-1 1 0 0 0,0-1 0 0 0,1 0 0 0 0,-1 1 0 0 0,1-1 0 0 0,-1 0 0 0 0,1 1 0 0 0,-1-1 0 0 0,1 1 0 0 0,-1-1 0 0 0,1 1 0 0 0,0-1 0 0 0,-1 1 0 0 0,1-1 0 0 0,1 0 0 0 0,2-1 601 0 0,0 0 1 0 0,0 0-1 0 0,1 1 0 0 0,-1-1 0 0 0,1 1 0 0 0,-1 0 0 0 0,1 0 0 0 0,-1 1 0 0 0,6-1 0 0 0,44 2 3204 0 0,-39 0-3295 0 0,62 3 215 0 0,-65-3-1098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3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13359 0 0,'3'-5'311'0'0,"-2"4"-295"0"0,0-1 0 0 0,0 1 0 0 0,0-1-1 0 0,0 1 1 0 0,0-1 0 0 0,0 1 0 0 0,0-1 0 0 0,1 1 0 0 0,-1 0 0 0 0,0 0 0 0 0,1-1 0 0 0,-1 1-1 0 0,1 0 1 0 0,-1 0 0 0 0,1 0 0 0 0,0 1 0 0 0,-1-1 0 0 0,1 0 0 0 0,0 1 0 0 0,-1-1 0 0 0,1 1-1 0 0,0-1 1 0 0,3 1 0 0 0,1 0 49 0 0,0-1 0 0 0,0 2 0 0 0,0-1 0 0 0,0 1 0 0 0,0 0 0 0 0,0 0 0 0 0,0 0-1 0 0,-1 1 1 0 0,1 0 0 0 0,9 4 0 0 0,-9-2 172 0 0,-1-1-1 0 0,1 1 1 0 0,-1 0 0 0 0,0 0-1 0 0,0 1 1 0 0,-1-1 0 0 0,1 1-1 0 0,-1 0 1 0 0,0 0-1 0 0,0 1 1 0 0,-1-1 0 0 0,1 1-1 0 0,-1 0 1 0 0,0 0 0 0 0,2 8-1 0 0,0 1 75 0 0,-1 1-1 0 0,-1 0 1 0 0,-1 0 0 0 0,0 0-1 0 0,0 0 1 0 0,-2 0-1 0 0,0 0 1 0 0,-1 0 0 0 0,-1 0-1 0 0,-5 24 1 0 0,-1-7-5 0 0,-2 0 0 0 0,0-1 0 0 0,-30 59 0 0 0,27-66-302 0 0,-32 70 2 0 0,38-77-97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4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17 8287 0 0,'0'-1'186'0'0,"0"0"0"0"0,-1 0 0 0 0,1 0 0 0 0,-1 0 1 0 0,1 1-1 0 0,-1-1 0 0 0,0 0 0 0 0,1 0 0 0 0,-1 0 0 0 0,0 0 0 0 0,0 1 0 0 0,0-1 0 0 0,1 0 0 0 0,-1 0 0 0 0,0 1 0 0 0,0-1 0 0 0,0 1 0 0 0,0-1 0 0 0,0 1 0 0 0,0-1 0 0 0,0 1 0 0 0,0 0 0 0 0,0 0 0 0 0,0-1 0 0 0,0 1 0 0 0,-1 0 0 0 0,1 0 0 0 0,0 0 0 0 0,0 0 0 0 0,0 0 0 0 0,-2 1 0 0 0,1-1-20 0 0,0 1-1 0 0,0 0 0 0 0,0 0 1 0 0,0 0-1 0 0,1 0 0 0 0,-1 1 1 0 0,0-1-1 0 0,1 0 0 0 0,-1 1 1 0 0,1-1-1 0 0,-1 1 0 0 0,1 0 1 0 0,0-1-1 0 0,-1 1 1 0 0,1 0-1 0 0,-1 3 0 0 0,-18 42 869 0 0,2 0-1 0 0,-19 86 1 0 0,27-94-699 0 0,-1 2 152 0 0,2 1 0 0 0,-6 77-1 0 0,14-104-419 0 0,1 0 0 0 0,0 0 0 0 0,1 1-1 0 0,1-1 1 0 0,1 0 0 0 0,0 0 0 0 0,0 0-1 0 0,2 0 1 0 0,0-1 0 0 0,0 0 0 0 0,11 18-1 0 0,-12-25-232 0 0,1 1-1 0 0,0-1 0 0 0,1 0 0 0 0,0 0 0 0 0,0 0 0 0 0,0-1 0 0 0,1 0 0 0 0,0 0 0 0 0,0-1 0 0 0,8 5 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4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5983 0 0,'2'-2'40'0'0,"0"0"208"0"0,-1 1-1 0 0,0-1 1 0 0,1 1 0 0 0,0 0-1 0 0,-1-1 1 0 0,1 1-1 0 0,0 0 1 0 0,-1 0-1 0 0,1 0 1 0 0,0 0-1 0 0,0 0 1 0 0,0 1 0 0 0,0-1-1 0 0,3 0 1 0 0,21-5 4744 0 0,44-5 0 0 0,-59 10-4876 0 0,1 1 1 0 0,-1 0-1 0 0,18 3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4.8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26 7367 0 0,'-1'-6'451'0'0,"0"5"-377"0"0,1 0 0 0 0,-1 0 0 0 0,1 0-1 0 0,0 0 1 0 0,0 0 0 0 0,-1-1 0 0 0,1 1-1 0 0,0 0 1 0 0,0 0 0 0 0,0 0-1 0 0,0 0 1 0 0,1 0 0 0 0,-1-1 0 0 0,0 1-1 0 0,1-2 1 0 0,6 17 4337 0 0,2 11-2034 0 0,-1-1 0 0 0,9 46 1 0 0,1 54-674 0 0,-16-105-1497 0 0,4 34 81 0 0,-2-1-1 0 0,-3 70 1 0 0,-3-100-465 0 0,0 0 0 0 0,-1 0-1 0 0,-1 0 1 0 0,-2-1 0 0 0,0 0 0 0 0,-1 0 0 0 0,-1 0 0 0 0,-13 25-1 0 0,-7-1-7575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5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8 113 5983 0 0,'-2'-2'820'0'0,"-3"-11"7334"0"0,5 13-8032 0 0,55 12 1099 0 0,1-3-1 0 0,0-2 1 0 0,62-1-1 0 0,180-13-1001 0 0,-152 1 122 0 0,417-18 427 0 0,598 1 630 0 0,-185-16-1134 0 0,-959 38-264 0 0,117-14 0 0 0,-122 10 10 0 0,-18 2 12 0 0,-18-1 10 0 0,-19-1-47 0 0,25 6-58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6.3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7831 0 0,'1'-4'4958'0'0,"8"3"-1228"0"0,-5 0-1508 0 0,32-2-1046 0 0,1 1 1 0 0,52 4 0 0 0,-87-2-1171 0 0,0 1 0 0 0,0-1 0 0 0,-1 0 0 0 0,1 1-1 0 0,0-1 1 0 0,0 1 0 0 0,-1 0 0 0 0,1-1 0 0 0,-1 1 0 0 0,1 0 0 0 0,0 0 0 0 0,2 2-1 0 0,-4-2-5 0 0,0-1 0 0 0,1 0-1 0 0,-1 1 1 0 0,0-1 0 0 0,0 1 0 0 0,0-1-1 0 0,1 0 1 0 0,-1 1 0 0 0,0-1-1 0 0,0 0 1 0 0,0 1 0 0 0,0-1-1 0 0,0 1 1 0 0,0-1 0 0 0,0 1-1 0 0,0-1 1 0 0,0 0 0 0 0,0 1 0 0 0,0-1-1 0 0,0 1 1 0 0,0-1 0 0 0,0 1-1 0 0,0 0 2 0 0,-1 0-1 0 0,0 0 0 0 0,1 0 0 0 0,-1 0 0 0 0,0 0 1 0 0,1 0-1 0 0,-1 0 0 0 0,0 0 0 0 0,0 0 1 0 0,0 0-1 0 0,-1 1 0 0 0,-15 10-164 0 0,-26 14 0 0 0,27-17 9 0 0,0 1 1 0 0,-17 14-1 0 0,32-23 157 0 0,1-1-1 0 0,-1 0 1 0 0,1 0-1 0 0,0 1 1 0 0,-1-1 0 0 0,1 0-1 0 0,-1 1 1 0 0,1-1-1 0 0,0 0 1 0 0,-1 1 0 0 0,1-1-1 0 0,0 1 1 0 0,0-1-1 0 0,-1 1 1 0 0,1-1-1 0 0,0 1 1 0 0,0-1 0 0 0,0 0-1 0 0,-1 1 1 0 0,1-1-1 0 0,0 1 1 0 0,0-1 0 0 0,0 1-1 0 0,0 0 1 0 0,0-1-1 0 0,0 1 1 0 0,0 0-1 0 0,1-1 12 0 0,-1 1-1 0 0,1-1 1 0 0,-1 1-1 0 0,1-1 0 0 0,-1 1 1 0 0,1-1-1 0 0,-1 0 1 0 0,1 1-1 0 0,-1-1 0 0 0,1 0 1 0 0,0 1-1 0 0,-1-1 1 0 0,1 0-1 0 0,0 0 0 0 0,-1 0 1 0 0,1 0-1 0 0,1 1 1 0 0,31-1 767 0 0,12-6-396 0 0,77-20 0 0 0,-121 26-506 0 0,-3 1-953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7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3 675 8287 0 0,'-1'-4'270'0'0,"1"0"-1"0"0,-1 1 0 0 0,1-1 0 0 0,0 1 0 0 0,0-1 1 0 0,0 0-1 0 0,1-4 0 0 0,-1 3 54 0 0,1 0 0 0 0,0-1 0 0 0,1 1 0 0 0,-1 0 0 0 0,1 0 0 0 0,0 1-1 0 0,0-1 1 0 0,4-6 0 0 0,-6 10-202 0 0,1 0 0 0 0,-1 0-1 0 0,1 1 1 0 0,0-1-1 0 0,-1 0 1 0 0,1 0 0 0 0,0 1-1 0 0,0-1 1 0 0,0 0-1 0 0,0 1 1 0 0,0-1 0 0 0,0 1-1 0 0,0-1 1 0 0,0 1-1 0 0,0-1 1 0 0,0 1 0 0 0,0 0-1 0 0,0 0 1 0 0,0-1 0 0 0,0 1-1 0 0,2 0 1 0 0,-2 0-28 0 0,1 1 0 0 0,-1-1 0 0 0,1 1 1 0 0,-1-1-1 0 0,1 1 0 0 0,-1-1 0 0 0,1 1 0 0 0,-1 0 1 0 0,1 0-1 0 0,-1 0 0 0 0,0-1 0 0 0,0 1 1 0 0,2 2-1 0 0,1 2 38 0 0,1 0 0 0 0,-1 0-1 0 0,-1 0 1 0 0,1 0 0 0 0,5 12 0 0 0,1 5 94 0 0,-1 2-1 0 0,11 45 1 0 0,2 51 423 0 0,2 4-67 0 0,-18-101-474 0 0,0 0 1 0 0,2 0-1 0 0,13 26 0 0 0,-20-48-107 0 0,19 33 35 0 0,-19-32-31 0 0,0-1 1 0 0,0 1-1 0 0,0-1 0 0 0,0 1 1 0 0,0-1-1 0 0,1 0 0 0 0,-1 0 1 0 0,0 1-1 0 0,1-1 0 0 0,-1 0 1 0 0,1 0-1 0 0,0 0 0 0 0,-1-1 1 0 0,1 1-1 0 0,0 0 1 0 0,-1-1-1 0 0,1 1 0 0 0,3 0 1 0 0,-4-1 5 0 0,0 0 0 0 0,0-1 1 0 0,0 1-1 0 0,0 0 0 0 0,0-1 1 0 0,0 1-1 0 0,1-1 0 0 0,-1 1 1 0 0,0-1-1 0 0,0 1 0 0 0,0-1 1 0 0,-1 0-1 0 0,1 0 0 0 0,0 1 1 0 0,0-1-1 0 0,0 0 0 0 0,0 0 1 0 0,-1 0-1 0 0,1 0 0 0 0,0 0 1 0 0,-1 0-1 0 0,1 0 0 0 0,-1 0 1 0 0,1 0-1 0 0,-1 0 0 0 0,0 0 1 0 0,1 0-1 0 0,-1 0 0 0 0,0-2 1 0 0,2-4 48 0 0,-1 0 0 0 0,0-1 0 0 0,0-8 1 0 0,0 13-53 0 0,-1-39 354 0 0,-8-80 0 0 0,-18-42-40 0 0,17 113-286 0 0,-15-57 28 0 0,-39-110 1 0 0,49 175-51 0 0,-18-67 38 0 0,27 89-8 0 0,0-1-1 0 0,-2 2 0 0 0,-1-1 1 0 0,0 1-1 0 0,-2 0 0 0 0,0 0 1 0 0,-18-24-1 0 0,24 37-42 0 0,8 9 0 0 0,3 2 0 0 0,5 0-32 0 0,-1-1 0 0 0,1 1 0 0 0,0-2 0 0 0,0 0 0 0 0,0 0-1 0 0,14 0 1 0 0,-2 0-30 0 0,29 1 19 0 0,0-1-1 0 0,59-7 0 0 0,107-20 63 0 0,-93 8-28 0 0,-66 11 9 0 0,127-18 0 0 0,-164 23 541 0 0,-13 3-1449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39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75 6911 0 0,'-1'-1'91'0'0,"1"1"0"0"0,-1-1-1 0 0,1 1 1 0 0,0-1-1 0 0,-1 1 1 0 0,1-1-1 0 0,-1 1 1 0 0,1-1 0 0 0,0 1-1 0 0,0-1 1 0 0,-1 1-1 0 0,1-1 1 0 0,0 0 0 0 0,0 1-1 0 0,0-1 1 0 0,-1 1-1 0 0,1-1 1 0 0,0 0-1 0 0,0 1 1 0 0,0-1 0 0 0,0 0-1 0 0,0 1 1 0 0,0-1-1 0 0,1 1 1 0 0,-1-2-1 0 0,1 1 131 0 0,-1-1 0 0 0,1 1-1 0 0,0 0 1 0 0,0 0-1 0 0,-1 0 1 0 0,1 0-1 0 0,0 0 1 0 0,0 0-1 0 0,0 0 1 0 0,0 0-1 0 0,2-1 1 0 0,4-2 727 0 0,0 0 0 0 0,-1 0 1 0 0,11-3-1 0 0,-15 6-839 0 0,14-5 1321 0 0,28-8 0 0 0,-39 13-1217 0 0,0 0-1 0 0,1 0 1 0 0,-1 0-1 0 0,1 1 0 0 0,-1 0 1 0 0,0 0-1 0 0,1 0 0 0 0,-1 0 1 0 0,9 3-1 0 0,-13-3-170 0 0,1 0 0 0 0,-1 1 1 0 0,0-1-1 0 0,0 1 0 0 0,1-1 0 0 0,-1 1 0 0 0,0 0 0 0 0,0-1 0 0 0,0 1 1 0 0,0 0-1 0 0,0 0 0 0 0,1 0 0 0 0,-2 0 0 0 0,1 0 0 0 0,0 0 0 0 0,0 0 0 0 0,0 0 1 0 0,0 0-1 0 0,-1 0 0 0 0,1 0 0 0 0,0 0 0 0 0,0 3 0 0 0,-1-2-13 0 0,0 0 0 0 0,0-1-1 0 0,1 1 1 0 0,-2 0 0 0 0,1 0-1 0 0,0 0 1 0 0,0 0-1 0 0,-1 0 1 0 0,1 0 0 0 0,-1 0-1 0 0,1 0 1 0 0,-1-1 0 0 0,-2 4-1 0 0,-1 3-5 0 0,0-1-1 0 0,-1-1 1 0 0,0 1 0 0 0,-1-1-1 0 0,1 1 1 0 0,-8 5-1 0 0,-22 11-27 0 0,27-19 24 0 0,1 0 1 0 0,0 1-1 0 0,-12 10 0 0 0,22-13 49 0 0,7-2-58 0 0,9 0-16 0 0,-4-2 6 0 0,-1 1 0 0 0,1 1 0 0 0,0 1 0 0 0,22 3 0 0 0,-34-3 0 0 0,0 0 0 0 0,1-1 0 0 0,-1 2 0 0 0,1-1 0 0 0,-1 0 0 0 0,0 1 0 0 0,0-1 0 0 0,0 1 0 0 0,0 0 0 0 0,0 0 0 0 0,0 0 0 0 0,0 0 0 0 0,-1 0 0 0 0,1 1 0 0 0,-1 0 0 0 0,0-1 0 0 0,1 1 0 0 0,-1 0 0 0 0,0 0 0 0 0,-1 0 0 0 0,1 0 0 0 0,-1 0 0 0 0,1 0 0 0 0,1 6 0 0 0,1 21 12 0 0,-3-23-16 0 0,-1-1 1 0 0,-1 1 0 0 0,1-1-1 0 0,-1 1 1 0 0,-3 9-1 0 0,4-14 26 0 0,-1 1 0 0 0,0 0 0 0 0,0 0 0 0 0,0-1-1 0 0,0 1 1 0 0,0 0 0 0 0,-1-1 0 0 0,1 1 0 0 0,-1-1-1 0 0,0 0 1 0 0,0 1 0 0 0,0-1 0 0 0,0 0-1 0 0,0 0 1 0 0,0 0 0 0 0,0-1 0 0 0,-1 1 0 0 0,1 0-1 0 0,-1-1 1 0 0,1 1 0 0 0,-1-1 0 0 0,1 0 0 0 0,-1 0-1 0 0,-5 1 1 0 0,-3-1 23 0 0,0 0 0 0 0,0-1 0 0 0,0 0 0 0 0,0 0 0 0 0,0-2 0 0 0,0 1 0 0 0,0-1 0 0 0,1-1-1 0 0,-1 0 1 0 0,1 0 0 0 0,-1-1 0 0 0,-18-10 0 0 0,22 9-62 0 0,7 4-67 0 0,0 1 1 0 0,0 0 0 0 0,-1 0 0 0 0,1 0 0 0 0,0 0-1 0 0,0 0 1 0 0,0-1 0 0 0,0 1 0 0 0,0 0-1 0 0,0 0 1 0 0,-1 0 0 0 0,1 0 0 0 0,0-1 0 0 0,0 1-1 0 0,0 0 1 0 0,0 0 0 0 0,0 0 0 0 0,0-1-1 0 0,0 1 1 0 0,0 0 0 0 0,0 0 0 0 0,0 0 0 0 0,0-1-1 0 0,0 1 1 0 0,0 0 0 0 0,0 0 0 0 0,0 0-1 0 0,0-1 1 0 0,0 1 0 0 0,0 0 0 0 0,0 0 0 0 0,0 0-1 0 0,0-1 1 0 0,0 1 0 0 0,0 0 0 0 0,1 0-1 0 0,-1 0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0.2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2759 0 0,'1'-1'75'0'0,"-1"0"-1"0"0,1-1 0 0 0,0 1 1 0 0,0 0-1 0 0,0 0 0 0 0,0 0 0 0 0,0 0 1 0 0,0 0-1 0 0,0 0 0 0 0,1 0 1 0 0,-1 0-1 0 0,0 0 0 0 0,2 0 0 0 0,22-11 1919 0 0,-13 7-1072 0 0,-1-1 463 0 0,1 1-1 0 0,0 1 1 0 0,0 0 0 0 0,17-3 0 0 0,-24 6-977 0 0,0 0 0 0 0,0 0 0 0 0,1 1 0 0 0,-1-1 1 0 0,0 1-1 0 0,0 1 0 0 0,1-1 0 0 0,-1 1 1 0 0,0 0-1 0 0,0 0 0 0 0,0 0 0 0 0,0 1 0 0 0,6 3 1 0 0,-9-4-304 0 0,0 0 0 0 0,0 0 0 0 0,0 0 0 0 0,0 0 1 0 0,0 1-1 0 0,-1-1 0 0 0,1 1 0 0 0,0-1 0 0 0,-1 1 1 0 0,1 0-1 0 0,-1 0 0 0 0,0-1 0 0 0,0 1 1 0 0,1 0-1 0 0,-1 0 0 0 0,0 0 0 0 0,-1 1 0 0 0,1-1 1 0 0,1 3-1 0 0,-2-1-56 0 0,0-1 1 0 0,0 0-1 0 0,0 1 1 0 0,0-1-1 0 0,-1 0 1 0 0,1 1-1 0 0,-1-1 1 0 0,0 0-1 0 0,0 0 1 0 0,0 1-1 0 0,-3 4 1 0 0,-1 2-41 0 0,0-1 1 0 0,-1 0-1 0 0,-1-1 1 0 0,1 0 0 0 0,-1 0-1 0 0,0 0 1 0 0,-11 8-1 0 0,-1-1 49 0 0,-20 16 59 0 0,36-28-96 0 0,0 0 0 0 0,1 0 0 0 0,-1 0 0 0 0,1 0 0 0 0,0 0 0 0 0,-1 1 0 0 0,1-1 0 0 0,1 1 0 0 0,-3 5 0 0 0,3-8-9 0 0,1 0-1 0 0,-1 1 0 0 0,1-1 0 0 0,0 0 0 0 0,0 1 0 0 0,0-1 0 0 0,-1 0 0 0 0,1 1 0 0 0,1-1 0 0 0,-1 0 0 0 0,0 1 0 0 0,0-1 0 0 0,0 0 0 0 0,1 1 0 0 0,-1-1 0 0 0,0 0 0 0 0,1 0 0 0 0,0 1 1 0 0,-1-1-1 0 0,2 2 0 0 0,-1-2 13 0 0,1 0 1 0 0,-1 1-1 0 0,0-1 1 0 0,1 0-1 0 0,0 0 1 0 0,-1 1-1 0 0,1-1 1 0 0,0 0-1 0 0,0-1 1 0 0,-1 1-1 0 0,1 0 1 0 0,3 0-1 0 0,4 1 105 0 0,1 0 0 0 0,0-1-1 0 0,0 0 1 0 0,13-1 0 0 0,-19 0-86 0 0,15-1 195 0 0,25-4 0 0 0,-25 2-34 0 0,25 0 1 0 0,-29 0-367 0 0,-14 3 54 0 0,-1 0 0 0 0,1 0 0 0 0,-1 0 0 0 0,1-1 0 0 0,-1 1 0 0 0,1 0 0 0 0,-1 0 0 0 0,1-1 0 0 0,-1 1 0 0 0,1 0 0 0 0,-1-1 0 0 0,1 1 0 0 0,-1 0 0 0 0,1-1 0 0 0,-1 1-1 0 0,0-1 1 0 0,1 1 0 0 0,-1-1 0 0 0,0 1 0 0 0,0-1 0 0 0,1 1 0 0 0,-1-1 0 0 0,0 0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0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1375 0 0,'3'-1'867'0'0,"0"-1"-1"0"0,0 1 1 0 0,0-1-1 0 0,0 1 1 0 0,1 0-1 0 0,-1 0 1 0 0,0 1-1 0 0,0-1 1 0 0,1 1-1 0 0,4-1 1 0 0,9-1 1135 0 0,-1-2-767 0 0,-1 1 1 0 0,1 1-1 0 0,0 0 1 0 0,0 2-1 0 0,30 1 1 0 0,-43-1-1474 0 0,1 1 367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0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1375 0 0,'0'0'33'0'0,"0"1"-1"0"0,-1-1 0 0 0,1 0 0 0 0,0 0 0 0 0,0 1 0 0 0,0-1 1 0 0,0 0-1 0 0,0 0 0 0 0,0 1 0 0 0,0-1 0 0 0,-1 0 0 0 0,1 1 1 0 0,0-1-1 0 0,0 0 0 0 0,0 0 0 0 0,0 1 0 0 0,0-1 0 0 0,0 0 1 0 0,0 1-1 0 0,1-1 0 0 0,-1 0 0 0 0,0 0 0 0 0,0 1 0 0 0,0-1 1 0 0,0 0-1 0 0,0 1 0 0 0,0-1 0 0 0,0 0 0 0 0,1 0 0 0 0,-1 1 1 0 0,0-1-1 0 0,0 0 0 0 0,0 0 0 0 0,0 0 0 0 0,1 1 0 0 0,-1-1 1 0 0,15 6 2349 0 0,25 0 2606 0 0,-35-6-4394 0 0,23 2 2605 0 0,0-1-1 0 0,28-4 0 0 0,17-5-2604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1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76 5063 0 0,'2'-3'286'0'0,"0"-1"-1"0"0,-1 0 0 0 0,0 0 0 0 0,1 0 0 0 0,-1 0 0 0 0,-1 0 1 0 0,1 0-1 0 0,0-5 0 0 0,5-20 3418 0 0,0 22 1175 0 0,-3 23-2562 0 0,-3 7-1843 0 0,0 1 0 0 0,-2 0 0 0 0,-1-1 0 0 0,0 0 0 0 0,-2 1 0 0 0,-1-1 0 0 0,-8 23 0 0 0,0-11-370 0 0,-1-1 0 0 0,-26 42 0 0 0,37-67-89 0 0,11-9-17 0 0,-4 0 3 0 0,-1-1 0 0 0,1 0 0 0 0,0 1 0 0 0,-1-1 0 0 0,1 1 0 0 0,0 0 0 0 0,0 0 0 0 0,-1 0 0 0 0,1 0 0 0 0,3 1 0 0 0,4 1 0 0 0,57 11 0 0 0,-55-12-12 0 0,0 0 0 0 0,-1-1 0 0 0,1 0 0 0 0,21-3 0 0 0,-30 2 10 0 0,0 1 0 0 0,-1-1 0 0 0,1 0 0 0 0,-1 0-1 0 0,1 0 1 0 0,-1 0 0 0 0,1 0 0 0 0,-1 0 0 0 0,0-1 0 0 0,0 1 0 0 0,1-1-1 0 0,-1 1 1 0 0,0-1 0 0 0,-1 0 0 0 0,1 0 0 0 0,0 0 0 0 0,0 0 0 0 0,-1 0-1 0 0,1 0 1 0 0,-1-1 0 0 0,0 1 0 0 0,0 0 0 0 0,1-1 0 0 0,-2 1 0 0 0,1-1-1 0 0,0 1 1 0 0,0-5 0 0 0,0-8 2 0 0,0 0 0 0 0,-2 0 0 0 0,0-1 0 0 0,-1 1 0 0 0,0 0 0 0 0,-6-19 0 0 0,4 91 0 0 0,9-14 142 0 0,1-1 0 0 0,3-1 1 0 0,16 50-1 0 0,-7-31-51 0 0,-16-51-68 0 0,-1-5-10 0 0,1 0-1 0 0,-1 0 0 0 0,-1 0 0 0 0,2 7 0 0 0,-2-11-17 0 0,0 0-1 0 0,0 0 0 0 0,0 1 1 0 0,0-1-1 0 0,0 0 1 0 0,0 0-1 0 0,0 0 1 0 0,0 0-1 0 0,0 0 0 0 0,0 0 1 0 0,-1 0-1 0 0,1 0 1 0 0,0 0-1 0 0,0 0 0 0 0,0 0 1 0 0,0 1-1 0 0,0-1 1 0 0,0 0-1 0 0,0 0 1 0 0,0 0-1 0 0,0 0 0 0 0,0 0 1 0 0,0 0-1 0 0,0 0 1 0 0,0 0-1 0 0,-1 0 0 0 0,1 0 1 0 0,0 0-1 0 0,0 0 1 0 0,0 0-1 0 0,0 0 1 0 0,0 0-1 0 0,0 0 0 0 0,0 0 1 0 0,0 0-1 0 0,0 0 1 0 0,-1 0-1 0 0,1 0 1 0 0,0 0-1 0 0,0 0 0 0 0,0 0 1 0 0,0 0-1 0 0,0 0 1 0 0,0 0-1 0 0,0 0 0 0 0,0 0 1 0 0,0 0-1 0 0,0 0 1 0 0,0 0-1 0 0,-1 0 1 0 0,1 0-1 0 0,0 0 0 0 0,0-1 1 0 0,0 1-1 0 0,0 0 1 0 0,0 0-1 0 0,0 0 1 0 0,0 0-1 0 0,0 0 0 0 0,0 0 1 0 0,0 0-1 0 0,0 0 1 0 0,0 0-1 0 0,0 0 0 0 0,0 0 1 0 0,0-1-1 0 0,0 1 1 0 0,0 0-1 0 0,-5-5-1021 0 0,4 0-329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2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72 407 6447 0 0,'13'29'7223'0'0,"1"7"-3822"0"0,26 57-823 0 0,-14-39-1921 0 0,71 130 1671 0 0,-95-181-2311 0 0,-1-1-1 0 0,1 1 1 0 0,0-1 0 0 0,0 0-1 0 0,0 1 1 0 0,0-1 0 0 0,0 0-1 0 0,4 3 1 0 0,-5-5-13 0 0,0 0 1 0 0,-1 1-1 0 0,1-1 1 0 0,-1 0-1 0 0,1 0 1 0 0,-1 0-1 0 0,1 1 1 0 0,-1-1-1 0 0,1 0 1 0 0,0 0-1 0 0,-1 0 1 0 0,1 0 0 0 0,-1 0-1 0 0,1 0 1 0 0,0 0-1 0 0,-1 0 1 0 0,1 0-1 0 0,-1 0 1 0 0,2-1-1 0 0,-2 1-3 0 0,1-1 0 0 0,0 1 0 0 0,0-1-1 0 0,0 0 1 0 0,-1 1 0 0 0,1-1 0 0 0,0 0 0 0 0,-1 0-1 0 0,1 1 1 0 0,0-1 0 0 0,-1 0 0 0 0,1 0 0 0 0,-1 0 0 0 0,0 0-1 0 0,1-1 1 0 0,2-6 5 0 0,0-1 0 0 0,-1 1 0 0 0,0-1 0 0 0,-1 1 0 0 0,0-1 0 0 0,0 0 0 0 0,-1 0 0 0 0,0 1 0 0 0,-3-17 0 0 0,-2-6-92 0 0,-12-40 0 0 0,0 13 121 0 0,-3 1-1 0 0,-32-62 1 0 0,-66-103 69 0 0,86 172-104 0 0,21 36 0 0 0,2-1 0 0 0,0 0 0 0 0,0 0 0 0 0,-7-21 0 0 0,16 35 0 0 0,0 1 0 0 0,0 0 0 0 0,0-1 0 0 0,0 1 0 0 0,0 0 0 0 0,0 0 0 0 0,0-1 0 0 0,0 1 0 0 0,0 0 0 0 0,0-1 0 0 0,0 1 0 0 0,0 0 0 0 0,0 0 0 0 0,0-1 0 0 0,0 1 0 0 0,0 0 0 0 0,0-1 0 0 0,0 1 0 0 0,1 0 0 0 0,-1 0 0 0 0,0 0 0 0 0,0-1 0 0 0,0 1 0 0 0,0 0 0 0 0,1 0 0 0 0,-1-1 0 0 0,0 1 0 0 0,0 0 0 0 0,1 0 0 0 0,-1 0 0 0 0,0 0 0 0 0,0-1 0 0 0,1 1 0 0 0,-1 0 0 0 0,0 0 0 0 0,0 0 0 0 0,1 0 0 0 0,-1 0 0 0 0,0 0 0 0 0,0 0 0 0 0,1 0 0 0 0,-1 0 0 0 0,0 0 0 0 0,1 0 0 0 0,-1 0 0 0 0,0 0 0 0 0,0 0 0 0 0,1 0 0 0 0,-1 0 0 0 0,0 0 0 0 0,1 0 0 0 0,16 3 0 0 0,34 12 0 0 0,-3-2 0 0 0,92 15 0 0 0,-100-24 0 0 0,1-2 0 0 0,-1-2 0 0 0,1-2 0 0 0,-1-1 0 0 0,0-2 0 0 0,65-17 0 0 0,-101 21-360 0 0,-7 1-771 0 0,-10 3-3735 0 0,4 2-2281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3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96 1839 0 0,'-21'-16'3639'0'0,"18"14"-2791"0"0,0 0 0 0 0,0 0 0 0 0,0 0 0 0 0,0 0 0 0 0,0-1 0 0 0,1 0 0 0 0,-5-4 0 0 0,7 6-682 0 0,-1 0-1 0 0,1 0 0 0 0,0 0 0 0 0,-1-1 1 0 0,1 1-1 0 0,0 0 0 0 0,0 0 1 0 0,0 0-1 0 0,0 0 0 0 0,0 0 0 0 0,0 0 1 0 0,0 0-1 0 0,0 0 0 0 0,0 0 1 0 0,0-1-1 0 0,1 1 0 0 0,-1 0 0 0 0,0 0 1 0 0,1 0-1 0 0,-1 0 0 0 0,1 0 0 0 0,-1 0 1 0 0,1 0-1 0 0,0 1 0 0 0,-1-1 1 0 0,1 0-1 0 0,0 0 0 0 0,0 0 0 0 0,0 1 1 0 0,-1-1-1 0 0,2-1 0 0 0,1 0 49 0 0,1-1 0 0 0,-1 1 0 0 0,1 0 0 0 0,-1-1-1 0 0,1 2 1 0 0,0-1 0 0 0,-1 0 0 0 0,1 1 0 0 0,0-1 0 0 0,0 1-1 0 0,0 0 1 0 0,0 1 0 0 0,0-1 0 0 0,0 1 0 0 0,1-1-1 0 0,-1 1 1 0 0,0 1 0 0 0,0-1 0 0 0,0 0 0 0 0,0 1 0 0 0,0 0-1 0 0,5 2 1 0 0,-5-2-185 0 0,-1 0 1 0 0,1 0-1 0 0,-1 0 0 0 0,1 1 0 0 0,-1 0 0 0 0,0 0 1 0 0,0 0-1 0 0,0 0 0 0 0,0 0 0 0 0,0 0 0 0 0,0 1 1 0 0,0 0-1 0 0,-1-1 0 0 0,1 1 0 0 0,-1 0 0 0 0,0 0 1 0 0,0 0-1 0 0,0 1 0 0 0,0-1 0 0 0,-1 0 0 0 0,1 1 1 0 0,-1-1-1 0 0,0 1 0 0 0,0-1 0 0 0,1 5 0 0 0,-2 2-28 0 0,0 1-1 0 0,0-1 1 0 0,-1 0-1 0 0,-1 1 0 0 0,1-1 1 0 0,-2 0-1 0 0,1 0 1 0 0,-1 0-1 0 0,-1-1 0 0 0,-9 19 1 0 0,-1-2 29 0 0,-1-1 0 0 0,-30 37 0 0 0,34-50 79 0 0,-8 8-107 0 0,18-19-4 0 0,1 0 0 0 0,-1-1 0 0 0,1 1 0 0 0,-1 0 0 0 0,1 0 0 0 0,-1 0 0 0 0,1 0 0 0 0,0 0 0 0 0,-1 0 0 0 0,1-1 1 0 0,0 1-1 0 0,0 0 0 0 0,0 0 0 0 0,-1 0 0 0 0,1 0 0 0 0,0 0 0 0 0,0 0 0 0 0,1 0 0 0 0,-1 0 0 0 0,0 0 0 0 0,0 1 0 0 0,1-1 20 0 0,0 1 0 0 0,0-1-1 0 0,0 0 1 0 0,-1 0 0 0 0,1 0 0 0 0,0 0 0 0 0,1 0-1 0 0,-1-1 1 0 0,0 1 0 0 0,0 0 0 0 0,0 0-1 0 0,0-1 1 0 0,1 1 0 0 0,-1 0 0 0 0,0-1-1 0 0,0 0 1 0 0,1 1 0 0 0,1-1 0 0 0,26 5 434 0 0,-25-4-403 0 0,15 0 124 0 0,1 0 0 0 0,-1-1-1 0 0,0-1 1 0 0,24-5 0 0 0,75-19 527 0 0,-104 22-25 0 0,-8 4-1719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7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8 215 10591 0 0,'-1'-1'183'0'0,"0"-1"0"0"0,0 0 0 0 0,0 0 0 0 0,1 1-1 0 0,-1-1 1 0 0,1 0 0 0 0,-1 0 0 0 0,1 0 0 0 0,-1 0-1 0 0,1 0 1 0 0,0 0 0 0 0,0 0 0 0 0,0 1 0 0 0,0-1-1 0 0,0 0 1 0 0,1 0 0 0 0,-1 0 0 0 0,0 0 0 0 0,1 0-1 0 0,-1 0 1 0 0,1 0 0 0 0,0 1 0 0 0,1-4 0 0 0,0 3 120 0 0,0 0 1 0 0,0 0 0 0 0,1 0-1 0 0,-1 0 1 0 0,0 0-1 0 0,1 0 1 0 0,-1 1 0 0 0,1-1-1 0 0,-1 1 1 0 0,1 0-1 0 0,0 0 1 0 0,0 0 0 0 0,0 0-1 0 0,-1 0 1 0 0,5 0 0 0 0,89-12 912 0 0,-21 4-902 0 0,-2 0-231 0 0,42-8 179 0 0,-103 15-373 0 0,0-1 1 0 0,0-1 0 0 0,-1 0-1 0 0,1-1 1 0 0,-1 0-1 0 0,0-1 1 0 0,11-7 0 0 0,-1-6-1448 0 0,-20 18 1137 0 0,0 0 1 0 0,1-1 0 0 0,-1 1 0 0 0,0-1 0 0 0,0 0 0 0 0,-1 1 0 0 0,1-1-1 0 0,0 0 1 0 0,0 1 0 0 0,-1-1 0 0 0,1 0 0 0 0,-1-3 0 0 0,1-5-4886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7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18 2759 0 0,'-1'-1'-38'0'0,"-1"-1"243"0"0,0 0 0 0 0,0 1-1 0 0,-1-1 1 0 0,1 1 0 0 0,0-1 0 0 0,-1 1 0 0 0,1 0-1 0 0,-1 0 1 0 0,1 0 0 0 0,-1 0 0 0 0,0 1 0 0 0,1-1 0 0 0,-1 1-1 0 0,0 0 1 0 0,-4-1 0 0 0,6 1-47 0 0,1 0 1 0 0,-1 0-1 0 0,1 0 0 0 0,-1 0 1 0 0,1 0-1 0 0,-1 1 0 0 0,1-1 0 0 0,0 0 1 0 0,-1 0-1 0 0,1 0 0 0 0,-1 0 1 0 0,1 0-1 0 0,-1 1 0 0 0,1-1 1 0 0,0 0-1 0 0,-1 0 0 0 0,1 1 0 0 0,0-1 1 0 0,-1 0-1 0 0,1 1 0 0 0,0-1 1 0 0,-1 0-1 0 0,1 1 0 0 0,-1 0 1 0 0,1-1-8 0 0,0 1 0 0 0,0-1 0 0 0,1 1 0 0 0,-1-1 0 0 0,0 1 0 0 0,0-1 1 0 0,0 1-1 0 0,0-1 0 0 0,1 1 0 0 0,-1-1 0 0 0,0 1 0 0 0,0-1 0 0 0,1 1 0 0 0,-1-1 1 0 0,0 0-1 0 0,1 1 0 0 0,-1-1 0 0 0,1 1 0 0 0,26 19 3158 0 0,-19-15-2623 0 0,52 36 2344 0 0,-37-26-2515 0 0,0 0 0 0 0,-1 2-1 0 0,31 29 1 0 0,-50-43-485 0 0,-1 0-1 0 0,0 0 1 0 0,1 0 0 0 0,-1 0-1 0 0,0 0 1 0 0,0 0 0 0 0,-1 1-1 0 0,1-1 1 0 0,-1 0-1 0 0,0 1 1 0 0,1 0 0 0 0,-2-1-1 0 0,1 1 1 0 0,0 0-1 0 0,-1-1 1 0 0,1 6 0 0 0,-2-5 3 0 0,1 1 0 0 0,-1 0 1 0 0,0-1-1 0 0,0 1 0 0 0,-1-1 0 0 0,1 1 1 0 0,-1-1-1 0 0,0 0 0 0 0,0 0 0 0 0,-1 0 1 0 0,1 0-1 0 0,-6 7 0 0 0,-11 10 38 0 0,-1 0 0 0 0,-41 32-1 0 0,-7 8 6 0 0,62-55-1561 0 0,2 1-3392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6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341 737 4607 0 0,'-1'0'224'0'0,"0"0"0"0"0,1 0-1 0 0,-1-1 1 0 0,0 1 0 0 0,0 0-1 0 0,0-1 1 0 0,0 1 0 0 0,0-1-1 0 0,0 1 1 0 0,1-1 0 0 0,-1 1-1 0 0,0-1 1 0 0,0 0 0 0 0,1 1-1 0 0,-1-1 1 0 0,1 0 0 0 0,-1 0-1 0 0,0 1 1 0 0,1-1 0 0 0,-1 0-1 0 0,1 0 1 0 0,0 0 0 0 0,-1 0-1 0 0,1 0 1 0 0,0 1 0 0 0,-1-1-1 0 0,1 0 1 0 0,0 0 0 0 0,0 0-1 0 0,0 0 1 0 0,0 0 0 0 0,0-2-1 0 0,0-3 418 0 0,-1 0 0 0 0,1 0 0 0 0,2-12-1 0 0,-1 14-465 0 0,0-3 256 0 0,1 0 1 0 0,-2 0 0 0 0,1-1-1 0 0,-1-11 1 0 0,-1 17-361 0 0,1 0 0 0 0,-1-1 1 0 0,1 1-1 0 0,-1 0 0 0 0,0 0 0 0 0,0-1 1 0 0,0 1-1 0 0,0 0 0 0 0,0 0 1 0 0,0 0-1 0 0,-1 0 0 0 0,1 0 0 0 0,-1 0 1 0 0,0 1-1 0 0,1-1 0 0 0,-1 0 0 0 0,0 1 1 0 0,-2-2-1 0 0,-1-1-62 0 0,-1 1-1 0 0,1 0 1 0 0,-1 0 0 0 0,0 0 0 0 0,0 1-1 0 0,0-1 1 0 0,0 2 0 0 0,0-1 0 0 0,0 1-1 0 0,0 0 1 0 0,-1 0 0 0 0,1 0-1 0 0,0 1 1 0 0,-1 0 0 0 0,1 0 0 0 0,-1 1-1 0 0,1 0 1 0 0,0 0 0 0 0,0 1 0 0 0,0-1-1 0 0,-1 1 1 0 0,2 0 0 0 0,-10 5 0 0 0,4-1 3 0 0,0 1 1 0 0,1 0-1 0 0,0 0 1 0 0,0 1 0 0 0,1 0-1 0 0,0 0 1 0 0,1 1 0 0 0,0 1-1 0 0,0-1 1 0 0,1 1 0 0 0,-9 14-1 0 0,11-14 11 0 0,0 0 0 0 0,1 0 0 0 0,0 1 0 0 0,1-1 0 0 0,0 1 0 0 0,0 0 0 0 0,1-1 0 0 0,1 1 0 0 0,0 0 0 0 0,0 0 0 0 0,2 16 0 0 0,-1-21-9 0 0,0 0 0 0 0,1-1 0 0 0,0 1 0 0 0,1-1 0 0 0,-1 0 0 0 0,1 1 0 0 0,0-1 0 0 0,0 0-1 0 0,0 0 1 0 0,1 0 0 0 0,0 0 0 0 0,0 0 0 0 0,0-1 0 0 0,1 1 0 0 0,0-1 0 0 0,-1 0 0 0 0,1 0 0 0 0,1 0 0 0 0,-1-1 0 0 0,0 1 0 0 0,1-1-1 0 0,0 0 1 0 0,0-1 0 0 0,7 4 0 0 0,-7-4 34 0 0,0 0-1 0 0,0-1 0 0 0,0 0 1 0 0,0 0-1 0 0,1 0 0 0 0,-1 0 1 0 0,0-1-1 0 0,1 0 0 0 0,-1 0 1 0 0,0 0-1 0 0,1-1 0 0 0,8-2 1 0 0,-6 1 20 0 0,-1-1 0 0 0,1 0 0 0 0,-1 0 0 0 0,0 0 0 0 0,-1-1 0 0 0,1 0 0 0 0,0-1 0 0 0,5-5 0 0 0,1-2 53 0 0,-1 0-1 0 0,0-1 1 0 0,-1 0-1 0 0,-1-1 1 0 0,0 0-1 0 0,-1-1 1 0 0,10-20-1 0 0,-4 1 185 0 0,23-73-1 0 0,-2-42 187 0 0,-18 69-247 0 0,18-111-53 0 0,-33 159-189 0 0,-1 1 0 0 0,-2-1-1 0 0,0 0 1 0 0,-7-34 0 0 0,7 63-2 0 0,-1 0 0 0 0,0-1 0 0 0,0 1 0 0 0,0 0 0 0 0,0 0 0 0 0,-2-4 0 0 0,3 6 0 0 0,0 1 0 0 0,-1 0 0 0 0,1-1 0 0 0,0 1 0 0 0,0 0 0 0 0,-1-1 0 0 0,1 1 0 0 0,0 0 0 0 0,0 0 0 0 0,-1-1 0 0 0,1 1 0 0 0,0 0 0 0 0,-1 0 0 0 0,1 0 0 0 0,0-1 0 0 0,-1 1 0 0 0,1 0 0 0 0,-1 0 0 0 0,1 0 0 0 0,0 0 0 0 0,-1 0 0 0 0,1 0 0 0 0,-1 0 0 0 0,0 0 0 0 0,1 0 0 0 0,-1 0 0 0 0,0 1 0 0 0,1-1 0 0 0,-1 0 0 0 0,0 1 0 0 0,1-1 0 0 0,-1 0 0 0 0,1 1 0 0 0,-1-1 0 0 0,1 1 0 0 0,-1-1 0 0 0,1 1 0 0 0,-1 0 0 0 0,1-1 0 0 0,-1 1 0 0 0,0 1 0 0 0,-3 5 0 0 0,0 0 0 0 0,1 1 0 0 0,-1 0 0 0 0,1-1 0 0 0,1 1 0 0 0,-3 13 0 0 0,-5 52 0 0 0,10-69 0 0 0,-21 349-5 0 0,10-100 63 0 0,8-220-49 0 0,0-5-2 0 0,1 1 0 0 0,2 0 0 0 0,0-1-1 0 0,8 43 1 0 0,-8-67-368 0 0,1-1 0 0 0,0 1 0 0 0,1 0 1 0 0,-1 0-1 0 0,4 5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7.9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109 116 4143 0 0,'2'-16'-312'0'0,"1"-31"3087"0"0,-3 43-2179 0 0,0 0 0 0 0,0 0-1 0 0,-1 0 1 0 0,0 0 0 0 0,0 0 0 0 0,0 0-1 0 0,0 0 1 0 0,-1 0 0 0 0,-1-3-1 0 0,3 6-509 0 0,-1 1 1 0 0,1-1-1 0 0,0 0 0 0 0,-1 1 0 0 0,1-1 0 0 0,0 1 0 0 0,-1-1 0 0 0,1 1 0 0 0,-1 0 1 0 0,1-1-1 0 0,-1 1 0 0 0,1-1 0 0 0,-1 1 0 0 0,1 0 0 0 0,-1-1 0 0 0,1 1 0 0 0,-1 0 1 0 0,1 0-1 0 0,-1-1 0 0 0,0 1 0 0 0,1 0 0 0 0,-1 0 0 0 0,1 0 0 0 0,-1 0 0 0 0,0 0 1 0 0,1 0-1 0 0,-1 0 0 0 0,0 0 0 0 0,1 0 0 0 0,-1 0 0 0 0,1 0 0 0 0,-1 0 1 0 0,0 0-1 0 0,1 1 0 0 0,-1-1 0 0 0,1 0 0 0 0,-1 0 0 0 0,1 1 0 0 0,-1-1 0 0 0,1 0 1 0 0,-1 1-1 0 0,1-1 0 0 0,-1 0 0 0 0,1 1 0 0 0,-1-1 0 0 0,1 1 0 0 0,-1-1 0 0 0,1 1 1 0 0,0-1-1 0 0,-1 1 0 0 0,-2 3 238 0 0,-1 0 0 0 0,1 1 0 0 0,0-1 0 0 0,-4 8 1 0 0,0 4 12 0 0,1 1 0 0 0,0-1 0 0 0,1 1 0 0 0,-3 22 0 0 0,-7 71 682 0 0,12-87-753 0 0,0 2 34 0 0,0-1 0 0 0,2 1 0 0 0,1 0 0 0 0,5 45 0 0 0,-5-66-284 0 0,1 0-1 0 0,0-1 1 0 0,0 1-1 0 0,0 0 1 0 0,1-1-1 0 0,-1 1 1 0 0,1-1-1 0 0,0 1 1 0 0,2 2 0 0 0,-3-5-20 0 0,0 0 1 0 0,0 0-1 0 0,0 0 1 0 0,0-1-1 0 0,0 1 1 0 0,0 0-1 0 0,0-1 1 0 0,0 1-1 0 0,0 0 1 0 0,0-1-1 0 0,1 0 1 0 0,-1 1 0 0 0,0-1-1 0 0,0 0 1 0 0,0 1-1 0 0,1-1 1 0 0,-1 0-1 0 0,0 0 1 0 0,0 0-1 0 0,1 0 1 0 0,-1 0-1 0 0,0 0 1 0 0,0-1-1 0 0,1 1 1 0 0,-1 0-1 0 0,0 0 1 0 0,0-1 0 0 0,0 1-1 0 0,1-1 1 0 0,0 0-1 0 0,14-8-1850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8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1 204 6447 0 0,'0'-3'552'0'0,"1"-1"0"0"0,-1 1-1 0 0,1-1 1 0 0,0 1 0 0 0,0-1-1 0 0,0 1 1 0 0,1 0-1 0 0,-1-1 1 0 0,1 1 0 0 0,0 0-1 0 0,0 0 1 0 0,0 0 0 0 0,0 0-1 0 0,5-5 1 0 0,-7 8-496 0 0,18-23 3399 0 0,15-24 0 0 0,-27 37-3232 0 0,-1 1 1 0 0,0-1-1 0 0,-1 0 1 0 0,0-1-1 0 0,4-19 0 0 0,-23 58-148 0 0,5 6-36 0 0,1 1 0 0 0,-6 43 0 0 0,7-34-20 0 0,-4 37-27 0 0,11-72 7 0 0,0 1 0 0 0,1 0 0 0 0,1 0 0 0 0,0 0-1 0 0,0 0 1 0 0,3 10 0 0 0,-4-19-8 0 0,0-1-1 0 0,0 0 0 0 0,0 1 1 0 0,0-1-1 0 0,1 0 1 0 0,-1 1-1 0 0,0-1 0 0 0,0 0 1 0 0,0 1-1 0 0,0-1 1 0 0,0 0-1 0 0,1 1 1 0 0,-1-1-1 0 0,0 0 0 0 0,0 0 1 0 0,1 1-1 0 0,-1-1 1 0 0,0 0-1 0 0,0 0 1 0 0,1 1-1 0 0,-1-1 0 0 0,0 0 1 0 0,1 0-1 0 0,-1 0 1 0 0,0 0-1 0 0,1 0 0 0 0,-1 1 1 0 0,0-1-1 0 0,1 0 1 0 0,-1 0-1 0 0,0 0 1 0 0,1 0-1 0 0,-1 0 0 0 0,0 0 1 0 0,1 0-1 0 0,-1 0 1 0 0,1 0-1 0 0,-1 0 0 0 0,0 0 1 0 0,1 0-1 0 0,-1-1 1 0 0,0 1-1 0 0,1 0 1 0 0,-1 0-1 0 0,0 0 0 0 0,1 0 1 0 0,-1 0-1 0 0,0-1 1 0 0,0 1-1 0 0,1 0 0 0 0,-1 0 1 0 0,0-1-1 0 0,1 1 1 0 0,-1 0-1 0 0,0 0 1 0 0,0-1-1 0 0,0 1 0 0 0,1-1 1 0 0,4-5-642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48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44 831 0 0,'3'-7'-317'0'0,"7"-15"1809"0"0,-9 21-1050 0 0,-1-1 1 0 0,1 1-1 0 0,0 0 0 0 0,0 0 0 0 0,0 0 1 0 0,0 0-1 0 0,0 1 0 0 0,0-1 0 0 0,0 0 1 0 0,0 0-1 0 0,0 0 0 0 0,0 1 0 0 0,0-1 1 0 0,0 1-1 0 0,3-2 0 0 0,-3 2-207 0 0,-1 1 0 0 0,1-1 0 0 0,0 0 1 0 0,-1 0-1 0 0,1 0 0 0 0,-1 1 0 0 0,1-1 0 0 0,0 0 0 0 0,-1 1 0 0 0,1-1 0 0 0,-1 0 0 0 0,1 1 1 0 0,-1-1-1 0 0,1 1 0 0 0,-1-1 0 0 0,1 0 0 0 0,-1 1 0 0 0,0 0 0 0 0,1-1 0 0 0,-1 1 1 0 0,0-1-1 0 0,1 1 0 0 0,-1-1 0 0 0,0 1 0 0 0,0 0 0 0 0,1-1 0 0 0,-1 1 0 0 0,0-1 0 0 0,0 1 1 0 0,0 0-1 0 0,0-1 0 0 0,0 2 0 0 0,4 22 2106 0 0,-4-23-2222 0 0,5 169 2350 0 0,-6-150-2186 0 0,-1 1 0 0 0,-1-1 0 0 0,0 0 0 0 0,-2 0 0 0 0,-1-1 0 0 0,-10 26 0 0 0,-34 60-219 0 0,48-98-1594 0 0,2 0-3490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0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 6911 0 0,'0'1'9442'0'0,"11"2"-7405"0"0,19 1-782 0 0,-27-4-1074 0 0,14 0 989 0 0,26-3 1 0 0,-37 2-1137 0 0,0 0-1 0 0,-1 0 1 0 0,1-1 0 0 0,0 0 0 0 0,-1 0 0 0 0,1-1-1 0 0,-1 1 1 0 0,6-5 0 0 0,-3 2-498 0 0,-6 3-64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0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7831 0 0,'0'1'133'0'0,"0"-1"-1"0"0,0 1 0 0 0,0-1 0 0 0,1 1 0 0 0,-1-1 0 0 0,0 1 1 0 0,0-1-1 0 0,1 1 0 0 0,-1-1 0 0 0,0 1 0 0 0,1-1 0 0 0,-1 0 1 0 0,1 1-1 0 0,-1-1 0 0 0,0 0 0 0 0,1 1 0 0 0,-1-1 0 0 0,1 0 1 0 0,-1 1-1 0 0,1-1 0 0 0,-1 0 0 0 0,1 0 0 0 0,-1 0 0 0 0,2 1 0 0 0,13 3 3750 0 0,-13-4-3661 0 0,7 1 853 0 0,0 0-1 0 0,0 0 1 0 0,0-1 0 0 0,0 0-1 0 0,0-1 1 0 0,15-2 0 0 0,-7-1-870 0 0,0-1 1 0 0,24-9-1 0 0,-39 13-294 0 0,-4 2-191 0 0,-3 1-132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2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1375 0 0,'2'-3'128'0'0,"-1"1"-128"0"0,-2 2 0 0 0,1-2 0 0 0,0 1 216 0 0,0-1 16 0 0,0-1 8 0 0,0-2 0 0 0,-2 1-240 0 0,2-1 0 0 0,2 3 0 0 0,-1 2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2.9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334 160 3679 0 0,'-1'-17'2367'0'0,"-1"0"-1"0"0,-1 0 0 0 0,0 0 0 0 0,-6-17 0 0 0,8 31-2179 0 0,0 0 0 0 0,-1 0 0 0 0,1 0-1 0 0,0 0 1 0 0,-1 1 0 0 0,0-1 0 0 0,1 1 0 0 0,-1-1 0 0 0,0 1 0 0 0,0 0 0 0 0,0 0-1 0 0,-1-1 1 0 0,1 2 0 0 0,0-1 0 0 0,-5-2 0 0 0,2 1-78 0 0,0 1-1 0 0,0-1 1 0 0,0 2-1 0 0,0-1 1 0 0,0 0 0 0 0,-1 1-1 0 0,1 0 1 0 0,-7 0-1 0 0,1 0-67 0 0,0 1 1 0 0,0 0-1 0 0,0 1 0 0 0,0 1 0 0 0,0-1 0 0 0,1 2 0 0 0,-1-1 0 0 0,-12 6 0 0 0,19-6-14 0 0,1-1 0 0 0,-1 1 0 0 0,1 0 1 0 0,0 0-1 0 0,0 0 0 0 0,-1 0 0 0 0,1 1 0 0 0,1-1 0 0 0,-1 1 0 0 0,0 0 0 0 0,1 0 0 0 0,-1 0 0 0 0,1 0 0 0 0,0 0 0 0 0,0 1 0 0 0,0-1 1 0 0,1 0-1 0 0,-3 7 0 0 0,2-3 35 0 0,1-1 0 0 0,0 0 1 0 0,0 1-1 0 0,1-1 0 0 0,-1 0 1 0 0,1 1-1 0 0,1-1 0 0 0,-1 1 1 0 0,1-1-1 0 0,3 10 0 0 0,24 80 542 0 0,3 12-157 0 0,-27-87-417 0 0,0 1-1 0 0,-1 0 0 0 0,-1 26 0 0 0,-2-21-10 0 0,-3 0 0 0 0,0 0 0 0 0,-1 0 0 0 0,-9 28 0 0 0,-39 101 234 0 0,11-39-36 0 0,35-98-157 0 0,1 0-1 0 0,1 0 0 0 0,-3 37 0 0 0,7-48-37 0 0,0-1 0 0 0,0 1 1 0 0,1 0-1 0 0,-1-1 0 0 0,2 1 0 0 0,-1-1 0 0 0,1 1 1 0 0,0-1-1 0 0,1 0 0 0 0,0 1 0 0 0,0-1 1 0 0,7 11-1 0 0,-8-15 7 0 0,0 0 1 0 0,0 0-1 0 0,0-1 0 0 0,1 1 1 0 0,-1-1-1 0 0,1 0 1 0 0,0 0-1 0 0,-1 0 0 0 0,1 0 1 0 0,0 0-1 0 0,0 0 1 0 0,0-1-1 0 0,0 1 0 0 0,1-1 1 0 0,-1 0-1 0 0,0 0 1 0 0,0 0-1 0 0,1-1 0 0 0,-1 1 1 0 0,1-1-1 0 0,-1 0 1 0 0,1 1-1 0 0,-1-2 0 0 0,0 1 1 0 0,1 0-1 0 0,-1-1 1 0 0,1 1-1 0 0,4-3 0 0 0,1 1-267 0 0,-1-1-1 0 0,1-1 1 0 0,15-8-1 0 0,19-17-6051 0 0,-29 19-977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3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10591 0 0,'3'-1'283'0'0,"0"-1"0"0"0,0 1-1 0 0,0-1 1 0 0,1 1 0 0 0,-1 0-1 0 0,0 1 1 0 0,0-1 0 0 0,1 0-1 0 0,-1 1 1 0 0,4 0 0 0 0,8-2 995 0 0,25-8 2775 0 0,-21 5-3044 0 0,0 1 0 0 0,0 1 0 0 0,26-1 0 0 0,-35 5-2347 0 0,-4 3-3646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5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1 459 7367 0 0,'1'6'2238'0'0,"2"-7"-101"0"0,1-2 764 0 0,0-3-1906 0 0,8-14 148 0 0,-1 0-1 0 0,0-2 1 0 0,-2 1 0 0 0,13-42 0 0 0,17-102-320 0 0,-36 153-823 0 0,-2 0 0 0 0,1 0 0 0 0,-2 0 0 0 0,0 0 0 0 0,0 0 0 0 0,-1 0 0 0 0,-5-24 0 0 0,6 35 1 0 0,0 0 0 0 0,0 0 0 0 0,-1 0 0 0 0,1-1 0 0 0,0 1-1 0 0,-1 0 1 0 0,1 0 0 0 0,-1 0 0 0 0,1 0 0 0 0,-1 0 0 0 0,0 0 0 0 0,1 0 0 0 0,-1 0 0 0 0,0 0-1 0 0,0 1 1 0 0,0-1 0 0 0,1 0 0 0 0,-1 0 0 0 0,0 1 0 0 0,0-1 0 0 0,0 0 0 0 0,0 1 0 0 0,0-1-1 0 0,-1 1 1 0 0,1-1 0 0 0,-2 1 0 0 0,2 0 9 0 0,-1 0-1 0 0,1 0 0 0 0,0 1 1 0 0,-1-1-1 0 0,1 1 1 0 0,0-1-1 0 0,-1 1 1 0 0,1-1-1 0 0,0 1 1 0 0,0 0-1 0 0,-1-1 1 0 0,1 1-1 0 0,0 0 0 0 0,0 0 1 0 0,0 0-1 0 0,0 0 1 0 0,0 0-1 0 0,0 0 1 0 0,1 1-1 0 0,-1-1 1 0 0,-1 2-1 0 0,-4 7-22 0 0,1 1-1 0 0,0-1 0 0 0,0 1 1 0 0,1 0-1 0 0,1 0 1 0 0,0 0-1 0 0,-2 17 0 0 0,-4 84-47 0 0,8-90 79 0 0,0 43-173 0 0,2 0 0 0 0,19 116 0 0 0,-18-166-316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5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0 137 5983 0 0,'8'-3'1173'0'0,"0"0"-1"0"0,0 1 1 0 0,0 0-1 0 0,0 1 1 0 0,0 0-1 0 0,12 0 0 0 0,16-3 1709 0 0,71-21 1385 0 0,50-24-2856 0 0,-144 45-1387 0 0,78-24 137 0 0,-51 18-6544 0 0,-26 7-715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6.1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12 283 2759 0 0,'0'-1'-11'0'0,"-9"-19"763"0"0,9 18-379 0 0,-1 1 0 0 0,1 0 0 0 0,0 0 0 0 0,-1 0-1 0 0,1 0 1 0 0,0 0 0 0 0,0 0 0 0 0,0 0 0 0 0,0 0 0 0 0,0 0-1 0 0,0-1 1 0 0,0 1 0 0 0,0 0 0 0 0,0 0 0 0 0,1 0 0 0 0,-1 0 0 0 0,1-1-1 0 0,-1 2-212 0 0,0-1-1 0 0,1 1 0 0 0,-1 0 0 0 0,0 0 1 0 0,1 0-1 0 0,-1 0 0 0 0,0 0 0 0 0,1 0 0 0 0,-1 0 1 0 0,0 0-1 0 0,1 0 0 0 0,-1 0 0 0 0,1 0 1 0 0,-1 0-1 0 0,0 0 0 0 0,1 0 0 0 0,-1 0 1 0 0,0 0-1 0 0,1 0 0 0 0,-1 1 0 0 0,0-1 0 0 0,1 0 1 0 0,-1 0-1 0 0,0 0 0 0 0,0 0 0 0 0,1 1 1 0 0,-1-1-1 0 0,0 0 0 0 0,0 0 0 0 0,1 1 1 0 0,-1-1-1 0 0,0 0 0 0 0,0 0 0 0 0,1 1 0 0 0,-1 0 1 0 0,11 12 1521 0 0,-10-12-1227 0 0,14 19 802 0 0,-1 1-1 0 0,-1 1 1 0 0,15 32-1 0 0,24 73-1403 0 0,-47-114 338 0 0,25 89 29 0 0,-13-41-107 0 0,-9-43-41 0 0,-7-18-70 0 0,-1 0 0 0 0,0 1 0 0 0,0-1-1 0 0,0 0 1 0 0,0 0 0 0 0,0 0 0 0 0,0 0 0 0 0,0 0-1 0 0,1 0 1 0 0,-1 0 0 0 0,0 1 0 0 0,0-1 0 0 0,0 0 0 0 0,0 0-1 0 0,0 0 1 0 0,1 0 0 0 0,-1 0 0 0 0,0 0 0 0 0,0 0-1 0 0,0 0 1 0 0,1 0 0 0 0,-1 0 0 0 0,0 0 0 0 0,0 0 0 0 0,0 0-1 0 0,0 0 1 0 0,1 0 0 0 0,-1 0 0 0 0,0 0 0 0 0,0 0-1 0 0,0 0 1 0 0,1 0 0 0 0,3-10 18 0 0,-3 4-14 0 0,0 0-1 0 0,0-1 1 0 0,-1 1-1 0 0,0-1 1 0 0,0 1 0 0 0,-2-10-1 0 0,-10-40 42 0 0,9 44-49 0 0,-34-116 63 0 0,-6-24-3 0 0,39 133-57 0 0,-12-73 0 0 0,15 82 0 0 0,0 0 0 0 0,1 0 0 0 0,0 0 0 0 0,1-1 0 0 0,0 1 0 0 0,5-19 0 0 0,-6 26 0 0 0,1 0 0 0 0,0 0 0 0 0,1 0 0 0 0,-1 0 0 0 0,0 0 0 0 0,1 0 0 0 0,0 1 0 0 0,0-1 0 0 0,-1 1 0 0 0,1-1 0 0 0,1 1 0 0 0,-1 0 0 0 0,0 0 0 0 0,0 0 0 0 0,1 0 0 0 0,0 0 0 0 0,3-2 0 0 0,-2 2 0 0 0,1 1 0 0 0,-1-1 0 0 0,1 1 0 0 0,0 0 0 0 0,-1 0 0 0 0,1 1 0 0 0,0-1 0 0 0,-1 1 0 0 0,1 0 0 0 0,0 0 0 0 0,5 1 0 0 0,138 10 0 0 0,-121-12 0 0 0,-1 0 0 0 0,1-1 0 0 0,40-10 0 0 0,44-13-31 0 0,-109 26-216 0 0,-4 2-545 0 0,0-2-211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7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9 107 3679 0 0,'-1'-1'184'0'0,"0"0"-1"0"0,0-1 0 0 0,0 1 0 0 0,0 0 0 0 0,1-1 0 0 0,-1 1 1 0 0,0 0-1 0 0,1-1 0 0 0,0 1 0 0 0,-1-1 0 0 0,1 1 0 0 0,0-1 1 0 0,-1 1-1 0 0,1-1 0 0 0,0 1 0 0 0,0-1 0 0 0,0 1 0 0 0,0-1 1 0 0,1 1-1 0 0,-1-1 0 0 0,0 1 0 0 0,1-1 0 0 0,-1 1 1 0 0,1-1-1 0 0,-1 1 0 0 0,1-1 0 0 0,0 1 0 0 0,-1 0 0 0 0,1 0 1 0 0,1-2-1 0 0,1-1 387 0 0,0-1 1 0 0,0 1-1 0 0,1 0 1 0 0,-1 1-1 0 0,1-1 1 0 0,0 0-1 0 0,5-3 1 0 0,-3 3 216 0 0,0 0 1 0 0,1 1-1 0 0,-1 0 1 0 0,1 0-1 0 0,14-4 0 0 0,-19 6-688 0 0,-1 1-1 0 0,1-1 0 0 0,-1 1 0 0 0,1 0 0 0 0,-1 0 1 0 0,1-1-1 0 0,-1 1 0 0 0,1 0 0 0 0,0 0 0 0 0,-1 1 1 0 0,1-1-1 0 0,-1 0 0 0 0,1 0 0 0 0,-1 1 0 0 0,1-1 1 0 0,-1 1-1 0 0,1 0 0 0 0,-1-1 0 0 0,1 1 0 0 0,-1 0 0 0 0,0 0 1 0 0,1 0-1 0 0,-1-1 0 0 0,0 2 0 0 0,0-1 0 0 0,0 0 1 0 0,0 0-1 0 0,0 0 0 0 0,0 0 0 0 0,0 1 0 0 0,0-1 1 0 0,0 0-1 0 0,0 1 0 0 0,0 1 0 0 0,0 2-71 0 0,0-1 1 0 0,0 0-1 0 0,0 1 0 0 0,-1-1 0 0 0,0 1 1 0 0,0-1-1 0 0,0 1 0 0 0,0-1 0 0 0,-1 1 1 0 0,0-1-1 0 0,0 0 0 0 0,0 1 1 0 0,0-1-1 0 0,-3 6 0 0 0,-4 8-38 0 0,0-1-1 0 0,-12 16 1 0 0,17-27 24 0 0,-11 16-5 0 0,4-7-16 0 0,-14 29-1 0 0,22-40 17 0 0,1 0 0 0 0,-1 0 0 0 0,1 0 0 0 0,0 0 0 0 0,0 0-1 0 0,0 1 1 0 0,0-1 0 0 0,1 0 0 0 0,-1 1 0 0 0,1-1 0 0 0,0 0 0 0 0,2 8-1 0 0,-2-10 17 0 0,1 0-1 0 0,-1 0 1 0 0,1-1-1 0 0,0 1 1 0 0,0 0-1 0 0,0 0 1 0 0,0 0-1 0 0,0 0 0 0 0,0-1 1 0 0,0 1-1 0 0,1 0 1 0 0,-1-1-1 0 0,0 0 1 0 0,1 1-1 0 0,0-1 1 0 0,2 2-1 0 0,-1-1 36 0 0,1 0-1 0 0,-1-1 1 0 0,0 1 0 0 0,1-1-1 0 0,-1 0 1 0 0,1 0-1 0 0,0-1 1 0 0,5 2 0 0 0,6-2 117 0 0,-1 0 1 0 0,0-1-1 0 0,25-5 1 0 0,-33 5-175 0 0,11-2 182 0 0,21-6 0 0 0,-33 7-147 0 0,0 0 1 0 0,0 0-1 0 0,0 0 0 0 0,0 0 1 0 0,0-1-1 0 0,-1 0 0 0 0,1 0 1 0 0,6-6-1 0 0,-11 9-118 0 0,0-1 1 0 0,1 0-1 0 0,-1 0 1 0 0,0 0-1 0 0,0 0 0 0 0,0 0 1 0 0,1 0-1 0 0,-1 0 0 0 0,0 0 1 0 0,-1 0-1 0 0,1 0 1 0 0,0 0-1 0 0,0 0 0 0 0,0 0 1 0 0,0 0-1 0 0,-1 0 0 0 0,1 0 1 0 0,0 1-1 0 0,-1-1 0 0 0,1 0 1 0 0,-1 0-1 0 0,1 0 1 0 0,-1 0-1 0 0,0 0 0 0 0,-5-14-1392 0 0,6 10 386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8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8751 0 0,'3'-3'223'0'0,"-2"1"-146"0"0,-1 1 0 0 0,1 0 1 0 0,0 0-1 0 0,0 0 0 0 0,0 0 0 0 0,0 0 1 0 0,1 0-1 0 0,-1 0 0 0 0,0 0 0 0 0,0 1 1 0 0,0-1-1 0 0,1 0 0 0 0,-1 1 0 0 0,0-1 1 0 0,1 1-1 0 0,-1-1 0 0 0,1 1 0 0 0,-1-1 1 0 0,1 1-1 0 0,-1 0 0 0 0,0 0 0 0 0,1 0 1 0 0,-1 0-1 0 0,1 0 0 0 0,-1 0 0 0 0,1 0 1 0 0,-1 1-1 0 0,1-1 0 0 0,1 1 0 0 0,4 1 413 0 0,-1 1-1 0 0,0 0 0 0 0,0 0 1 0 0,1 0-1 0 0,-2 0 1 0 0,1 1-1 0 0,0 0 0 0 0,-1 0 1 0 0,0 1-1 0 0,0 0 0 0 0,0 0 1 0 0,-1 0-1 0 0,1 0 0 0 0,-1 1 1 0 0,0-1-1 0 0,-1 1 1 0 0,0 0-1 0 0,6 13 0 0 0,-6-9-249 0 0,0-1-1 0 0,0 1 0 0 0,-1 1 1 0 0,0-1-1 0 0,-1 0 0 0 0,0 0 1 0 0,-1 1-1 0 0,0-1 0 0 0,-1 0 1 0 0,0 0-1 0 0,0 1 0 0 0,-4 11 0 0 0,-6 13-110 0 0,-30 66-1 0 0,17-47-305 0 0,17-39-44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9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6 8751 0 0,'-1'0'61'0'0,"0"0"1"0"0,0 1-1 0 0,0-1 0 0 0,0 0 0 0 0,0 1 0 0 0,0-1 0 0 0,0 1 0 0 0,1-1 0 0 0,-1 1 0 0 0,0-1 0 0 0,0 1 1 0 0,0-1-1 0 0,1 1 0 0 0,-1 0 0 0 0,-1 1 0 0 0,2-2 102 0 0,0 1 0 0 0,-1-1 0 0 0,1 1 1 0 0,0 0-1 0 0,0-1 0 0 0,0 1 0 0 0,0-1 0 0 0,-1 1 0 0 0,1-1 1 0 0,0 1-1 0 0,0 0 0 0 0,0-1 0 0 0,0 1 0 0 0,1-1 0 0 0,-1 1 1 0 0,0 0-1 0 0,0-1 0 0 0,0 1 0 0 0,0-1 0 0 0,1 1 1 0 0,0 1 272 0 0,0 0 0 0 0,0 0 0 0 0,0 0 1 0 0,1-1-1 0 0,-1 1 0 0 0,1-1 0 0 0,-1 1 1 0 0,1-1-1 0 0,-1 1 0 0 0,1-1 0 0 0,0 0 1 0 0,0 0-1 0 0,3 2 0 0 0,2-1-103 0 0,-1 0 0 0 0,1 0 0 0 0,0 0 0 0 0,0-1 1 0 0,0 0-1 0 0,0-1 0 0 0,0 1 0 0 0,0-1 0 0 0,0-1 0 0 0,7 0 0 0 0,13-3-242 0 0,30-9 0 0 0,-49 11-21 0 0,44-12 134 0 0,2-1-647 0 0,-19 7-5630 0 0,-16 6-1179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9.1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1 483 6911 0 0,'0'0'528'0'0,"1"-1"-596"0"0,4-6 6135 0 0,22-31-5601 0 0,12-16 2156 0 0,41-75 0 0 0,-71 111-2205 0 0,0 0 0 0 0,-1 0 1 0 0,-1-1-1 0 0,-1 0 0 0 0,-1 0 0 0 0,0-1 1 0 0,-1 1-1 0 0,1-41 0 0 0,-5 56-417 0 0,0-1 0 0 0,-1 1 0 0 0,0-1 0 0 0,0 1 0 0 0,-3-8 0 0 0,4 11 0 0 0,0 1 0 0 0,0-1 0 0 0,0 1 0 0 0,-1-1 0 0 0,1 1 0 0 0,0-1 0 0 0,-1 1 0 0 0,1-1 0 0 0,0 1 0 0 0,-1-1 0 0 0,1 1 0 0 0,-1-1 0 0 0,1 1 0 0 0,0 0 0 0 0,-1-1 0 0 0,1 1 0 0 0,-1 0 0 0 0,1-1 0 0 0,-1 1 0 0 0,1 0 0 0 0,-2 0 0 0 0,2 0 0 0 0,-1 0 0 0 0,0 0 0 0 0,1 0 0 0 0,-1 1 0 0 0,0-1 0 0 0,0 0 0 0 0,1 1 0 0 0,-1-1 0 0 0,1 0 0 0 0,-1 1 0 0 0,0-1 0 0 0,1 1 0 0 0,-1-1 0 0 0,1 1 0 0 0,-1 0 0 0 0,1-1 0 0 0,0 1 0 0 0,-1-1 0 0 0,1 1 0 0 0,-1 0 0 0 0,1-1 0 0 0,0 2 0 0 0,-3 3 0 0 0,1-1 0 0 0,0 1 0 0 0,1 0 0 0 0,-1 0 0 0 0,1 0 0 0 0,0 0 0 0 0,1 0 0 0 0,-1 6 0 0 0,1 43 0 0 0,1-39 0 0 0,0 12 7 0 0,1 0-1 0 0,1 0 0 0 0,1-1 1 0 0,2 1-1 0 0,0-1 1 0 0,2 0-1 0 0,1 0 0 0 0,1-1 1 0 0,26 45-1 0 0,-8-34-2106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59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19 137 1839 0 0,'-12'-5'16'0'0,"11"4"261"0"0,1 1 0 0 0,-1 0-1 0 0,1-1 1 0 0,-1 1 0 0 0,1 0 0 0 0,0-1-1 0 0,-1 1 1 0 0,1-1 0 0 0,0 1-1 0 0,-1-1 1 0 0,1 1 0 0 0,0-1 0 0 0,-1 1-1 0 0,1-1 1 0 0,0 1 0 0 0,0-1-1 0 0,0 1 1 0 0,0-1 0 0 0,-1 1 0 0 0,1-1-1 0 0,0 1 1 0 0,0-1 0 0 0,0 0 81 0 0,1 0 0 0 0,-1 1 0 0 0,0-1 0 0 0,0 0 0 0 0,0 1 1 0 0,1-1-1 0 0,-1 1 0 0 0,0-1 0 0 0,1 0 0 0 0,-1 1 0 0 0,0-1 0 0 0,1 1 1 0 0,-1-1-1 0 0,1 1 0 0 0,-1 0 0 0 0,1-1 0 0 0,-1 1 0 0 0,1-1 0 0 0,0 1 1 0 0,12-5 1076 0 0,7 1 193 0 0,0 2 0 0 0,34 0 0 0 0,-29 2-1259 0 0,26-4-1 0 0,59-16 48 0 0,108-35 0 0 0,-183 46-1921 0 0,1 1-3418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4:00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2 126 3223 0 0,'-1'2'2808'0'0,"0"5"-320"0"0,2 8 768 0 0,4 8 561 0 0,16 45 0 0 0,-6-21-2568 0 0,54 150 723 0 0,-42-125-1580 0 0,-23-63-318 0 0,-1-1 0 0 0,1 0 1 0 0,9 14-1 0 0,-11-23 33 0 0,-1-4-61 0 0,-2-8-12 0 0,-6-41 27 0 0,-21-80 1 0 0,-2-3 4 0 0,30 135-66 0 0,-11-89 0 0 0,11 81 0 0 0,0-1 0 0 0,0 1 0 0 0,1 0 0 0 0,1-1 0 0 0,-1 1 0 0 0,7-18 0 0 0,-7 24 0 0 0,1 0 0 0 0,0 1 0 0 0,0-1 0 0 0,0 0 0 0 0,1 1 0 0 0,-1-1 0 0 0,1 1 0 0 0,0 0 0 0 0,0 0 0 0 0,0 0 0 0 0,0 0 0 0 0,1 0 0 0 0,-1 1 0 0 0,1-1 0 0 0,0 1 0 0 0,-1 0 0 0 0,1 0 0 0 0,0 1 0 0 0,0-1 0 0 0,0 1 0 0 0,5-1 0 0 0,9-2 0 0 0,0 1 0 0 0,0 1 0 0 0,32 1 0 0 0,-21 0 0 0 0,0 0 0 0 0,0-1 0 0 0,0 1 0 0 0,0 1 0 0 0,50 8 0 0 0,-62-3 254 0 0,-17-5-354 0 0,1 1-1 0 0,0-1 1 0 0,-1 0-1 0 0,1 1 1 0 0,0-1-1 0 0,-1 1 1 0 0,1-1-1 0 0,-1 1 0 0 0,1-1 1 0 0,-1 1-1 0 0,1-1 1 0 0,-1 1-1 0 0,1-1 1 0 0,-1 1-1 0 0,0 0 1 0 0,1-1-1 0 0,-1 1 1 0 0,0 0-1 0 0,1-1 0 0 0,-1 2 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4:00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4143 0 0,'3'1'233'0'0,"-1"-1"-1"0"0,1 1 0 0 0,0-1 0 0 0,-1 1 1 0 0,1-1-1 0 0,0 0 0 0 0,-1 0 0 0 0,1 0 1 0 0,0 0-1 0 0,-1-1 0 0 0,5 0 0 0 0,-1 0 303 0 0,19-2 2789 0 0,29 2 1 0 0,-46 1-2624 0 0,-1 0 1 0 0,0 1-1 0 0,0 0 0 0 0,0 0 1 0 0,0 1-1 0 0,0 0 0 0 0,0 0 1 0 0,0 1-1 0 0,6 3 0 0 0,-11-5-608 0 0,0 0 0 0 0,0 0 0 0 0,-1 0-1 0 0,1 1 1 0 0,-1-1 0 0 0,1 0 0 0 0,-1 1 0 0 0,1-1-1 0 0,-1 1 1 0 0,0 0 0 0 0,0-1 0 0 0,0 1 0 0 0,0 0-1 0 0,0 0 1 0 0,0 0 0 0 0,0 0 0 0 0,0 3 0 0 0,0-1-47 0 0,-1-1 0 0 0,0 1 0 0 0,0-1 0 0 0,0 0 1 0 0,0 1-1 0 0,0-1 0 0 0,-1 0 0 0 0,0 1 1 0 0,1-1-1 0 0,-3 3 0 0 0,-1 6 11 0 0,-2-1 0 0 0,0 1 0 0 0,0-2 0 0 0,-13 18 0 0 0,3-7 23 0 0,5-8-12 0 0,-16 25 1 0 0,25-35-44 0 0,0 0 1 0 0,1 1 0 0 0,-1-1-1 0 0,1 0 1 0 0,-1 1 0 0 0,1-1-1 0 0,0 1 1 0 0,1-1 0 0 0,-1 1-1 0 0,0 0 1 0 0,1-1 0 0 0,0 1-1 0 0,0 6 1 0 0,1-8-22 0 0,-1-1 0 0 0,0 0 0 0 0,1 0 0 0 0,-1 0 0 0 0,0 0 0 0 0,1 0-1 0 0,-1 0 1 0 0,1 0 0 0 0,-1 0 0 0 0,1 0 0 0 0,0 0 0 0 0,0 0 0 0 0,-1-1 0 0 0,1 1 0 0 0,0 0 0 0 0,0 0 0 0 0,0-1-1 0 0,0 1 1 0 0,0 0 0 0 0,1 0 0 0 0,0 0 9 0 0,0 0 0 0 0,1-1 0 0 0,-1 1 1 0 0,1 0-1 0 0,-1-1 0 0 0,0 0 0 0 0,1 1 0 0 0,4-1 0 0 0,1-1 18 0 0,0 0-1 0 0,-1 0 0 0 0,1 0 1 0 0,13-5-1 0 0,-1-2-352 0 0,0-1 0 0 0,0 0 0 0 0,-1-2-1 0 0,0 0 1 0 0,-1-1 0 0 0,0-1 0 0 0,21-20 0 0 0,-26 19-7589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4:01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11 148 5063 0 0,'-4'-6'5'0'0,"4"5"78"0"0,-1 0 0 0 0,0 0 0 0 0,1 0 0 0 0,-1 0 0 0 0,0 0 0 0 0,1 0 0 0 0,-1 0 0 0 0,1 0 0 0 0,0-1 0 0 0,-1 1 0 0 0,1 0 0 0 0,0-2 0 0 0,0 2 68 0 0,1 1 0 0 0,-1-1 0 0 0,1 0-1 0 0,-1 1 1 0 0,1-1 0 0 0,0 1 0 0 0,-1-1 0 0 0,1 1 0 0 0,0 0 0 0 0,-1-1 0 0 0,1 1 0 0 0,0 0 0 0 0,0-1 0 0 0,-1 1-1 0 0,1 0 1 0 0,0 0 0 0 0,0 0 0 0 0,0 0 0 0 0,-1-1 0 0 0,1 1 0 0 0,0 0 0 0 0,0 1 0 0 0,1-1 0 0 0,52-3 5875 0 0,2 4-3624 0 0,51-3 24 0 0,-75-1-1907 0 0,0-2-1 0 0,46-12 1 0 0,-59 11-447 0 0,0 0 0 0 0,-1-2-1 0 0,1 0 1 0 0,-2-1 0 0 0,23-15 0 0 0,0-4-19 0 0,-46 55-53 0 0,-12 44 10 0 0,-11 84 1 0 0,4 76 23 0 0,10-86-25 0 0,7-46 150 0 0,3 0-1 0 0,5 1 0 0 0,5-1 1 0 0,24 144-1 0 0,19 23 376 0 0,22-6-79 0 0,-65-246-419 0 0,0-1 74 0 0,0 1-1 0 0,-1 0 1 0 0,3 22 0 0 0,-7-35-96 0 0,0 0 1 0 0,0-1-1 0 0,0 1 0 0 0,0 0 0 0 0,0 0 1 0 0,0 0-1 0 0,-1 0 0 0 0,1 0 0 0 0,0 0 1 0 0,0 0-1 0 0,-1 0 0 0 0,1 0 0 0 0,0 0 1 0 0,-1 0-1 0 0,1-1 0 0 0,-1 1 0 0 0,0 0 1 0 0,1 0-1 0 0,-1 0 0 0 0,1-1 0 0 0,-1 1 1 0 0,0 0-1 0 0,0-1 0 0 0,1 1 0 0 0,-1-1 1 0 0,0 1-1 0 0,0-1 0 0 0,0 1 0 0 0,0-1 1 0 0,1 0-1 0 0,-1 1 0 0 0,0-1 0 0 0,0 0 1 0 0,0 0-1 0 0,0 1 0 0 0,-2-1 0 0 0,-4 1 59 0 0,0-1 0 0 0,-1 0 0 0 0,1 0 0 0 0,-8-1 0 0 0,2 0 87 0 0,-87-8 496 0 0,3 1-1281 0 0,33 8-6260 0 0,48 1-1361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4:07.3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78 190 4607 0 0,'-6'-3'218'0'0,"-1"0"0"0"0,0 1 0 0 0,-13-2 0 0 0,14 2 626 0 0,-1 0 1 0 0,0 0-1 0 0,-10-4 1 0 0,26 7 3239 0 0,18 1-3102 0 0,-11-2-483 0 0,268-7 1796 0 0,-34-2-1062 0 0,-66 19-931 0 0,13 0-19 0 0,55-15-283 0 0,239-21 470 0 0,-135 0 35 0 0,-43 1 8 0 0,-277 24-483 0 0,324-3 340 0 0,158-8-27 0 0,-396 3 143 0 0,93-9-67 0 0,-180 14-412 0 0,161-20 529 0 0,-167 19-301 0 0,58 0 0 0 0,-86 5-224 0 0,-1-1-7 0 0,0 1-2 0 0,0 0 0 0 0,0 0 0 0 0,0 0 0 0 0,0 0 0 0 0,0 0 1 0 0,0 0-1 0 0,0 0 0 0 0,0 0 0 0 0,0 0 0 0 0,0 0 0 0 0,0 0 0 0 0,0 0 1 0 0,0 0-1 0 0,0 0 0 0 0,0 0 0 0 0,0 0 0 0 0,0 0 0 0 0,-1 0 0 0 0,1 0 1 0 0,0 0-1 0 0,0 0 0 0 0,0 0 0 0 0,0 0 0 0 0,0 0 0 0 0,0 0 0 0 0,0 0 1 0 0,0 0-1 0 0,0 0 0 0 0,0 0 0 0 0,0 0 0 0 0,0 0 0 0 0,0 0 0 0 0,0 0 1 0 0,0 0-1 0 0,0 0 0 0 0,0 0 0 0 0,0 0 0 0 0,0 0 0 0 0,0 0 0 0 0,0-1 1 0 0,0 1-1 0 0,0 0 0 0 0,0 0 0 0 0,0 0 0 0 0,0 0 0 0 0,0 0 0 0 0,0 0 1 0 0,0 0-1 0 0,0 0 0 0 0,0 0 0 0 0,0 0 0 0 0,0 0 0 0 0,0 0 0 0 0,0 0 1 0 0,0 0-1 0 0,0 0 0 0 0,0 0 0 0 0,0 0 0 0 0,0-1 0 0 0,0 1 0 0 0,0 0 1 0 0,0 0-1 0 0,0 0 0 0 0,0 0 0 0 0,0 0 0 0 0,0 0 0 0 0,-7-1 75 0 0,-12-4-61 0 0,18 5-20 0 0,0 0 0 0 0,0 0 0 0 0,1 0 0 0 0,-1 0-1 0 0,0 0 1 0 0,1 1 0 0 0,-1-1 0 0 0,0 0 0 0 0,1 0 0 0 0,-1 0-1 0 0,1 1 1 0 0,-1-1 0 0 0,0 0 0 0 0,1 0 0 0 0,-1 1 0 0 0,1-1-1 0 0,-1 1 1 0 0,1-1 0 0 0,-1 1 0 0 0,1-1 0 0 0,-1 0 0 0 0,1 1 0 0 0,-1 0-1 0 0,1-1 1 0 0,0 1 0 0 0,-1-1 0 0 0,1 1 0 0 0,0-1 0 0 0,-1 1-1 0 0,1 0 1 0 0,0-1 0 0 0,0 1 0 0 0,-1 1 0 0 0,0 1-162 0 0,-4 5-183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4:11.8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10 298 1375 0 0,'-10'11'8532'0'0,"15"-9"-8277"0"0,0 0 0 0 0,0 0 1 0 0,0 0-1 0 0,0 0 0 0 0,1-1 0 0 0,-1 0 0 0 0,0 0 0 0 0,1 0 0 0 0,-1-1 0 0 0,1 0 0 0 0,-1 0 0 0 0,9-1 0 0 0,80-20 1581 0 0,312-50 2891 0 0,-277 59-4142 0 0,172-19 127 0 0,73-6 10 0 0,194-28-56 0 0,-393 32-467 0 0,-79 13 39 0 0,107-8 1 0 0,-197 27-236 0 0,16-1 12 0 0,-1 1-1 0 0,1 1 0 0 0,41 5 0 0 0,-62-5-73 0 0,-1 0-1 0 0,1 0 1 0 0,0 1-1 0 0,-1-1 1 0 0,1 0-1 0 0,-1 0 1 0 0,1 0-1 0 0,-1 0 1 0 0,1 0-1 0 0,-1 1 1 0 0,1-1-1 0 0,-1 0 1 0 0,1 1-1 0 0,-1-1 1 0 0,0 0-1 0 0,1 1 1 0 0,-1-1 0 0 0,1 0-1 0 0,-1 1 1 0 0,0-1-1 0 0,1 1 1 0 0,-1-1-1 0 0,0 1 1 0 0,1 0-1 0 0,-1 0-143 0 0,0-1-1 0 0,0 1 1 0 0,-1-1-1 0 0,1 1 0 0 0,0-1 1 0 0,0 1-1 0 0,0-1 1 0 0,-1 1-1 0 0,1-1 1 0 0,0 1-1 0 0,0-1 1 0 0,-1 1-1 0 0,1-1 1 0 0,-1 1-1 0 0,1-1 1 0 0,0 1-1 0 0,-1-1 0 0 0,1 0 1 0 0,-1 1-1 0 0,1-1 1 0 0,-1 0-1 0 0,1 1 1 0 0,-1-1-1 0 0,-11 7-7016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35.7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55 184 455 0 0,'8'-163'4560'0'0,"-10"146"-3059"0"0,0 14-309 0 0,0 12-678 0 0,-1 10-118 0 0,-2 47-279 0 0,-4 333 307 0 0,-14 314 77 0 0,6-335-330 0 0,19 1720 771 0 0,30-1305-310 0 0,-8-87 924 0 0,-8-196-998 0 0,25 45-270 0 0,-3-54-80 0 0,-32 7-104 0 0,-21-2 50 0 0,18-83 364 0 0,30-3-195 0 0,-10-111-270 0 0,-18-88 218 0 0,-5-127-174 0 0,5 295 283 0 0,-3 482 86 0 0,5-339-264 0 0,54-84 173 0 0,-41-325-290 0 0,-9-51 41 0 0,44 340 363 0 0,-53-391-925 0 0,-1 0 0 0 0,-1 1 1 0 0,0-1-1 0 0,-2 0 0 0 0,-5 25 0 0 0,3-33-5032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36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289 234 919 0 0,'11'-13'986'0'0,"-1"1"-1"0"0,-1-1 0 0 0,0-1 1 0 0,12-25-1 0 0,-19 37-764 0 0,-1-1 0 0 0,0 0 0 0 0,0-1-1 0 0,0 1 1 0 0,0 0 0 0 0,0 0 0 0 0,-1 0 0 0 0,1-6 0 0 0,-1 8-171 0 0,0 1-1 0 0,0-1 1 0 0,0 0 0 0 0,0 1 0 0 0,0-1 0 0 0,-1 1 0 0 0,1-1 0 0 0,0 1 0 0 0,0-1 0 0 0,0 1 0 0 0,-1-1 0 0 0,1 1 0 0 0,0-1-1 0 0,-1 1 1 0 0,1-1 0 0 0,0 1 0 0 0,-1-1 0 0 0,1 1 0 0 0,0 0 0 0 0,-1-1 0 0 0,0 0 0 0 0,0 1-11 0 0,0 0 1 0 0,1 0-1 0 0,-1-1 1 0 0,0 1-1 0 0,0 0 1 0 0,0 0-1 0 0,0 0 0 0 0,0 0 1 0 0,0 0-1 0 0,0 0 1 0 0,0 0-1 0 0,1 0 1 0 0,-1 1-1 0 0,0-1 1 0 0,0 0-1 0 0,0 0 1 0 0,-1 2-1 0 0,-7 1 29 0 0,1 2 1 0 0,0-1-1 0 0,0 1 1 0 0,0 1-1 0 0,0 0 0 0 0,-11 11 1 0 0,-37 44 273 0 0,-32 62-342 0 0,65-88 0 0 0,10-15 3 0 0,-69 113 114 0 0,81-132-91 0 0,1 0 0 0 0,-1 1 0 0 0,1-1 0 0 0,-1 1 0 0 0,1-1 0 0 0,-1 1 0 0 0,1-1 0 0 0,0 1 0 0 0,0-1 0 0 0,0 2 0 0 0,0-2-22 0 0,0-1 0 0 0,0 0 0 0 0,0 0-1 0 0,0 0 1 0 0,0 0 0 0 0,0 0 0 0 0,0 0-1 0 0,0 0 1 0 0,0 1 0 0 0,0-1 0 0 0,0 0-1 0 0,0 0 1 0 0,0 0 0 0 0,0 0-1 0 0,0 0 1 0 0,0 0 0 0 0,1 0 0 0 0,-1 0-1 0 0,0 0 1 0 0,0 1 0 0 0,0-1 0 0 0,0 0-1 0 0,0 0 1 0 0,0 0 0 0 0,0 0 0 0 0,0 0-1 0 0,1 0 1 0 0,-1 0 0 0 0,0 0 0 0 0,0 0-1 0 0,0 0 1 0 0,0 0 0 0 0,0 0 0 0 0,0 0-1 0 0,0 0 1 0 0,1 0 0 0 0,-1 0 0 0 0,0 0-1 0 0,0 0 1 0 0,0 0 0 0 0,0 0 0 0 0,10-7 64 0 0,32-37 89 0 0,-2-2 0 0 0,-2-2 0 0 0,46-74 0 0 0,-44 49 1137 0 0,34-85-1 0 0,-61 129-1028 0 0,-8 20-21 0 0,-2 8 61 0 0,-2 6 2 0 0,-1 25 228 0 0,8 177 1620 0 0,-3-167-1264 0 0,17 66 0 0 0,-18-92-697 0 0,0-1 1 0 0,1 0 0 0 0,1 0 0 0 0,0 0-1 0 0,1-1 1 0 0,0 0 0 0 0,1 0-1 0 0,13 15 1 0 0,-18-25-196 0 0,0 1-1 0 0,-1 0 1 0 0,1 0-1 0 0,-1 0 1 0 0,1 1-1 0 0,-1-1 1 0 0,0 1-1 0 0,-1-1 1 0 0,1 1-1 0 0,0-1 1 0 0,-1 1-1 0 0,0 0 1 0 0,0 0-1 0 0,0 0 1 0 0,0 0-1 0 0,-1 7 1 0 0,-1 4-206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39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76 592 2303 0 0,'-10'-1'804'0'0,"1"0"-1"0"0,1-1 0 0 0,-1 0 0 0 0,0 0 0 0 0,-11-5 1 0 0,10 4 947 0 0,46 14 1436 0 0,-23-8-3135 0 0,1 0 0 0 0,0-1 0 0 0,0 0 1 0 0,24 0-1 0 0,193-17 545 0 0,-112 5-407 0 0,-64 6-106 0 0,-1 2 1 0 0,73 7-1 0 0,48-1 65 0 0,198-27 235 0 0,-214 18-321 0 0,84-5 2 0 0,-168 4-59 0 0,313-19 116 0 0,303-8-71 0 0,-333 12 32 0 0,339-26 117 0 0,-406 33-74 0 0,-2 1-106 0 0,626-44 34 0 0,-575 40-23 0 0,331-11 20 0 0,-433 22-51 0 0,128 0 0 0 0,223-2 38 0 0,-130 0-12 0 0,-433 8-26 0 0,572 0 0 0 0,-55-6 68 0 0,-279 1-72 0 0,679-14 4 0 0,235-3 313 0 0,-612 13-210 0 0,195 1 89 0 0,-677 6-160 0 0,859-17 64 0 0,-24-11 8 0 0,-708 24-98 0 0,234-11 52 0 0,15 2-58 0 0,-156 8 0 0 0,76 1 0 0 0,-36 1 0 0 0,25 1-1 0 0,-1-1 13 0 0,-58 3 76 0 0,8-1 11 0 0,60 1-52 0 0,-29 1-20 0 0,-4 0-1 0 0,20 0 48 0 0,-110-3 70 0 0,179-6-290 0 0,-152-2 95 0 0,90-6 12 0 0,29 10 39 0 0,-153 7 0 0 0,165 12-2 0 0,-152 0 15 0 0,70 1 42 0 0,106 0 7 0 0,-63-4 290 0 0,-278-7-100 0 0,139-18 0 0 0,-158 9-220 0 0,155 5 0 0 0,-230 3-43 0 0,0 0-1 0 0,0 0 1 0 0,-1 0-1 0 0,1 0 1 0 0,0 0-1 0 0,0 0 0 0 0,-1-1 1 0 0,4 0-1 0 0,-5 1-4 0 0,0 0-1 0 0,0 0 1 0 0,1 0-1 0 0,-1 0 1 0 0,0 0 0 0 0,0-1-1 0 0,0 1 1 0 0,0 0-1 0 0,0 0 1 0 0,0 0-1 0 0,0 0 1 0 0,0 0-1 0 0,1 0 1 0 0,-1 0-1 0 0,0 0 1 0 0,0-1-1 0 0,0 1 1 0 0,0 0-1 0 0,0 0 1 0 0,0 0 0 0 0,0 0-1 0 0,0 0 1 0 0,0 0-1 0 0,0-1 1 0 0,0 1-1 0 0,0 0 1 0 0,0 0-1 0 0,0 0 1 0 0,0 0-1 0 0,0 0 1 0 0,0 0-1 0 0,0-1 1 0 0,0 1-1 0 0,0 0 1 0 0,0 0 0 0 0,0 0-1 0 0,0 0 1 0 0,-9-7-1661 0 0,3 3-214 0 0,-1 1-2924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40.3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38 919 0 0,'-7'-6'27'0'0,"1"1"0"0"0,-13-9-1 0 0,18 14-20 0 0,1 0-1 0 0,0-1 0 0 0,0 1 1 0 0,0 0-1 0 0,0 0 0 0 0,0 0 0 0 0,0 0 1 0 0,-1 0-1 0 0,1 0 0 0 0,0-1 1 0 0,0 1-1 0 0,0 0 0 0 0,0 0 0 0 0,0 0 1 0 0,0 0-1 0 0,0-1 0 0 0,0 1 1 0 0,0 0-1 0 0,0 0 0 0 0,0 0 0 0 0,0-1 1 0 0,0 1-1 0 0,0 0 0 0 0,0 0 0 0 0,0 0 1 0 0,0 0-1 0 0,0-1 0 0 0,0 1 1 0 0,0 0-1 0 0,0 0 0 0 0,0 0 0 0 0,0 0 1 0 0,0-1-1 0 0,0 1 0 0 0,0 0 1 0 0,0 0-1 0 0,1 0 0 0 0,-1 0 0 0 0,0 0 1 0 0,0-1-1 0 0,0 1 0 0 0,0 0 0 0 0,1 0 1 0 0,5-5 5681 0 0,0 5-4936 0 0,26 6 1284 0 0,42 12-1 0 0,1 3-588 0 0,88 12 0 0 0,-150-31-1324 0 0,-1 2 1 0 0,1-1-1 0 0,-1 1 0 0 0,0 1 0 0 0,0 0 0 0 0,0 1 1 0 0,-1 0-1 0 0,0 1 0 0 0,0 0 0 0 0,19 17 0 0 0,-13-10 75 0 0,2-2-1 0 0,20 12 1 0 0,4 3 37 0 0,-42-27-233 0 0,-1 0 0 0 0,0 0-1 0 0,1 1 1 0 0,-1-1-1 0 0,0 0 1 0 0,1 0 0 0 0,-1 1-1 0 0,0-1 1 0 0,0 0 0 0 0,1 0-1 0 0,-1 1 1 0 0,0-1 0 0 0,0 0-1 0 0,0 1 1 0 0,0-1-1 0 0,1 0 1 0 0,-1 1 0 0 0,0-1-1 0 0,0 0 1 0 0,0 1 0 0 0,0-1-1 0 0,0 0 1 0 0,0 1-1 0 0,0-1 1 0 0,0 1 0 0 0,0-1-1 0 0,0 0 1 0 0,0 1 0 0 0,-7 9 43 0 0,-14 3 52 0 0,-33 11 538 0 0,-58 17 1 0 0,53-21-487 0 0,46-15-136 0 0,-154 62 232 0 0,131-49-244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7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53 271 5527 0 0,'3'-5'259'0'0,"-2"0"0"0"0,1 0 0 0 0,-1 0-1 0 0,1 0 1 0 0,-1 0 0 0 0,-1 0-1 0 0,1 0 1 0 0,-1-7 0 0 0,3-14 1488 0 0,-1 12-559 0 0,4-15 835 0 0,-6 27-1783 0 0,1 1-1 0 0,-1-1 1 0 0,1 1 0 0 0,-1-1 0 0 0,1 1 0 0 0,0-1 0 0 0,0 1-1 0 0,-1-1 1 0 0,1 1 0 0 0,0 0 0 0 0,0-1 0 0 0,1 1-1 0 0,0-1 1 0 0,-1 2-189 0 0,-1-1 0 0 0,0 1 0 0 0,1 0 0 0 0,-1 0 0 0 0,1 0 0 0 0,-1 0 0 0 0,0 0 0 0 0,1 0 0 0 0,-1 0 0 0 0,1 0 0 0 0,-1 0 0 0 0,0 0 0 0 0,1 1 0 0 0,-1-1 0 0 0,1 0 0 0 0,-1 0 0 0 0,0 0 0 0 0,1 0 0 0 0,-1 0 0 0 0,0 1 0 0 0,1-1 0 0 0,-1 0 0 0 0,0 0 0 0 0,1 1-1 0 0,-1-1 1 0 0,0 0 0 0 0,1 1 0 0 0,-1-1 0 0 0,0 0 0 0 0,0 1 0 0 0,1-1 0 0 0,-1 0 0 0 0,0 1 0 0 0,0 0 0 0 0,9 15 535 0 0,-7-13-376 0 0,6 17 385 0 0,9 27 0 0 0,6 13-242 0 0,-9-29-274 0 0,-1 0 7 0 0,2-1 0 0 0,0 0 0 0 0,36 49 0 0 0,-46-74-32 0 0,-1 0 1 0 0,1 0 0 0 0,0 0-1 0 0,0-1 1 0 0,0 0 0 0 0,0 0 0 0 0,1 0-1 0 0,0 0 1 0 0,7 2 0 0 0,-11-5-26 0 0,1 0 1 0 0,-1 0 0 0 0,1 0 0 0 0,-1-1 0 0 0,1 1 0 0 0,-1-1-1 0 0,1 1 1 0 0,0-1 0 0 0,-1 0 0 0 0,1 0 0 0 0,-1-1-1 0 0,1 1 1 0 0,0 0 0 0 0,-1-1 0 0 0,1 1 0 0 0,-1-1-1 0 0,1 0 1 0 0,-1 0 0 0 0,0 0 0 0 0,1 0 0 0 0,-1-1-1 0 0,0 1 1 0 0,0 0 0 0 0,1-1 0 0 0,-1 0 0 0 0,3-3-1 0 0,-4 3-15 0 0,1 0-1 0 0,0 0 1 0 0,-1 0-1 0 0,1-1 0 0 0,-1 1 1 0 0,0 0-1 0 0,0-1 0 0 0,0 1 1 0 0,0-1-1 0 0,1-5 0 0 0,3-29 15 0 0,-3 13-32 0 0,4-18-12 0 0,-2 10 116 0 0,16-59 0 0 0,12-30-100 0 0,-30 114 0 0 0,-1-1 0 0 0,0 1 0 0 0,-1 0 0 0 0,1 0 0 0 0,-2-1 0 0 0,1 1 0 0 0,-1 0 0 0 0,0 0 0 0 0,0-1 0 0 0,-3-7 0 0 0,3 13 0 0 0,0-1 0 0 0,-1 0 0 0 0,1 0 0 0 0,0 1 0 0 0,-1-1 0 0 0,0 1 0 0 0,1-1 0 0 0,-1 1 0 0 0,0 0 0 0 0,0 0 0 0 0,0 0 0 0 0,-1 0 0 0 0,1 0 0 0 0,0 0 0 0 0,-1 0 0 0 0,1 1 0 0 0,-1-1 0 0 0,0 1 0 0 0,1 0 0 0 0,-1 0 0 0 0,0 0 0 0 0,0 0 0 0 0,0 0 0 0 0,0 1 0 0 0,0-1 0 0 0,-4 1 0 0 0,-16-1 0 0 0,0 2 0 0 0,-40 6 0 0 0,-46 15 0 0 0,46-9 0 0 0,44-9 16 0 0,-27 10 0 0 0,40-12-12 0 0,-1 0 0 0 0,1 1 0 0 0,0 0 0 0 0,0 0 0 0 0,0 1 0 0 0,1 0 0 0 0,-10 8 0 0 0,14-12-10 0 0,1 0 0 0 0,-1 1 0 0 0,1-1 0 0 0,0 0 0 0 0,-1 0-1 0 0,1 1 1 0 0,-1-1 0 0 0,1 0 0 0 0,0 1 0 0 0,-1-1 0 0 0,1 1 0 0 0,0-1 0 0 0,0 1 0 0 0,-1-1-1 0 0,1 0 1 0 0,0 1 0 0 0,0-1 0 0 0,0 1 0 0 0,-1-1 0 0 0,1 1 0 0 0,0-1 0 0 0,0 1-1 0 0,0-1 1 0 0,0 1 0 0 0,0-1 0 0 0,0 1 0 0 0,0-1 0 0 0,0 1 0 0 0,0-1 0 0 0,0 1 0 0 0,0-1-1 0 0,1 1 1 0 0,-1-1 0 0 0,0 1 0 0 0,0-1 0 0 0,0 1 0 0 0,0-1 0 0 0,1 1 0 0 0,-1-1-1 0 0,0 0 1 0 0,1 1 0 0 0,-1-1 0 0 0,0 1 0 0 0,1-1 0 0 0,-1 0 0 0 0,0 1 0 0 0,1-1 0 0 0,-1 0-1 0 0,1 0 1 0 0,-1 1 0 0 0,1-1 0 0 0,-1 0 0 0 0,1 0 0 0 0,-1 0 0 0 0,1 1 0 0 0,-1-1-1 0 0,0 0 1 0 0,2 0 0 0 0,3 2-564 0 0,1-1-1 0 0,-1 0 0 0 0,12 0 1 0 0,-15 0 120 0 0,10 0-6609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8.4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0 316 6911 0 0,'3'-1'972'0'0,"-1"0"1"0"0,0 1-1 0 0,1-1 0 0 0,-1 1 0 0 0,1-1 0 0 0,-1 1 0 0 0,1 0 0 0 0,3 0 0 0 0,5-1-9 0 0,-9 1-1560 0 0,9-1 1009 0 0,0-1 0 0 0,0-1 0 0 0,0 0 0 0 0,-1 0 0 0 0,1-1 0 0 0,-1-1 0 0 0,1 1 0 0 0,-1-2 0 0 0,-1 1 0 0 0,1-1 0 0 0,-1-1 0 0 0,10-8 0 0 0,-14 10-361 0 0,1 0 0 0 0,-1-1 0 0 0,0 1 0 0 0,0-1 0 0 0,-1 0 0 0 0,0 0 0 0 0,0 0 0 0 0,0-1 0 0 0,-1 0 0 0 0,0 1 0 0 0,0-1 0 0 0,0 0 0 0 0,-1-1 0 0 0,0 1 0 0 0,-1 0 0 0 0,1-9 0 0 0,-1 11-20 0 0,-1 0 0 0 0,0-1-1 0 0,-1 1 1 0 0,1 0-1 0 0,-1 0 1 0 0,0 0-1 0 0,0 0 1 0 0,-1 0 0 0 0,1 0-1 0 0,-1 0 1 0 0,0 0-1 0 0,-1 1 1 0 0,1-1-1 0 0,-1 1 1 0 0,0-1 0 0 0,0 1-1 0 0,0 0 1 0 0,0 0-1 0 0,-1 1 1 0 0,0-1-1 0 0,1 0 1 0 0,-2 1 0 0 0,-6-5-1 0 0,7 6-30 0 0,0 0 0 0 0,0 0 0 0 0,0 0 0 0 0,0 0 0 0 0,0 1 0 0 0,0 0 0 0 0,0 0 0 0 0,-1 0 0 0 0,1 0 0 0 0,0 0 0 0 0,-1 1 0 0 0,1 0 0 0 0,-1 0 0 0 0,1 0 0 0 0,-5 1 0 0 0,7 0 0 0 0,0-1 0 0 0,-1 1 0 0 0,1 0 0 0 0,0 0 0 0 0,0 0 0 0 0,-1 0 0 0 0,1 0 0 0 0,0 1 0 0 0,0-1 0 0 0,1 0 0 0 0,-1 1 0 0 0,0 0 0 0 0,0-1 0 0 0,1 1 0 0 0,-1 0 0 0 0,1 0 0 0 0,-1 0 0 0 0,1 0 0 0 0,0 0 0 0 0,0 0 0 0 0,0 0 0 0 0,0 1 0 0 0,0-1 0 0 0,0 0 0 0 0,1 0 0 0 0,-1 1 0 0 0,1-1 0 0 0,-1 5 0 0 0,1 3-6 0 0,-1 0 1 0 0,2 0-1 0 0,-1 1 0 0 0,2-1 0 0 0,4 18 1 0 0,18 52-44 0 0,-15-55 44 0 0,46 189 6 0 0,-18 3 2 0 0,5 26 273 0 0,-40-236-225 0 0,4 19 58 0 0,-6-24-101 0 0,0-1 1 0 0,1 1-1 0 0,-1-1 0 0 0,1 0 1 0 0,0 1-1 0 0,-1-1 1 0 0,1 0-1 0 0,0 1 0 0 0,0-1 1 0 0,0 0-1 0 0,0 0 1 0 0,0 0-1 0 0,1 2 0 0 0,-1-3-8 0 0,-1 0-1 0 0,0 0 1 0 0,0 0-1 0 0,0 1 1 0 0,1-1-1 0 0,-1 0 1 0 0,0 0-1 0 0,1 0 1 0 0,-1 0-1 0 0,0 0 1 0 0,0 0-1 0 0,1 0 1 0 0,-1 0-1 0 0,0 0 1 0 0,1 0-1 0 0,-1 0 1 0 0,0 0-1 0 0,0 0 1 0 0,1 0-1 0 0,-1 0 0 0 0,0 0 1 0 0,1 0-1 0 0,-1 0 1 0 0,0 0-1 0 0,0 0 1 0 0,1 0-1 0 0,-1 0 1 0 0,0 0-1 0 0,0-1 1 0 0,1 1-1 0 0,-1 0 1 0 0,0 0-1 0 0,1-1 1 0 0,2-10-152 0 0,-2 8-255 0 0,-1 0 0 0 0,0 0 1 0 0,0 0-1 0 0,0 0 0 0 0,-1 0 0 0 0,0-4 0 0 0,-4-4-7013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8.6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0 118 6911 0 0,'0'-2'29'0'0,"0"1"-1"0"0,0 0 0 0 0,0 0 0 0 0,1 0 0 0 0,-1-1 0 0 0,0 1 0 0 0,0 0 0 0 0,1 0 1 0 0,-1 0-1 0 0,1 0 0 0 0,-1 0 0 0 0,1 0 0 0 0,0 0 0 0 0,-1 0 0 0 0,1 0 1 0 0,0 0-1 0 0,-1 0 0 0 0,1 0 0 0 0,0 0 0 0 0,0 0 0 0 0,0 1 0 0 0,0-1 1 0 0,0 0-1 0 0,0 1 0 0 0,1-2 0 0 0,30-16 3331 0 0,-16 12-1806 0 0,0 0 1 0 0,1 1-1 0 0,27-4 0 0 0,18-6-442 0 0,27-10-2300 0 0,-68 18-4957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8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53 3223 0 0,'0'-3'205'0'0,"0"0"0"0"0,-1 0 0 0 0,0 0 0 0 0,0 0 0 0 0,0 0-1 0 0,0 0 1 0 0,0 1 0 0 0,0-1 0 0 0,-1 0 0 0 0,0 1-1 0 0,-3-6 1 0 0,4 7 105 0 0,-1 0 0 0 0,0-1 0 0 0,1 1 0 0 0,-1 0 0 0 0,0 0 0 0 0,1 0 0 0 0,-1 0 0 0 0,0 0 0 0 0,0 0 0 0 0,0 1 0 0 0,0-1 0 0 0,0 1 0 0 0,0-1 0 0 0,0 1 0 0 0,0 0 0 0 0,0-1 0 0 0,0 1 0 0 0,0 0 0 0 0,-3 1 0 0 0,2-1 25 0 0,0 1 0 0 0,0-1-1 0 0,0 1 1 0 0,0 0 0 0 0,1 0 0 0 0,-1 0 0 0 0,0 0 0 0 0,0 0 0 0 0,1 1 0 0 0,-1-1 0 0 0,0 1 0 0 0,1 0 0 0 0,-4 2 0 0 0,2 0 69 0 0,0 1-1 0 0,0-1 1 0 0,1 1 0 0 0,-1 0-1 0 0,1 0 1 0 0,-4 7 0 0 0,0 3 167 0 0,1 0-1 0 0,1 1 1 0 0,-7 31 0 0 0,7-19-277 0 0,1 1 0 0 0,2 0-1 0 0,1-1 1 0 0,3 34 0 0 0,2-19-91 0 0,2 1 0 0 0,12 43 1 0 0,-17-81-178 0 0,3 10 35 0 0,1 0 0 0 0,9 23 1 0 0,-12-35-52 0 0,-1-1-1 0 0,1 1 1 0 0,0-1 0 0 0,0 0 0 0 0,0 0 0 0 0,1 1 0 0 0,-1-1-1 0 0,1-1 1 0 0,-1 1 0 0 0,1 0 0 0 0,0-1 0 0 0,0 1 0 0 0,0-1 0 0 0,1 0-1 0 0,-1 0 1 0 0,6 2 0 0 0,-7-3-110 0 0,1-1 1 0 0,-1 1-1 0 0,1-1 0 0 0,-1 0 1 0 0,0 0-1 0 0,1 0 0 0 0,-1 0 1 0 0,0 0-1 0 0,1-1 0 0 0,-1 1 1 0 0,1-1-1 0 0,-1 1 0 0 0,0-1 1 0 0,0 0-1 0 0,1 0 0 0 0,-1 0 1 0 0,0 0-1 0 0,0 0 0 0 0,0-1 0 0 0,3-1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9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1 224 1839 0 0,'1'-3'196'0'0,"0"-1"0"0"0,0 0 0 0 0,0 1 0 0 0,1-1 0 0 0,-1 1 0 0 0,3-4 0 0 0,-2 4 469 0 0,0 1 1 0 0,0-1 0 0 0,-1 1-1 0 0,2-1 1 0 0,-1 1-1 0 0,0 0 1 0 0,0 0 0 0 0,1 0-1 0 0,-1 0 1 0 0,1 0-1 0 0,-1 0 1 0 0,1 1 0 0 0,0 0-1 0 0,0-1 1 0 0,0 1-1 0 0,0 0 1 0 0,0 0 0 0 0,0 0-1 0 0,0 1 1 0 0,0-1-1 0 0,4 1 1 0 0,-2-3 2881 0 0,-2-11-2743 0 0,-3 11-832 0 0,1 0-1 0 0,-1 0 0 0 0,1 0 0 0 0,0 0 0 0 0,0 0 0 0 0,1-3 0 0 0,3-4 91 0 0,0 1 1 0 0,-1-1-1 0 0,-1 0 0 0 0,1 0 0 0 0,-2-1 1 0 0,1 1-1 0 0,-1-1 0 0 0,-1 1 1 0 0,1-18-1 0 0,-10 213 265 0 0,4-117-265 0 0,1-30-53 0 0,1-3 18 0 0,2 55 1 0 0,4-68-1524 0 0,-3-20 1089 0 0,-1-1 0 0 0,1 1-1 0 0,0-1 1 0 0,-1 1 0 0 0,1-1-1 0 0,0 1 1 0 0,0-1 0 0 0,0 0-1 0 0,0 1 1 0 0,0-1 0 0 0,1 1-1 0 0,8 3-6776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9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7831 0 0,'5'8'814'0'0,"0"1"1"0"0,0-1-1 0 0,-1 1 0 0 0,0 0 0 0 0,0 0 0 0 0,3 18 0 0 0,8 57 3487 0 0,-13-72-3790 0 0,-1 0 0 0 0,-1 0 0 0 0,0-1-1 0 0,-1 1 1 0 0,0 0 0 0 0,-4 19 0 0 0,3-24-546 0 0,0-1-1 0 0,0 1 1 0 0,-1-1 0 0 0,0 1 0 0 0,0-1 0 0 0,0 0 0 0 0,-1 0 0 0 0,0 0-1 0 0,0 0 1 0 0,0-1 0 0 0,-1 0 0 0 0,-8 8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9.8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4143 0 0,'4'-5'411'0'0,"-1"0"0"0"0,1 0 0 0 0,-1 0 0 0 0,1 1 0 0 0,1-1 0 0 0,-1 1 0 0 0,0 0 0 0 0,10-6 0 0 0,1 0 1972 0 0,27-13-1 0 0,-36 20-1889 0 0,0 1-1 0 0,1-1 1 0 0,-1 1 0 0 0,1 0-1 0 0,-1 1 1 0 0,1-1-1 0 0,0 1 1 0 0,-1 0 0 0 0,8 1-1 0 0,-12 0-379 0 0,0 0 0 0 0,0 0 0 0 0,0 1 0 0 0,0-1-1 0 0,0 0 1 0 0,0 1 0 0 0,-1 0 0 0 0,1-1 0 0 0,0 1 0 0 0,0 0 0 0 0,0 0-1 0 0,-1 0 1 0 0,1 0 0 0 0,0 0 0 0 0,-1 1 0 0 0,1-1 0 0 0,-1 0 0 0 0,0 1-1 0 0,1-1 1 0 0,-1 1 0 0 0,0 0 0 0 0,0-1 0 0 0,0 1 0 0 0,0 0 0 0 0,0 0-1 0 0,0-1 1 0 0,0 1 0 0 0,-1 0 0 0 0,1 0 0 0 0,-1 0 0 0 0,1 0 0 0 0,-1 0-1 0 0,0 0 1 0 0,0 2 0 0 0,1 1-74 0 0,-1 0-1 0 0,-1 0 1 0 0,1 0-1 0 0,0 0 1 0 0,-1 0 0 0 0,0 0-1 0 0,-1 0 1 0 0,1 0-1 0 0,-1-1 1 0 0,0 1-1 0 0,0 0 1 0 0,-3 4 0 0 0,-5 7 11 0 0,0 0 1 0 0,-13 13 0 0 0,-2 4 27 0 0,18-24-76 0 0,2-3 7 0 0,0 1-1 0 0,1 0 1 0 0,0 1-1 0 0,0-1 1 0 0,-4 11 0 0 0,7-17 8 0 0,1 1 1 0 0,-1 0-1 0 0,1-1 1 0 0,0 1-1 0 0,0 0 1 0 0,0-1-1 0 0,-1 1 1 0 0,1 0-1 0 0,1-1 1 0 0,-1 1-1 0 0,0 0 1 0 0,0-1 0 0 0,1 1-1 0 0,-1 0 1 0 0,1-1-1 0 0,-1 1 1 0 0,1-1-1 0 0,0 1 1 0 0,-1-1-1 0 0,1 1 1 0 0,0-1-1 0 0,0 1 1 0 0,0-1-1 0 0,0 0 1 0 0,0 0-1 0 0,1 1 1 0 0,-1-1-1 0 0,0 0 1 0 0,0 0 0 0 0,1 0-1 0 0,-1 0 1 0 0,3 1-1 0 0,3 1 56 0 0,0 0-1 0 0,0 0 0 0 0,1-1 1 0 0,-1 1-1 0 0,1-2 1 0 0,-1 1-1 0 0,1-1 1 0 0,0 0-1 0 0,0-1 0 0 0,-1 1 1 0 0,1-2-1 0 0,9 0 1 0 0,1-2 18 0 0,0 0 1 0 0,0-1 0 0 0,0-1-1 0 0,19-8 1 0 0,-7-1 453 0 0,-16 4-1624 0 0,-5-3-5315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0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7831 0 0,'5'-1'891'0'0,"-5"1"-836"0"0,1 0 0 0 0,-1 0 0 0 0,0 0 0 0 0,1 0 0 0 0,-1 0 0 0 0,1 0 0 0 0,-1 0 0 0 0,0 0 0 0 0,1 0 0 0 0,-1 0 0 0 0,1 0 0 0 0,-1 0 0 0 0,0 0 0 0 0,1 0 0 0 0,-1 0 0 0 0,0 0 0 0 0,1 0 0 0 0,-1 0 0 0 0,0 1 0 0 0,1-1 0 0 0,-1 0 0 0 0,0 0 0 0 0,1 1 0 0 0,14 6 1601 0 0,0 0 0 0 0,-1 1-1 0 0,0 1 1 0 0,0 1 0 0 0,20 18 0 0 0,-20-14-1473 0 0,-1 1 1 0 0,-1 0 0 0 0,-1 1-1 0 0,0 0 1 0 0,-1 0 0 0 0,-1 1-1 0 0,0 1 1 0 0,-1-1 0 0 0,-1 1-1 0 0,-1 1 1 0 0,7 30 0 0 0,-10-33-59 0 0,-1 1-1 0 0,-1-1 1 0 0,0 1 0 0 0,-1-1 0 0 0,-1 0-1 0 0,0 1 1 0 0,-1-1 0 0 0,-1 0-1 0 0,-1 1 1 0 0,0-2 0 0 0,-1 1 0 0 0,-1 0-1 0 0,-14 28 1 0 0,3-17-922 0 0,-34 44 1 0 0,39-55-7171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0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46 219 3767 0 0,'-7'-7'450'0'0,"5"6"-147"0"0,1-1 0 0 0,-1 1-1 0 0,1 0 1 0 0,-1 0-1 0 0,1-1 1 0 0,0 1-1 0 0,0-1 1 0 0,-1 0 0 0 0,1 1-1 0 0,0-1 1 0 0,0 0-1 0 0,1 1 1 0 0,-1-1 0 0 0,0 0-1 0 0,1 0 1 0 0,-1 0-1 0 0,1 0 1 0 0,-1 0-1 0 0,1 0 1 0 0,0 0 0 0 0,0 0-1 0 0,0 0 1 0 0,0 1-1 0 0,0-4 1 0 0,1-2 166 0 0,1-1 0 0 0,0 1 0 0 0,0 0-1 0 0,1 0 1 0 0,-1 0 0 0 0,2 0 0 0 0,-1 0 0 0 0,1 0 0 0 0,0 1 0 0 0,0 0 0 0 0,9-11-1 0 0,-4 8-202 0 0,-1 1 0 0 0,1 0 0 0 0,0 0-1 0 0,1 1 1 0 0,0 0 0 0 0,18-10 0 0 0,-25 16-237 0 0,0-1 0 0 0,0 1 0 0 0,-1 0 1 0 0,1 0-1 0 0,0 0 0 0 0,0 1 0 0 0,0-1 1 0 0,0 1-1 0 0,0-1 0 0 0,0 1 0 0 0,0 0 1 0 0,0 0-1 0 0,0 0 0 0 0,0 1 1 0 0,0-1-1 0 0,0 1 0 0 0,0-1 0 0 0,0 1 1 0 0,0 0-1 0 0,0 0 0 0 0,0 1 0 0 0,-1-1 1 0 0,1 0-1 0 0,0 1 0 0 0,-1 0 0 0 0,1 0 1 0 0,-1-1-1 0 0,0 1 0 0 0,0 1 1 0 0,1-1-1 0 0,1 3 0 0 0,0 0-13 0 0,-1 0-1 0 0,1 1 1 0 0,-1-1-1 0 0,0 1 1 0 0,0 0 0 0 0,0 0-1 0 0,-1 1 1 0 0,0-1-1 0 0,0 0 1 0 0,-1 1-1 0 0,0-1 1 0 0,0 1 0 0 0,0 8-1 0 0,-2-2-15 0 0,0 1 0 0 0,-1-1 0 0 0,0 0 0 0 0,-1 0 0 0 0,-1 0 0 0 0,0 0 0 0 0,-1-1 0 0 0,0 1 0 0 0,-9 14 0 0 0,-2 0 0 0 0,0-1 0 0 0,-40 45 0 0 0,44-56 0 0 0,-2-1 0 0 0,0 0 0 0 0,0-2 0 0 0,-23 16 0 0 0,35-26 0 0 0,0-1-1 0 0,0 0 1 0 0,0 0 0 0 0,0 0-1 0 0,-1-1 1 0 0,1 1 0 0 0,0 0-1 0 0,0-1 1 0 0,0 0-1 0 0,-1 1 1 0 0,1-1 0 0 0,0 0-1 0 0,-3 0 1 0 0,4 0 2 0 0,0 0-1 0 0,0-1 1 0 0,1 1-1 0 0,-1 0 1 0 0,0 0 0 0 0,0-1-1 0 0,1 1 1 0 0,-1 0 0 0 0,0-1-1 0 0,1 1 1 0 0,-1-1-1 0 0,0 1 1 0 0,1-1 0 0 0,-1 1-1 0 0,1-1 1 0 0,-1 0 0 0 0,1 1-1 0 0,-1-1 1 0 0,1 0 0 0 0,-1 1-1 0 0,1-1 1 0 0,-1 0-1 0 0,1 1 1 0 0,0-1 0 0 0,0 0-1 0 0,-1 0 1 0 0,1 1 0 0 0,0-1-1 0 0,0 0 1 0 0,0 0-1 0 0,0 0 1 0 0,0 1 0 0 0,0-1-1 0 0,0 0 1 0 0,0 0 0 0 0,0 0-1 0 0,0 1 1 0 0,0-1 0 0 0,1-1-1 0 0,-1 1 0 0 0,0 0 0 0 0,1 0-1 0 0,-1 0 1 0 0,0 1-1 0 0,0-1 1 0 0,1 0 0 0 0,-1 0-1 0 0,1 0 1 0 0,-1 1 0 0 0,0-1-1 0 0,1 0 1 0 0,0 1 0 0 0,-1-1-1 0 0,1 0 1 0 0,-1 1 0 0 0,1-1-1 0 0,0 1 1 0 0,-1-1 0 0 0,1 1-1 0 0,0-1 1 0 0,1 0 0 0 0,0 0 0 0 0,0 1-1 0 0,0-1 1 0 0,0 1 0 0 0,0-1 0 0 0,0 1 0 0 0,0 0 0 0 0,0 0-1 0 0,0 0 1 0 0,2 0 0 0 0,2 1 0 0 0,1 0 0 0 0,-1 0 0 0 0,0 1 0 0 0,11 4 0 0 0,-14-5 0 0 0,26 11 228 0 0,32 9-1 0 0,-51-19-149 0 0,1 1 0 0 0,0-2 0 0 0,-1 1-1 0 0,1-1 1 0 0,0-1 0 0 0,19-1 0 0 0,-17-1 219 0 0,0 0 1 0 0,16-4 0 0 0,-26 5-261 0 0,0 0 1 0 0,0 0-1 0 0,0-1 1 0 0,0 1-1 0 0,0 0 1 0 0,0-1-1 0 0,0 0 1 0 0,0 0-1 0 0,-1 1 1 0 0,1-2-1 0 0,0 1 0 0 0,-1 0 1 0 0,0 0-1 0 0,3-4 1 0 0,-5 5-18 0 0,0 1 1 0 0,1-1-1 0 0,-1 0 1 0 0,0 1-1 0 0,0-1 0 0 0,0 1 1 0 0,0-1-1 0 0,0 0 1 0 0,0 1-1 0 0,0-1 1 0 0,0 0-1 0 0,0 1 0 0 0,0-1 1 0 0,0 0-1 0 0,0 1 1 0 0,0-1-1 0 0,-1 0 1 0 0,1 1-1 0 0,0-1 0 0 0,0 1 1 0 0,-1-1-1 0 0,1 1 1 0 0,0-1-1 0 0,-1 0 0 0 0,1 1 1 0 0,-1-1-1 0 0,1 1 1 0 0,-1 0-1 0 0,1-1 1 0 0,-1 1-1 0 0,0-1 0 0 0,-9-6-975 0 0,1 2-5025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1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13 119 1375 0 0,'-1'0'144'0'0,"1"-1"0"0"0,-1 1 0 0 0,1 0-1 0 0,-1 0 1 0 0,1-1 0 0 0,0 1-1 0 0,-1 0 1 0 0,1-1 0 0 0,0 1-1 0 0,-1-1 1 0 0,1 1 0 0 0,0 0-1 0 0,0-1 1 0 0,-1 1 0 0 0,1-1-1 0 0,0 1 1 0 0,0-1 0 0 0,0 1 0 0 0,0-1-1 0 0,0 1 1 0 0,-1-1 0 0 0,1 0-1 0 0,-3-15 2636 0 0,2 11-2135 0 0,1 3-273 0 0,-1-1-1 0 0,1 0 1 0 0,0 0-1 0 0,0 0 0 0 0,0 0 1 0 0,0 0-1 0 0,0 0 1 0 0,1 1-1 0 0,0-1 0 0 0,-1 0 1 0 0,1 0-1 0 0,0 0 0 0 0,0 1 1 0 0,0-1-1 0 0,1 0 1 0 0,-1 1-1 0 0,1 0 0 0 0,-1-1 1 0 0,1 1-1 0 0,0 0 1 0 0,0-1-1 0 0,0 1 0 0 0,0 0 1 0 0,0 0-1 0 0,0 1 1 0 0,1-1-1 0 0,-1 0 0 0 0,1 1 1 0 0,-1-1-1 0 0,5 0 1 0 0,-3-1-207 0 0,1 2 1 0 0,-1-1 0 0 0,1 0 0 0 0,0 1 0 0 0,-1 0 0 0 0,1 0 0 0 0,0 0 0 0 0,0 1 0 0 0,0 0 0 0 0,0 0-1 0 0,0 0 1 0 0,0 0 0 0 0,0 1 0 0 0,-1-1 0 0 0,1 1 0 0 0,0 1 0 0 0,5 1 0 0 0,-6-1-155 0 0,0 1 0 0 0,1-1-1 0 0,-1 1 1 0 0,0 0 0 0 0,0 0 0 0 0,-1 0 0 0 0,1 1 0 0 0,-1-1 0 0 0,0 1-1 0 0,1 0 1 0 0,-2 0 0 0 0,1 0 0 0 0,0 0 0 0 0,-1 1 0 0 0,0-1 0 0 0,0 1 0 0 0,0-1-1 0 0,-1 1 1 0 0,1 0 0 0 0,-1 0 0 0 0,0 0 0 0 0,0-1 0 0 0,-1 1 0 0 0,0 9-1 0 0,0-4 7 0 0,0 1 0 0 0,-2 0 0 0 0,1 0 0 0 0,-1-1 0 0 0,-1 1 0 0 0,0 0 0 0 0,0-1 0 0 0,-1 0-1 0 0,-1 0 1 0 0,-5 11 0 0 0,-3-2-6 0 0,-1 1-1 0 0,-25 26 1 0 0,25-32-3 0 0,1 2 0 0 0,1-1 0 0 0,1 2 0 0 0,-11 18 0 0 0,22-34-7 0 0,-1-1 0 0 0,1 1 0 0 0,-1 0 0 0 0,1 0 0 0 0,0 0 0 0 0,-1 0 0 0 0,1-1 0 0 0,0 1 0 0 0,0 0 0 0 0,0 0 0 0 0,0 0 0 0 0,0 0 0 0 0,0 0 0 0 0,0 1 0 0 0,0-1 0 0 0,0-1 0 0 0,0 0 0 0 0,0 1 0 0 0,1-1 0 0 0,-1 0 0 0 0,0 0 0 0 0,0 0 0 0 0,0 1 0 0 0,1-1 0 0 0,-1 0 0 0 0,0 0 0 0 0,0 1 0 0 0,1-1 0 0 0,-1 0 0 0 0,0 0 0 0 0,0 0 0 0 0,1 0 0 0 0,-1 0 0 0 0,0 0 0 0 0,1 1 0 0 0,-1-1 0 0 0,0 0 0 0 0,0 0 0 0 0,1 0 0 0 0,-1 0 0 0 0,0 0 0 0 0,1 0 0 0 0,1 0 0 0 0,1-1 0 0 0,-1 1 0 0 0,0-1 0 0 0,0 1 0 0 0,1-1 0 0 0,-1 0 0 0 0,0 0 0 0 0,0 0 0 0 0,3-1 0 0 0,15-12 0 0 0,0 0 0 0 0,-1-1 0 0 0,0-1 0 0 0,-2 0 0 0 0,0-2 0 0 0,0 0 0 0 0,-2-1 0 0 0,0 0 0 0 0,-2-1 0 0 0,0-1 0 0 0,-1 0 0 0 0,-1-1 0 0 0,-1 0 0 0 0,-1 0 0 0 0,12-48 0 0 0,3-15 0 0 0,-32 106 0 0 0,-1 0 0 0 0,-1 0 0 0 0,-22 33 0 0 0,-13 26 0 0 0,39-68 0 0 0,1 1 0 0 0,1 1 0 0 0,0-1 0 0 0,0 0 0 0 0,-3 28 0 0 0,7-32 0 0 0,-1 0 0 0 0,1 1 0 0 0,1-1 0 0 0,0 1 0 0 0,0-1 0 0 0,1 0 0 0 0,0 1 0 0 0,0-1 0 0 0,7 15 0 0 0,-7-21 10 0 0,0 1 0 0 0,0-1 0 0 0,0 1 0 0 0,0-1 0 0 0,0 0 0 0 0,1 1-1 0 0,0-1 1 0 0,0-1 0 0 0,0 1 0 0 0,0 0 0 0 0,0-1 0 0 0,0 1 0 0 0,0-1 0 0 0,5 2 0 0 0,-2-1 26 0 0,0-1 0 0 0,0 0 0 0 0,0 0 0 0 0,0-1 1 0 0,0 0-1 0 0,0 0 0 0 0,0 0 0 0 0,10-1 0 0 0,-3 0 23 0 0,1-2 0 0 0,-1 1-1 0 0,0-2 1 0 0,0 0-1 0 0,0-1 1 0 0,0 0-1 0 0,23-11 1 0 0,-33 13-83 0 0,1 0 1 0 0,-1 0 0 0 0,0 0-1 0 0,0 0 1 0 0,0 0 0 0 0,5-6-1 0 0,-8 7-26 0 0,1 1-1 0 0,-1-1 0 0 0,1 1 0 0 0,-1-1 1 0 0,1 0-1 0 0,-1 1 0 0 0,1-1 0 0 0,-1 0 1 0 0,0 1-1 0 0,0-1 0 0 0,1 0 0 0 0,-1 1 1 0 0,0-1-1 0 0,0 0 0 0 0,0 0 1 0 0,0 1-1 0 0,0-1 0 0 0,0 0 0 0 0,0 0 1 0 0,0 1-1 0 0,0-1 0 0 0,0 0 0 0 0,0 0 1 0 0,0 1-1 0 0,0-1 0 0 0,0 0 0 0 0,-1 1 1 0 0,1-1-1 0 0,0 0 0 0 0,-1 1 0 0 0,1-1 1 0 0,-1 0-1 0 0,1 1 0 0 0,0-1 1 0 0,-1 1-1 0 0,1-1 0 0 0,-1 1 0 0 0,0-1 1 0 0,1 1-1 0 0,-1-1 0 0 0,1 1 0 0 0,-1-1 1 0 0,0 1-1 0 0,-12-6-2237 0 0,-2-1-4827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2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50 2759 0 0,'-8'3'143'0'0,"4"-2"246"0"0,11 0 2198 0 0,97-8 8344 0 0,49-18-6347 0 0,-48 6-3914 0 0,-96 18-1053 0 0,0 0 0 0 0,1 0-1 0 0,11 1 1 0 0,0 3-6964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2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4 216 8287 0 0,'0'-1'213'0'0,"-1"0"0"0"0,1 0 0 0 0,-1 0 0 0 0,1 0 0 0 0,-1 0 0 0 0,1 0 0 0 0,0 0 0 0 0,0 0 0 0 0,-1 0 0 0 0,1 0 0 0 0,0 0 0 0 0,0 0 0 0 0,0 0 0 0 0,0 0 0 0 0,0 0 0 0 0,1 0 0 0 0,-1 0 0 0 0,0-1 0 0 0,0 1 0 0 0,1 0 0 0 0,-1 0 0 0 0,1-1 0 0 0,14-29 3817 0 0,-10 21-3143 0 0,58-138 3993 0 0,-63 148-4879 0 0,0 0-1 0 0,0 0 1 0 0,0 0 0 0 0,0 0-1 0 0,0 0 1 0 0,0 0-1 0 0,0 0 1 0 0,0 0-1 0 0,0 0 1 0 0,0 0 0 0 0,0 0-1 0 0,0-1 1 0 0,0 1-1 0 0,0 0 1 0 0,0 0 0 0 0,0 0-1 0 0,0 0 1 0 0,0 0-1 0 0,0 0 1 0 0,0 0 0 0 0,0 0-1 0 0,0 0 1 0 0,0 0-1 0 0,0 0 1 0 0,0 0 0 0 0,0 0-1 0 0,0 0 1 0 0,0 0-1 0 0,0 0 1 0 0,0-1 0 0 0,0 1-1 0 0,0 0 1 0 0,0 0-1 0 0,0 0 1 0 0,1 0 0 0 0,-1 0-1 0 0,0 0 1 0 0,0 0-1 0 0,0 0 1 0 0,0 0-1 0 0,0 0 1 0 0,0 0 0 0 0,0 0-1 0 0,0 0 1 0 0,0 0-1 0 0,0 0 1 0 0,0 0 0 0 0,0 0-1 0 0,0 0 1 0 0,0 0-1 0 0,1 0 1 0 0,-1 0 0 0 0,0 0-1 0 0,0 0 1 0 0,0 0-1 0 0,0 0 1 0 0,0 0 0 0 0,0 0-1 0 0,0 0 1 0 0,0 0-1 0 0,0 0 1 0 0,0 1 0 0 0,0-1-1 0 0,2 6 42 0 0,-1 8 6 0 0,-3 71-48 0 0,0-34 0 0 0,4 54 0 0 0,-1-101 36 0 0,3 24 274 0 0,-4-26-403 0 0,0-1 0 0 0,0 0 0 0 0,1 0 1 0 0,-1 0-1 0 0,1 0 0 0 0,-1 0 0 0 0,1 0 0 0 0,-1 0 0 0 0,1 0 1 0 0,-1 0-1 0 0,1 0 0 0 0,0 0 0 0 0,0 0 0 0 0,-1 0 0 0 0,1-1 0 0 0,0 1 1 0 0,0 0-1 0 0,0 0 0 0 0,0-1 0 0 0,1 1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2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 10135 0 0,'2'-3'201'0'0,"0"-1"27"0"0,-1 1 0 0 0,1-1 0 0 0,1 1 0 0 0,-1 0 1 0 0,0 0-1 0 0,1 0 0 0 0,0 0 0 0 0,0 0 0 0 0,0 1 0 0 0,0-1 0 0 0,0 1 1 0 0,0 0-1 0 0,1 0 0 0 0,5-3 0 0 0,2 1 402 0 0,0 0 0 0 0,1 1 0 0 0,-1 0 0 0 0,0 0 0 0 0,1 2 0 0 0,-1-1 0 0 0,1 1 0 0 0,0 1 0 0 0,14 1 0 0 0,-22 0-540 0 0,1-1 1 0 0,-1 1 0 0 0,1 0 0 0 0,-1 0 0 0 0,0 1 0 0 0,1-1 0 0 0,-1 1 0 0 0,0 0-1 0 0,0 0 1 0 0,0 1 0 0 0,0-1 0 0 0,-1 1 0 0 0,1-1 0 0 0,-1 1 0 0 0,1 0 0 0 0,-1 1-1 0 0,0-1 1 0 0,0 1 0 0 0,0-1 0 0 0,-1 1 0 0 0,1 0 0 0 0,-1 0 0 0 0,0 0 0 0 0,0 0-1 0 0,0 0 1 0 0,1 7 0 0 0,-1-3-74 0 0,0 0-1 0 0,-1 0 1 0 0,0 0-1 0 0,0 0 1 0 0,-1 0-1 0 0,0 1 1 0 0,0-1-1 0 0,-1 0 0 0 0,0 0 1 0 0,-1 0-1 0 0,1 0 1 0 0,-2 0-1 0 0,-4 14 1 0 0,-4 0-23 0 0,-1 0-1 0 0,0-1 1 0 0,-19 24-1 0 0,-18 31 18 0 0,43-63-11 0 0,23-33 0 0 0,2-7-36 0 0,-1-1 0 0 0,-2 0 0 0 0,-1-2 0 0 0,-2 1 0 0 0,18-57 0 0 0,-29 81 35 0 0,5-16-54 0 0,11-25 1 0 0,-15 41 48 0 0,-1-1 0 0 0,1 1 1 0 0,0 0-1 0 0,1 0 1 0 0,-1 1-1 0 0,1-1 1 0 0,0 1-1 0 0,0 0 0 0 0,0 0 1 0 0,6-4-1 0 0,-10 7 11 0 0,1 1 0 0 0,0-1-1 0 0,-1 1 1 0 0,1 0 0 0 0,0-1-1 0 0,-1 1 1 0 0,1-1 0 0 0,0 1-1 0 0,0 0 1 0 0,0 0 0 0 0,-1-1 0 0 0,1 1-1 0 0,0 0 1 0 0,0 0 0 0 0,0 0-1 0 0,0 0 1 0 0,-1 0 0 0 0,1 0-1 0 0,0 0 1 0 0,1 0 0 0 0,-1 1-10 0 0,-1-1 0 0 0,1 0 1 0 0,-1 1-1 0 0,1-1 0 0 0,-1 1 0 0 0,1-1 1 0 0,-1 1-1 0 0,0-1 0 0 0,1 1 0 0 0,-1-1 1 0 0,0 1-1 0 0,1-1 0 0 0,-1 1 0 0 0,0 0 1 0 0,1-1-1 0 0,-1 1 0 0 0,0-1 0 0 0,0 1 1 0 0,1 1-1 0 0,-1 2-6 0 0,0 0 0 0 0,1 0 0 0 0,-1 0 0 0 0,-1 0 0 0 0,1-1 0 0 0,-1 1 0 0 0,0 5 0 0 0,-28 81 11 0 0,1-4-16 0 0,24-71 104 0 0,1 0 0 0 0,1-1 0 0 0,-2 30 0 0 0,4-40-54 0 0,0-1-1 0 0,0 0 0 0 0,1 1 1 0 0,-1-1-1 0 0,1 0 1 0 0,0 0-1 0 0,0 1 0 0 0,0-1 1 0 0,0 0-1 0 0,0 0 0 0 0,1 0 1 0 0,-1 0-1 0 0,1 0 1 0 0,3 3-1 0 0,-4-4-3 0 0,1 0 0 0 0,0-1 0 0 0,0 1 1 0 0,0-1-1 0 0,0 0 0 0 0,0 1 0 0 0,0-1 0 0 0,0 0 0 0 0,0 0 0 0 0,1 0 0 0 0,-1-1 0 0 0,0 1 1 0 0,1 0-1 0 0,-1-1 0 0 0,0 0 0 0 0,1 1 0 0 0,-1-1 0 0 0,0 0 0 0 0,1 0 0 0 0,4-1 0 0 0,4-1 178 0 0,1 0 0 0 0,-1 0-1 0 0,19-8 1 0 0,1-6-1197 0 0,-28 14-60 0 0,1-1 1 0 0,-1 1 0 0 0,0-1 0 0 0,0 0 0 0 0,4-4 0 0 0,-1-2-6374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3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72 6447 0 0,'0'0'20'0'0,"-1"0"-1"0"0,1 0 0 0 0,0 0 0 0 0,0 0 0 0 0,0 0 0 0 0,0 0 0 0 0,-1 0 0 0 0,1 0 0 0 0,0-1 1 0 0,0 1-1 0 0,0 0 0 0 0,0 0 0 0 0,0 0 0 0 0,0 0 0 0 0,-1 0 0 0 0,1-1 0 0 0,0 1 1 0 0,0 0-1 0 0,0 0 0 0 0,0 0 0 0 0,0 0 0 0 0,0 0 0 0 0,0-1 0 0 0,0 1 0 0 0,0 0 0 0 0,0 0 1 0 0,0 0-1 0 0,0 0 0 0 0,0-1 0 0 0,0 1 0 0 0,0 0 0 0 0,0 0 0 0 0,0 0 0 0 0,0-1 1 0 0,0 1-1 0 0,0 0 0 0 0,0 0 0 0 0,8-5 1831 0 0,18 0 2057 0 0,-17 3-3393 0 0,35-7 2785 0 0,66-13 1361 0 0,0 2-3469 0 0,-81 17-1371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3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12439 0 0,'0'-1'276'0'0,"1"-1"0"0"0,-1 1 0 0 0,0-1 0 0 0,1 1 0 0 0,-1-1 0 0 0,1 1 0 0 0,-1-1 0 0 0,1 1 0 0 0,0 0 0 0 0,-1-1 0 0 0,1 1 0 0 0,0 0 0 0 0,0 0 0 0 0,0 0 0 0 0,0 0-1 0 0,0 0 1 0 0,0 0 0 0 0,1 0 0 0 0,-1 0 0 0 0,0 0 0 0 0,0 0 0 0 0,1 0 0 0 0,-1 1 0 0 0,1-1 0 0 0,-1 1 0 0 0,0-1 0 0 0,4 0 0 0 0,1-1 82 0 0,0 1 1 0 0,1 0-1 0 0,-1 0 0 0 0,13 0 1 0 0,-14 1-306 0 0,-1 0 1 0 0,0 0 0 0 0,1 0-1 0 0,-1 1 1 0 0,1 0 0 0 0,-1 0-1 0 0,0 0 1 0 0,0 0 0 0 0,0 1-1 0 0,0 0 1 0 0,5 2 0 0 0,-8-3-46 0 0,1 1 1 0 0,0-1 0 0 0,0 1-1 0 0,0 0 1 0 0,-1 0-1 0 0,1 0 1 0 0,-1-1 0 0 0,1 2-1 0 0,-1-1 1 0 0,0 0-1 0 0,0 0 1 0 0,0 0 0 0 0,0 0-1 0 0,0 1 1 0 0,0-1 0 0 0,-1 0-1 0 0,1 1 1 0 0,-1-1-1 0 0,1 1 1 0 0,-1-1 0 0 0,0 5-1 0 0,-1-1-5 0 0,1-1 1 0 0,-1 0-1 0 0,-1 1 0 0 0,1-1 0 0 0,-1 0 0 0 0,1 0 1 0 0,-2 0-1 0 0,1 0 0 0 0,-5 8 0 0 0,-4 4 13 0 0,-16 20 0 0 0,3-10-18 0 0,11-12 8 0 0,-19 28 1 0 0,31-42-4 0 0,1 0 0 0 0,-1 0 1 0 0,0 0-1 0 0,0 1 0 0 0,1-1 1 0 0,-1 0-1 0 0,1 1 0 0 0,-1-1 1 0 0,1 0-1 0 0,0 0 0 0 0,-1 1 1 0 0,1-1-1 0 0,0 1 0 0 0,0-1 1 0 0,0 0-1 0 0,0 1 0 0 0,0-1 0 0 0,0 0 1 0 0,1 1-1 0 0,-1 1 0 0 0,1-2 6 0 0,0 0-1 0 0,0 0 0 0 0,-1 1 1 0 0,1-1-1 0 0,0-1 0 0 0,0 1 1 0 0,0 0-1 0 0,0 0 0 0 0,0 0 1 0 0,0 0-1 0 0,0-1 0 0 0,0 1 1 0 0,1 0-1 0 0,-1-1 0 0 0,0 1 1 0 0,0-1-1 0 0,2 1 0 0 0,4 0 37 0 0,0 1 0 0 0,0-1 0 0 0,0-1 0 0 0,0 1 0 0 0,0-1-1 0 0,12-2 1 0 0,11-2-304 0 0,-1-1 0 0 0,0-2 0 0 0,0 0 1 0 0,-1-2-1 0 0,46-22 0 0 0,-60 25-7580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14.0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1 164 6911 0 0,'0'-1'34'0'0,"0"1"-1"0"0,0-1 0 0 0,0 1 1 0 0,0-1-1 0 0,0 1 0 0 0,1-1 0 0 0,-1 1 1 0 0,0 0-1 0 0,0-1 0 0 0,0 1 1 0 0,1-1-1 0 0,-1 1 0 0 0,0 0 1 0 0,0-1-1 0 0,1 1 0 0 0,-1 0 0 0 0,0-1 1 0 0,1 1-1 0 0,-1 0 0 0 0,0 0 1 0 0,1-1-1 0 0,-1 1 0 0 0,1 0 1 0 0,-1 0-1 0 0,0 0 0 0 0,1-1 0 0 0,-1 1 1 0 0,1 0-1 0 0,17-3 485 0 0,-9 2-176 0 0,126-15 4859 0 0,-29 5-2504 0 0,59-22 44 0 0,-137 25-2178 0 0,0-1-1 0 0,0-1 1 0 0,45-24 0 0 0,-55 22-404 0 0,7-4 6 0 0,-25 16-165 0 0,0 0 0 0 0,0 0 0 0 0,0 0 0 0 0,0-1 0 0 0,0 1 0 0 0,0 0 0 0 0,1 0 0 0 0,-1 0 0 0 0,0 0 0 0 0,0 0 0 0 0,0 0 0 0 0,0 0 0 0 0,0 0 0 0 0,0 0 0 0 0,0 0 0 0 0,0 0 0 0 0,1 0 0 0 0,-1 0 0 0 0,0 0 0 0 0,0 0 0 0 0,0 0 0 0 0,0 0 0 0 0,0 0 0 0 0,0 0 0 0 0,0 0 0 0 0,0 0 0 0 0,1 0 0 0 0,-1 0 0 0 0,0 1 0 0 0,0-1 0 0 0,0 0 0 0 0,0 0 0 0 0,0 0 0 0 0,0 0 0 0 0,0 0 0 0 0,0 0 0 0 0,0 0 0 0 0,0 0 0 0 0,0 0 0 0 0,0 0 0 0 0,1 0 0 0 0,-1 1 0 0 0,0-1 0 0 0,0 0 0 0 0,0 0 0 0 0,0 0 0 0 0,0 0 0 0 0,0 0 0 0 0,-1 8 0 0 0,-7 9 0 0 0,8-16 0 0 0,-10 24 30 0 0,1 0 1 0 0,1 1-1 0 0,1 0 0 0 0,1 0 0 0 0,2 1 0 0 0,0-1 1 0 0,1 29-1 0 0,14 190 257 0 0,27 6 491 0 0,-20-148-397 0 0,0-21 136 0 0,3-1 1 0 0,36 86-1 0 0,-47-137-489 0 0,-6-21-144 0 0,20 68-10 0 0,-21-67 190 0 0,-1 1 1 0 0,0 0 0 0 0,0 0-1 0 0,-2 0 1 0 0,1 12-1 0 0,-2-19-34 0 0,1-1 0 0 0,-1 1-1 0 0,1-1 1 0 0,-1 1 0 0 0,0-1-1 0 0,-1 0 1 0 0,1 0 0 0 0,0 1-1 0 0,-1-1 1 0 0,0 0 0 0 0,0 0-1 0 0,0 0 1 0 0,-3 2 0 0 0,1 0 20 0 0,0-1 1 0 0,-1 0 0 0 0,0 0-1 0 0,1 0 1 0 0,-1-1 0 0 0,-1 0-1 0 0,-5 3 1 0 0,-1-1-8 0 0,-1 0 0 0 0,0 0 0 0 0,-1-1 0 0 0,1-1 0 0 0,-27 3 0 0 0,27-6-6 0 0,0 0 0 0 0,0 0-1 0 0,0-2 1 0 0,-15-2 0 0 0,-16-3-884 0 0,33 7 401 0 0,1 2-9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58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27 258 3223 0 0,'-3'-3'413'0'0,"0"0"0"0"0,1 0 0 0 0,-1-1 0 0 0,1 1 0 0 0,0-1 0 0 0,0 1 0 0 0,0-1 0 0 0,1 0 0 0 0,0 1 0 0 0,-1-1 0 0 0,1 0 0 0 0,0 0 0 0 0,1 0 0 0 0,-1 0 0 0 0,1 0 0 0 0,-1 0 0 0 0,1 0 0 0 0,1 0 0 0 0,-1 0 0 0 0,0 0 0 0 0,3-8 0 0 0,1-3 74 0 0,1 0 0 0 0,0 1 0 0 0,1 0-1 0 0,10-17 1 0 0,-10 21-307 0 0,-1 1 0 0 0,14-17 0 0 0,-16 22-158 0 0,1 1 0 0 0,-1-1 1 0 0,0 1-1 0 0,1 0 0 0 0,0 0 1 0 0,0 0-1 0 0,0 1 0 0 0,0-1 1 0 0,6-2-1 0 0,-9 5-20 0 0,0 0 0 0 0,-1 0 0 0 0,1 0 0 0 0,-1-1-1 0 0,1 1 1 0 0,0 0 0 0 0,-1 0 0 0 0,1 0 0 0 0,0 0 0 0 0,-1 0 0 0 0,1 0 0 0 0,-1 0 0 0 0,1 0 0 0 0,0 1-1 0 0,-1-1 1 0 0,1 0 0 0 0,0 0 0 0 0,-1 0 0 0 0,1 1 0 0 0,-1-1 0 0 0,1 0 0 0 0,-1 1 0 0 0,2 0 0 0 0,-1 0-1 0 0,0 0 1 0 0,0 1 0 0 0,0-1 0 0 0,0 0-1 0 0,0 1 1 0 0,0-1 0 0 0,0 1 0 0 0,1 3 0 0 0,1 3 29 0 0,-1 0 0 0 0,2 15 0 0 0,-3-19-5 0 0,3 34 117 0 0,-3-26-75 0 0,0 0 0 0 0,1 0 0 0 0,1 0 0 0 0,-1 0 0 0 0,2 0 0 0 0,8 20 0 0 0,-11-30-71 0 0,0-1 0 0 0,0 1 0 0 0,0 0 0 0 0,0-1 0 0 0,0 1 1 0 0,0-1-1 0 0,0 1 0 0 0,1-1 0 0 0,-1 0 0 0 0,1 0 0 0 0,-1 1 0 0 0,1-1 0 0 0,-1 0 0 0 0,1 0 1 0 0,0-1-1 0 0,-1 1 0 0 0,1 0 0 0 0,0 0 0 0 0,3 0 0 0 0,-3-1 6 0 0,0 0 0 0 0,1 0 1 0 0,-1 0-1 0 0,1 0 0 0 0,-1 0 0 0 0,1-1 0 0 0,-1 1 0 0 0,0-1 0 0 0,1 0 0 0 0,-1 0 1 0 0,0 0-1 0 0,0 0 0 0 0,3-2 0 0 0,2-1 36 0 0,0-1-1 0 0,-1 0 1 0 0,0 0-1 0 0,0-1 1 0 0,0 0-1 0 0,-1 0 1 0 0,0 0 0 0 0,5-7-1 0 0,-4 3 74 0 0,-3 5-69 0 0,0 0 0 0 0,0 0 0 0 0,1 0 0 0 0,0 0 0 0 0,7-7 0 0 0,-9 11-37 0 0,-1 0 0 0 0,0 0 0 0 0,0 0 0 0 0,1 1 1 0 0,-1-1-1 0 0,0 0 0 0 0,1 1 0 0 0,-1-1 0 0 0,0 1 0 0 0,1 0 0 0 0,-1-1 0 0 0,1 1 0 0 0,-1 0 1 0 0,1 0-1 0 0,-1 0 0 0 0,1 0 0 0 0,-1 0 0 0 0,0 0 0 0 0,1 0 0 0 0,-1 1 0 0 0,1-1 1 0 0,-1 0-1 0 0,1 1 0 0 0,-1-1 0 0 0,0 1 0 0 0,1 0 0 0 0,-1-1 0 0 0,0 1 0 0 0,2 1 1 0 0,5 4 14 0 0,0 0 0 0 0,12 12 1 0 0,-14-12-30 0 0,0-1-1 0 0,0 1 1 0 0,0-1 0 0 0,0-1-1 0 0,13 7 1 0 0,-10-7 89 0 0,1 0-1 0 0,0-1 1 0 0,-1 0-1 0 0,1-1 1 0 0,0 0-1 0 0,0-1 1 0 0,1 0-1 0 0,-1 0 1 0 0,0-1-1 0 0,11-2 1 0 0,-13 1-80 0 0,1-1 0 0 0,-1 1 0 0 0,0-2 1 0 0,0 1-1 0 0,0-1 0 0 0,0-1 0 0 0,-1 1 1 0 0,1-1-1 0 0,12-10 0 0 0,-12 8-1503 0 0,0 0 0 0 0,8-11 0 0 0,-7 7-3626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58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3 919 0 0,'-2'0'346'0'0,"0"-1"-1"0"0,0 1 0 0 0,0-1 0 0 0,0 1 0 0 0,0 0 0 0 0,0 0 0 0 0,-4 0 1 0 0,6 0-267 0 0,-1 0 1 0 0,1 0 0 0 0,0 0-1 0 0,0 0 1 0 0,-1 0 0 0 0,1 0 0 0 0,0 0-1 0 0,-1 0 1 0 0,1 0 0 0 0,0 0-1 0 0,0 0 1 0 0,-1 0 0 0 0,1 0 0 0 0,0 0-1 0 0,-1 0 1 0 0,1 0 0 0 0,0 1-1 0 0,0-1 1 0 0,-1 0 0 0 0,1 0-1 0 0,0 0 1 0 0,0 0 0 0 0,-1 1 0 0 0,1-1-1 0 0,0 0 1 0 0,0 0 0 0 0,0 0-1 0 0,-1 1 1 0 0,1-1 0 0 0,0 0-1 0 0,0 0 1 0 0,0 1 0 0 0,0-1 0 0 0,0 0-1 0 0,-1 1 1 0 0,1-1 0 0 0,0 0-1 0 0,0 0 1 0 0,0 1 0 0 0,0-1 0 0 0,0 0-1 0 0,0 1 1 0 0,0-1 0 0 0,0 0-1 0 0,0 1 1 0 0,0-1 0 0 0,0 0-1 0 0,0 0 1 0 0,0 1 0 0 0,0-1 0 0 0,1 0-1 0 0,-1 1 1 0 0,0-1 0 0 0,0 0-1 0 0,0 0 1 0 0,0 1 0 0 0,0-1 0 0 0,1 0-1 0 0,-1 0 1 0 0,0 1 0 0 0,0-1-1 0 0,1 0 1 0 0,4 5 648 0 0,0 0 1 0 0,1-1-1 0 0,0 0 1 0 0,0 0-1 0 0,0-1 0 0 0,12 6 1 0 0,3 1 500 0 0,23 15 1 0 0,15 7 260 0 0,-30-20-811 0 0,33 16 461 0 0,-57-25-1082 0 0,0 0-1 0 0,0 1 0 0 0,0-1 0 0 0,0 1 1 0 0,-1 0-1 0 0,1 0 0 0 0,-1 0 0 0 0,6 8 1 0 0,-9-11-53 0 0,0 1 0 0 0,0-1 0 0 0,-1 1 0 0 0,1-1 0 0 0,0 1 0 0 0,-1-1 0 0 0,1 1 0 0 0,-1-1 0 0 0,0 1 0 0 0,1-1 0 0 0,-1 1 0 0 0,0-1 1 0 0,0 1-1 0 0,0 0 0 0 0,0-1 0 0 0,0 1 0 0 0,0-1 0 0 0,-1 1 0 0 0,0 2 0 0 0,0-1 2 0 0,0 0-1 0 0,-1-1 1 0 0,1 1-1 0 0,-1 0 1 0 0,0-1-1 0 0,1 1 1 0 0,-1-1-1 0 0,0 0 1 0 0,-4 4-1 0 0,-4 2 51 0 0,-1 0 1 0 0,1-1-1 0 0,-21 10 0 0 0,30-16-50 0 0,-96 55 281 0 0,70-34-1635 0 0,25-20 1072 0 0,1-1 0 0 0,-1 1 0 0 0,1-1 0 0 0,0 1 0 0 0,0-1 0 0 0,-1 1 0 0 0,1 0 0 0 0,0 0 0 0 0,1-1 0 0 0,-1 1 0 0 0,0 0 0 0 0,0 0 0 0 0,1 0 1 0 0,-1 0-1 0 0,1 2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59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382 615 4607 0 0,'0'0'40'0'0,"-1"0"-1"0"0,1 0 0 0 0,0 0 1 0 0,0 1-1 0 0,-1-1 0 0 0,1 0 0 0 0,0 0 1 0 0,0 1-1 0 0,-1-1 0 0 0,1 0 1 0 0,0 0-1 0 0,0 1 0 0 0,0-1 0 0 0,-1 0 1 0 0,1 1-1 0 0,0-1 0 0 0,0 0 0 0 0,0 1 1 0 0,0-1-1 0 0,0 0 0 0 0,0 1 1 0 0,0-1-1 0 0,0 1 0 0 0,0-1 108 0 0,0 1 0 0 0,1-1 0 0 0,-1 0 0 0 0,0 1-1 0 0,0-1 1 0 0,1 0 0 0 0,-1 0 0 0 0,0 0 0 0 0,1 1 0 0 0,-1-1-1 0 0,0 0 1 0 0,1 0 0 0 0,-1 0 0 0 0,0 0 0 0 0,1 0 0 0 0,-1 0-1 0 0,0 0 1 0 0,1 0 0 0 0,-1 0 0 0 0,1 0 0 0 0,-1 0 0 0 0,0 0-1 0 0,1 0 1 0 0,-1 0 0 0 0,0 0 0 0 0,1 0 0 0 0,-1 0 0 0 0,0 0-1 0 0,1 0 1 0 0,-1 0 0 0 0,0-1 0 0 0,1 1 0 0 0,-1 0 0 0 0,0 0-1 0 0,1 0 1 0 0,-1-1 0 0 0,1 1 0 0 0,20-9 569 0 0,-20 8-609 0 0,0 1 1 0 0,1-1-1 0 0,-1 0 1 0 0,0 0-1 0 0,0 0 1 0 0,0 0-1 0 0,0 0 1 0 0,0 0-1 0 0,0 0 1 0 0,0 0-1 0 0,0 0 1 0 0,0 0-1 0 0,0 0 1 0 0,-1-1-1 0 0,1 1 1 0 0,0 0-1 0 0,-1-1 1 0 0,1 1-1 0 0,-1 0 1 0 0,0-1-1 0 0,1 1 1 0 0,-1-1-1 0 0,0 1 1 0 0,0 0-1 0 0,0-1 1 0 0,0 1-1 0 0,0-1 1 0 0,0-1-1 0 0,-1-1 90 0 0,1 0-1 0 0,-1 1 1 0 0,0-1-1 0 0,-1 0 1 0 0,1 0-1 0 0,-1 1 1 0 0,-3-8-1 0 0,-3 0 32 0 0,1 0 0 0 0,-2 1 0 0 0,1-1-1 0 0,-1 2 1 0 0,-1-1 0 0 0,0 1 0 0 0,0 1-1 0 0,-1 0 1 0 0,-23-13 0 0 0,27 17-211 0 0,-1 0 0 0 0,1 1 0 0 0,-1 0 0 0 0,0 0 0 0 0,1 1 0 0 0,-1 0 0 0 0,-1 0 0 0 0,1 1 0 0 0,0 0 0 0 0,0 1 0 0 0,0 0 0 0 0,-1 0 0 0 0,1 0 0 0 0,0 1 0 0 0,0 1 0 0 0,0-1 0 0 0,-10 4 0 0 0,9-1-18 0 0,0 1 1 0 0,0 0-1 0 0,0 0 0 0 0,1 1 0 0 0,-1 0 0 0 0,1 0 0 0 0,1 1 0 0 0,-1 0 1 0 0,1 0-1 0 0,1 1 0 0 0,-1-1 0 0 0,1 2 0 0 0,1-1 0 0 0,-1 1 0 0 0,1 0 1 0 0,1 0-1 0 0,0 0 0 0 0,0 1 0 0 0,-4 15 0 0 0,5-15-1 0 0,1 1-1 0 0,0 0 1 0 0,0-1-1 0 0,1 1 1 0 0,0 0-1 0 0,1 0 1 0 0,1 0-1 0 0,-1 0 1 0 0,2 0-1 0 0,-1-1 1 0 0,1 1 0 0 0,1 0-1 0 0,0-1 1 0 0,1 0-1 0 0,0 0 1 0 0,0 0-1 0 0,1 0 1 0 0,8 11-1 0 0,-11-17 3 0 0,1 0 0 0 0,1 0-1 0 0,-1-1 1 0 0,0 0 0 0 0,1 1 0 0 0,0-1 0 0 0,-1 0-1 0 0,1-1 1 0 0,1 1 0 0 0,-1-1 0 0 0,0 0-1 0 0,0 0 1 0 0,1 0 0 0 0,7 2 0 0 0,-8-3 16 0 0,0-1 0 0 0,0 1 0 0 0,0-1 0 0 0,0 0 0 0 0,0 0 0 0 0,0 0-1 0 0,-1-1 1 0 0,1 0 0 0 0,0 1 0 0 0,0-1 0 0 0,0 0 0 0 0,0-1 0 0 0,-1 1 0 0 0,1-1 0 0 0,-1 1 0 0 0,1-1 0 0 0,-1 0 0 0 0,4-4 0 0 0,5-3 121 0 0,-1-2 1 0 0,0 0-1 0 0,0 0 0 0 0,-2-1 0 0 0,1 0 1 0 0,-2-1-1 0 0,1 0 0 0 0,-2 0 0 0 0,10-23 1 0 0,3-13 187 0 0,17-72 1 0 0,-36 118-314 0 0,57-229 355 0 0,-16 56-307 0 0,-32 143-33 0 0,-6 21-18 0 0,0-1-1 0 0,3-15 1 0 0,-8 20-9 0 0,-3 9 0 0 0,-6 10 0 0 0,1 5 5 0 0,0 1 1 0 0,1 1-1 0 0,1 0 0 0 0,0 0 0 0 0,-7 35 0 0 0,-10 99 28 0 0,24-147-33 0 0,-8 65 0 0 0,3 109 0 0 0,7-135 0 0 0,2 1 0 0 0,2-1 0 0 0,18 70 0 0 0,-23-111 0 0 0,0 0 0 0 0,0 0 0 0 0,0 0 0 0 0,0-1 0 0 0,1 1 0 0 0,-1 0 0 0 0,1 0 0 0 0,0-1 0 0 0,3 5 0 0 0,-4-7 0 0 0,0 1 0 0 0,-1 0 0 0 0,1 0 0 0 0,0-1 0 0 0,0 1 0 0 0,1-1 0 0 0,-1 1 0 0 0,0-1 0 0 0,0 1 0 0 0,0-1 0 0 0,0 1 0 0 0,0-1 0 0 0,1 0 0 0 0,-1 0 0 0 0,0 0 0 0 0,0 0 0 0 0,0 0 0 0 0,1 0 0 0 0,-1 0 0 0 0,0 0 0 0 0,0 0 0 0 0,0 0 0 0 0,0-1 0 0 0,1 1 0 0 0,-1 0 0 0 0,0-1 0 0 0,2 0 0 0 0,9-5-1222 0 0,0 0 0 0 0,-1-1 1 0 0,1 0-1 0 0,13-12 0 0 0,-14 9-5581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0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174 52 3679 0 0,'-1'-4'549'0'0,"1"0"0"0"0,-1 0 0 0 0,1 0 0 0 0,-1 0-1 0 0,-2-4 1 0 0,2 6-257 0 0,1 0 0 0 0,-1 0-1 0 0,0 1 1 0 0,1-1 0 0 0,-1 1 0 0 0,0-1-1 0 0,0 1 1 0 0,0-1 0 0 0,-1 1 0 0 0,1-1-1 0 0,0 1 1 0 0,0 0 0 0 0,-3-2 0 0 0,3 3-184 0 0,0 0 1 0 0,1 0 0 0 0,-1-1 0 0 0,0 1-1 0 0,1 1 1 0 0,-1-1 0 0 0,0 0 0 0 0,1 0-1 0 0,-1 0 1 0 0,0 0 0 0 0,1 0 0 0 0,-1 1-1 0 0,0-1 1 0 0,1 0 0 0 0,-1 0 0 0 0,1 1-1 0 0,-1-1 1 0 0,1 0 0 0 0,-1 1 0 0 0,1-1-1 0 0,-1 1 1 0 0,1-1 0 0 0,-1 1 0 0 0,1-1-1 0 0,-1 1 1 0 0,1-1 0 0 0,0 1 0 0 0,-1-1-1 0 0,1 1 1 0 0,-1 1 0 0 0,-11 22 1262 0 0,9-19-1069 0 0,-28 64 1738 0 0,-28 88 1 0 0,52-133-1649 0 0,0 1 0 0 0,-5 32-1 0 0,11-47-311 0 0,0-1-1 0 0,0 0 0 0 0,1 0 1 0 0,0 1-1 0 0,1-1 1 0 0,0 0-1 0 0,0 0 0 0 0,1 0 1 0 0,5 16-1 0 0,-6-22-73 0 0,1-1 1 0 0,-1 1-1 0 0,0 0 0 0 0,1-1 1 0 0,0 0-1 0 0,-1 1 0 0 0,1-1 1 0 0,0 0-1 0 0,0 0 0 0 0,0 0 1 0 0,1 0-1 0 0,-1 0 0 0 0,0 0 1 0 0,1-1-1 0 0,-1 1 0 0 0,1-1 0 0 0,0 1 1 0 0,-1-1-1 0 0,5 1 0 0 0,-3-1-114 0 0,0 0-1 0 0,1-1 0 0 0,-1 1 0 0 0,0-1 0 0 0,0 0 1 0 0,1 0-1 0 0,-1-1 0 0 0,0 1 0 0 0,0-1 1 0 0,0 0-1 0 0,0 0 0 0 0,8-3 0 0 0,0-1-1091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0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73 141 4607 0 0,'4'-11'6600'0'0,"-6"24"-3037"0"0,-12 74-684 0 0,-42 134-1 0 0,55-218-2863 0 0,0 1 0 0 0,0-1 1 0 0,0 0-1 0 0,1 1 0 0 0,-1 4 0 0 0,17-23 38 0 0,51-66 5 0 0,10-11 12 0 0,-35 42 66 0 0,-66 69-18 0 0,-1 7-147 0 0,19-21 31 0 0,0 1 0 0 0,1 0-1 0 0,-1 0 1 0 0,1 0 0 0 0,0 1-1 0 0,1 0 1 0 0,-1 0 0 0 0,-5 14-1 0 0,9-20-1 0 0,1-1 0 0 0,0 0 0 0 0,0 0 0 0 0,0 0 0 0 0,0 0 0 0 0,0 0 0 0 0,0 1 0 0 0,0-1 0 0 0,0 0 0 0 0,0 0 0 0 0,0 0 0 0 0,0 0 0 0 0,0 0 0 0 0,0 1 0 0 0,0-1 0 0 0,0 0 0 0 0,0 0 0 0 0,0 0 0 0 0,0 0 0 0 0,0 0 0 0 0,0 1 0 0 0,0-1 0 0 0,0 0 0 0 0,0 0 0 0 0,0 0 0 0 0,0 0 0 0 0,0 0 0 0 0,0 1 0 0 0,0-1 0 0 0,0 0 0 0 0,0 0 0 0 0,0 0 0 0 0,1 0 0 0 0,-1 0 0 0 0,0 0 0 0 0,0 0 0 0 0,0 0 0 0 0,0 1 0 0 0,0-1 0 0 0,0 0 0 0 0,1 0 0 0 0,-1 0 0 0 0,0 0 0 0 0,0 0 0 0 0,0 0 0 0 0,0 0 0 0 0,0 0 0 0 0,0 0 0 0 0,1 0 0 0 0,-1 0 0 0 0,0 0 0 0 0,0 0 0 0 0,3 1 0 0 0,-2 0 16 0 0,-1 0 104 0 0,-5-2-262 0 0,-14 1 124 0 0,17 0 15 0 0,1 0-1 0 0,0 1 1 0 0,-1-1-1 0 0,1 1 1 0 0,0-1-1 0 0,0 1 1 0 0,-1 0-1 0 0,1-1 1 0 0,0 1-1 0 0,0 0 1 0 0,0 0-1 0 0,0 0 1 0 0,0 0-1 0 0,0 0 1 0 0,0 0-1 0 0,0 0 1 0 0,1 0-1 0 0,-2 3 1 0 0,-5 3 5 0 0,6-5-2 0 0,0-2 0 0 0,0 1 0 0 0,0-1 0 0 0,0 1 0 0 0,0 0 0 0 0,0 0 0 0 0,0 0 0 0 0,0 0 0 0 0,0 0 0 0 0,1 0 0 0 0,-1 0 0 0 0,0 0 0 0 0,1 0 0 0 0,-1 0 0 0 0,1 0 0 0 0,-1 1 0 0 0,19-22 0 0 0,59-91-1 0 0,-61 85 132 0 0,-1-1 0 0 0,16-41 0 0 0,-27 57-63 0 0,0 0-1 0 0,-1 0 1 0 0,0-1 0 0 0,-1 0-1 0 0,0 1 1 0 0,-1-1 0 0 0,0 0-1 0 0,-1 0 1 0 0,0 0 0 0 0,-4-22-1 0 0,-1 95 61 0 0,0 26-60 0 0,-25 149 0 0 0,16-146-56 0 0,13-89-128 0 0,1 3 115 0 0,-1 1-1 0 0,1 0 1 0 0,-1 0-1 0 0,2 9 1 0 0,4-1-6104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1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 7831 0 0,'0'0'25'0'0,"0"0"0"0"0,0 0 0 0 0,1-1 0 0 0,-1 1 0 0 0,0 0 0 0 0,0 0 0 0 0,1 0 0 0 0,-1 0 0 0 0,0 0 0 0 0,0 0 0 0 0,1 0 0 0 0,-1 0 0 0 0,0 0 0 0 0,1 0 0 0 0,-1 0 0 0 0,0 0-1 0 0,1 0 1 0 0,-1 0 0 0 0,0 0 0 0 0,0 0 0 0 0,1 0 0 0 0,-1 0 0 0 0,0 0 0 0 0,0 0 0 0 0,1 0 0 0 0,-1 0 0 0 0,0 1 0 0 0,0-1 0 0 0,1 0 0 0 0,-1 0 0 0 0,0 0 0 0 0,0 0 0 0 0,1 1 0 0 0,-1-1-1 0 0,0 0 1 0 0,0 0 0 0 0,0 0 0 0 0,1 1 0 0 0,-1-1 0 0 0,0 0 0 0 0,0 0 0 0 0,0 1 0 0 0,9 14 922 0 0,-7-11-363 0 0,8 16 263 0 0,-1 1-1 0 0,0 0 1 0 0,-2 0-1 0 0,0 1 1 0 0,-2 0 0 0 0,0 0-1 0 0,-1 0 1 0 0,0 25-1 0 0,-3-21-517 0 0,-2-1 1 0 0,0 1-1 0 0,-2-1 0 0 0,-1 0 1 0 0,-1 0-1 0 0,-1 0 0 0 0,-9 25 1 0 0,-31 63-1677 0 0,31-79-5540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1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67 455 0 0,'-2'-13'283'0'0,"3"-2"6610"0"0,-1 15-6438 0 0,1-1-1 0 0,-1 0 1 0 0,1 1-1 0 0,-1-1 1 0 0,1 0 0 0 0,-1 1-1 0 0,1-1 1 0 0,-1 0-1 0 0,1 1 1 0 0,0-1 0 0 0,-1 1-1 0 0,1-1 1 0 0,0 1-1 0 0,1-1 1 0 0,12-4-306 0 0,-7 3-11 0 0,11-4 495 0 0,-1 1 0 0 0,1 2 0 0 0,0-1 0 0 0,0 2 0 0 0,30 0 0 0 0,-47 2-725 0 0,0 0 0 0 0,1 0 1 0 0,-1 0-1 0 0,1 0 0 0 0,-1 1 0 0 0,0-1 0 0 0,1 1 0 0 0,-1-1 0 0 0,1 1 0 0 0,0 0 1 0 0,-2-1 9 0 0,1 1 1 0 0,-1-1-1 0 0,0 0 1 0 0,0 1-1 0 0,1-1 1 0 0,-1 1-1 0 0,0-1 1 0 0,0 0 0 0 0,0 1-1 0 0,0-1 1 0 0,0 1-1 0 0,1-1 1 0 0,-1 0-1 0 0,0 1 1 0 0,0-1-1 0 0,0 1 1 0 0,0-1 0 0 0,0 1-1 0 0,0-1 1 0 0,-1 1-1 0 0,1-1 1 0 0,0 0-1 0 0,0 1 1 0 0,0-1-1 0 0,0 1 1 0 0,0-1 0 0 0,-1 0-1 0 0,1 1 1 0 0,0-1-1 0 0,0 0 1 0 0,-1 1-1 0 0,1-1 1 0 0,0 0-1 0 0,-1 1 1 0 0,-4 6-5370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2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14 2671 0 0,'-1'1'14'0'0,"-15"12"1171"0"0,16-13-1144 0 0,0 0-1 0 0,-1 1 0 0 0,1-1 0 0 0,0 0 0 0 0,0 0 1 0 0,0 1-1 0 0,0-1 0 0 0,-1 0 0 0 0,1 1 0 0 0,0-1 1 0 0,0 0-1 0 0,0 1 0 0 0,0-1 0 0 0,0 0 1 0 0,0 1-1 0 0,0-1 0 0 0,0 0 0 0 0,0 1 0 0 0,0-1 1 0 0,0 0-1 0 0,0 1 0 0 0,0-1 0 0 0,1 1 9 0 0,-1-1 0 0 0,0 1-1 0 0,1-1 1 0 0,-1 1 0 0 0,1-1 0 0 0,-1 1-1 0 0,1-1 1 0 0,-1 1 0 0 0,1-1-1 0 0,-1 0 1 0 0,1 1 0 0 0,-1-1 0 0 0,1 0-1 0 0,0 0 1 0 0,-1 1 0 0 0,2-1-1 0 0,3 1 620 0 0,-1 1 0 0 0,1-2-1 0 0,0 1 1 0 0,-1 0 0 0 0,1-1-1 0 0,0 0 1 0 0,0 0 0 0 0,0 0-1 0 0,0-1 1 0 0,7-1 0 0 0,2-2 889 0 0,0 0 0 0 0,15-8 0 0 0,-18 7-892 0 0,-1 1 0 0 0,1 0-1 0 0,0 1 1 0 0,20-4 0 0 0,-30 7-649 0 0,0 0-1 0 0,-1 0 0 0 0,1 0 1 0 0,0 0-1 0 0,0 0 1 0 0,-1 0-1 0 0,1 0 1 0 0,0 0-1 0 0,-1 0 0 0 0,1 0 1 0 0,0 0-1 0 0,-1 0 1 0 0,1 1-1 0 0,0-1 0 0 0,-1 0 1 0 0,1 0-1 0 0,0 1 1 0 0,-1-1-1 0 0,1 1 1 0 0,-1-1-1 0 0,1 0 0 0 0,-1 1 1 0 0,1-1-1 0 0,0 2 1 0 0,-1-2-94 0 0,1 1 0 0 0,-1 0 0 0 0,0 0 0 0 0,0 0 0 0 0,0-1 1 0 0,0 1-1 0 0,0 0 0 0 0,0 0 0 0 0,0 0 0 0 0,0 0 0 0 0,0-1 0 0 0,0 1 1 0 0,0 0-1 0 0,0 0 0 0 0,-1 0 0 0 0,1 0 0 0 0,0-1 0 0 0,0 1 1 0 0,-1 0-1 0 0,0 1 0 0 0,-5 8-6981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2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392 246 6911 0 0,'0'-19'383'0'0,"1"15"-334"0"0,-1 0 1 0 0,0 0-1 0 0,0 1 0 0 0,-1-1 1 0 0,1 0-1 0 0,-1 1 0 0 0,0-1 1 0 0,-1-5-1 0 0,-1 2 455 0 0,0 0 0 0 0,1 0-1 0 0,-3-13 1 0 0,-2-9 534 0 0,5 22-744 0 0,-1 0-1 0 0,0 0 0 0 0,-1 0 0 0 0,1 0 0 0 0,-1 1 1 0 0,-1-1-1 0 0,1 1 0 0 0,-1 0 0 0 0,0 1 0 0 0,0-1 1 0 0,-1 1-1 0 0,0 0 0 0 0,0 0 0 0 0,-9-5 0 0 0,9 6-182 0 0,-1 1 1 0 0,1 0-1 0 0,-1 1 0 0 0,1 0 0 0 0,-1 0 0 0 0,0 0 0 0 0,0 1 0 0 0,0 0 0 0 0,0 0 1 0 0,-1 1-1 0 0,1 0 0 0 0,0 0 0 0 0,0 0 0 0 0,0 1 0 0 0,-11 3 0 0 0,10-2-86 0 0,-1 0 0 0 0,1 1-1 0 0,0 0 1 0 0,0 0 0 0 0,1 1-1 0 0,-1 0 1 0 0,1 0 0 0 0,-8 6-1 0 0,11-7-15 0 0,1 0 0 0 0,0 0 0 0 0,0 0 0 0 0,0 0 0 0 0,0 1 0 0 0,1-1 0 0 0,-1 1 0 0 0,1-1 0 0 0,0 1 0 0 0,0 0 0 0 0,0 0 0 0 0,1 0 0 0 0,0 0 0 0 0,-1 1 0 0 0,1-1 0 0 0,0 0 0 0 0,0 8 0 0 0,1 13-9 0 0,1 0 0 0 0,5 33 0 0 0,2 20 0 0 0,-15 135 451 0 0,-18 0 78 0 0,10-123 79 0 0,-4 31 75 0 0,17-100-491 0 0,1 1 1 0 0,1-1-1 0 0,5 36 0 0 0,-5-53-128 0 0,1 0 0 0 0,0 1-1 0 0,0-1 1 0 0,1 0 0 0 0,-1 0 0 0 0,1 0 0 0 0,0 0-1 0 0,0 0 1 0 0,0 0 0 0 0,1-1 0 0 0,4 7-1 0 0,-5-8 10 0 0,1 0 0 0 0,-1 0-1 0 0,0 0 1 0 0,1 0 0 0 0,0 0-1 0 0,-1-1 1 0 0,1 1 0 0 0,0-1-1 0 0,0 0 1 0 0,0 0 0 0 0,-1 0-1 0 0,1 0 1 0 0,0 0 0 0 0,1-1-1 0 0,-1 1 1 0 0,0-1 0 0 0,4 0-1 0 0,1 0-25 0 0,0 0-1 0 0,0-1 0 0 0,0 0 0 0 0,0-1 0 0 0,0 1 0 0 0,-1-2 0 0 0,1 1 0 0 0,-1-1 0 0 0,1 0 0 0 0,-1-1 0 0 0,7-4 0 0 0,-9 5-624 0 0,0-1 0 0 0,0 0 0 0 0,0 0 1 0 0,-1 0-1 0 0,5-6 0 0 0,-2 1-6557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3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2303 0 0,'0'-1'69'0'0,"0"1"0"0"0,0 0 0 0 0,1-1 0 0 0,-1 1 0 0 0,0 0 0 0 0,0-1 0 0 0,1 1 0 0 0,-1 0-1 0 0,0-1 1 0 0,1 1 0 0 0,-1 0 0 0 0,0 0 0 0 0,1-1 0 0 0,-1 1 0 0 0,0 0 0 0 0,1 0-1 0 0,-1 0 1 0 0,1 0 0 0 0,-1-1 0 0 0,0 1 0 0 0,1 0 0 0 0,-1 0 0 0 0,1 0 0 0 0,-1 0 0 0 0,0 0-1 0 0,1 0 1 0 0,-1 0 0 0 0,1 0 0 0 0,-1 0 0 0 0,0 0 0 0 0,1 0 0 0 0,-1 0 0 0 0,1 1 0 0 0,-1-1-1 0 0,1 0 1 0 0,24 5 3902 0 0,-12-2-1995 0 0,46 1 4289 0 0,-34-4-4283 0 0,39-6 0 0 0,-18 3-1683 0 0,-38-2-1687 0 0,-6 3-67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3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29 3223 0 0,'0'-29'9082'0'0,"-14"115"-2492"0"0,-1 0-5522 0 0,4-37-555 0 0,-8 53 220 0 0,19-98-713 0 0,-1-1 1 0 0,1 0-1 0 0,0 0 1 0 0,0 1-1 0 0,0-1 1 0 0,1 0-1 0 0,-1 0 1 0 0,1 1 0 0 0,1 3-1 0 0,-2-6-11 0 0,1 0 1 0 0,-1 0-1 0 0,1 0 0 0 0,-1 0 0 0 0,1 0 0 0 0,0 0 1 0 0,-1-1-1 0 0,1 1 0 0 0,0 0 0 0 0,0 0 0 0 0,-1-1 1 0 0,1 1-1 0 0,0-1 0 0 0,0 1 0 0 0,0 0 0 0 0,0-1 1 0 0,0 0-1 0 0,0 1 0 0 0,0-1 0 0 0,0 0 0 0 0,0 1 1 0 0,0-1-1 0 0,0 0 0 0 0,0 0 0 0 0,0 0 0 0 0,0 0 1 0 0,0 0-1 0 0,0 0 0 0 0,0 0 0 0 0,0 0 0 0 0,2-1 1 0 0,7-1 72 0 0,1 0 0 0 0,-1-1 0 0 0,0-1 0 0 0,19-9 0 0 0,37-24 117 0 0,-39 20-174 0 0,-19 12-25 0 0,3-1 16 0 0,-1 0 0 0 0,0 0 0 0 0,12-12 0 0 0,-28 28 84 0 0,0 1-1 0 0,0-1 1 0 0,2 1-1 0 0,-6 16 0 0 0,4-9-66 0 0,1 2 0 0 0,1-1-1 0 0,-3 33 1 0 0,3 59 75 0 0,8-82-1683 0 0,-4-27 1194 0 0,1 0 1 0 0,-1 0-1 0 0,1 0 1 0 0,0-1-1 0 0,0 1 1 0 0,0 0 0 0 0,0 0-1 0 0,0 0 1 0 0,0-1-1 0 0,0 1 1 0 0,1-1-1 0 0,1 2 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3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0 5983 0 0,'0'0'464'0'0,"7"15"1963"0"0,-6-8-1558 0 0,0 0 1 0 0,-1 0-1 0 0,1 0 0 0 0,-1 0 1 0 0,-1 0-1 0 0,1 0 0 0 0,-1 0 1 0 0,-1 1-1 0 0,-2 9 0 0 0,-5 8-168 0 0,-14 30 0 0 0,2-8-1309 0 0,18-37-3836 0 0,3 0-1538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3.9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 3223 0 0,'0'0'108'0'0,"0"0"-1"0"0,0 0 0 0 0,0-1 0 0 0,1 1 0 0 0,-1 0 0 0 0,0-1 0 0 0,0 1 0 0 0,1 0 0 0 0,-1 0 0 0 0,0 0 0 0 0,0-1 0 0 0,1 1 1 0 0,-1 0-1 0 0,0 0 0 0 0,1 0 0 0 0,-1 0 0 0 0,0-1 0 0 0,1 1 0 0 0,-1 0 0 0 0,0 0 0 0 0,1 0 0 0 0,-1 0 0 0 0,0 0 1 0 0,1 0-1 0 0,-1 0 0 0 0,1 0 0 0 0,-1 0 0 0 0,0 0 0 0 0,1 0 0 0 0,-1 0 0 0 0,0 0 0 0 0,1 1 0 0 0,0-1 0 0 0,17 4 3517 0 0,-12-3-2359 0 0,9 0 347 0 0,0 0 0 0 0,1-1 0 0 0,-1-1 0 0 0,19-3 0 0 0,-5 0-1055 0 0,-12 3-408 0 0,-3 0-271 0 0,0-1 0 0 0,1 0 0 0 0,24-7 0 0 0,-30 6-694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4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11 3223 0 0,'-2'-11'10582'0'0,"5"25"-9708"0"0,-1 1 0 0 0,-1-1 1 0 0,-1 1-1 0 0,0-1 1 0 0,-4 26-1 0 0,-3-9-411 0 0,-1-1-1 0 0,-19 46 1 0 0,-2 3-212 0 0,28-75-241 0 0,0 1 0 0 0,-1-1-1 0 0,2 1 1 0 0,-1-1 0 0 0,0 1 0 0 0,1 0 0 0 0,0-1 0 0 0,0 1 0 0 0,1 6 0 0 0,0-10-5 0 0,-1 1-1 0 0,1 0 1 0 0,-1-1 0 0 0,1 1 0 0 0,-1-1 0 0 0,1 1 0 0 0,0-1 0 0 0,0 0 0 0 0,0 1-1 0 0,0-1 1 0 0,0 0 0 0 0,0 1 0 0 0,0-1 0 0 0,0 0 0 0 0,0 0 0 0 0,1 0 0 0 0,-1 0 0 0 0,0 0-1 0 0,1 0 1 0 0,-1 0 0 0 0,1-1 0 0 0,-1 1 0 0 0,1 0 0 0 0,-1-1 0 0 0,1 1 0 0 0,0-1 0 0 0,-1 0-1 0 0,1 0 1 0 0,3 1 0 0 0,4-1 52 0 0,0 0 0 0 0,0 0 0 0 0,0-1 0 0 0,-1 0 0 0 0,1-1 0 0 0,0 0 0 0 0,12-4 0 0 0,-6 0-14 0 0,-1 0 1 0 0,0-1-1 0 0,20-12 1 0 0,-22 11-43 0 0,0-1 1 0 0,0 0 0 0 0,-1-1 0 0 0,0 0-1 0 0,12-15 1 0 0,-23 25-2 0 0,0 0 0 0 0,1-1 0 0 0,-1 1 0 0 0,0 0 0 0 0,1-1 0 0 0,-1 1 0 0 0,0-1 0 0 0,0 1 0 0 0,1 0 0 0 0,-1-1 0 0 0,0 1 0 0 0,0-1 0 0 0,0 1 0 0 0,0-1 0 0 0,1 1 0 0 0,-1-1 0 0 0,0 1 0 0 0,0-1 0 0 0,0 1 0 0 0,0-1 0 0 0,0 1 0 0 0,0-1 0 0 0,0 1 0 0 0,0-1 0 0 0,0 1 0 0 0,0-1 0 0 0,-1 1 0 0 0,1-1 0 0 0,-1 3 40 0 0,0 0 0 0 0,0 0 0 0 0,0 0 0 0 0,0 0 0 0 0,0 1 0 0 0,1-1 0 0 0,-1 0 0 0 0,0 4 0 0 0,-11 55 552 0 0,-8 112 0 0 0,19-162-591 0 0,0-4-3 0 0,1 0-1 0 0,-1 1 0 0 0,1-1 0 0 0,1 0 0 0 0,0 1 0 0 0,0-1 1 0 0,2 8-1 0 0,-3-14-43 0 0,0-1 1 0 0,0 0-1 0 0,0 0 0 0 0,1 1 1 0 0,-1-1-1 0 0,0 0 0 0 0,0 0 1 0 0,0 0-1 0 0,0 1 0 0 0,1-1 1 0 0,-1 0-1 0 0,0 0 0 0 0,0 0 1 0 0,1 0-1 0 0,-1 1 1 0 0,0-1-1 0 0,0 0 0 0 0,1 0 1 0 0,-1 0-1 0 0,0 0 0 0 0,0 0 1 0 0,1 0-1 0 0,-1 0 0 0 0,0 0 1 0 0,0 0-1 0 0,1 0 0 0 0,-1 0 1 0 0,0 0-1 0 0,1 0 1 0 0,-1 0-1 0 0,0 0 0 0 0,0 0 1 0 0,1 0-1 0 0,-1 0 0 0 0,0 0 1 0 0,0-1-1 0 0,1 1 0 0 0,-1 0 1 0 0,0 0-1 0 0,0 0 0 0 0,1 0 1 0 0,-1-1-1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05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16 181 7367 0 0,'-3'-4'145'0'0,"2"3"-58"0"0,-1-1 1 0 0,1 1-1 0 0,0-1 1 0 0,0 1-1 0 0,0-1 0 0 0,0 1 1 0 0,1-1-1 0 0,-1 0 0 0 0,0 0 1 0 0,1 1-1 0 0,-1-1 1 0 0,1 0-1 0 0,-1-2 0 0 0,3 4 439 0 0,0 0 0 0 0,1 0 0 0 0,-1 0-1 0 0,0 1 1 0 0,0-1 0 0 0,1 1 0 0 0,-1-1-1 0 0,3 2 1 0 0,-5-2-522 0 0,9 3 336 0 0,1-1 0 0 0,-1 0 0 0 0,1-1 0 0 0,0 0 0 0 0,0 0 0 0 0,0-1 0 0 0,0 0 0 0 0,0-1 0 0 0,-1 0 0 0 0,1 0 0 0 0,0-1 0 0 0,0-1 0 0 0,-1 1 0 0 0,11-5 0 0 0,7-6-5 0 0,0-1 1 0 0,0-1-1 0 0,-1-1 0 0 0,40-33 0 0 0,-24 11 175 0 0,-40 35-470 0 0,-7 9-10 0 0,0 0 0 0 0,1 0 0 0 0,0 1 0 0 0,0 0 0 0 0,0 0 0 0 0,1 0 0 0 0,0 0 0 0 0,-4 15 0 0 0,-14 71 67 0 0,15-58-91 0 0,-8 41 152 0 0,4 0-1 0 0,3 1 1 0 0,4 121 0 0 0,9-107 215 0 0,4 0-1 0 0,37 152 1 0 0,-40-211-314 0 0,6 44-1 0 0,-12-63-10 0 0,0-1-1 0 0,-1 1 0 0 0,0 0 0 0 0,-1 0 0 0 0,0-1 0 0 0,-6 21 0 0 0,7-29-22 0 0,-2-1-1 0 0,1 0 1 0 0,0 1 0 0 0,-1-1-1 0 0,1 0 1 0 0,-1 0 0 0 0,0 0 0 0 0,0 0-1 0 0,0 0 1 0 0,0 0 0 0 0,-1-1 0 0 0,1 1-1 0 0,-6 3 1 0 0,4-3 15 0 0,1-1 0 0 0,-1 0 0 0 0,0 0 0 0 0,-1-1 0 0 0,1 1 0 0 0,0-1-1 0 0,0 0 1 0 0,-1 0 0 0 0,1 0 0 0 0,-8 0 0 0 0,-145 3 734 0 0,146-4-764 0 0,9 0-138 0 0,-1 0 0 0 0,1 0 0 0 0,0-1 0 0 0,-1 1 0 0 0,1 0 0 0 0,0-1 0 0 0,0 1 0 0 0,-1-1 0 0 0,1 0 0 0 0,0 0 0 0 0,0 0 0 0 0,-3-2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3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2 178 1375 0 0,'-1'0'1043'0'0,"6"1"-126"0"0,10 0 51 0 0,16-9 358 0 0,45-16 1 0 0,-16 5-292 0 0,-30 11-551 0 0,35-3-1 0 0,-6 1-396 0 0,409-66-215 0 0,-375 66 100 0 0,44-3 2 0 0,-120 12 123 0 0,0 1-1 0 0,32 4 1 0 0,-42-3-51 0 0,0 0-1 0 0,0 1 1 0 0,0 0-1 0 0,-1 0 1 0 0,1 1-1 0 0,0 0 1 0 0,-1 0 0 0 0,0 0-1 0 0,10 8 1 0 0,9 11 1211 0 0,-20-17-972 0 0,0 0 1 0 0,1-1 0 0 0,-1 1-1 0 0,1-1 1 0 0,0 0 0 0 0,1 0 0 0 0,10 4-1 0 0,-3-3-38 0 0,0-2-1 0 0,0 1 1 0 0,0-2-1 0 0,1 0 1 0 0,-1-1 0 0 0,24 0-1 0 0,90-13 340 0 0,-111 10-494 0 0,32-7 367 0 0,51-15-1 0 0,3-1-7 0 0,-97 24-436 0 0,0 0 0 0 0,0 0 0 0 0,0 1 0 0 0,0 0 0 0 0,0 0 0 0 0,1 1 0 0 0,-1 0-1 0 0,0 0 1 0 0,0 0 0 0 0,11 4 0 0 0,-1 2 82 0 0,0 1-1 0 0,23 15 1 0 0,-29-17-1 0 0,1-1 0 0 0,-1 0 0 0 0,1-1 0 0 0,0 1 0 0 0,0-2 0 0 0,1 0 0 0 0,-1 0 1 0 0,16 1-1 0 0,-10-3 43 0 0,0-1 1 0 0,-1 0-1 0 0,1-1 1 0 0,0-1 0 0 0,20-5-1 0 0,52-15 290 0 0,-47 10-23 0 0,73-10 1 0 0,-105 21-339 0 0,1-1 114 0 0,1 1 0 0 0,-1 1 0 0 0,0 0 0 0 0,1 0 0 0 0,11 2 0 0 0,53 16 183 0 0,-46-10 41 0 0,48 6 0 0 0,-67-13-357 0 0,0-1 1 0 0,0 0-1 0 0,0 0 1 0 0,-1-1-1 0 0,1 0 1 0 0,0-1-1 0 0,-1 0 1 0 0,15-6-1 0 0,-7 2-66 0 0,-2 0-70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3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63 107 2303 0 0,'3'-18'234'0'0,"-1"7"410"0"0,0 1 1 0 0,-1-1-1 0 0,0 0 1 0 0,0 1 0 0 0,-2-1-1 0 0,-1-13 1 0 0,0 26-108 0 0,1 0 1 0 0,-1 0-1 0 0,0 0 1 0 0,1 1-1 0 0,-1-1 1 0 0,1 1-1 0 0,-2 4 1 0 0,-9 28 416 0 0,1 1 1 0 0,1 1 0 0 0,3-1-1 0 0,1 1 1 0 0,-3 75 0 0 0,9-95-817 0 0,1-1 1 0 0,1 0 0 0 0,0 0-1 0 0,1-1 1 0 0,1 1 0 0 0,0-1-1 0 0,1 1 1 0 0,1-1 0 0 0,0 0-1 0 0,1-1 1 0 0,1 0 0 0 0,13 19-1 0 0,-17-29-132 0 0,-1 0-1 0 0,1 0 0 0 0,0 0 1 0 0,0-1-1 0 0,0 0 0 0 0,0 0 1 0 0,1 0-1 0 0,-1 0 0 0 0,1-1 1 0 0,-1 1-1 0 0,1-1 0 0 0,0 0 1 0 0,0-1-1 0 0,0 1 0 0 0,0-1 1 0 0,1 0-1 0 0,-1 0 0 0 0,0-1 1 0 0,0 1-1 0 0,6-2 0 0 0,-9 1-161 0 0,0 0 0 0 0,-1-1-1 0 0,1 1 1 0 0,0-1 0 0 0,-1 1-1 0 0,1-1 1 0 0,-1 0 0 0 0,3-1 0 0 0,5-3-1126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4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4143 0 0,'0'-2'3638'0'0,"16"-2"1440"0"0,13 1-3262 0 0,34 0-1 0 0,15 0-1396 0 0,-61 0-5309 0 0,-10 1-282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4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 3679 0 0,'-2'-2'2060'0'0,"12"17"5004"0"0,-5-7-6545 0 0,-1 1-1 0 0,0 0 0 0 0,0 0 1 0 0,4 19-1 0 0,-6-9-117 0 0,0 1 0 0 0,-1-1-1 0 0,-2 1 1 0 0,0 0-1 0 0,-4 25 1 0 0,0 3 26 0 0,5-46-408 0 0,-1-1-1 0 0,1 1 1 0 0,0 0 0 0 0,0 0 0 0 0,0 0 0 0 0,0-1-1 0 0,0 1 1 0 0,1 0 0 0 0,-1 0 0 0 0,1-1 0 0 0,-1 1-1 0 0,1 0 1 0 0,-1 0 0 0 0,1-1 0 0 0,0 1 0 0 0,1 1-1 0 0,-1-3-17 0 0,0 1 0 0 0,-1-1 0 0 0,1 1-1 0 0,0-1 1 0 0,0 1 0 0 0,0-1 0 0 0,0 0-1 0 0,0 1 1 0 0,-1-1 0 0 0,1 0-1 0 0,0 0 1 0 0,0 0 0 0 0,0 0 0 0 0,0 0-1 0 0,0 0 1 0 0,0 0 0 0 0,0 0 0 0 0,0 0-1 0 0,0 0 1 0 0,0-1 0 0 0,-1 1-1 0 0,1 0 1 0 0,0-1 0 0 0,0 1 0 0 0,0 0-1 0 0,0-1 1 0 0,-1 1 0 0 0,1-1 0 0 0,1-1-1 0 0,15-6-51 0 0,-1 0 0 0 0,22-6 0 0 0,5-2-1622 0 0,-40 15 1488 0 0,0-1 1 0 0,0 0 0 0 0,0 0 0 0 0,0 0 0 0 0,0-1 0 0 0,-1 1 0 0 0,1-1 0 0 0,-1 1-1 0 0,0-1 1 0 0,0 0 0 0 0,0 0 0 0 0,0 0 0 0 0,0 0 0 0 0,-1 0 0 0 0,1 0-1 0 0,1-7 1 0 0,-1 6 88 0 0,-1-1 0 0 0,0 0 0 0 0,0 0-1 0 0,0 0 1 0 0,0 0 0 0 0,-1 0 0 0 0,0 0-1 0 0,0 0 1 0 0,-1 0 0 0 0,1 0 0 0 0,-2-6-1 0 0,2 10 110 0 0,0 1-1 0 0,-1-1 0 0 0,1 1 1 0 0,0-1-1 0 0,0 1 0 0 0,0-1 1 0 0,-1 0-1 0 0,1 1 1 0 0,0-1-1 0 0,0 1 0 0 0,-1-1 1 0 0,1 1-1 0 0,-1-1 0 0 0,1 1 1 0 0,0-1-1 0 0,-1 1 0 0 0,1 0 1 0 0,-1-1-1 0 0,0 1 28 0 0,1 0 1 0 0,0 0-1 0 0,-1 0 0 0 0,1 0 1 0 0,0 0-1 0 0,0 0 0 0 0,-1 0 0 0 0,1 0 1 0 0,0 0-1 0 0,-1 0 0 0 0,1 0 0 0 0,0 0 1 0 0,0 1-1 0 0,-1-1 0 0 0,1 0 1 0 0,0 0-1 0 0,0 0 0 0 0,0 0 0 0 0,-1 1 1 0 0,1-1-1 0 0,0 0 0 0 0,0 0 0 0 0,0 0 1 0 0,-1 1-1 0 0,1-1 0 0 0,0 0 0 0 0,-1 2 177 0 0,0 0 0 0 0,0 0-1 0 0,0 1 1 0 0,0-1 0 0 0,0 0-1 0 0,1 0 1 0 0,-1 0 0 0 0,0 3-1 0 0,0 3 270 0 0,0 3 63 0 0,1 1-1 0 0,-1-1 1 0 0,3 17-1 0 0,2-7 82 0 0,12 35 0 0 0,1 6-486 0 0,-7-28-181 0 0,-3-20-5495 0 0,-2-6-591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4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3679 0 0,'11'7'3144'0'0,"-6"1"-2537"0"0,0-1 0 0 0,0 1-1 0 0,0 0 1 0 0,-1 0-1 0 0,0 0 1 0 0,-1 0 0 0 0,0 1-1 0 0,0 0 1 0 0,-1-1 0 0 0,0 1-1 0 0,1 15 1 0 0,0 11 237 0 0,-4 58-1 0 0,0-73-874 0 0,0-3 15 0 0,0-13-75 0 0,0 1 0 0 0,1 0 0 0 0,0 0 0 0 0,0-1 0 0 0,0 1 0 0 0,1 0 0 0 0,-1 0 0 0 0,3 6 1 0 0,0-6-1285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5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18 5527 0 0,'0'1'58'0'0,"0"-1"0"0"0,-1 0 0 0 0,1 0 0 0 0,0 1 0 0 0,0-1 0 0 0,-1 0 0 0 0,1 0 0 0 0,0 1 0 0 0,0-1 0 0 0,0 0-1 0 0,-1 1 1 0 0,1-1 0 0 0,0 1 0 0 0,0-1 0 0 0,0 0 0 0 0,0 1 0 0 0,0-1 0 0 0,0 0 0 0 0,0 1 0 0 0,0-1 0 0 0,0 1 0 0 0,0-1-1 0 0,0 0 1 0 0,0 1 0 0 0,0-1 0 0 0,0 0 0 0 0,0 1 0 0 0,0-1 0 0 0,0 0 0 0 0,1 1 0 0 0,-1-1 0 0 0,0 0 0 0 0,0 1 0 0 0,0-1-1 0 0,1 1 1 0 0,0-1 161 0 0,0 1 0 0 0,0-1-1 0 0,0 1 1 0 0,0-1-1 0 0,0 0 1 0 0,1 0-1 0 0,-1 1 1 0 0,0-1 0 0 0,0 0-1 0 0,0 0 1 0 0,2 0-1 0 0,11-1 1241 0 0,-1-1 0 0 0,1 0 0 0 0,-1 0 0 0 0,20-7-1 0 0,13-3-1134 0 0,-36 11-474 0 0,8-3-4002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5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24 2527 0 0,'-7'-13'1740'0'0,"7"13"-1690"0"0,-1 0 0 0 0,1-1 0 0 0,0 1 0 0 0,0 0 0 0 0,0 0 0 0 0,0-1 0 0 0,0 1-1 0 0,0 0 1 0 0,0 0 0 0 0,0-1 0 0 0,-1 1 0 0 0,1 0 0 0 0,0-1 0 0 0,0 1 0 0 0,0 0-1 0 0,0 0 1 0 0,1-1 0 0 0,-1 1 0 0 0,0 0 0 0 0,0-1 0 0 0,0 1 0 0 0,0 0 0 0 0,0 0-1 0 0,0-1 1 0 0,0 1 0 0 0,0 0 0 0 0,0 0 0 0 0,1-1 0 0 0,-1 1 0 0 0,0 0 0 0 0,0 0-1 0 0,0 0 1 0 0,1-1 0 0 0,-1 1 0 0 0,0 0 0 0 0,0 0 0 0 0,0 0 0 0 0,4-1 3305 0 0,-2 5-1962 0 0,2 6-575 0 0,-1 0 0 0 0,-1 0 0 0 0,0 0 0 0 0,0 1 0 0 0,0 20 0 0 0,-5 56 713 0 0,0-14-1188 0 0,3-66-301 0 0,0-1 0 0 0,1 0 1 0 0,0 0-1 0 0,0 1 1 0 0,0-1-1 0 0,1 0 1 0 0,0 0-1 0 0,5 10 1 0 0,-6-14-27 0 0,-1-1-1 0 0,1 1 1 0 0,0-1 0 0 0,0 0 0 0 0,0 1 0 0 0,0-1 0 0 0,0 0 0 0 0,0 0 0 0 0,0 0 0 0 0,0 0 0 0 0,1 0 0 0 0,-1 0 0 0 0,0 0-1 0 0,1 0 1 0 0,-1-1 0 0 0,0 1 0 0 0,1 0 0 0 0,-1-1 0 0 0,1 1 0 0 0,-1-1 0 0 0,1 0 0 0 0,-1 1 0 0 0,1-1 0 0 0,0 0 0 0 0,-1 0-1 0 0,1 0 1 0 0,-1 0 0 0 0,1 0 0 0 0,-1 0 0 0 0,1-1 0 0 0,-1 1 0 0 0,1 0 0 0 0,-1-1 0 0 0,1 1 0 0 0,-1-1 0 0 0,1 0 0 0 0,-1 1-1 0 0,1-1 1 0 0,-1 0 0 0 0,2-1 0 0 0,5-3-7 0 0,0-1 0 0 0,-1 0-1 0 0,1 0 1 0 0,-1-1 0 0 0,-1 1-1 0 0,1-1 1 0 0,-1-1 0 0 0,0 1-1 0 0,-1-1 1 0 0,0 0 0 0 0,7-15-1 0 0,-8 14-20 0 0,0-1-1 0 0,-1 1 1 0 0,0-1-1 0 0,-1 0 1 0 0,2-20 0 0 0,-6 56 143 0 0,0 18 422 0 0,3-21-135 0 0,6 26 0 0 0,-6-42-396 0 0,0 0 1 0 0,1-1-1 0 0,0 1 1 0 0,1-1-1 0 0,-1 0 1 0 0,1 1-1 0 0,0-1 1 0 0,7 9-1 0 0,-10-14-58 0 0,1-1 0 0 0,-1 0 0 0 0,1 1 0 0 0,-1-1 0 0 0,1 1 0 0 0,-1-1 0 0 0,1 0 0 0 0,-1 1 0 0 0,1-1 0 0 0,-1 0 0 0 0,1 0 0 0 0,-1 1 0 0 0,1-1 0 0 0,-1 0 0 0 0,1 0 0 0 0,0 0 0 0 0,-1 0 0 0 0,1 0 0 0 0,-1 0 0 0 0,1 0 0 0 0,0 0 0 0 0,-1 0 0 0 0,2 0 0 0 0,4-1-924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2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14 9215 0 0,'0'-1'36'0'0,"-1"1"0"0"0,1 0-1 0 0,0-1 1 0 0,0 1-1 0 0,0-1 1 0 0,-1 1 0 0 0,1 0-1 0 0,0-1 1 0 0,0 1 0 0 0,0-1-1 0 0,0 1 1 0 0,0 0-1 0 0,0-1 1 0 0,0 1 0 0 0,0-1-1 0 0,0 1 1 0 0,0-1 0 0 0,0 1-1 0 0,0-1 1 0 0,0 1-1 0 0,0 0 1 0 0,1-1 0 0 0,-1 1-1 0 0,0-1 1 0 0,0 1-1 0 0,0 0 1 0 0,1-1 0 0 0,-1 1-1 0 0,0-1 1 0 0,1 1 43 0 0,0 0-1 0 0,-1 0 1 0 0,1 0-1 0 0,0 0 1 0 0,-1 0-1 0 0,1 0 1 0 0,0 0 0 0 0,-1 0-1 0 0,1 0 1 0 0,0 0-1 0 0,-1 0 1 0 0,1 1-1 0 0,0-1 1 0 0,-1 0-1 0 0,1 0 1 0 0,0 1 0 0 0,24 16 1892 0 0,-17-9-1319 0 0,0 1-1 0 0,0 1 0 0 0,-1 0 1 0 0,-1 0-1 0 0,0 0 0 0 0,0 0 0 0 0,-1 1 1 0 0,6 16-1 0 0,-1 3 230 0 0,12 61 0 0 0,-16-51-648 0 0,-2 0 0 0 0,-1 64-1 0 0,-5-25-4292 0 0,1-59 2038 0 0,0 38-4778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6.0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1098 1 4607 0 0,'-11'11'50'0'0,"-46"43"307"0"0,-4 1-294 0 0,-33 28 621 0 0,84-75-624 0 0,-301 243 962 0 0,14 21-826 0 0,261-236-282 0 0,-24 24-539 0 0,-85 110 0 0 0,130-149 153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7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0 816 455 0 0,'58'-67'-91'0'0,"1"0"352"0"0,11 2 5 0 0,123-84 1 0 0,-54 45-214 0 0,-101 70 881 0 0,-2 0-1 0 0,-2-3 0 0 0,-1-1 0 0 0,35-52 0 0 0,-58 77-654 0 0,-2-1 0 0 0,0 1 1 0 0,0-1-1 0 0,-2-1 0 0 0,11-29 1 0 0,-19 30 1045 0 0,1 11 55 0 0,4 7-420 0 0,0 2-4875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5:38:06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5196 0 8177,'-5196'4495'0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09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52 325 1607 0 0,'7'-23'141'0'0,"-3"9"281"0"0,12-27-1 0 0,-21 48 262 0 0,0-1-1 0 0,-11 11 0 0 0,13-15-537 0 0,-1 4 322 0 0,4-5-458 0 0,-1 0 1 0 0,1 0 0 0 0,-1 0-1 0 0,1 0 1 0 0,-1 0 0 0 0,0 0-1 0 0,0 0 1 0 0,0 0 0 0 0,0 0-1 0 0,1 0 1 0 0,-1 0 0 0 0,0-1-1 0 0,-1 1 1 0 0,1 0 0 0 0,0-1-1 0 0,-2 2 1 0 0,3-2 26 0 0,-2 0-23 0 0,5-5 409 0 0,4-6-382 0 0,19-26 122 0 0,-26 36-152 0 0,0-1 0 0 0,0 1-1 0 0,0-1 1 0 0,0 1-1 0 0,0 0 1 0 0,0-1-1 0 0,0 1 1 0 0,0-1 0 0 0,0 1-1 0 0,-1-1 1 0 0,1 1-1 0 0,-1 0 1 0 0,1-1-1 0 0,-1 1 1 0 0,0-2 0 0 0,-4-12 3132 0 0,5 11-3078 0 0,1 0-30 0 0,-1 0-1 0 0,0 0 0 0 0,1 0 1 0 0,0 0-1 0 0,0 0 0 0 0,0 1 1 0 0,1-1-1 0 0,2-5 0 0 0,-4 6 29 0 0,1 0-1 0 0,0 0 0 0 0,-1 0 0 0 0,0 0 0 0 0,1 0 1 0 0,-1-1-1 0 0,-1 1 0 0 0,1 0 0 0 0,0 0 0 0 0,-2-6 0 0 0,-3-7 511 0 0,4 13-244 0 0,0 4 23 0 0,4 67 1441 0 0,0-63-1018 0 0,0 6-701 0 0,-1 0-1 0 0,0 21 1 0 0,-1-28 208 0 0,2-8-119 0 0,3-13 214 0 0,-4 12-366 0 0,0 0 1 0 0,-1 0-1 0 0,0 0 1 0 0,0 0-1 0 0,0 0 1 0 0,0 0-1 0 0,-1 0 1 0 0,0 0-1 0 0,0 0 1 0 0,0 0-1 0 0,-1 0 1 0 0,0-1-1 0 0,-2-6 1 0 0,-10-19 91 0 0,-19-32 1 0 0,28 57 2 0 0,-1 0-1 0 0,1 0 1 0 0,-1 1-1 0 0,-8-8 1 0 0,5 4 189 0 0,7 13 111 0 0,3 4-379 0 0,43 63 91 0 0,-43-67-104 0 0,0-1 0 0 0,-1 1 0 0 0,1 0 0 0 0,-1 0-1 0 0,0-1 1 0 0,0 1 0 0 0,-1 0 0 0 0,1 0 0 0 0,-1 0 0 0 0,0 6-1 0 0,-1 3 148 0 0,-5 24 0 0 0,4-25 17 0 0,0 0 0 0 0,-1 16 0 0 0,-4 125 467 0 0,2-132-545 0 0,5-20-84 0 0,0 0 0 0 0,-1-1 0 0 0,1 1-1 0 0,0 0 1 0 0,-1-1 0 0 0,1 1 0 0 0,-1 0-1 0 0,1-1 1 0 0,-1 1 0 0 0,1-1 0 0 0,-1 1-1 0 0,1 0 1 0 0,-1-1 0 0 0,1 1 0 0 0,-1-1-1 0 0,0 0 1 0 0,1 1 0 0 0,-1-1 0 0 0,0 1-1 0 0,1-1 1 0 0,-1 0 0 0 0,0 0 0 0 0,1 1-1 0 0,-3-1 377 0 0,8-1-337 0 0,0 0-45 0 0,0-1 1 0 0,-1 0 0 0 0,1 1 0 0 0,-1-1-1 0 0,1-1 1 0 0,-1 1 0 0 0,0-1 0 0 0,8-6 0 0 0,9-9 57 0 0,76-62 648 0 0,-82 69-577 0 0,0 1 0 0 0,0 1-1 0 0,1 1 1 0 0,32-13-1 0 0,-38 17-122 0 0,0 2-1 0 0,0 0 1 0 0,0 0-1 0 0,1 0 1 0 0,-1 1 0 0 0,0 1-1 0 0,0 0 1 0 0,1 0-1 0 0,-1 1 1 0 0,0 1-1 0 0,0-1 1 0 0,0 2 0 0 0,19 5-1 0 0,-19-4-14 0 0,-1-1 0 0 0,1-1 0 0 0,0 0 0 0 0,20 1 0 0 0,-29-3 0 0 0,-1 0 0 0 0,0 0 0 0 0,0 0 0 0 0,0 0 0 0 0,1 0 0 0 0,-1 0 0 0 0,0 0 0 0 0,0 0 0 0 0,0 0 0 0 0,1 0 0 0 0,-1 0 0 0 0,0 0 0 0 0,0 0 0 0 0,0 0 0 0 0,1 0 0 0 0,-1 0 0 0 0,0 0 0 0 0,0 0 0 0 0,0 0 0 0 0,0 0 0 0 0,1-1 0 0 0,-1 1 0 0 0,0 0 0 0 0,0 0 0 0 0,0 0 0 0 0,0 0 0 0 0,0 0 0 0 0,0-1 0 0 0,1 1 0 0 0,-1 0 0 0 0,0 0 0 0 0,0 0 0 0 0,0-1 0 0 0,0 1 0 0 0,0 0 0 0 0,0 0 0 0 0,0 0 0 0 0,0 0 0 0 0,0-1 0 0 0,0 1 0 0 0,0 0 0 0 0,0 0 0 0 0,0 0 0 0 0,0-1 0 0 0,0 1 0 0 0,0 0 0 0 0,0 0 0 0 0,0 0 0 0 0,0-1 0 0 0,0 1 0 0 0,0 0 0 0 0,0 0 0 0 0,0 0 0 0 0,-1-1 0 0 0,-6-10 0 0 0,6 9 0 0 0,-5 0 0 0 0,1 4 0 0 0,0-1 0 0 0,0 1 0 0 0,0 0 0 0 0,0 1 0 0 0,0-1 0 0 0,-5 5 0 0 0,-19 6 0 0 0,-5 5 0 0 0,30-15 0 0 0,-1 1 0 0 0,1-1 0 0 0,0 1 0 0 0,-5 7 0 0 0,-4 3 0 0 0,13-14 0 0 0,-1 0 0 0 0,0 1 0 0 0,1-1 0 0 0,-1 0 0 0 0,1 0 0 0 0,-1 0 0 0 0,1 1 0 0 0,-1-1 0 0 0,1 0 0 0 0,-1 0 0 0 0,0 0 0 0 0,1 0 0 0 0,-1 0 0 0 0,1 0 0 0 0,-1 0 0 0 0,1 0 0 0 0,-1 0 0 0 0,0 0 0 0 0,1-1 0 0 0,-1 1 0 0 0,1 0 0 0 0,-1 0 0 0 0,1 0 0 0 0,-1-1 0 0 0,1 1 0 0 0,-2-1 0 0 0,-16-11 0 0 0,9 6 0 0 0,0 1 0 0 0,0 0 0 0 0,-1 0 0 0 0,-13-3 0 0 0,18 6 0 0 0,0 1 0 0 0,0 0 0 0 0,0 0 0 0 0,0 0 0 0 0,0 0 0 0 0,0 1 0 0 0,0 0 0 0 0,0 0 0 0 0,-5 1 0 0 0,9-1 10 0 0,1 0 0 0 0,-1 0 0 0 0,1 0 0 0 0,0 0 0 0 0,-1 1 0 0 0,1-1-1 0 0,-1 0 1 0 0,1 0 0 0 0,0 0 0 0 0,-1 0 0 0 0,1 0 0 0 0,-1 0 0 0 0,1 1 0 0 0,0-1 0 0 0,-1 0-1 0 0,1 0 1 0 0,0 1 0 0 0,0-1 0 0 0,-1 0 0 0 0,1 1 0 0 0,0-1 0 0 0,-1 0 0 0 0,1 1-1 0 0,0-1 1 0 0,0 0 0 0 0,0 1 0 0 0,-1-1 0 0 0,1 0 0 0 0,0 1 0 0 0,0-1 0 0 0,0 0 0 0 0,0 1-1 0 0,0-1 1 0 0,0 1 0 0 0,0 0 0 0 0,6 13-1790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5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66 1839 0 0,'-31'-62'7416'0'0,"28"58"-4947"0"0,1 9-878 0 0,1 9-75 0 0,0 26-779 0 0,5 107 1917 0 0,6-75-3670 0 0,-6-52-1141 0 0,12 31 1 0 0,-7-31-3386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5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24 276 2759 0 0,'0'0'207'0'0,"0"-10"1498"0"0,0-55 6056 0 0,-2 0-3918 0 0,-1 34-2273 0 0,0 2 1 0 0,-9-38-1 0 0,9 58-321 0 0,3 18-687 0 0,3 17-321 0 0,2-1-316 0 0,28 134 494 0 0,-26-134-815 0 0,1-1 0 0 0,1 1 1 0 0,1-2-1 0 0,17 30 0 0 0,-7-24-7280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6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3223 0 0,'0'0'36'0'0,"0"0"0"0"0,0-1 0 0 0,0 1 0 0 0,0 0 0 0 0,1 0 251 0 0,-1 0-251 0 0,0 0 0 0 0,0 0 0 0 0,0 0 0 0 0,0 0 0 0 0,0 0 0 0 0,0 0 0 0 0,0 0 0 0 0,0 0-1 0 0,0 0 1 0 0,0 0 0 0 0,0 0 0 0 0,0 0 0 0 0,0-1 0 0 0,0 1 0 0 0,0 0 0 0 0,0 0 0 0 0,0 0 0 0 0,0 0 0 0 0,0 0-1 0 0,0 0 1 0 0,0 0 0 0 0,0 0 0 0 0,0 0 0 0 0,0 0 0 0 0,0 0 0 0 0,0 0 0 0 0,0 0 0 0 0,0-1 251 0 0,0 1-251 0 0,0 0 0 0 0,0 0 0 0 0,-1 0 0 0 0,1 0 0 0 0,0 0-1 0 0,0 0 1 0 0,0 0 0 0 0,0 0 0 0 0,0 0 0 0 0,0 0 0 0 0,0 0 0 0 0,0 0 0 0 0,0 0 0 0 0,0 0 0 0 0,0 0 0 0 0,12-3 6132 0 0,82 2-2383 0 0,-77 2-3721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7.5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65 103 1839 0 0,'-7'-14'884'0'0,"0"0"0"0"0,-11-15-1 0 0,-6-13 2818 0 0,24 42-3645 0 0,0 0 0 0 0,0 0 0 0 0,0 0 0 0 0,0 0-1 0 0,0-1 1 0 0,0 1 0 0 0,0 0 0 0 0,0 0 0 0 0,0 0-1 0 0,0 0 1 0 0,0 0 0 0 0,0 0 0 0 0,0-1 0 0 0,0 1 0 0 0,0 0-1 0 0,0 0 1 0 0,0 0 0 0 0,-1 0 0 0 0,1 0 0 0 0,0 0-1 0 0,0-1 1 0 0,0 1 0 0 0,0 0 0 0 0,0 0 0 0 0,0 0-1 0 0,0 0 1 0 0,0 0 0 0 0,-1 0 0 0 0,1 0 0 0 0,0 0-1 0 0,0 0 1 0 0,0 0 0 0 0,0-1 0 0 0,0 1 0 0 0,0 0 0 0 0,-1 0-1 0 0,1 0 1 0 0,0 0 0 0 0,0 0 0 0 0,0 0 0 0 0,0 0-1 0 0,0 0 1 0 0,-1 0 0 0 0,1 0 0 0 0,0 0 0 0 0,0 0-1 0 0,0 0 1 0 0,0 0 0 0 0,0 0 0 0 0,0 0 0 0 0,-1 1-1 0 0,1-1 1 0 0,0 0 0 0 0,0 0 0 0 0,0 0 0 0 0,0 0 0 0 0,0 0-1 0 0,-3 12 1782 0 0,2 21-15 0 0,1-30-1522 0 0,3 127 3505 0 0,-1 42-2550 0 0,2-44-2729 0 0,-3-94-5324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8.5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23 158 2303 0 0,'-3'4'359'0'0,"0"1"0"0"0,0-1 0 0 0,0 1 0 0 0,-2 8 0 0 0,0 2 7838 0 0,49-114-1937 0 0,0 3-4768 0 0,-44 95-1470 0 0,0 1 1 0 0,0-1-1 0 0,0 1 0 0 0,0 0 0 0 0,0-1 0 0 0,0 1 0 0 0,0 0 1 0 0,1-1-1 0 0,-1 1 0 0 0,0 0 0 0 0,0-1 0 0 0,1 1 1 0 0,-1 0-1 0 0,0-1 0 0 0,0 1 0 0 0,1 0 0 0 0,-1 0 0 0 0,0-1 1 0 0,1 1-1 0 0,-1 0 0 0 0,0 0 0 0 0,1 0 0 0 0,-1-1 0 0 0,0 1 1 0 0,1 0-1 0 0,-1 0 0 0 0,1 0 0 0 0,-1 0 0 0 0,0 0 1 0 0,1 0-1 0 0,-1 0 0 0 0,1 0 0 0 0,0 0 0 0 0,-1 0 8 0 0,1 1 0 0 0,0-1 0 0 0,-1 1 0 0 0,1 0 0 0 0,0-1-1 0 0,-1 1 1 0 0,1 0 0 0 0,0 0 0 0 0,-1-1 0 0 0,1 1 0 0 0,-1 0 0 0 0,0 0-1 0 0,1 1 1 0 0,10 33 341 0 0,-11-34-347 0 0,25 133 641 0 0,3 15-2121 0 0,-20-123-5984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9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49 3679 0 0,'-8'-5'931'0'0,"-1"1"0"0"0,1-1-1 0 0,-10-2 1 0 0,10 5 402 0 0,0-2 0 0 0,1 1 1 0 0,-1-1-1 0 0,-8-6 1 0 0,14 6 914 0 0,8 3-1134 0 0,9 2-146 0 0,-13-1-784 0 0,53 1 1668 0 0,27 3-794 0 0,-73-3-958 0 0,0 0 1 0 0,0 1 0 0 0,-1 0 0 0 0,1 1 0 0 0,-1 0 0 0 0,16 8 0 0 0,-21-10-88 0 0,0 1 1 0 0,-1 0-1 0 0,1 0 0 0 0,0 0 0 0 0,-1 0 1 0 0,1 0-1 0 0,-1 1 0 0 0,0-1 0 0 0,0 1 1 0 0,1 0-1 0 0,-2 0 0 0 0,1 0 0 0 0,0-1 1 0 0,-1 1-1 0 0,1 1 0 0 0,-1-1 0 0 0,0 0 1 0 0,0 0-1 0 0,0 0 0 0 0,-1 1 0 0 0,1-1 1 0 0,-1 0-1 0 0,1 1 0 0 0,-1-1 0 0 0,0 1 1 0 0,-1-1-1 0 0,1 0 0 0 0,-1 5 0 0 0,-3 8 15 0 0,-1 0 0 0 0,0 0 0 0 0,-1-1 0 0 0,-13 25 0 0 0,3-5 83 0 0,14-30-94 0 0,-2 4 11 0 0,1 0-1 0 0,-4 14 0 0 0,7-21-22 0 0,-1 0 0 0 0,1-1 0 0 0,0 1 0 0 0,-1 0 0 0 0,1 0 0 0 0,0 0-1 0 0,0 0 1 0 0,0 0 0 0 0,1 0 0 0 0,-1 0 0 0 0,0 0 0 0 0,1 0 0 0 0,-1 0-1 0 0,1 0 1 0 0,0-1 0 0 0,0 1 0 0 0,-1 0 0 0 0,3 3 0 0 0,-1-5 2 0 0,-1 1 0 0 0,0 0 1 0 0,0-1-1 0 0,1 1 0 0 0,-1 0 0 0 0,1-1 0 0 0,-1 0 1 0 0,0 1-1 0 0,1-1 0 0 0,-1 0 0 0 0,1 0 1 0 0,-1 0-1 0 0,1 0 0 0 0,-1 0 0 0 0,1 0 1 0 0,-1 0-1 0 0,0 0 0 0 0,1-1 0 0 0,-1 1 1 0 0,2-1-1 0 0,31-10 122 0 0,-11 1 27 0 0,0-2 0 0 0,41-29 0 0 0,-44 27-410 0 0,1 1-1 0 0,1 1 0 0 0,28-12 0 0 0,-37 19-5248 0 0,-3 4-1903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6:59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4607 0 0,'0'1'96'0'0,"0"-1"-1"0"0,0 0 0 0 0,1 1 1 0 0,-1-1-1 0 0,0 0 0 0 0,0 0 1 0 0,0 1-1 0 0,1-1 1 0 0,-1 0-1 0 0,0 0 0 0 0,0 1 1 0 0,1-1-1 0 0,-1 0 0 0 0,0 0 1 0 0,1 0-1 0 0,-1 1 0 0 0,0-1 1 0 0,0 0-1 0 0,1 0 0 0 0,-1 0 1 0 0,0 0-1 0 0,1 0 0 0 0,-1 0 1 0 0,0 0-1 0 0,1 0 0 0 0,-1 0 1 0 0,0 0-1 0 0,1 0 0 0 0,-1 0 1 0 0,1 0-1 0 0,-1 0 0 0 0,1 0 1 0 0,15 2 1553 0 0,16-2 370 0 0,0-1-1 0 0,32-5 0 0 0,41-2-2281 0 0,-90 8-5157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2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36 919 0 0,'-4'-3'1546'0'0,"-3"-9"8052"0"0,96-5-8886 0 0,-75 15-1565 0 0,-1 0-3414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5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55 331 5063 0 0,'-1'-1'-35'0'0,"1"0"0"0"0,-1 0 0 0 0,1 0-1 0 0,-1 0 1 0 0,1 1 0 0 0,-1-1 0 0 0,1 0-1 0 0,-1 0 1 0 0,1-1 0 0 0,0 1-1 0 0,0 0 1 0 0,-1 0 0 0 0,1 0 0 0 0,0-2-1 0 0,-2-22-1006 0 0,2 19 917 0 0,-1-47 583 0 0,2 33 156 0 0,-4-32 0 0 0,2 45-519 0 0,-1-1 0 0 0,0 0-1 0 0,0 0 1 0 0,-4-7-1 0 0,1 1-5 0 0,1 1 0 0 0,-3-15 0 0 0,0-2-51 0 0,0 4-38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5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71 477 9671 0 0,'-4'-4'178'0'0,"1"0"-1"0"0,1-1 0 0 0,-1 1 1 0 0,-3-9-1 0 0,-2-2-32 0 0,1 2 115 0 0,1-1 0 0 0,0 1 0 0 0,1-1 0 0 0,0-1-1 0 0,1 1 1 0 0,1 0 0 0 0,-3-26 0 0 0,4 17 164 0 0,2-1-1 0 0,0 0 1 0 0,2 0 0 0 0,4-24 0 0 0,5-24-463 0 0,-5 23-4074 0 0,-2 19-509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3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34 178 2303 0 0,'-9'-8'1637'0'0,"6"5"-854"0"0,0 0 0 0 0,0 0 0 0 0,0 0 0 0 0,1 0 0 0 0,-5-7 0 0 0,6 9-571 0 0,1-1 0 0 0,-1 1-1 0 0,1-1 1 0 0,-1 1 0 0 0,1-1-1 0 0,0 0 1 0 0,-1 1-1 0 0,1-1 1 0 0,0 0 0 0 0,0 1-1 0 0,0-1 1 0 0,0 0 0 0 0,1 1-1 0 0,-1-1 1 0 0,0 0-1 0 0,1 1 1 0 0,-1-1 0 0 0,2-2-1 0 0,2-5 309 0 0,0 1 0 0 0,1 0 0 0 0,0 0-1 0 0,0 0 1 0 0,1 1 0 0 0,0-1 0 0 0,9-8-1 0 0,-10 12-352 0 0,-1 0-1 0 0,0 1 1 0 0,1-1-1 0 0,-1 1 0 0 0,1 0 1 0 0,0 0-1 0 0,0 0 1 0 0,0 1-1 0 0,1-1 1 0 0,-1 1-1 0 0,1 1 0 0 0,-1-1 1 0 0,8 0-1 0 0,-11 1-130 0 0,-1 1 0 0 0,1 0 0 0 0,0 0 0 0 0,0 0 0 0 0,-1 1 1 0 0,1-1-1 0 0,0 0 0 0 0,-1 1 0 0 0,1-1 0 0 0,-1 1 0 0 0,1-1 0 0 0,0 1 0 0 0,-1 0 0 0 0,0 0 0 0 0,1-1 0 0 0,-1 1 0 0 0,1 0 0 0 0,-1 0 0 0 0,3 3 0 0 0,-3-2-14 0 0,1 1 0 0 0,0-1 0 0 0,-1 1 0 0 0,1 0 0 0 0,-1-1 0 0 0,0 1 0 0 0,0 0 0 0 0,0 0 0 0 0,0 0 0 0 0,0 4 0 0 0,0 2-16 0 0,0 0-1 0 0,-1 0 0 0 0,0 0 0 0 0,-1-1 0 0 0,0 1 0 0 0,-3 15 0 0 0,-8 15 20 0 0,-29 63 0 0 0,22-58-22 0 0,17-40-2 0 0,0 1 0 0 0,1-1-1 0 0,-1 0 1 0 0,1 1 0 0 0,0-1-1 0 0,1 1 1 0 0,-1-1 0 0 0,1 1-1 0 0,0 5 1 0 0,0-9 4 0 0,0 1 0 0 0,1-1 0 0 0,-1 1 0 0 0,0-1 0 0 0,1 1 0 0 0,-1-1 0 0 0,1 0 0 0 0,0 1 0 0 0,-1-1 0 0 0,1 0-1 0 0,0 1 1 0 0,0-1 0 0 0,0 0 0 0 0,0 0 0 0 0,0 0 0 0 0,0 0 0 0 0,0 0 0 0 0,0 0 0 0 0,0 0 0 0 0,0 0 0 0 0,1 0 0 0 0,-1 0 0 0 0,0-1 0 0 0,1 1 0 0 0,-1 0 0 0 0,1-1-1 0 0,-1 1 1 0 0,1-1 0 0 0,-1 0 0 0 0,2 1 0 0 0,5 0 123 0 0,0-1-1 0 0,-1 1 1 0 0,1-1-1 0 0,0-1 1 0 0,-1 1-1 0 0,1-1 1 0 0,13-4-1 0 0,53-20 637 0 0,-56 18-660 0 0,2-1-72 0 0,0 0-207 0 0,1 0 1 0 0,-1 1 0 0 0,2 1-1 0 0,38-5 1 0 0,-47 11-5022 0 0,0 2-1768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3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139 104 1375 0 0,'0'-3'579'0'0,"-1"1"0"0"0,1-1 0 0 0,0 0 0 0 0,-1 0 0 0 0,0 1 0 0 0,1-1 0 0 0,-1 0-1 0 0,0 1 1 0 0,-1-1 0 0 0,-1-3 0 0 0,2 5-381 0 0,1 0 0 0 0,-1 1 1 0 0,1-1-1 0 0,-1 0 0 0 0,1 1 0 0 0,-1-1 1 0 0,0 1-1 0 0,1-1 0 0 0,-1 0 0 0 0,0 1 1 0 0,1 0-1 0 0,-1-1 0 0 0,0 1 0 0 0,0-1 1 0 0,0 1-1 0 0,1 0 0 0 0,-1 0 0 0 0,0-1 1 0 0,0 1-1 0 0,0 0 0 0 0,1 0 0 0 0,-1 0 1 0 0,0 0-1 0 0,0 0 0 0 0,0 0 0 0 0,0 0 1 0 0,1 0-1 0 0,-1 1 0 0 0,0-1 0 0 0,0 0 1 0 0,0 0-1 0 0,0 1 0 0 0,1-1 0 0 0,-1 0 1 0 0,0 1-1 0 0,1-1 0 0 0,-1 1 1 0 0,0-1-1 0 0,0 1 0 0 0,0 0 0 0 0,-1 1-106 0 0,1-1 1 0 0,0 1-1 0 0,-1 0 0 0 0,1-1 0 0 0,0 1 0 0 0,0 0 1 0 0,0 0-1 0 0,0 0 0 0 0,0 0 0 0 0,0 0 0 0 0,1 0 1 0 0,-1 0-1 0 0,1 0 0 0 0,0 0 0 0 0,-1 3 0 0 0,1-2-24 0 0,-1 1 1 0 0,1-1-1 0 0,0 1 0 0 0,0-1 0 0 0,1 1 0 0 0,-1-1 0 0 0,1 1 0 0 0,1 4 0 0 0,-2-7-58 0 0,0-1-1 0 0,0 0 0 0 0,0 0 1 0 0,0 1-1 0 0,0-1 1 0 0,1 0-1 0 0,-1 1 1 0 0,0-1-1 0 0,0 0 0 0 0,0 0 1 0 0,0 1-1 0 0,0-1 1 0 0,1 0-1 0 0,-1 0 1 0 0,0 0-1 0 0,0 1 0 0 0,1-1 1 0 0,-1 0-1 0 0,0 0 1 0 0,0 0-1 0 0,1 0 0 0 0,-1 1 1 0 0,0-1-1 0 0,0 0 1 0 0,1 0-1 0 0,-1 0 1 0 0,0 0-1 0 0,0 0 0 0 0,1 0 1 0 0,-1 0-1 0 0,0 0 1 0 0,1 0-1 0 0,-1 0 0 0 0,1 0 1 0 0,8-8 177 0 0,4-13-8 0 0,-11 17-152 0 0,-1 1 0 0 0,1-1 1 0 0,-1 0-1 0 0,0 1 0 0 0,-1-1 0 0 0,1 0 0 0 0,-1 0 0 0 0,1 1 0 0 0,-1-1 1 0 0,0 0-1 0 0,-1-5 0 0 0,0 6-8 0 0,1 1 0 0 0,-1-1 0 0 0,0 1 0 0 0,0-1 0 0 0,-1 1-1 0 0,1-1 1 0 0,0 1 0 0 0,-1 0 0 0 0,1 0 0 0 0,-1 0 0 0 0,0 0 0 0 0,0 0 0 0 0,1 0 0 0 0,-1 0 0 0 0,-1 0 0 0 0,1 1 0 0 0,-3-2 0 0 0,-1-1 99 0 0,0 1 1 0 0,0 0-1 0 0,-1 0 1 0 0,-8-3-1 0 0,12 5-43 0 0,0 0 0 0 0,0 1 1 0 0,0-1-1 0 0,0 1 0 0 0,0-1 0 0 0,0 1 0 0 0,-1 0 0 0 0,1 0 0 0 0,0 0 0 0 0,0 1 0 0 0,-6 0 0 0 0,9 0-55 0 0,-1-1 0 0 0,0 0 0 0 0,1 1-1 0 0,-1-1 1 0 0,0 0 0 0 0,1 1 0 0 0,-1-1-1 0 0,1 1 1 0 0,-1-1 0 0 0,1 1 0 0 0,-1-1 0 0 0,1 1-1 0 0,-1 0 1 0 0,1-1 0 0 0,0 1 0 0 0,-1-1-1 0 0,1 1 1 0 0,0 0 0 0 0,-1-1 0 0 0,1 1-1 0 0,0 0 1 0 0,0 0 0 0 0,0-1 0 0 0,-1 1 0 0 0,1 0-1 0 0,0 0 1 0 0,3 21-1412 0 0,3-4-5718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6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17 3223 0 0,'-3'-1'545'0'0,"-1"0"1"0"0,0 0-1 0 0,0 0 0 0 0,0 0 0 0 0,1-1 0 0 0,-1 0 0 0 0,1 0 0 0 0,-6-4 0 0 0,11 7-55 0 0,0 0-1 0 0,0-1 1 0 0,1 1 0 0 0,-1-1 0 0 0,0 0 0 0 0,1 0 0 0 0,-1 0 0 0 0,3 0 0 0 0,2 0 165 0 0,49 4 281 0 0,55 2-760 0 0,-36-4-3166 0 0,-50-2-1238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6.1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0 214 5063 0 0,'1'-17'557'0'0,"1"0"-1"0"0,1 0 0 0 0,0 0 0 0 0,1 1 1 0 0,8-21-1 0 0,-4 13 2439 0 0,6-35 0 0 0,-13 59-2937 0 0,-1-1-1 0 0,0 1 1 0 0,0-1-1 0 0,0 1 1 0 0,0-1-1 0 0,0 1 1 0 0,0-1-1 0 0,0 1 1 0 0,0 0-1 0 0,0-1 1 0 0,0 1-1 0 0,0-1 0 0 0,-1 1 1 0 0,1-1-1 0 0,0 1 1 0 0,0-1-1 0 0,0 1 1 0 0,-1-1-1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6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3223 0 0,'20'6'475'0'0,"0"-2"-1"0"0,0 0 0 0 0,0-1 0 0 0,1-1 0 0 0,-1-1 0 0 0,1-1 1 0 0,-1-1-1 0 0,1 0 0 0 0,-1-2 0 0 0,29-7 0 0 0,-37 8-570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7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 87 6447 0 0,'-4'2'-75'0'0,"-7"6"1341"0"0,11-7-1201 0 0,0-1 0 0 0,0 0 0 0 0,0 1 0 0 0,-1-1 1 0 0,1 0-1 0 0,0 1 0 0 0,0-1 0 0 0,0 0 0 0 0,0 1 0 0 0,0-1 0 0 0,0 0 0 0 0,0 1 0 0 0,0-1 1 0 0,0 0-1 0 0,0 1 0 0 0,0-1 0 0 0,0 0 0 0 0,0 1 0 0 0,0-1 0 0 0,0 0 0 0 0,0 1 0 0 0,0-1 1 0 0,0 0-1 0 0,0 1 0 0 0,0-1 0 0 0,1 0 0 0 0,-1 1 0 0 0,3 2 2517 0 0,-8-7-3551 0 0,3 1 968 0 0,0 1 0 0 0,-1 0-1 0 0,1 0 1 0 0,-1 0 0 0 0,1 1 0 0 0,-1-1 0 0 0,0 0-1 0 0,0 1 1 0 0,0 0 0 0 0,0 0 0 0 0,0 0-1 0 0,0 0 1 0 0,0 0 0 0 0,0 1 0 0 0,0-1 0 0 0,0 1-1 0 0,0 0 1 0 0,0 0 0 0 0,-1 0 0 0 0,1 0 0 0 0,-5 1-1 0 0,6 0 95 0 0,0-1 0 0 0,1 1 0 0 0,-1-1 0 0 0,1 1 0 0 0,-1 0 0 0 0,1 0 0 0 0,-1 0 0 0 0,1 0 0 0 0,-1 0 0 0 0,1 0 0 0 0,0 0 0 0 0,-1 0 0 0 0,1 0 0 0 0,0 1 0 0 0,0-1 0 0 0,0 0 0 0 0,0 1 0 0 0,0-1 0 0 0,0 1 0 0 0,1-1 0 0 0,-2 3 0 0 0,1-1 64 0 0,1 0 0 0 0,0 0 1 0 0,-1 0-1 0 0,1 0 0 0 0,0 0 0 0 0,0 0 1 0 0,0 1-1 0 0,1-1 0 0 0,-1 0 1 0 0,1 0-1 0 0,1 4 0 0 0,0-1 11 0 0,0 0 0 0 0,1 0 0 0 0,0 0 0 0 0,0 0 0 0 0,0-1 0 0 0,1 1 0 0 0,0-1 0 0 0,0 0-1 0 0,0 0 1 0 0,0 0 0 0 0,7 4 0 0 0,-11-8-153 0 0,1 0 0 0 0,0-1 1 0 0,0 0-1 0 0,-1 1 0 0 0,1-1 0 0 0,0 1 0 0 0,0-1 0 0 0,0 0 0 0 0,-1 0 0 0 0,1 1 0 0 0,0-1 0 0 0,0 0 1 0 0,0 0-1 0 0,0 0 0 0 0,0 0 0 0 0,0 0 0 0 0,-1 0 0 0 0,1 0 0 0 0,0 0 0 0 0,0-1 0 0 0,0 1 0 0 0,0 0 1 0 0,-1 0-1 0 0,2-1 0 0 0,0 0 31 0 0,0 0 0 0 0,0-1 0 0 0,0 1 0 0 0,-1-1 0 0 0,1 1 0 0 0,-1-1 0 0 0,1 1 0 0 0,-1-1 0 0 0,2-3 0 0 0,2-2 122 0 0,-1-1-1 0 0,0 0 1 0 0,5-15-1 0 0,-7 15-81 0 0,0 0-1 0 0,0 0 1 0 0,-1 0-1 0 0,0 0 1 0 0,-1 0-1 0 0,1 0 1 0 0,-2-11-1 0 0,0 16-45 0 0,1 0 0 0 0,0 0 0 0 0,-1 0 0 0 0,1 0 0 0 0,-1 0 0 0 0,0 0 0 0 0,0 0 0 0 0,0 0 0 0 0,0 0 0 0 0,-1 0 0 0 0,1 0 0 0 0,-1 1 0 0 0,0-1 0 0 0,0 1 0 0 0,0-1 0 0 0,0 1 0 0 0,0 0 0 0 0,0-1 0 0 0,-1 1 0 0 0,1 0 0 0 0,-1 1 0 0 0,-2-3 0 0 0,4 4-22 0 0,0-1 0 0 0,-1 1 0 0 0,1 0-1 0 0,0 0 1 0 0,-1-1 0 0 0,1 1 0 0 0,0 0-1 0 0,-1 0 1 0 0,1 0 0 0 0,0 0 0 0 0,-1 1 0 0 0,1-1-1 0 0,0 0 1 0 0,-1 0 0 0 0,1 1 0 0 0,0-1-1 0 0,0 1 1 0 0,-1-1 0 0 0,1 1 0 0 0,0 0 0 0 0,0-1-1 0 0,0 1 1 0 0,0 0 0 0 0,0 0 0 0 0,0 0 0 0 0,0 0-1 0 0,0 0 1 0 0,0 0 0 0 0,0 0 0 0 0,0 0-1 0 0,1 0 1 0 0,-1 0 0 0 0,0 2 0 0 0,-4 5 130 0 0,1-1 1 0 0,1 1-1 0 0,-6 15 0 0 0,8-20-142 0 0,-1 6-6 0 0,-1 0 0 0 0,1 1 0 0 0,1-1 0 0 0,-1 0 0 0 0,2 1 0 0 0,-1-1 0 0 0,1 1 0 0 0,1-1 0 0 0,-1 0 0 0 0,2 1 0 0 0,-1-1 0 0 0,1 0 0 0 0,1 0 0 0 0,0 0 0 0 0,5 12 0 0 0,-7-20 7 0 0,-1 0-1 0 0,1 0 1 0 0,0 1 0 0 0,-1-1-1 0 0,1 0 1 0 0,0 0 0 0 0,0 0-1 0 0,0 0 1 0 0,0 0 0 0 0,0 0-1 0 0,0 0 1 0 0,0 0 0 0 0,1-1-1 0 0,-1 1 1 0 0,0 0 0 0 0,0-1-1 0 0,1 1 1 0 0,-1-1 0 0 0,0 1-1 0 0,1-1 1 0 0,-1 1-1 0 0,0-1 1 0 0,1 0 0 0 0,-1 0-1 0 0,1 0 1 0 0,-1 0 0 0 0,0 0-1 0 0,1 0 1 0 0,-1 0 0 0 0,1 0-1 0 0,-1-1 1 0 0,0 1 0 0 0,1 0-1 0 0,-1-1 1 0 0,0 1 0 0 0,1-1-1 0 0,-1 0 1 0 0,0 1 0 0 0,2-3-1 0 0,2 1 25 0 0,-1-1 0 0 0,0 0 0 0 0,0-1 0 0 0,0 1 0 0 0,0-1 0 0 0,-1 0 0 0 0,0 0 0 0 0,1 0 0 0 0,4-8 0 0 0,-4 3 7 0 0,1-1 0 0 0,-2 1-1 0 0,1-1 1 0 0,-1 0 0 0 0,0 0-1 0 0,-1 0 1 0 0,-1 0 0 0 0,2-17-1 0 0,-3 21-36 0 0,0 0-1 0 0,0 1 1 0 0,-1-1-1 0 0,0 0 0 0 0,0 0 1 0 0,0 1-1 0 0,-1-1 1 0 0,0 0-1 0 0,0 1 1 0 0,0-1-1 0 0,0 1 1 0 0,-1 0-1 0 0,0 0 0 0 0,0 0 1 0 0,-1 0-1 0 0,-6-7 1 0 0,9 11 2 0 0,0 0-1 0 0,0 0 1 0 0,0 0 0 0 0,0 0-1 0 0,-1 0 1 0 0,1 0 0 0 0,0 0 0 0 0,-1 0-1 0 0,1 1 1 0 0,0-1 0 0 0,-1 0 0 0 0,1 1-1 0 0,-1-1 1 0 0,1 1 0 0 0,-1 0-1 0 0,-2-1 1 0 0,3 1 6 0 0,0 0-1 0 0,0 1 1 0 0,0-1-1 0 0,0 0 1 0 0,0 1-1 0 0,0-1 1 0 0,0 0-1 0 0,0 1 1 0 0,0-1 0 0 0,0 1-1 0 0,0 0 1 0 0,0-1-1 0 0,0 1 1 0 0,0 0-1 0 0,1-1 1 0 0,-1 1-1 0 0,0 0 1 0 0,0 1-1 0 0,-2 2 16 0 0,1 0-1 0 0,0 0 0 0 0,0 0 0 0 0,1 0 1 0 0,-1 1-1 0 0,1-1 0 0 0,0 0 0 0 0,0 1 0 0 0,1-1 1 0 0,-1 5-1 0 0,0 5-12 0 0,0 1 1 0 0,1-1 0 0 0,1 0-1 0 0,0 0 1 0 0,1 0 0 0 0,0 0-1 0 0,6 16 1 0 0,-8-30-11 0 0,0 1-1 0 0,0-1 1 0 0,0 1 0 0 0,0-1-1 0 0,1 1 1 0 0,-1-1 0 0 0,0 1-1 0 0,0-1 1 0 0,1 1 0 0 0,-1-1-1 0 0,0 1 1 0 0,1-1 0 0 0,-1 0-1 0 0,0 1 1 0 0,1-1 0 0 0,-1 0-1 0 0,1 1 1 0 0,-1-1 0 0 0,0 0-1 0 0,1 1 1 0 0,-1-1 0 0 0,1 0-1 0 0,-1 0 1 0 0,1 1 0 0 0,-1-1-1 0 0,1 0 1 0 0,0 0 0 0 0,-1 0-1 0 0,1 0 1 0 0,-1 0 0 0 0,1 0-1 0 0,-1 0 1 0 0,1 0 0 0 0,-1 0-1 0 0,1 0 1 0 0,-1 0 0 0 0,1 0-1 0 0,-1 0 1 0 0,1 0 0 0 0,0-1-1 0 0,-1 1 1 0 0,1 0 0 0 0,-1 0-1 0 0,0-1 1 0 0,1 1 0 0 0,-1 0-1 0 0,1-1 1 0 0,1 0 2 0 0,0-1 1 0 0,0 1-1 0 0,0-1 0 0 0,-1 0 0 0 0,1 1 0 0 0,0-1 1 0 0,-1 0-1 0 0,0 0 0 0 0,2-4 0 0 0,1-2 2 0 0,-1 0-1 0 0,0 0 1 0 0,-1-1-1 0 0,0 1 1 0 0,-1-1 0 0 0,1-9-1 0 0,-1 14-2 0 0,-1 1 0 0 0,0-1 0 0 0,0 0 0 0 0,0 1 0 0 0,-1-1-1 0 0,1 0 1 0 0,-1 1 0 0 0,0-1 0 0 0,0 1 0 0 0,0-1 0 0 0,0 1 0 0 0,-1-1 0 0 0,1 1 0 0 0,-1 0-1 0 0,0 0 1 0 0,-4-6 0 0 0,5 8-3 0 0,0 0 0 0 0,0 0 1 0 0,0 0-1 0 0,0 0 0 0 0,0 0 0 0 0,0 0 0 0 0,0 0 0 0 0,0 1 0 0 0,-1-1 0 0 0,1 0 1 0 0,0 1-1 0 0,0-1 0 0 0,-1 1 0 0 0,1 0 0 0 0,0-1 0 0 0,-1 1 0 0 0,1 0 0 0 0,0 0 1 0 0,-1-1-1 0 0,1 1 0 0 0,-2 1 0 0 0,2-1 13 0 0,-1 1-1 0 0,1-1 1 0 0,0 1 0 0 0,-1-1-1 0 0,1 1 1 0 0,0 0 0 0 0,0 0-1 0 0,0 0 1 0 0,-1 0 0 0 0,1 0-1 0 0,0 0 1 0 0,0 0 0 0 0,0 0-1 0 0,1 0 1 0 0,-1 0 0 0 0,-1 2-1 0 0,-1 3 38 0 0,0 0 0 0 0,0 0-1 0 0,1 1 1 0 0,0-1-1 0 0,0 1 1 0 0,1-1 0 0 0,-2 8-1 0 0,3-5-46 0 0,-1 0 1 0 0,1 0-1 0 0,2 18 0 0 0,-1-23-10 0 0,-1-1-1 0 0,1 1 0 0 0,0 0 0 0 0,0-1 1 0 0,0 1-1 0 0,1-1 0 0 0,-1 1 1 0 0,1-1-1 0 0,0 0 0 0 0,0 0 1 0 0,0 1-1 0 0,3 2 0 0 0,-4-6-86 0 0,-1 1 0 0 0,1 0 0 0 0,-1-1 0 0 0,1 0 0 0 0,-1 1 0 0 0,1-1 0 0 0,-1 1 0 0 0,1-1 0 0 0,0 1 0 0 0,-1-1 0 0 0,1 0 0 0 0,0 0 0 0 0,-1 1 0 0 0,1-1 0 0 0,0 0 0 0 0,-1 0 0 0 0,1 0 0 0 0,1 0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8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19 241 6447 0 0,'-2'-2'114'0'0,"1"1"0"0"0,-1-1 0 0 0,0 0 0 0 0,1 0-1 0 0,-1 0 1 0 0,1-1 0 0 0,0 1 0 0 0,0 0 0 0 0,0 0-1 0 0,0-1 1 0 0,-1-3 0 0 0,1 1 473 0 0,1 0 0 0 0,-1-1 0 0 0,1 1 1 0 0,1-8-1 0 0,-1 6 37 0 0,1 0 1 0 0,0 0-1 0 0,1 0 1 0 0,0 0-1 0 0,0 0 1 0 0,0 0-1 0 0,1 0 0 0 0,0 1 1 0 0,0-1-1 0 0,1 1 1 0 0,0 0-1 0 0,0 0 1 0 0,5-5-1 0 0,-7 8-522 0 0,0 1-1 0 0,1-1 0 0 0,0 1 1 0 0,0-1-1 0 0,0 1 1 0 0,0 0-1 0 0,0 0 0 0 0,0 0 1 0 0,0 1-1 0 0,0-1 0 0 0,1 1 1 0 0,-1 0-1 0 0,1 0 1 0 0,-1 0-1 0 0,1 0 0 0 0,-1 0 1 0 0,1 1-1 0 0,-1 0 0 0 0,1-1 1 0 0,0 2-1 0 0,-1-1 1 0 0,1 0-1 0 0,0 1 0 0 0,-1-1 1 0 0,1 1-1 0 0,-1 0 0 0 0,6 2 1 0 0,-4 0-97 0 0,-1-1 1 0 0,1 1-1 0 0,-1-1 1 0 0,0 1-1 0 0,0 0 0 0 0,0 1 1 0 0,0-1-1 0 0,0 1 1 0 0,-1 0-1 0 0,0 0 0 0 0,0 0 1 0 0,0 0-1 0 0,0 0 1 0 0,-1 1-1 0 0,1-1 1 0 0,-1 1-1 0 0,0 0 0 0 0,0 0 1 0 0,-1-1-1 0 0,0 1 1 0 0,0 0-1 0 0,1 6 0 0 0,0 5 9 0 0,-1 0-1 0 0,0 0 1 0 0,-1 0-1 0 0,-1 0 1 0 0,-5 27-1 0 0,-4 4 7 0 0,-3 0-1 0 0,-19 46 1 0 0,18-54-15 0 0,4-13-5 0 0,15-43 6 0 0,4-22 0 0 0,4-17-14 0 0,118-313-596 0 0,-128 361 658 0 0,1 0-1 0 0,0 0 1 0 0,10-14 0 0 0,-12 22 24 0 0,-2 6-10 0 0,-2 5 0 0 0,-28 83 66 0 0,-7 26-122 0 0,32-98-32 0 0,0 0 1 0 0,2 0-1 0 0,-1 38 0 0 0,4-55 20 0 0,0 1 0 0 0,1 0 0 0 0,-1 0 0 0 0,1-1 0 0 0,1 1 0 0 0,-1 0 0 0 0,1-1 0 0 0,0 1 0 0 0,5 9 0 0 0,-6-14 0 0 0,0 1 0 0 0,0 0 0 0 0,0 0 0 0 0,1-1 0 0 0,-1 1 0 0 0,1 0 0 0 0,-1-1 0 0 0,1 0 0 0 0,0 1 0 0 0,-1-1 0 0 0,1 0 0 0 0,0 0 0 0 0,0 0 0 0 0,0 0 0 0 0,0 0 0 0 0,0 0 0 0 0,0-1 0 0 0,0 1 0 0 0,0-1 0 0 0,0 1 0 0 0,0-1 0 0 0,0 0 0 0 0,0 0 0 0 0,1 0 0 0 0,-1 0 0 0 0,0 0 0 0 0,0 0 0 0 0,0 0 0 0 0,3-1 0 0 0,1-1 15 0 0,0 0 1 0 0,0 0-1 0 0,0-1 0 0 0,0 0 1 0 0,-1 0-1 0 0,1 0 0 0 0,-1 0 1 0 0,1-1-1 0 0,5-5 0 0 0,5-6-558 0 0,19-23-1 0 0,-26 27-296 0 0,4-3-6594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8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0 167 7831 0 0,'1'-1'120'0'0,"-1"0"0"0"0,1 0-1 0 0,-1 0 1 0 0,1 0 0 0 0,-1 1-1 0 0,1-1 1 0 0,0 0-1 0 0,0 0 1 0 0,-1 0 0 0 0,1 1-1 0 0,0-1 1 0 0,0 1 0 0 0,0-1-1 0 0,1 0 1 0 0,18-11 1088 0 0,-17 10-981 0 0,49-26 3362 0 0,62-35 1733 0 0,-36 23-5903 0 0,-59 30-6331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8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2 10591 0 0,'0'1'42'0'0,"0"-1"1"0"0,0 0-1 0 0,0 0 0 0 0,0 0 0 0 0,-1 0 0 0 0,1 0 0 0 0,0 0 0 0 0,0 0 1 0 0,0 0-1 0 0,0 0 0 0 0,0 0 0 0 0,0 0 0 0 0,0 0 0 0 0,0 0 0 0 0,0 0 0 0 0,0 0 1 0 0,0 0-1 0 0,-1 0 0 0 0,1 0 0 0 0,0 0 0 0 0,0 0 0 0 0,0 0 0 0 0,0 0 1 0 0,0 0-1 0 0,0-1 0 0 0,0 1 0 0 0,0 0 0 0 0,0 0 0 0 0,0 0 0 0 0,0 0 1 0 0,0 0-1 0 0,0 0 0 0 0,-1 0 0 0 0,1 0 0 0 0,0 0 0 0 0,0 0 0 0 0,0 0 0 0 0,0 0 1 0 0,0 0-1 0 0,0 0 0 0 0,0 0 0 0 0,0-1 0 0 0,0 1 0 0 0,0 0 0 0 0,0 0 1 0 0,0 0-1 0 0,0 0 0 0 0,0 0 0 0 0,0 0 0 0 0,0 0 0 0 0,0 0 0 0 0,0 0 0 0 0,0 0 1 0 0,0 0-1 0 0,0-1 0 0 0,0 1 0 0 0,0 0 0 0 0,-6 11 1384 0 0,-4 17 186 0 0,2 10-830 0 0,1 1 0 0 0,2-1 1 0 0,2 1-1 0 0,2 0 1 0 0,3 46-1 0 0,-2-85-796 0 0,1 11 218 0 0,1 1-1 0 0,0-1 1 0 0,4 13-1 0 0,-5-21-307 0 0,0 0 0 0 0,1 1-1 0 0,-1-1 1 0 0,1-1 0 0 0,-1 1-1 0 0,1 0 1 0 0,2 2 0 0 0,-3-3-237 0 0,1-1 0 0 0,-1 0 0 0 0,0 0 1 0 0,0 0-1 0 0,0 0 0 0 0,1 0 0 0 0,-1-1 1 0 0,1 1-1 0 0,-1 0 0 0 0,0-1 0 0 0,1 1 1 0 0,-1-1-1 0 0,1 1 0 0 0,-1-1 0 0 0,3 1 1 0 0,5-1-6222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8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19 242 6911 0 0,'-3'-5'486'0'0,"0"-1"0"0"0,1 1 0 0 0,0 0 0 0 0,0-1 0 0 0,0 1 0 0 0,1-1 0 0 0,0 0 0 0 0,0 1-1 0 0,0-1 1 0 0,1 0 0 0 0,0-10 0 0 0,1 1 1210 0 0,1-1 1 0 0,0 1-1 0 0,5-19 0 0 0,-6 33-1632 0 0,13-44 1775 0 0,-13 42-1769 0 0,0 0 1 0 0,1 0-1 0 0,-1 0 1 0 0,1 0-1 0 0,0 0 1 0 0,-1 0 0 0 0,1 1-1 0 0,1-1 1 0 0,-1 1-1 0 0,0-1 1 0 0,5-3-1 0 0,-7 6-64 0 0,1 0-1 0 0,-1 0 0 0 0,0 0 0 0 0,0-1 1 0 0,1 1-1 0 0,-1 0 0 0 0,0 0 0 0 0,0 0 0 0 0,1 0 1 0 0,-1 0-1 0 0,0 0 0 0 0,1 0 0 0 0,-1 0 1 0 0,0 0-1 0 0,0 0 0 0 0,1 0 0 0 0,-1 0 0 0 0,0 0 1 0 0,1 0-1 0 0,-1 0 0 0 0,0 0 0 0 0,0 0 0 0 0,1 0 1 0 0,-1 1-1 0 0,0-1 0 0 0,0 0 0 0 0,1 0 1 0 0,-1 0-1 0 0,0 0 0 0 0,0 1 0 0 0,1-1 0 0 0,4 10 33 0 0,0 13-48 0 0,-4-1 11 0 0,-1 0-1 0 0,-3 25 0 0 0,0 25-14 0 0,4-59-34 0 0,2 34 39 0 0,-3-43-10 0 0,1 1 1 0 0,0-1-1 0 0,0 0 1 0 0,0 1-1 0 0,1-1 1 0 0,-1 0-1 0 0,1 0 0 0 0,3 4 1 0 0,1-2-463 0 0,2-3-153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09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12439 0 0,'2'-4'544'0'0,"-1"3"128"0"0,3 1-544 0 0,1 1-128 0 0,-2 3 0 0 0,-1-3 0 0 0,3 3 864 0 0,2 3 136 0 0,3 6 32 0 0,5 4 8 0 0,4 7-32 0 0,-2 3-8 0 0,2 6 0 0 0,-2-3 0 0 0,-2 6-696 0 0,-3 1-144 0 0,0 4-24 0 0,-5 2-9056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31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2741 919 0 0,'-17'7'12824'0'0,"15"-11"-12720"0"0,-8-12-9 0 0,10 14-57 0 0,-1 0 1 0 0,1 0-1 0 0,0 1 0 0 0,0-1 1 0 0,0 0-1 0 0,1 0 0 0 0,-1 0 1 0 0,0 1-1 0 0,1-1 0 0 0,-1 0 1 0 0,1 0-1 0 0,-1 1 0 0 0,1-1 1 0 0,0 0-1 0 0,0 1 0 0 0,0-1 1 0 0,2-1-1 0 0,-1-2 349 0 0,10-8 725 0 0,-10 11-1052 0 0,0 0-1 0 0,0 0 1 0 0,-1 0-1 0 0,1 0 1 0 0,-1 0-1 0 0,1 0 1 0 0,1-3-1 0 0,4-8 166 0 0,0 0-1 0 0,17-23 0 0 0,-8 13 151 0 0,3-12 25 0 0,-15 27-333 0 0,0 0 0 0 0,0 1-1 0 0,1-1 1 0 0,7-8 0 0 0,12-19 166 0 0,0 0 98 0 0,-18 26-213 0 0,1 0 1 0 0,5-11 0 0 0,5-8 87 0 0,28-42-154 0 0,12-16-28 0 0,-7 9-24 0 0,-41 62 0 0 0,54-107 20 0 0,-15 26 100 0 0,27-30 231 0 0,-33 58-207 0 0,47-73 245 0 0,11-6-325 0 0,-49 67-57 0 0,14-21 2 0 0,-19 37-2 0 0,-3 4 12 0 0,-2-1 0 0 0,35-72 0 0 0,-49 75 161 0 0,3 2 0 0 0,3 1 0 0 0,59-77 0 0 0,-80 115-181 0 0,-1 0 0 0 0,15-30 0 0 0,-2 3 58 0 0,51-71 50 0 0,20-35-148 0 0,-89 141 61 0 0,0 0 0 0 0,10-11-1 0 0,2-3-14 0 0,6-7-5 0 0,-16 21 0 0 0,0-1 0 0 0,10-18 0 0 0,-9 12 0 0 0,-6 12 0 0 0,0 0 0 0 0,-1 0 0 0 0,0 0 0 0 0,0 0 0 0 0,0-1 0 0 0,0 1 0 0 0,-1-1 0 0 0,1 1 0 0 0,-1-1 0 0 0,1-7 0 0 0,-3 11 0 0 0,1 1 0 0 0,0 0 0 0 0,0-1 0 0 0,0 1 0 0 0,-1 0 0 0 0,1-1 0 0 0,0 1 0 0 0,0 0 0 0 0,-1-1 0 0 0,1 1 0 0 0,0 0 0 0 0,-1 0 0 0 0,1 0 0 0 0,0-1 0 0 0,-1 1 0 0 0,1 0 0 0 0,0 0 0 0 0,-1 0 0 0 0,1 0 0 0 0,0-1 0 0 0,-1 1 0 0 0,1 0 0 0 0,-1 0 0 0 0,1 0 0 0 0,0 0 0 0 0,-1 0 0 0 0,1 0 0 0 0,-1 0 0 0 0,1 0 0 0 0,0 0 0 0 0,-1 1 0 0 0,1-1 0 0 0,0 0 0 0 0,-1 0 0 0 0,1 0 0 0 0,-1 0 0 0 0,1 0 0 0 0,0 1 0 0 0,-1-1 0 0 0,0 0 0 0 0,1 1 0 0 0,-1-1 0 0 0,0 0 0 0 0,0 0 0 0 0,0 1 0 0 0,1-1 0 0 0,-1 0 0 0 0,0 1 0 0 0,0-1 0 0 0,1 1 0 0 0,-1-1 0 0 0,0 1 0 0 0,1-1 0 0 0,-1 1 0 0 0,1 0 0 0 0,-1-1 0 0 0,1 1 0 0 0,-1 0 0 0 0,1-1 0 0 0,-1 1 0 0 0,0 1 0 0 0,2-2-21 0 0,-1 0-1 0 0,1 0 1 0 0,-1 1 0 0 0,1-1-1 0 0,-1 0 1 0 0,1 0 0 0 0,-1 0-1 0 0,1 0 1 0 0,-1 0 0 0 0,1 0-1 0 0,-1-1 1 0 0,1 1 0 0 0,-1 0-1 0 0,1 0 1 0 0,-1 0 0 0 0,1 0-1 0 0,-1 0 1 0 0,0-1 0 0 0,1 1-1 0 0,-1 0 1 0 0,1 0 0 0 0,-1-1-1 0 0,1 0 1 0 0,13-6-3001 0 0,-6 2-3612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32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153 116 2759 0 0,'-9'4'749'0'0,"-1"0"-1"0"0,-14 3 0 0 0,-11 4 1711 0 0,25-7-1360 0 0,1 0 0 0 0,0 1 0 0 0,0 0 0 0 0,0 1 0 0 0,1 0-1 0 0,-13 11 1 0 0,35-30 3206 0 0,32-25-3230 0 0,20-13-216 0 0,-44 32-701 0 0,1 2 0 0 0,0 0 0 0 0,28-13 0 0 0,-48 29-138 0 0,-1 0 0 0 0,1 1 1 0 0,0-1-1 0 0,-1 1 0 0 0,1-1 0 0 0,0 1 1 0 0,-1 0-1 0 0,1 0 0 0 0,0 1 0 0 0,0-1 0 0 0,-1 0 1 0 0,1 1-1 0 0,-1 0 0 0 0,1-1 0 0 0,0 1 1 0 0,-1 0-1 0 0,1 0 0 0 0,-1 1 0 0 0,0-1 1 0 0,1 0-1 0 0,2 3 0 0 0,-5-3-20 0 0,1 0 0 0 0,0 0 0 0 0,0 1 0 0 0,-1-1 0 0 0,1 0 0 0 0,-1 0 0 0 0,1 1 0 0 0,-1-1 0 0 0,0 0 0 0 0,0 1 0 0 0,1-1 0 0 0,-1 0-1 0 0,0 1 1 0 0,0-1 0 0 0,0 0 0 0 0,0 1 0 0 0,0-1 0 0 0,-1 0 0 0 0,1 1 0 0 0,0-1 0 0 0,-1 0 0 0 0,0 2 0 0 0,-14 35-74 0 0,6-20 61 0 0,-2 18 38 0 0,2 0-1 0 0,-10 69 0 0 0,13-73 48 0 0,-11 34 0 0 0,8-37 39 0 0,-6 46 1 0 0,15-60-187 0 0,0-14 87 0 0,0-1 0 0 0,1 0 0 0 0,-1 1 0 0 0,0-1 0 0 0,0 0 0 0 0,0 1 0 0 0,1-1 0 0 0,-1 0 0 0 0,0 1-1 0 0,0-1 1 0 0,1 0 0 0 0,-1 1 0 0 0,0-1 0 0 0,0 0 0 0 0,1 0 0 0 0,-1 1 0 0 0,0-1 0 0 0,1 0 0 0 0,-1 0 0 0 0,1 1 0 0 0,1-1-197 0 0,0 0 0 0 0,0 0 0 0 0,1 0 0 0 0,-1 0 0 0 0,0 0-1 0 0,0-1 1 0 0,0 1 0 0 0,0-1 0 0 0,3 0 0 0 0,-5 1 172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39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16 455 0 0,'1'-5'836'0'0,"0"-5"3605"0"0,-1 9-4379 0 0,-6 5-20 0 0,0-1 311 0 0,0 1-1 0 0,1 0 1 0 0,-1-1 0 0 0,1 2-1 0 0,0-1 1 0 0,-6 7 0 0 0,-2 5-1566 0 0,-17 16 0 0 0,29-30 781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0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1 3223 0 0,'-1'-1'158'0'0,"0"1"0"0"0,1 0 0 0 0,-1 0 0 0 0,0 0 0 0 0,0 0 0 0 0,0 1 0 0 0,0-1 0 0 0,0 0 0 0 0,0 0 0 0 0,1 0 0 0 0,-1 1 0 0 0,0-1 0 0 0,0 0-1 0 0,0 1 1 0 0,1-1 0 0 0,-1 1 0 0 0,0-1 0 0 0,0 1 0 0 0,0 0 0 0 0,-70 85 40 0 0,32-36-275 0 0,28-37 59 0 0,7-9-17 0 0,-1 1 0 0 0,1 0 0 0 0,0 1 0 0 0,1-1 0 0 0,-1 1 0 0 0,-4 9-1 0 0,8-15-24 0 0,0 0-1 0 0,0 1 0 0 0,0-1 0 0 0,0 0 0 0 0,0 0 0 0 0,0 0 0 0 0,0 1 0 0 0,0-1 0 0 0,0 0 1 0 0,0 0-1 0 0,0 0 0 0 0,0 0 0 0 0,0 1 0 0 0,0-1 0 0 0,0 0 0 0 0,0 0 0 0 0,0 0 1 0 0,0 1-1 0 0,0-1 0 0 0,0 0 0 0 0,0 0 0 0 0,0 0 0 0 0,0 1 0 0 0,0-1 0 0 0,0 0 0 0 0,0 0 1 0 0,0 0-1 0 0,1 0 0 0 0,-1 1 0 0 0,0-1 0 0 0,0 0 0 0 0,0 0 0 0 0,0 0 0 0 0,0 0 1 0 0,1 0-1 0 0,-1 1 0 0 0,0-1 0 0 0,0 0 0 0 0,0 0 0 0 0,0 0 0 0 0,1 0 0 0 0,8 0-1506 0 0,-2-2 1531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0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420 1 1375 0 0,'-11'16'6108'0'0,"-48"50"-5700"0"0,-130 120-160 0 0,145-144-92 0 0,23-22 43 0 0,1 2-1 0 0,1 0 1 0 0,1 1-1 0 0,-16 27 0 0 0,29-38-1156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1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274 1 4143 0 0,'-13'7'794'0'0,"-1"1"0"0"0,-22 19 0 0 0,5 0 1152 0 0,2 0 1 0 0,-46 57 0 0 0,1 1-1355 0 0,72-82-1667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1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0 3679 0 0,'-8'7'527'0'0,"0"1"-1"0"0,0 0 1 0 0,1 0-1 0 0,0 0 1 0 0,1 1-1 0 0,-1 0 1 0 0,-4 11-1 0 0,1 1 267 0 0,10-21-835 0 0,0 1 0 0 0,0-1 0 0 0,0 1 1 0 0,-1-1-1 0 0,1 0 0 0 0,0 1 0 0 0,0-1 0 0 0,0 1 0 0 0,0-1 1 0 0,0 1-1 0 0,0-1 0 0 0,0 1 0 0 0,0-1 0 0 0,0 0 0 0 0,0 1 1 0 0,1-1-1 0 0,-1 1 0 0 0,0-1 0 0 0,0 1 0 0 0,0-1 0 0 0,0 0 1 0 0,1 1-1 0 0,-1-1 0 0 0,0 0 0 0 0,0 1 0 0 0,1-1 0 0 0,-1 0 1 0 0,0 1-1 0 0,1-1 0 0 0,-1 0 0 0 0,0 1 0 0 0,1-1 0 0 0,-1 0 1 0 0,0 0-1 0 0,1 1 0 0 0,-1-1 0 0 0,1 0 0 0 0,-1 0 0 0 0,0 0 1 0 0,1 0-1 0 0,-1 0 0 0 0,1 1 0 0 0,-1-1 0 0 0,1 0 0 0 0,-1 0 1 0 0,1 0-1 0 0,-1 0 0 0 0,1-1 0 0 0,1 1-185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3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5 455 0 0,'0'0'16'0'0,"0"0"-1"0"0,0-1 0 0 0,0 1 0 0 0,0 0 0 0 0,0 0 0 0 0,0 0 0 0 0,0 0 1 0 0,0-1-1 0 0,0 1 0 0 0,0 0 0 0 0,-1 0 0 0 0,1 0 0 0 0,0-1 0 0 0,0 1 0 0 0,0 0 1 0 0,0 0-1 0 0,0 0 0 0 0,0 0 0 0 0,0 0 0 0 0,-1-1 0 0 0,1 1 0 0 0,0 0 1 0 0,0 0-1 0 0,0 0 0 0 0,0 0 0 0 0,0 0 0 0 0,-1 0 0 0 0,1 0 0 0 0,0 0 0 0 0,0-1 1 0 0,0 1-1 0 0,0 0 0 0 0,-1 0 0 0 0,1 0 0 0 0,0 0 0 0 0,0 0 0 0 0,0 0 0 0 0,-1 0 1 0 0,1 0-1 0 0,0 0 0 0 0,0 0 0 0 0,0 0 0 0 0,-1 0 0 0 0,1 0 0 0 0,0 0 1 0 0,0 1-1 0 0,0-1 0 0 0,0 0 0 0 0,-1 0 0 0 0,1 0 0 0 0,0 0 0 0 0,0 0 0 0 0,0 0 1 0 0,0 0-1 0 0,-1 0 0 0 0,1 1 0 0 0,0-1 0 0 0,0 0 0 0 0,0 0 0 0 0,0 0 0 0 0,0 0 1 0 0,0 1-1 0 0,0-1 0 0 0,-1 0 0 0 0,1 0 0 0 0,-22 24-810 0 0,22-24 800 0 0,0 0 0 0 0,0 0 0 0 0,0 0 0 0 0,0 1 0 0 0,-1-1 0 0 0,1 0-1 0 0,0 0 1 0 0,0 0 0 0 0,-1 0 0 0 0,1 0 0 0 0,0 0 0 0 0,0 0-1 0 0,-1 0 1 0 0,1 0 0 0 0,0 0 0 0 0,0 0 0 0 0,0 0 0 0 0,-1 0 0 0 0,1 0-1 0 0,0 0 1 0 0,0 0 0 0 0,-1 0 0 0 0,1 0 0 0 0,0 0 0 0 0,0 0-1 0 0,-1 0 1 0 0,1 0 0 0 0,0 0 0 0 0,0 0 0 0 0,0 0 0 0 0,-1-1 0 0 0,1 1-1 0 0,0 0 1 0 0,0 0 0 0 0,0 0 0 0 0,-1 0 0 0 0,1-1 0 0 0,0 1-1 0 0,0 0 1 0 0,0-1 93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3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525 169 2271 0 0,'0'0'16'0'0,"0"-1"-7"0"0,1 1 0 0 0,-1-1-1 0 0,1 1 1 0 0,-1-1 0 0 0,0 1-1 0 0,0-1 1 0 0,1 0 0 0 0,-1 1-1 0 0,0-1 1 0 0,0 0 0 0 0,0 1-1 0 0,1-1 1 0 0,-1 0 0 0 0,0 1-1 0 0,0-1 1 0 0,0 0 0 0 0,0 1-1 0 0,0-1 1 0 0,-1 0 0 0 0,1 1-1 0 0,0-1 1 0 0,0 0 0 0 0,-1 0-1 0 0,0-6-27 0 0,1 1-1 0 0,0 0 1 0 0,0 0-1 0 0,0-1 1 0 0,0 1-1 0 0,1 0 1 0 0,2-7-1 0 0,0-14-125 0 0,-3 22 113 0 0,1-1 0 0 0,0 0 0 0 0,2-10 0 0 0,-1 10 32 0 0,-2 5-7 0 0,1-1 0 0 0,-1 0 0 0 0,1 1 0 0 0,-1-1 0 0 0,1 0-1 0 0,0 1 1 0 0,-1-1 0 0 0,1 1 0 0 0,0-1 0 0 0,0 1 0 0 0,0-1 0 0 0,0 1-1 0 0,0 0 1 0 0,1 0 0 0 0,-1-1 0 0 0,0 1 0 0 0,1 0 0 0 0,-1 0 0 0 0,4-1 2679 0 0,-9 5-2138 0 0,-25 27 2506 0 0,-25 34 1 0 0,-24 26-1237 0 0,-11-7-1124 0 0,-17 18-327 0 0,-63 68-1002 0 0,147-150-3283 0 0,12-10-151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3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419 0 2303 0 0,'-31'19'868'0'0,"1"0"0"0"0,0 2-1 0 0,-47 44 1 0 0,-26 34 2717 0 0,33-29-1201 0 0,51-52-1916 0 0,1 1 0 0 0,-18 25 0 0 0,34-38-680 0 0,0-3-4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4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0 4607 0 0,'-8'4'80'0'0,"-7"4"396"0"0,1 0 0 0 0,0 1 0 0 0,-14 12 0 0 0,-5 11 2389 0 0,-43 52-1 0 0,46-48-2866 0 0,13-18 54 0 0,-1-2-1 0 0,-36 27 1 0 0,2-2-2462 0 0,40-29-1302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4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528 0 4143 0 0,'-83'48'1800'0'0,"3"4"-1"0"0,-91 76 0 0 0,131-93-2030 0 0,2 1 0 0 0,-66 84 1 0 0,92-107-2972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7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34 112 6911 0 0,'-8'2'609'0'0,"7"-2"-567"0"0,-1 1 0 0 0,1-1 0 0 0,0 1 0 0 0,0-1 0 0 0,-1 0 0 0 0,1 1 0 0 0,0-1 0 0 0,-1 0 0 0 0,1 0 0 0 0,0 0 0 0 0,-1 0 0 0 0,1 0 0 0 0,0-1 0 0 0,-1 1 1 0 0,1 0-1 0 0,0-1 0 0 0,-3 0 0 0 0,5-1 16 0 0,0 1 1 0 0,1-1 0 0 0,-1 0-1 0 0,0 1 1 0 0,0-1-1 0 0,1 1 1 0 0,-1-1 0 0 0,1 1-1 0 0,-1 0 1 0 0,4-2 0 0 0,-2 0 34 0 0,86-66 293 0 0,-74 58-893 0 0,1-2-2684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7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1 237 2759 0 0,'3'-11'615'0'0,"1"1"0"0"0,0 0 0 0 0,1 0-1 0 0,0 0 1 0 0,1 0 0 0 0,0 1 0 0 0,1 0-1 0 0,0 0 1 0 0,11-11 0 0 0,5-3 496 0 0,51-39 1 0 0,-34 32-1840 0 0,-19 17-2979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7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1156 919 0 0,'6'-11'306'0'0,"0"-1"-1"0"0,0 1 0 0 0,14-17 1 0 0,204-207-268 0 0,-169 180-490 0 0,101-118 348 0 0,26-56 104 0 0,102-76 7016 0 0,-244 258-7036 0 0,-20 22-46 0 0,0 1 48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2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32 4143 0 0,'5'-10'1088'0'0,"4"-5"1757"0"0,-9 14-2737 0 0,0 1 1 0 0,0-1-1 0 0,1 1 1 0 0,-1 0-1 0 0,0-1 1 0 0,0 1-1 0 0,1 0 1 0 0,-1-1-1 0 0,0 1 1 0 0,0 0-1 0 0,1-1 1 0 0,-1 1 0 0 0,0 0-1 0 0,1 0 1 0 0,-1-1-1 0 0,1 1 1 0 0,-1 0-1 0 0,0 0 1 0 0,1 0-1 0 0,-1 0 1 0 0,1 0-1 0 0,-1-1 1 0 0,0 1-1 0 0,1 0 1 0 0,-1 0-1 0 0,1 0 1 0 0,0 1-24 0 0,-1-1 1 0 0,1 1-1 0 0,-1-1 1 0 0,1 1-1 0 0,-1-1 0 0 0,0 1 1 0 0,1-1-1 0 0,-1 1 1 0 0,0-1-1 0 0,1 1 0 0 0,-1-1 1 0 0,0 1-1 0 0,0 0 1 0 0,1-1-1 0 0,-1 1 0 0 0,0-1 1 0 0,0 1-1 0 0,0 0 0 0 0,0-1 1 0 0,0 1-1 0 0,0 1 1 0 0,-1 16 462 0 0,1-16-427 0 0,-1 10 71 0 0,-1-1 1 0 0,0 0-1 0 0,-1 0 1 0 0,-1 0-1 0 0,-6 15 1 0 0,-29 50 361 0 0,19-41-272 0 0,-2 0 0 0 0,-1-1 0 0 0,-46 49 0 0 0,66-79-246 0 0,-1-1-1 0 0,1 0 1 0 0,-1 0 0 0 0,0 0-1 0 0,0 0 1 0 0,0 0-1 0 0,0-1 1 0 0,-7 3-1 0 0,10-5-20 0 0,0 1 0 0 0,0-1-1 0 0,0 0 1 0 0,0 0 0 0 0,0 0-1 0 0,-1 0 1 0 0,1 0 0 0 0,0 0 0 0 0,0 0-1 0 0,0 0 1 0 0,0 0 0 0 0,0 0-1 0 0,0-1 1 0 0,0 1 0 0 0,0 0-1 0 0,0-1 1 0 0,-1 0 0 0 0,0 0-3 0 0,1 0 1 0 0,0 0 0 0 0,0 0-1 0 0,-1 0 1 0 0,1-1 0 0 0,0 1-1 0 0,0 0 1 0 0,0-1 0 0 0,0 1-1 0 0,1-1 1 0 0,-1 1 0 0 0,0-1 0 0 0,1 1-1 0 0,-2-3 1 0 0,-1-9 41 0 0,1 0 0 0 0,0 0 0 0 0,1 1 0 0 0,0-2 0 0 0,1 1 1 0 0,0 0-1 0 0,1 0 0 0 0,0 0 0 0 0,2 1 0 0 0,-1-1 0 0 0,6-14 0 0 0,-6 20-9 0 0,1 1 1 0 0,-1-1-1 0 0,1 1 0 0 0,1 0 0 0 0,-1 1 0 0 0,1-1 1 0 0,0 0-1 0 0,1 1 0 0 0,7-8 0 0 0,-11 11-15 0 0,1 1 0 0 0,0-1 0 0 0,0 0-1 0 0,0 1 1 0 0,0-1 0 0 0,0 1 0 0 0,0 0 0 0 0,0 0-1 0 0,0 0 1 0 0,0 0 0 0 0,1 0 0 0 0,-1 0-1 0 0,0 0 1 0 0,1 1 0 0 0,-1-1 0 0 0,0 1-1 0 0,1 0 1 0 0,-1 0 0 0 0,1 0 0 0 0,-1 0 0 0 0,0 0-1 0 0,1 0 1 0 0,-1 1 0 0 0,1-1 0 0 0,-1 1-1 0 0,0-1 1 0 0,1 1 0 0 0,-1 0 0 0 0,4 2 0 0 0,2 4 116 0 0,0 0 0 0 0,-1 0 0 0 0,0 0 0 0 0,0 1 0 0 0,-1 0 0 0 0,0 0 0 0 0,0 1 1 0 0,8 17-1 0 0,-6-12 34 0 0,0-1-1 0 0,19 24 1 0 0,-19-28-120 0 0,0-2-1 0 0,0 1 1 0 0,1-1-1 0 0,0-1 1 0 0,0 1-1 0 0,1-2 1 0 0,0 1-1 0 0,0-1 1 0 0,0-1-1 0 0,0 0 1 0 0,1 0-1 0 0,11 2 1 0 0,-17-5-218 0 0,-1-1 0 0 0,1 0 0 0 0,-1 0 0 0 0,1 0 1 0 0,-1-1-1 0 0,0 0 0 0 0,1 1 0 0 0,-1-1 1 0 0,0-1-1 0 0,1 1 0 0 0,-1-1 0 0 0,0 0 0 0 0,0 0 1 0 0,0 0-1 0 0,-1 0 0 0 0,1 0 0 0 0,6-6 1 0 0,0-2-1649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2.5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7 919 0 0,'0'0'54'0'0,"-1"0"0"0"0,1 0-1 0 0,0 0 1 0 0,0 0 0 0 0,0 0-1 0 0,-1 0 1 0 0,1 0 0 0 0,0 0-1 0 0,0 0 1 0 0,0 0 0 0 0,0 0-1 0 0,-1 0 1 0 0,1 0-1 0 0,0 0 1 0 0,0 0 0 0 0,0 0-1 0 0,0-1 1 0 0,-1 1 0 0 0,1 0-1 0 0,0 0 1 0 0,0 0 0 0 0,0 0-1 0 0,0 0 1 0 0,0-1 0 0 0,-1 1-1 0 0,1 0 1 0 0,0 0-1 0 0,0 0 1 0 0,0 0 0 0 0,0-1-1 0 0,0 1 1 0 0,0 0 0 0 0,0 0-1 0 0,0 0 1 0 0,0-1 0 0 0,0 1-1 0 0,0 0 1 0 0,0 0 0 0 0,0 0-1 0 0,0-1 1 0 0,0 1-1 0 0,8-1 5814 0 0,-3 1-4440 0 0,10 3-361 0 0,-6-1 2 0 0,0-1-1 0 0,1 0 1 0 0,-1 0-1 0 0,18-1 1 0 0,-24-1-909 0 0,41-4 896 0 0,-40 4-1131 0 0,0 1 0 0 0,1 0 0 0 0,-1 0 0 0 0,1 0 0 0 0,-1 1 0 0 0,0 0 1 0 0,7 1-1 0 0,-6 1-1388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2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54 455 0 0,'0'0'34'0'0,"0"0"-1"0"0,0 0 1 0 0,0 0-1 0 0,0 0 0 0 0,0 1 1 0 0,0-1-1 0 0,-1 0 0 0 0,1 0 1 0 0,0 0-1 0 0,0 0 0 0 0,0 0 1 0 0,0 0-1 0 0,0 0 1 0 0,0 0-1 0 0,0 0 0 0 0,0 0 1 0 0,0 0-1 0 0,0 0 0 0 0,0 0 1 0 0,0 0-1 0 0,0 1 0 0 0,0-1 1 0 0,0 0-1 0 0,0 0 0 0 0,0 0 1 0 0,0 0-1 0 0,0 0 1 0 0,0 0-1 0 0,0 0 0 0 0,0 0 1 0 0,0 0-1 0 0,0 0 0 0 0,0 0 1 0 0,0 1-1 0 0,0-1 0 0 0,0 0 1 0 0,0 0-1 0 0,0 0 0 0 0,0 0 1 0 0,0 0-1 0 0,0 0 1 0 0,0 0-1 0 0,0 0 0 0 0,0 0 1 0 0,0 0-1 0 0,0 0 0 0 0,1 0 1 0 0,-1 0-1 0 0,0 0 0 0 0,0 0 1 0 0,0 1-1 0 0,6 0 1855 0 0,7-2 1633 0 0,9-6 992 0 0,26-11 0 0 0,-35 12-4153 0 0,0 0-1 0 0,0 1 1 0 0,0 1 0 0 0,1 1 0 0 0,0 0-1 0 0,24-3 1 0 0,-37 6-486 0 0,1 1 1 0 0,-1-1-1 0 0,0 0 0 0 0,1 0 0 0 0,-1 1 0 0 0,0-1 1 0 0,1 0-1 0 0,-1 1 0 0 0,0-1 0 0 0,0 1 0 0 0,1 0 1 0 0,-1-1-1 0 0,0 1 0 0 0,0 0 0 0 0,0 0 0 0 0,1 1 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3.9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32 398 919 0 0,'-1'1'279'0'0,"-1"-1"-1"0"0,1 1 0 0 0,0-1 1 0 0,-1 1-1 0 0,1-1 0 0 0,-1 1 0 0 0,1-1 1 0 0,-1 0-1 0 0,1 0 0 0 0,-1 0 0 0 0,1 0 1 0 0,-1 0-1 0 0,-2 0 0 0 0,4 0-138 0 0,-1-1 0 0 0,1 1 1 0 0,-1 0-1 0 0,1-1 0 0 0,-1 1 0 0 0,1 0 0 0 0,-1-1 1 0 0,1 1-1 0 0,-1 0 0 0 0,1-1 0 0 0,0 1 0 0 0,-1-1 1 0 0,1 1-1 0 0,0-1 0 0 0,-1 1 0 0 0,1-1 0 0 0,0 1 0 0 0,-1-1 1 0 0,1 0-1 0 0,0 1 0 0 0,0-1 0 0 0,0 1 0 0 0,0-1 1 0 0,-1 1-1 0 0,1-1 0 0 0,0 0 0 0 0,0 1 0 0 0,0-1 1 0 0,0 0-1 0 0,0 1 0 0 0,1-1 0 0 0,-1 1 0 0 0,0-1 0 0 0,0 1 1 0 0,0-1-1 0 0,1-1 0 0 0,27-103 5067 0 0,6-31-2657 0 0,-29 112-2217 0 0,-2 9-63 0 0,0 0 0 0 0,-1 0 0 0 0,0-1 0 0 0,-1 1-1 0 0,-2-21 1 0 0,0 31-199 0 0,-1 5 44 0 0,-2 10 179 0 0,-2 18 98 0 0,6-12-389 0 0,0 0-1 0 0,1-1 1 0 0,1 1-1 0 0,0-1 0 0 0,6 21 1 0 0,29 73 28 0 0,-1-1-2 0 0,-33-98-8 0 0,-1 1 0 0 0,0-1-1 0 0,-1 1 1 0 0,0 17 0 0 0,-1-23-19 0 0,0 1 0 0 0,-1 0 0 0 0,0-1 1 0 0,0 1-1 0 0,-1 0 0 0 0,1-1 0 0 0,-1 0 0 0 0,0 1 1 0 0,-1-1-1 0 0,-2 5 0 0 0,4-8 2 0 0,0 0 0 0 0,0-1 0 0 0,0 0 0 0 0,0 1 0 0 0,-1-1 1 0 0,1 0-1 0 0,0 1 0 0 0,-1-1 0 0 0,1 0 0 0 0,-1 0 0 0 0,1 0 0 0 0,-1 0 0 0 0,1 0 0 0 0,-1-1 1 0 0,0 1-1 0 0,1 0 0 0 0,-1-1 0 0 0,0 1 0 0 0,1-1 0 0 0,-1 0 0 0 0,0 1 0 0 0,0-1 1 0 0,0 0-1 0 0,1 0 0 0 0,-1 0 0 0 0,0 0 0 0 0,0-1 0 0 0,0 1 0 0 0,1 0 0 0 0,-4-2 0 0 0,2 1-4 0 0,0 0-1 0 0,0-1 1 0 0,0 1-1 0 0,0-1 0 0 0,0 0 1 0 0,1 0-1 0 0,-1 0 0 0 0,0 0 1 0 0,1 0-1 0 0,0 0 0 0 0,-1-1 1 0 0,1 1-1 0 0,0-1 0 0 0,0 0 1 0 0,-2-4-1 0 0,4 7 2 0 0,-4-8-8 0 0,5 6 18 0 0,3 5 54 0 0,-3-2 156 0 0,3 1-80 0 0,1 1-147 0 0,29 16 503 0 0,-31-17-442 0 0,1-1 0 0 0,-1 1 0 0 0,1-1 0 0 0,0 0 0 0 0,-1 0 0 0 0,1-1 0 0 0,0 1-1 0 0,0-1 1 0 0,5 0 0 0 0,11-2 170 0 0,29-9-1 0 0,12-1 127 0 0,-59 12-422 0 0,1 0 0 0 0,-1 0 0 0 0,0-1 1 0 0,0 1-1 0 0,0 1 0 0 0,0-1 0 0 0,0 0 0 0 0,0 0 0 0 0,0 1 0 0 0,0-1 0 0 0,0 1 0 0 0,0 0 0 0 0,0-1 1 0 0,0 1-1 0 0,0 0 0 0 0,-1 0 0 0 0,1 0 0 0 0,0 1 0 0 0,0-1 0 0 0,-1 0 0 0 0,1 1 0 0 0,2 2 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4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 1839 0 0,'-13'3'330'0'0,"10"-2"1227"0"0,10-1 3828 0 0,42-3-2674 0 0,59 3 0 0 0,0 1-1242 0 0,-66-3-1301 0 0,54 0-1148 0 0,-82 4-4467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4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2759 0 0,'16'1'4465'0'0,"26"5"-1"0"0,-27-4-2230 0 0,26 1-1 0 0,-23-3-1872 0 0,26 1 1152 0 0,-16 4-6575 0 0,-16 0-506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5.2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17 5063 0 0,'-11'-10'1000'0'0,"12"5"720"0"0,8 3-21 0 0,17 2 2002 0 0,31 4-1927 0 0,-37-3-1724 0 0,1 2 1 0 0,-1 1 0 0 0,1 0-1 0 0,34 13 1 0 0,-42-11-5518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5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0 3223 0 0,'-1'2'62'0'0,"-11"25"26"0"0,10-5 2853 0 0,2-21-2776 0 0,0 0 1 0 0,0-1-1 0 0,0 1 1 0 0,0 0-1 0 0,0-1 0 0 0,0 1 1 0 0,0 0-1 0 0,1-1 1 0 0,-1 1-1 0 0,0 0 0 0 0,0-1 1 0 0,1 1-1 0 0,-1 0 1 0 0,0-1-1 0 0,1 1 0 0 0,-1 0 1 0 0,1-1-1 0 0,-1 1 1 0 0,1-1-1 0 0,-1 1 0 0 0,1-1 1 0 0,-1 1-1 0 0,1-1 1 0 0,-1 0-1 0 0,1 1 0 0 0,0-1 1 0 0,-1 0-1 0 0,1 1 1 0 0,0-1-1 0 0,-1 0 0 0 0,1 0 1 0 0,0 0-1 0 0,-1 1 1 0 0,1-1-1 0 0,0 0 0 0 0,0 0 1 0 0,-1 0-1 0 0,1 0 1 0 0,1 0-1 0 0,3-1 502 0 0,1 1 1 0 0,-1-1-1 0 0,0 0 0 0 0,7-3 0 0 0,-3 2-344 0 0,89-13 988 0 0,-8 1-460 0 0,-39 4-6019 0 0,-23 6-672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9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5 3679 0 0,'-3'6'169'0'0,"-1"0"-14"0"0,4-6-139 0 0,-1 0 1 0 0,1 0 0 0 0,0 0 0 0 0,-1 0 0 0 0,1 0 0 0 0,0 0-1 0 0,0 0 1 0 0,-1 0 0 0 0,1 0 0 0 0,0-1 0 0 0,0 1-1 0 0,-1 0 1 0 0,1 0 0 0 0,0 0 0 0 0,0 0 0 0 0,0-1 0 0 0,-1 1-1 0 0,1 0 1 0 0,0 0 0 0 0,0 0 0 0 0,0-1 0 0 0,0 1-1 0 0,-1 0 1 0 0,1 0 0 0 0,0-1 0 0 0,0 1 0 0 0,-1-1 69 0 0,1 1 0 0 0,-1-1 0 0 0,0 1 0 0 0,1-1 0 0 0,-1 1-1 0 0,0 0 1 0 0,1-1 0 0 0,-1 1 0 0 0,0 0 0 0 0,0 0 0 0 0,1 0 0 0 0,-1 0 0 0 0,0-1 0 0 0,0 1 0 0 0,0 0 0 0 0,0 1 58 0 0,0-1 1 0 0,0-1-1 0 0,0 1 1 0 0,0 0-1 0 0,1 0 1 0 0,-1 0-1 0 0,0 0 0 0 0,0 0 1 0 0,0-1-1 0 0,1 1 1 0 0,-1 0-1 0 0,0-1 1 0 0,0 1-1 0 0,1-1 1 0 0,-1 1-1 0 0,0-1 0 0 0,1 1 1 0 0,-1-1-1 0 0,0 0 1 0 0,20 0 2508 0 0,60 10-2060 0 0,-48-7-593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9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6447 0 0,'11'5'-391'0'0,"0"0"-1"0"0,-1 0 1 0 0,0 1-1 0 0,13 10 1 0 0,15 9-1494 0 0,-21-16 1799 0 0,0-1 1 0 0,1 0-1 0 0,0-1 0 0 0,0-1 1 0 0,0-1-1 0 0,1-1 1 0 0,0 0-1 0 0,0-1 1 0 0,0-1-1 0 0,21-1 0 0 0,211 1 1110 0 0,-206-4-1024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9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0 116 1839 0 0,'49'-7'405'0'0,"0"2"-1"0"0,71 2 1 0 0,201-4 465 0 0,3-26 358 0 0,-226 19-841 0 0,112-24-1975 0 0,-173 29 933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9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1 139 4607 0 0,'27'-7'200'0'0,"-13"2"48"0"0,1-2-248 0 0,-3 2 0 0 0,-2 2 0 0 0,-2-1 0 0 0,4-1 592 0 0,7-4 72 0 0,10-2 8 0 0,7-5 8 0 0,1-1 64 0 0,-5 4 16 0 0,-6 2 0 0 0,-2 3 0 0 0,-4 1-392 0 0,-3 2-80 0 0,-3 2-8 0 0,-2 1-8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34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4452 1375 0 0,'-1'-1'499'0'0,"-10"-15"6841"0"0,7 21-6715 0 0,-2 5-136 0 0,0 0 0 0 0,0 0 0 0 0,1 1 0 0 0,1 0 0 0 0,0 0 0 0 0,-6 22 0 0 0,9-30-348 0 0,0 1 1 0 0,1 0-1 0 0,-1 0 1 0 0,1 0-1 0 0,-1 0 0 0 0,1 0 1 0 0,0 0-1 0 0,1-1 1 0 0,-1 1-1 0 0,1 0 1 0 0,-1 0-1 0 0,1 0 0 0 0,0 0 1 0 0,3 5-1 0 0,-4-9-118 0 0,1 0 1 0 0,-1 1-1 0 0,0-1 0 0 0,1 0 0 0 0,-1 0 1 0 0,1 0-1 0 0,-1 1 0 0 0,0-1 0 0 0,1 0 0 0 0,-1 0 1 0 0,1 0-1 0 0,-1 0 0 0 0,1 0 0 0 0,-1 0 0 0 0,1 0 1 0 0,-1 0-1 0 0,1 0 0 0 0,-1 0 0 0 0,0 0 1 0 0,1 0-1 0 0,-1 0 0 0 0,1 0 0 0 0,-1 0 0 0 0,1 0 1 0 0,-1 0-1 0 0,1-1 0 0 0,-1 1 0 0 0,0 0 1 0 0,1 0-1 0 0,-1-1 0 0 0,1 1 0 0 0,-1 0 0 0 0,1-1 1 0 0,14-9 298 0 0,-3-1-105 0 0,0 0 0 0 0,-1 0 0 0 0,-1-1 0 0 0,0 0 0 0 0,0-1 0 0 0,10-19 0 0 0,-19 31-194 0 0,0 0 0 0 0,0-1 0 0 0,0 1 0 0 0,0-1 0 0 0,-1 1 0 0 0,1-1 0 0 0,-1 1 0 0 0,1-1-1 0 0,-1 1 1 0 0,0-1 0 0 0,1 0 0 0 0,-1 1 0 0 0,0-1 0 0 0,0 0 0 0 0,0 1 0 0 0,0-1 0 0 0,0 1 0 0 0,0-1 0 0 0,-1 0 0 0 0,1 1 0 0 0,-1-1 0 0 0,1 1 0 0 0,-1-1 0 0 0,1 1 0 0 0,-2-3 0 0 0,1 3 9 0 0,0 0 1 0 0,-1 0-1 0 0,1 0 1 0 0,0 0-1 0 0,-1 0 1 0 0,1 0-1 0 0,-1 1 1 0 0,1-1-1 0 0,-1 0 0 0 0,1 1 1 0 0,-1-1-1 0 0,0 1 1 0 0,1-1-1 0 0,-1 1 1 0 0,1 0-1 0 0,-1 0 1 0 0,0 0-1 0 0,1 0 1 0 0,-1 0-1 0 0,0 0 1 0 0,1 0-1 0 0,-1 0 1 0 0,0 1-1 0 0,1-1 1 0 0,-3 1-1 0 0,3 0 9 0 0,0-1 0 0 0,-1 0 0 0 0,1 0 0 0 0,0 1 0 0 0,0-1 0 0 0,-1 1 0 0 0,1-1 0 0 0,0 1 0 0 0,0 0 0 0 0,0-1 0 0 0,0 1 0 0 0,0 0 0 0 0,0 0 0 0 0,0 0 0 0 0,0 0 0 0 0,0 0 0 0 0,0 0 0 0 0,0 0 0 0 0,0 0 0 0 0,1 0 0 0 0,-1 0 0 0 0,0 0 0 0 0,0 3 0 0 0,1 1 110 0 0,1-1 0 0 0,-1 1 0 0 0,1 0 0 0 0,0 0 0 0 0,1-1 0 0 0,-1 1 0 0 0,1-1 0 0 0,0 1 0 0 0,3 6-1 0 0,-4-10-128 0 0,-2-1 31 0 0,1 0 11 0 0,-5 0-11 0 0,-43 5 90 0 0,46-5-136 0 0,2 0-3 0 0,-1 1 1 0 0,1-1-1 0 0,0 0 0 0 0,-1 0 1 0 0,1 0-1 0 0,-1 0 1 0 0,1 0-1 0 0,-1 0 0 0 0,1-1 1 0 0,0 1-1 0 0,-1 0 1 0 0,1 0-1 0 0,-1 0 0 0 0,1 0 1 0 0,0 0-1 0 0,-1-1 1 0 0,1 1-1 0 0,-1 0 0 0 0,1-1 1 0 0,0 0-2 0 0,0 1 1 0 0,0-1-1 0 0,0 0 0 0 0,1 0 1 0 0,-1 0-1 0 0,0 0 1 0 0,1 1-1 0 0,-1-1 0 0 0,1 0 1 0 0,-1 0-1 0 0,1 0 1 0 0,-1 1-1 0 0,1-1 1 0 0,-1 0-1 0 0,1 1 0 0 0,0-1 1 0 0,0 0-1 0 0,1-1-2 0 0,2-2 9 0 0,0-1 1 0 0,0 0-1 0 0,0 0 1 0 0,5-9 0 0 0,-6 9-10 0 0,1 0 1 0 0,0 0 0 0 0,0 0-1 0 0,0 1 1 0 0,9-8 0 0 0,4-4 9 0 0,81-76 71 0 0,-31 32-47 0 0,140-121 124 0 0,9-7 10 0 0,-90 69-169 0 0,51-52 0 0 0,218-187 114 0 0,-288 266-100 0 0,254-230 174 0 0,-149 135-3 0 0,-161 143-150 0 0,302-253 35 0 0,-311 262-76 0 0,154-131 6 0 0,34-31 68 0 0,-16 15-8 0 0,27-46-60 0 0,-125 112 0 0 0,265-221 0 0 0,-271 238 0 0 0,-83 74 0 0 0,62-62 20 0 0,66-58 24 0 0,-96 97-44 0 0,119-91 0 0 0,-27 41 0 0 0,-91 57 0 0 0,19-14 0 0 0,31-20 0 0 0,-84 59 0 0 0,-19 12 0 0 0,-1 0 0 0 0,0-1 0 0 0,0 1 0 0 0,0-1 0 0 0,0-1 0 0 0,-1 1 0 0 0,0-1 0 0 0,0 1 0 0 0,7-12 0 0 0,-6 7 0 0 0,2 1 0 0 0,-1 0 0 0 0,1 0 0 0 0,1 1 0 0 0,12-11 0 0 0,7-6 0 0 0,20-22 64 0 0,-48 33-76 0 0,0 13-49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35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71 1839 0 0,'0'17'101'0'0,"0"-13"-33"0"0,-2-13 478 0 0,-2-21 3795 0 0,2 19-2310 0 0,1 0-1 0 0,-5-13 0 0 0,6 23-1941 0 0,0 1-1 0 0,0 0 1 0 0,0 0 0 0 0,0-1-1 0 0,0 1 1 0 0,0 0 0 0 0,0 0-1 0 0,0 0 1 0 0,0-1 0 0 0,0 1-1 0 0,-1 0 1 0 0,1 0 0 0 0,0 0-1 0 0,0-1 1 0 0,0 1 0 0 0,0 0-1 0 0,0 0 1 0 0,0 0 0 0 0,-1-1-1 0 0,1 1 1 0 0,0 0-1 0 0,0 0 1 0 0,0 0 0 0 0,0 0-1 0 0,-1 0 1 0 0,1-1 0 0 0,0 1-1 0 0,0 0 1 0 0,0 0 0 0 0,0 0-1 0 0,-1 0 1 0 0,1 0 0 0 0,0 0-1 0 0,0 0 1 0 0,-1 0 0 0 0,1 0-1 0 0,0 0 1 0 0,0 0 0 0 0,0 0-1 0 0,-1 0 1 0 0,1 0 0 0 0,0 0-1 0 0,-1 0 1 0 0,-6 10 1605 0 0,-1 16-789 0 0,8-17-788 0 0,0 0 1 0 0,1 0-1 0 0,0 0 0 0 0,1 0 1 0 0,0-1-1 0 0,0 1 1 0 0,5 11-1 0 0,-3-7 209 0 0,6 27 1 0 0,-7-6 306 0 0,-1 35-1 0 0,-2-67-593 0 0,1 4 42 0 0,0-5-68 0 0,0-1-1 0 0,-1 0 1 0 0,1-1-1 0 0,0 1 1 0 0,0 0-1 0 0,-1 0 1 0 0,1 0-1 0 0,0 0 1 0 0,0-1-1 0 0,-1 1 1 0 0,1 0-1 0 0,0-1 1 0 0,-1 1-1 0 0,1 0 1 0 0,1-2-1 0 0,25-11 70 0 0,-17 10-52 0 0,0-2 0 0 0,-1 1 1 0 0,0-1-1 0 0,0-1 1 0 0,13-10-1 0 0,-21 16-29 0 0,-1-1 0 0 0,0 1-1 0 0,1-1 1 0 0,-1 1 0 0 0,0-1 0 0 0,1 1-1 0 0,-1-1 1 0 0,0 0 0 0 0,0 1-1 0 0,0-1 1 0 0,1 1 0 0 0,-1-1 0 0 0,0 1-1 0 0,0-1 1 0 0,0 0 0 0 0,0 1 0 0 0,0-1-1 0 0,0 1 1 0 0,0-1 0 0 0,0 0-1 0 0,0 1 1 0 0,0-1 0 0 0,-1 1 0 0 0,1-1-1 0 0,0 0 1 0 0,0 1 0 0 0,-1-1-1 0 0,1 1 1 0 0,0-1 0 0 0,-1 1 0 0 0,1-1-1 0 0,0 1 1 0 0,-1-1 0 0 0,1 1 0 0 0,-1-1-1 0 0,1 1 1 0 0,0 0 0 0 0,-1-1-1 0 0,1 1 1 0 0,-1 0 0 0 0,1-1 0 0 0,-1 1-1 0 0,0 0 1 0 0,-2-2 4 0 0,0 0-1 0 0,0 0 1 0 0,0 1-1 0 0,0-1 1 0 0,0 1 0 0 0,-6-2-1 0 0,-5 1-4 0 0,-24-5 0 0 0,36 7 0 0 0,0 0 0 0 0,0 0 0 0 0,0 0 0 0 0,0 0 0 0 0,0 0 0 0 0,0 1 0 0 0,0-1 0 0 0,0 1 0 0 0,0-1 0 0 0,0 1 0 0 0,0 0 0 0 0,0 0 0 0 0,0 0 0 0 0,-3 1 0 0 0,4 0 0 0 0,-1 0 0 0 0,1-1 0 0 0,-1 1 0 0 0,1 0 0 0 0,0 0 0 0 0,0 0 0 0 0,0 0 0 0 0,0 0 0 0 0,0 0 0 0 0,0 0 0 0 0,1 0 0 0 0,-1 0 0 0 0,1 1 0 0 0,-1-1 0 0 0,1 0 0 0 0,0 0 0 0 0,0 1 0 0 0,0-1 0 0 0,0 0 0 0 0,0 4 0 0 0,2 5 0 0 0,0 0 0 0 0,6 18 0 0 0,-7-23 0 0 0,0-1 3 0 0,1-1 1 0 0,-1 0-1 0 0,1 1 0 0 0,0-1 0 0 0,0 0 0 0 0,1 0 1 0 0,-1 0-1 0 0,1 0 0 0 0,3 4 0 0 0,-5-7-2 0 0,0-1 1 0 0,0 1-1 0 0,0 0 0 0 0,0-1 1 0 0,0 1-1 0 0,0 0 0 0 0,0-1 1 0 0,0 1-1 0 0,0-1 0 0 0,0 1 0 0 0,0-1 1 0 0,0 0-1 0 0,0 1 0 0 0,0-1 1 0 0,1 0-1 0 0,1 0 0 0 0,-2 0 0 0 0,1 0-1 0 0,0-1 1 0 0,-1 1 0 0 0,1-1-1 0 0,-1 1 1 0 0,1-1 0 0 0,-1 0-1 0 0,1 1 1 0 0,-1-1-1 0 0,1 0 1 0 0,-1 0 0 0 0,0 0-1 0 0,1 0 1 0 0,-1 0 0 0 0,1-2-1 0 0,2-2 4 0 0,1 0-1 0 0,-2 0 0 0 0,1-1 1 0 0,-1 0-1 0 0,0 1 1 0 0,0-1-1 0 0,0 0 0 0 0,-1 0 1 0 0,0-1-1 0 0,0 1 0 0 0,-1 0 1 0 0,0-1-1 0 0,0 1 1 0 0,0-1-1 0 0,-1 1 0 0 0,0-1 1 0 0,0 1-1 0 0,0-1 1 0 0,-1 1-1 0 0,0-1 0 0 0,-4-11 1 0 0,5 16-3 0 0,-1 1 1 0 0,1 0-1 0 0,-1 0 1 0 0,1 0-1 0 0,-1 0 0 0 0,0 0 1 0 0,1 0-1 0 0,-1 0 1 0 0,0 0-1 0 0,0 0 1 0 0,0 0-1 0 0,0 0 1 0 0,0 0-1 0 0,0 1 0 0 0,0-1 1 0 0,0 0-1 0 0,0 1 1 0 0,0-1-1 0 0,0 1 1 0 0,0-1-1 0 0,0 1 1 0 0,0-1-1 0 0,-3 0 0 0 0,3 2 0 0 0,0-1 0 0 0,0 0-1 0 0,0 0 1 0 0,0 0-1 0 0,0 1 1 0 0,0-1 0 0 0,0 0-1 0 0,0 1 1 0 0,1-1 0 0 0,-1 1-1 0 0,0-1 1 0 0,0 1-1 0 0,0-1 1 0 0,0 1 0 0 0,1 0-1 0 0,-1-1 1 0 0,0 1-1 0 0,1 0 1 0 0,-1 0 0 0 0,0 0-1 0 0,1-1 1 0 0,-1 1-1 0 0,1 0 1 0 0,-1 0 0 0 0,1 0-1 0 0,0 0 1 0 0,-1 0-1 0 0,1 0 1 0 0,0 0 0 0 0,0 1-1 0 0,-1 2 4 0 0,0-1 0 0 0,0 1 0 0 0,1 0 0 0 0,0 0 0 0 0,0 0 0 0 0,0-1 0 0 0,0 1 0 0 0,0 0 0 0 0,1 0 0 0 0,0-1 0 0 0,0 1 0 0 0,0 0 0 0 0,0-1 0 0 0,0 1 0 0 0,1-1 0 0 0,-1 1 0 0 0,1-1 0 0 0,4 5 0 0 0,-6-7 2 0 0,1 0-1 0 0,0-1 0 0 0,0 1 1 0 0,0-1-1 0 0,0 1 1 0 0,-1 0-1 0 0,1-1 1 0 0,0 0-1 0 0,0 1 1 0 0,0-1-1 0 0,0 0 1 0 0,0 1-1 0 0,0-1 0 0 0,0 0 1 0 0,0 0-1 0 0,0 0 1 0 0,0 0-1 0 0,1 0 1 0 0,-1 0-1 0 0,0 0 1 0 0,0 0-1 0 0,0 0 0 0 0,0-1 1 0 0,0 1-1 0 0,0 0 1 0 0,0-1-1 0 0,0 1 1 0 0,0-1-1 0 0,-1 1 1 0 0,1-1-1 0 0,0 1 0 0 0,0-1 1 0 0,0 1-1 0 0,0-1 1 0 0,-1 0-1 0 0,1 0 1 0 0,1-1-1 0 0,0 0 12 0 0,0-1 1 0 0,1 1-1 0 0,-1-1 0 0 0,0 0 0 0 0,-1 1 0 0 0,1-1 0 0 0,0 0 1 0 0,-1-1-1 0 0,0 1 0 0 0,2-4 0 0 0,-3 6-10 0 0,0 1-1 0 0,0-1 1 0 0,0 1-1 0 0,0-1 1 0 0,0 1-1 0 0,0 0 1 0 0,0-1-1 0 0,0 1 1 0 0,0-1-1 0 0,0 1 1 0 0,0-1-1 0 0,0 1 1 0 0,0-1-1 0 0,0 1 1 0 0,0 0-1 0 0,-1-1 1 0 0,1 1-1 0 0,0-1 1 0 0,0 1-1 0 0,-1 0 1 0 0,1-1-1 0 0,0 1 0 0 0,0-1 1 0 0,-1 1-1 0 0,1 0 1 0 0,0 0-1 0 0,-1-1 1 0 0,1 1-1 0 0,-1 0 1 0 0,1-1-1 0 0,-1 1 1 0 0,0 0 10 0 0,0-1 0 0 0,0 1 0 0 0,0 0 0 0 0,0 0 0 0 0,0-1-1 0 0,-1 1 1 0 0,1 0 0 0 0,0 0 0 0 0,0 0 0 0 0,0 0 0 0 0,0 0 0 0 0,-2 1 0 0 0,2-1-48 0 0,-1 1 0 0 0,1-1-1 0 0,0 0 1 0 0,0 1 0 0 0,0-1 0 0 0,-1 1 0 0 0,1 0 0 0 0,0-1 0 0 0,0 1-1 0 0,0 0 1 0 0,-1 0 0 0 0,2 0-20 0 0,-1-1 1 0 0,1 0-1 0 0,0 1 0 0 0,0-1 0 0 0,-1 0 1 0 0,1 1-1 0 0,0-1 0 0 0,0 1 1 0 0,-1-1-1 0 0,1 0 0 0 0,0 1 0 0 0,0-1 1 0 0,0 1-1 0 0,0-1 0 0 0,0 0 0 0 0,0 1 1 0 0,0-1-1 0 0,0 1 0 0 0,0-1 1 0 0,0 1-1 0 0,0-1 0 0 0,0 1 0 0 0,0-1 1 0 0,0 0-1 0 0,0 1 0 0 0,0-1 0 0 0,0 1 1 0 0,0-1-1 0 0,1 0 0 0 0,-1 1 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6.5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7 120 3223 0 0,'-2'-5'530'0'0,"1"0"0"0"0,0 0-1 0 0,0-1 1 0 0,0 1-1 0 0,1 0 1 0 0,-1 0 0 0 0,1-1-1 0 0,0 1 1 0 0,1 0 0 0 0,-1-1-1 0 0,1 1 1 0 0,0 0-1 0 0,1 0 1 0 0,-1 0 0 0 0,1 0-1 0 0,0 0 1 0 0,0 0-1 0 0,4-5 1 0 0,-6 8-454 0 0,1 1 0 0 0,0-1 1 0 0,0 1-1 0 0,0 0 0 0 0,1 0 0 0 0,-1-1 1 0 0,0 1-1 0 0,0 0 0 0 0,1 0 0 0 0,-1 0 1 0 0,0 0-1 0 0,3 0 0 0 0,-4 1-70 0 0,0-1-1 0 0,0 1 0 0 0,0 0 0 0 0,1 0 1 0 0,-1 0-1 0 0,0 0 0 0 0,0 0 0 0 0,0 0 1 0 0,1 0-1 0 0,-1 0 0 0 0,0 0 1 0 0,0 0-1 0 0,1 0 0 0 0,-1 0 0 0 0,0 0 1 0 0,0 1-1 0 0,0-1 0 0 0,1 0 1 0 0,-1 0-1 0 0,0 0 0 0 0,0 0 0 0 0,0 0 1 0 0,1 0-1 0 0,-1 0 0 0 0,0 1 0 0 0,0-1 1 0 0,0 0-1 0 0,0 0 0 0 0,1 0 1 0 0,-1 1-1 0 0,2 12-47 0 0,-8 43 35 0 0,-7 167-118 0 0,15-187-223 0 0,0-1-100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7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48 101 1375 0 0,'0'-8'468'0'0,"-1"0"0"0"0,0 0 0 0 0,0 0 0 0 0,-5-13 0 0 0,5 17-61 0 0,0 0-1 0 0,-1 0 0 0 0,1 0 1 0 0,-1 1-1 0 0,0-1 0 0 0,0 0 1 0 0,-1 1-1 0 0,1-1 0 0 0,-1 1 0 0 0,-4-5 1 0 0,6 8-370 0 0,1-1 0 0 0,0 1 0 0 0,0 0 0 0 0,0 0 0 0 0,-1 0 1 0 0,1 0-1 0 0,0 0 0 0 0,0-1 0 0 0,0 1 0 0 0,-1 0 0 0 0,1 0 0 0 0,0 0 0 0 0,0 0 1 0 0,-1 0-1 0 0,1 0 0 0 0,0 0 0 0 0,0 0 0 0 0,-1 0 0 0 0,1 0 0 0 0,0 0 0 0 0,0 0 1 0 0,0 0-1 0 0,-1 0 0 0 0,1 0 0 0 0,0 0 0 0 0,0 0 0 0 0,-1 0 0 0 0,1 0 1 0 0,0 0-1 0 0,0 1 0 0 0,-1-1 0 0 0,1 0 0 0 0,0 0 0 0 0,0 0 0 0 0,0 0 0 0 0,0 0 1 0 0,-1 1-1 0 0,1-1 0 0 0,0 0 0 0 0,0 0 0 0 0,0 0 0 0 0,0 1 0 0 0,0-1 1 0 0,-1 0-1 0 0,1 0 0 0 0,0 0 0 0 0,0 1 0 0 0,0-1 0 0 0,0 0 0 0 0,0 0 0 0 0,0 1 1 0 0,0-1-1 0 0,0 0 0 0 0,0 1 0 0 0,-2 14 899 0 0,5 41-822 0 0,3-1-1 0 0,16 73 1 0 0,-13-79-2645 0 0,0-3-1331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7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2303 0 0,'1'-1'346'0'0,"0"0"-1"0"0,0 0 0 0 0,1-1 0 0 0,-1 1 1 0 0,0 0-1 0 0,1 0 0 0 0,-1 0 0 0 0,1 0 1 0 0,-1 0-1 0 0,1 1 0 0 0,0-1 0 0 0,-1 0 0 0 0,1 1 1 0 0,0-1-1 0 0,0 1 0 0 0,-1 0 0 0 0,4-1 1 0 0,-3 1-91 0 0,-1 1 0 0 0,1-1 0 0 0,-1 0 0 0 0,0 1 0 0 0,1-1 0 0 0,-1 1 0 0 0,0 0 0 0 0,0-1 0 0 0,1 1 0 0 0,-1 0 0 0 0,0 0 0 0 0,0 0 1 0 0,0 0-1 0 0,0 0 0 0 0,0 0 0 0 0,0 0 0 0 0,1 1 0 0 0,1 3 37 0 0,0 0 0 0 0,0 0 0 0 0,-1-1 0 0 0,0 2 0 0 0,0-1 0 0 0,0 0 0 0 0,-1 0 0 0 0,0 0 0 0 0,1 9 0 0 0,-1 8-319 0 0,-2 0 1 0 0,0 1 0 0 0,-2-1 0 0 0,-9 42 0 0 0,3-21-1165 0 0,2-7-4109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8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21 5527 0 0,'-1'-1'118'0'0,"-1"-1"0"0"0,1 0 0 0 0,0 0 0 0 0,-1 1 0 0 0,0-1 0 0 0,1 1 0 0 0,-1-1 0 0 0,0 1 0 0 0,1 0 0 0 0,-1 0 0 0 0,0 0 1 0 0,-4-2-1 0 0,6 3-44 0 0,-1 0 0 0 0,0 0 0 0 0,1 0 1 0 0,-1 0-1 0 0,0 0 0 0 0,1 0 1 0 0,-1 0-1 0 0,0 0 0 0 0,1 0 0 0 0,-1 0 1 0 0,0 0-1 0 0,1 1 0 0 0,-1-1 1 0 0,0 0-1 0 0,1 0 0 0 0,-1 1 1 0 0,0 0-1 0 0,-1 0 52 0 0,1 0 0 0 0,0 0 0 0 0,0 0 0 0 0,0 0 0 0 0,0 1 0 0 0,0-1 0 0 0,0 0 0 0 0,0 1 0 0 0,0-1 0 0 0,0 2 0 0 0,-4 9 206 0 0,1 0 0 0 0,0 0-1 0 0,1 1 1 0 0,0-1 0 0 0,1 0 0 0 0,1 1 0 0 0,0 13 0 0 0,4 91-104 0 0,-2-103-131 0 0,10 93-935 0 0,-2-48-3402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8.4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3215 0 0,'2'221'296'0'0,"0"-45"-136"0"0,0 131-296 0 0,-1-273 56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8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0 455 0 0,'0'7'0'0'0,"-2"-4"0"0"0,2 1 0 0 0,0-2 0 0 0,2 6 240 0 0,-4 4 8 0 0,-2 12 0 0 0,3 8 0 0 0,-3 6 104 0 0,1 1 32 0 0,1-2 0 0 0,2-1 0 0 0,4 0-320 0 0,-1-1-64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18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0 4143 0 0,'-20'29'368'0'0,"8"-10"-296"0"0,2 1-72 0 0,1-6 0 0 0,4-9 816 0 0,2 0 144 0 0,-4 5 32 0 0,-5 13 8 0 0,-3 11-584 0 0,-6 10-112 0 0,4 3-24 0 0,2 1-8 0 0,5 0-920 0 0,5 3-184 0 0,3 1-40 0 0,4 1-8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4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392 1 455 0 0,'-107'72'1932'0'0,"76"-53"-509"0"0,0 1 0 0 0,2 2 1 0 0,0 0-1 0 0,-27 30 0 0 0,3 0-138 0 0,18-18-3134 0 0,19-16-899 0 0,11-11 364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4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0 919 0 0,'-15'7'80'0'0,"6"-2"-80"0"0,1 0 0 0 0,-1-1 0 0 0,4-3 576 0 0,2 3 96 0 0,-4 1 16 0 0,-3 3 8 0 0,-4 4 112 0 0,-5 2 24 0 0,1 1 8 0 0,2-1 0 0 0,5-4-576 0 0,2-3-112 0 0,6-2-24 0 0,3-3-8 0 0,5-4-120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4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1 5527 0 0,'-59'24'622'0'0,"29"-9"503"0"0,0 2 1 0 0,2 1 0 0 0,-34 27-1 0 0,40-28-2159 0 0,12-9-2440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5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1 3223 0 0,'-6'3'89'0'0,"-4"2"45"0"0,0 1 0 0 0,1 0 0 0 0,-15 12-1 0 0,-24 26 723 0 0,-44 40 2144 0 0,82-73-2474 0 0,-15 14 481 0 0,23-24-914 0 0,0 1-1 0 0,0-1 1 0 0,0 1 0 0 0,0-1-1 0 0,0 0 1 0 0,0 0 0 0 0,0 0-1 0 0,-1 0 1 0 0,1 0 0 0 0,-5 1-1 0 0,6-2-128 0 0,0 0 0 0 0,0 0 1 0 0,0-1-1 0 0,0 1 0 0 0,0 0 0 0 0,1 0 0 0 0,-1 0 0 0 0,0-1 0 0 0,0 1 0 0 0,0 0 0 0 0,0-1 0 0 0,0 1 0 0 0,0-1 0 0 0,1 1 0 0 0,-1-1 0 0 0,0 1 1 0 0,0-1-1 0 0,0 0 0 0 0,-4-4-3402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5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526 0 455 0 0,'-129'111'2794'0'0,"40"-33"-1456"0"0,42-39-975 0 0,-125 103 118 0 0,134-107-586 0 0,26-24-917 0 0,-21 17-1 0 0,28-24 821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5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407 0 1375 0 0,'-19'17'707'0'0,"-32"37"0"0"0,25-26-46 0 0,-44 52 1085 0 0,-15 16 110 0 0,64-75-2090 0 0,-2 0-1 0 0,-29 21 1 0 0,44-36-182 0 0,0 1 1 0 0,0 0-1 0 0,0 0 1 0 0,1 1-1 0 0,-7 8 0 0 0,8-9 416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5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945 0 1375 0 0,'-100'86'1675'0'0,"-43"41"2882"0"0,107-85-5161 0 0,29-32 11 0 0,0-1 0 0 0,-1 0 1 0 0,0 0-1 0 0,-18 14 0 0 0,-93 66 496 0 0,-167 165 0 0 0,96-53 4587 0 0,178-186-5503 0 0,10-11 650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45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389 1 6911 0 0,'-69'53'776'0'0,"2"3"-1"0"0,-98 107 1 0 0,90-82-1359 0 0,63-70-2521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9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19 455 0 0,'0'0'22'0'0,"-1"0"-1"0"0,1 0 0 0 0,0 0 0 0 0,0-1 0 0 0,-1 1 0 0 0,1 0 0 0 0,0 0 0 0 0,0 0 1 0 0,-1 0-1 0 0,1 0 0 0 0,0 0 0 0 0,0-1 0 0 0,0 1 0 0 0,-1 0 0 0 0,1 0 0 0 0,0 0 0 0 0,0-1 1 0 0,0 1-1 0 0,0 0 0 0 0,-1 0 0 0 0,1-1 0 0 0,0 1 0 0 0,0 0 0 0 0,0 0 0 0 0,0-1 1 0 0,0 1-1 0 0,0 0 0 0 0,0 0 0 0 0,0-1 0 0 0,0 1 0 0 0,0 0 0 0 0,0 0 0 0 0,0-1 0 0 0,0 1 1 0 0,0-1-1 0 0,1-9 722 0 0,0 9-551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7:59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6 3223 0 0,'-15'-3'136'0'0,"6"1"40"0"0,2 2-176 0 0,2 0 0 0 0,4 2 0 0 0,-1-1 80 0 0,0 1-16 0 0,-3 3-64 0 0,2 0 96 0 0,1 2-96 0 0,4-2-120 0 0,3 2 24 0 0,0 1 8 0 0,-3 1 88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12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60 3679 0 0,'-15'-16'2736'0'0,"11"11"-2254"0"0,0 0-1 0 0,0 0 1 0 0,0 1 0 0 0,-1 0-1 0 0,1 0 1 0 0,-1 0 0 0 0,0 1-1 0 0,-1-1 1 0 0,-4-2-1 0 0,9 6-434 0 0,0 0 0 0 0,0 0 0 0 0,0 1 1 0 0,0-1-1 0 0,1 0 0 0 0,-1 0 0 0 0,0 0 0 0 0,0 1 0 0 0,1-1 0 0 0,-1 0 0 0 0,0 1 0 0 0,0-1 0 0 0,1 0 0 0 0,-1 1 0 0 0,0-1 0 0 0,1 1 0 0 0,-1-1 0 0 0,1 1 0 0 0,-1 0 0 0 0,0-1 0 0 0,1 1 0 0 0,0 0 0 0 0,-1-1 0 0 0,1 1 1 0 0,-1 0-1 0 0,0 1 0 0 0,-12 25 185 0 0,9-19-143 0 0,-3 6 4 0 0,1 0 0 0 0,0 0 0 0 0,1 1-1 0 0,1-1 1 0 0,0 1 0 0 0,1 0 0 0 0,0 1 0 0 0,2-1-1 0 0,-1 25 1 0 0,2-38-50 0 0,1 0-1 0 0,-1 1 1 0 0,0-1-1 0 0,1 1 0 0 0,-1-1 1 0 0,1 0-1 0 0,0 1 1 0 0,0-1-1 0 0,0 0 1 0 0,0 0-1 0 0,0 0 0 0 0,1 0 1 0 0,-1 0-1 0 0,0 0 1 0 0,1 0-1 0 0,0 0 1 0 0,2 2-1 0 0,-2-2 11 0 0,1 0 0 0 0,1 0 0 0 0,-1-1 1 0 0,0 1-1 0 0,0-1 0 0 0,1 1 0 0 0,-1-1 0 0 0,1 0 0 0 0,-1 0 0 0 0,6 0 1 0 0,6 0 80 0 0,-1 0 1 0 0,1-2-1 0 0,-1 1 1 0 0,23-5 0 0 0,-34 4-118 0 0,0 0 0 0 0,0 1 0 0 0,0-1 0 0 0,0 0 0 0 0,0 0 0 0 0,0 0 0 0 0,-1-1 0 0 0,1 1 0 0 0,0-1 0 0 0,-1 1 0 0 0,1-1 1 0 0,-1 0-1 0 0,0 0 0 0 0,1 0 0 0 0,-1-1 0 0 0,3-3 0 0 0,-2 2 13 0 0,-1 0 1 0 0,0 0-1 0 0,0-1 0 0 0,0 1 0 0 0,0-1 1 0 0,-1 1-1 0 0,1-1 0 0 0,-1 0 1 0 0,1-9-1 0 0,-2 6 2 0 0,0-1-1 0 0,0 1 1 0 0,0 0 0 0 0,-1-1-1 0 0,0 1 1 0 0,-1-1 0 0 0,0 1-1 0 0,0 0 1 0 0,-1 0 0 0 0,0 0-1 0 0,-7-14 1 0 0,7 17-17 0 0,-1 0 1 0 0,0 0-1 0 0,1 1 0 0 0,-2-1 1 0 0,1 1-1 0 0,0 0 1 0 0,-1 0-1 0 0,0 0 0 0 0,0 1 1 0 0,-6-4-1 0 0,10 6-10 0 0,-1 0 1 0 0,0 1-1 0 0,1-1 1 0 0,-1 0-1 0 0,0 1 1 0 0,1 0-1 0 0,-1-1 1 0 0,0 1-1 0 0,1 0 0 0 0,-1 0 1 0 0,0 0-1 0 0,0 0 1 0 0,1 0-1 0 0,-1 0 1 0 0,0 0-1 0 0,0 1 1 0 0,1-1-1 0 0,-1 1 0 0 0,0-1 1 0 0,1 1-1 0 0,-1 0 1 0 0,1-1-1 0 0,-1 1 1 0 0,1 0-1 0 0,-1 0 1 0 0,1 0-1 0 0,0 0 0 0 0,-1 0 1 0 0,1 1-1 0 0,0-1 1 0 0,0 0-1 0 0,0 1 1 0 0,0-1-1 0 0,0 0 1 0 0,0 1-1 0 0,0 0 0 0 0,0-1 1 0 0,-1 4-1 0 0,0 2 8 0 0,-1 0 1 0 0,1 0-1 0 0,0 0 0 0 0,0 0 0 0 0,1 1 0 0 0,0-1 0 0 0,0 13 1 0 0,1 3 54 0 0,4 27 1 0 0,-4-48-59 0 0,1 5 51 0 0,0 0 0 0 0,0 1 0 0 0,1-1 0 0 0,4 11 0 0 0,-6-17-45 0 0,0 0 1 0 0,0 0-1 0 0,1 0 1 0 0,-1 0 0 0 0,1-1-1 0 0,-1 1 1 0 0,1 0-1 0 0,-1 0 1 0 0,1 0 0 0 0,0 0-1 0 0,-1-1 1 0 0,1 1-1 0 0,0 0 1 0 0,-1-1 0 0 0,1 1-1 0 0,0-1 1 0 0,0 1 0 0 0,0 0-1 0 0,0-1 1 0 0,0 0-1 0 0,-1 1 1 0 0,1-1 0 0 0,0 0-1 0 0,0 1 1 0 0,0-1-1 0 0,0 0 1 0 0,0 0 0 0 0,0 0-1 0 0,0 0 1 0 0,0 0-1 0 0,0 0 1 0 0,0 0 0 0 0,0 0-1 0 0,0 0 1 0 0,0 0-1 0 0,0 0 1 0 0,0-1 0 0 0,0 1-1 0 0,0 0 1 0 0,0-1-1 0 0,0 1 1 0 0,0-1 0 0 0,0 0-1 0 0,5-3 30 0 0,-1 0-1 0 0,0 0 1 0 0,0 0-1 0 0,0-1 1 0 0,0 1 0 0 0,-1-1-1 0 0,0-1 1 0 0,5-6-1 0 0,-4 4-24 0 0,0 0-1 0 0,0-1 0 0 0,-1 1 1 0 0,0-1-1 0 0,3-11 0 0 0,-6 16-16 0 0,-1 0 0 0 0,1 0-1 0 0,0 0 1 0 0,-1-1 0 0 0,0 1-1 0 0,0 0 1 0 0,0 0 0 0 0,-1-1 0 0 0,0 1-1 0 0,1 0 1 0 0,-1 0 0 0 0,-1 0-1 0 0,1 0 1 0 0,-4-7 0 0 0,4 9 4 0 0,0 0 1 0 0,0 1 0 0 0,0-1-1 0 0,0 1 1 0 0,0-1-1 0 0,-1 1 1 0 0,1 0 0 0 0,-1 0-1 0 0,1-1 1 0 0,-1 1-1 0 0,1 0 1 0 0,-1 0-1 0 0,1 0 1 0 0,-1 1 0 0 0,0-1-1 0 0,0 0 1 0 0,1 1-1 0 0,-1-1 1 0 0,0 1 0 0 0,0-1-1 0 0,0 1 1 0 0,0 0-1 0 0,0 0 1 0 0,1 0-1 0 0,-1 0 1 0 0,0 0 0 0 0,0 0-1 0 0,0 0 1 0 0,0 1-1 0 0,0-1 1 0 0,0 1-1 0 0,1-1 1 0 0,-1 1 0 0 0,-3 1-1 0 0,1 1 32 0 0,0-1-1 0 0,0 1 0 0 0,1-1 1 0 0,-1 1-1 0 0,0 0 0 0 0,1 0 1 0 0,0 1-1 0 0,0-1 0 0 0,0 1 1 0 0,0 0-1 0 0,0 0 0 0 0,1-1 1 0 0,0 2-1 0 0,-1-1 0 0 0,-1 7 0 0 0,2-7-22 0 0,1 0-1 0 0,-1 0 0 0 0,1 0 0 0 0,0 0 0 0 0,0 1 0 0 0,1-1 1 0 0,-1 0-1 0 0,1 1 0 0 0,0-1 0 0 0,0 0 0 0 0,0 1 0 0 0,1-1 1 0 0,0 0-1 0 0,0 1 0 0 0,0-1 0 0 0,2 7 0 0 0,-1-9-72 0 0,-1 0 0 0 0,1-1 0 0 0,-1 1 0 0 0,1 0-1 0 0,0 0 1 0 0,0-1 0 0 0,0 1 0 0 0,0-1 0 0 0,0 0 0 0 0,0 1-1 0 0,0-1 1 0 0,1 0 0 0 0,-1 0 0 0 0,0-1 0 0 0,1 1 0 0 0,-1 0-1 0 0,1-1 1 0 0,-1 1 0 0 0,0-1 0 0 0,1 0 0 0 0,-1 0 0 0 0,1 0-1 0 0,3 0 1 0 0,7 0-6684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14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75 197 1840 0 0,'-13'-5'17820'0'0,"15"2"-17820"0"0,3-5 0 0 0,0 0 0 0 0,0-1 0 0 0,-1 1 0 0 0,5-15 0 0 0,-8 21 0 0 0,0 0 0 0 0,-1 0 0 0 0,1 0 0 0 0,-1-1 0 0 0,0 1 0 0 0,1 0 0 0 0,-1 0 0 0 0,0 0 0 0 0,0-1 0 0 0,-1 1 0 0 0,1 0 0 0 0,0 0 0 0 0,-1 0 0 0 0,1-1 0 0 0,-1 1 0 0 0,0 0 0 0 0,1 0 0 0 0,-1 0 0 0 0,0 0 0 0 0,-1 0 0 0 0,1 0 0 0 0,0 1 0 0 0,0-1 0 0 0,-1 0 0 0 0,1 0 0 0 0,-1 1 0 0 0,-2-3 0 0 0,2 2 0 0 0,-1 0 0 0 0,0 0 0 0 0,0 0 0 0 0,0 1 0 0 0,-1-1 0 0 0,1 1 0 0 0,0-1 0 0 0,-6 0 0 0 0,8 1 0 0 0,0 1 0 0 0,0 0 0 0 0,0 0 0 0 0,0 0 0 0 0,0 0 0 0 0,0 0 0 0 0,-1 0 0 0 0,1 0 0 0 0,0 1 0 0 0,0-1 0 0 0,0 0 0 0 0,0 1 0 0 0,0-1 0 0 0,0 0 0 0 0,0 1 0 0 0,0 0 0 0 0,0-1 0 0 0,0 1 0 0 0,0-1 0 0 0,1 1 0 0 0,-1 0 0 0 0,0 0 0 0 0,0-1 0 0 0,0 1 0 0 0,1 0 0 0 0,-1 0 0 0 0,1 0 0 0 0,-1 0 0 0 0,0 0 0 0 0,1 0 0 0 0,-1 1 0 0 0,-2 6-232 0 0,1 0 0 0 0,-1-1-1 0 0,1 1 1 0 0,1 0 0 0 0,0 0 0 0 0,0 0-1 0 0,1 13 1 0 0,5 56-4044 0 0,-4-75 4062 0 0,1 20-1240 0 0,5 31-1384 0 0,-6-47 2767 0 0,0 0 0 0 0,1 0-1 0 0,-1 0 1 0 0,2 0 0 0 0,-1-1-1 0 0,5 8 1 0 0,-7-11 88 0 0,1-1-1 0 0,-1 0 1 0 0,1 0 0 0 0,0 0 0 0 0,0 0 0 0 0,0 0-1 0 0,-1 0 1 0 0,1 0 0 0 0,0 0 0 0 0,0-1-1 0 0,0 1 1 0 0,0 0 0 0 0,0 0 0 0 0,1-1-1 0 0,-1 1 1 0 0,0-1 0 0 0,0 1 0 0 0,0-1-1 0 0,0 1 1 0 0,1-1 0 0 0,-1 0 0 0 0,0 0-1 0 0,2 1 1 0 0,-1-2 66 0 0,-1 1 0 0 0,1 0 1 0 0,0-1-1 0 0,-1 0 0 0 0,1 1 0 0 0,0-1 0 0 0,-1 0 0 0 0,1 0 0 0 0,-1 0 0 0 0,0 0 0 0 0,1 0 1 0 0,-1 0-1 0 0,0 0 0 0 0,3-3 0 0 0,2-3-233 0 0,0-1 1 0 0,-1 0 0 0 0,0 0-1 0 0,8-17 1 0 0,-6 8 177 0 0,1-1-1 0 0,-2 1 1 0 0,-1-1 0 0 0,6-29 0 0 0,-10 40 4 0 0,-1 0 0 0 0,1 0 0 0 0,-1 0 0 0 0,0 0 0 0 0,-1 0 0 0 0,1-1 0 0 0,-2 1 0 0 0,1 0 0 0 0,-1 0 0 0 0,0 0 0 0 0,0 1 0 0 0,-1-1 0 0 0,0 0 0 0 0,-7-11 0 0 0,9 16 15 0 0,0 0 0 0 0,-1 0 1 0 0,1 0-1 0 0,-1 0 0 0 0,1 0 0 0 0,-1 1 0 0 0,0-1 0 0 0,0 1 0 0 0,0-1 0 0 0,0 1 0 0 0,0 0 0 0 0,0 0 0 0 0,0 0 1 0 0,0 0-1 0 0,0 0 0 0 0,0 0 0 0 0,-1 0 0 0 0,1 1 0 0 0,0-1 0 0 0,0 1 0 0 0,-1 0 0 0 0,1-1 0 0 0,-1 1 1 0 0,1 0-1 0 0,0 1 0 0 0,-1-1 0 0 0,1 0 0 0 0,0 1 0 0 0,0-1 0 0 0,-1 1 0 0 0,1-1 0 0 0,0 1 0 0 0,0 0 0 0 0,0 0 1 0 0,-1 0-1 0 0,1 1 0 0 0,0-1 0 0 0,1 0 0 0 0,-1 1 0 0 0,0-1 0 0 0,0 1 0 0 0,1 0 0 0 0,-1-1 0 0 0,0 1 1 0 0,1 0-1 0 0,0 0 0 0 0,-2 3 0 0 0,-1 3-128 0 0,0 0 1 0 0,0 1 0 0 0,1-1-1 0 0,0 1 1 0 0,0 0-1 0 0,1 0 1 0 0,1 0-1 0 0,-1 0 1 0 0,1 0 0 0 0,1 17-1 0 0,0-20 33 0 0,0 0-1 0 0,1 0 1 0 0,0-1 0 0 0,0 1-1 0 0,0 0 1 0 0,1-1 0 0 0,-1 1-1 0 0,1-1 1 0 0,1 0 0 0 0,-1 1-1 0 0,1-1 1 0 0,0 0 0 0 0,0 0-1 0 0,0-1 1 0 0,1 1 0 0 0,0-1-1 0 0,0 0 1 0 0,5 5 0 0 0,-7-7 64 0 0,0-1 1 0 0,0 1-1 0 0,0-1 1 0 0,1 0-1 0 0,-1 0 1 0 0,0 0-1 0 0,0 0 1 0 0,1 0-1 0 0,-1 0 1 0 0,1-1-1 0 0,-1 1 1 0 0,1-1-1 0 0,-1 0 1 0 0,1 1-1 0 0,-1-1 1 0 0,1 0-1 0 0,4-1 1 0 0,-4 0 36 0 0,1 0 0 0 0,-1 0 0 0 0,0-1 0 0 0,0 1 0 0 0,0-1 0 0 0,0 1 0 0 0,0-1 0 0 0,0 0 0 0 0,0 0 0 0 0,-1-1 0 0 0,5-3 0 0 0,-1 0 24 0 0,-1-1 0 0 0,0 0 0 0 0,0 0 1 0 0,-1 0-1 0 0,0 0 0 0 0,0-1 0 0 0,-1 1 0 0 0,0-1 0 0 0,4-14 0 0 0,-5 11-335 0 0,-1 0 1 0 0,0 1-1 0 0,0-1 1 0 0,-1 0-1 0 0,-1 0 1 0 0,-3-20 0 0 0,3 25 272 0 0,0 1 1 0 0,0 0 0 0 0,-1-1 0 0 0,0 1 0 0 0,0 0-1 0 0,0 0 1 0 0,-1 0 0 0 0,1 0 0 0 0,-1 0-1 0 0,0 1 1 0 0,-1 0 0 0 0,1-1 0 0 0,-1 1 0 0 0,0 0-1 0 0,-5-4 1 0 0,8 7-25 0 0,-1 0 0 0 0,1 0 0 0 0,-1 0-1 0 0,1 0 1 0 0,-1 0 0 0 0,1 1 0 0 0,-1-1 0 0 0,0 1-1 0 0,1-1 1 0 0,-1 1 0 0 0,0-1 0 0 0,0 1 0 0 0,1 0-1 0 0,-1 0 1 0 0,0 0 0 0 0,1 0 0 0 0,-1 0 0 0 0,0 0-1 0 0,-3 1 1 0 0,3 0 78 0 0,0 0-1 0 0,0 0 0 0 0,0 0 1 0 0,-1 1-1 0 0,1-1 0 0 0,0 0 1 0 0,1 1-1 0 0,-1 0 1 0 0,0-1-1 0 0,0 1 0 0 0,1 0 1 0 0,-3 3-1 0 0,-1 3-162 0 0,0 0-1 0 0,1 1 0 0 0,0-1 1 0 0,0 1-1 0 0,-4 18 1 0 0,4-13 59 0 0,1 0-1 0 0,1 1 1 0 0,-1 17 0 0 0,3-24 148 0 0,0-1 1 0 0,1 1-1 0 0,0 0 0 0 0,0-1 1 0 0,0 0-1 0 0,1 1 1 0 0,5 13-1 0 0,-7-20-83 0 0,1 0 0 0 0,-1 0 1 0 0,0 0-1 0 0,1 0 0 0 0,-1 0 0 0 0,1-1 1 0 0,-1 1-1 0 0,1 0 0 0 0,-1 0 0 0 0,1 0 0 0 0,0-1 1 0 0,-1 1-1 0 0,1 0 0 0 0,0-1 0 0 0,-1 1 1 0 0,1-1-1 0 0,0 1 0 0 0,0-1 0 0 0,0 1 1 0 0,0-1-1 0 0,-1 0 0 0 0,3 1 0 0 0,-2-1-12 0 0,0 0 0 0 0,0 0 0 0 0,0 0 0 0 0,0-1 0 0 0,0 1-1 0 0,-1 0 1 0 0,1 0 0 0 0,0-1 0 0 0,0 1 0 0 0,0-1 0 0 0,0 1 0 0 0,-1-1 0 0 0,1 1-1 0 0,0-1 1 0 0,0 0 0 0 0,-1 1 0 0 0,1-1 0 0 0,0-1 0 0 0,2-1 36 0 0,0 0-1 0 0,-1-1 1 0 0,0 1 0 0 0,0-1 0 0 0,0 0-1 0 0,0 0 1 0 0,-1 0 0 0 0,3-7 0 0 0,-3 5 191 0 0,-1 0 1 0 0,0 0-1 0 0,0 1 0 0 0,0-1 1 0 0,0 0-1 0 0,-1 1 1 0 0,-2-10-1 0 0,3 13-91 0 0,-1 1 0 0 0,1-1 0 0 0,-1 0 0 0 0,1 1 0 0 0,-1-1 0 0 0,0 0 0 0 0,1 1 0 0 0,-1-1 0 0 0,0 1 0 0 0,0 0 0 0 0,0-1 0 0 0,0 1 0 0 0,-1 0 0 0 0,1-1 0 0 0,0 1 0 0 0,-1 0 0 0 0,1 0 0 0 0,0 0 0 0 0,-1 0 0 0 0,1 0 0 0 0,-1 1 0 0 0,1-1 0 0 0,-1 0 0 0 0,0 1 0 0 0,1-1 0 0 0,-1 1 0 0 0,0-1 0 0 0,1 1 0 0 0,-4 0 0 0 0,3 0-162 0 0,-1 1 1 0 0,1-1-1 0 0,0 1 0 0 0,0 0 0 0 0,0 0 1 0 0,0 0-1 0 0,0 0 0 0 0,0 0 0 0 0,0 0 1 0 0,0 0-1 0 0,0 1 0 0 0,0-1 0 0 0,1 1 0 0 0,-1-1 1 0 0,1 1-1 0 0,-1 0 0 0 0,1 0 0 0 0,-1-1 1 0 0,1 1-1 0 0,-2 4 0 0 0,0 0-644 0 0,0 0-1 0 0,0 0 1 0 0,0 0-1 0 0,1 1 0 0 0,-3 11 1 0 0,5-16 458 0 0,0-1-1 0 0,0 1 1 0 0,0 0 0 0 0,0 0-1 0 0,0-1 1 0 0,0 1 0 0 0,0 0-1 0 0,1 0 1 0 0,-1-1-1 0 0,1 1 1 0 0,-1 0 0 0 0,1-1-1 0 0,0 1 1 0 0,-1-1 0 0 0,1 1-1 0 0,0-1 1 0 0,0 1 0 0 0,0-1-1 0 0,0 1 1 0 0,1-1 0 0 0,-1 0-1 0 0,0 0 1 0 0,3 2 0 0 0,4 4-100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15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133 137 920 0 0,'-1'9'1768'0'0,"0"-2"-270"0"0,-5-16 2337 0 0,6 7-3296 0 0,-8-12 1581 0 0,-4-12 5743 0 0,6 6-6746 0 0,3 1-1117 0 0,3 12 0 0 0,-1 1 0 0 0,0 0 0 0 0,0 0 0 0 0,-3-7 0 0 0,4 13 0 0 0,0-1 0 0 0,0 1 0 0 0,-1 0 0 0 0,1-1 0 0 0,0 1 0 0 0,0 0 0 0 0,0-1 1 0 0,-1 1-1 0 0,1 0 0 0 0,0-1 0 0 0,0 1 0 0 0,0 0 0 0 0,-1 0 0 0 0,1-1 0 0 0,0 1 0 0 0,-1 0 0 0 0,1 0 0 0 0,0 0 0 0 0,-1-1 0 0 0,1 1 0 0 0,0 0 0 0 0,-1 0 0 0 0,1 0 0 0 0,0 0 0 0 0,-1 0 0 0 0,1 0 0 0 0,0 0 0 0 0,-1-1 0 0 0,1 1 0 0 0,-1 0 0 0 0,1 0 0 0 0,0 0 0 0 0,-1 1 1 0 0,1-1-1 0 0,0 0 0 0 0,-1 0 0 0 0,1 0 0 0 0,0 0 0 0 0,-1 0 0 0 0,1 0 0 0 0,0 0 0 0 0,-1 1 0 0 0,1-1 0 0 0,0 0 0 0 0,-1 0 0 0 0,1 1 0 0 0,0-1 0 0 0,-1 0 0 0 0,1 0 0 0 0,0 1 0 0 0,0-1 0 0 0,0 0 0 0 0,-1 0 0 0 0,1 1 0 0 0,-15 19-19 0 0,14-18 5 0 0,-22 37-815 0 0,17-26-960 0 0,0 1-1 0 0,-8 27 1 0 0,12-33 1085 0 0,0 1 1 0 0,1-1 0 0 0,0 0 0 0 0,0 0 0 0 0,1 1 0 0 0,1 12 0 0 0,0-16 698 0 0,0 0 1 0 0,0 0 0 0 0,0-1 0 0 0,0 1-1 0 0,1 0 1 0 0,0-1 0 0 0,3 6 0 0 0,-4-9 9 0 0,0 1 0 0 0,-1-1 0 0 0,1 1 0 0 0,0-1 0 0 0,0 0 0 0 0,1 1 0 0 0,-1-1 0 0 0,0 0 0 0 0,0 0 0 0 0,1 0 0 0 0,-1 0 0 0 0,0 0 0 0 0,1 0 0 0 0,-1 0 0 0 0,1 0 1 0 0,0-1-1 0 0,-1 1 0 0 0,1 0 0 0 0,-1-1 0 0 0,4 1 0 0 0,-3-1 43 0 0,0 0 0 0 0,1 0-1 0 0,-1-1 1 0 0,0 1 0 0 0,1 0 0 0 0,-1-1 0 0 0,0 0 0 0 0,0 1 0 0 0,0-1-1 0 0,0 0 1 0 0,0 0 0 0 0,0 0 0 0 0,3-3 0 0 0,1 0-28 0 0,0-1 1 0 0,-1 0-1 0 0,0 0 1 0 0,0 0-1 0 0,-1 0 1 0 0,1-1 0 0 0,-1 0-1 0 0,6-12 1 0 0,-6 10-37 0 0,0-1 1 0 0,-1 0 0 0 0,0 0-1 0 0,-1 0 1 0 0,0 0 0 0 0,0 0-1 0 0,-1-1 1 0 0,0 1 0 0 0,-1-1-1 0 0,-1-10 1 0 0,1 14 40 0 0,-1 0-1 0 0,0 1 1 0 0,0-1-1 0 0,-1 1 1 0 0,0-1 0 0 0,0 1-1 0 0,0 0 1 0 0,0 0 0 0 0,-1-1-1 0 0,0 2 1 0 0,0-1-1 0 0,0 0 1 0 0,-1 1 0 0 0,1-1-1 0 0,-1 1 1 0 0,0 0 0 0 0,-1 0-1 0 0,-4-3 1 0 0,7 6 125 0 0,1 0-1 0 0,0 0 1 0 0,0 0 0 0 0,-1 0 0 0 0,1 1-1 0 0,0-1 1 0 0,-1 0 0 0 0,1 1 0 0 0,-1-1-1 0 0,1 1 1 0 0,-1 0 0 0 0,1-1 0 0 0,-1 1-1 0 0,1 0 1 0 0,-1 0 0 0 0,0 0 0 0 0,1 0-1 0 0,-1 0 1 0 0,1 0 0 0 0,-3 1 0 0 0,2 0 125 0 0,1 0 0 0 0,-1 0 0 0 0,0 0 0 0 0,1 0 0 0 0,-1 0 0 0 0,1 0 0 0 0,-1 1 0 0 0,1-1 0 0 0,0 0 0 0 0,-1 1 1 0 0,1-1-1 0 0,0 1 0 0 0,0 0 0 0 0,-1 1 0 0 0,-1 3 354 0 0,0 0 1 0 0,1 1-1 0 0,0-1 0 0 0,-3 11 0 0 0,2 8-1387 0 0,1-11-179 0 0,1 0-1 0 0,1 1 1 0 0,0-1-1 0 0,1 1 0 0 0,1-1 1 0 0,0 0-1 0 0,1 1 1 0 0,0-1-1 0 0,8 18 1 0 0,-11-31 964 0 0,0 0 1 0 0,1 0-1 0 0,-1 0 1 0 0,1 0-1 0 0,-1 0 1 0 0,1 0-1 0 0,0 0 1 0 0,-1 0-1 0 0,1 0 1 0 0,0 0-1 0 0,0 0 1 0 0,0 0-1 0 0,-1-1 1 0 0,1 1-1 0 0,0 0 1 0 0,0-1-1 0 0,0 1 0 0 0,0-1 1 0 0,0 1-1 0 0,1-1 1 0 0,-1 1-1 0 0,0-1 1 0 0,0 0-1 0 0,0 1 1 0 0,0-1-1 0 0,0 0 1 0 0,1 0-1 0 0,-1 0 1 0 0,0 0-1 0 0,0 0 1 0 0,0 0-1 0 0,0 0 1 0 0,1 0-1 0 0,-1 0 1 0 0,0-1-1 0 0,0 1 1 0 0,0 0-1 0 0,0-1 1 0 0,0 1-1 0 0,2-2 1 0 0,1 0 527 0 0,0-1-1 0 0,0 1 1 0 0,-1-1 0 0 0,1 0 0 0 0,-1 0-1 0 0,1 0 1 0 0,-1-1 0 0 0,0 1 0 0 0,2-5-1 0 0,0 0 424 0 0,0 0 0 0 0,6-18 0 0 0,-7 17-1184 0 0,-2 0 1 0 0,1 0-1 0 0,1-16 1 0 0,-3 21-187 0 0,-1-1 0 0 0,0 0 0 0 0,0 0 0 0 0,0 0 0 0 0,0 1 0 0 0,-1-1 0 0 0,0 0 0 0 0,-2-6-1 0 0,2 8 69 0 0,0 1 0 0 0,0 0 0 0 0,-1-1 0 0 0,1 1 0 0 0,0 0 0 0 0,-1-1 0 0 0,0 1 0 0 0,1 0-1 0 0,-1 0 1 0 0,0 0 0 0 0,0 1 0 0 0,0-1 0 0 0,0 0 0 0 0,0 1 0 0 0,-5-3 0 0 0,5 3 445 0 0,-1 0 1 0 0,1 1 0 0 0,0-1 0 0 0,0 1 0 0 0,-1-1 0 0 0,1 1 0 0 0,0 0-1 0 0,-1 0 1 0 0,1 0 0 0 0,0 0 0 0 0,0 0 0 0 0,-1 1 0 0 0,1-1 0 0 0,0 1-1 0 0,0-1 1 0 0,-1 1 0 0 0,1 0 0 0 0,0 0 0 0 0,0 0 0 0 0,0 0 0 0 0,0 0-1 0 0,0 0 1 0 0,0 1 0 0 0,0-1 0 0 0,1 1 0 0 0,-1-1 0 0 0,0 1-1 0 0,-1 2 1 0 0,-1 0 417 0 0,0 1 0 0 0,1-1 0 0 0,-1 1-1 0 0,1 0 1 0 0,0 0 0 0 0,1 0 0 0 0,-1 0 0 0 0,1 1-1 0 0,0-1 1 0 0,-2 9 0 0 0,3-10-769 0 0,1 1 0 0 0,-1-1 1 0 0,1 1-1 0 0,0-1 0 0 0,0 1 0 0 0,0-1 1 0 0,0 1-1 0 0,1-1 0 0 0,2 9 0 0 0,-2-11-16 0 0,0 1-1 0 0,0-1 1 0 0,1 0-1 0 0,-1 0 0 0 0,0 0 1 0 0,1 0-1 0 0,-1 0 1 0 0,1 0-1 0 0,0-1 1 0 0,0 1-1 0 0,-1 0 0 0 0,1-1 1 0 0,0 1-1 0 0,0-1 1 0 0,1 0-1 0 0,-1 0 1 0 0,0 0-1 0 0,0 0 0 0 0,5 2 1 0 0,10 0-1206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6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307 1 920 0 0,'-4'31'20343'0'0,"3"-23"-18040"0"0,-4 17-6209 0 0,1-8 3906 0 0,-1 1 0 0 0,0 0 0 0 0,-2-1 0 0 0,-11 22 0 0 0,-1-5 0 0 0,-30 43 0 0 0,42-68 0 0 0,0 0 0 0 0,-1 0 0 0 0,1-1 0 0 0,-2 0 0 0 0,-14 11 0 0 0,20-16 0 0 0,-1-1 0 0 0,1 0 0 0 0,0 0 0 0 0,-1 0 0 0 0,0 0 0 0 0,1 0 0 0 0,-1-1 0 0 0,0 1 0 0 0,0-1 0 0 0,0 0 0 0 0,0-1 0 0 0,0 1 0 0 0,0-1 0 0 0,0 1 0 0 0,0-1 0 0 0,0 0 0 0 0,0-1 0 0 0,0 1 0 0 0,-6-2 0 0 0,7 1 0 0 0,1 0 0 0 0,0 0 0 0 0,-1 0 0 0 0,1-1 0 0 0,0 1 0 0 0,0 0 0 0 0,-1-1 0 0 0,1 0 0 0 0,0 0 0 0 0,1 1 0 0 0,-1-1 0 0 0,0 0 0 0 0,0-1 0 0 0,1 1 0 0 0,-3-4 0 0 0,2 2 0 0 0,0 0 0 0 0,1-1 0 0 0,-1 1 0 0 0,1-1 0 0 0,0 1 0 0 0,0-1 0 0 0,0 0 0 0 0,0-7 0 0 0,1 6 0 0 0,0 0 0 0 0,1 0 0 0 0,-1 0 0 0 0,1 0 0 0 0,0 0 0 0 0,1 0 0 0 0,-1 0 0 0 0,1 1 0 0 0,0-1 0 0 0,1 0 0 0 0,-1 1 0 0 0,1 0 0 0 0,0-1 0 0 0,5-4 0 0 0,-6 6 4 0 0,2 1 0 0 0,-1 0-1 0 0,0 0 1 0 0,0 1 0 0 0,1-1-1 0 0,0 1 1 0 0,-1 0 0 0 0,1-1-1 0 0,0 2 1 0 0,0-1 0 0 0,0 0-1 0 0,0 1 1 0 0,1 0 0 0 0,6-1-1 0 0,-6 1-60 0 0,0 1 0 0 0,1 0 0 0 0,-1 0 0 0 0,0 1 1 0 0,1 0-1 0 0,-1-1 0 0 0,0 2 0 0 0,0-1 0 0 0,0 1 0 0 0,0 0 0 0 0,8 3 0 0 0,61 37-4342 0 0,13 6-950 0 0,-73-42 5128 0 0,1-1 1 0 0,-1 0-1 0 0,30 4 1 0 0,-28-7-2802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6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 2072 0 0,'20'2'13266'0'0,"-8"-1"-12738"0"0,2-1 3266 0 0,3-1-3794 0 0,0-1 0 0 0,0-3 0 0 0,0 0 0 0 0,2 1 0 0 0,-4-1 0 0 0,2 0-108 0 0,-3 0 216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6.6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57 2992 0 0,'-3'5'1279'0'0,"3"-4"-853"0"0,-1 0 1 0 0,0 0-1 0 0,1 0 1 0 0,-1 1 0 0 0,1-1-1 0 0,-1 0 1 0 0,1 0 0 0 0,0 0-1 0 0,-1 1 1 0 0,1 0 0 0 0,0-1-269 0 0,1-1 1 0 0,-1 1-1 0 0,0-1 1 0 0,0 0-1 0 0,2 2 476 0 0,-2-2-475 0 0,0 0-1 0 0,1 1 1 0 0,-1-1-1 0 0,1 0 1 0 0,-1 1-1 0 0,1-1 1 0 0,-1 0-1 0 0,0 0 1 0 0,1 0-1 0 0,-1 0 1 0 0,1 1-1 0 0,-1-1 1 0 0,1 0-1 0 0,-1 0 1 0 0,1 0-1 0 0,-1 0 1 0 0,1 0-1 0 0,-1 0 1 0 0,1 0-1 0 0,-1 0 1 0 0,1 0-1 0 0,0-1 1 0 0,32-3 4984 0 0,2-5-4128 0 0,30-17-1860 0 0,-58 23 1156 0 0,70-30-475 0 0,-56 27-386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7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29 108 2764 0 0,'-10'5'9554'0'0,"2"7"-4912"0"0,-1 17-1942 0 0,8-18-2700 0 0,1 1 0 0 0,-1 0 0 0 0,2 0 0 0 0,-1-1 0 0 0,2 1 0 0 0,0 0 0 0 0,0-1 0 0 0,1 1 0 0 0,0-1 0 0 0,1 0 0 0 0,0 0 0 0 0,1 0 0 0 0,11 18 0 0 0,-15-28 2 0 0,0 1-1 0 0,0 0 1 0 0,0 0-1 0 0,0-1 1 0 0,1 1 0 0 0,-1 0-1 0 0,1-1 1 0 0,-1 1-1 0 0,1-1 1 0 0,0 0-1 0 0,-1 1 1 0 0,1-1-1 0 0,0 0 1 0 0,0 0 0 0 0,0 0-1 0 0,0-1 1 0 0,0 1-1 0 0,0 0 1 0 0,0-1-1 0 0,0 1 1 0 0,0-1 0 0 0,0 1-1 0 0,0-1 1 0 0,0 0-1 0 0,0 0 1 0 0,1 0-1 0 0,-1 0 1 0 0,0-1-1 0 0,0 1 1 0 0,0-1 0 0 0,0 1-1 0 0,0-1 1 0 0,0 1-1 0 0,0-1 1 0 0,0 0-1 0 0,0 0 1 0 0,2-2 0 0 0,3-1-84 0 0,0-1 0 0 0,0 0 0 0 0,-1-1 1 0 0,0 0-1 0 0,0 0 0 0 0,0 0 0 0 0,-1-1 1 0 0,6-7-1 0 0,-4 4-555 0 0,-1-1 1 0 0,0 0 0 0 0,0 0 0 0 0,-1 0-1 0 0,0-1 1 0 0,-1 1 0 0 0,-1-1-1 0 0,0 0 1 0 0,3-20 0 0 0,-6 25 297 0 0,0 1 1 0 0,0-1-1 0 0,0 0 1 0 0,-1 0-1 0 0,0 1 1 0 0,0-1-1 0 0,0 1 1 0 0,-1-1-1 0 0,0 1 1 0 0,-4-9-1 0 0,3 9 399 0 0,-1 1 1 0 0,1-1-1 0 0,-1 1 0 0 0,0 0 0 0 0,0 0 0 0 0,0 0 1 0 0,-8-5-1 0 0,9 7-14 0 0,-1 0 1 0 0,0 0-1 0 0,0 0 1 0 0,0 0-1 0 0,-1 1 0 0 0,1 0 1 0 0,0 0-1 0 0,-1 0 1 0 0,0 0-1 0 0,1 1 0 0 0,-1 0 1 0 0,0 0-1 0 0,0 0 1 0 0,-7 0-1 0 0,9 1-20 0 0,0 1 0 0 0,-1-1 0 0 0,1 1-1 0 0,0 0 1 0 0,0-1 0 0 0,0 1 0 0 0,-1 1 0 0 0,1-1 0 0 0,0 0 0 0 0,0 1-1 0 0,1-1 1 0 0,-1 1 0 0 0,0 0 0 0 0,0 0 0 0 0,1 0 0 0 0,-1 1-1 0 0,1-1 1 0 0,0 0 0 0 0,0 1 0 0 0,0 0 0 0 0,0-1 0 0 0,-2 4 0 0 0,0 2-12 0 0,0 0 1 0 0,1 1 0 0 0,-1-1-1 0 0,2 1 1 0 0,-1 0 0 0 0,1 0-1 0 0,0 0 1 0 0,1 0 0 0 0,0 0-1 0 0,1 13 1 0 0,0-14-202 0 0,0 0 1 0 0,1 0-1 0 0,0 0 0 0 0,0-1 0 0 0,1 1 1 0 0,0 0-1 0 0,1 0 0 0 0,-1-1 1 0 0,1 1-1 0 0,1-1 0 0 0,-1 0 0 0 0,6 8 1 0 0,3-2-2930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7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2072 0 0,'2'3'1571'0'0,"9"20"6204"0"0,12 32-1 0 0,5 53-7313 0 0,-15-56-454 0 0,-8-37-651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8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3224 0 0,'-3'3'15451'0'0,"18"13"-13227"0"0,26 19-3463 0 0,-16-16 1239 0 0,-12-9 0 0 0,0 0 0 0 0,-1 0 0 0 0,0 1 0 0 0,16 20 0 0 0,-25-27 0 0 0,-1-1 0 0 0,1 1 0 0 0,-1 0 0 0 0,0 0 0 0 0,0 1 0 0 0,0-1 0 0 0,-1 0 0 0 0,1 1 0 0 0,-1-1 0 0 0,0 1 0 0 0,-1-1 0 0 0,1 1 0 0 0,-1 0 0 0 0,0-1 0 0 0,0 1 0 0 0,0 0 0 0 0,0-1 0 0 0,-1 1 0 0 0,0-1 0 0 0,-2 9 0 0 0,0-6 0 0 0,0 0 0 0 0,-1 1 0 0 0,1-1 0 0 0,-1-1 0 0 0,0 1 0 0 0,-8 8 0 0 0,9-11 0 0 0,0 0 0 0 0,-1 0 0 0 0,1-1 0 0 0,-1 1 0 0 0,0-1 0 0 0,0 0 0 0 0,-1 0 0 0 0,1-1 0 0 0,-1 1 0 0 0,-8 3 0 0 0,12-6-16 0 0,-1 0-1 0 0,1 1 1 0 0,-1-1-1 0 0,1 0 1 0 0,-1 0 0 0 0,0 0-1 0 0,1 0 1 0 0,-1-1-1 0 0,1 1 1 0 0,-1 0-1 0 0,1-1 1 0 0,-1 1 0 0 0,1-1-1 0 0,-1 1 1 0 0,1-1-1 0 0,0 0 1 0 0,-1 0-1 0 0,1 1 1 0 0,0-1 0 0 0,-1 0-1 0 0,1 0 1 0 0,0 0-1 0 0,0-1 1 0 0,0 1-1 0 0,0 0 1 0 0,0 0-1 0 0,0 0 1 0 0,0-1 0 0 0,1 1-1 0 0,-1-1 1 0 0,0 1-1 0 0,1 0 1 0 0,-1-3-1 0 0,-5-12-1096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8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5 181 5068 0 0,'-5'-17'10090'0'0,"8"13"-9606"0"0,6-1 16 0 0,1-5 3018 0 0,2-2-3518 0 0,3-2 0 0 0,6-3 0 0 0,1-1 0 0 0,2-4 0 0 0,1-1 0 0 0,1 5 0 0 0,3-3-1835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9.6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76 460 0 0,'-23'-19'20417'0'0,"19"16"-21902"0"0,3 2 1517 0 0,-1 0 1 0 0,1-1-1 0 0,-1 1 1 0 0,1-1-1 0 0,0 1 0 0 0,0-1 1 0 0,0 0-1 0 0,-2-2 1 0 0,3 3-35 0 0,-1 0 0 0 0,1 0 0 0 0,-1 0 0 0 0,0 0 0 0 0,1 0 0 0 0,-1 0 0 0 0,0 0 0 0 0,0 0 0 0 0,0 0 0 0 0,0 0 0 0 0,-2-1 0 0 0,-17 6 2 0 0,19-4-47 0 0,0 1-1 0 0,0 0 1 0 0,0-1 0 0 0,0 1-1 0 0,0 0 1 0 0,1 0-1 0 0,-1-1 1 0 0,0 1 0 0 0,0 0-1 0 0,1 0 1 0 0,-1 0-1 0 0,1 0 1 0 0,-1 0-1 0 0,1 0 1 0 0,-1 0 0 0 0,1 0-1 0 0,-1 0 1 0 0,1 0-1 0 0,0 1 1 0 0,0-1 0 0 0,0 0-1 0 0,-1 0 1 0 0,1 0-1 0 0,0 0 1 0 0,1 2 0 0 0,0 30-2542 0 0,1-24 1606 0 0,0 5-1476 0 0,6 26 0 0 0,-7-37 2379 0 0,0 1-1 0 0,0-1 1 0 0,1 0-1 0 0,-1 0 1 0 0,1 0-1 0 0,-1 0 1 0 0,1 0-1 0 0,0 0 1 0 0,0 0 0 0 0,1-1-1 0 0,-1 1 1 0 0,0-1-1 0 0,5 4 1 0 0,-7-6 84 0 0,1 1 1 0 0,-1-1-1 0 0,1 0 1 0 0,0 1-1 0 0,-1-1 1 0 0,1 0-1 0 0,0 1 1 0 0,-1-1-1 0 0,1 0 1 0 0,0 0-1 0 0,-1 0 1 0 0,1 1-1 0 0,0-1 0 0 0,-1 0 1 0 0,1 0-1 0 0,0 0 1 0 0,-1 0-1 0 0,1 0 1 0 0,0 0-1 0 0,0-1 1 0 0,-1 1-1 0 0,1 0 1 0 0,0 0-1 0 0,-1 0 1 0 0,2-1-1 0 0,-1 0 1 0 0,0 0 0 0 0,0 0 0 0 0,0 0 0 0 0,0 0-1 0 0,0 0 1 0 0,0 0 0 0 0,0 0 0 0 0,-1 0 0 0 0,1-1 0 0 0,0 1-1 0 0,-1 0 1 0 0,1-2 0 0 0,1-3 3 0 0,0 0 1 0 0,-1 0-1 0 0,0 1 1 0 0,0-1-1 0 0,0-7 1 0 0,-1 7-3 0 0,0-1 1 0 0,-1 0-1 0 0,1 1 0 0 0,-1-1 1 0 0,0 1-1 0 0,-1 0 1 0 0,1-1-1 0 0,-2 1 1 0 0,1 0-1 0 0,0 0 1 0 0,-1 0-1 0 0,0 0 1 0 0,-1 0-1 0 0,1 1 0 0 0,-1 0 1 0 0,0-1-1 0 0,0 1 1 0 0,-1 1-1 0 0,1-1 1 0 0,-1 1-1 0 0,-6-5 1 0 0,11 8 4 0 0,-1 1-1 0 0,1-1 1 0 0,-1 1 0 0 0,0-1 0 0 0,1 1 0 0 0,-1-1 0 0 0,0 1 0 0 0,1 0 0 0 0,-1-1 0 0 0,0 1 0 0 0,0 0 0 0 0,1-1 0 0 0,-1 1 0 0 0,0 0 0 0 0,0 0 0 0 0,1-1 0 0 0,-1 1-1 0 0,-2 0 1 0 0,3 1 6 0 0,-1 0-1 0 0,1 0 0 0 0,0 0 1 0 0,-1 0-1 0 0,1 0 0 0 0,0 0 0 0 0,0-1 1 0 0,0 1-1 0 0,0 0 0 0 0,-1 0 1 0 0,1 0-1 0 0,0 0 0 0 0,1 0 0 0 0,-1 0 1 0 0,0 0-1 0 0,0 2 0 0 0,2 9 66 0 0,0 0 1 0 0,1 0-1 0 0,0-1 0 0 0,0 1 0 0 0,1-1 0 0 0,1 1 0 0 0,0-1 0 0 0,13 19 1 0 0,-18-29-82 0 0,0 0 1 0 0,0-1-1 0 0,1 1 1 0 0,-1-1-1 0 0,1 1 1 0 0,-1 0-1 0 0,0-1 1 0 0,1 1-1 0 0,-1-1 1 0 0,1 1-1 0 0,-1-1 1 0 0,1 1-1 0 0,-1-1 1 0 0,1 0-1 0 0,0 1 1 0 0,-1-1-1 0 0,1 0 1 0 0,0 1-1 0 0,-1-1 1 0 0,1 0-1 0 0,0 0 1 0 0,-1 1-1 0 0,1-1 1 0 0,0 0-1 0 0,-1 0 1 0 0,1 0-1 0 0,0 0 1 0 0,-1 0-1 0 0,1 0 1 0 0,0 0-1 0 0,0 0 1 0 0,-1 0-1 0 0,1 0 1 0 0,0-1-1 0 0,-1 1 1 0 0,1 0-1 0 0,0 0 1 0 0,-1-1-1 0 0,2 1 1 0 0,0-2 3 0 0,0-1 0 0 0,0 1 1 0 0,0 0-1 0 0,0 0 0 0 0,-1-1 1 0 0,1 1-1 0 0,-1-1 0 0 0,3-4 1 0 0,-3 3 320 0 0,1 0 1 0 0,-1 0-1 0 0,0-1 1 0 0,0 1 0 0 0,0-1-1 0 0,-1 1 1 0 0,0-1-1 0 0,1 1 1 0 0,-2-1 0 0 0,1 1-1 0 0,0-1 1 0 0,-1 1-1 0 0,0-1 1 0 0,0 1-1 0 0,0-1 1 0 0,-1 1 0 0 0,1 0-1 0 0,-1 0 1 0 0,0 0-1 0 0,0 0 1 0 0,-1 0 0 0 0,1 0-1 0 0,-1 0 1 0 0,0 1-1 0 0,0-1 1 0 0,0 1 0 0 0,-4-4-1 0 0,6 7-336 0 0,1-1 0 0 0,-1 1 0 0 0,1 0 0 0 0,-1-1 0 0 0,1 1 0 0 0,0-1 0 0 0,-1 1 0 0 0,1 0 0 0 0,-1 0 0 0 0,0-1 0 0 0,1 1 0 0 0,-1 0 0 0 0,1 0 0 0 0,-1 0 0 0 0,1-1 0 0 0,-1 1 0 0 0,1 0 0 0 0,-1 0 0 0 0,0 0 0 0 0,1 0 0 0 0,-1 0 0 0 0,1 0 0 0 0,-1 0 0 0 0,0 0 0 0 0,1 1 0 0 0,-1-1 0 0 0,0 0 4 0 0,0 1 0 0 0,1 0 0 0 0,-1-1-1 0 0,0 1 1 0 0,1 0 0 0 0,-1-1 0 0 0,1 1 0 0 0,-1 0-1 0 0,1-1 1 0 0,-1 1 0 0 0,1 0 0 0 0,-1 0-1 0 0,1 0 1 0 0,0-1 0 0 0,-1 2 0 0 0,0 3 67 0 0,0-1 1 0 0,0 1 0 0 0,1-1-1 0 0,-1 1 1 0 0,1 6-1 0 0,1-2-593 0 0,0-1 0 0 0,0 0 0 0 0,1 0 0 0 0,0 1 0 0 0,1-1 0 0 0,0 0 0 0 0,3 7 0 0 0,1-7-776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4.6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679 1 944 0 0,'-5'0'15783'0'0,"-9"1"-12851"0"0,2 3-3049 0 0,5-1 235 0 0,-11 2-118 0 0,-32 16 0 0 0,34-13 0 0 0,-27 8 0 0 0,5-6 0 0 0,-100 34 0 0 0,29-5 0 0 0,61-24 0 0 0,-83 40 0 0 0,127-53-8 0 0,0 0 0 0 0,0 1 0 0 0,0-1 0 0 0,0 1 0 0 0,0 0 0 0 0,0 0 0 0 0,1 0 0 0 0,0 0 0 0 0,-1 1 0 0 0,1-1 0 0 0,-3 7 0 0 0,3-3 104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4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569 1 460 0 0,'-34'11'10818'0'0,"-16"11"-7865"0"0,15-6-230 0 0,-70 30 234 0 0,-8 3-3208 0 0,54-25-470 0 0,-19 7-2112 0 0,61-23 545 0 0,0 1 1 0 0,-21 14 0 0 0,35-21 2333 0 0,0 1 1 0 0,1-1-1 0 0,-1 1 0 0 0,1-1 1 0 0,-3 5-1 0 0,1-2-417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5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1 616 0 0,'-59'22'9767'0'0,"-17"7"-1665"0"0,59-21-7711 0 0,0 0 1 0 0,-22 15 0 0 0,-79 67-392 0 0,70-55-700 0 0,41-31 72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5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366 1 228 0 0,'-41'8'7476'0'0,"-69"23"0"0"0,37-5-3098 0 0,1 3-3785 0 0,57-23-1084 0 0,9-4 489 0 0,0 1 0 0 0,0 0-1 0 0,-9 7 1 0 0,13-9 0 0 0,0 1 1 0 0,0-1-1 0 0,1 1 0 0 0,-1-1 1 0 0,0 1-1 0 0,1 0 1 0 0,0-1-1 0 0,-1 1 0 0 0,1 0 1 0 0,0 0-1 0 0,0 0 1 0 0,0 0-1 0 0,0 0 0 0 0,-1 3 1 0 0,4 7 28 0 0,-1-10-57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5.5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359 0 992 0 0,'-11'3'5253'0'0,"-4"3"-3877"0"0,10-4-495 0 0,0 1-1 0 0,0-1 1 0 0,0-1-1 0 0,0 1 1 0 0,-10 1-1 0 0,-1 1 7 0 0,-80 27 4738 0 0,72-22-5739 0 0,0 1-1 0 0,1 2 1 0 0,-42 26-1 0 0,58-32 130 0 0,0 0-1 0 0,0 1 0 0 0,0 0 1 0 0,-6 8-1 0 0,9-10-1564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6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531 0 12 0 0,'-56'15'10383'0'0,"1"3"-4491"0"0,40-12-5330 0 0,1 1 0 0 0,-1 0 0 0 0,1 1 1 0 0,0 0-1 0 0,-14 12 0 0 0,27-19-562 0 0,-5 3 0 0 0,4-4 0 0 0,3-4 0 0 0,-1 4 0 0 0,0 0 0 0 0,0 0 0 0 0,0 0 0 0 0,0 0 0 0 0,0 0 0 0 0,0-1 0 0 0,0 1 0 0 0,0 0 0 0 0,0 0 0 0 0,0 0 0 0 0,0 0 0 0 0,0 0 0 0 0,0 0 0 0 0,0 0 0 0 0,0 0 0 0 0,-1-1 0 0 0,1 1 0 0 0,0 0 0 0 0,0 0 0 0 0,0 0 0 0 0,0 0 0 0 0,0 0 0 0 0,0 0 0 0 0,0 0 0 0 0,0 0 0 0 0,0 0 0 0 0,0 0 0 0 0,0-1 0 0 0,-1 1 0 0 0,1 0 0 0 0,0 0 0 0 0,0 0 0 0 0,0 0 0 0 0,0 0 0 0 0,0 0 0 0 0,0 0 0 0 0,0 0 0 0 0,-1 0 0 0 0,1 0 0 0 0,0 0 0 0 0,0 0 0 0 0,0 0 0 0 0,0 0 0 0 0,0 0 0 0 0,0 0 0 0 0,0 0 0 0 0,0 0 0 0 0,-1 0 0 0 0,1 0 0 0 0,0 0 0 0 0,-3 0 0 0 0,1 0 0 0 0,-1 0 0 0 0,0 0 0 0 0,1 0 0 0 0,-1 1 0 0 0,0-1 0 0 0,1 1 0 0 0,-1-1 0 0 0,0 1 0 0 0,-4 2 0 0 0,-1 1 0 0 0,0 0 0 0 0,-11 8 0 0 0,16-8 0 0 0,12-4 0 0 0,2-3 0 0 0,0-1 0 0 0,20-9 0 0 0,-31 13 0 0 0,27-16 0 0 0,-26 15 0 0 0,1 0 0 0 0,-1 0 0 0 0,0 0 0 0 0,1 0 0 0 0,-1 0 0 0 0,0-1 0 0 0,0 1 0 0 0,0-1 0 0 0,0 1 0 0 0,0 0 0 0 0,-1-1 0 0 0,1 0 0 0 0,0 1 0 0 0,-1-1 0 0 0,2-2 0 0 0,-2 3-6 0 0,-1-1-1 0 0,1 1 0 0 0,0 0 1 0 0,0 0-1 0 0,-1 0 0 0 0,1 0 1 0 0,-1 0-1 0 0,1-1 0 0 0,-1 1 1 0 0,1 0-1 0 0,-1 0 1 0 0,0 0-1 0 0,0 0 0 0 0,1 1 1 0 0,-1-1-1 0 0,0 0 0 0 0,0 0 1 0 0,0 0-1 0 0,0 1 1 0 0,0-1-1 0 0,0 0 0 0 0,0 1 1 0 0,0-1-1 0 0,-2 0 0 0 0,-29-11-1197 0 0,26 10 746 0 0,0 1 1 0 0,0 0 0 0 0,0 0 0 0 0,1 1 0 0 0,-1-1-1 0 0,0 1 1 0 0,0 0 0 0 0,0 1 0 0 0,0 0 0 0 0,0 0-1 0 0,0 0 1 0 0,0 0 0 0 0,1 1 0 0 0,-1 0 0 0 0,1 0-1 0 0,-9 5 1 0 0,10-4 133 0 0,0 0 0 0 0,0 0 0 0 0,0 0 0 0 0,0 1 0 0 0,0-1 0 0 0,1 1 0 0 0,-1 0 0 0 0,-2 5 0 0 0,3-4 412 0 0,0 1-1 0 0,0-1 1 0 0,1 0 0 0 0,-1 1 0 0 0,1 0-1 0 0,1-1 1 0 0,-3 11 0 0 0,3-10-56 0 0,1 0 1 0 0,-1 0-1 0 0,1 1 1 0 0,0-1-1 0 0,1 0 1 0 0,-1 0-1 0 0,1 1 1 0 0,3 7-1 0 0,-4-12-23 0 0,1-1-1 0 0,-1 0 1 0 0,1 1 0 0 0,-1-1 0 0 0,1 0-1 0 0,0 0 1 0 0,0 0 0 0 0,-1 0-1 0 0,1 1 1 0 0,0-1 0 0 0,0 0-1 0 0,0 0 1 0 0,0-1 0 0 0,0 1 0 0 0,0 0-1 0 0,1 0 1 0 0,1 1 0 0 0,-2-2-6 0 0,1 0 0 0 0,-1 1 1 0 0,1-1-1 0 0,0 0 0 0 0,-1 0 0 0 0,1 0 1 0 0,-1 0-1 0 0,1 0 0 0 0,0-1 1 0 0,-1 1-1 0 0,1 0 0 0 0,-1-1 1 0 0,1 1-1 0 0,-1-1 0 0 0,1 0 0 0 0,-1 1 1 0 0,1-1-1 0 0,-1 0 0 0 0,2-1 1 0 0,-1 1 0 0 0,1-1 1 0 0,-1 0-1 0 0,1 1 1 0 0,-1-1 0 0 0,0 0-1 0 0,0 0 1 0 0,0-1 0 0 0,0 1-1 0 0,0 0 1 0 0,0-1-1 0 0,-1 1 1 0 0,1-1 0 0 0,-1 1-1 0 0,0-1 1 0 0,0 0 0 0 0,0 1-1 0 0,0-1 1 0 0,0 0-1 0 0,0 0 1 0 0,-1 0 0 0 0,1 0-1 0 0,-1 0 1 0 0,0 0 0 0 0,0 0-1 0 0,0 0 1 0 0,-1-5-1 0 0,0 4 2 0 0,0 0 0 0 0,0 0 0 0 0,-1 0-1 0 0,1 0 1 0 0,-1 0 0 0 0,0 0 0 0 0,0 1-1 0 0,0-1 1 0 0,-1 0 0 0 0,1 1 0 0 0,-1 0-1 0 0,0 0 1 0 0,0 0 0 0 0,0 0 0 0 0,0 0-1 0 0,-1 0 1 0 0,1 1 0 0 0,-6-3 0 0 0,6 3 22 0 0,1 1 1 0 0,-1 0-1 0 0,0 1 1 0 0,0-1-1 0 0,0 0 1 0 0,0 1 0 0 0,0 0-1 0 0,0 0 1 0 0,0 0-1 0 0,0 0 1 0 0,0 0-1 0 0,0 0 1 0 0,0 1 0 0 0,0-1-1 0 0,0 1 1 0 0,0 0-1 0 0,0 0 1 0 0,1 0-1 0 0,-1 0 1 0 0,0 1 0 0 0,1-1-1 0 0,-1 1 1 0 0,0-1-1 0 0,1 1 1 0 0,-3 3-1 0 0,-2 0 42 0 0,0 2 0 0 0,1-1-1 0 0,-1 1 1 0 0,1 0-1 0 0,1 0 1 0 0,-1 1-1 0 0,-4 9 1 0 0,4-6-136 0 0,1 0 0 0 0,0 0 0 0 0,1 1 0 0 0,1-1 0 0 0,0 1 0 0 0,-3 23 0 0 0,5-18-3459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28.1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1 117 1152 0 0,'1'-7'2889'0'0,"0"-1"0"0"0,0 1 0 0 0,1-1 0 0 0,2-8 0 0 0,4-12 527 0 0,-5-15-2769 0 0,-13 77-647 0 0,8-19 0 0 0,1 0 0 0 0,1-1 0 0 0,0 1 0 0 0,0 0 0 0 0,2-1 0 0 0,3 17 0 0 0,-5-30-1 0 0,0 0 0 0 0,0-1 0 0 0,0 1 0 0 0,0 0 0 0 0,0-1 0 0 0,0 1-1 0 0,0 0 1 0 0,1-1 0 0 0,-1 1 0 0 0,0-1 0 0 0,0 1 0 0 0,1 0 0 0 0,-1-1 0 0 0,0 1 0 0 0,1-1 0 0 0,-1 1-1 0 0,1 0 1 0 0,-1-1 0 0 0,1 0 0 0 0,-1 1 0 0 0,1-1 0 0 0,-1 1 0 0 0,1-1 0 0 0,-1 1 0 0 0,2 0-1 0 0,-1-2-165 0 0,0 1 0 0 0,-1 0-1 0 0,1 0 1 0 0,0 0-1 0 0,0 0 1 0 0,-1 0 0 0 0,1-1-1 0 0,0 1 1 0 0,0 0 0 0 0,-1-1-1 0 0,1 1 1 0 0,0-1-1 0 0,-1 1 1 0 0,1-1 0 0 0,0 1-1 0 0,-1-1 1 0 0,2 0-1 0 0,1-3-1106 0 0,1 0-1 0 0,-1 0 1 0 0,0-1-1 0 0,0 1 0 0 0,3-7 1 0 0,-5 7 1128 0 0,0 1 1 0 0,0 0-1 0 0,0-1 1 0 0,0 1-1 0 0,-1 0 1 0 0,0-1-1 0 0,0 1 1 0 0,0-1-1 0 0,0 1 1 0 0,-1-5-1 0 0,1 7 152 0 0,0 0 0 0 0,0 0 0 0 0,0 0 0 0 0,-1 0 0 0 0,1 1 0 0 0,0-1 0 0 0,0 0 0 0 0,-1 0 0 0 0,1 0 0 0 0,-1 1 0 0 0,1-1 0 0 0,-1 0 0 0 0,1 1-1 0 0,-1-1 1 0 0,1 0 0 0 0,-1 1 0 0 0,1-1 0 0 0,-1 0 0 0 0,0 1 0 0 0,1-1 0 0 0,-1 1 0 0 0,0-1 0 0 0,0 1 0 0 0,1 0 0 0 0,-1-1 0 0 0,0 1 0 0 0,0 0 0 0 0,0 0 0 0 0,0-1 0 0 0,1 1-1 0 0,-1 0 1 0 0,0 0 0 0 0,0 0 0 0 0,0 0 0 0 0,0 0 0 0 0,0 0 0 0 0,0 0 0 0 0,1 0 0 0 0,-1 0 0 0 0,0 1 0 0 0,0-1 0 0 0,0 0 0 0 0,0 0 0 0 0,1 1 0 0 0,-2 0 0 0 0,0 0 47 0 0,0 0 1 0 0,1 0-1 0 0,0 0 1 0 0,-1 0 0 0 0,1 0-1 0 0,0 0 1 0 0,0 1-1 0 0,-1-1 1 0 0,1 0-1 0 0,0 1 1 0 0,0-1 0 0 0,0 1-1 0 0,1-1 1 0 0,-1 1-1 0 0,-1 3 1 0 0,-6 25 468 0 0,8-28-510 0 0,-1 1 0 0 0,1-1 0 0 0,0 1 1 0 0,0-1-1 0 0,0 1 0 0 0,0-1 0 0 0,1 1 0 0 0,-1-1 0 0 0,1 0 0 0 0,-1 1 0 0 0,1-1 1 0 0,0 1-1 0 0,0-1 0 0 0,0 0 0 0 0,0 0 0 0 0,0 0 0 0 0,4 4 0 0 0,11 9-2481 0 0,-3-5-439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0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52 377 688 0 0,'-28'28'14567'0'0,"12"-19"-12098"0"0,16-9-2426 0 0,0 0 0 0 0,-1 0 0 0 0,1 0 0 0 0,0 0 1 0 0,0 0-1 0 0,-1 0 0 0 0,1 0 0 0 0,0 0 1 0 0,0 0-1 0 0,-1 0 0 0 0,1 0 0 0 0,0 0 0 0 0,-1 0 1 0 0,1-1-1 0 0,0 1 0 0 0,0 0 0 0 0,-1 0 1 0 0,1 0-1 0 0,0 0 0 0 0,0 0 0 0 0,0-1 0 0 0,-1 1 1 0 0,1 0-1 0 0,0 0 0 0 0,0 0 0 0 0,0-1 1 0 0,0 1-1 0 0,-1 0 0 0 0,1 0 0 0 0,0-1 1 0 0,0 1-1 0 0,0 0 0 0 0,0 0 0 0 0,0-1 0 0 0,0 1 1 0 0,0 0-1 0 0,0 0 0 0 0,0-1 0 0 0,0 1 1 0 0,0 0-1 0 0,0-1 0 0 0,0 1 0 0 0,0 0 0 0 0,0 0 1 0 0,0-1-1 0 0,0 1 0 0 0,1-17-247 0 0,0 15 313 0 0,2-37 54 0 0,-2 21-1487 0 0,1 1 0 0 0,0-1 0 0 0,1 1 0 0 0,1 0 0 0 0,8-21 1 0 0,-8 28 306 0 0,1-1 1 0 0,8-12 0 0 0,-11 19 1048 0 0,0 1 0 0 0,1 0 0 0 0,-1 0 0 0 0,1 0 0 0 0,0 0 0 0 0,0 0 0 0 0,0 1 0 0 0,0-1 0 0 0,1 1 0 0 0,4-3 0 0 0,-7 5-21 0 0,0 0-1 0 0,0-1 1 0 0,1 1-1 0 0,-1 0 1 0 0,0 0-1 0 0,0 0 1 0 0,1 0 0 0 0,-1 0-1 0 0,0 0 1 0 0,0 0-1 0 0,0 0 1 0 0,1 0-1 0 0,-1 1 1 0 0,0-1 0 0 0,0 0-1 0 0,0 1 1 0 0,0-1-1 0 0,1 1 1 0 0,-1 0-1 0 0,0-1 1 0 0,0 1 0 0 0,0 0-1 0 0,0-1 1 0 0,0 1-1 0 0,-1 0 1 0 0,1 0-1 0 0,1 2 1 0 0,2 1 6 0 0,0 1 0 0 0,0-1 1 0 0,-1 1-1 0 0,4 8 0 0 0,1 4-5 0 0,0 0 0 0 0,-2 0 1 0 0,0 1-1 0 0,-1 0 0 0 0,-1 1 1 0 0,0-1-1 0 0,1 36 0 0 0,-4-17-9 0 0,-2 0 0 0 0,-2 0 0 0 0,-7 37 1 0 0,25-114 2897 0 0,-6 4-3311 0 0,-3 1 1 0 0,5-60 0 0 0,-7 44-1142 0 0,2-100 1387 0 0,-3 26 552 0 0,-3 110 1024 0 0,0 14-1461 0 0,0 8-1062 0 0,-8 161 3235 0 0,8-132-2952 0 0,7 49-1 0 0,-5-70 802 0 0,1 1-1 0 0,1-1 0 0 0,0-1 1 0 0,1 1-1 0 0,12 25 0 0 0,-4-21 1750 0 0,-11-15-1879 0 0,1-1-1 0 0,0 0 0 0 0,0 1 0 0 0,1-1 0 0 0,-1-1 1 0 0,1 1-1 0 0,-1 0 0 0 0,1-1 0 0 0,0 0 0 0 0,5 3 1 0 0,-7-5 151 0 0,0 0 0 0 0,0 0 0 0 0,0 0 0 0 0,0 0 1 0 0,0 0-1 0 0,0-1 0 0 0,0 1 0 0 0,0 0 1 0 0,0-1-1 0 0,-1 0 0 0 0,1 1 0 0 0,0-1 0 0 0,0 0 1 0 0,0 0-1 0 0,-1 0 0 0 0,1 0 0 0 0,0 0 1 0 0,-1-1-1 0 0,1 1 0 0 0,1-2 0 0 0,2-2 53 0 0,0 0 0 0 0,0 0 0 0 0,0 0 0 0 0,5-10 0 0 0,-6 7-2277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0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0 201 1840 0 0,'11'-28'17840'0'0,"-3"21"-17109"0"0,86-71-1550 0 0,-6 6 757 0 0,-71 56 192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0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39 2992 0 0,'-9'-13'14315'0'0,"7"10"-14053"0"0,1 0-1 0 0,-1 1 1 0 0,0-1-1 0 0,1 0 0 0 0,-1 1 1 0 0,0 0-1 0 0,-1-1 1 0 0,-2-1-1 0 0,4 3-261 0 0,1 1 0 0 0,0 0 0 0 0,0 0 0 0 0,-1 0 0 0 0,1 0 0 0 0,0 0 0 0 0,0 0 0 0 0,-1 0 0 0 0,1 0 0 0 0,0 0 0 0 0,-1 0 0 0 0,1 0 0 0 0,0 0 0 0 0,0 1 0 0 0,-1-1 0 0 0,1 0 0 0 0,0 0 0 0 0,0 0 0 0 0,-1 0 0 0 0,1 0 0 0 0,0 0 0 0 0,0 1 0 0 0,0-1 0 0 0,-1 0 0 0 0,1 0 0 0 0,0 0 0 0 0,0 1 0 0 0,0-1 0 0 0,0 0 0 0 0,-1 0 0 0 0,1 0 0 0 0,0 1 0 0 0,0-1 0 0 0,0 0 0 0 0,0 0 0 0 0,0 1 0 0 0,0-1 0 0 0,0 0 0 0 0,-1 1 0 0 0,-2 13 0 0 0,3-11 0 0 0,-7 31 0 0 0,2 1 0 0 0,1 0 0 0 0,2 0 0 0 0,1 0 0 0 0,2-1 0 0 0,10 63 0 0 0,-10-93 1 0 0,0 1 1 0 0,0-1-1 0 0,1 0 0 0 0,-1 0 0 0 0,1 1 0 0 0,0-1 0 0 0,1 0 0 0 0,-1 0 1 0 0,0-1-1 0 0,1 1 0 0 0,5 5 0 0 0,-6-8-19 0 0,-1 1-1 0 0,1 0 0 0 0,1-1 1 0 0,-1 1-1 0 0,0-1 1 0 0,0 0-1 0 0,0 1 1 0 0,1-1-1 0 0,-1 0 0 0 0,1-1 1 0 0,-1 1-1 0 0,1 0 1 0 0,-1-1-1 0 0,1 1 0 0 0,-1-1 1 0 0,1 0-1 0 0,-1 0 1 0 0,1 0-1 0 0,0 0 1 0 0,-1 0-1 0 0,4-1 0 0 0,6-2-835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1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63 1612 0 0,'3'-19'10322'0'0,"5"3"-4453"0"0,-7 13-5592 0 0,1 1 1 0 0,0 0-1 0 0,-1 0 0 0 0,1 0 1 0 0,0 0-1 0 0,0 1 0 0 0,0-1 0 0 0,1 0 1 0 0,-1 1-1 0 0,4-3 0 0 0,-4 4-312 0 0,0-1 0 0 0,-1 0 0 0 0,1 0 0 0 0,0 1 0 0 0,0 0 0 0 0,0-1-1 0 0,0 1 1 0 0,0 0 0 0 0,0 0 0 0 0,0 0 0 0 0,0 0 0 0 0,0 0 0 0 0,-1 0 0 0 0,1 0 0 0 0,0 1 0 0 0,0-1 0 0 0,0 1 0 0 0,0-1-1 0 0,0 1 1 0 0,-1 0 0 0 0,1 0 0 0 0,0 0 0 0 0,-1 0 0 0 0,1 0 0 0 0,0 0 0 0 0,-1 0 0 0 0,1 1 0 0 0,-1-1 0 0 0,0 0 0 0 0,1 1-1 0 0,-1-1 1 0 0,0 1 0 0 0,1 2 0 0 0,1 0 53 0 0,-1 1 0 0 0,0 0 0 0 0,0 0 0 0 0,0 0 0 0 0,0 0 0 0 0,-1 0 0 0 0,0 0 0 0 0,0 0 0 0 0,0 6 0 0 0,0 2-760 0 0,-1 1 1 0 0,-2 17 0 0 0,2-29 644 0 0,0-1 0 0 0,-1 0 0 0 0,1 0 0 0 0,0 1 0 0 0,0-1 0 0 0,0 0 0 0 0,0 0 0 0 0,1 0 0 0 0,-1 1 0 0 0,0-1 0 0 0,0 0 0 0 0,1 0 0 0 0,-1 0 0 0 0,1 1 0 0 0,-1-1 0 0 0,1 0 0 0 0,-1 0 0 0 0,1 0 0 0 0,1 1 0 0 0,-1-1 212 0 0,0 0-1 0 0,0-1 1 0 0,-1 1 0 0 0,1-1 0 0 0,0 0-1 0 0,0 1 1 0 0,0-1 0 0 0,0 0 0 0 0,0 0 0 0 0,0 1-1 0 0,0-1 1 0 0,0 0 0 0 0,0 0 0 0 0,0 0-1 0 0,0 0 1 0 0,0 0 0 0 0,0 0 0 0 0,2-1 0 0 0,1 0 308 0 0,0 0 1 0 0,0-1 0 0 0,1 1 0 0 0,-2-1 0 0 0,6-3 0 0 0,7-5-1905 0 0,1-4-38 0 0,-1 0 0 0 0,14-17 0 0 0,6-14-5317 0 0,-28 32 4030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1.4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18 460 0 0,'-4'-18'10072'0'0,"4"19"-9968"0"0,22 6 7623 0 0,-16-4-7619 0 0,0 0 0 0 0,-1 0 0 0 0,1 0 0 0 0,-1 1 0 0 0,0 0 0 0 0,0 0 1 0 0,0 1-1 0 0,-1-1 0 0 0,1 1 0 0 0,-1 0 0 0 0,5 8 0 0 0,-2-1-108 0 0,-1 1 0 0 0,0-1 0 0 0,-1 1 0 0 0,-1 0 0 0 0,0 0 0 0 0,0 0 0 0 0,-1 1 0 0 0,-1 0 0 0 0,-1-1 0 0 0,1 1 0 0 0,-2 0 0 0 0,0 0 0 0 0,-4 22 0 0 0,-5 28-151 0 0,4-34-606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2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135 31 3684 0 0,'2'-21'12137'0'0,"0"17"-10800"0"0,3-1 178 0 0,-5 5-1485 0 0,1 0 1 0 0,-1 0-1 0 0,1 0 0 0 0,-1 0 0 0 0,0 0 1 0 0,1 0-1 0 0,-1 0 0 0 0,1 0 1 0 0,-1 0-1 0 0,1 1 0 0 0,-1-1 0 0 0,1 0 1 0 0,-1 0-1 0 0,0 0 0 0 0,1 1 1 0 0,-1-1-1 0 0,0 0 0 0 0,1 0 0 0 0,-1 1 1 0 0,1-1-1 0 0,-1 0 0 0 0,0 1 1 0 0,0-1-1 0 0,1 0 0 0 0,-1 1 0 0 0,0-1 1 0 0,0 1-1 0 0,1-1 0 0 0,-1 0 0 0 0,0 1 1 0 0,0 0-1 0 0,7 15-12 0 0,-1 3-18 0 0,-2 1 0 0 0,-1 0 0 0 0,0 0 0 0 0,-2 1 0 0 0,0-1 0 0 0,-1 0 0 0 0,-1 1 0 0 0,-4 21 0 0 0,-3 1 0 0 0,-1-1 0 0 0,-26 71 0 0 0,33-108 0 0 0,-4 11 0 0 0,-12 24 0 0 0,17-36 0 0 0,-1-1 0 0 0,0 0 0 0 0,0 0 0 0 0,0 0 0 0 0,0-1 0 0 0,0 1 0 0 0,-1-1 0 0 0,1 1 0 0 0,-1-1 0 0 0,0 0 0 0 0,0 1 0 0 0,1-2 0 0 0,-1 1 0 0 0,-5 2 0 0 0,7-4-1 0 0,0 1 0 0 0,0-1 0 0 0,-1 0-1 0 0,1 0 1 0 0,0 0 0 0 0,0 0 0 0 0,0-1 0 0 0,0 1-1 0 0,0 0 1 0 0,0 0 0 0 0,0-1 0 0 0,0 1 0 0 0,0-1-1 0 0,0 1 1 0 0,0-1 0 0 0,0 1 0 0 0,0-1 0 0 0,0 1-1 0 0,0-1 1 0 0,1 0 0 0 0,-1 1 0 0 0,0-1-1 0 0,0 0 1 0 0,1 0 0 0 0,-1 0 0 0 0,0 0 0 0 0,1 0-1 0 0,-1 0 1 0 0,1 0 0 0 0,-1-1 0 0 0,-2-3-7 0 0,1 0 1 0 0,-1 0-1 0 0,2-1 1 0 0,-3-7 0 0 0,-1-9-58 0 0,1 1 0 0 0,-1-39 0 0 0,4 55 65 0 0,1-1 0 0 0,0 0-1 0 0,1 1 1 0 0,-1-1 0 0 0,1 0 0 0 0,0 1 0 0 0,1-1-1 0 0,-1 1 1 0 0,1 0 0 0 0,0-1 0 0 0,0 1 0 0 0,1 0-1 0 0,0 0 1 0 0,0 0 0 0 0,6-8 0 0 0,-8 12-11 0 0,0 0 0 0 0,0 1 0 0 0,0-1 0 0 0,0 0 0 0 0,1 1 0 0 0,-1-1 0 0 0,0 1 0 0 0,0-1 0 0 0,0 1 0 0 0,1-1 0 0 0,-1 1 0 0 0,0 0 0 0 0,0 0 0 0 0,1 0 0 0 0,-1-1 0 0 0,0 1 0 0 0,1 1 0 0 0,-1-1 0 0 0,0 0 1 0 0,1 0-1 0 0,-1 0 0 0 0,0 1 0 0 0,0-1 0 0 0,0 0 0 0 0,1 1 0 0 0,0 0 0 0 0,5 2 102 0 0,-1 1 1 0 0,1-1 0 0 0,8 8-1 0 0,-9-6 11 0 0,14 8-469 0 0,-2 0 372 0 0,0-1 0 0 0,31 15 0 0 0,-41-23-474 0 0,0-2 0 0 0,-1 1 0 0 0,17 2 0 0 0,-17-4-416 0 0,0 0 0 0 0,0-1-1 0 0,0 0 1 0 0,0 0 0 0 0,9-2-1 0 0,-1-1-3085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2.3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99 1840 0 0,'15'-20'13084'0'0,"-5"11"-12700"0"0,2-4 3947 0 0,2 1-4310 0 0,1 0-21 0 0,0 2 0 0 0,-1 1 0 0 0,-2 2 0 0 0,-2 2-1288 0 0,-1 4 2576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2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1612 0 0,'-6'11'2546'0'0,"-5"27"10777"0"0,12-38-13271 0 0,-1 1 0 0 0,0-1 0 0 0,0 0 0 0 0,0 1 0 0 0,1-1 0 0 0,-1 0 0 0 0,0 0 0 0 0,0 1 0 0 0,1-1 0 0 0,-1 0 0 0 0,0 0 0 0 0,0 0 0 0 0,1 1 0 0 0,-1-1 0 0 0,0 0 0 0 0,1 0 0 0 0,-1 0 0 0 0,0 0 0 0 0,1 1 0 0 0,-1-1 0 0 0,0 0 0 0 0,1 0 0 0 0,-1 0 0 0 0,1 0 0 0 0,-1 0 0 0 0,0 0 0 0 0,1 0 0 0 0,-1 0 0 0 0,0 0 0 0 0,1 0 0 0 0,-1 0 0 0 0,0-1 0 0 0,1 1 0 0 0,-1 0 0 0 0,0 0 0 0 0,1 0 0 0 0,-1 0 0 0 0,0 0-1 0 0,1-1 1 0 0,-1 1 0 0 0,0 0 0 0 0,0 0 0 0 0,1-1 0 0 0,-1 1 0 0 0,1 0 0 0 0,16-13-429 0 0,-15 12 542 0 0,19-18-234 0 0,-11 6-280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32.7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22 460 0 0,'14'-21'17282'0'0,"-5"48"-16770"0"0,-1 2 0 0 0,-1-1 0 0 0,3 31 0 0 0,-4-22-639 0 0,12 40 0 0 0,-8-44-494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1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51 228 0 0,'8'-16'19374'0'0,"-9"16"-19370"0"0,0 0 1 0 0,0 0-1 0 0,0 1 0 0 0,0-1 0 0 0,0 0 0 0 0,0 0 0 0 0,0 0 0 0 0,0 1 1 0 0,0-1-1 0 0,1 0 0 0 0,-1 1 0 0 0,0-1 0 0 0,-1 1 0 0 0,1 0-4 0 0,-2 0 0 0 0,1 0 0 0 0,-1 1 0 0 0,1-1 0 0 0,-1 0 0 0 0,1 1 0 0 0,0 0 0 0 0,0 0 0 0 0,-1 0 0 0 0,1 0 0 0 0,0 0 0 0 0,1 0 0 0 0,-1 0 0 0 0,0 1 0 0 0,1-1 0 0 0,-1 0 0 0 0,1 1 0 0 0,0 0 0 0 0,-2 4 0 0 0,0 8 0 0 0,1-1 0 0 0,0 1 0 0 0,0 22 0 0 0,2-37 0 0 0,0 0 0 0 0,0 1 0 0 0,0-1 0 0 0,0 0 0 0 0,0 0 0 0 0,0 0 0 0 0,0 0 0 0 0,0 0 0 0 0,0 1 0 0 0,0-1 0 0 0,0 0 0 0 0,0 0 0 0 0,0 0 0 0 0,0 0 0 0 0,0 1 0 0 0,0-1 0 0 0,0 0 0 0 0,0 0 0 0 0,0 0 0 0 0,0 0 0 0 0,0 1 0 0 0,0-1 0 0 0,0 0 0 0 0,0 0 0 0 0,0 0 0 0 0,0 0 0 0 0,0 0 0 0 0,0 1 0 0 0,1-1 0 0 0,-1 0 0 0 0,0 0 0 0 0,0 0 0 0 0,0 0 0 0 0,0 0 0 0 0,0 0 0 0 0,0 0 0 0 0,1 0 0 0 0,-1 1 0 0 0,0-1 0 0 0,0 0 0 0 0,0 0 0 0 0,0 0 0 0 0,1 0 0 0 0,-1 0 0 0 0,0 0 0 0 0,0 0 0 0 0,0 0 0 0 0,0 0 0 0 0,1 0 0 0 0,7-8 0 0 0,5-14 0 0 0,-11 19 0 0 0,-1 0 0 0 0,0-1 0 0 0,0 1 0 0 0,0-1 0 0 0,-1 1 0 0 0,1-1 0 0 0,-1 1 0 0 0,0-1 0 0 0,0 1 0 0 0,0-1 0 0 0,0 1 0 0 0,-2-5 0 0 0,2 6 0 0 0,-1 0 0 0 0,1-1 0 0 0,-1 1 0 0 0,0 0 0 0 0,0 0 0 0 0,0 0 0 0 0,0 0 0 0 0,-1 0 0 0 0,1 0 0 0 0,0 0 0 0 0,-1 0 0 0 0,0 0 0 0 0,1 1 0 0 0,-1-1 0 0 0,0 1 0 0 0,0-1 0 0 0,0 1 0 0 0,-3-2 0 0 0,3 2 0 0 0,2 6 0 0 0,1-5 0 0 0,-1 6 0 0 0,0 0 0 0 0,0 0 0 0 0,1 0 0 0 0,0 0 0 0 0,1 0 0 0 0,-1 0 0 0 0,1 0 0 0 0,0-1 0 0 0,5 9 0 0 0,-7-13 0 0 0,1 0 0 0 0,0 0 0 0 0,-1-1 0 0 0,1 1 0 0 0,0 0 0 0 0,-1-1 0 0 0,1 1 0 0 0,0 0 0 0 0,0-1 0 0 0,-1 1 0 0 0,1-1 0 0 0,0 1 0 0 0,1 0 0 0 0,-1-1 0 0 0,-1 0 0 0 0,1 0 0 0 0,-1 0 0 0 0,1 0 0 0 0,-1 0 0 0 0,0 0 0 0 0,1 0 0 0 0,-1 0 0 0 0,1-1 0 0 0,-1 1 0 0 0,1 0 0 0 0,-1 0 0 0 0,0 0 0 0 0,1 0 0 0 0,-1-1 0 0 0,1 1 0 0 0,-1 0 0 0 0,0 0 0 0 0,1 0 0 0 0,-1-1 0 0 0,1 1 0 0 0,1-3 0 0 0,0 0 0 0 0,0 1 0 0 0,0-1 0 0 0,-1 0 0 0 0,1 0 0 0 0,1-5 0 0 0,-2 6 0 0 0,2-4-279 0 0,-1 1 0 0 0,0 0 1 0 0,0-1-1 0 0,-1 0 0 0 0,0 1 0 0 0,0-1 0 0 0,1-7 0 0 0,-2 10-251 0 0,0 0-1 0 0,-1 0 0 0 0,1 1 1 0 0,0-1-1 0 0,-1 0 0 0 0,0 0 0 0 0,1 1 1 0 0,-1-1-1 0 0,0 0 0 0 0,0 1 1 0 0,-1-1-1 0 0,1 1 0 0 0,-1 0 1 0 0,1-1-1 0 0,-1 1 0 0 0,-3-4 1 0 0,5 6 540 0 0,0 0-1 0 0,-1-1 1 0 0,1 1 0 0 0,0 0 0 0 0,0 0 0 0 0,0-1 0 0 0,-1 1 0 0 0,1 0 0 0 0,0 0 0 0 0,0 0 0 0 0,0 0 0 0 0,-1-1 0 0 0,1 1 0 0 0,0 0-1 0 0,0 0 1 0 0,-1 0 0 0 0,1 0 0 0 0,0 0 0 0 0,0 0 0 0 0,-1 0 0 0 0,1 0 0 0 0,0 0 0 0 0,-1 0 0 0 0,1 0 0 0 0,0 0 0 0 0,0 0 0 0 0,-1 0-1 0 0,1 0 1 0 0,0 0 0 0 0,-1 0 0 0 0,1 0 0 0 0,0 0 0 0 0,0 0 0 0 0,-1 0 0 0 0,1 0 0 0 0,0 0 0 0 0,0 1 0 0 0,-1-1 0 0 0,1 0-1 0 0,0 0 1 0 0,0 0 0 0 0,0 0 0 0 0,-1 1 0 0 0,1-1 0 0 0,0 0 0 0 0,0 0 0 0 0,0 1 0 0 0,0-1 0 0 0,-1 0 0 0 0,1 0 0 0 0,0 1 0 0 0,0-1-1 0 0,0 0 1 0 0,0 0 0 0 0,0 1 0 0 0,0-1 0 0 0,0 0 0 0 0,0 0 0 0 0,0 1 0 0 0,0-1 0 0 0,0 0 0 0 0,0 1 0 0 0,-1 19 489 0 0,1 3-243 0 0,0-18-232 0 0,0 0-1 0 0,0 0 0 0 0,0 0 1 0 0,1 0-1 0 0,0 0 0 0 0,1 6 1 0 0,3-4-2508 0 0,-3-2 756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2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70 460 0 0,'-20'-14'13732'0'0,"15"9"-12206"0"0,-3-4 887 0 0,8 8-2517 0 0,-5-4 431 0 0,0-1-1 0 0,1-1 1 0 0,0 1 0 0 0,-5-11-1 0 0,9 18-326 0 0,16 9 0 0 0,101 44-4689 0 0,8 4-70 0 0,-48-14 4972 0 0,66 35 46 0 0,-87-54-167 0 0,1-2 1 0 0,2-3 0 0 0,0-2 0 0 0,117 20 0 0 0,-154-35-90 0 0,-1 2 0 0 0,22 7 0 0 0,-34-9 90 0 0,-1 0 0 0 0,-1 0 0 0 0,1 1 0 0 0,0 0 0 0 0,-1 1 0 0 0,0 0 0 0 0,0 0 1 0 0,7 7-1 0 0,-4 1-1711 0 0,-9-12 1812 0 0,-1 0 0 0 0,1 0 0 0 0,-1 0 0 0 0,0 0 0 0 0,0-1 0 0 0,1 1 0 0 0,-1 0 0 0 0,0 0 0 0 0,0 0 0 0 0,0 0 0 0 0,0 0 0 0 0,0 0 0 0 0,0 0 0 0 0,0 0 0 0 0,0-1 0 0 0,0 1 0 0 0,-1 1 0 0 0,0 0 155 0 0,1-1 1 0 0,-1 0 0 0 0,1 0-1 0 0,-1 0 1 0 0,0 0-1 0 0,0 0 1 0 0,0 0 0 0 0,0 0-1 0 0,1 0 1 0 0,-1-1 0 0 0,0 1-1 0 0,-2 1 1 0 0,-12 5-94 0 0,2-3-2840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3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134 100 1152 0 0,'-16'-22'6125'0'0,"14"21"-5364"0"0,-3-3 1 0 0,4 4-412 0 0,0-1 1 0 0,0 1-1 0 0,0-1 0 0 0,0 1 1 0 0,0-1-1 0 0,0 1 0 0 0,0 0 1 0 0,0 0-1 0 0,0 0 0 0 0,0-1 1 0 0,0 1-1 0 0,0 0 0 0 0,0 0 1 0 0,0 0-1 0 0,0 1 0 0 0,-1-1 1 0 0,1 0-1 0 0,0 0 0 0 0,0 0 1 0 0,0 1-1 0 0,0-1 0 0 0,0 1 1 0 0,0-1-1 0 0,0 1 0 0 0,0-1 1 0 0,0 1-1 0 0,1-1 0 0 0,-1 1 1 0 0,0 0-1 0 0,-1 1 0 0 0,-2 2-358 0 0,0 1 0 0 0,1 0 0 0 0,-1 0 0 0 0,1 0 0 0 0,0 0 0 0 0,1 0 0 0 0,-1 1 0 0 0,1-1 0 0 0,0 1 0 0 0,-2 10 0 0 0,0 5-807 0 0,-1 35-1 0 0,4-51 637 0 0,1 12-2496 0 0,1-1-1 0 0,3 23 1 0 0,0-4 1014 0 0,6-5 8204 0 0,-7-41-4161 0 0,-3 2-1919 0 0,1 0 1 0 0,-2 0-1 0 0,1 1 0 0 0,-1-1 1 0 0,-4-16-1 0 0,-17-40-2398 0 0,14 44-1607 0 0,-8-37-1 0 0,14 48 3460 0 0,1-1 0 0 0,0 1 0 0 0,1-1 0 0 0,0 0 0 0 0,1 1 0 0 0,0-1 0 0 0,1 1 0 0 0,4-19 0 0 0,-5 27 146 0 0,-1 1-1 0 0,1-1 1 0 0,-1 1 0 0 0,1-1-1 0 0,0 1 1 0 0,-1 0 0 0 0,1-1-1 0 0,0 1 1 0 0,0 0 0 0 0,0 0 0 0 0,0-1-1 0 0,0 1 1 0 0,0 0 0 0 0,0 0-1 0 0,0 0 1 0 0,1 0 0 0 0,1-1-1 0 0,-1 1 318 0 0,0 1 0 0 0,0 0 0 0 0,0-1 0 0 0,0 1 0 0 0,0 0 0 0 0,0 0 0 0 0,-1 0 0 0 0,1 0 0 0 0,0 0 0 0 0,0 1 0 0 0,0-1 0 0 0,0 0 0 0 0,3 2 0 0 0,62 22 2973 0 0,-41-14-5743 0 0,41 11 0 0 0,-51-18 734 0 0,85 17-166 0 0,-95-20 2268 0 0,7 0 2071 0 0,-13 0-2529 0 0,1 0-1 0 0,-1 0 1 0 0,0 0-1 0 0,0 0 0 0 0,0 0 1 0 0,0 0-1 0 0,0 0 0 0 0,1 0 1 0 0,-1 0-1 0 0,0 0 1 0 0,0 0-1 0 0,0 0 0 0 0,0 0 1 0 0,0 0-1 0 0,1 1 0 0 0,-1-1 1 0 0,0 0-1 0 0,0 0 1 0 0,0 0-1 0 0,0 0 0 0 0,0 0 1 0 0,0 0-1 0 0,0 0 0 0 0,1 0 1 0 0,-1 1-1 0 0,0-1 1 0 0,0 0-1 0 0,0 0 0 0 0,0 0 1 0 0,0 0-1 0 0,0 0 0 0 0,0 0 1 0 0,0 1-1 0 0,0-1 1 0 0,0 0-1 0 0,0 0 0 0 0,0 0 1 0 0,0 0-1 0 0,0 0 0 0 0,0 1 1 0 0,0-1-1 0 0,0 0 1 0 0,0 0-1 0 0,0 0 0 0 0,0 0 1 0 0,0 0-1 0 0,0 1 0 0 0,0-1 1 0 0,0 0-1 0 0,0 0 1 0 0,0 0-1 0 0,0 0 0 0 0,0 0 1 0 0,0 0-1 0 0,0 1 0 0 0,-1-1 1 0 0,1 0-1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4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211 0 2992 0 0,'-6'15'18321'0'0,"5"-10"-17366"0"0,-3 46-3563 0 0,3 53 2608 0 0,1-27 0 0 0,0-72 112 0 0,-1 42-716 0 0,-8 46 0 0 0,7-79 703 0 0,0 0 1 0 0,-1-1-1 0 0,-1 0 1 0 0,0 0-1 0 0,-1 0 0 0 0,-1 0 1 0 0,0-1-1 0 0,-9 15 0 0 0,11-22-67 0 0,0 1-1 0 0,0-1 1 0 0,0 0-1 0 0,-1-1 0 0 0,0 1 1 0 0,-6 4-1 0 0,10-8-32 0 0,0 0 1 0 0,0-1-1 0 0,0 1 1 0 0,0 0-1 0 0,-1 0 1 0 0,1-1-1 0 0,0 1 1 0 0,-1-1-1 0 0,1 1 1 0 0,0-1-1 0 0,-1 0 1 0 0,1 1-1 0 0,0-1 1 0 0,-1 0-1 0 0,1 0 1 0 0,-1 0-1 0 0,1 0 1 0 0,-1 0-1 0 0,1 0 1 0 0,0 0-1 0 0,-1-1 1 0 0,1 1-1 0 0,0-1 1 0 0,-1 1-1 0 0,1-1 1 0 0,0 1-1 0 0,-1-1 1 0 0,1 1-1 0 0,0-1 1 0 0,0 0-1 0 0,0 0 1 0 0,0 0-1 0 0,-1 0 1 0 0,0-2-1 0 0,-4-4 0 0 0,1 0 0 0 0,0-1-1 0 0,0 0 1 0 0,1 0 0 0 0,0 0-1 0 0,0 0 1 0 0,1-1 0 0 0,0 0-1 0 0,-2-13 1 0 0,-1-7-6 0 0,-1-50 1 0 0,6 74 4 0 0,1 0 1 0 0,0-1 0 0 0,0 1 0 0 0,0 0-1 0 0,1 0 1 0 0,0-1 0 0 0,2-5 0 0 0,-2 8-19 0 0,0 1 1 0 0,0-1 0 0 0,1 1-1 0 0,-1 0 1 0 0,1 0 0 0 0,-1-1-1 0 0,1 1 1 0 0,0 0 0 0 0,0 1-1 0 0,0-1 1 0 0,0 0 0 0 0,0 0-1 0 0,0 1 1 0 0,0-1 0 0 0,1 1-1 0 0,2-1 1 0 0,2-2-481 0 0,1 1-1 0 0,-1 1 1 0 0,1-1-1 0 0,0 1 1 0 0,0 1 0 0 0,0-1-1 0 0,0 1 1 0 0,0 1 0 0 0,0-1-1 0 0,0 2 1 0 0,1-1-1 0 0,-1 1 1 0 0,0 0 0 0 0,13 4-1 0 0,-4 0-877 0 0,2 1 1324 0 0,0 0 0 0 0,-1 1 0 0 0,35 19 1 0 0,-19 4 197 0 0,-21-16-103 0 0,2 0-80 0 0,-14-14 66 0 0,-1 1 1 0 0,1-1-1 0 0,0 0 1 0 0,0 1-1 0 0,0-1 1 0 0,0 0-1 0 0,0 0 1 0 0,0 0-1 0 0,0 1 1 0 0,0-1-1 0 0,0 0 1 0 0,0 0-1 0 0,0 0 1 0 0,0-1-1 0 0,0 1 1 0 0,0 0-1 0 0,0 0 1 0 0,0 0-1 0 0,0-1 1 0 0,1 0-1 0 0,7-3-545 0 0,0-1-2326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4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95 2072 0 0,'10'-9'10232'0'0,"-8"7"-9208"0"0,17-7 3891 0 0,-4 2-3498 0 0,81-57-1417 0 0,-96 63-41 0 0,1 1 10 0 0,-1 0 0 0 0,1-1-1 0 0,-1 1 1 0 0,0 0-1 0 0,1-1 1 0 0,-1 1-1 0 0,1 0 1 0 0,-1 0-1 0 0,1 0 1 0 0,-1 0 0 0 0,1-1-1 0 0,-1 1 1 0 0,1 0-1 0 0,-1 0 1 0 0,1 0-1 0 0,0 0 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4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0 193 3224 0 0,'7'-3'8398'0'0,"-4"-1"-8226"0"0,2 3-140 0 0,0-3-32 0 0,1-1 0 0 0,-3 2 0 0 0,2-2 1676 0 0,4-6 1547 0 0,6-4-2919 0 0,4-4 1806 0 0,3-3-1589 0 0,-2 0-521 0 0,-1 2 0 0 0,-2 3 0 0 0,0 3 0 0 0,-4 2 0 0 0,-1 4 0 0 0,-3 1-2984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5.2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54 107 3456 0 0,'-14'-21'12155'0'0,"12"21"-11817"0"0,1 0-15 0 0,0 0-1 0 0,0 0 1 0 0,0 0-1 0 0,0 1 1 0 0,0-1 0 0 0,1 0-1 0 0,-1 0 1 0 0,0 1 0 0 0,0-1-1 0 0,0 0 1 0 0,1 1-1 0 0,-1-1 1 0 0,-1 1 0 0 0,1 0-396 0 0,1 0 0 0 0,-1 0 0 0 0,0-1 0 0 0,0 1 0 0 0,1 0 0 0 0,-1 0 0 0 0,0 0 0 0 0,1 0 0 0 0,-1 0 0 0 0,1 0 0 0 0,-2 2 0 0 0,0 8 78 0 0,0 0 0 0 0,0 1 0 0 0,1-1 0 0 0,0 1 0 0 0,1-1 0 0 0,1 1 0 0 0,0-1 0 0 0,0 1 0 0 0,1-1 0 0 0,0 1 0 0 0,1-1 0 0 0,1 0 0 0 0,4 11 0 0 0,-6-17-5 0 0,1 0 0 0 0,-1-1 0 0 0,1 1 0 0 0,-1-1 0 0 0,1 0 0 0 0,0 0 0 0 0,1 0 0 0 0,-1 0 0 0 0,1-1 0 0 0,0 1 0 0 0,0-1 0 0 0,0 0 0 0 0,0 0 0 0 0,0-1 0 0 0,1 1 0 0 0,7 3 0 0 0,-9-5 0 0 0,1 0 0 0 0,-1 0 0 0 0,1-1 0 0 0,-1 1 0 0 0,1-1 0 0 0,0 1 0 0 0,-1-1 0 0 0,1 0 0 0 0,-1-1 0 0 0,1 1 0 0 0,-1-1 0 0 0,1 1 0 0 0,-1-1 0 0 0,1 0 0 0 0,-1 0 0 0 0,1-1 0 0 0,-1 1 0 0 0,0-1 0 0 0,0 1 0 0 0,0-1 0 0 0,0 0 0 0 0,0 0 0 0 0,0 0 0 0 0,3-4 0 0 0,-1 2 0 0 0,0-2 0 0 0,-1 1 0 0 0,1 0 0 0 0,-1-1-1 0 0,0 0 1 0 0,-1 0 0 0 0,1 0 0 0 0,-1 0 0 0 0,-1-1 0 0 0,1 1-1 0 0,-1-1 1 0 0,0 0 0 0 0,0 1 0 0 0,-1-1 0 0 0,0 0 0 0 0,0 0-1 0 0,-1 0 1 0 0,0-9 0 0 0,-1 7-419 0 0,0 1 0 0 0,0-1 0 0 0,-1 0 0 0 0,0 1 1 0 0,-1-1-1 0 0,1 1 0 0 0,-2 0 0 0 0,1 0 0 0 0,-1 0 0 0 0,-1 1 0 0 0,1-1 0 0 0,-1 1 0 0 0,0 0 0 0 0,-8-7 0 0 0,2 2-463 0 0,-20-16 0 0 0,27 25 768 0 0,0 0 0 0 0,0 0-1 0 0,0 0 1 0 0,0 1 0 0 0,-1 0 0 0 0,1 0 0 0 0,-1 0 0 0 0,1 1 0 0 0,-9-3 0 0 0,11 4 114 0 0,0 0 1 0 0,0 1 0 0 0,0-1-1 0 0,1 0 1 0 0,-1 1 0 0 0,0-1 0 0 0,0 1-1 0 0,0-1 1 0 0,0 1 0 0 0,1 0 0 0 0,-1 0-1 0 0,0 0 1 0 0,1 0 0 0 0,-1 0-1 0 0,0 0 1 0 0,1 0 0 0 0,0 0 0 0 0,-1 1-1 0 0,1-1 1 0 0,0 0 0 0 0,-1 1-1 0 0,1 0 1 0 0,0-1 0 0 0,-1 3 0 0 0,-3 4 2 0 0,1 0 1 0 0,0 0-1 0 0,1 0 1 0 0,-3 9 0 0 0,0 6-318 0 0,1-1 1 0 0,0 2 0 0 0,-1 34 0 0 0,6-33-3034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5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5760 0 0,'18'13'11237'0'0,"-1"7"-8203"0"0,9 23-3405 0 0,-17-22 369 0 0,-1 1 0 0 0,-1-1-1 0 0,0 1 1 0 0,5 39 0 0 0,-7-33-26 0 0,-3-21-633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45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5068 0 0,'2'-5'1083'0'0,"0"1"1"0"0,0-1 0 0 0,0 0-1 0 0,1 1 1 0 0,-1 0 0 0 0,1-1-1 0 0,0 1 1 0 0,1 0 0 0 0,-1 1-1 0 0,8-8 1 0 0,-7 8-702 0 0,0 0-1 0 0,0-1 1 0 0,0 2 0 0 0,0-1 0 0 0,1 0-1 0 0,6-2 1 0 0,-10 4-382 0 0,1 1 0 0 0,0-1 0 0 0,-1 1 0 0 0,1-1 0 0 0,0 1 0 0 0,0 0 0 0 0,-1 0 0 0 0,1 0 0 0 0,0 0 0 0 0,-1 0 0 0 0,1 0 0 0 0,0 0 0 0 0,0 1 0 0 0,-1-1 0 0 0,1 0 0 0 0,0 1 0 0 0,-1-1 0 0 0,1 1 0 0 0,-1 0 0 0 0,1 0 0 0 0,-1 0 0 0 0,1 0 0 0 0,-1 0 0 0 0,1 0 0 0 0,-1 0 0 0 0,0 0 0 0 0,0 0 0 0 0,1 0 0 0 0,-1 1 0 0 0,0-1 0 0 0,0 0 0 0 0,0 1 0 0 0,-1-1 0 0 0,1 1 0 0 0,0 0 0 0 0,0-1 0 0 0,0 4 0 0 0,2 2 0 0 0,-1 1 0 0 0,0-1 0 0 0,-1 1 0 0 0,0 0 0 0 0,0 0 0 0 0,0 15 0 0 0,-9 42 0 0 0,5-46 0 0 0,1 0 0 0 0,0 29 0 0 0,2-47-53 0 0,0 1-1 0 0,0-1 1 0 0,0 1 0 0 0,0-1-1 0 0,1 1 1 0 0,-1-1-1 0 0,0 1 1 0 0,1-1 0 0 0,-1 1-1 0 0,1-1 1 0 0,-1 1 0 0 0,1-1-1 0 0,0 1 1 0 0,0-1-1 0 0,-1 0 1 0 0,1 0 0 0 0,0 1-1 0 0,0-1 1 0 0,0 0-1 0 0,1 0 1 0 0,-1 0 0 0 0,0 0-1 0 0,0 0 1 0 0,0 0-1 0 0,1 0 1 0 0,1 0 0 0 0,0 0-193 0 0,-1-1 0 0 0,1 1 0 0 0,-1-1 1 0 0,1 0-1 0 0,-1 0 0 0 0,1 0 0 0 0,-1 0 0 0 0,1-1 1 0 0,-1 1-1 0 0,1-1 0 0 0,-1 1 0 0 0,0-1 1 0 0,1 0-1 0 0,-1 0 0 0 0,5-2 0 0 0,7-6-110 0 0,0 0-1 0 0,0 0 0 0 0,-1-2 1 0 0,0 1-1 0 0,16-19 1 0 0,11-9-43 0 0,-40 37 399 0 0,0 1-1 0 0,1 0 1 0 0,-1 0 0 0 0,0-1 0 0 0,0 1-1 0 0,0 0 1 0 0,0 0 0 0 0,1 0-1 0 0,-1-1 1 0 0,0 1 0 0 0,0 0-1 0 0,0 0 1 0 0,1 0 0 0 0,-1 0 0 0 0,0-1-1 0 0,0 1 1 0 0,1 0 0 0 0,-1 0-1 0 0,0 0 1 0 0,0 0 0 0 0,1 0 0 0 0,-1 0-1 0 0,0 0 1 0 0,0 0 0 0 0,1 0-1 0 0,-1 0 1 0 0,0 0 0 0 0,0 0-1 0 0,1 0 1 0 0,-1 0 0 0 0,0 0 0 0 0,0 0-1 0 0,1 0 1 0 0,-1 0 0 0 0,0 0-1 0 0,1 0 1 0 0,-1 0 0 0 0,0 0 0 0 0,1 1-1 0 0,-1 5-55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8:52.73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77 2 1839 216018 45745,'-6'-1'160'0'0,"-3"1"-160"0"0,1 0 520 0 0,0 2 72 0 0,-3 8 736 0 0,-6 15-1328 0 0,0 4-4439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4.6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62 109 3223 0 0,'-3'-14'-630'0'0,"-1"-3"1412"0"0,-1 0 0 0 0,0 0 0 0 0,-10-20 0 0 0,15 37-707 0 0,0-1 0 0 0,0 1 1 0 0,0 0-1 0 0,0-1 0 0 0,-1 1 1 0 0,1 0-1 0 0,0-1 0 0 0,0 1 1 0 0,0 0-1 0 0,-1-1 0 0 0,1 1 0 0 0,0 0 1 0 0,0-1-1 0 0,-1 1 0 0 0,1 0 1 0 0,0 0-1 0 0,-1 0 0 0 0,1-1 1 0 0,0 1-1 0 0,-1 0 0 0 0,1 0 1 0 0,0 0-1 0 0,-1-1 0 0 0,1 1 0 0 0,-1 0 1 0 0,1 0-1 0 0,0 0 0 0 0,-1 0 1 0 0,1 0-1 0 0,0 0 0 0 0,-1 0 1 0 0,0 0 57 0 0,0 1 0 0 0,1-1 0 0 0,-1 1 0 0 0,0-1 1 0 0,1 1-1 0 0,-1-1 0 0 0,0 1 0 0 0,1-1 0 0 0,-1 1 1 0 0,1 0-1 0 0,-1-1 0 0 0,1 1 0 0 0,-1 0 0 0 0,1 0 0 0 0,-2 3 240 0 0,0-1 0 0 0,0 1 0 0 0,1 0 0 0 0,0-1 0 0 0,-2 7 0 0 0,3-2-174 0 0,0 0 0 0 0,0 0 0 0 0,0 0 0 0 0,1 0 0 0 0,0 1 1 0 0,3 8-1 0 0,17 50 288 0 0,-12-40-383 0 0,8 23 20 0 0,40 126 408 0 0,-43-124-217 0 0,10 78 1 0 0,32 381 83 0 0,-49-446-372 0 0,-2 0 1 0 0,-4 0 0 0 0,-2 0 0 0 0,-12 81-1 0 0,10-124 148 0 0,-2-1 0 0 0,1 0-1 0 0,-2 0 1 0 0,-1 0 0 0 0,-14 29-1 0 0,19-47-102 0 0,0 1 1 0 0,1 0-1 0 0,-1 0 0 0 0,1 0 0 0 0,0 0 0 0 0,0 0 0 0 0,1 0 1 0 0,-1 0-1 0 0,1 0 0 0 0,0 8 0 0 0,0-11-48 0 0,0 1 0 0 0,1-1 0 0 0,-1 1 0 0 0,0-1-1 0 0,1 1 1 0 0,-1-1 0 0 0,1 1 0 0 0,0-1 0 0 0,-1 0 0 0 0,1 1 0 0 0,0-1-1 0 0,0 0 1 0 0,0 1 0 0 0,0-1 0 0 0,0 0 0 0 0,0 0 0 0 0,0 0-1 0 0,1 0 1 0 0,-1 0 0 0 0,0 0 0 0 0,1 0 0 0 0,-1-1 0 0 0,0 1 0 0 0,1 0-1 0 0,-1-1 1 0 0,1 1 0 0 0,-1-1 0 0 0,1 1 0 0 0,-1-1 0 0 0,3 0 0 0 0,18 3 13 0 0,0-1 1 0 0,0-1 0 0 0,26-2 0 0 0,67-12 153 0 0,-41 4-3 0 0,64-2-28 0 0,246 12 0 0 0,99 0-22 0 0,-218-6-16 0 0,286-31 26 0 0,-509 31-137 0 0,0-3 0 0 0,52-15-1 0 0,-69 15-4 0 0,-1-2-1 0 0,0 0 0 0 0,-1-1 1 0 0,0-1-1 0 0,22-16 0 0 0,-41 25-5 0 0,-1 1 0 0 0,1-1 0 0 0,0-1 0 0 0,-1 1 0 0 0,0 0 0 0 0,0-1 0 0 0,0 0 0 0 0,0 1 0 0 0,-1-1 0 0 0,1 0 0 0 0,-1-1 0 0 0,2-4 0 0 0,-4 8-169 0 0,1 0 0 0 0,-1 0 1 0 0,0 1-1 0 0,-1-1 0 0 0,1 0 0 0 0,0 0 0 0 0,0 0 0 0 0,0 0 0 0 0,0 1 1 0 0,-1-1-1 0 0,1 0 0 0 0,0 0 0 0 0,-1 1 0 0 0,1-1 0 0 0,0 0 0 0 0,-1 0 1 0 0,1 1-1 0 0,-1-1 0 0 0,1 0 0 0 0,-1 1 0 0 0,0-1 0 0 0,1 1 0 0 0,-1-1 1 0 0,0 1-1 0 0,1-1 0 0 0,-1 1 0 0 0,0-1 0 0 0,0 1 0 0 0,1-1 0 0 0,-1 1 0 0 0,0 0 1 0 0,0 0-1 0 0,1-1 0 0 0,-1 1 0 0 0,0 0 0 0 0,-1 0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4.9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17 146 2759 0 0,'-5'-54'154'0'0,"-6"-37"10562"0"0,11 103-9116 0 0,1 18-420 0 0,14 87 1027 0 0,-2-27-858 0 0,1 177 0 0 0,-22-140-422 0 0,1-19-1500 0 0,5-37-5004 0 0,2-37-1331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0:57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10 362 919 0 0,'-5'-38'2207'0'0,"1"-46"0"0"0,4 82-2033 0 0,0 0 0 0 0,0 1 0 0 0,0-1 0 0 0,0 0 0 0 0,0 0 0 0 0,1 0-1 0 0,-1 0 1 0 0,1 0 0 0 0,-1 1 0 0 0,2-4 0 0 0,-1 5-122 0 0,-1-1 1 0 0,1 1-1 0 0,-1-1 0 0 0,1 1 0 0 0,0-1 0 0 0,-1 1 0 0 0,1-1 0 0 0,0 1 1 0 0,-1 0-1 0 0,1-1 0 0 0,0 1 0 0 0,-1 0 0 0 0,1 0 0 0 0,0 0 0 0 0,0-1 1 0 0,0 1-1 0 0,-1 0 0 0 0,1 0 0 0 0,0 0 0 0 0,0 0 0 0 0,-1 0 0 0 0,1 0 0 0 0,0 0 1 0 0,0 1-1 0 0,-1-1 0 0 0,2 0 0 0 0,34 4 152 0 0,1-1 0 0 0,-1-3-1 0 0,67-6 1 0 0,-100 5-191 0 0,300-40 1118 0 0,-23 2-297 0 0,302-20-322 0 0,-300 40-505 0 0,40-5 141 0 0,-231 13-76 0 0,-29 2-44 0 0,107-1 0 0 0,-160 10 4 0 0,0 1 0 0 0,0-1 0 0 0,0 2 0 0 0,0-1 0 0 0,10 4 0 0 0,-17-4 3 0 0,1 0 0 0 0,-1 0-1 0 0,0 0 1 0 0,0 0 0 0 0,0 0 0 0 0,0 0-1 0 0,0 1 1 0 0,0-1 0 0 0,0 1 0 0 0,0 0 0 0 0,-1-1-1 0 0,1 1 1 0 0,-1 0 0 0 0,1 0 0 0 0,-1 0-1 0 0,1 0 1 0 0,-1 0 0 0 0,0 0 0 0 0,0 0-1 0 0,0 0 1 0 0,0 1 0 0 0,-1-1 0 0 0,1 0 0 0 0,0 3-1 0 0,0 10 155 0 0,0-1 0 0 0,-1 0 0 0 0,-2 18 0 0 0,0-17-66 0 0,2 0 1 0 0,0 0 0 0 0,2 15 0 0 0,4 6 25 0 0,15 43-1 0 0,3 9-101 0 0,-11-2 129 0 0,-4 0 0 0 0,-1 89 0 0 0,5 57 171 0 0,-10-204-261 0 0,2-1-1 0 0,13 40 1 0 0,25 50 159 0 0,3 13-46 0 0,-43-122-174 0 0,-1 1 1 0 0,0 0 0 0 0,0 0-1 0 0,-1 0 1 0 0,-1 0-1 0 0,1 11 1 0 0,-2-14-124 0 0,0 0 0 0 0,0 0 0 0 0,0-1 0 0 0,-1 1 1 0 0,0 0-1 0 0,0-1 0 0 0,0 1 0 0 0,-1-1 0 0 0,1 0 0 0 0,-6 8 1 0 0,-9 9-5457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5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20 2303 0 0,'-1'-5'118'0'0,"1"5"16"0"0,0-1-1 0 0,0 1 1 0 0,-1-1-1 0 0,1 1 1 0 0,0-1-1 0 0,0 1 0 0 0,0-1 1 0 0,0 1-1 0 0,0-1 1 0 0,0 1-1 0 0,0-1 1 0 0,0 1-1 0 0,0 0 1 0 0,0-1-1 0 0,0 1 0 0 0,0-1 1 0 0,0 1-1 0 0,0-1 1 0 0,4-4 4300 0 0,-3 9-3434 0 0,17 123 2755 0 0,5 29-2990 0 0,-5-19-440 0 0,-7-36-3998 0 0,-9-90-635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5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155 173 1087 0 0,'-1'-5'-108'0'0,"-7"-24"2459"0"0,-15-33 0 0 0,23 61-2263 0 0,0 0 1 0 0,0 1 0 0 0,0-1-1 0 0,-1 1 1 0 0,1-1 0 0 0,0 0-1 0 0,-1 1 1 0 0,1-1 0 0 0,0 1-1 0 0,-1-1 1 0 0,1 1 0 0 0,-1-1-1 0 0,1 1 1 0 0,0-1-1 0 0,-1 1 1 0 0,1 0 0 0 0,-1-1-1 0 0,1 1 1 0 0,-1 0 0 0 0,0-1-1 0 0,1 1 1 0 0,-1 0 0 0 0,1 0-1 0 0,-1-1 1 0 0,0 1 0 0 0,1 0-1 0 0,-1 0 1 0 0,1 0 0 0 0,-1 0-1 0 0,0 0 1 0 0,1 0 0 0 0,-1 0-1 0 0,0 0 1 0 0,1 0-1 0 0,-1 0 1 0 0,1 0 0 0 0,-1 0-1 0 0,0 1 1 0 0,1-1 0 0 0,-1 0-1 0 0,1 0 1 0 0,-1 1 0 0 0,1-1-1 0 0,-1 0 1 0 0,0 1 0 0 0,1-1-1 0 0,-1 0 1 0 0,1 1 0 0 0,0-1-1 0 0,-2 2 1 0 0,-2 2 218 0 0,0 0 0 0 0,0 1-1 0 0,0 0 1 0 0,-3 6 0 0 0,5-8-302 0 0,-9 14 125 0 0,0 0 1 0 0,1 1 0 0 0,1 0-1 0 0,1 1 1 0 0,1 0 0 0 0,-8 29-1 0 0,15-48-130 0 0,0 0 0 0 0,0 0 0 0 0,-1 1 0 0 0,1-1 0 0 0,0 0 0 0 0,0 0 0 0 0,0 0 0 0 0,0 0 0 0 0,0 0 0 0 0,0 0 0 0 0,0 0 0 0 0,0 1 0 0 0,0-1 0 0 0,0 0 0 0 0,0 0 0 0 0,0 0 0 0 0,0 0 0 0 0,0 0 0 0 0,0 0 0 0 0,0 1 0 0 0,0-1 0 0 0,0 0 0 0 0,0 0 0 0 0,0 0 0 0 0,0 0 0 0 0,0 0 0 0 0,0 0 0 0 0,0 0 0 0 0,1 0 0 0 0,-1 1 0 0 0,0-1 0 0 0,0 0 0 0 0,0 0 0 0 0,0 0 0 0 0,0 0 0 0 0,0 0 0 0 0,0 0 0 0 0,0 0 0 0 0,0 0 0 0 0,1 0 0 0 0,-1 0 0 0 0,0 0 0 0 0,0 1 0 0 0,0-1 0 0 0,6-4 0 0 0,5-7 0 0 0,124-191 698 0 0,-135 201-698 0 0,5-7 84 0 0,0 0-1 0 0,0 0 1 0 0,10-11-1 0 0,-15 19-70 0 0,0 0-1 0 0,1 0 0 0 0,-1-1 0 0 0,0 1 1 0 0,0 0-1 0 0,0 0 0 0 0,0 0 1 0 0,1 0-1 0 0,-1 0 0 0 0,0 0 1 0 0,0-1-1 0 0,1 1 0 0 0,-1 0 0 0 0,0 0 1 0 0,0 0-1 0 0,0 0 0 0 0,1 0 1 0 0,-1 0-1 0 0,0 0 0 0 0,0 0 1 0 0,1 0-1 0 0,-1 0 0 0 0,0 0 0 0 0,0 0 1 0 0,0 0-1 0 0,1 0 0 0 0,-1 0 1 0 0,0 0-1 0 0,0 0 0 0 0,1 0 1 0 0,-1 1-1 0 0,0-1 0 0 0,0 0 0 0 0,1 0 1 0 0,5 9 277 0 0,0 12 106 0 0,-5-21-377 0 0,11 59 519 0 0,7 22-243 0 0,-16-69-409 0 0,2 0 0 0 0,-1-1 1 0 0,1 1-1 0 0,11 16 0 0 0,1-1-1952 0 0,-10-16-2708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6.1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71 5527 0 0,'-8'3'190'0'0,"-12"8"537"0"0,20-11-637 0 0,0 0 1 0 0,-1 0-1 0 0,1 1 0 0 0,0-1 1 0 0,-1 0-1 0 0,1 0 1 0 0,0 0-1 0 0,0 0 0 0 0,-1 1 1 0 0,1-1-1 0 0,0 0 1 0 0,-1 0-1 0 0,1 1 0 0 0,0-1 1 0 0,0 0-1 0 0,0 0 1 0 0,-1 1-1 0 0,1-1 0 0 0,0 0 1 0 0,0 1-1 0 0,0-1 1 0 0,0 0-1 0 0,-1 1 0 0 0,1-1 1 0 0,0 0-1 0 0,0 1 1 0 0,0-1-1 0 0,0 0 0 0 0,0 1 1 0 0,0-1-1 0 0,0 0 1 0 0,0 1-1 0 0,0-1 0 0 0,0 0 1 0 0,0 1-1 0 0,0-1 1 0 0,1 1-1 0 0,-1-1 0 0 0,0 0 1 0 0,0 1-1 0 0,0-1 1 0 0,1 1 83 0 0,0-1 1 0 0,-1 0 0 0 0,1 1-1 0 0,0-1 1 0 0,0 0 0 0 0,-1 1-1 0 0,1-1 1 0 0,0 0-1 0 0,0 0 1 0 0,-1 0 0 0 0,1 0-1 0 0,0 0 1 0 0,0 0 0 0 0,-1 0-1 0 0,1 0 1 0 0,0 0 0 0 0,0 0-1 0 0,0 0 1 0 0,-1 0 0 0 0,1 0-1 0 0,0-1 1 0 0,0 1-1 0 0,-1 0 1 0 0,1-1 0 0 0,1 0-1 0 0,2 0 1039 0 0,109-39 1780 0 0,-82 27-2756 0 0,69-27 570 0 0,-97 39-1206 0 0,-1 0 0 0 0,1 1-1 0 0,-1 0 1 0 0,1 0 0 0 0,-1 0-1 0 0,1 0 1 0 0,-1 0 0 0 0,1 0-1 0 0,-1 1 1 0 0,1-1 0 0 0,-1 1-1 0 0,1 0 1 0 0,3 1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6.4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10 143 2303 0 0,'-1'2'153'0'0,"0"-1"0"0"0,0 1 1 0 0,0-1-1 0 0,1 1 0 0 0,-1 0 0 0 0,0-1 0 0 0,1 1 0 0 0,-1 0 0 0 0,1 0 0 0 0,-1-1 0 0 0,1 1 0 0 0,0 0 0 0 0,0 0 0 0 0,0 0 0 0 0,0 0 0 0 0,0-1 0 0 0,0 1 0 0 0,0 0 0 0 0,1 2 0 0 0,1 7 948 0 0,1-1 0 0 0,4 12 0 0 0,-3-10-255 0 0,0 1 109 0 0,0 0 0 0 0,1 0 0 0 0,1-1 0 0 0,0 0 0 0 0,14 22 0 0 0,-17-31-786 0 0,-1 0 0 0 0,0 0 0 0 0,1 0 0 0 0,0 0-1 0 0,-1 0 1 0 0,1-1 0 0 0,0 1 0 0 0,1-1-1 0 0,-1 0 1 0 0,0 0 0 0 0,1 0 0 0 0,-1 0 0 0 0,1 0-1 0 0,-1-1 1 0 0,1 0 0 0 0,0 0 0 0 0,-1 0 0 0 0,1 0-1 0 0,0 0 1 0 0,0-1 0 0 0,0 0 0 0 0,0 0 0 0 0,0 0-1 0 0,7-1 1 0 0,-3-1-44 0 0,0-1 0 0 0,0 1 0 0 0,0-2 0 0 0,-1 1 0 0 0,1-1 0 0 0,-1 0 0 0 0,0-1 0 0 0,0 1 0 0 0,-1-1 0 0 0,0-1 0 0 0,1 1 0 0 0,8-12 0 0 0,-9 10-35 0 0,1-1 0 0 0,-1-1 1 0 0,-1 1-1 0 0,1-1 0 0 0,-1 0 1 0 0,-1 0-1 0 0,0 0 0 0 0,0-1 1 0 0,4-19-1 0 0,-7 23-70 0 0,0-1-1 0 0,-1 0 0 0 0,0 1 1 0 0,0-1-1 0 0,0 0 0 0 0,-1 0 1 0 0,0 1-1 0 0,-1-1 0 0 0,1 1 1 0 0,-1-1-1 0 0,0 1 1 0 0,-1 0-1 0 0,0 0 0 0 0,0 0 1 0 0,0 0-1 0 0,0 0 0 0 0,-1 1 1 0 0,-7-9-1 0 0,4 7 3 0 0,1 0 0 0 0,-1 1 1 0 0,0 0-1 0 0,-1 0 0 0 0,1 0 0 0 0,-1 1 0 0 0,-1 0 0 0 0,1 1 1 0 0,0 0-1 0 0,-1 0 0 0 0,0 1 0 0 0,-16-4 0 0 0,21 6-22 0 0,0 0 0 0 0,1 1 0 0 0,-1-1 0 0 0,0 1 0 0 0,0 0 0 0 0,1 0 0 0 0,-1 0 0 0 0,0 1 0 0 0,1 0 0 0 0,-1-1 0 0 0,0 1 0 0 0,1 0 0 0 0,-1 1 0 0 0,1-1 0 0 0,-1 1 0 0 0,1-1 0 0 0,0 1 0 0 0,-1 0 0 0 0,-2 2 0 0 0,2 1 0 0 0,-1-1 0 0 0,1 1 0 0 0,0 0 0 0 0,0 0 0 0 0,1 0 0 0 0,-1 0 0 0 0,1 1 0 0 0,0-1 0 0 0,0 1 0 0 0,-2 9 0 0 0,-4 10-231 0 0,1 0 0 0 0,1 0 0 0 0,2 1 0 0 0,0-1 0 0 0,2 1 0 0 0,1 0 0 0 0,1 37 0 0 0,5-36-4873 0 0,2-3-1656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6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0 10591 0 0,'-1'3'369'0'0,"0"-2"-280"0"0,1 0 0 0 0,0 0 1 0 0,-1 0-1 0 0,1 0 0 0 0,0 0 0 0 0,0-1 1 0 0,-1 1-1 0 0,1 0 0 0 0,0 0 1 0 0,0 0-1 0 0,0 0 0 0 0,0 0 1 0 0,0 0-1 0 0,1 0 0 0 0,-1 0 1 0 0,0 0-1 0 0,0 0 0 0 0,1 0 1 0 0,-1 0-1 0 0,0 0 0 0 0,1 0 1 0 0,-1 0-1 0 0,1 0 0 0 0,-1 0 1 0 0,2 0-1 0 0,10 25 2140 0 0,-1 0 1 0 0,8 28-1 0 0,-18-50-2005 0 0,4 11 131 0 0,-1 0 0 0 0,-1 0 0 0 0,0 1 0 0 0,1 23 0 0 0,-6 4-6698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7.2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26 191 5063 0 0,'-11'-9'-267'0'0,"-1"-6"4331"0"0,11 14-3838 0 0,1 0-1 0 0,0 0 1 0 0,0 0 0 0 0,-1 1 0 0 0,1-1 0 0 0,0 0 0 0 0,0 0 0 0 0,0 0 0 0 0,0 0-1 0 0,0 0 1 0 0,0 0 0 0 0,0 1 0 0 0,0-1 0 0 0,0 0 0 0 0,1 0 0 0 0,-1 0-1 0 0,0 0 1 0 0,1 1 0 0 0,-1-1 0 0 0,0 0 0 0 0,1 0 0 0 0,-1 0 0 0 0,1 1 0 0 0,-1-1-1 0 0,1 0 1 0 0,-1 1 0 0 0,1-1 0 0 0,0 0 0 0 0,-1 1 0 0 0,1-1 0 0 0,0 1 0 0 0,0-1-1 0 0,0 0 1 0 0,43-31 2860 0 0,40-31-1810 0 0,-76 56-1225 0 0,-2 1 18 0 0,2 0 0 0 0,-1 1 0 0 0,0 0 1 0 0,1 0-1 0 0,11-5 0 0 0,-18 10-62 0 0,-1 0-1 0 0,1 0 0 0 0,0 0 1 0 0,0-1-1 0 0,0 1 1 0 0,-1 0-1 0 0,1 0 0 0 0,0 1 1 0 0,0-1-1 0 0,0 0 0 0 0,-1 0 1 0 0,1 0-1 0 0,0 0 1 0 0,0 1-1 0 0,-1-1 0 0 0,1 0 1 0 0,0 1-1 0 0,0-1 1 0 0,-1 1-1 0 0,1-1 0 0 0,0 1 1 0 0,-1-1-1 0 0,1 1 1 0 0,-1-1-1 0 0,1 1 0 0 0,-1-1 1 0 0,1 1-1 0 0,-1 0 0 0 0,1-1 1 0 0,-1 1-1 0 0,1 0 1 0 0,-1 0-1 0 0,0-1 0 0 0,0 1 1 0 0,1 0-1 0 0,-1 1 1 0 0,2 4 4 0 0,0 1 1 0 0,0 0 0 0 0,1 8 0 0 0,-3-13-13 0 0,14 92 199 0 0,16 93 505 0 0,-26-166-647 0 0,-2 0 0 0 0,0 0 0 0 0,-1 0 0 0 0,-2 0 0 0 0,0 0 0 0 0,-5 30 0 0 0,5-46-550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7.6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0 309 4143 0 0,'17'-3'3801'0'0,"-11"2"-2804"0"0,7-2 153 0 0,1-2-1 0 0,-2 1 1 0 0,1-2 0 0 0,0 0 0 0 0,18-12 0 0 0,-13 8-577 0 0,125-75-205 0 0,-106 60-1359 0 0,58-50 0 0 0,-76 59 538 0 0,-13 12 201 0 0,0-1-1 0 0,0-1 0 0 0,0 1 1 0 0,-1-1-1 0 0,0 1 0 0 0,0-2 0 0 0,5-7 1 0 0,-37 57-303 0 0,21-30 976 0 0,1 0 1 0 0,1 0-1 0 0,0 0 1 0 0,1 1-1 0 0,0 0 1 0 0,1 0-1 0 0,0 26 1 0 0,2-31-21 0 0,0 1 1 0 0,1 0-1 0 0,0-1 0 0 0,1 1 1 0 0,0-1-1 0 0,0 0 0 0 0,1 1 1 0 0,0-1-1 0 0,1 0 0 0 0,0-1 1 0 0,0 1-1 0 0,8 10 0 0 0,-11-17-328 0 0,1 0 0 0 0,-1 0 0 0 0,1 0 0 0 0,0 0-1 0 0,-1-1 1 0 0,1 1 0 0 0,0 0 0 0 0,0-1 0 0 0,0 0 0 0 0,0 1-1 0 0,1-1 1 0 0,-1 0 0 0 0,0 0 0 0 0,0 0 0 0 0,1 0 0 0 0,-1-1 0 0 0,1 1-1 0 0,-1-1 1 0 0,0 1 0 0 0,1-1 0 0 0,-1 0 0 0 0,1 0 0 0 0,-1 0-1 0 0,1 0 1 0 0,-1 0 0 0 0,1-1 0 0 0,-1 1 0 0 0,1-1 0 0 0,-1 1 0 0 0,5-3-1 0 0,-1 0-16 0 0,0 0 0 0 0,0-1 0 0 0,0 1-1 0 0,0-1 1 0 0,0-1 0 0 0,-1 1 0 0 0,0-1 0 0 0,0 0-1 0 0,8-10 1 0 0,-7 6-32 0 0,1 0 0 0 0,-2 0 0 0 0,1 0 0 0 0,-1 0 0 0 0,-1-1 0 0 0,1 0 0 0 0,3-14 0 0 0,-7 18-23 0 0,0 0-1 0 0,0 0 1 0 0,0 0-1 0 0,-1 0 1 0 0,0 0-1 0 0,0 0 1 0 0,-1 0-1 0 0,1 0 1 0 0,-1 0 0 0 0,0 0-1 0 0,-1 0 1 0 0,0 1-1 0 0,0-1 1 0 0,-4-9-1 0 0,3 9 6 0 0,-1 0-1 0 0,1 0 0 0 0,-1 0 1 0 0,-1 1-1 0 0,1-1 0 0 0,-1 1 1 0 0,0 0-1 0 0,0 1 0 0 0,0-1 1 0 0,-1 1-1 0 0,0 0 0 0 0,-9-5 1 0 0,11 7-7 0 0,0 0 1 0 0,0 0 0 0 0,-1 1 0 0 0,1 0-1 0 0,0-1 1 0 0,-1 2 0 0 0,1-1 0 0 0,-1 0-1 0 0,1 1 1 0 0,0 0 0 0 0,-1 0 0 0 0,1 0-1 0 0,-1 1 1 0 0,1-1 0 0 0,-1 1-1 0 0,1 0 1 0 0,0 1 0 0 0,-1-1 0 0 0,1 1-1 0 0,-5 2 1 0 0,4-2 28 0 0,1 1-1 0 0,-1 0 0 0 0,1 0 1 0 0,-1 1-1 0 0,1-1 1 0 0,0 1-1 0 0,-5 7 1 0 0,7-9-141 0 0,1-1 0 0 0,0 1 0 0 0,-1 0 0 0 0,1 0 1 0 0,0 0-1 0 0,0 1 0 0 0,0-1 0 0 0,1 0 0 0 0,-1 0 1 0 0,1 0-1 0 0,-1 0 0 0 0,1 1 0 0 0,-1-1 0 0 0,1 0 1 0 0,0 1-1 0 0,0-1 0 0 0,0 0 0 0 0,1 1 0 0 0,-1-1 1 0 0,1 3-1 0 0,4 5-7546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8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96 2303 0 0,'-1'-4'-141'0'0,"1"3"222"0"0,0 1-1 0 0,0 0 1 0 0,0-1-1 0 0,-1 1 1 0 0,1-1 0 0 0,0 1-1 0 0,0-1 1 0 0,0 1 0 0 0,0-1-1 0 0,0 0 1 0 0,0 1-1 0 0,0-1 1 0 0,0 1 0 0 0,0-1-1 0 0,0 1 1 0 0,0-1-1 0 0,1 0 1 0 0,4 0 3726 0 0,7 4 3515 0 0,-3 0-6771 0 0,1 0 0 0 0,-1-1 0 0 0,1 0 0 0 0,0 0 0 0 0,0-1 0 0 0,-1 0 0 0 0,1-1 0 0 0,19-2 0 0 0,-9-3-322 0 0,0-1 0 0 0,0-1 0 0 0,-1 0 0 0 0,0-2 0 0 0,0 0 0 0 0,-1-1 0 0 0,30-22 0 0 0,-30 22 14 0 0,-18 10-240 0 0,0 0 0 0 0,0 0 0 0 0,0 0 0 0 0,1 0 1 0 0,-1 0-1 0 0,0 0 0 0 0,0 0 0 0 0,0 0 0 0 0,0 0 1 0 0,1 0-1 0 0,-1 0 0 0 0,0 0 0 0 0,0 0 0 0 0,0 0 0 0 0,0 0 1 0 0,0 0-1 0 0,1 0 0 0 0,-1 0 0 0 0,0 0 0 0 0,0 0 1 0 0,0 0-1 0 0,0 1 0 0 0,0-1 0 0 0,1 0 0 0 0,-1 0 1 0 0,0 0-1 0 0,0 0 0 0 0,0 0 0 0 0,0 0 0 0 0,0 0 1 0 0,0 1-1 0 0,0-1 0 0 0,0 0 0 0 0,0 0 0 0 0,1 0 1 0 0,-4 12 11 0 0,-10 24 106 0 0,1 0 0 0 0,2 0 1 0 0,-11 68-1 0 0,19-72-12 0 0,1 0 0 0 0,1 0 0 0 0,2 1-1 0 0,6 38 1 0 0,2-38-41 0 0,-9-30-64 0 0,0-1 0 0 0,0 1 0 0 0,0-1 0 0 0,1 1 0 0 0,-1-1 0 0 0,1 0 0 0 0,-1 0 0 0 0,1 0 0 0 0,0 0 0 0 0,3 3 0 0 0,-4-5-98 0 0,0 1 1 0 0,-1-1-1 0 0,1 1 0 0 0,0-1 1 0 0,0 0-1 0 0,0 0 0 0 0,0 0 0 0 0,0 1 1 0 0,0-1-1 0 0,0 0 0 0 0,0 0 0 0 0,0 0 1 0 0,0 0-1 0 0,0-1 0 0 0,-1 1 1 0 0,3 0-1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8.2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0 140 10591 0 0,'3'-2'476'0'0,"-1"0"0"0"0,0 0-1 0 0,0 0 1 0 0,1 1 0 0 0,-1-1 0 0 0,1 0-1 0 0,0 1 1 0 0,-1 0 0 0 0,1 0-1 0 0,5-2 1 0 0,2-1 630 0 0,90-44 5201 0 0,53-13-6140 0 0,-130 54-332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1:10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1109 455 0 0,'-13'-3'559'0'0,"-3"-2"878"0"0,17 2-812 0 0,11-3-286 0 0,53-20 502 0 0,21-7-253 0 0,-71 28-514 0 0,-1 2-1 0 0,1 0 1 0 0,0 0-1 0 0,20 0 0 0 0,28 4 223 0 0,112 17 0 0 0,-101-8-94 0 0,72 7 32 0 0,192 49 1 0 0,-268-48-208 0 0,1-3-1 0 0,1-3 1 0 0,89 4 0 0 0,429-24 567 0 0,-461 2-226 0 0,161 12 0 0 0,13 6 39 0 0,-4 1-120 0 0,293-14 11 0 0,-450-3-301 0 0,105-8 22 0 0,-160 2 144 0 0,38-6 428 0 0,146 2-1 0 0,-156 14 4 0 0,190-25-1 0 0,-284 22-493 0 0,0-1 1 0 0,0-1-1 0 0,0-2 0 0 0,-1 0 1 0 0,0 0-1 0 0,-1-2 1 0 0,1-1-1 0 0,-2 0 0 0 0,1-1 1 0 0,-2-1-1 0 0,1-1 0 0 0,-2 0 1 0 0,0-1-1 0 0,0-1 1 0 0,-2-1-1 0 0,1 0 0 0 0,22-36 1 0 0,-29 40 223 0 0,0-1 1 0 0,-1-1-1 0 0,-1 1 0 0 0,10-28 1 0 0,-14 34-192 0 0,-1 0 0 0 0,0 0-1 0 0,0 0 1 0 0,0 0 0 0 0,-1-1 0 0 0,0 1 0 0 0,0 0 0 0 0,-1 0 0 0 0,0 0-1 0 0,0 0 1 0 0,-1 0 0 0 0,-3-10 0 0 0,-58-120 679 0 0,12 32-772 0 0,32 58 1 0 0,-67-145-36 0 0,70 161 48 0 0,-2 1 0 0 0,-1 0 0 0 0,-44-52 1 0 0,24 46-4905 0 0,20 21-672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03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118 136 919 0 0,'-16'-6'14040'0'0,"15"1"-13541"0"0,1 1-1 0 0,0-1 1 0 0,0 1-1 0 0,0-1 1 0 0,0 0-1 0 0,1 1 1 0 0,1-7-1 0 0,2-3 708 0 0,-2 8-815 0 0,0-1 1 0 0,1 1-1 0 0,0-1 1 0 0,4-7-1 0 0,-5 11-350 0 0,0 1 0 0 0,0 0 1 0 0,0-1-1 0 0,0 1 0 0 0,0 0 0 0 0,0 0 1 0 0,0 1-1 0 0,1-1 0 0 0,-1 0 0 0 0,1 1 0 0 0,-1 0 1 0 0,1-1-1 0 0,5-1 0 0 0,-5 2-34 0 0,-1 1 0 0 0,0-1 0 0 0,1 0 0 0 0,-1 1 0 0 0,1-1 0 0 0,-1 1 0 0 0,1 0 0 0 0,-1-1 0 0 0,1 1 0 0 0,-1 1 0 0 0,1-1 1 0 0,-1 0-1 0 0,1 1 0 0 0,-1-1 0 0 0,0 1 0 0 0,1-1 0 0 0,-1 1 0 0 0,1 0 0 0 0,-1 0 0 0 0,0 0 0 0 0,0 1 0 0 0,0-1 0 0 0,0 0 0 0 0,0 1 0 0 0,0 0 0 0 0,0-1 0 0 0,0 1 0 0 0,0 0 0 0 0,-1 0 0 0 0,1 0 0 0 0,-1 0 0 0 0,1 0 0 0 0,-1 0 0 0 0,1 3 0 0 0,2 3 14 0 0,-1 0 0 0 0,-1 0 0 0 0,1 0 0 0 0,-2 0 0 0 0,1 0 0 0 0,-1 0 0 0 0,0 1 0 0 0,0-1 0 0 0,-2 10 0 0 0,0-6-21 0 0,0 0 0 0 0,-2 0 0 0 0,1 0 0 0 0,-1 0 0 0 0,-1-1 0 0 0,0 1 0 0 0,-1-1 0 0 0,0 0 0 0 0,-1 0 0 0 0,-12 17 0 0 0,6-11 0 0 0,-1-1 0 0 0,-1 0 0 0 0,0-1 0 0 0,-1-1 0 0 0,-24 19 0 0 0,33-29 0 0 0,0 0 0 0 0,0-1 0 0 0,0 0 0 0 0,-13 5 0 0 0,17-7 0 0 0,0 0 0 0 0,-1 0 0 0 0,1-1 0 0 0,0 1 0 0 0,-1-1 0 0 0,1 1 0 0 0,0-1 0 0 0,-1 0 0 0 0,1 0 0 0 0,-1 0 0 0 0,1 0 0 0 0,0-1 0 0 0,-1 1 0 0 0,1 0 0 0 0,-1-1 0 0 0,1 0 0 0 0,-4-1 0 0 0,6 2 0 0 0,-1-1 0 0 0,1 1 0 0 0,0 0 0 0 0,-1 0 0 0 0,1-1 0 0 0,-1 1 0 0 0,1-1 0 0 0,-1 1 0 0 0,1 0 0 0 0,0-1 0 0 0,-1 1 0 0 0,1-1 0 0 0,0 1 0 0 0,-1-1 0 0 0,1 1 0 0 0,0-1 0 0 0,0 1 0 0 0,0-1 0 0 0,-1 1 0 0 0,1-1 0 0 0,0 1 0 0 0,0-1 0 0 0,0 0 0 0 0,0 1 0 0 0,0-1 0 0 0,0 1 0 0 0,0-1 0 0 0,0 0 0 0 0,1-1 0 0 0,-1 0 0 0 0,1 1 0 0 0,0-1 0 0 0,-1 1 0 0 0,1-1 0 0 0,0 1 0 0 0,0 0 0 0 0,0-1 0 0 0,3-1 0 0 0,0-1 0 0 0,0 0 0 0 0,1 0 0 0 0,0 0 0 0 0,9-5 0 0 0,-7 6 17 0 0,1-1-1 0 0,0 2 1 0 0,0-1-1 0 0,0 1 1 0 0,0 0-1 0 0,0 1 1 0 0,0 0-1 0 0,0 0 1 0 0,1 1-1 0 0,-1 0 1 0 0,0 0-1 0 0,0 1 1 0 0,16 3-1 0 0,-12-1 12 0 0,1 1 0 0 0,-1 1 0 0 0,0-1 0 0 0,-1 2 0 0 0,0 0 0 0 0,1 0 0 0 0,-2 1 0 0 0,14 10 0 0 0,58 45 865 0 0,-82-62-885 0 0,0 0-1 0 0,1 0 1 0 0,-1 0 0 0 0,0 1-1 0 0,0-1 1 0 0,1 0 0 0 0,-1 0-1 0 0,0 0 1 0 0,1 0 0 0 0,-1 1-1 0 0,0-1 1 0 0,1 0 0 0 0,-1 0-1 0 0,0 0 1 0 0,1 0 0 0 0,-1 0-1 0 0,0 0 1 0 0,1 0-1 0 0,-1 0 1 0 0,0 0 0 0 0,1 0-1 0 0,-1 0 1 0 0,0 0 0 0 0,1 0-1 0 0,-1-1 1 0 0,0 1 0 0 0,1 0-1 0 0,-1 0 1 0 0,0 0 0 0 0,0 0-1 0 0,1 0 1 0 0,-1-1 0 0 0,0 1-1 0 0,1 0 1 0 0,-1 0 0 0 0,0-1-1 0 0,0 1 1 0 0,0 0-1 0 0,1 0 1 0 0,-1-1 0 0 0,0 1-1 0 0,0 0 1 0 0,0-1 0 0 0,1 1-1 0 0,-1 0 1 0 0,0 0 0 0 0,0-1-1 0 0,0 1 1 0 0,0 0 0 0 0,0-1-1 0 0,0 1 1 0 0,0 0 0 0 0,0-1-1 0 0,0 1 1 0 0,0-1 0 0 0,4-6 122 0 0,-8 4-380 0 0,-12-11-19 0 0,5 11-3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54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35 550 2303 0 0,'-4'-4'682'0'0,"0"0"-1"0"0,1-1 0 0 0,0 1 0 0 0,0-1 0 0 0,0 0 0 0 0,1 0 0 0 0,0 0 0 0 0,-1 0 0 0 0,2 0 0 0 0,-1 0 0 0 0,1-1 0 0 0,-1 1 0 0 0,1-9 0 0 0,1 13-399 0 0,0 0 0 0 0,0 0 0 0 0,0 0 0 0 0,0 0 0 0 0,0 0 0 0 0,0 0 0 0 0,1 0 0 0 0,-1 0 0 0 0,0 0 0 0 0,1 0 0 0 0,-1 0 1 0 0,1 0-1 0 0,-1 0 0 0 0,1 1 0 0 0,-1-1 0 0 0,1 0 0 0 0,-1 0 0 0 0,1 0 0 0 0,0 1 0 0 0,0-1 0 0 0,-1 0 0 0 0,1 1 0 0 0,0-1 0 0 0,0 0 0 0 0,0 1 0 0 0,0-1 0 0 0,1 1 0 0 0,-2-1 25 0 0,1 2-254 0 0,-1-1 0 0 0,0 0 0 0 0,0 0 0 0 0,1 0 0 0 0,-1 0-1 0 0,0 0 1 0 0,0 0 0 0 0,1 0 0 0 0,-1 0 0 0 0,0 1 0 0 0,0-1 0 0 0,0 0-1 0 0,1 0 1 0 0,-1 0 0 0 0,0 0 0 0 0,0 1 0 0 0,0-1 0 0 0,0 0-1 0 0,0 0 1 0 0,1 0 0 0 0,-1 1 0 0 0,0-1 0 0 0,0 0 0 0 0,0 0 0 0 0,0 1-1 0 0,0-1 1 0 0,0 0 0 0 0,0 0 0 0 0,0 1 0 0 0,0-1 0 0 0,0 0-1 0 0,0 0 1 0 0,0 1 0 0 0,0 0-55 0 0,41 87 881 0 0,-19-47-809 0 0,-1 1 0 0 0,-3 1-1 0 0,23 78 1 0 0,-25-74 65 0 0,-14-42-118 0 0,0 1 0 0 0,0-1-1 0 0,1 0 1 0 0,0-1 0 0 0,0 1-1 0 0,7 8 1 0 0,-10-13-16 0 0,0 1 1 0 0,1-1-1 0 0,-1 1 0 0 0,1-1 0 0 0,-1 1 1 0 0,1-1-1 0 0,-1 0 0 0 0,1 1 0 0 0,-1-1 1 0 0,1 0-1 0 0,-1 1 0 0 0,1-1 0 0 0,0 0 1 0 0,-1 0-1 0 0,1 1 0 0 0,-1-1 0 0 0,1 0 1 0 0,0 0-1 0 0,-1 0 0 0 0,1 0 0 0 0,-1 0 1 0 0,1 0-1 0 0,0 0 0 0 0,0 0 2 0 0,0-1 1 0 0,-1 1-1 0 0,1 0 1 0 0,-1-1-1 0 0,0 1 0 0 0,1-1 1 0 0,-1 1-1 0 0,1 0 0 0 0,-1-1 1 0 0,0 1-1 0 0,1-1 1 0 0,-1 1-1 0 0,0-1 0 0 0,1 0 1 0 0,-1 1-1 0 0,0-1 0 0 0,0 1 1 0 0,0-1-1 0 0,1 0 0 0 0,-1-3 14 0 0,1 0-1 0 0,-1 0 0 0 0,1 0 0 0 0,-1 0 0 0 0,0 0 1 0 0,-1-4-1 0 0,0-3 6 0 0,-3-11-16 0 0,1 1 0 0 0,2 0 1 0 0,0-1-1 0 0,2-24 0 0 0,6-3-6 0 0,8-96 0 0 0,-15 110 0 0 0,-3 0 0 0 0,-10-59 0 0 0,12 89 0 0 0,-12-64 0 0 0,-6-45 0 0 0,18 104 0 0 0,0 4 0 0 0,0 0 0 0 0,1 0 0 0 0,0-1 0 0 0,0 1 0 0 0,2-10 0 0 0,-2 14 0 0 0,1 0 0 0 0,-1 0 0 0 0,1 0 0 0 0,0 0 0 0 0,0 0 0 0 0,0 0 0 0 0,0 0 0 0 0,0 1 0 0 0,1-1 0 0 0,-1 0 0 0 0,0 1 0 0 0,1-1 0 0 0,0 1 0 0 0,-1-1 0 0 0,1 1 0 0 0,0 0 0 0 0,-1 0 0 0 0,1-1 0 0 0,0 1 0 0 0,3-1 0 0 0,12-4 0 0 0,0 0 0 0 0,0 2 0 0 0,0-1 0 0 0,0 2 0 0 0,1 1 0 0 0,-1 0 0 0 0,1 1 0 0 0,-1 1 0 0 0,20 2 0 0 0,51 5 0 0 0,-48-3 18 0 0,0-1 0 0 0,55-4-1 0 0,-74 0 37 0 0,59-9 195 0 0,-73 9-232 0 0,1-1 0 0 0,0 0 0 0 0,-1-1 0 0 0,0 1-1 0 0,0-1 1 0 0,0-1 0 0 0,0 1 0 0 0,7-6 0 0 0,-14 9-11 0 0,5-7 81 0 0,-5 4-61 0 0,-6 4-50 0 0,2 1-85 0 0,0-1-123 0 0,1 1 0 0 0,-1 0 1 0 0,1 0-1 0 0,-1 0 0 0 0,1 0 1 0 0,0 0-1 0 0,-4 4 0 0 0,-1 2-496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17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18 287 4607 0 0,'-3'-7'1402'0'0,"0"1"1"0"0,0-1-1 0 0,0 1 0 0 0,-2-10 0 0 0,5 13-1058 0 0,0 0 1 0 0,0 0-1 0 0,0 0 0 0 0,0 0 1 0 0,0 0-1 0 0,0 1 1 0 0,1-1-1 0 0,-1 0 1 0 0,1 0-1 0 0,0 0 0 0 0,0 0 1 0 0,2-4-1 0 0,7-9 284 0 0,0 1 0 0 0,0 0 0 0 0,2 1-1 0 0,0 0 1 0 0,17-16 0 0 0,-22 24-532 0 0,3-4 120 0 0,22-18 0 0 0,-30 26-195 0 0,1 0-1 0 0,-1 0 1 0 0,1 1 0 0 0,-1-1 0 0 0,1 1-1 0 0,0 0 1 0 0,-1 0 0 0 0,1 0 0 0 0,0 0 0 0 0,0 0-1 0 0,0 1 1 0 0,0-1 0 0 0,0 1 0 0 0,0 0 0 0 0,0 0-1 0 0,3 0 1 0 0,-5 0-18 0 0,1 1 0 0 0,-1-1 0 0 0,1 1 0 0 0,-1 0 0 0 0,1 0 1 0 0,-1-1-1 0 0,0 1 0 0 0,1 0 0 0 0,-1 0 0 0 0,0 0 0 0 0,0 0 0 0 0,0 1 0 0 0,0-1 0 0 0,0 0 0 0 0,0 0 0 0 0,0 1 0 0 0,0-1 0 0 0,0 1 0 0 0,0-1 0 0 0,-1 1 0 0 0,1-1 0 0 0,0 3 0 0 0,1 4-5 0 0,1 0-1 0 0,-2 0 0 0 0,2 9 0 0 0,-2-11 8 0 0,1 20-2 0 0,0 0 1 0 0,-1 0-1 0 0,-4 31 0 0 0,-17 77 35 0 0,9-89-71 0 0,-2 1 1 0 0,-1-2-1 0 0,-30 60 0 0 0,36-81 33 0 0,8-23 0 0 0,0 0 0 0 0,0 0 0 0 0,0 0 0 0 0,0 0 0 0 0,1 0 0 0 0,-1 0 0 0 0,0 0 0 0 0,0 0 0 0 0,0 0 0 0 0,0 0 0 0 0,0 0 0 0 0,0 0 0 0 0,0 0 0 0 0,0 0 0 0 0,0 0 0 0 0,0 0 0 0 0,0 0 0 0 0,0 0 0 0 0,0 0 0 0 0,0 0 0 0 0,0-1 0 0 0,0 1 0 0 0,0 0 0 0 0,0 0 0 0 0,0 0 0 0 0,0 0 0 0 0,0 0 0 0 0,0 1 0 0 0,1-1 0 0 0,-1 0 0 0 0,0 0 0 0 0,0 0 0 0 0,0 0 0 0 0,0 0 0 0 0,0 0 0 0 0,0 0 0 0 0,0 0 0 0 0,0 0 0 0 0,0 0 0 0 0,0 0 0 0 0,0 0 0 0 0,0 0 0 0 0,0 0 0 0 0,0 0 0 0 0,0 0 0 0 0,0 0 0 0 0,0 0 0 0 0,0 0 0 0 0,0 0 0 0 0,0 0 0 0 0,0 0 0 0 0,7-12 0 0 0,4-12 0 0 0,107-261 0 0 0,-5-13 278 0 0,-103 277-193 0 0,-7 18-20 0 0,-7 14-50 0 0,-77 236 219 0 0,72-208-217 0 0,1 0 0 0 0,2 1 1 0 0,2-1-1 0 0,1 63 0 0 0,3-93-2 0 0,1 0 0 0 0,0 0-1 0 0,1 0 1 0 0,0 0 0 0 0,0 0 0 0 0,1-1 0 0 0,0 1-1 0 0,4 8 1 0 0,-5-14-13 0 0,-1-1 0 0 0,0 1-1 0 0,1-1 1 0 0,0 0 0 0 0,-1 1-1 0 0,1-1 1 0 0,0 0 0 0 0,0 0-1 0 0,1 0 1 0 0,-1 0-1 0 0,0-1 1 0 0,0 1 0 0 0,1 0-1 0 0,-1-1 1 0 0,1 0 0 0 0,0 1-1 0 0,-1-1 1 0 0,1 0 0 0 0,0-1-1 0 0,0 1 1 0 0,-1 0 0 0 0,1-1-1 0 0,0 1 1 0 0,0-1 0 0 0,0 0-1 0 0,0 0 1 0 0,0 0 0 0 0,5-1-1 0 0,1-1-132 0 0,-1-1 1 0 0,0 0-1 0 0,1 0 0 0 0,-1 0 0 0 0,-1-1 1 0 0,1 0-1 0 0,0-1 0 0 0,-1 1 0 0 0,0-2 0 0 0,0 1 1 0 0,10-11-1 0 0,-6 4-1420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17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12 105 5063 0 0,'-12'0'496'0'0,"30"-3"3903"0"0,12-5-1917 0 0,-5 1-988 0 0,134-39 2767 0 0,-81 22-4769 0 0,-56 16-3754 0 0,0 0-1500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17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63 3223 0 0,'0'-10'-52'0'0,"0"-21"3095"0"0,0 30-2825 0 0,0 0 0 0 0,0 0 0 0 0,-1 0-1 0 0,1 0 1 0 0,0 0 0 0 0,0 0 0 0 0,-1 0 0 0 0,1 0 0 0 0,-1 0 0 0 0,1 0 0 0 0,0 0 0 0 0,-1 0-1 0 0,0 0 1 0 0,1 0 0 0 0,-1 0 0 0 0,0 1 0 0 0,1-1 0 0 0,-1 0 0 0 0,0 0 0 0 0,0 1 0 0 0,0-1 0 0 0,1 1-1 0 0,-3-2 1 0 0,2 2-49 0 0,0 0-1 0 0,0 0 1 0 0,0 0 0 0 0,0 0-1 0 0,0 0 1 0 0,0 0-1 0 0,0 1 1 0 0,0-1-1 0 0,0 0 1 0 0,0 0 0 0 0,0 1-1 0 0,0-1 1 0 0,0 0-1 0 0,0 1 1 0 0,0-1-1 0 0,0 1 1 0 0,1 0-1 0 0,-1-1 1 0 0,0 1 0 0 0,0 0-1 0 0,1-1 1 0 0,-2 2-1 0 0,-15 19 1261 0 0,-1 5-891 0 0,2 1 0 0 0,0 1 0 0 0,2 0 0 0 0,1 1 0 0 0,1 1 0 0 0,2 0 0 0 0,-11 53 0 0 0,18-68-403 0 0,1 0 0 0 0,1 1 0 0 0,1 24 0 0 0,0-34-115 0 0,1-1 0 0 0,0 1 0 0 0,0 0 0 0 0,0-1 0 0 0,1 1 0 0 0,-1-1 0 0 0,1 1 0 0 0,1-1 0 0 0,-1 0 0 0 0,1 0 0 0 0,0 0 0 0 0,7 9 0 0 0,-9-13-52 0 0,1 0 1 0 0,-1 1-1 0 0,0-1 1 0 0,1 0 0 0 0,-1 0-1 0 0,1 0 1 0 0,0 0-1 0 0,-1-1 1 0 0,1 1 0 0 0,0 0-1 0 0,3 0 1 0 0,12 0-5779 0 0,-4-2-921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18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66 3223 0 0,'0'-2'120'0'0,"0"0"-1"0"0,0 0 0 0 0,1 0 1 0 0,-1 0-1 0 0,1 0 0 0 0,-1 0 1 0 0,1 0-1 0 0,0 0 0 0 0,0 0 1 0 0,0 0-1 0 0,0 0 0 0 0,0 1 1 0 0,0-1-1 0 0,0 0 0 0 0,1 0 1 0 0,-1 1-1 0 0,0-1 0 0 0,1 1 1 0 0,0 0-1 0 0,-1-1 0 0 0,4-1 1 0 0,0 0 728 0 0,-1 0 0 0 0,2 0 0 0 0,-1 0 1 0 0,0 1-1 0 0,0 0 0 0 0,1 0 0 0 0,-1 0 0 0 0,1 0 1 0 0,7 0-1 0 0,-12 2-696 0 0,1 0 0 0 0,-1 0 1 0 0,1 0-1 0 0,0 0 0 0 0,-1 0 1 0 0,1 0-1 0 0,0 0 0 0 0,-1 1 0 0 0,1-1 1 0 0,-1 1-1 0 0,1-1 0 0 0,-1 1 1 0 0,1-1-1 0 0,-1 1 0 0 0,1 0 1 0 0,-1 0-1 0 0,1 0 0 0 0,-1 0 0 0 0,0 0 1 0 0,0 0-1 0 0,0 0 0 0 0,1 0 1 0 0,-1 1-1 0 0,0-1 0 0 0,0 0 0 0 0,-1 1 1 0 0,1-1-1 0 0,0 0 0 0 0,0 1 1 0 0,-1-1-1 0 0,1 1 0 0 0,-1-1 0 0 0,1 1 1 0 0,-1 0-1 0 0,1-1 0 0 0,-1 1 1 0 0,0 2-1 0 0,0 0-78 0 0,1 0-1 0 0,-1 1 1 0 0,0-1-1 0 0,-1 0 1 0 0,1 1 0 0 0,-1-1-1 0 0,0 0 1 0 0,0 1 0 0 0,0-1-1 0 0,-1 0 1 0 0,1 0 0 0 0,-1 0-1 0 0,0 0 1 0 0,-5 7 0 0 0,-3 2-37 0 0,0 0 1 0 0,-19 19-1 0 0,13-16 27 0 0,3-4-64 0 0,10-9 0 0 0,0-1 0 0 0,0 1 0 0 0,0 0 0 0 0,0 0 0 0 0,0 1 0 0 0,-3 5 0 0 0,6-9 0 0 0,0 1 0 0 0,0-1 0 0 0,0 0 0 0 0,-1 0 0 0 0,1 1 0 0 0,0-1 0 0 0,0 0 0 0 0,0 1 0 0 0,0-1 0 0 0,0 0 0 0 0,0 0 0 0 0,0 1 0 0 0,0-1 0 0 0,0 0 0 0 0,0 1 0 0 0,0-1 0 0 0,0 0 0 0 0,0 0 0 0 0,0 1 0 0 0,0-1 0 0 0,0 0 0 0 0,0 1 0 0 0,1-1 0 0 0,-1 0 0 0 0,0 0 0 0 0,0 1 0 0 0,0-1 0 0 0,0 0 0 0 0,1 0 0 0 0,-1 1 0 0 0,0-1 0 0 0,0 0 0 0 0,0 0 0 0 0,1 1 0 0 0,12 3 0 0 0,14-4 0 0 0,4-4 46 0 0,40-11 0 0 0,-1 0-2 0 0,-64 14-156 0 0,21-5-155 0 0,-11-3-3332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18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1839 0 0,'1'-9'867'0'0,"0"0"-1"0"0,1 1 1 0 0,3-13-1 0 0,-4 19-663 0 0,-1 0 0 0 0,1 0 0 0 0,0 0 0 0 0,0 0 0 0 0,0 0 0 0 0,0 0 0 0 0,0 0 0 0 0,1 1 0 0 0,-1-1 0 0 0,0 0 0 0 0,1 1 0 0 0,0-1 0 0 0,-1 1 0 0 0,1-1 1 0 0,0 1-1 0 0,-1 0 0 0 0,1 0 0 0 0,0 0 0 0 0,0 0 0 0 0,2-1 0 0 0,-3 2 28 0 0,0 0 0 0 0,0 0 0 0 0,1 0 0 0 0,-1 0 0 0 0,0 0 1 0 0,0 0-1 0 0,0 0 0 0 0,0 0 0 0 0,0 1 0 0 0,0-1 0 0 0,0 0 1 0 0,0 1-1 0 0,0-1 0 0 0,0 1 0 0 0,0-1 0 0 0,0 1 0 0 0,0-1 0 0 0,0 1 1 0 0,0 0-1 0 0,-1-1 0 0 0,1 1 0 0 0,0 0 0 0 0,0 0 0 0 0,-1 0 1 0 0,2 1-1 0 0,15 26 2525 0 0,-15-24-2394 0 0,7 18 210 0 0,0 1 0 0 0,-1-1 1 0 0,-1 1-1 0 0,-1 0 0 0 0,-1 1 1 0 0,2 27-1 0 0,-6-35-493 0 0,0 0 0 0 0,-1 0 0 0 0,-1 1 0 0 0,-1-1 0 0 0,0 0 0 0 0,-4 16 0 0 0,3-22-58 0 0,-1 0 0 0 0,1 0 1 0 0,-2 0-1 0 0,1-1 1 0 0,-2 0-1 0 0,1 0 0 0 0,-1 0 1 0 0,0 0-1 0 0,-1-1 1 0 0,-8 8-1 0 0,7-8 0 0 0,2-1 16 0 0,-1-1 0 0 0,-14 11 0 0 0,21-17-44 0 0,0 0-1 0 0,0 0 0 0 0,0 1 1 0 0,0-1-1 0 0,0 0 0 0 0,-1 0 1 0 0,1 0-1 0 0,0 0 1 0 0,0 0-1 0 0,0 0 0 0 0,0 0 1 0 0,0 0-1 0 0,-1 0 0 0 0,1 0 1 0 0,0 0-1 0 0,0 0 1 0 0,0 0-1 0 0,0 0 0 0 0,-1 0 1 0 0,1 0-1 0 0,0 0 0 0 0,0 0 1 0 0,0 0-1 0 0,0 0 1 0 0,0 0-1 0 0,-1 0 0 0 0,1 0 1 0 0,0-1-1 0 0,0 1 0 0 0,0 0 1 0 0,0 0-1 0 0,0 0 1 0 0,-1 0-1 0 0,1 0 0 0 0,0 0 1 0 0,0 0-1 0 0,0-1 0 0 0,0 1 1 0 0,0 0-1 0 0,0 0 1 0 0,0 0-1 0 0,0 0 0 0 0,0 0 1 0 0,0-1-1 0 0,0 1 0 0 0,-1 0 1 0 0,1 0-1 0 0,0 0 1 0 0,0 0-1 0 0,0-1 0 0 0,0 1 1 0 0,0 0-1 0 0,0 0 0 0 0,0 0 1 0 0,2-4-582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3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60 5983 0 0,'0'0'117'0'0,"0"0"-1"0"0,-1 0 0 0 0,1-1 0 0 0,0 1 1 0 0,0 0-1 0 0,-1 0 0 0 0,1 0 0 0 0,0-1 1 0 0,0 1-1 0 0,-1 0 0 0 0,1-1 0 0 0,0 1 1 0 0,0 0-1 0 0,0-1 0 0 0,-1 1 0 0 0,1 0 1 0 0,0 0-1 0 0,0-1 0 0 0,0 1 0 0 0,0-1 1 0 0,0 1-1 0 0,0 0 0 0 0,0-1 0 0 0,0 1 1 0 0,0 0-1 0 0,0-1 0 0 0,0 1 0 0 0,0 0 1 0 0,0-1-1 0 0,0 1 0 0 0,0 0 0 0 0,0-1 1 0 0,0 1-1 0 0,0 0 0 0 0,1-1 0 0 0,-1 1 1 0 0,0 0-1 0 0,0-1 0 0 0,0 1 0 0 0,1 0 1 0 0,-1 0-1 0 0,0-1 0 0 0,4-1 3285 0 0,2 0-2597 0 0,32-5 294 0 0,69-18 556 0 0,-98 22-1737 0 0,1 1 0 0 0,-1 0 0 0 0,1 1-1 0 0,15-1 1 0 0,-13 2-497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4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69 7831 0 0,'-3'0'696'0'0,"1"0"-560"0"0,4 0-136 0 0,-1 0 328 0 0,1 0 40 0 0,0 0 8 0 0,3-4 0 0 0,2 1 784 0 0,5-2 160 0 0,3-2 32 0 0,4-1 8 0 0,1-1-760 0 0,1-1-152 0 0,2 1-32 0 0,-1 1-4832 0 0,2 3-968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4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250 110 4143 0 0,'5'-12'990'0'0,"0"1"0"0"0,1 0 0 0 0,1 0 0 0 0,0 0 0 0 0,0 0 0 0 0,1 1 0 0 0,14-14 0 0 0,-21 23-849 0 0,-1 0 0 0 0,1 1 0 0 0,0-1 0 0 0,-1 1-1 0 0,1-1 1 0 0,0 0 0 0 0,-1 1 0 0 0,1-1 0 0 0,0 1-1 0 0,0 0 1 0 0,-1-1 0 0 0,1 1 0 0 0,0-1 0 0 0,0 1-1 0 0,0 0 1 0 0,0 0 0 0 0,-1-1 0 0 0,1 1 0 0 0,2 0-1 0 0,-3 0-69 0 0,1 1 0 0 0,-1-1-1 0 0,1 0 1 0 0,-1 0-1 0 0,0 1 1 0 0,1-1-1 0 0,-1 1 1 0 0,1-1-1 0 0,-1 0 1 0 0,0 1 0 0 0,1-1-1 0 0,-1 1 1 0 0,0-1-1 0 0,1 0 1 0 0,-1 1-1 0 0,0-1 1 0 0,0 1-1 0 0,0-1 1 0 0,1 1 0 0 0,-1-1-1 0 0,0 1 1 0 0,0-1-1 0 0,0 2 1 0 0,1 3 145 0 0,-1 0 0 0 0,1 0 0 0 0,-1 1 0 0 0,-1 8 0 0 0,-2 1-97 0 0,0-1 0 0 0,0 1 0 0 0,-2-1 0 0 0,0 0 0 0 0,-6 14 0 0 0,-4 2 21 0 0,-20 32 0 0 0,20-38-90 0 0,-1-1-1 0 0,-1-1 1 0 0,-1 0-1 0 0,-1-1 1 0 0,-1-1-1 0 0,-30 24 1 0 0,46-41-39 0 0,0 0 0 0 0,0-1 0 0 0,0 1 0 0 0,-1-1-1 0 0,1 0 1 0 0,-1 0 0 0 0,1-1 0 0 0,-1 1 0 0 0,0-1 0 0 0,-6 1 0 0 0,9-2-8 0 0,0 0-1 0 0,0 0 1 0 0,1 0-1 0 0,-1 0 1 0 0,0 0-1 0 0,0-1 1 0 0,0 1 0 0 0,1-1-1 0 0,-1 1 1 0 0,0-1-1 0 0,0 0 1 0 0,1 1-1 0 0,-1-1 1 0 0,1 0 0 0 0,-1 0-1 0 0,1 0 1 0 0,-1 0-1 0 0,1-1 1 0 0,-1 1-1 0 0,1 0 1 0 0,0 0 0 0 0,0-1-1 0 0,0 1 1 0 0,-1-1-1 0 0,1 1 1 0 0,1-1 0 0 0,-1 0-1 0 0,0 1 1 0 0,0-1-1 0 0,0-2 1 0 0,-1-2 0 0 0,1 1 0 0 0,0-1 1 0 0,0 1-1 0 0,0-1 0 0 0,1 0 0 0 0,0 1 1 0 0,0-1-1 0 0,0 0 0 0 0,1 1 1 0 0,0-1-1 0 0,0 1 0 0 0,0-1 0 0 0,1 1 1 0 0,0-1-1 0 0,2-5 0 0 0,1 1 7 0 0,0 0-1 0 0,1 0 1 0 0,0 1-1 0 0,0 0 1 0 0,1 0-1 0 0,13-14 1 0 0,-15 19 59 0 0,0-1 0 0 0,0 1 1 0 0,1 0-1 0 0,-1 0 0 0 0,1 1 1 0 0,0-1-1 0 0,0 1 0 0 0,1 1 1 0 0,-1-1-1 0 0,0 1 0 0 0,1 0 1 0 0,-1 1-1 0 0,12-2 0 0 0,-13 2-12 0 0,1 1-1 0 0,0 0 0 0 0,-1 0 1 0 0,1 1-1 0 0,0-1 1 0 0,-1 1-1 0 0,1 1 0 0 0,-1-1 1 0 0,1 1-1 0 0,-1 0 1 0 0,0 0-1 0 0,0 0 0 0 0,0 1 1 0 0,0-1-1 0 0,0 1 0 0 0,7 6 1 0 0,2 5 33 0 0,0 0 0 0 0,-1 1 0 0 0,-1 0-1 0 0,0 1 1 0 0,-1 1 0 0 0,10 19 0 0 0,-19-32 22 0 0,1 0 0 0 0,-1-1-1 0 0,1 1 1 0 0,0 0 0 0 0,1-1-1 0 0,-1 1 1 0 0,0-1 0 0 0,1 0-1 0 0,0 0 1 0 0,7 4 0 0 0,-8-6-206 0 0,0 0 0 0 0,-1 0 0 0 0,1 0 0 0 0,0 0 0 0 0,0 0 0 0 0,0-1 1 0 0,5 1-1 0 0,-5-1-495 0 0,0 0 1 0 0,-1 0 0 0 0,1 0 0 0 0,0-1-1 0 0,-1 1 1 0 0,1-1 0 0 0,0 0-1 0 0,-1 0 1 0 0,4-2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5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5983 0 0,'1'0'169'0'0,"-1"-1"0"0"0,0 1-1 0 0,1-1 1 0 0,-1 1-1 0 0,0 0 1 0 0,1-1-1 0 0,-1 1 1 0 0,0 0 0 0 0,1-1-1 0 0,-1 1 1 0 0,1 0-1 0 0,-1-1 1 0 0,0 1 0 0 0,1 0-1 0 0,-1 0 1 0 0,1-1-1 0 0,-1 1 1 0 0,1 0-1 0 0,-1 0 1 0 0,1 0 0 0 0,-1 0-1 0 0,1 0 1 0 0,-1 0-1 0 0,1 0 1 0 0,-1 0 0 0 0,1 0-1 0 0,0 0 1 0 0,21-1 2606 0 0,-15 1-1791 0 0,48-5 3153 0 0,37-2-3308 0 0,-87 8-2317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5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4607 0 0,'0'0'354'0'0,"15"3"3968"0"0,23-2 1661 0 0,19-7-3332 0 0,-40 4-2387 0 0,11-2-5251 0 0,-13 2-672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5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1 322 3223 0 0,'9'-24'2124'0'0,"1"1"-1"0"0,20-31 0 0 0,9-22 3306 0 0,-28 48-3242 0 0,-1 0-1 0 0,11-56 1 0 0,-20 80-1770 0 0,-1 4-77 0 0,-2 24-224 0 0,4 140 376 0 0,0 9 287 0 0,-4-148-681 0 0,0 21 181 0 0,2-42-259 0 0,0 1 0 0 0,1-1 0 0 0,-1 0 0 0 0,1 1 0 0 0,0-1 0 0 0,0 0 0 0 0,4 8 0 0 0,-5-11-42 0 0,1 0 0 0 0,0 0-1 0 0,0 0 1 0 0,-1-1 0 0 0,1 1 0 0 0,0 0-1 0 0,0 0 1 0 0,0 0 0 0 0,0-1 0 0 0,2 2-1 0 0,5 5-244 0 0,-7-4 75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27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32 242 2759 0 0,'-32'-6'5566'0'0,"46"5"-2922"0"0,24-3 0 0 0,44-15-1245 0 0,-42 10-664 0 0,257-43 1523 0 0,4 17-1284 0 0,-195 24-758 0 0,-17 3-20 0 0,49-7 241 0 0,-103 10 54 0 0,63-18 0 0 0,-41 2 257 0 0,-50 18-623 0 0,-1 0 0 0 0,1-1-1 0 0,-1 0 1 0 0,0 0 0 0 0,0 0-1 0 0,6-6 1 0 0,-30 36-1406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1.1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224 253 6911 0 0,'0'-9'372'0'0,"1"-1"-1"0"0,4-16 0 0 0,-2 16 1284 0 0,-2 0 1 0 0,2-18-1 0 0,-3 19-1009 0 0,0 0 0 0 0,-1 1 0 0 0,-1-1 0 0 0,1 1 0 0 0,-1 0 0 0 0,-4-10 0 0 0,3 11-456 0 0,1 1 1 0 0,-1 0-1 0 0,-1 0 0 0 0,1 0 0 0 0,-1 0 0 0 0,0 0 0 0 0,-1 1 0 0 0,1-1 0 0 0,-1 1 1 0 0,0 0-1 0 0,0 1 0 0 0,-1-1 0 0 0,-5-3 0 0 0,9 7-176 0 0,0 0 0 0 0,0-1 0 0 0,-1 1 0 0 0,1 0 0 0 0,0 1 0 0 0,0-1 0 0 0,-1 0 0 0 0,1 1 0 0 0,0-1 0 0 0,-1 1 0 0 0,1-1 0 0 0,0 1 0 0 0,-1 0 0 0 0,1 0 0 0 0,-1 1 0 0 0,1-1 0 0 0,-4 1 0 0 0,3 0-8 0 0,0 0-1 0 0,0 0 1 0 0,0 1 0 0 0,0 0 0 0 0,0-1 0 0 0,1 1 0 0 0,-1 0 0 0 0,1 0 0 0 0,-1 0 0 0 0,1 0 0 0 0,-4 5 0 0 0,2-2-3 0 0,0 1 0 0 0,0 0 1 0 0,1 0-1 0 0,-1 0 0 0 0,1 0 1 0 0,1 1-1 0 0,-1-1 0 0 0,1 1 1 0 0,0 0-1 0 0,1-1 1 0 0,-2 11-1 0 0,3 32 229 0 0,11 94 0 0 0,-6-98-67 0 0,-1 1 0 0 0,-4 74-1 0 0,-33 80 117 0 0,5-46-166 0 0,27-141-56 0 0,0 0 0 0 0,0 15-1 0 0,1-25-51 0 0,0-1 0 0 0,0 1 0 0 0,0 0 0 0 0,1-1-1 0 0,-1 1 1 0 0,1-1 0 0 0,-1 1 0 0 0,1 0 0 0 0,0-1 0 0 0,0 0-1 0 0,0 1 1 0 0,1-1 0 0 0,-1 1 0 0 0,0-1 0 0 0,1 0 0 0 0,-1 0-1 0 0,5 4 1 0 0,-4-5 8 0 0,0 0 0 0 0,1 0 0 0 0,-1 0 0 0 0,1 0 0 0 0,-1-1 0 0 0,0 1 0 0 0,1-1 0 0 0,0 1 0 0 0,-1-1 0 0 0,1 0 0 0 0,-1 0 0 0 0,1 0-1 0 0,-1 0 1 0 0,1-1 0 0 0,-1 1 0 0 0,1-1 0 0 0,-1 1 0 0 0,5-3 0 0 0,2 0 42 0 0,-1-1 0 0 0,0 1 0 0 0,0-2-1 0 0,8-4 1 0 0,8-9-375 0 0,37-35 0 0 0,-59 51 280 0 0,11-10-808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1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11 354 4143 0 0,'-1'-2'101'0'0,"-1"0"0"0"0,1-1 0 0 0,0 1 0 0 0,0 0 0 0 0,0-1 0 0 0,0 1 0 0 0,0-1 0 0 0,1 0 0 0 0,-1 1 0 0 0,1-1 0 0 0,-1 1 0 0 0,1-1 0 0 0,0 0 0 0 0,0 1 0 0 0,0-1 0 0 0,1-3 0 0 0,1-6 1003 0 0,1 1-1 0 0,5-17 1 0 0,-4 15-337 0 0,10-33 2103 0 0,-1 4 426 0 0,13-78-1 0 0,-25 120-3281 0 0,-1-6 361 0 0,1 0-1 0 0,0 0 1 0 0,4-11-1 0 0,-1 34 346 0 0,-4 168-109 0 0,-2-126-462 0 0,-7 28 128 0 0,1 10-15 0 0,8-96-253 0 0,0 0 0 0 0,0 1 0 0 0,0-1 0 0 0,0 0-1 0 0,0 0 1 0 0,1 1 0 0 0,-1-1 0 0 0,0 0 0 0 0,1 0 0 0 0,-1 1 0 0 0,1 1 0 0 0,0-3-49 0 0,-1 0 0 0 0,1 1-1 0 0,-1-1 1 0 0,1 0 0 0 0,-1 1 0 0 0,1-1-1 0 0,-1 0 1 0 0,1 0 0 0 0,-1 1 0 0 0,1-1-1 0 0,-1 0 1 0 0,1 0 0 0 0,-1 0 0 0 0,1 0-1 0 0,-1 0 1 0 0,1 0 0 0 0,-1 0 0 0 0,1 0-1 0 0,0 0 1 0 0,-1 0 0 0 0,1 0 0 0 0,-1 0-1 0 0,1 0 1 0 0,-1 0 0 0 0,1 0 0 0 0,-1-1-1 0 0,1 1 1 0 0,0 0 0 0 0,7-4-1095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1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7367 0 0,'0'5'370'0'0,"-1"0"-1"0"0,0 0 0 0 0,1 0 0 0 0,0 0 1 0 0,0-1-1 0 0,1 1 0 0 0,0 0 0 0 0,-1 0 1 0 0,4 9-1 0 0,1 10 1242 0 0,-1 8 1308 0 0,5 46 1457 0 0,-8-67-4133 0 0,-1 0 1 0 0,-1 1-1 0 0,0-1 1 0 0,-4 21-1 0 0,5-32-285 0 0,-4 20 199 0 0,4-19-278 0 0,0 0 1 0 0,0-1-1 0 0,-1 1 0 0 0,1 0 1 0 0,0 0-1 0 0,0-1 1 0 0,0 1-1 0 0,0 0 0 0 0,0 0 1 0 0,1-1-1 0 0,-1 1 1 0 0,0 0-1 0 0,0 0 0 0 0,0-1 1 0 0,1 1-1 0 0,-1 0 1 0 0,0-1-1 0 0,1 1 0 0 0,-1 0 1 0 0,0-1-1 0 0,2 2 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2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 5983 0 0,'1'-4'262'0'0,"1"1"0"0"0,-1 0 0 0 0,1 0-1 0 0,0 1 1 0 0,0-1 0 0 0,0 0 0 0 0,0 0-1 0 0,0 1 1 0 0,1-1 0 0 0,-1 1-1 0 0,1 0 1 0 0,0 0 0 0 0,3-2 0 0 0,1-1 539 0 0,-1 2 1 0 0,1-1-1 0 0,0 1 1 0 0,0 0-1 0 0,7-3 1 0 0,-10 5-601 0 0,-1 0 0 0 0,0 1 1 0 0,1-1-1 0 0,-1 1 1 0 0,0-1-1 0 0,1 1 0 0 0,-1 0 1 0 0,0 1-1 0 0,1-1 1 0 0,-1 0-1 0 0,0 1 0 0 0,1 0 1 0 0,-1 0-1 0 0,0 0 1 0 0,0 0-1 0 0,1 0 0 0 0,-1 1 1 0 0,0-1-1 0 0,0 1 1 0 0,-1 0-1 0 0,1 0 1 0 0,0 0-1 0 0,-1 0 0 0 0,1 0 1 0 0,-1 1-1 0 0,0-1 1 0 0,1 1-1 0 0,-1-1 0 0 0,0 1 1 0 0,-1 0-1 0 0,1 0 1 0 0,2 5-1 0 0,-1 0-119 0 0,0-1 0 0 0,-1 0 1 0 0,0 0-1 0 0,0 1 0 0 0,-1-1 0 0 0,0 1 0 0 0,0 0 1 0 0,0-1-1 0 0,-1 1 0 0 0,0-1 0 0 0,-1 1 0 0 0,0 0 1 0 0,-3 12-1 0 0,0-9-57 0 0,0 0 1 0 0,-1 0 0 0 0,0 0-1 0 0,0 0 1 0 0,-2-1-1 0 0,1 0 1 0 0,-1-1-1 0 0,0 1 1 0 0,-1-1 0 0 0,0 0-1 0 0,-1-1 1 0 0,0 0-1 0 0,0-1 1 0 0,0 0 0 0 0,-12 7-1 0 0,20-13-25 0 0,-1-1 0 0 0,1 1 0 0 0,0-1 0 0 0,0 1 0 0 0,0-1 0 0 0,0 1 0 0 0,-1-1 0 0 0,1 0 0 0 0,0 1 0 0 0,0-1 0 0 0,-1 0 0 0 0,-1 0 0 0 0,2 0 0 0 0,1 0 0 0 0,0 0 0 0 0,-1-1 0 0 0,1 1 0 0 0,-1 0 0 0 0,1 0 0 0 0,0 0 0 0 0,-1 0 0 0 0,1-1 0 0 0,0 1 0 0 0,-1 0 0 0 0,1 0 0 0 0,0-1 0 0 0,0 1 0 0 0,-1 0 0 0 0,1-1 0 0 0,0 1 0 0 0,0 0 0 0 0,-1-1 0 0 0,1 1 0 0 0,0 0 0 0 0,0-1 0 0 0,0 1 0 0 0,0-1 0 0 0,0 1 0 0 0,-1-1 0 0 0,1-1 0 0 0,0 0 0 0 0,0 0 0 0 0,0 0 0 0 0,1 0 0 0 0,-1 0 0 0 0,0 0 0 0 0,1 0 0 0 0,-1 0 0 0 0,1 0 0 0 0,0 0 0 0 0,-1 0 0 0 0,1 1 0 0 0,0-1 0 0 0,2-2 0 0 0,-1 0 0 0 0,2-1 0 0 0,-1 1 0 0 0,0 0 0 0 0,1 0 0 0 0,0 0 0 0 0,0 0 0 0 0,0 1 0 0 0,0-1 0 0 0,0 1 0 0 0,1 0 0 0 0,9-4 0 0 0,-12 6 0 0 0,1 0 0 0 0,0 0 0 0 0,-1 1 0 0 0,1-1 0 0 0,0 1 0 0 0,-1-1 0 0 0,1 1 0 0 0,0 0 0 0 0,-1 0 0 0 0,1 0 0 0 0,0 1 0 0 0,0-1 0 0 0,-1 1 0 0 0,1-1 0 0 0,-1 1 0 0 0,1 0 0 0 0,0 0 0 0 0,-1 0 0 0 0,1 0 0 0 0,-1 0 0 0 0,0 1 0 0 0,0-1 0 0 0,1 1 0 0 0,-1 0 0 0 0,2 2 0 0 0,6 5 0 0 0,13 19 0 0 0,-17-21 0 0 0,-1 0 0 0 0,1-1 0 0 0,0 0 0 0 0,1 1 0 0 0,-1-2 0 0 0,9 6 0 0 0,-13-9-24 0 0,0-1 0 0 0,-1 0 0 0 0,1 0-1 0 0,0 0 1 0 0,0 0 0 0 0,1 0 0 0 0,-1 0 0 0 0,0-1 0 0 0,0 1-1 0 0,0-1 1 0 0,0 1 0 0 0,1-1 0 0 0,-1 0 0 0 0,0 0-1 0 0,0 0 1 0 0,1 0 0 0 0,-1 0 0 0 0,0-1 0 0 0,0 1-1 0 0,0-1 1 0 0,1 1 0 0 0,-1-1 0 0 0,0 0 0 0 0,0 0 0 0 0,0 0-1 0 0,0 0 1 0 0,0 0 0 0 0,2-2 0 0 0,3-2-763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2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13 106 6447 0 0,'-13'-20'872'0'0,"14"20"-351"0"0,0 0 0 0 0,0 0 0 0 0,0-1 0 0 0,0 1 0 0 0,0 0 0 0 0,0 0 0 0 0,0 0 0 0 0,0 0 0 0 0,0 0 0 0 0,-1 0 0 0 0,1 1 0 0 0,0-1 0 0 0,0 0 0 0 0,0 0 0 0 0,1 1 0 0 0,33 9 1641 0 0,69 10-1 0 0,-84-18-1981 0 0,-1-1 1 0 0,1 0-1 0 0,-1-2 1 0 0,1 0-1 0 0,29-6 1 0 0,-36 4-59 0 0,1-1 1 0 0,-1-1 0 0 0,0 1 0 0 0,22-13 0 0 0,-28 14-91 0 0,-1-1 0 0 0,0-1 0 0 0,0 1 0 0 0,0-1 0 0 0,0 0 0 0 0,-1 0-1 0 0,0-1 1 0 0,0 1 0 0 0,0-1 0 0 0,5-9 0 0 0,-10 15-30 0 0,1 0 1 0 0,-1-1 0 0 0,0 1-1 0 0,0 0 1 0 0,1-1-1 0 0,-1 1 1 0 0,0-1-1 0 0,1 1 1 0 0,-1 0 0 0 0,0-1-1 0 0,0 1 1 0 0,0-1-1 0 0,0 1 1 0 0,0-1-1 0 0,1 1 1 0 0,-1-1 0 0 0,0 1-1 0 0,0-1 1 0 0,0 1-1 0 0,0-1 1 0 0,0 1-1 0 0,0-1 1 0 0,0 1 0 0 0,-1-1-1 0 0,1 1 1 0 0,0 0-1 0 0,0-1 1 0 0,0 1 0 0 0,0-1-1 0 0,-1 1 1 0 0,1-1-1 0 0,0 1 1 0 0,0 0-1 0 0,-1-2 1 0 0,0 2 3 0 0,1 0 0 0 0,-1 0 0 0 0,0 0 0 0 0,1 1 0 0 0,-1-1 0 0 0,0 0 0 0 0,1 0 0 0 0,-1 0 0 0 0,1 0 0 0 0,-1 1 0 0 0,0-1 1 0 0,1 0-1 0 0,-1 1 0 0 0,1-1 0 0 0,-1 0 0 0 0,1 1 0 0 0,-1-1 0 0 0,1 1 0 0 0,-1-1 0 0 0,1 1 0 0 0,0-1 0 0 0,-1 1 0 0 0,1-1 0 0 0,0 1 0 0 0,-1-1 0 0 0,0 2 0 0 0,-4 7 13 0 0,1 1-1 0 0,0-1 1 0 0,0 1-1 0 0,0 0 1 0 0,1 0-1 0 0,1 0 1 0 0,0 1-1 0 0,-1 12 1 0 0,0 89 177 0 0,4-75-175 0 0,1 93 18 0 0,20 133 1 0 0,-13-212 105 0 0,21 66 0 0 0,5 23 62 0 0,-34-135-189 0 0,0 0-1 0 0,0 1 1 0 0,-1-1-1 0 0,0 1 1 0 0,0-1-1 0 0,0 0 1 0 0,-2 9-1 0 0,1-13-11 0 0,1 0 0 0 0,0 0 0 0 0,-1 0 0 0 0,1 0 0 0 0,-1 0 0 0 0,1 0 1 0 0,-1 0-1 0 0,1 0 0 0 0,-1 0 0 0 0,0 0 0 0 0,0 0 0 0 0,1 0 0 0 0,-1-1 0 0 0,0 1 0 0 0,0 0 0 0 0,-2 1 0 0 0,2-2-2 0 0,-1 1 0 0 0,1-1 0 0 0,-1 0-1 0 0,1 1 1 0 0,-1-1 0 0 0,1 0 0 0 0,-1 0 0 0 0,1 0-1 0 0,-1 0 1 0 0,1 0 0 0 0,-1 0 0 0 0,1 0 0 0 0,-1 0 0 0 0,1-1-1 0 0,-4 0 1 0 0,-3-2 58 0 0,1-1 0 0 0,-1 0 0 0 0,1 0 0 0 0,0 0 0 0 0,0-1 0 0 0,0 0 0 0 0,-6-6 0 0 0,7 5-2 0 0,0 1 0 0 0,-1 0 0 0 0,0 1 0 0 0,0-1 0 0 0,0 1 0 0 0,0 1 0 0 0,-11-5 0 0 0,8 7-1751 0 0,10 2 1541 0 0,-1-1 0 0 0,1 0 0 0 0,0 0-1 0 0,0 1 1 0 0,0-1 0 0 0,0 0 0 0 0,0 0 0 0 0,-1 1-1 0 0,1-1 1 0 0,0 0 0 0 0,0 0 0 0 0,0 1 0 0 0,0-1-1 0 0,0 0 1 0 0,0 1 0 0 0,0-1 0 0 0,0 0 0 0 0,0 0-1 0 0,0 1 1 0 0,0-1 0 0 0,0 0 0 0 0,0 0 0 0 0,0 1-1 0 0,0-1 1 0 0,0 0 0 0 0,1 1 0 0 0,-1-1 0 0 0,0 0-1 0 0,0 0 1 0 0,0 1 0 0 0,0-1 0 0 0,0 0 0 0 0,1 0-1 0 0,-1 1 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3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4 8287 0 0,'1'-4'5369'0'0,"1"17"-127"0"0,-1 69-3247 0 0,-17 134-1 0 0,11-192-1966 0 0,4-20-19 0 0,-1 1 0 0 0,1-1 0 0 0,0 1 0 0 0,1-1 0 0 0,-1 1 0 0 0,1-1 0 0 0,0 1 0 0 0,0-1 0 0 0,0 1 0 0 0,1-1 0 0 0,2 9 0 0 0,-3-13-57 0 0,0 0 0 0 0,-1 0 0 0 0,1 0-1 0 0,0 0 1 0 0,0 0 0 0 0,0 0 0 0 0,0 0 0 0 0,0 0-1 0 0,0-1 1 0 0,0 1 0 0 0,0 0 0 0 0,0 0 0 0 0,0 0 0 0 0,0 0-1 0 0,0 0 1 0 0,0 0 0 0 0,0 0 0 0 0,0-1 0 0 0,0 1-1 0 0,0 0 1 0 0,0 0 0 0 0,0 0 0 0 0,0 0 0 0 0,0 0-1 0 0,0 0 1 0 0,0 0 0 0 0,0 0 0 0 0,0-1 0 0 0,1 1 0 0 0,-1 0-1 0 0,0 0 1 0 0,0 0 0 0 0,0 0 0 0 0,0 0 0 0 0,0 0-1 0 0,0 0 1 0 0,0 0 0 0 0,0 0 0 0 0,0 0 0 0 0,0 0 0 0 0,1 0-1 0 0,-1-1 1 0 0,0 1 0 0 0,0 0 0 0 0,0 0 0 0 0,0 0-1 0 0,0 0 1 0 0,0 0 0 0 0,0 0 0 0 0,0 0 0 0 0,1 0-1 0 0,-1 0 1 0 0,0 0 0 0 0,0 0 0 0 0,0 0 0 0 0,0 0 0 0 0,0 0-1 0 0,0 0 1 0 0,0 0 0 0 0,1 0 0 0 0,-1 1 0 0 0,0-1-1 0 0,0 0 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3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80 2759 0 0,'27'-7'8661'0'0,"35"0"-2140"0"0,-19 2-3645 0 0,116-29-404 0 0,-111 23-2350 0 0,-29 4-123 0 0,-16 6-32 0 0,0-1 1 0 0,0 1-1 0 0,0 0 0 0 0,0 0 0 0 0,0 1 0 0 0,0-1 1 0 0,0 0-1 0 0,0 1 0 0 0,0 0 0 0 0,0 0 1 0 0,0 0-1 0 0,0 0 0 0 0,4 1 0 0 0,-3 0-535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4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18 451 6911 0 0,'0'0'528'0'0,"0"0"-341"0"0,-1 0 789 0 0,-8-14 5063 0 0,8 9-5289 0 0,-1-1 1 0 0,1 0 0 0 0,-1 0 0 0 0,2 0 0 0 0,-1 0-1 0 0,1 1 1 0 0,0-12 0 0 0,7-41 865 0 0,9-13-1131 0 0,3 1 1 0 0,41-100-1 0 0,-60 170-485 0 0,1-1 0 0 0,-1 1 0 0 0,0-1 0 0 0,0 1 0 0 0,0-1 0 0 0,0 1 0 0 0,0-1 0 0 0,0 1 0 0 0,1-1 0 0 0,-1 1 0 0 0,0-1 0 0 0,0 1 0 0 0,1-1 0 0 0,-1 1 0 0 0,0 0 0 0 0,1-1 0 0 0,-1 1 0 0 0,1 0 0 0 0,-1-1 0 0 0,0 1 0 0 0,1 0 0 0 0,-1-1 0 0 0,1 1 0 0 0,0 0 0 0 0,2 11 0 0 0,-4 22 0 0 0,3 175 92 0 0,2-27-3 0 0,-4-125 29 0 0,-2 23 15 0 0,4-47-1026 0 0,-2-29 82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5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257 202 6447 0 0,'17'-36'390'0'0,"-13"28"65"0"0,0 0 0 0 0,0 0 0 0 0,2-10 0 0 0,-4 12-46 0 0,0 0 1 0 0,-1 1 0 0 0,0-1 0 0 0,-1 0 0 0 0,1 0-1 0 0,-1 0 1 0 0,0 0 0 0 0,-1 0 0 0 0,1 1-1 0 0,-3-10 1 0 0,2 12-201 0 0,0 0 0 0 0,0 1 1 0 0,0-1-1 0 0,-1 1 0 0 0,1-1 0 0 0,0 1 0 0 0,-1-1 0 0 0,0 1 0 0 0,0 0 0 0 0,0 0 1 0 0,0 0-1 0 0,0 0 0 0 0,0 0 0 0 0,0 0 0 0 0,0 1 0 0 0,-1-1 0 0 0,1 1 0 0 0,-1-1 1 0 0,1 1-1 0 0,-1 0 0 0 0,0 0 0 0 0,0 0 0 0 0,-4-1 0 0 0,-2 1 33 0 0,0 0 0 0 0,0 0-1 0 0,0 1 1 0 0,-1 0 0 0 0,1 0-1 0 0,0 1 1 0 0,0 0 0 0 0,0 1-1 0 0,0 0 1 0 0,-17 7 0 0 0,16-6-162 0 0,1 1 1 0 0,-1 1-1 0 0,1 0 1 0 0,0 0-1 0 0,1 1 1 0 0,-1 0 0 0 0,1 0-1 0 0,0 1 1 0 0,-10 11-1 0 0,15-14-31 0 0,0 0 0 0 0,0-1 0 0 0,0 1 1 0 0,1 0-1 0 0,0 1 0 0 0,0-1 0 0 0,0 0 0 0 0,0 0 0 0 0,1 1 0 0 0,-1-1 0 0 0,1 1 0 0 0,1 0 0 0 0,-2 5 1 0 0,2-3-24 0 0,1-1 1 0 0,-1 0-1 0 0,1 0 0 0 0,0 0 1 0 0,0 0-1 0 0,1 0 1 0 0,0 0-1 0 0,0-1 1 0 0,5 11-1 0 0,17 29 71 0 0,-12-23-60 0 0,0 1 1 0 0,-1 0-1 0 0,-2 1 0 0 0,0 0 0 0 0,6 29 0 0 0,-12-26 3 0 0,0 0 0 0 0,-2 1 0 0 0,-1-1 0 0 0,-1 0 0 0 0,-2 0 0 0 0,0 1 0 0 0,-2-2 0 0 0,-1 1 0 0 0,-14 39 0 0 0,12-43 83 0 0,-7 41 0 0 0,14-55-74 0 0,0 1 1 0 0,0 0-1 0 0,0-1 0 0 0,2 1 0 0 0,-1 0 1 0 0,1 0-1 0 0,3 11 0 0 0,-4-18-17 0 0,1-1 1 0 0,0 1-1 0 0,0 0 1 0 0,1-1-1 0 0,-1 1 0 0 0,0-1 1 0 0,1 1-1 0 0,0-1 1 0 0,0 0-1 0 0,-1 1 0 0 0,1-1 1 0 0,0 0-1 0 0,4 2 0 0 0,-1 0 23 0 0,-1-2-1 0 0,1 1 0 0 0,-1-1 1 0 0,1 1-1 0 0,0-1 0 0 0,0-1 1 0 0,5 2-1 0 0,-1-1 25 0 0,0 0 0 0 0,0-1 0 0 0,-1 0 0 0 0,1 0 1 0 0,0-1-1 0 0,0-1 0 0 0,0 1 0 0 0,14-4 0 0 0,-13 2 15 0 0,-4 1-90 0 0,-1 0 0 0 0,1-1 1 0 0,-1 1-1 0 0,1-1 0 0 0,-1 0 0 0 0,0-1 1 0 0,1 1-1 0 0,8-7 0 0 0,-15 8-435 0 0,-4 2 265 0 0,-7 3-2173 0 0,3 2-5873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6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31 5063 0 0,'-7'-6'873'0'0,"6"5"-478"0"0,0 0 0 0 0,-1 0-1 0 0,1 0 1 0 0,0 0 0 0 0,0-1-1 0 0,0 1 1 0 0,0 0 0 0 0,0-1-1 0 0,0 1 1 0 0,0 0 0 0 0,0-1 0 0 0,1 1-1 0 0,-1-1 1 0 0,0 1 0 0 0,0-3-1 0 0,2 4-270 0 0,-1 0-1 0 0,0 0 0 0 0,0 0 1 0 0,1-1-1 0 0,-1 1 0 0 0,0 0 0 0 0,0 0 1 0 0,1 0-1 0 0,-1 0 0 0 0,0 0 1 0 0,0 0-1 0 0,1 0 0 0 0,-1 0 1 0 0,0 0-1 0 0,1 0 0 0 0,-1 0 0 0 0,0 0 1 0 0,0 0-1 0 0,1 0 0 0 0,-1 0 1 0 0,0 0-1 0 0,0 0 0 0 0,1 0 1 0 0,-1 0-1 0 0,0 0 0 0 0,0 0 1 0 0,1 1-1 0 0,-1-1 0 0 0,0 0 0 0 0,0 0 1 0 0,1 0-1 0 0,-1 0 0 0 0,0 0 1 0 0,1 1-1 0 0,13 6 1363 0 0,-11-5-998 0 0,11 5 336 0 0,1-1 0 0 0,1 0 1 0 0,27 6-1 0 0,-31-9-786 0 0,1-1 1 0 0,0-1-1 0 0,0 0 0 0 0,0 0 1 0 0,0-2-1 0 0,0 0 0 0 0,0 0 1 0 0,23-6-1 0 0,-25 5-6 0 0,6-3-1306 0 0,-6 2-3574 0 0,3-2-2054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7.2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0 601 4143 0 0,'34'-55'3206'0'0,"-3"-2"0"0"0,37-89-1 0 0,-56 113-2138 0 0,-2 0 1 0 0,-1 0-1 0 0,-1-1 0 0 0,-2 0 1 0 0,-1 0-1 0 0,0-47 0 0 0,-4 21-403 0 0,7 236-470 0 0,0 45 500 0 0,-16-111-356 0 0,2-38-2052 0 0,4-60-5966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7.3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6911 0 0,'0'0'75'0'0,"0"-1"-1"0"0,1 1 0 0 0,-1-1 1 0 0,0 1-1 0 0,0-1 0 0 0,1 1 1 0 0,-1-1-1 0 0,0 1 0 0 0,1-1 1 0 0,-1 1-1 0 0,0 0 0 0 0,1-1 1 0 0,-1 1-1 0 0,1 0 0 0 0,-1-1 1 0 0,1 1-1 0 0,-1 0 0 0 0,1 0 1 0 0,-1-1-1 0 0,1 1 0 0 0,-1 0 1 0 0,1 0-1 0 0,-1 0 0 0 0,1 0 1 0 0,-1-1-1 0 0,1 1 0 0 0,0 0 1 0 0,20-2 2795 0 0,-15 1-2252 0 0,343-33 9900 0 0,-341 34-10496 0 0,4-2-598 0 0,0 1-1 0 0,0 0 1 0 0,17 2-1 0 0,-17 0-6891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8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42 220 3679 0 0,'-11'-13'873'0'0,"10"11"-245"0"0,-1 0 0 0 0,0-1 1 0 0,0 1-1 0 0,0 0 0 0 0,0 0 0 0 0,0 0 0 0 0,-1 0 0 0 0,1 1 0 0 0,-5-4 0 0 0,7 5-543 0 0,0 0 0 0 0,0 0 1 0 0,0 0-1 0 0,0 0 0 0 0,-1 0 1 0 0,1 0-1 0 0,0 0 0 0 0,0 0 1 0 0,0 0-1 0 0,0 0 0 0 0,-1 0 1 0 0,1 0-1 0 0,0 0 0 0 0,0 0 1 0 0,0 0-1 0 0,0 0 0 0 0,-1 0 1 0 0,1 0-1 0 0,0 0 0 0 0,0 0 1 0 0,0 0-1 0 0,0 0 0 0 0,-1 0 1 0 0,1 0-1 0 0,0 0 0 0 0,0 0 1 0 0,0 1-1 0 0,0-1 0 0 0,0 0 1 0 0,0 0-1 0 0,-1 0 0 0 0,1 0 1 0 0,0 0-1 0 0,0 0 1 0 0,0 1-1 0 0,0-1 0 0 0,0 0 1 0 0,0 0-1 0 0,0 0 0 0 0,0 0 1 0 0,0 0-1 0 0,-1 1 0 0 0,1 9 1906 0 0,5 9-379 0 0,7 11-397 0 0,2-1 0 0 0,22 36 1 0 0,-22-43-1076 0 0,-1 0-1 0 0,-2 1 1 0 0,0 1 0 0 0,12 38 0 0 0,-21-52-89 0 0,4 15-50 0 0,-3-20 78 0 0,-1-9 142 0 0,0-13-203 0 0,-1 1 1 0 0,-1-1-1 0 0,-3-27 1 0 0,-12-51 76 0 0,6 44-75 0 0,-2-13-20 0 0,2 15 0 0 0,2-1 0 0 0,-1-53 0 0 0,8 102 3 0 0,0 0-1 0 0,-1 0 1 0 0,1 0-1 0 0,0 1 1 0 0,1-1-1 0 0,-1 0 1 0 0,0 0-1 0 0,0 0 1 0 0,0 0-1 0 0,0 1 1 0 0,1-1-1 0 0,-1 0 1 0 0,0 0-1 0 0,0 1 1 0 0,1-1-1 0 0,-1 0 1 0 0,1 1-1 0 0,-1-1 1 0 0,1 0-1 0 0,-1 1 1 0 0,1-1-1 0 0,-1 1 1 0 0,1-1-1 0 0,0 0 1 0 0,-1 1-1 0 0,1 0 1 0 0,0-1-1 0 0,-1 1 1 0 0,1-1-1 0 0,0 1 1 0 0,0 0-1 0 0,0-1 1 0 0,3 1 11 0 0,-1 0 0 0 0,0-1 0 0 0,1 1 0 0 0,-1 1 0 0 0,1-1 0 0 0,5 1 0 0 0,-9-1-14 0 0,43 7 13 0 0,0-3 0 0 0,0-1 0 0 0,1-2 0 0 0,48-6-1 0 0,11-2 159 0 0,-103 7-169 0 0,0 0 0 0 0,0 0-1 0 0,0 0 1 0 0,0 0 0 0 0,1 0 0 0 0,-1 0 0 0 0,0 0-1 0 0,0 0 1 0 0,0 0 0 0 0,0 0 0 0 0,0 0 0 0 0,0 0-1 0 0,1 0 1 0 0,-1 0 0 0 0,0 0 0 0 0,0 0-1 0 0,0 0 1 0 0,0 0 0 0 0,0 0 0 0 0,0 0 0 0 0,1 0-1 0 0,-1 0 1 0 0,0 0 0 0 0,0 0 0 0 0,0 0 0 0 0,0 0-1 0 0,0 0 1 0 0,0 0 0 0 0,0 1 0 0 0,1-1-1 0 0,-1 0 1 0 0,0 0 0 0 0,0 0 0 0 0,0 0 0 0 0,0 0-1 0 0,0 0 1 0 0,0 0 0 0 0,0 0 0 0 0,0 1-1 0 0,0-1 1 0 0,0 0 0 0 0,0 0 0 0 0,0 0 0 0 0,0 0-1 0 0,-4 5-1854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8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29 6911 0 0,'0'-1'107'0'0,"0"1"-1"0"0,-1-1 0 0 0,1 1 1 0 0,0-1-1 0 0,0 0 0 0 0,0 1 1 0 0,0-1-1 0 0,0 1 1 0 0,0-1-1 0 0,0 0 0 0 0,0 1 1 0 0,0-1-1 0 0,0 1 0 0 0,0-1 1 0 0,0 0-1 0 0,1 1 0 0 0,-1-1 1 0 0,0 1-1 0 0,0-1 0 0 0,0 1 1 0 0,1-1-1 0 0,-1 1 0 0 0,0-1 1 0 0,1 1-1 0 0,-1-1 0 0 0,1 1 1 0 0,-1-1-1 0 0,0 1 1 0 0,1 0-1 0 0,-1-1 0 0 0,1 1 1 0 0,-1-1-1 0 0,1 1 0 0 0,-1 0 1 0 0,1 0-1 0 0,-1-1 0 0 0,1 1 1 0 0,0 0-1 0 0,-1 0 0 0 0,1 0 1 0 0,-1 0-1 0 0,2-1 0 0 0,31-5 4233 0 0,-25 5-3249 0 0,0 0-526 0 0,0 0 1 0 0,0 1 0 0 0,0 0 0 0 0,0 1 0 0 0,0 0 0 0 0,0 0-1 0 0,0 0 1 0 0,11 5 0 0 0,-14-5-493 0 0,0 1-1 0 0,-1-1 1 0 0,1 1-1 0 0,-1 0 1 0 0,0 1-1 0 0,0-1 1 0 0,0 1-1 0 0,0 0 1 0 0,0 0-1 0 0,0 0 1 0 0,-1 1-1 0 0,1-1 1 0 0,-1 1-1 0 0,0 0 1 0 0,3 4-1 0 0,-5-5-67 0 0,1 0-1 0 0,-1 0 0 0 0,0 0 0 0 0,0 0 1 0 0,-1 1-1 0 0,1-1 0 0 0,-1 0 0 0 0,1 0 1 0 0,-1 1-1 0 0,0-1 0 0 0,0 0 0 0 0,-1 0 1 0 0,1 1-1 0 0,0-1 0 0 0,-1 0 0 0 0,0 0 1 0 0,0 0-1 0 0,0 0 0 0 0,0 0 0 0 0,-1 0 1 0 0,1 0-1 0 0,-3 4 0 0 0,-4 5 16 0 0,-1-1 0 0 0,0 1 0 0 0,-18 17 1 0 0,16-18-17 0 0,-14 14 3 0 0,16-17 1 0 0,1 0 0 0 0,-1 0-1 0 0,2 1 1 0 0,-1 0 0 0 0,1 0 0 0 0,-8 17-1 0 0,14-25 0 0 0,1-1 0 0 0,-1 1 0 0 0,1 0 0 0 0,0 0 0 0 0,-1 0 0 0 0,1-1 0 0 0,0 1 0 0 0,0 0 0 0 0,0 0 0 0 0,-1 0 0 0 0,1 0 0 0 0,0 0 0 0 0,0-1 0 0 0,0 1 0 0 0,1 0 0 0 0,-1 0 0 0 0,0 0 0 0 0,0 0 0 0 0,0 0 0 0 0,1-1 0 0 0,-1 1 0 0 0,0 0 0 0 0,1 0 0 0 0,-1 0 0 0 0,0-1 0 0 0,1 1 0 0 0,0 1-1 0 0,0-1 14 0 0,1 0 0 0 0,-1 0-1 0 0,1 0 1 0 0,0 0-1 0 0,-1 0 1 0 0,1-1-1 0 0,0 1 1 0 0,-1 0 0 0 0,1-1-1 0 0,0 1 1 0 0,0-1-1 0 0,2 1 1 0 0,5 0 117 0 0,1-1 1 0 0,0 0 0 0 0,17-2-1 0 0,2-3-22 0 0,39-11-1 0 0,-24 4-76 0 0,-1-1-4247 0 0,-31 9 1655 0 0,3-1-5096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38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 9215 0 0,'0'-1'223'0'0,"0"-1"1"0"0,1 1-1 0 0,-1 0 0 0 0,0-1 0 0 0,1 1 0 0 0,-1 0 0 0 0,1-1 0 0 0,0 1 0 0 0,-1 0 0 0 0,1 0 0 0 0,0-1 0 0 0,0 1 0 0 0,-1 0 0 0 0,1 0 1 0 0,0 0-1 0 0,0 0 0 0 0,0 0 0 0 0,0 0 0 0 0,1 0 0 0 0,-1 1 0 0 0,0-1 0 0 0,0 0 0 0 0,0 1 0 0 0,1-1 0 0 0,-1 0 0 0 0,0 1 0 0 0,1 0 1 0 0,-1-1-1 0 0,0 1 0 0 0,3 0 0 0 0,-1-1 142 0 0,1 0 0 0 0,-1 1 0 0 0,0 0 0 0 0,1 0 1 0 0,-1 0-1 0 0,1 0 0 0 0,-1 0 0 0 0,0 1 0 0 0,1-1 0 0 0,-1 1 1 0 0,0 0-1 0 0,5 2 0 0 0,-1 1-220 0 0,0 0-1 0 0,-1 0 1 0 0,0 1 0 0 0,0 0-1 0 0,0 0 1 0 0,-1 1 0 0 0,1 0 0 0 0,-1 0-1 0 0,-1 0 1 0 0,1 0 0 0 0,-1 1-1 0 0,0-1 1 0 0,-1 1 0 0 0,1 0-1 0 0,2 9 1 0 0,-4-11-130 0 0,0 1-1 0 0,-1 0 0 0 0,1-1 1 0 0,-1 1-1 0 0,-1 0 0 0 0,1 0 1 0 0,-1-1-1 0 0,0 1 1 0 0,0 0-1 0 0,0 0 0 0 0,-1 0 1 0 0,0 0-1 0 0,0-1 0 0 0,0 1 1 0 0,-1 0-1 0 0,0-1 1 0 0,0 1-1 0 0,-1-1 0 0 0,1 0 1 0 0,-6 8-1 0 0,-2-1 15 0 0,-1 0-1 0 0,-1-1 1 0 0,0 0 0 0 0,0-1-1 0 0,-1 0 1 0 0,-1-1 0 0 0,-24 13-1 0 0,31-18-168 0 0,2 0-53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1.2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7831 0 0,'-1'3'3394'0'0,"1"-3"-3335"0"0,10 4 7559 0 0,99 8-3699 0 0,-62-8-3582 0 0,77-3 0 0 0,-71-9-2331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1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0 477 6911 0 0,'10'-21'812'0'0,"1"0"-1"0"0,15-22 1 0 0,12-23 3668 0 0,-30 50-3541 0 0,-2 0-1 0 0,0 0 1 0 0,-1 0 0 0 0,0-1 0 0 0,2-22 0 0 0,-5 23-555 0 0,-1-1 1 0 0,-1 1 0 0 0,0-1 0 0 0,-1 1-1 0 0,-5-27 1 0 0,2 20-199 0 0,3 15-133 0 0,-1-1-1 0 0,1 1 0 0 0,-1-1 1 0 0,-7-14-1 0 0,21 48 38 0 0,-2 1-1 0 0,-1 0 0 0 0,-1 0 1 0 0,-2 1-1 0 0,0 0 0 0 0,3 42 1 0 0,-5 1 221 0 0,-8 100 0 0 0,4-131-2449 0 0,0-27-5532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1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5527 0 0,'23'8'5818'0'0,"13"-3"-4066"0"0,0-2 0 0 0,1-2 0 0 0,58-5 0 0 0,-42-2 1203 0 0,95-25 0 0 0,8-3-3095 0 0,-153 34-71 0 0,-1-1 0 0 0,0 1 0 0 0,0 0 0 0 0,0 0 0 0 0,0 0 0 0 0,1 0 0 0 0,-1 0 0 0 0,0 0 0 0 0,0 0 0 0 0,0 1 0 0 0,0-1 0 0 0,3 2 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2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1 374 1375 0 0,'-1'-11'1852'0'0,"2"-20"2797"0"0,-1 29-4168 0 0,0 0 0 0 0,0 0 0 0 0,0 1 0 0 0,1-1 0 0 0,-1 0 0 0 0,1 0 0 0 0,-1 1 0 0 0,1-1 1 0 0,0 0-1 0 0,-1 1 0 0 0,1-1 0 0 0,2-2 0 0 0,-2 4-348 0 0,-1-1-1 0 0,0 1 1 0 0,1 0 0 0 0,-1 0 0 0 0,1 0 0 0 0,-1 0-1 0 0,1-1 1 0 0,-1 1 0 0 0,1 0 0 0 0,-1 0-1 0 0,0 0 1 0 0,1 0 0 0 0,-1 0 0 0 0,1 0-1 0 0,-1 0 1 0 0,1 0 0 0 0,-1 0 0 0 0,1 1-1 0 0,-1-1 1 0 0,1 0 0 0 0,-1 0 0 0 0,0 0-1 0 0,1 0 1 0 0,-1 1 0 0 0,1-1 0 0 0,-1 0 0 0 0,0 1-1 0 0,1-1 1 0 0,-1 0 0 0 0,0 0 0 0 0,1 1-1 0 0,-1-1 1 0 0,0 1 0 0 0,1 0 0 0 0,13 16 1179 0 0,-12-14-883 0 0,28 37 817 0 0,11 16-754 0 0,66 69 0 0 0,-106-123-478 0 0,0-1 0 0 0,1 0 0 0 0,-1 0 0 0 0,0 1 0 0 0,0-1 0 0 0,1 0 0 0 0,-1 0 0 0 0,0 0 0 0 0,1-1 0 0 0,-1 1 0 0 0,1 0 0 0 0,0 0 0 0 0,-1-1 0 0 0,1 1 0 0 0,-1-1 0 0 0,4 1 0 0 0,-4-2-7 0 0,-1 1-1 0 0,0-1 1 0 0,1 1 0 0 0,-1-1 0 0 0,0 0 0 0 0,1 1 0 0 0,-1-1-1 0 0,0 0 1 0 0,0 1 0 0 0,0-1 0 0 0,0 0 0 0 0,0 1 0 0 0,0-1-1 0 0,0 0 1 0 0,0 1 0 0 0,0-1 0 0 0,0 0 0 0 0,0 1 0 0 0,0-1-1 0 0,0 0 1 0 0,-1 0 0 0 0,-2-16 83 0 0,-3 4-78 0 0,0 0-1 0 0,-1 0 1 0 0,0 1 0 0 0,-15-21 0 0 0,-11-17 6 0 0,17 20-18 0 0,2 1 0 0 0,-18-58 0 0 0,27 71 0 0 0,1 1 0 0 0,1-1 0 0 0,1 0 0 0 0,0 0 0 0 0,1-1 0 0 0,1 1 0 0 0,2-27 0 0 0,-2 39 0 0 0,1 1 0 0 0,0-1 0 0 0,0 1 0 0 0,0 0-1 0 0,0-1 1 0 0,0 1 0 0 0,0 0 0 0 0,1 0 0 0 0,0 0 0 0 0,0 0 0 0 0,0 0 0 0 0,0 0-1 0 0,0 1 1 0 0,0-1 0 0 0,1 0 0 0 0,-1 1 0 0 0,1 0 0 0 0,0 0 0 0 0,3-3-1 0 0,1 2 3 0 0,0-1 0 0 0,0 1-1 0 0,1 1 1 0 0,-1-1 0 0 0,1 1-1 0 0,0 1 1 0 0,11-2 0 0 0,145-5 147 0 0,-7 0-117 0 0,-152 8-39 0 0,-2-1-15 0 0,0 1 0 0 0,0-1 1 0 0,0 1-1 0 0,-1 0 0 0 0,1 0 1 0 0,0 0-1 0 0,0 0 0 0 0,0 1 1 0 0,5 0-1 0 0,-6 1-719 0 0,-2 2-230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2.7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2759 0 0,'0'-1'103'0'0,"0"1"0"0"0,1-1-1 0 0,-1 0 1 0 0,0 1 0 0 0,1-1-1 0 0,-1 1 1 0 0,1-1-1 0 0,-1 1 1 0 0,1-1 0 0 0,-1 1-1 0 0,1-1 1 0 0,-1 1 0 0 0,1-1-1 0 0,0 1 1 0 0,-1 0-1 0 0,1-1 1 0 0,-1 1 0 0 0,1 0-1 0 0,0 0 1 0 0,-1 0 0 0 0,2-1-1 0 0,18-4 3034 0 0,-19 5-3106 0 0,12-3 1855 0 0,1 0 246 0 0,-1 0 1 0 0,22-1-1 0 0,-31 3-1822 0 0,-1 1 1 0 0,0 0-1 0 0,0 1 0 0 0,0-1 0 0 0,1 0 1 0 0,-1 1-1 0 0,0 0 0 0 0,0 0 0 0 0,0 0 1 0 0,0 0-1 0 0,0 0 0 0 0,0 0 0 0 0,0 1 0 0 0,0 0 1 0 0,-1-1-1 0 0,5 5 0 0 0,-5-4-257 0 0,-1 0-1 0 0,0-1 1 0 0,1 1-1 0 0,-1 0 1 0 0,0 0-1 0 0,0 0 1 0 0,0 1-1 0 0,-1-1 1 0 0,1 0-1 0 0,0 0 1 0 0,-1 0-1 0 0,0 0 1 0 0,1 1-1 0 0,-1-1 1 0 0,0 0-1 0 0,0 1 1 0 0,0-1 0 0 0,0 0-1 0 0,-1 0 1 0 0,1 1-1 0 0,-1-1 1 0 0,1 0-1 0 0,-1 0 1 0 0,0 0-1 0 0,0 0 1 0 0,-2 4-1 0 0,-2 5-49 0 0,-2 0-1 0 0,1 0 1 0 0,-13 14-1 0 0,16-20 38 0 0,-5 4 0 0 0,1 0-3 0 0,-1 1 0 0 0,-7 16 0 0 0,13-24-17 0 0,1 0 1 0 0,0 0-1 0 0,0 0 1 0 0,0 0-1 0 0,0 1 0 0 0,1-1 1 0 0,-1 0-1 0 0,1 1 1 0 0,-1-1-1 0 0,1 1 1 0 0,0-1-1 0 0,0 1 1 0 0,0-1-1 0 0,0 0 0 0 0,0 1 1 0 0,1-1-1 0 0,-1 1 1 0 0,2 3-1 0 0,-1-5 2 0 0,0 1 0 0 0,0-1 0 0 0,0 1 0 0 0,0-1 0 0 0,0 0 1 0 0,0 1-1 0 0,1-1 0 0 0,-1 0 0 0 0,0 0 0 0 0,1 0 0 0 0,-1 0 0 0 0,1 0 0 0 0,0 0 0 0 0,-1-1 0 0 0,1 1 0 0 0,-1 0 0 0 0,1-1 0 0 0,0 1 0 0 0,0-1 1 0 0,-1 0-1 0 0,1 1 0 0 0,0-1 0 0 0,0 0 0 0 0,3 0 0 0 0,4-1 40 0 0,1 1 0 0 0,-1-1 0 0 0,13-3 1 0 0,-17 3-50 0 0,15-4 6 0 0,0 0 0 0 0,0-2-1 0 0,35-15 1 0 0,-10-4-7038 0 0,-32 16-511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3:43.5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8 109 8287 0 0,'-8'-7'733'0'0,"10"3"405"0"0,14-2 1158 0 0,-9 5-1824 0 0,86-21 4097 0 0,49-2-1894 0 0,5-1-1207 0 0,-118 18-1270 0 0,-16 4-84 0 0,0 0 0 0 0,0 0 0 0 0,1 2 0 0 0,-1-1-1 0 0,14 2 1 0 0,-26 0-110 0 0,0 0 0 0 0,0 0-1 0 0,0 0 1 0 0,0 1 0 0 0,0-1-1 0 0,0 0 1 0 0,0 1 0 0 0,0-1-1 0 0,0 1 1 0 0,0-1 0 0 0,0 1-1 0 0,0 0 1 0 0,0-1 0 0 0,-1 1-1 0 0,1 0 1 0 0,0-1 0 0 0,0 1-1 0 0,-1 0 1 0 0,1 0 0 0 0,-1 0 0 0 0,1 0-1 0 0,-1 0 1 0 0,1 0 0 0 0,-1 0-1 0 0,1 0 1 0 0,-1 0 0 0 0,0 0-1 0 0,1 0 1 0 0,-1 0 0 0 0,0 0-1 0 0,0 0 1 0 0,0 0 0 0 0,0 0-1 0 0,0 0 1 0 0,0 0 0 0 0,0 2-1 0 0,-1 5 23 0 0,0-1-1 0 0,-1 1 1 0 0,-4 14-1 0 0,4-18-23 0 0,-44 152-2 0 0,-39 240 0 0 0,77-330 45 0 0,4 1 0 0 0,3 0 0 0 0,3 0-1 0 0,12 84 1 0 0,6-36 14 0 0,4 0-1 0 0,56 160 1 0 0,0-80 755 0 0,-34-90-461 0 0,-45-101-330 0 0,1-1-1 0 0,-1 1 1 0 0,0 0 0 0 0,0-1 0 0 0,0 1-1 0 0,0 0 1 0 0,-1 0 0 0 0,0-1 0 0 0,0 5 0 0 0,0-7-10 0 0,0 1 0 0 0,0-1 0 0 0,-1 0 0 0 0,1 0 0 0 0,-1 0 0 0 0,1 0 1 0 0,-1 0-1 0 0,1 0 0 0 0,-1 0 0 0 0,1 0 0 0 0,-1 0 0 0 0,0 0 0 0 0,0 0 1 0 0,0-1-1 0 0,1 1 0 0 0,-1 0 0 0 0,0 0 0 0 0,0-1 0 0 0,0 1 0 0 0,0-1 1 0 0,0 1-1 0 0,0-1 0 0 0,0 1 0 0 0,-1-1 0 0 0,1 1 0 0 0,0-1 0 0 0,0 0 1 0 0,0 0-1 0 0,0 0 0 0 0,0 1 0 0 0,-1-1 0 0 0,1 0 0 0 0,-1-1 0 0 0,-100 1 642 0 0,20 2-558 0 0,10-1 55 0 0,-105 14-1 0 0,158-12-1894 0 0,2 2-6970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22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134 161 5527 0 0,'0'-6'736'0'0,"1"-1"-1"0"0,0 1 0 0 0,0 0 0 0 0,1 0 0 0 0,-1-1 0 0 0,1 1 0 0 0,0 0 0 0 0,1 0 1 0 0,0 0-1 0 0,0 1 0 0 0,0-1 0 0 0,0 1 0 0 0,6-6 0 0 0,0 0 110 0 0,1 0-1 0 0,0 1 1 0 0,0 0-1 0 0,21-13 1 0 0,-31 22-819 0 0,1 0 0 0 0,0 1 0 0 0,0-1 0 0 0,-1 1 0 0 0,1-1 0 0 0,0 1 0 0 0,0-1 0 0 0,0 1 0 0 0,0 0 0 0 0,0-1 1 0 0,0 1-1 0 0,0 0 0 0 0,0 0 0 0 0,0 0 0 0 0,0 0 0 0 0,0 0 0 0 0,0 0 0 0 0,0 0 0 0 0,-1 0 0 0 0,1 0 0 0 0,0 0 0 0 0,0 0 0 0 0,0 1 0 0 0,2-1 0 0 0,-2 1-14 0 0,0 0-1 0 0,1 0 1 0 0,-1 0-1 0 0,0 1 0 0 0,0-1 1 0 0,0 0-1 0 0,0 0 0 0 0,0 1 1 0 0,0-1-1 0 0,0 0 1 0 0,0 1-1 0 0,-1-1 0 0 0,2 3 1 0 0,0 4 2 0 0,1 0 0 0 0,-2 0 0 0 0,1 0 0 0 0,1 15 0 0 0,-3-10 1 0 0,-1 0-1 0 0,0 0 1 0 0,-1 0-1 0 0,0 0 1 0 0,-1 0-1 0 0,0 0 0 0 0,-1-1 1 0 0,0 1-1 0 0,-1-1 1 0 0,-1 0-1 0 0,0-1 1 0 0,-1 1-1 0 0,0-1 1 0 0,-10 13-1 0 0,-1-3-4 0 0,0 0 1 0 0,-1-2-1 0 0,-1 0 0 0 0,-1-1 1 0 0,-44 29-1 0 0,34-31 120 0 0,29-15-118 0 0,0-1 1 0 0,0 1-1 0 0,0 0 0 0 0,0-1 0 0 0,0 1 1 0 0,0-1-1 0 0,0 0 0 0 0,0 0 0 0 0,0 1 1 0 0,0-1-1 0 0,-4-1 0 0 0,19 5 85 0 0,0-1 0 0 0,0 0 1 0 0,0 0-1 0 0,0-2 0 0 0,0 1 0 0 0,1-2 0 0 0,-1 0 0 0 0,1 0 0 0 0,-1-2 1 0 0,0 1-1 0 0,0-2 0 0 0,0 0 0 0 0,16-5 0 0 0,-12 2-1 0 0,-5 2 83 0 0,26-7-1 0 0,-38 11-176 0 0,1 0 0 0 0,-1 0-1 0 0,0 0 1 0 0,1 0-1 0 0,-1 0 1 0 0,1 0-1 0 0,-1 0 1 0 0,0 0 0 0 0,1 0-1 0 0,-1 0 1 0 0,0 0-1 0 0,1 0 1 0 0,-1 0-1 0 0,1 0 1 0 0,-1 0-1 0 0,0 0 1 0 0,1 0 0 0 0,-1 1-1 0 0,0-1 1 0 0,1 0-1 0 0,-1 0 1 0 0,1 0-1 0 0,-1 1 1 0 0,0-1 0 0 0,0 0-1 0 0,1 0 1 0 0,-1 1-1 0 0,0-1 1 0 0,1 0-1 0 0,-1 1 1 0 0,0-1 0 0 0,0 0-1 0 0,0 1 1 0 0,1-1-1 0 0,-1 0 1 0 0,0 1-1 0 0,0-1 1 0 0,0 0-1 0 0,0 1 1 0 0,0-1 0 0 0,0 1-1 0 0,0-1 1 0 0,0 0-1 0 0,0 1 1 0 0,0-1-1 0 0,0 1 1 0 0,0-1 0 0 0,0 0-1 0 0,0 1 1 0 0,0-1-1 0 0,0 0 1 0 0,0 1-1 0 0,0 0 1 0 0,-10 25-32 0 0,6-17-21 0 0,0 2-319 0 0,0 0-141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23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5161 1382 3223 0 0,'-23'-35'1615'0'0,"20"27"307"0"0,-1 1 1 0 0,1-1-1 0 0,-3-9 700 0 0,6 17-2505 0 0,0 0 0 0 0,0-1-1 0 0,0 1 1 0 0,0 0 0 0 0,0 0-1 0 0,0 0 1 0 0,0 0 0 0 0,2-4 3150 0 0,-2 4-3151 0 0,0 0 1 0 0,0 0 0 0 0,8 4 1905 0 0,7 12-768 0 0,4 10-670 0 0,-2 2 0 0 0,27 57 0 0 0,16 66-557 0 0,-48-120 78 0 0,-5-10-62 0 0,7 19 89 0 0,-13-37-124 0 0,0 0-1 0 0,1-1 0 0 0,-1 1 0 0 0,1 0 0 0 0,0-1 0 0 0,0 1 0 0 0,0-1 0 0 0,0 0 0 0 0,0 0 0 0 0,3 3 0 0 0,3-3 126 0 0,-8-3-126 0 0,0 1 0 0 0,1-1 0 0 0,-1 1 0 0 0,0-1 0 0 0,0 1 0 0 0,0-1 0 0 0,0 1 0 0 0,1-1 0 0 0,-1 1 0 0 0,0-1 0 0 0,0 0 0 0 0,0 1 0 0 0,0-1 0 0 0,0 1 0 0 0,0-1 0 0 0,-1 1 0 0 0,1-1 0 0 0,0 1 0 0 0,0-1 0 0 0,0 1 0 0 0,0-1 0 0 0,-1 1 0 0 0,1-2 0 0 0,-25-98 59 0 0,19 66-44 0 0,-2 1-1 0 0,-23-63 1 0 0,21 76-22 0 0,1-1 0 0 0,2 0 0 0 0,0 0 0 0 0,-5-30 0 0 0,11 44 0 0 0,0 0 0 0 0,0 0 0 0 0,1 0 0 0 0,0 0 0 0 0,1 0 0 0 0,-1 0 0 0 0,1 1 0 0 0,1-1 0 0 0,-1 0 0 0 0,1 0 0 0 0,0 1 0 0 0,1-1 0 0 0,-1 1 0 0 0,1-1 0 0 0,1 1 0 0 0,-1 0 0 0 0,1 0 0 0 0,5-6 0 0 0,4-1 4 0 0,0 0 0 0 0,0 0 0 0 0,1 2 0 0 0,1 0 0 0 0,0 0 0 0 0,0 1-1 0 0,1 1 1 0 0,0 1 0 0 0,1 0 0 0 0,0 1 0 0 0,0 1 0 0 0,34-8 0 0 0,10-5 78 0 0,-46 14-70 0 0,0 0-1 0 0,0 1 1 0 0,1 0 0 0 0,-1 1-1 0 0,23-1 1 0 0,-38 4-11 0 0,0 0 1 0 0,0 0 0 0 0,1 0-1 0 0,-1 0 1 0 0,0 0-1 0 0,1 0 1 0 0,-1 0 0 0 0,0 0-1 0 0,1 0 1 0 0,-1 0-1 0 0,0 0 1 0 0,0 0-1 0 0,1 0 1 0 0,-1 0 0 0 0,0 0-1 0 0,0 0 1 0 0,1 1-1 0 0,-1-1 1 0 0,0 0 0 0 0,0 0-1 0 0,1 0 1 0 0,-1 0-1 0 0,0 1 1 0 0,0-1 0 0 0,1 0-1 0 0,-1 0 1 0 0,0 1-1 0 0,0-1 1 0 0,0 0-1 0 0,0 0 1 0 0,0 1 0 0 0,1-1-1 0 0,-1 0 1 0 0,0 1-1 0 0,-4 10-7 0 0,-12 9-165 0 0,1-5-926 0 0,5-7-55 0 0</inkml:trace>
  <inkml:trace contextRef="#ctx0" brushRef="#br0" timeOffset="1">5401 1340 2303 0 0,'-4'-13'13661'0'0,"5"13"-13275"0"0,13-8 834 0 0,0 1 0 0 0,0 0 0 0 0,1 1 0 0 0,22-7 0 0 0,-26 10-1071 0 0,-1 1 0 0 0,1 0-1 0 0,0 0 1 0 0,0 1-1 0 0,0 0 1 0 0,0 1 0 0 0,20 2-1 0 0,-29-2-144 0 0,0 1-1 0 0,0-1 1 0 0,-1 1-1 0 0,1-1 0 0 0,0 1 1 0 0,-1 0-1 0 0,1 0 1 0 0,-1-1-1 0 0,1 1 1 0 0,-1 0-1 0 0,1 0 1 0 0,-1 1-1 0 0,0-1 1 0 0,1 0-1 0 0,-1 0 1 0 0,0 1-1 0 0,0-1 0 0 0,0 1 1 0 0,0-1-1 0 0,0 1 1 0 0,0-1-1 0 0,-1 1 1 0 0,1 0-1 0 0,0-1 1 0 0,-1 1-1 0 0,1 0 1 0 0,-1-1-1 0 0,0 1 1 0 0,1 0-1 0 0,-1 0 0 0 0,0 0 1 0 0,0 2-1 0 0,-1 6 26 0 0,0 0-1 0 0,0 0 0 0 0,-1 0 1 0 0,-4 14-1 0 0,4-18 20 0 0,-2 10-36 0 0,-1-1 0 0 0,-1 0 0 0 0,-1-1 0 0 0,-16 27-1 0 0,-42 49 141 0 0,43-62-91 0 0,2 1 1 0 0,-24 43-1 0 0,43-70-40 0 0,-1 0 1 0 0,1 0-1 0 0,1 0 1 0 0,-1 1-1 0 0,0-1 1 0 0,1 0 0 0 0,-1 1-1 0 0,1-1 1 0 0,-1 0-1 0 0,1 1 1 0 0,0-1-1 0 0,0 1 1 0 0,1 3-1 0 0,-1-4 0 0 0,1-1 0 0 0,-1 1 1 0 0,1-1-1 0 0,0 0 0 0 0,0 1 0 0 0,-1-1 0 0 0,1 0 0 0 0,0 1 0 0 0,0-1 0 0 0,0 0 0 0 0,0 0 0 0 0,1 0 0 0 0,-1 0 0 0 0,0 0 1 0 0,0 0-1 0 0,1 0 0 0 0,-1 0 0 0 0,0 0 0 0 0,1-1 0 0 0,-1 1 0 0 0,4 0 0 0 0,6 3 91 0 0,1-1 0 0 0,0-1 0 0 0,0 0 0 0 0,0 0 0 0 0,0-1 0 0 0,0-1 0 0 0,1 0 0 0 0,18-3 0 0 0,9-3 195 0 0,49-15 1 0 0,-52 11-150 0 0,16-6-36 0 0,-39 11-78 0 0,0 0 1 0 0,1 1-1 0 0,-1 0 0 0 0,1 2 0 0 0,21-2 0 0 0,-36 3-126 0 0,1 1 1 0 0,0 0-1 0 0,-1 0 0 0 0,1 0 0 0 0,0 0 1 0 0,0 0-1 0 0,-1 0 0 0 0,1 1 0 0 0,0-1 0 0 0,-1 0 1 0 0,1 0-1 0 0,0 0 0 0 0,-1 1 0 0 0,1-1 1 0 0,-1 0-1 0 0,1 1 0 0 0,0-1 0 0 0,-1 0 1 0 0,1 1-1 0 0,-1-1 0 0 0,1 1 0 0 0,-1-1 1 0 0,1 1-1 0 0,-1-1 0 0 0,1 1 0 0 0,-1-1 1 0 0,0 1-1 0 0,1 0 0 0 0,-1-1 0 0 0,1 2 0 0 0</inkml:trace>
  <inkml:trace contextRef="#ctx0" brushRef="#br0" timeOffset="2">494 3482 5063 0 0,'-2'0'359'0'0,"-1"0"0"0"0,0 0 0 0 0,0-1-1 0 0,1 1 1 0 0,-1 0 0 0 0,0-1 0 0 0,1 0-1 0 0,-1 0 1 0 0,1 0 0 0 0,-1 0 0 0 0,1 0-1 0 0,-1 0 1 0 0,1-1 0 0 0,0 1 0 0 0,-1-1-1 0 0,1 1 1 0 0,0-1 0 0 0,0 0 0 0 0,0 0-1 0 0,0 0 1 0 0,-2-4 0 0 0,2 4-69 0 0,1-1 0 0 0,0 0 0 0 0,-1 0 0 0 0,1 0 1 0 0,0-1-1 0 0,1 1 0 0 0,-1 0 0 0 0,1 0 0 0 0,-1 0 0 0 0,1-1 0 0 0,0 1 1 0 0,0 0-1 0 0,0 0 0 0 0,1-1 0 0 0,-1 1 0 0 0,1 0 0 0 0,-1 0 0 0 0,2-3 1 0 0,3-8 153 0 0,-1 1 0 0 0,1 1 1 0 0,1-1-1 0 0,1 1 0 0 0,-1 0 1 0 0,2 0-1 0 0,8-10 0 0 0,-13 18-405 0 0,0 1-1 0 0,-1 0 0 0 0,1 0 0 0 0,0 0 0 0 0,0 1 1 0 0,1-1-1 0 0,-1 1 0 0 0,0 0 0 0 0,1 0 0 0 0,0 0 0 0 0,-1 0 1 0 0,1 0-1 0 0,0 1 0 0 0,0 0 0 0 0,0 0 0 0 0,0 0 1 0 0,0 0-1 0 0,0 0 0 0 0,0 1 0 0 0,0 0 0 0 0,0 0 0 0 0,0 0 1 0 0,0 0-1 0 0,0 1 0 0 0,1 0 0 0 0,-1-1 0 0 0,7 4 0 0 0,-6-2-28 0 0,0 0 0 0 0,0 1 0 0 0,-1-1 0 0 0,1 1 0 0 0,0 0-1 0 0,-1 0 1 0 0,0 1 0 0 0,0-1 0 0 0,0 1 0 0 0,0 0 0 0 0,0 0-1 0 0,3 5 1 0 0,-3-2 1 0 0,0 0-1 0 0,0 0 1 0 0,0 1-1 0 0,-1-1 0 0 0,0 1 1 0 0,-1 0-1 0 0,3 11 1 0 0,-3-3 1 0 0,0 0 1 0 0,-1-1-1 0 0,-1 1 0 0 0,0 0 1 0 0,-1 0-1 0 0,-1-1 1 0 0,-6 30-1 0 0,-2-15 44 0 0,-1 0 0 0 0,-1 0-1 0 0,-1-1 1 0 0,-2-1 0 0 0,-36 52 0 0 0,2-17 28 0 0,3-6-27 0 0,39-47-39 0 0,9-12 24 0 0,13-17 56 0 0,-9 12-75 0 0,34-43 18 0 0,-1-2 0 0 0,48-85 0 0 0,40-130-41 0 0,-113 238 0 0 0,-5 12 0 0 0,7-22 0 0 0,-31 55 0 0 0,-42 70-68 0 0,36-58 69 0 0,1 1 0 0 0,2 1 0 0 0,-19 43 0 0 0,33-62 6 0 0,1-1 0 0 0,0 1 0 0 0,1 0-1 0 0,0 0 1 0 0,1 0 0 0 0,0 0 0 0 0,0 0 0 0 0,2 0-1 0 0,-1 0 1 0 0,1 0 0 0 0,1 0 0 0 0,0 0 0 0 0,0 0-1 0 0,1 0 1 0 0,1-1 0 0 0,-1 1 0 0 0,2-1 0 0 0,0 0-1 0 0,8 13 1 0 0,-8-14-1 0 0,1-1 0 0 0,0 0 1 0 0,0 0-1 0 0,1-1 0 0 0,0 1 0 0 0,1-1 0 0 0,0-1 1 0 0,0 1-1 0 0,0-2 0 0 0,0 1 0 0 0,1-1 0 0 0,0 0 0 0 0,0-1 1 0 0,1 0-1 0 0,-1 0 0 0 0,1-1 0 0 0,0 0 0 0 0,-1-1 1 0 0,1 0-1 0 0,1-1 0 0 0,13 1 0 0 0,-14-3-21 0 0,1 1 0 0 0,-1-2-1 0 0,0 1 1 0 0,0-1 0 0 0,0-1-1 0 0,0 0 1 0 0,0 0 0 0 0,14-8-1 0 0,-19 9-3 0 0,-1 0-1 0 0,0-1 0 0 0,0 1 0 0 0,0-1 1 0 0,0 0-1 0 0,0 0 0 0 0,-1 0 0 0 0,1-1 0 0 0,-1 1 1 0 0,0-1-1 0 0,0 0 0 0 0,0 0 0 0 0,-1 0 0 0 0,1 0 1 0 0,-1 0-1 0 0,0-1 0 0 0,0 1 0 0 0,0-1 0 0 0,-1 1 1 0 0,2-7-1 0 0,-3 9-240 0 0,0 0 1 0 0,0-1-1 0 0,0 1 0 0 0,0 0 1 0 0,0 0-1 0 0,-1 0 1 0 0,1 0-1 0 0,-1-1 0 0 0,-1-3 1 0 0,-4-6-7448 0 0</inkml:trace>
  <inkml:trace contextRef="#ctx0" brushRef="#br0" timeOffset="3">505 3585 6911 0 0,'-1'0'45'0'0,"1"1"0"0"0,0-1 0 0 0,0 0-1 0 0,-1 0 1 0 0,1 0 0 0 0,0 0 0 0 0,0 0-1 0 0,0 0 1 0 0,-1 0 0 0 0,1 1 0 0 0,0-1-1 0 0,0 0 1 0 0,0 0 0 0 0,-1 0 0 0 0,1 0-1 0 0,0 1 1 0 0,0-1 0 0 0,0 0-1 0 0,0 0 1 0 0,0 0 0 0 0,-1 1 0 0 0,1-1-1 0 0,0 0 1 0 0,0 0 0 0 0,0 1 0 0 0,0-1-1 0 0,0 0 1 0 0,0 0 0 0 0,0 1 0 0 0,0-1-1 0 0,0 0 1 0 0,0 1 0 0 0,10 3 1702 0 0,-1-3 196 0 0,0 1 1 0 0,0-1-1 0 0,17-1 0 0 0,-10-1-342 0 0,24-5-1 0 0,67-24-61 0 0,61-31-1238 0 0,-98 29-3243 0 0,-56 25-4322 0 0</inkml:trace>
  <inkml:trace contextRef="#ctx0" brushRef="#br0" timeOffset="4">1226 2963 6447 0 0,'-1'-19'351'0'0,"1"15"252"0"0,0 1 1 0 0,0-1-1 0 0,0 0 0 0 0,0 1 1 0 0,-1-1-1 0 0,0 0 0 0 0,1 1 1 0 0,-1-1-1 0 0,-2-3 0 0 0,3 6-488 0 0,0 1-1 0 0,0 0 1 0 0,-1 0-1 0 0,1 0 1 0 0,0-1-1 0 0,0 1 1 0 0,0 0-1 0 0,0 0 1 0 0,-1 0-1 0 0,1 0 1 0 0,0-1-1 0 0,0 1 0 0 0,0 0 1 0 0,0 0-1 0 0,-1 0 1 0 0,1 0-1 0 0,0 0 1 0 0,0 0-1 0 0,0 0 1 0 0,-1 0-1 0 0,1-1 1 0 0,0 1-1 0 0,0 0 1 0 0,-1 0-1 0 0,1 0 1 0 0,0 0-1 0 0,0 0 1 0 0,-1 0-1 0 0,1 0 1 0 0,0 0-1 0 0,0 1 1 0 0,0-1-1 0 0,-1 0 0 0 0,1 0 1 0 0,0 0-1 0 0,0 0 1 0 0,-1 0-1 0 0,-8 9 1844 0 0,-5 13-550 0 0,14-22-1293 0 0,-14 28 530 0 0,0 1 0 0 0,2 0-1 0 0,-15 56 1 0 0,23-71-597 0 0,2-1 0 0 0,0 1 0 0 0,0 0 0 0 0,1 0 0 0 0,1 0 0 0 0,0 0 0 0 0,1-1 0 0 0,1 1 0 0 0,0 0 0 0 0,1-1 0 0 0,5 17-1 0 0,-7-27-29 0 0,1 1-1 0 0,-1-1 1 0 0,1 0-1 0 0,0 1 1 0 0,0-1-1 0 0,0 0 0 0 0,0 0 1 0 0,1 0-1 0 0,-1-1 1 0 0,1 1-1 0 0,0 0 0 0 0,0-1 1 0 0,0 0-1 0 0,0 0 1 0 0,0 0-1 0 0,0 0 1 0 0,0 0-1 0 0,1-1 0 0 0,-1 1 1 0 0,1-1-1 0 0,-1 0 1 0 0,1 0-1 0 0,0 0 0 0 0,5 0 1 0 0,-4 0-868 0 0,-1-1-1 0 0,1 0 1 0 0,0-1 0 0 0,-1 1 0 0 0,1-1-1 0 0,0 0 1 0 0,5-1 0 0 0,4-3-6657 0 0</inkml:trace>
  <inkml:trace contextRef="#ctx0" brushRef="#br0" timeOffset="5">1396 3048 5527 0 0,'1'-3'148'0'0,"1"0"0"0"0,-1-1 0 0 0,1 1 0 0 0,0 0 0 0 0,3-4 0 0 0,-3 5 487 0 0,1-1-1 0 0,0 1 0 0 0,0 0 0 0 0,0-1 0 0 0,0 1 1 0 0,0 1-1 0 0,0-1 0 0 0,6-2 0 0 0,-5 2-41 0 0,1 0 0 0 0,0 1-1 0 0,-1 0 1 0 0,1-1 0 0 0,0 2-1 0 0,0-1 1 0 0,0 1 0 0 0,0-1-1 0 0,0 1 1 0 0,0 0 0 0 0,8 2-1 0 0,-10-1-454 0 0,-1-1 0 0 0,1 1-1 0 0,-1 0 1 0 0,1 0 0 0 0,-1 0-1 0 0,0 0 1 0 0,1 0-1 0 0,-1 0 1 0 0,0 1 0 0 0,0-1-1 0 0,0 1 1 0 0,0 0 0 0 0,0-1-1 0 0,-1 1 1 0 0,1 0 0 0 0,0 0-1 0 0,-1 0 1 0 0,1 0 0 0 0,-1 0-1 0 0,0 1 1 0 0,0-1 0 0 0,0 0-1 0 0,0 1 1 0 0,1 3-1 0 0,-1-2-95 0 0,0 1 0 0 0,0-1-1 0 0,-1 1 1 0 0,0-1-1 0 0,0 1 1 0 0,0-1-1 0 0,0 1 1 0 0,-1 0-1 0 0,1-1 1 0 0,-1 1-1 0 0,-3 7 1 0 0,-2 2-16 0 0,0 0 0 0 0,-11 17 0 0 0,10-19-4 0 0,0 0-1 0 0,1 0 1 0 0,-4 14-1 0 0,9-25-16 0 0,1 1 1 0 0,-1 0-1 0 0,1-1 0 0 0,-1 1 0 0 0,1 0 0 0 0,0 0 1 0 0,-1-1-1 0 0,1 1 0 0 0,0 0 0 0 0,0-1 0 0 0,0 1 1 0 0,1 0-1 0 0,-1 0 0 0 0,0-1 0 0 0,1 1 0 0 0,-1 0 1 0 0,1-1-1 0 0,-1 1 0 0 0,1 0 0 0 0,0-1 0 0 0,1 3 1 0 0,-1-3 6 0 0,1 0 1 0 0,-1 0-1 0 0,1 1 1 0 0,0-1 0 0 0,-1 0-1 0 0,1 0 1 0 0,0 0-1 0 0,0-1 1 0 0,-1 1-1 0 0,1 0 1 0 0,0-1-1 0 0,0 1 1 0 0,0-1 0 0 0,0 1-1 0 0,3-1 1 0 0,7 0 83 0 0,0 0-1 0 0,-1-1 1 0 0,1-1 0 0 0,21-4 0 0 0,-20 3-70 0 0,0-1 0 0 0,1 0 0 0 0,-1 0 0 0 0,-1-1 0 0 0,1-1 0 0 0,-1 0 0 0 0,16-11 0 0 0,-17 2-1827 0 0,-10 14 1143 0 0</inkml:trace>
  <inkml:trace contextRef="#ctx0" brushRef="#br0" timeOffset="6">1787 2883 2759 0 0,'0'-2'149'0'0,"1"1"0"0"0,-1-1 0 0 0,0 0 0 0 0,1 1 0 0 0,-1-1-1 0 0,1 1 1 0 0,-1-1 0 0 0,1 1 0 0 0,0-1 0 0 0,-1 1-1 0 0,1 0 1 0 0,0-1 0 0 0,0 1 0 0 0,0 0 0 0 0,0-1 0 0 0,2 0-1 0 0,-2 1 210 0 0,1 1 0 0 0,-1-1 1 0 0,0 1-1 0 0,1-1 0 0 0,-1 1 0 0 0,1 0 0 0 0,-1-1 0 0 0,1 1 0 0 0,-1 0 0 0 0,1 0 0 0 0,-1 0 0 0 0,1 0 0 0 0,-1 0 0 0 0,1 1 0 0 0,-1-1 0 0 0,1 0 1 0 0,-1 1-1 0 0,3 0 0 0 0,3 2 397 0 0,-1 0 1 0 0,1 0-1 0 0,-1 0 1 0 0,0 1 0 0 0,0 0-1 0 0,0 0 1 0 0,-1 1 0 0 0,1-1-1 0 0,-1 1 1 0 0,0 0-1 0 0,7 10 1 0 0,2 5 204 0 0,24 43-1 0 0,-32-53-882 0 0,-1 0-1 0 0,-1 1 1 0 0,0 0-1 0 0,0 0 1 0 0,-1 0-1 0 0,3 20 1 0 0,-5-23-44 0 0,-1 1 0 0 0,1 0-1 0 0,-2-1 1 0 0,1 1 0 0 0,-1-1 0 0 0,-1 1 0 0 0,0-1 0 0 0,0 0-1 0 0,-5 15 1 0 0,-28 47 103 0 0,14-32-2237 0 0</inkml:trace>
  <inkml:trace contextRef="#ctx0" brushRef="#br0" timeOffset="7">2044 3526 8287 0 0,'0'0'93'0'0,"1"1"-1"0"0,-1-1 0 0 0,0 0 0 0 0,1 1 0 0 0,-1-1 1 0 0,1 0-1 0 0,-1 0 0 0 0,0 1 0 0 0,1-1 0 0 0,-1 0 1 0 0,1 0-1 0 0,-1 0 0 0 0,1 1 0 0 0,-1-1 0 0 0,1 0 1 0 0,-1 0-1 0 0,1 0 0 0 0,-1 0 0 0 0,0 0 0 0 0,1 0 1 0 0,-1 0-1 0 0,1 0 0 0 0,-1 0 0 0 0,1 0 0 0 0,16-1 2871 0 0,-15 1-2684 0 0,39-5 3601 0 0,55-13 1 0 0,34-4-2060 0 0,-129 21-1817 0 0,0 1-1 0 0,0 0 0 0 0,0 0 0 0 0,-1 0 1 0 0,1 0-1 0 0,0 0 0 0 0,0 0 0 0 0,0 0 1 0 0,-1 0-1 0 0,1 0 0 0 0,0 0 0 0 0,0 0 0 0 0,0 1 1 0 0,-1-1-1 0 0,1 0 0 0 0,0 1 0 0 0,0-1 1 0 0,-1 0-1 0 0,1 1 0 0 0,0-1 0 0 0,-1 1 0 0 0,2 0 1 0 0,-2 0 0 0 0,0-1 1 0 0,0 1 0 0 0,1 0 0 0 0,-1-1-1 0 0,0 1 1 0 0,0 0 0 0 0,0-1 0 0 0,0 1-1 0 0,-1 0 1 0 0,1-1 0 0 0,0 1 0 0 0,0 0-1 0 0,0-1 1 0 0,0 1 0 0 0,-1-1 0 0 0,1 1-1 0 0,0 0 1 0 0,-1-1 0 0 0,1 1 0 0 0,-1 0-1 0 0,-4 5 28 0 0,0 0 1 0 0,0 0-1 0 0,-7 6 0 0 0,11-12-32 0 0,-8 9 2 0 0,-39 38 32 0 0,43-41-30 0 0,0 1 0 0 0,0-1 0 0 0,1 1 0 0 0,0-1 0 0 0,0 1 0 0 0,-4 11 0 0 0,7-17 3 0 0,1 0 0 0 0,-1 0 0 0 0,1 0 0 0 0,0 0 0 0 0,-1 0 0 0 0,1 0 0 0 0,0 1 0 0 0,0-1 0 0 0,0 0 0 0 0,0 0 0 0 0,0 0 0 0 0,0 0 0 0 0,0 1 0 0 0,0-1 0 0 0,0 0 0 0 0,0 0 0 0 0,1 0 1 0 0,-1 0-1 0 0,0 0 0 0 0,1 1 0 0 0,-1-1 0 0 0,1 0 0 0 0,-1 0 0 0 0,2 1 0 0 0,-1-1 19 0 0,1 0 0 0 0,-1 0 0 0 0,0 0 0 0 0,1 0 0 0 0,-1-1 1 0 0,1 1-1 0 0,0 0 0 0 0,-1-1 0 0 0,1 1 0 0 0,-1-1 0 0 0,1 1 1 0 0,0-1-1 0 0,-1 0 0 0 0,4 0 0 0 0,5 0 101 0 0,0 0-1 0 0,0-1 0 0 0,0-1 1 0 0,11-2-1 0 0,9-6 103 0 0,-25 8-251 0 0,0 0 0 0 0,0 0 0 0 0,0 0-1 0 0,1 1 1 0 0,-1 0 0 0 0,1 0 0 0 0,-1 0-1 0 0,1 1 1 0 0,8 0 0 0 0,-5 3-297 0 0</inkml:trace>
  <inkml:trace contextRef="#ctx0" brushRef="#br0" timeOffset="8">2934 3068 6911 0 0,'1'-11'584'0'0,"0"1"0"0"0,3-13 0 0 0,0-2 1170 0 0,-1 8-444 0 0,-2 10-592 0 0,0 0 0 0 0,0 0 0 0 0,0-1 0 0 0,-1 1 0 0 0,0-1-1 0 0,-1-7 1 0 0,0 14-620 0 0,1-1 0 0 0,-1 0 0 0 0,1 0 1 0 0,-1 1-1 0 0,0-1 0 0 0,1 1 0 0 0,-1-1 0 0 0,0 0 0 0 0,0 1 0 0 0,0 0 0 0 0,0-1 0 0 0,-1 1 0 0 0,1 0 0 0 0,0-1 0 0 0,-1 1 0 0 0,1 0 1 0 0,0 0-1 0 0,-1 0 0 0 0,1 0 0 0 0,-1 0 0 0 0,0 1 0 0 0,1-1 0 0 0,-1 0 0 0 0,0 1 0 0 0,1-1 0 0 0,-1 1 0 0 0,0-1 0 0 0,0 1 0 0 0,1 0 0 0 0,-4 0 1 0 0,1 0-75 0 0,0-1 1 0 0,0 1 0 0 0,0 1 0 0 0,0-1 0 0 0,0 1 0 0 0,0-1 0 0 0,0 1 0 0 0,1 0 0 0 0,-1 0 0 0 0,0 1 0 0 0,0-1 0 0 0,1 1 0 0 0,-1 0 0 0 0,1 0 0 0 0,-1 0 0 0 0,1 0 0 0 0,0 1 0 0 0,0-1-1 0 0,0 1 1 0 0,0 0 0 0 0,0 0 0 0 0,1 0 0 0 0,-1 0 0 0 0,1 0 0 0 0,0 1 0 0 0,0-1 0 0 0,-2 5 0 0 0,1 0 43 0 0,0 0 1 0 0,0 1-1 0 0,0-1 0 0 0,1 0 1 0 0,1 1-1 0 0,-1-1 0 0 0,1 1 1 0 0,1 0-1 0 0,-1-1 0 0 0,2 1 1 0 0,1 14-1 0 0,15 48 68 0 0,-12-54-113 0 0,-1 0 0 0 0,0 0 0 0 0,-1 0 0 0 0,-1 1 1 0 0,0 21-1 0 0,-6-5 155 0 0,-1-1 1 0 0,-1 0-1 0 0,-20 57 1 0 0,-7 40 187 0 0,31-122-329 0 0,1-1 1 0 0,1 1-1 0 0,0 0 0 0 0,0 0 1 0 0,0 0-1 0 0,1 0 1 0 0,0 0-1 0 0,4 13 0 0 0,-5-19-29 0 0,1 0 0 0 0,0 0-1 0 0,-1 0 1 0 0,1 0-1 0 0,0 0 1 0 0,0-1-1 0 0,0 1 1 0 0,0 0-1 0 0,0-1 1 0 0,1 1-1 0 0,-1-1 1 0 0,0 1-1 0 0,1-1 1 0 0,-1 1-1 0 0,1-1 1 0 0,0 0-1 0 0,-1 0 1 0 0,1 0-1 0 0,0 0 1 0 0,0 0-1 0 0,-1 0 1 0 0,1 0-1 0 0,0-1 1 0 0,0 1-1 0 0,0-1 1 0 0,0 1-1 0 0,0-1 1 0 0,0 0-1 0 0,0 0 1 0 0,0 0-1 0 0,0 0 1 0 0,0 0-1 0 0,0 0 1 0 0,0 0 0 0 0,0-1-1 0 0,0 1 1 0 0,0-1-1 0 0,0 0 1 0 0,2 0-1 0 0,12-7-1080 0 0,-14 6 462 0 0,0 1 0 0 0,0 0 1 0 0,0 0-1 0 0,1 0 0 0 0,-1 0 0 0 0,0 0 0 0 0,0 1 0 0 0,5-2 1 0 0,2 1-6580 0 0</inkml:trace>
  <inkml:trace contextRef="#ctx0" brushRef="#br0" timeOffset="9">3068 3512 2759 0 0,'0'-1'232'0'0,"-1"-1"0"0"0,1 0 0 0 0,0 1-1 0 0,0-1 1 0 0,0 0 0 0 0,-1 0-1 0 0,2 1 1 0 0,-1-1 0 0 0,0 0 0 0 0,0 0-1 0 0,0 1 1 0 0,1-1 0 0 0,-1 0 0 0 0,1 1-1 0 0,0-1 1 0 0,-1 1 0 0 0,1-1-1 0 0,0 1 1 0 0,0-1 0 0 0,0 1 0 0 0,0-1-1 0 0,0 1 1 0 0,2-2 0 0 0,-3 3-45 0 0,1-1 1 0 0,0 1 0 0 0,0 0 0 0 0,-1 0-1 0 0,1 0 1 0 0,0-1 0 0 0,0 1 0 0 0,0 0-1 0 0,0 0 1 0 0,-1 0 0 0 0,1 0 0 0 0,0 1-1 0 0,0-1 1 0 0,0 0 0 0 0,0 0 0 0 0,-1 0-1 0 0,1 1 1 0 0,0-1 0 0 0,0 0 0 0 0,-1 1-1 0 0,1-1 1 0 0,0 0 0 0 0,0 1 0 0 0,0 0-1 0 0,19 16 2495 0 0,-16-13-2248 0 0,15 13 1047 0 0,-7-4-840 0 0,2-1 1 0 0,-1-1-1 0 0,24 15 1 0 0,-31-23-579 0 0,-1 0-1 0 0,1-1 1 0 0,-1 1 0 0 0,1-1 0 0 0,0-1 0 0 0,0 1 0 0 0,0-1-1 0 0,0 0 1 0 0,0 0 0 0 0,0-1 0 0 0,0 0 0 0 0,0 0 0 0 0,0 0-1 0 0,9-2 1 0 0,-10 1-10 0 0,0 0 0 0 0,-1 0-1 0 0,1-1 1 0 0,0 0 0 0 0,0 0-1 0 0,-1 0 1 0 0,1 0 0 0 0,-1-1-1 0 0,0 1 1 0 0,0-1 0 0 0,0 0-1 0 0,0-1 1 0 0,0 1 0 0 0,-1-1 0 0 0,1 1-1 0 0,-1-1 1 0 0,0 0 0 0 0,0-1-1 0 0,0 1 1 0 0,-1 0 0 0 0,1-1-1 0 0,-1 1 1 0 0,0-1 0 0 0,-1 0-1 0 0,1 0 1 0 0,-1 1 0 0 0,0-1-1 0 0,1-10 1 0 0,-1 0-17 0 0,0 1 0 0 0,-1-1-1 0 0,-1 0 1 0 0,0 1 0 0 0,-6-24 0 0 0,5 29-28 0 0,0 0 0 0 0,-1 1 1 0 0,0 0-1 0 0,-1-1 0 0 0,0 1 1 0 0,0 0-1 0 0,0 1 1 0 0,-1-1-1 0 0,0 1 0 0 0,-10-10 1 0 0,13 14-7 0 0,-1 1 0 0 0,1 0 0 0 0,-1 0 0 0 0,1 0 1 0 0,-1 0-1 0 0,0 0 0 0 0,0 0 0 0 0,0 1 0 0 0,0 0 0 0 0,0-1 0 0 0,0 1 1 0 0,0 0-1 0 0,-1 0 0 0 0,1 1 0 0 0,0-1 0 0 0,0 1 0 0 0,-5-1 0 0 0,3 2 4 0 0,1-1-1 0 0,0 1 0 0 0,-1 0 1 0 0,1 0-1 0 0,0 1 0 0 0,0-1 1 0 0,0 1-1 0 0,0 0 0 0 0,0 0 1 0 0,0 0-1 0 0,-6 5 0 0 0,1 1 5 0 0,0 0 0 0 0,1 0-1 0 0,-1 1 1 0 0,2 0 0 0 0,-1 1-1 0 0,1 0 1 0 0,1 0 0 0 0,-10 19-1 0 0,14-24-26 0 0,0 0 1 0 0,0 0-1 0 0,0 0 1 0 0,1 1-1 0 0,-1-1 0 0 0,1 0 1 0 0,1 1-1 0 0,-1-1 0 0 0,1 1 1 0 0,0-1-1 0 0,1 10 0 0 0,-1-12-12 0 0,1 1-1 0 0,0-1 0 0 0,0 0 1 0 0,1 1-1 0 0,-1-1 0 0 0,1 0 1 0 0,-1 0-1 0 0,1 0 0 0 0,0 0 1 0 0,0 0-1 0 0,0 0 0 0 0,1-1 1 0 0,-1 1-1 0 0,1-1 0 0 0,-1 1 1 0 0,1-1-1 0 0,0 0 0 0 0,0 0 1 0 0,3 2-1 0 0,1-1-891 0 0,0 0-1 0 0,0 0 1 0 0,0 0 0 0 0,14 3-1 0 0,-1-2-806 0 0</inkml:trace>
  <inkml:trace contextRef="#ctx0" brushRef="#br0" timeOffset="10">3558 3536 4607 0 0,'4'2'347'0'0,"0"0"-1"0"0,0 0 1 0 0,-1 0-1 0 0,1 0 1 0 0,-1 1 0 0 0,1 0-1 0 0,-1-1 1 0 0,5 6-1 0 0,-2-1 703 0 0,0 0 1 0 0,-1 0-1 0 0,0 0 0 0 0,0 1 0 0 0,0 0 1 0 0,-1 0-1 0 0,3 9 0 0 0,-5-13-704 0 0,-1 0 0 0 0,0 0 0 0 0,0 0 0 0 0,-1 0 0 0 0,1 0 0 0 0,-1 1 0 0 0,0-1 0 0 0,0 0-1 0 0,0 0 1 0 0,-1 0 0 0 0,1 0 0 0 0,-1 0 0 0 0,0 0 0 0 0,0 0 0 0 0,-1 0 0 0 0,1 0 0 0 0,-1 0 0 0 0,-2 3 0 0 0,-2 4 21 0 0,-1-1 0 0 0,-1 0 0 0 0,1 0-1 0 0,-19 17 1 0 0,-7 1-1268 0 0,-2-1-5298 0 0,21-17-1266 0 0</inkml:trace>
  <inkml:trace contextRef="#ctx0" brushRef="#br0" timeOffset="11">3881 3611 7831 0 0,'0'-3'416'0'0,"0"-1"0"0"0,0 1-1 0 0,0 0 1 0 0,1 0 0 0 0,-1-1-1 0 0,1 1 1 0 0,0 0-1 0 0,0 0 1 0 0,0 0 0 0 0,2-6-1 0 0,-1 5-332 0 0,36-83 4370 0 0,-23 55-2900 0 0,13-39 0 0 0,-20 43-969 0 0,7-35 0 0 0,-13 50-464 0 0,-1 1 1 0 0,0 0-1 0 0,0-1 0 0 0,-1 1 1 0 0,-3-20-1 0 0,2 29-116 0 0,0 4 16 0 0,-1 7 49 0 0,-1 12 54 0 0,2 208 256 0 0,2-112 57 0 0,-1-65-351 0 0,-1-11 9 0 0,4 43 0 0 0,-3-82-111 0 0,0-1 0 0 0,0 1-1 0 0,0-1 1 0 0,0 1 0 0 0,0 0 0 0 0,1-1 0 0 0,-1 1-1 0 0,0 0 1 0 0,0-1 0 0 0,0 1 0 0 0,0-1-1 0 0,1 1 1 0 0,-1-1 0 0 0,0 1 0 0 0,1 0-1 0 0,-1-1 1 0 0,0 1 0 0 0,1-1 0 0 0,-1 1 0 0 0,1-1-1 0 0,-1 0 1 0 0,1 1 0 0 0,0-1-26 0 0,-1 0-1 0 0,1 0 1 0 0,-1 0 0 0 0,1 0 0 0 0,-1 0-1 0 0,1 0 1 0 0,-1 0 0 0 0,1 0 0 0 0,-1 0 0 0 0,1-1-1 0 0,-1 1 1 0 0,1 0 0 0 0,-1 0 0 0 0,0-1-1 0 0,1 1 1 0 0,-1 0 0 0 0,1 0 0 0 0,-1-1-1 0 0,0 1 1 0 0,1-1 0 0 0,-1 1 0 0 0,20-28-2100 0 0,-18 25 1929 0 0,6-9-1130 0 0</inkml:trace>
  <inkml:trace contextRef="#ctx0" brushRef="#br0" timeOffset="12">4130 3036 3679 0 0,'-2'-7'326'0'0,"1"1"-1"0"0,0-1 0 0 0,0 0 0 0 0,1 0 0 0 0,0-9 0 0 0,1 11 288 0 0,-1 1 0 0 0,1-1 0 0 0,0 1 0 0 0,0-1 0 0 0,1 1 0 0 0,-1-1 1 0 0,1 1-1 0 0,0 0 0 0 0,2-4 0 0 0,-3 7-385 0 0,0-1 1 0 0,0 1-1 0 0,1 0 1 0 0,-1 0 0 0 0,0 0-1 0 0,0 0 1 0 0,0 1-1 0 0,1-1 1 0 0,-1 0 0 0 0,1 0-1 0 0,-1 1 1 0 0,0-1-1 0 0,1 1 1 0 0,-1-1 0 0 0,1 1-1 0 0,-1 0 1 0 0,1-1-1 0 0,0 1 1 0 0,-1 0-1 0 0,1 0 1 0 0,-1 0 0 0 0,4 1-1 0 0,4 0 253 0 0,1 0 1 0 0,15 5-1 0 0,-8-2-178 0 0,7 1-170 0 0,1-2 0 0 0,0-1 0 0 0,0-1 0 0 0,0-1 0 0 0,43-6 0 0 0,-51 3-80 0 0,1 0 0 0 0,-1-2 0 0 0,0 0 0 0 0,0-1 0 0 0,0 0 0 0 0,-1-1-1 0 0,0-2 1 0 0,27-16 0 0 0,-40 23-37 0 0,0-1 1 0 0,0 1-1 0 0,0-1 0 0 0,0 1 0 0 0,0-1 0 0 0,0 0 1 0 0,-1 0-1 0 0,1 0 0 0 0,-1 0 0 0 0,0-1 0 0 0,0 1 1 0 0,2-4-1 0 0,-4 7-13 0 0,0 0 0 0 0,-1 0 0 0 0,1 0 0 0 0,0 0 0 0 0,0 0 0 0 0,0 0 0 0 0,0 0-1 0 0,0 0 1 0 0,0 0 0 0 0,0 0 0 0 0,0 0 0 0 0,0 0 0 0 0,0 0 0 0 0,0 0 0 0 0,0 0 0 0 0,0 0 0 0 0,0 0 0 0 0,0 0 0 0 0,-1 0 0 0 0,1 0 0 0 0,0 0 0 0 0,0 0 0 0 0,0 0 0 0 0,0 0 0 0 0,0 0 0 0 0,0 0 0 0 0,0 0-1 0 0,0 0 1 0 0,0 0 0 0 0,0 0 0 0 0,0 0 0 0 0,0 0 0 0 0,0 0 0 0 0,-1 0 0 0 0,1 0 0 0 0,0 0 0 0 0,0 0 0 0 0,0 0 0 0 0,0 0 0 0 0,0 0 0 0 0,0 0 0 0 0,0 0 0 0 0,0 0 0 0 0,0 0 0 0 0,0 0 0 0 0,0 0 0 0 0,0-1 0 0 0,0 1-1 0 0,0 0 1 0 0,0 0 0 0 0,-4 4 56 0 0,0 3-12 0 0,0 0 0 0 0,0 0 0 0 0,1 0-1 0 0,0 1 1 0 0,-4 14 0 0 0,-5 42 84 0 0,-12 231 295 0 0,9-72 515 0 0,5-107-468 0 0,-15 108 167 0 0,24-219-606 0 0,0 0 1 0 0,0 0-1 0 0,0 0 0 0 0,-1 0 1 0 0,0-1-1 0 0,0 1 0 0 0,0 0 0 0 0,-5 7 1 0 0,5-10-8 0 0,0 0 0 0 0,1 0 0 0 0,-1 0 1 0 0,0-1-1 0 0,0 1 0 0 0,0-1 0 0 0,0 1 0 0 0,0-1 1 0 0,-1 0-1 0 0,1 0 0 0 0,0 0 0 0 0,-1 0 0 0 0,1 0 1 0 0,0 0-1 0 0,-1-1 0 0 0,1 1 0 0 0,-1-1 0 0 0,1 0 1 0 0,-1 0-1 0 0,-2 0 0 0 0,-6 0 80 0 0,1 0 0 0 0,-1-2 0 0 0,-19-3 0 0 0,26 4-94 0 0,0 0-1 0 0,0-1 0 0 0,0 1 0 0 0,0-1 1 0 0,0 0-1 0 0,1 1 0 0 0,-1-2 0 0 0,1 1 1 0 0,-1 0-1 0 0,1-1 0 0 0,0 0 1 0 0,0 0-1 0 0,-3-3 0 0 0,5 5-22 0 0,0 0 0 0 0,0 0-1 0 0,0 0 1 0 0,1-1 0 0 0,-1 1 0 0 0,0 0 0 0 0,1-1-1 0 0,-1 1 1 0 0,1 0 0 0 0,0-1 0 0 0,-1 1-1 0 0,1-1 1 0 0,0 1 0 0 0,0 0 0 0 0,0-1 0 0 0,0 1-1 0 0,0-1 1 0 0,0 1 0 0 0,0 0 0 0 0,1-3-1 0 0,1 2-230 0 0</inkml:trace>
  <inkml:trace contextRef="#ctx0" brushRef="#br0" timeOffset="13">454 106 1839 0 0,'2'-12'541'0'0,"0"-1"0"0"0,0-15 0 0 0,-2 24-61 0 0,0 0 0 0 0,0 0 1 0 0,0 0-1 0 0,-1-1 0 0 0,0 1 0 0 0,0 0 0 0 0,0 1 1 0 0,0-1-1 0 0,0 0 0 0 0,-1 0 0 0 0,-2-4 1 0 0,4 8-445 0 0,0 0 1 0 0,0 0-1 0 0,0 0 1 0 0,0 0-1 0 0,0 0 1 0 0,0 0-1 0 0,0 0 1 0 0,0 0-1 0 0,0 0 0 0 0,0 0 1 0 0,0 0-1 0 0,0 0 1 0 0,0 0-1 0 0,0 0 1 0 0,0 0-1 0 0,0 0 1 0 0,0 0-1 0 0,0 0 1 0 0,0 0-1 0 0,-1 0 1 0 0,1 0-1 0 0,0 0 1 0 0,0 0-1 0 0,0 0 1 0 0,0 0-1 0 0,0 0 1 0 0,0 0-1 0 0,0 0 1 0 0,0 0-1 0 0,0 0 1 0 0,0 0-1 0 0,0 0 1 0 0,0 0-1 0 0,0 0 0 0 0,0 0 1 0 0,0 0-1 0 0,-1 0 1 0 0,1 0-1 0 0,0 0 1 0 0,0 0-1 0 0,0 0 1 0 0,0 0-1 0 0,0 0 1 0 0,0 0-1 0 0,0 0 1 0 0,0 0-1 0 0,0 0 1 0 0,0 0-1 0 0,0 0 1 0 0,0 0-1 0 0,0 0 1 0 0,0 0-1 0 0,0 1 1 0 0,0-1-1 0 0,0 0 1 0 0,0 0-1 0 0,0 0 1 0 0,-3 7 970 0 0,0 8-179 0 0,3-14-673 0 0,-2 9 217 0 0,-28 125 2425 0 0,24-113-2668 0 0,-2 0 0 0 0,0 0-1 0 0,-2-1 1 0 0,-11 21-1 0 0,8-21-98 0 0,-1-1 0 0 0,-1 0 0 0 0,-1 0-1 0 0,-32 30 1 0 0,39-41-17 0 0,-1-1 1 0 0,0 0-1 0 0,0-1 1 0 0,-1 0-1 0 0,0-1 0 0 0,0 0 1 0 0,0-1-1 0 0,-1 0 0 0 0,0-1 1 0 0,0 0-1 0 0,-17 3 1 0 0,24-6 23 0 0,0-1 0 0 0,0 1 0 0 0,0-1 0 0 0,0-1 0 0 0,-1 1 0 0 0,1-1 0 0 0,0 1 0 0 0,-8-4 0 0 0,10 4-22 0 0,1-1 1 0 0,-1 0-1 0 0,1-1 1 0 0,0 1-1 0 0,-1 0 1 0 0,1-1-1 0 0,0 1 0 0 0,0-1 1 0 0,0 0-1 0 0,0 1 1 0 0,0-1-1 0 0,0 0 1 0 0,1 0-1 0 0,-1 0 0 0 0,0-1 1 0 0,1 1-1 0 0,0 0 1 0 0,-2-4-1 0 0,1 1-4 0 0,1-1-1 0 0,-1 1 1 0 0,1-1-1 0 0,0 1 1 0 0,1-1-1 0 0,-1 1 1 0 0,1-1-1 0 0,0 1 1 0 0,1-1-1 0 0,-1 1 1 0 0,1-1-1 0 0,0 1 1 0 0,1-1-1 0 0,-1 1 1 0 0,1 0-1 0 0,0 0 1 0 0,0-1-1 0 0,1 1 1 0 0,-1 1-1 0 0,1-1 1 0 0,0 0-1 0 0,1 1 1 0 0,5-8-1 0 0,-5 8 3 0 0,0 0-1 0 0,0 1 1 0 0,0-1-1 0 0,0 0 1 0 0,1 1-1 0 0,0 0 1 0 0,-1 0-1 0 0,1 1 1 0 0,0-1-1 0 0,0 1 1 0 0,1 0-1 0 0,-1 0 1 0 0,0 1-1 0 0,1 0 1 0 0,-1-1-1 0 0,0 2 1 0 0,1-1-1 0 0,0 1 1 0 0,-1 0-1 0 0,1 0 1 0 0,-1 0-1 0 0,1 1 1 0 0,10 2-1 0 0,-7 0 41 0 0,0 1 0 0 0,0 0 0 0 0,0 0 1 0 0,-1 1-1 0 0,14 9 0 0 0,36 35 308 0 0,0-1 204 0 0,-50-42-410 0 0,1 0 0 0 0,0-1 1 0 0,0 0-1 0 0,0-1 0 0 0,14 5 0 0 0,4-3 120 0 0,-20-5-197 0 0,-1 1 1 0 0,1-1-1 0 0,-1 1 0 0 0,1 1 0 0 0,8 3 0 0 0,-14-5-63 0 0,0 0-1 0 0,0 0 1 0 0,0 0-1 0 0,0 0 0 0 0,0 0 1 0 0,0 1-1 0 0,0-1 1 0 0,0 0-1 0 0,0 2 1 0 0,0-2-89 0 0,-1 0 1 0 0,1 0 0 0 0,-1 0-1 0 0,1 0 1 0 0,-1 0-1 0 0,1 0 1 0 0,0 0-1 0 0,0 0 1 0 0,-1-1-1 0 0,1 1 1 0 0,0 0 0 0 0,0 0-1 0 0,0-1 1 0 0,0 1-1 0 0,0 0 1 0 0,0-1-1 0 0,0 1 1 0 0,1-1 0 0 0,3 1-1189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39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97 131 919 0 0,'-2'-1'236'0'0,"-1"0"-1"0"0,1 0 0 0 0,-1 0 0 0 0,0 1 0 0 0,1-1 0 0 0,-1 1 1 0 0,0 0-1 0 0,1-1 0 0 0,-1 1 0 0 0,0 0 0 0 0,-2 1 0 0 0,0-1 55 0 0,-8 1 679 0 0,9-1-327 0 0,-1 0-1 0 0,1 1 1 0 0,0-2-1 0 0,0 1 1 0 0,0 0-1 0 0,0-1 1 0 0,0 1-1 0 0,-8-4 1 0 0,12 4-596 0 0,1 0 1 0 0,-1 0-1 0 0,0 0 1 0 0,0 0-1 0 0,0 0 0 0 0,0 0 1 0 0,0 0-1 0 0,0 0 1 0 0,0 0-1 0 0,0 0 0 0 0,1 0 1 0 0,-1 0-1 0 0,0 0 1 0 0,0 0-1 0 0,0 0 0 0 0,0 0 1 0 0,0 0-1 0 0,0-1 1 0 0,0 1-1 0 0,0 0 1 0 0,0 0-1 0 0,0 0 0 0 0,0 0 1 0 0,0 0-1 0 0,0 0 1 0 0,0 0-1 0 0,0 0 0 0 0,0-1 1 0 0,0 1-1 0 0,1 0 1 0 0,-1 0-1 0 0,0 0 0 0 0,0 0 1 0 0,0 0-1 0 0,0 0 1 0 0,0 0-1 0 0,-1 0 0 0 0,1-1 1 0 0,0 1-1 0 0,0 0 1 0 0,0 0-1 0 0,0 0 0 0 0,0 0 1 0 0,0 0-1 0 0,0 0 1 0 0,0 0-1 0 0,0 0 0 0 0,0 0 1 0 0,0-1-1 0 0,0 1 1 0 0,0 0-1 0 0,0 0 0 0 0,0 0 1 0 0,0 0-1 0 0,0 0 1 0 0,-1 0-1 0 0,1 0 0 0 0,0 0 1 0 0,0 0-1 0 0,0 0 1 0 0,0 0-1 0 0,0 0 1 0 0,0 0-1 0 0,0 0 0 0 0,0 0 1 0 0,-1 0-1 0 0,1 0 1 0 0,0 0-1 0 0,0 0 0 0 0,7-2 2329 0 0,16 6 382 0 0,-20-3-2669 0 0,0 0 1 0 0,0 0 0 0 0,1-1-1 0 0,-1 1 1 0 0,0-1-1 0 0,0 1 1 0 0,0-1 0 0 0,4-1-1 0 0,9-2 45 0 0,0 0 0 0 0,0-2 0 0 0,0 0 0 0 0,27-14 0 0 0,55-37 560 0 0,-81 43-530 0 0,-17 13-150 0 0,1-1 0 0 0,0 1 0 0 0,-1-1 0 0 0,1 1 0 0 0,0-1 0 0 0,-1 0 0 0 0,1 1 0 0 0,-1-1 0 0 0,1 0 0 0 0,-1 1 1 0 0,0-1-1 0 0,1 0 0 0 0,-1 0 0 0 0,0 1 0 0 0,1-1 0 0 0,-1 0 0 0 0,0 0 0 0 0,0 0 0 0 0,0 1 0 0 0,1-1 0 0 0,-1-1 0 0 0,-1 2-1 0 0,1-1 0 0 0,0 1 0 0 0,-1 0-1 0 0,1-1 1 0 0,0 1 0 0 0,-1 0 0 0 0,1 0-1 0 0,-1 0 1 0 0,1-1 0 0 0,-1 1 0 0 0,1 0 0 0 0,0 0-1 0 0,-1 0 1 0 0,1 0 0 0 0,-1 0 0 0 0,1 0 0 0 0,-1 0-1 0 0,1 0 1 0 0,-1 0 0 0 0,1 0 0 0 0,-1 0-1 0 0,1 0 1 0 0,0 0 0 0 0,-1 0 0 0 0,1 1 0 0 0,-1-1-1 0 0,-15 4 243 0 0,15-3-202 0 0,-24 6 335 0 0,16-5-292 0 0,0 1 0 0 0,-13 5 0 0 0,-1 2-102 0 0,13-6 147 0 0,0 1 0 0 0,0 0 0 0 0,-13 9 1 0 0,20-12-251 0 0,0 0 1 0 0,0 1 0 0 0,1-1 0 0 0,0 1-1 0 0,-1-1 1 0 0,1 1 0 0 0,0 0 0 0 0,0 0-1 0 0,0 0 1 0 0,1 0 0 0 0,-1 0 0 0 0,1 0-1 0 0,-1 0 1 0 0,1 1 0 0 0,-1 4-1 0 0,-1 6-7719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0.3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55 5527 0 0,'-4'-5'1235'0'0,"1"-1"-1"0"0,-1 0 0 0 0,1 1 0 0 0,0-1 0 0 0,1 0 1 0 0,-4-11-1 0 0,5 14-510 0 0,3 33 3583 0 0,-2-11-3835 0 0,0 8-7 0 0,0-20-396 0 0,-1 0 1 0 0,1 0-1 0 0,1 0 0 0 0,-1 0 1 0 0,1-1-1 0 0,1 1 0 0 0,-1 0 1 0 0,3 7-1 0 0,-3-13-56 0 0,-1 0 1 0 0,1 0-1 0 0,0 0 0 0 0,-1 0 0 0 0,1 0 0 0 0,0 0 0 0 0,-1 0 1 0 0,1 0-1 0 0,0 0 0 0 0,0 0 0 0 0,0-1 0 0 0,0 1 0 0 0,1 1 1 0 0,-1-2-7 0 0,-1 0 0 0 0,1 0 0 0 0,-1 0 0 0 0,1 0 0 0 0,-1 1 0 0 0,1-1 1 0 0,-1 0-1 0 0,1 0 0 0 0,-1 0 0 0 0,1 0 0 0 0,-1 0 0 0 0,1 0 0 0 0,-1 0 0 0 0,1-1 1 0 0,-1 1-1 0 0,1 0 0 0 0,-1 0 0 0 0,1 0 0 0 0,-1 0 0 0 0,1-1 0 0 0,0 1 1 0 0,0-1 11 0 0,1-1 1 0 0,-1 1 0 0 0,0 0 0 0 0,0-1 0 0 0,1 1 0 0 0,-1-1 0 0 0,0 1 0 0 0,0-1 0 0 0,-1 1 0 0 0,1-1 0 0 0,0 0-1 0 0,0 1 1 0 0,-1-1 0 0 0,2-3 0 0 0,-2 0 24 0 0,0 0 1 0 0,1 0-1 0 0,-1 0 0 0 0,-1 0 1 0 0,1-1-1 0 0,-1 1 0 0 0,0 0 0 0 0,0 1 1 0 0,-1-1-1 0 0,-2-7 0 0 0,2 6 103 0 0,0-1 0 0 0,0 1 0 0 0,1 0 0 0 0,-1-1-1 0 0,1-7 1 0 0,8 66-1312 0 0,-4-35-6542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2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188 107 1375 0 0,'-2'1'251'0'0,"1"-1"-1"0"0,-1 0 0 0 0,1 0 0 0 0,-1 1 1 0 0,1-1-1 0 0,-1 0 0 0 0,1-1 0 0 0,-1 1 0 0 0,1 0 1 0 0,0 0-1 0 0,-1-1 0 0 0,1 1 0 0 0,-1-1 1 0 0,1 1-1 0 0,0-1 0 0 0,-1 1 0 0 0,1-1 0 0 0,0 0 1 0 0,0 0-1 0 0,-2-1 0 0 0,1 1 334 0 0,1 0 1 0 0,-1 0-1 0 0,1 0 1 0 0,-1 1-1 0 0,0-1 1 0 0,0 0-1 0 0,1 1 1 0 0,-5-1-1 0 0,-14 24 2964 0 0,15-16-3283 0 0,1 0 1 0 0,0-1-1 0 0,0 2 1 0 0,1-1-1 0 0,-5 13 1 0 0,7-18-187 0 0,1 0-1 0 0,-1 0 1 0 0,1 0 0 0 0,-1 0 0 0 0,1 1 0 0 0,0-1 0 0 0,0 0-1 0 0,0 0 1 0 0,0 0 0 0 0,0 0 0 0 0,0 0 0 0 0,1 0 0 0 0,-1 0-1 0 0,1 0 1 0 0,-1 0 0 0 0,1 0 0 0 0,0 0 0 0 0,0 0 0 0 0,-1 0-1 0 0,1 0 1 0 0,1 0 0 0 0,-1-1 0 0 0,0 1 0 0 0,0 0 0 0 0,1-1-1 0 0,2 3 1 0 0,-3-3-41 0 0,0 0 1 0 0,0 0-1 0 0,1 0 0 0 0,-1-1 0 0 0,0 1 0 0 0,0 0 0 0 0,1-1 1 0 0,-1 1-1 0 0,0-1 0 0 0,1 1 0 0 0,-1-1 0 0 0,0 0 0 0 0,1 0 1 0 0,-1 1-1 0 0,1-1 0 0 0,-1 0 0 0 0,1 0 0 0 0,-1 0 0 0 0,0-1 1 0 0,1 1-1 0 0,-1 0 0 0 0,0 0 0 0 0,1-1 0 0 0,-1 1 0 0 0,0-1 0 0 0,1 1 1 0 0,-1-1-1 0 0,0 0 0 0 0,0 1 0 0 0,1-1 0 0 0,-1 0 0 0 0,0 0 1 0 0,0 0-1 0 0,0 0 0 0 0,0 0 0 0 0,0 0 0 0 0,1-2 0 0 0,1-1-13 0 0,0 0 0 0 0,0-1 0 0 0,-1 1 0 0 0,0-1 0 0 0,0 1 0 0 0,0-1-1 0 0,0 0 1 0 0,-1 0 0 0 0,2-5 0 0 0,-1-1-6 0 0,-1 1-1 0 0,0-1 1 0 0,0 0 0 0 0,-1 1-1 0 0,0-1 1 0 0,-1 0 0 0 0,-3-18-1 0 0,3 28-15 0 0,1 0-1 0 0,0 0 0 0 0,0 0 1 0 0,-1 1-1 0 0,1-1 0 0 0,0 0 1 0 0,-1 0-1 0 0,1 0 1 0 0,-1 0-1 0 0,1 0 0 0 0,-1 1 1 0 0,1-1-1 0 0,-1 0 0 0 0,0 1 1 0 0,0-1-1 0 0,1 0 1 0 0,-1 1-1 0 0,0-1 0 0 0,0 1 1 0 0,1-1-1 0 0,-1 1 0 0 0,0-1 1 0 0,0 1-1 0 0,0-1 1 0 0,-1 1-1 0 0,1 0 1 0 0,-1 0 0 0 0,0 0 0 0 0,1 0-1 0 0,-1 0 1 0 0,0 0 0 0 0,1 1 0 0 0,-1-1 0 0 0,0 1 0 0 0,1-1 0 0 0,-1 1 0 0 0,1-1 0 0 0,-1 1-1 0 0,-1 1 1 0 0,-2 2 11 0 0,-1-1 0 0 0,1 1 0 0 0,0 0 0 0 0,0 1 0 0 0,1-1 0 0 0,-6 8 0 0 0,6-6 2 0 0,0-1 0 0 0,1 1 0 0 0,0 0-1 0 0,1 1 1 0 0,-1-1 0 0 0,1 0 0 0 0,0 1 0 0 0,-1 6 0 0 0,3-9-9 0 0,-1 0 1 0 0,1-1-1 0 0,-1 1 1 0 0,1 0 0 0 0,0 0-1 0 0,0-1 1 0 0,1 1 0 0 0,-1 0-1 0 0,1-1 1 0 0,0 1-1 0 0,0-1 1 0 0,0 1 0 0 0,0-1-1 0 0,1 1 1 0 0,-1-1 0 0 0,3 4-1 0 0,-3-5 0 0 0,1-1-1 0 0,-1 1 1 0 0,0-1 0 0 0,0 0-1 0 0,1 0 1 0 0,-1 0 0 0 0,1 1-1 0 0,-1-1 1 0 0,1-1 0 0 0,-1 1-1 0 0,1 0 1 0 0,0 0 0 0 0,0-1-1 0 0,-1 1 1 0 0,1 0 0 0 0,0-1-1 0 0,3 1 1 0 0,-2-1 19 0 0,0 0 0 0 0,0 0 0 0 0,0-1 0 0 0,0 1 0 0 0,0-1 0 0 0,0 1 0 0 0,0-1 0 0 0,0 0 0 0 0,6-3 0 0 0,-5 2 13 0 0,1 0 0 0 0,0-1 0 0 0,-1 0-1 0 0,0 0 1 0 0,1 0 0 0 0,-1-1 0 0 0,0 1 0 0 0,-1-1 0 0 0,1 0 0 0 0,-1 0 0 0 0,0 0 0 0 0,3-6-1 0 0,-4 7-27 0 0,0-1 0 0 0,0 1-1 0 0,-1-1 1 0 0,0 0-1 0 0,0 1 1 0 0,0-1-1 0 0,0 0 1 0 0,-1 0-1 0 0,1 0 1 0 0,-1 0-1 0 0,0 0 1 0 0,0 1-1 0 0,0-1 1 0 0,-1 0 0 0 0,1 0-1 0 0,-1 0 1 0 0,0 0-1 0 0,0 1 1 0 0,-1-1-1 0 0,1 0 1 0 0,-1 1-1 0 0,1-1 1 0 0,-1 1-1 0 0,0 0 1 0 0,0-1-1 0 0,-1 1 1 0 0,1 0 0 0 0,-1 0-1 0 0,0 1 1 0 0,1-1-1 0 0,-1 0 1 0 0,0 1-1 0 0,-1 0 1 0 0,1-1-1 0 0,0 1 1 0 0,-1 1-1 0 0,1-1 1 0 0,-1 0-1 0 0,1 1 1 0 0,-8-2-1 0 0,6 1-8 0 0,-1 1-1 0 0,0 0 0 0 0,1 0 0 0 0,-1 1 0 0 0,0-1 0 0 0,1 1 0 0 0,-1 0 0 0 0,0 1 0 0 0,1 0 1 0 0,-1 0-1 0 0,-6 1 0 0 0,8 0-1 0 0,0-1 0 0 0,0 1-1 0 0,0 0 1 0 0,1 0 0 0 0,-1 0 0 0 0,0 1 0 0 0,1-1 0 0 0,0 1-1 0 0,0 0 1 0 0,0 0 0 0 0,0 0 0 0 0,0 0 0 0 0,1 0 0 0 0,-1 1-1 0 0,1-1 1 0 0,-2 5 0 0 0,2-4 2 0 0,0 0 0 0 0,0 1-1 0 0,0-1 1 0 0,1 1 0 0 0,0-1-1 0 0,0 1 1 0 0,0 0 0 0 0,1 0-1 0 0,0-1 1 0 0,0 1 0 0 0,0 0-1 0 0,0 0 1 0 0,1-1 0 0 0,-1 1-1 0 0,1 0 1 0 0,1-1 0 0 0,-1 1-1 0 0,3 5 1 0 0,-3-7-1 0 0,0-1 0 0 0,1 1 0 0 0,-1-1 0 0 0,1 0 0 0 0,-1 1 0 0 0,1-1 0 0 0,0 0 0 0 0,0 0 0 0 0,0 0 0 0 0,0 0 0 0 0,0-1 0 0 0,0 1 0 0 0,0-1 0 0 0,1 1 0 0 0,-1-1 0 0 0,0 0 0 0 0,1 1 0 0 0,0-1 0 0 0,-1-1 0 0 0,1 1 0 0 0,-1 0-1 0 0,1-1 1 0 0,0 1 0 0 0,0-1 0 0 0,-1 0 0 0 0,1 0 0 0 0,0 0 0 0 0,0 0 0 0 0,-1 0 0 0 0,1-1 0 0 0,0 1 0 0 0,4-2 0 0 0,-1 0 3 0 0,0 0 0 0 0,1-1 0 0 0,-2 0 0 0 0,1 0-1 0 0,0 0 1 0 0,-1-1 0 0 0,1 0 0 0 0,-1 0 0 0 0,0 0 0 0 0,0 0 0 0 0,-1-1 0 0 0,1 0-1 0 0,-1 0 1 0 0,0 0 0 0 0,-1 0 0 0 0,1-1 0 0 0,4-10 0 0 0,-6 12-4 0 0,-1 1-1 0 0,1-1 1 0 0,-1 0 0 0 0,0 0 0 0 0,0 0 0 0 0,0 0-1 0 0,-1 0 1 0 0,1-1 0 0 0,-1 1 0 0 0,0 0 0 0 0,0 0 0 0 0,-1 0-1 0 0,1 0 1 0 0,-1 0 0 0 0,0 0 0 0 0,0 0 0 0 0,0 0-1 0 0,-1 0 1 0 0,1 0 0 0 0,-1 1 0 0 0,0-1 0 0 0,0 0-1 0 0,0 1 1 0 0,-1 0 0 0 0,1-1 0 0 0,-1 1 0 0 0,0 0 0 0 0,0 0-1 0 0,-4-3 1 0 0,4 3 2 0 0,-1 1 0 0 0,0-1-1 0 0,0 1 1 0 0,0 0 0 0 0,0 0 0 0 0,0 0 0 0 0,0 0-1 0 0,-1 1 1 0 0,1 0 0 0 0,-1 0 0 0 0,1 0-1 0 0,-1 0 1 0 0,1 1 0 0 0,-1-1 0 0 0,1 1 0 0 0,-1 1-1 0 0,-8 0 1 0 0,10 0-1 0 0,0-1 1 0 0,0 1-1 0 0,0 0 0 0 0,0 0 0 0 0,0 1 0 0 0,0-1 0 0 0,0 0 1 0 0,0 1-1 0 0,1 0 0 0 0,-1 0 0 0 0,1 0 0 0 0,-1 0 1 0 0,1 0-1 0 0,0 0 0 0 0,-1 1 0 0 0,1-1 0 0 0,1 1 0 0 0,-1-1 1 0 0,0 1-1 0 0,0 0 0 0 0,1 0 0 0 0,0-1 0 0 0,0 1 1 0 0,-1 0-1 0 0,2 1 0 0 0,-2 3 0 0 0,0 1-1 0 0,1 1 0 0 0,0 0 0 0 0,1 0 0 0 0,0-1 0 0 0,0 1 0 0 0,1 0 0 0 0,0 0 0 0 0,0-1 0 0 0,1 1 0 0 0,0-1 0 0 0,1 1 0 0 0,-1-1 0 0 0,2 0 0 0 0,-1 0 0 0 0,1 0 0 0 0,1-1 0 0 0,5 9 0 0 0,-8-14 0 0 0,0 0 0 0 0,0 0 0 0 0,0 0 0 0 0,0 0 0 0 0,0-1 0 0 0,0 1 0 0 0,1-1 0 0 0,-1 0 0 0 0,1 1 0 0 0,-1-1 0 0 0,1 0 0 0 0,-1-1 0 0 0,1 1 0 0 0,-1 0 0 0 0,1-1 0 0 0,0 1 0 0 0,0-1 0 0 0,-1 0 0 0 0,1 0 0 0 0,0 0 0 0 0,-1 0 0 0 0,1 0 0 0 0,0-1 0 0 0,0 1 0 0 0,-1-1 0 0 0,1 0 0 0 0,-1 0 0 0 0,1 0 0 0 0,-1 0 0 0 0,1 0 0 0 0,2-2 0 0 0,0 1 0 0 0,-1-1 0 0 0,0 1 0 0 0,0-1 0 0 0,-1 0 0 0 0,1 0 0 0 0,-1 0 0 0 0,1-1 0 0 0,-1 1 0 0 0,0-1 0 0 0,0 0 0 0 0,0 0 0 0 0,-1 0 0 0 0,1 0 0 0 0,-1 0 0 0 0,0-1 0 0 0,-1 1 0 0 0,3-6 0 0 0,-3 2 4 0 0,-1 1-1 0 0,1-1 1 0 0,-1 1-1 0 0,0 0 1 0 0,-1-1-1 0 0,0 1 1 0 0,0 0 0 0 0,-5-14-1 0 0,6 18-2 0 0,-1 0 1 0 0,0 1-1 0 0,0-1 0 0 0,0 0 1 0 0,-1 0-1 0 0,1 0 0 0 0,-1 1 1 0 0,0-1-1 0 0,1 1 0 0 0,-1-1 1 0 0,0 1-1 0 0,0 0 0 0 0,-1 0 1 0 0,1 0-1 0 0,0 0 0 0 0,-1 0 1 0 0,1 0-1 0 0,-1 1 0 0 0,0-1 1 0 0,1 1-1 0 0,-1 0 0 0 0,0 0 1 0 0,-5-2-1 0 0,7 3 4 0 0,0 0-1 0 0,-1 0 1 0 0,1 0 0 0 0,0 0-1 0 0,0 0 1 0 0,0 0 0 0 0,0 0-1 0 0,-1 0 1 0 0,1 1 0 0 0,0-1-1 0 0,0 0 1 0 0,0 1 0 0 0,0-1-1 0 0,0 1 1 0 0,0-1 0 0 0,0 1-1 0 0,0 0 1 0 0,0-1 0 0 0,0 1-1 0 0,0 0 1 0 0,-1 1 0 0 0,1 0 17 0 0,-1 0 1 0 0,1 0-1 0 0,-1 0 1 0 0,1 0-1 0 0,0 0 1 0 0,0 1-1 0 0,0-1 1 0 0,0 1 0 0 0,0 2-1 0 0,-1 1 19 0 0,1 0 0 0 0,0 0 0 0 0,1 0 0 0 0,0 0 0 0 0,0 0 0 0 0,0 0 0 0 0,2 9 0 0 0,-2-11-40 0 0,1-1-1 0 0,0 0 1 0 0,0 0 0 0 0,1 0-1 0 0,-1 0 1 0 0,1 0-1 0 0,-1 0 1 0 0,1 0 0 0 0,0 0-1 0 0,0 0 1 0 0,3 3-1 0 0,-3-5-4 0 0,-1 0-1 0 0,0 0 1 0 0,0-1-1 0 0,1 1 0 0 0,-1 0 1 0 0,0 0-1 0 0,1-1 1 0 0,-1 1-1 0 0,1-1 0 0 0,-1 1 1 0 0,1-1-1 0 0,-1 1 0 0 0,1-1 1 0 0,-1 0-1 0 0,1 0 1 0 0,-1 0-1 0 0,1 0 0 0 0,-1 0 1 0 0,1 0-1 0 0,0 0 1 0 0,-1-1-1 0 0,1 1 0 0 0,-1 0 1 0 0,1-1-1 0 0,-1 1 0 0 0,2-2 1 0 0,4 0-271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2.5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1 744 1951 0 0,'7'-3'8964'0'0,"6"-3"-3902"0"0,37-26-2794 0 0,-16 11-707 0 0,281-205 697 0 0,-238 167-1939 0 0,-34 28-181 0 0,14-10 4 0 0,98-81-62 0 0,-102 84 39 0 0,59-31 0 0 0,12-9 19 0 0,-122 77-138 0 0,0-1 0 0 0,0 1 0 0 0,-1 0 0 0 0,1 0 0 0 0,0-1 0 0 0,-1 1 0 0 0,1-1 0 0 0,-1 0 0 0 0,2-1 0 0 0,-5 3 0 0 0,0-1 0 0 0,0 1 0 0 0,1 0 0 0 0,-1 0 0 0 0,0 0 0 0 0,0 0 0 0 0,0 0 0 0 0,-2 1 0 0 0,-9 4-1503 0 0,1 0-3398 0 0,-4 4-2287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3.6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74 3223 0 0,'-1'-34'2569'0'0,"0"1"3900"0"0,2 27-2302 0 0,1 9-1733 0 0,1 13-530 0 0,-2-15-1684 0 0,-1 0 203 0 0,1 4-67 0 0,6 38 313 0 0,2 79 0 0 0,-9-117-663 0 0,-1 1 0 0 0,2 0 0 0 0,-1-1-1 0 0,1 1 1 0 0,0-1 0 0 0,0 1 0 0 0,0 0 0 0 0,1-1 0 0 0,-1 0-1 0 0,6 9 1 0 0,-7-13-4 0 0,0-1 0 0 0,1 0 0 0 0,-1 1 0 0 0,1-1 0 0 0,-1 1 0 0 0,1-1 0 0 0,-1 0-1 0 0,1 0 1 0 0,-1 1 0 0 0,1-1 0 0 0,-1 0 0 0 0,1 0 0 0 0,-1 0 0 0 0,1 0 0 0 0,0 0 0 0 0,-1 0 0 0 0,1 1 0 0 0,-1-1 0 0 0,1 0-1 0 0,-1-1 1 0 0,1 1 0 0 0,0 0 0 0 0,-1 0 0 0 0,1 0 0 0 0,-1 0 0 0 0,2-1 0 0 0,-2 1 0 0 0,1 0-1 0 0,-1 0 1 0 0,1 0 0 0 0,-1-1 0 0 0,1 1-1 0 0,-1 0 1 0 0,1 0 0 0 0,-1 0-1 0 0,1 0 1 0 0,-1 0 0 0 0,1 0 0 0 0,-1 0-1 0 0,1 0 1 0 0,-1 0 0 0 0,1 0 0 0 0,-1 0-1 0 0,1 0 1 0 0,-1 0 0 0 0,1 1 0 0 0,-1-1-1 0 0,1 0 1 0 0,-1 0 0 0 0,0 1-1 0 0,1-1 1 0 0,-1 0 0 0 0,1 0 0 0 0,-1 1-1 0 0,1-1 1 0 0,-1 0 0 0 0,0 1 0 0 0,1-1-1 0 0,-1 1 1 0 0,0-1 0 0 0,0 0 0 0 0,1 1-1 0 0,-1-1 1 0 0,0 1 0 0 0,0-1-1 0 0,1 1 1 0 0,-1-1 0 0 0,0 1 0 0 0,0-1-1 0 0,0 2 1 0 0,1 6 2 0 0,7 24 31 0 0,-8-31-34 0 0,0 0 0 0 0,0 0 0 0 0,1 0 0 0 0,-1 0 0 0 0,0 0 0 0 0,1-1 0 0 0,-1 1 0 0 0,1 0-1 0 0,-1 0 1 0 0,1 0 0 0 0,0 0 0 0 0,-1-1 0 0 0,1 1 0 0 0,0 0 0 0 0,-1-1 0 0 0,1 1 0 0 0,0 0 0 0 0,0-1 0 0 0,0 1 0 0 0,-1-1 0 0 0,1 1 0 0 0,0-1-1 0 0,0 0 1 0 0,0 1 0 0 0,0-1 0 0 0,1 0 0 0 0,-1 0 3 0 0,-1 0-1 0 0,1 0 1 0 0,-1 0 0 0 0,1 0-1 0 0,-1 0 1 0 0,1 0 0 0 0,0-1-1 0 0,-1 1 1 0 0,1 0 0 0 0,-1 0-1 0 0,1-1 1 0 0,-1 1-1 0 0,1 0 1 0 0,-1-1 0 0 0,0 1-1 0 0,1 0 1 0 0,-1-1 0 0 0,1 1-1 0 0,-1-1 1 0 0,0 1 0 0 0,1-1-1 0 0,-1 1 1 0 0,0-1 0 0 0,0 1-1 0 0,1-1 1 0 0,-1 1-1 0 0,0-1 1 0 0,0 1 0 0 0,0-1-1 0 0,0 1 1 0 0,1-1 0 0 0,-1 1-1 0 0,0-1 1 0 0,0 0 0 0 0,0 1-1 0 0,-1-2 1 0 0,2 1 3 0 0,-1 0 0 0 0,-1 0 0 0 0,1 0 0 0 0,0 0 1 0 0,0 0-1 0 0,0 0 0 0 0,-1 0 0 0 0,1 0 0 0 0,0 0 1 0 0,-1 0-1 0 0,1 0 0 0 0,-1 0 0 0 0,1 0 0 0 0,-1 0 0 0 0,1 1 1 0 0,-1-1-1 0 0,0 0 0 0 0,1 0 0 0 0,-1 0 0 0 0,-1 0 0 0 0,-14-7 18 0 0,0 0 0 0 0,-31-9 0 0 0,46 17-24 0 0,-3-1 20 0 0,13-7 10 0 0,7 0-13 0 0,0 1-1 0 0,1 0 0 0 0,0 1 0 0 0,0 1 0 0 0,28-5 0 0 0,96-6 264 0 0,-123 15-270 0 0,1 1-1 0 0,-1 0 0 0 0,0 2 1 0 0,1 0-1 0 0,-1 1 0 0 0,0 1 1 0 0,30 10-1 0 0,-44-12-10 0 0,0-1 0 0 0,0 1 0 0 0,0-1 0 0 0,9 1 0 0 0,-258-18 0 0 0,233 16 0 0 0,0 0 0 0 0,0 0 0 0 0,0 1 0 0 0,0 1 0 0 0,1 0 0 0 0,-1 0 0 0 0,0 1 0 0 0,-11 5 0 0 0,13-5 0 0 0,7-2-10 0 0,1 0 0 0 0,-1 0 0 0 0,1 0-1 0 0,-1 1 1 0 0,1-1 0 0 0,0 1 0 0 0,-1-1 0 0 0,1 1-1 0 0,0 0 1 0 0,0 0 0 0 0,0 0 0 0 0,0 0 0 0 0,-1 3-1 0 0,3-5-12 0 0,0 0 0 0 0,0 0-1 0 0,0 0 1 0 0,0 0-1 0 0,0 0 1 0 0,0 0-1 0 0,0 0 1 0 0,0 0-1 0 0,0 1 1 0 0,0-1-1 0 0,0 0 1 0 0,0 0-1 0 0,0 0 1 0 0,0 0-1 0 0,0 0 1 0 0,0 0-1 0 0,0 0 1 0 0,0 0-1 0 0,0 0 1 0 0,0 0-1 0 0,0 0 1 0 0,0 0-1 0 0,0 0 1 0 0,0 0-1 0 0,0 0 1 0 0,0 0 0 0 0,0 1-1 0 0,0-1 1 0 0,0 0-1 0 0,0 0 1 0 0,1 0-1 0 0,-1 0 1 0 0,0 0-1 0 0,0 0 1 0 0,0 0-1 0 0,0 0 1 0 0,0 0-1 0 0,0 0 1 0 0,0 0-1 0 0,0 0 1 0 0,0 0-1 0 0,0 0 1 0 0,0 0-1 0 0,0 0 1 0 0,0 0-1 0 0,0 0 1 0 0,1 0-1 0 0,-1 0 1 0 0,0 0-1 0 0,0 0 1 0 0,0 0 0 0 0,0 0-1 0 0,0 0 1 0 0,0 0-1 0 0,0 0 1 0 0,0 0-1 0 0,0 0 1 0 0,0 0-1 0 0,0 0 1 0 0,0-1-1 0 0,0 1 1 0 0,0 0-1 0 0,0 0 1 0 0,0 0-1 0 0,0 0 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4.4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35 4607 0 0,'-9'-34'13757'0'0,"11"45"-12451"0"0,0-3 199 0 0,-1-7-1438 0 0,-1 1-1 0 0,1 0 0 0 0,0 0 1 0 0,-1-1-1 0 0,1 1 1 0 0,-1 0-1 0 0,0 0 1 0 0,0 0-1 0 0,0 3 0 0 0,1 2 42 0 0,13 58 765 0 0,5 22-503 0 0,-18-71-307 0 0,1-1 0 0 0,-2 0 0 0 0,-2 30 0 0 0,-4-10 39 0 0,6-33-96 0 0,-1 0-1 0 0,1 0 1 0 0,-1-1-1 0 0,0 1 1 0 0,1 0-1 0 0,-1 0 0 0 0,0-1 1 0 0,0 1-1 0 0,0 0 1 0 0,0-1-1 0 0,-1 1 0 0 0,1-1 1 0 0,0 0-1 0 0,0 1 1 0 0,-4 1-1 0 0,5-3-4 0 0,0 0 0 0 0,-1 1 0 0 0,1-1 0 0 0,0 0 0 0 0,-1 0 0 0 0,1 0 1 0 0,0 0-1 0 0,-1 0 0 0 0,1 0 0 0 0,0 0 0 0 0,-1 0 0 0 0,1 0 0 0 0,0 0 0 0 0,-1 0 0 0 0,1 0 0 0 0,0 0 0 0 0,-1 0 0 0 0,1 0 0 0 0,0-1 0 0 0,-1 1 0 0 0,1 0 0 0 0,0 0 1 0 0,-1 0-1 0 0,1 0 0 0 0,0-1 0 0 0,0 1 0 0 0,-1 0 0 0 0,1 0 0 0 0,0 0 0 0 0,0-1 0 0 0,-1 1 0 0 0,1 0 0 0 0,0-1 0 0 0,0 1 0 0 0,0 0 0 0 0,0 0 0 0 0,-1-1 0 0 0,1 1 0 0 0,0 0 1 0 0,0-1-1 0 0,0 1 0 0 0,0 0 0 0 0,0-1 0 0 0,0 1 0 0 0,-3-20 78 0 0,2 14-59 0 0,-1-3-15 0 0,0 0 0 0 0,-1 0 1 0 0,0 1-1 0 0,0-1 0 0 0,-1 1 1 0 0,0 0-1 0 0,0 0 0 0 0,-1 0 1 0 0,-7-9-1 0 0,11 16-5 0 0,1 0 0 0 0,-1 0 0 0 0,1 1 0 0 0,0-1 0 0 0,-1 0 0 0 0,1 0 0 0 0,0 0 0 0 0,0 0 0 0 0,-1 0 0 0 0,1 0 0 0 0,0 1 0 0 0,0-1 0 0 0,0 0 0 0 0,0 0 0 0 0,0 0 0 0 0,1 0 0 0 0,-1 0 0 0 0,0 0 0 0 0,0 0 0 0 0,0 0 0 0 0,1 1 0 0 0,-1-1 0 0 0,0 0 0 0 0,1 0 0 0 0,-1 0 0 0 0,1 1 0 0 0,-1-1 0 0 0,1 0 0 0 0,0 0 0 0 0,-1 1 0 0 0,1-1 0 0 0,1-1 0 0 0,3-3 0 0 0,1 0 0 0 0,1 0 0 0 0,7-4 0 0 0,-1-1 0 0 0,-8 7 0 0 0,-1-1 0 0 0,0 1 0 0 0,1 0 0 0 0,-1-1 0 0 0,-1 0 0 0 0,1 0 0 0 0,0 0 0 0 0,-1 0 0 0 0,5-9 0 0 0,-8 13 0 0 0,0 0 0 0 0,0 0 0 0 0,1 0 0 0 0,-1-1 0 0 0,0 1 0 0 0,0 0 0 0 0,0 0 0 0 0,0 0 0 0 0,0 0 0 0 0,0-1 0 0 0,0 1 0 0 0,0 0 0 0 0,0 0 0 0 0,0 0 0 0 0,0-1 0 0 0,0 1 0 0 0,0 0 0 0 0,0 0 0 0 0,0 0 0 0 0,0 0 0 0 0,0-1 0 0 0,0 1 0 0 0,0 0 0 0 0,0 0 0 0 0,0 0 0 0 0,0-1 0 0 0,0 1 0 0 0,0 0 0 0 0,0 0 0 0 0,-1 0 0 0 0,1 0 0 0 0,0 0 0 0 0,0-1 0 0 0,0 1 0 0 0,0 0 0 0 0,0 0 0 0 0,-1 0 0 0 0,1 0 0 0 0,0-1 0 0 0,-9 2 0 0 0,-9 7 0 0 0,15-7 6 0 0,0 0-1 0 0,1 1 1 0 0,-1 0-1 0 0,1 0 0 0 0,-1 0 1 0 0,1 0-1 0 0,0 0 1 0 0,-1 0-1 0 0,1 0 1 0 0,0 1-1 0 0,1-1 1 0 0,-1 1-1 0 0,0-1 1 0 0,1 1-1 0 0,-1 0 0 0 0,1 0 1 0 0,0 0-1 0 0,0-1 1 0 0,0 1-1 0 0,0 0 1 0 0,1 1-1 0 0,-1-1 1 0 0,1 0-1 0 0,0 0 1 0 0,0 6-1 0 0,1 4 38 0 0,1 0 1 0 0,0 0-1 0 0,1 0 0 0 0,8 22 1 0 0,-1-4-7 0 0,12 57 39 0 0,-22-87-76 0 0,0-1 0 0 0,0 0 0 0 0,1 1 0 0 0,-1-1 0 0 0,0 0 0 0 0,0 1 0 0 0,0-1 0 0 0,1 0 0 0 0,-1 1 0 0 0,0-1 0 0 0,0 0 0 0 0,1 0 0 0 0,-1 1 0 0 0,0-1 0 0 0,1 0 0 0 0,-1 0 0 0 0,0 0 0 0 0,1 1 0 0 0,-1-1 0 0 0,0 0 0 0 0,1 0 0 0 0,-1 0 0 0 0,1 0 0 0 0,-1 0 0 0 0,0 0 0 0 0,1 0 0 0 0,-1 0 0 0 0,0 0 0 0 0,1 0 0 0 0,-1 0 0 0 0,1 0 0 0 0,-1 0 0 0 0,0 0 0 0 0,1 0 0 0 0,-1 0 0 0 0,1 0 0 0 0,-1 0 0 0 0,0 0 0 0 0,1-1 0 0 0,-1 1 0 0 0,0 0 0 0 0,1 0 0 0 0,-1 0 0 0 0,0-1 0 0 0,0 1 0 0 0,1 0 0 0 0,-1-1 0 0 0,20-16 0 0 0,-16 13 0 0 0,6-5 0 0 0,0 0 0 0 0,0 1 0 0 0,1 1 0 0 0,0 0 0 0 0,1 0 0 0 0,-1 1 0 0 0,16-6 0 0 0,-9 7 20 0 0,0 0 0 0 0,0 0 0 0 0,0 2 0 0 0,0 0 0 0 0,1 1 0 0 0,24 1 0 0 0,-38 1 10 0 0,1 0 0 0 0,0 0-1 0 0,0-1 1 0 0,0 0 0 0 0,-1 0 0 0 0,1-1-1 0 0,-1 1 1 0 0,1-1 0 0 0,9-5-1 0 0,-10 2-20 0 0,-7 1 228 0 0,1 4-315 0 0,0 0-1 0 0,0-1 0 0 0,0 1 1 0 0,0 0-1 0 0,0 0 1 0 0,0 0-1 0 0,1 0 0 0 0,-1 0 1 0 0,0 0-1 0 0,0 0 1 0 0,0 0-1 0 0,0 0 0 0 0,-1 0 1 0 0,-6 3-5689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6.1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38 1727 0 0,'0'-1'127'0'0,"-1"0"77"0"0,2 1-310 0 0,4-3 1657 0 0,24-20-1443 0 0,-19 13-48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6.3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43 919 0 0,'12'-20'1274'0'0,"-11"19"-1149"0"0,-1 1-1 0 0,0-1 0 0 0,1 0 1 0 0,-1 1-1 0 0,0-1 0 0 0,1 0 1 0 0,-1 1-1 0 0,0-1 1 0 0,0 0-1 0 0,0 0 0 0 0,0 0 1 0 0,0 1-1 0 0,1-1 0 0 0,-1 0 1 0 0,-1 0-1 0 0,1 1 0 0 0,0-1 1 0 0,0 0-1 0 0,0 0 0 0 0,0 0 1 0 0,0 1-1 0 0,-1-1 0 0 0,1 0 1 0 0,0 1-1 0 0,-1-1 0 0 0,1 0 1 0 0,-1 1-1 0 0,0-2 0 0 0,1 2-68 0 0,-1 0 0 0 0,0-1-1 0 0,1 1 1 0 0,-1 0 0 0 0,1 0-1 0 0,-1 0 1 0 0,1 1 0 0 0,-1-1-1 0 0,1 0 1 0 0,-1 0 0 0 0,1 0-1 0 0,-1 0 1 0 0,1 0 0 0 0,-1 1 0 0 0,1-1-1 0 0,-1 0 1 0 0,1 0 0 0 0,-1 1-1 0 0,1-1 1 0 0,-1 0 0 0 0,1 1-1 0 0,-1-1 1 0 0,1 1 0 0 0,0-1-1 0 0,-1 0 1 0 0,1 1 0 0 0,0-1-1 0 0,-1 1 1 0 0,1-1 0 0 0,0 1-1 0 0,-1 0 1 0 0,-5 6 84 0 0,5-7-228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6.7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1 543 0 0,'-2'0'182'0'0,"0"0"-1"0"0,1 1 1 0 0,-1-1-1 0 0,1 1 1 0 0,-1 0-1 0 0,1-1 0 0 0,-1 1 1 0 0,1 0-1 0 0,-1 0 1 0 0,1 0-1 0 0,-1 0 1 0 0,1 0-1 0 0,0 0 0 0 0,0 1 1 0 0,0-1-1 0 0,-1 0 1 0 0,1 1-1 0 0,0-1 1 0 0,1 0-1 0 0,-1 1 0 0 0,0-1 1 0 0,0 1-1 0 0,1 0 1 0 0,-1-1-1 0 0,1 1 1 0 0,-1 0-1 0 0,1 1 0 0 0,-3 22 1939 0 0,-5-3-1639 0 0,7-21-405 0 0,0 1-1 0 0,0 0 1 0 0,0 0-1 0 0,1 0 1 0 0,-1 0-1 0 0,0 0 0 0 0,1 0 1 0 0,0 3-1 0 0,0-4-75 0 0,0-2-589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7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1568 1375 0 0,'0'0'145'0'0,"0"0"0"0"0,0 0 0 0 0,0-1 0 0 0,0 1 0 0 0,0 0 0 0 0,0 0 0 0 0,0-1 0 0 0,0 1 0 0 0,0 0 0 0 0,0 0 0 0 0,1-1 0 0 0,-1 1 0 0 0,0 0 0 0 0,0 0-1 0 0,0-1 1 0 0,0 1 0 0 0,0 0 0 0 0,0 0 0 0 0,1 0 0 0 0,-1-1 0 0 0,0 1 0 0 0,0 0 0 0 0,0 0 0 0 0,0 0 0 0 0,1-1 0 0 0,-1 1 0 0 0,0 0 0 0 0,0 0-1 0 0,1 0 1 0 0,-1 0 0 0 0,0 0 0 0 0,0 0 0 0 0,1 0 0 0 0,-1-1 0 0 0,0 1 0 0 0,11 3 3463 0 0,5 6-2307 0 0,-4-2-569 0 0,-1-1 1 0 0,2 0-1 0 0,20 6 0 0 0,1 0-134 0 0,30 7 107 0 0,24 4-106 0 0,-57-13-254 0 0,59 10 0 0 0,-66-18-231 0 0,1-1 0 0 0,-1-1 0 0 0,0-1 0 0 0,0-1 1 0 0,27-6-1 0 0,117-35 154 0 0,-80 19-135 0 0,-15 3-7 0 0,112-46 0 0 0,-135 44-52 0 0,0-3 0 0 0,86-59 0 0 0,106-103 197 0 0,-110 84-110 0 0,464-411 221 0 0,-447 378-303 0 0,55-51-84 0 0,-121 113 5 0 0,-43 40 0 0 0,54-59 0 0 0,-93 92-7 0 0,17-22 30 0 0,-18 24-31 0 0,1-1 0 0 0,0 0 0 0 0,-1 0 0 0 0,1 0 0 0 0,-1 0 0 0 0,1 0 0 0 0,-1 0 0 0 0,0 0 0 0 0,1 0 1 0 0,-1-1-1 0 0,0 1 0 0 0,0 0 0 0 0,0 0 0 0 0,0 0 0 0 0,0 0 0 0 0,0 0 0 0 0,0 0 0 0 0,0 0 0 0 0,0 0 0 0 0,0-1 0 0 0,-1 1 0 0 0,0-1 1 0 0,-4-2-1557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8.5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52 5527 0 0,'0'-3'301'0'0,"1"-1"0"0"0,-1 1 0 0 0,0-1 0 0 0,0 1 0 0 0,0-7 0 0 0,0 8-13 0 0,0 1 0 0 0,-1-1 0 0 0,1 1 0 0 0,0-1 0 0 0,0 1-1 0 0,-1 0 1 0 0,1-1 0 0 0,0 1 0 0 0,-1 0 0 0 0,0-1 0 0 0,1 1 0 0 0,-1 0 0 0 0,0-1 0 0 0,0 1 0 0 0,1 0-1 0 0,-3-2 1 0 0,3 3-200 0 0,-1 0 0 0 0,1 0 0 0 0,-1 0-1 0 0,1 0 1 0 0,-1 0 0 0 0,1 1 0 0 0,-1-1 0 0 0,1 0-1 0 0,0 0 1 0 0,-1 0 0 0 0,1 0 0 0 0,-1 1 0 0 0,1-1-1 0 0,-1 0 1 0 0,1 0 0 0 0,0 1 0 0 0,-1-1-1 0 0,1 0 1 0 0,0 1 0 0 0,-1-1 0 0 0,1 0 0 0 0,0 1-1 0 0,0-1 1 0 0,-1 1 0 0 0,-9 13 886 0 0,6-9-707 0 0,-11 13 155 0 0,-1-1 0 0 0,-1 0 0 0 0,-26 19 1 0 0,-61 37 332 0 0,74-53-559 0 0,25-17-132 0 0,0 0 1 0 0,0 1-1 0 0,1 0 0 0 0,-1 0 0 0 0,1 0 1 0 0,0 1-1 0 0,-6 8 0 0 0,9-11-29 0 0,0 0-1 0 0,0 0 1 0 0,0 0 0 0 0,0 0-1 0 0,0 0 1 0 0,1 0 0 0 0,-1 0-1 0 0,1 0 1 0 0,-1 0 0 0 0,1 1-1 0 0,0-1 1 0 0,0 0-1 0 0,0 0 1 0 0,0 0 0 0 0,0 1-1 0 0,0-1 1 0 0,1 0 0 0 0,-1 0-1 0 0,1 0 1 0 0,-1 0 0 0 0,1 1-1 0 0,0-1 1 0 0,1 2 0 0 0,2 2 56 0 0,-1-1 1 0 0,0 0-1 0 0,1 0 1 0 0,0 0 0 0 0,0-1-1 0 0,1 0 1 0 0,-1 1-1 0 0,1-2 1 0 0,0 1 0 0 0,0 0-1 0 0,0-1 1 0 0,1 0-1 0 0,-1 0 1 0 0,1 0 0 0 0,-1-1-1 0 0,1 0 1 0 0,11 2-1 0 0,4 0 113 0 0,1-1 0 0 0,0-1 0 0 0,36-1 0 0 0,-45-1-186 0 0,-2 1-262 0 0,0-1 0 0 0,0 2 0 0 0,0 0 0 0 0,0 0 0 0 0,21 8 0 0 0,-9-1-7136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9.4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46 446 7831 0 0,'-14'3'1763'0'0,"15"-3"-1575"0"0,7-5 2957 0 0,-1 1-2802 0 0,18-13 1514 0 0,33-28 0 0 0,-50 38-1593 0 0,-1 0 0 0 0,0-1 0 0 0,0 1 0 0 0,-1-1 1 0 0,0-1-1 0 0,0 1 0 0 0,-1-1 0 0 0,8-17 0 0 0,-8 11-37 0 0,0-1 0 0 0,-1 0 0 0 0,0 0 0 0 0,-1 0 1 0 0,-1 0-1 0 0,0-22 0 0 0,-2 30-202 0 0,0 0 0 0 0,-1 0 1 0 0,0 0-1 0 0,0 0 0 0 0,-1 0 0 0 0,0 0 0 0 0,0 1 0 0 0,-1-1 1 0 0,0 1-1 0 0,0-1 0 0 0,0 1 0 0 0,-1 0 0 0 0,-1 1 0 0 0,1-1 1 0 0,-6-6-1 0 0,7 10-22 0 0,0 0 0 0 0,0 1 0 0 0,0-1 0 0 0,0 1 0 0 0,0 0 1 0 0,-1 0-1 0 0,1 0 0 0 0,0 0 0 0 0,-1 0 0 0 0,0 1 0 0 0,1 0 0 0 0,-1 0 0 0 0,0 0 1 0 0,0 0-1 0 0,1 0 0 0 0,-1 1 0 0 0,0 0 0 0 0,0 0 0 0 0,0 0 0 0 0,0 0 0 0 0,0 0 1 0 0,0 1-1 0 0,-6 1 0 0 0,5 0-14 0 0,1-1 0 0 0,-1 1 1 0 0,1 0-1 0 0,0 0 0 0 0,0 1 0 0 0,0-1 1 0 0,0 1-1 0 0,0 0 0 0 0,1 0 0 0 0,-1 0 1 0 0,1 0-1 0 0,0 1 0 0 0,0 0 0 0 0,0-1 1 0 0,0 1-1 0 0,1 0 0 0 0,-1 0 0 0 0,1 0 1 0 0,-2 6-1 0 0,0 2-20 0 0,1 0 1 0 0,1-1 0 0 0,0 1-1 0 0,1 0 1 0 0,0 0-1 0 0,1 0 1 0 0,0 0-1 0 0,1 0 1 0 0,3 22 0 0 0,2-7-32 0 0,1 0 0 0 0,1-1 1 0 0,13 30-1 0 0,-12-34 62 0 0,2-1 0 0 0,14 22 0 0 0,-19-34 0 0 0,0 0 0 0 0,0-1 0 0 0,1 1 0 0 0,1-2 0 0 0,-1 1 0 0 0,1-1 0 0 0,9 6 0 0 0,-14-11 11 0 0,0 1 0 0 0,1-2 0 0 0,-1 1 0 0 0,0 0 0 0 0,1-1 0 0 0,-1 1 0 0 0,1-1 0 0 0,-1 0 0 0 0,1 0-1 0 0,0-1 1 0 0,-1 1 0 0 0,1-1 0 0 0,0 0 0 0 0,0 1 0 0 0,-1-2 0 0 0,1 1 0 0 0,0 0 0 0 0,0-1 0 0 0,-1 0 0 0 0,1 0 0 0 0,0 0 0 0 0,-1 0 0 0 0,1 0-1 0 0,-1-1 1 0 0,0 0 0 0 0,1 1 0 0 0,-1-1 0 0 0,0-1 0 0 0,0 1 0 0 0,0 0 0 0 0,0-1 0 0 0,-1 1 0 0 0,1-1 0 0 0,-1 0 0 0 0,1 0 0 0 0,-1 0-1 0 0,0 0 1 0 0,0 0 0 0 0,0-1 0 0 0,2-5 0 0 0,0-3 64 0 0,-1-1-1 0 0,0 0 1 0 0,0 0 0 0 0,-1 0-1 0 0,-1 0 1 0 0,0-15 0 0 0,-1 12-19 0 0,2 0 0 0 0,-1 0 0 0 0,7-22 0 0 0,-8 35-47 0 0,1 1 0 0 0,0-1 1 0 0,0 0-1 0 0,0 1 0 0 0,1-1 1 0 0,-1 1-1 0 0,1-1 0 0 0,-1 1 1 0 0,1 0-1 0 0,0-1 0 0 0,0 1 0 0 0,0 0 1 0 0,0 0-1 0 0,0 0 0 0 0,5-3 1 0 0,-6 5 3 0 0,1-1 0 0 0,0 0 0 0 0,-1 1-1 0 0,1-1 1 0 0,0 1 0 0 0,0 0 0 0 0,0-1 0 0 0,-1 1 0 0 0,1 0 0 0 0,0 0 0 0 0,0 0 0 0 0,0 0 0 0 0,0 0 0 0 0,-1 1 0 0 0,1-1 0 0 0,0 1 0 0 0,0-1 0 0 0,-1 1 0 0 0,1-1 0 0 0,0 1-1 0 0,-1 0 1 0 0,1 0 0 0 0,0 0 0 0 0,-1 0 0 0 0,3 2 0 0 0,1 1 1 0 0,0 1 0 0 0,0 0 0 0 0,0 0 0 0 0,-1 0 0 0 0,1 1 0 0 0,-1-1-1 0 0,0 1 1 0 0,-1 0 0 0 0,6 12 0 0 0,-1 4-24 0 0,9 36 1 0 0,-3-10 17 0 0,-14-48-8 0 0,0 0 1 0 0,0 0-1 0 0,0 1 0 0 0,0-1 0 0 0,0 0 0 0 0,0 0 1 0 0,0 0-1 0 0,0 0 0 0 0,0 1 0 0 0,0-1 1 0 0,0 0-1 0 0,0 0 0 0 0,0 0 0 0 0,1 0 0 0 0,-1 0 1 0 0,0 1-1 0 0,0-1 0 0 0,0 0 0 0 0,0 0 0 0 0,0 0 1 0 0,0 0-1 0 0,0 0 0 0 0,1 0 0 0 0,-1 1 1 0 0,0-1-1 0 0,0 0 0 0 0,0 0 0 0 0,0 0 0 0 0,0 0 1 0 0,1 0-1 0 0,-1 0 0 0 0,0 0 0 0 0,0 0 1 0 0,0 0-1 0 0,0 0 0 0 0,1 0 0 0 0,-1 0 0 0 0,0 0 1 0 0,0 0-1 0 0,0 0 0 0 0,0 0 0 0 0,1 0 0 0 0,-1 0 1 0 0,0 0-1 0 0,0 0 0 0 0,7-8 22 0 0,1-14 10 0 0,16-100 1 0 0,-2 7-2 0 0,-22 114-28 0 0,0 1 1 0 0,0-1-1 0 0,0 0 0 0 0,1 0 0 0 0,-1 1 0 0 0,0-1 0 0 0,0 0 1 0 0,0 1-1 0 0,1-1 0 0 0,-1 0 0 0 0,0 1 0 0 0,1-1 0 0 0,-1 1 1 0 0,1-1-1 0 0,-1 0 0 0 0,1 1 0 0 0,-1-1 0 0 0,1 1 1 0 0,-1 0-1 0 0,1-1 0 0 0,-1 1 0 0 0,1-1 0 0 0,0 1 0 0 0,-1 0 1 0 0,2-1-1 0 0,-2 1 1 0 0,1 1-1 0 0,0-1 1 0 0,-1 0 0 0 0,1 1 0 0 0,-1-1 0 0 0,1 1-1 0 0,-1-1 1 0 0,1 1 0 0 0,-1-1 0 0 0,1 1 0 0 0,-1-1-1 0 0,1 1 1 0 0,-1-1 0 0 0,0 1 0 0 0,1-1 0 0 0,-1 1-1 0 0,0 0 1 0 0,1-1 0 0 0,-1 1 0 0 0,0 0 0 0 0,0-1-1 0 0,0 1 1 0 0,0 0 0 0 0,0-1 0 0 0,1 2 0 0 0,6 41 150 0 0,-4-21-119 0 0,8 27-1 0 0,-9-44-27 0 0,0 0 0 0 0,0 0-1 0 0,0 0 1 0 0,0 0-1 0 0,1 0 1 0 0,0 0-1 0 0,0-1 1 0 0,0 1-1 0 0,0-1 1 0 0,6 5-1 0 0,-7-7 11 0 0,0-1-1 0 0,0 1 0 0 0,0-1 0 0 0,0 0 0 0 0,1 0 0 0 0,-1 1 0 0 0,1-2 0 0 0,-1 1 0 0 0,1 0 1 0 0,-1 0-1 0 0,1-1 0 0 0,-1 1 0 0 0,1-1 0 0 0,0 0 0 0 0,-1 0 0 0 0,1 0 0 0 0,0 0 0 0 0,-1 0 1 0 0,1-1-1 0 0,-1 1 0 0 0,1-1 0 0 0,3-1 0 0 0,2-1-436 0 0,0 0-1 0 0,14-7 1 0 0,0-3-3704 0 0,-17 10 2503 0 0,16-8-5445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49.7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84 39 1839 0 0,'-2'-3'743'0'0,"0"0"-1"0"0,0 0 1 0 0,0 0-1 0 0,0 1 1 0 0,0-1-1 0 0,-1 1 0 0 0,1 0 1 0 0,-1 0-1 0 0,1 0 1 0 0,-1 0-1 0 0,0 0 0 0 0,0 0 1 0 0,0 1-1 0 0,0-1 1 0 0,-5-1-1 0 0,7 3-482 0 0,0 0-1 0 0,-1-1 0 0 0,1 1 1 0 0,0 0-1 0 0,-1 0 0 0 0,1 0 1 0 0,0 0-1 0 0,-1 0 1 0 0,1 0-1 0 0,0 0 0 0 0,-1 0 1 0 0,1 1-1 0 0,0-1 0 0 0,-1 0 1 0 0,1 1-1 0 0,-2 0 1 0 0,2 0-215 0 0,0 0 1 0 0,-1 0-1 0 0,1 0 1 0 0,0 0-1 0 0,0 0 1 0 0,1 0-1 0 0,-1 0 1 0 0,0 1-1 0 0,0-1 1 0 0,0 0-1 0 0,1 1 1 0 0,-1-1-1 0 0,1 0 1 0 0,-1 1-1 0 0,1-1 1 0 0,0 0 0 0 0,-1 1-1 0 0,1 2 1 0 0,0-3-52 0 0,0 0 0 0 0,0 1 0 0 0,0-1 0 0 0,0 0 1 0 0,0 0-1 0 0,1 0 0 0 0,-1 1 0 0 0,0-1 0 0 0,1 0 1 0 0,-1 0-1 0 0,1 0 0 0 0,-1 0 0 0 0,1 0 1 0 0,-1 0-1 0 0,1 0 0 0 0,0 0 0 0 0,0 0 0 0 0,-1 0 1 0 0,3 1-1 0 0,10 9-3314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0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23 278 4143 0 0,'8'-8'2364'0'0,"-2"0"-1488"0"0,-1 0-1 0 0,0-1 1 0 0,-1 1 0 0 0,1-1-1 0 0,-2 0 1 0 0,1 0-1 0 0,-1 0 1 0 0,-1 0-1 0 0,1 0 1 0 0,-2-1-1 0 0,2-15 1 0 0,-2 15-596 0 0,-1-1-1 0 0,0 0 1 0 0,-1 0 0 0 0,0 0 0 0 0,-1 0-1 0 0,0 0 1 0 0,-1 0 0 0 0,0 1 0 0 0,-1 0-1 0 0,-4-11 1 0 0,7 20-267 0 0,1-1-1 0 0,-1 1 0 0 0,1 0 1 0 0,-1 0-1 0 0,0 0 1 0 0,1 0-1 0 0,-1 0 1 0 0,0 0-1 0 0,0 0 0 0 0,1 0 1 0 0,-1 1-1 0 0,0-1 1 0 0,0 0-1 0 0,0 0 1 0 0,0 1-1 0 0,0-1 0 0 0,0 0 1 0 0,0 1-1 0 0,0-1 1 0 0,-1 1-1 0 0,1-1 1 0 0,0 1-1 0 0,-2-1 0 0 0,2 2-11 0 0,0-1 0 0 0,0 0 0 0 0,0 1 0 0 0,0-1 0 0 0,0 1 0 0 0,0-1 0 0 0,0 1 0 0 0,0-1 0 0 0,0 1 0 0 0,0 0 0 0 0,0 0 0 0 0,0-1 0 0 0,0 1 0 0 0,1 0 0 0 0,-1 0 0 0 0,0 0 0 0 0,1 0 0 0 0,-1 0 0 0 0,1 0 0 0 0,-1 0 0 0 0,1 0 0 0 0,-1 0 0 0 0,1 0 0 0 0,-1 0 0 0 0,1 1 0 0 0,-2 5-1 0 0,0 1 0 0 0,0-1 0 0 0,1 0 0 0 0,0 1 0 0 0,1-1 0 0 0,-1 1 0 0 0,2 10 0 0 0,9 53 0 0 0,-5-43 0 0 0,-3-19-5 0 0,10 57 38 0 0,-10-59-11 0 0,1 0 1 0 0,-1 0-1 0 0,1 0 0 0 0,0 0 1 0 0,1 0-1 0 0,6 10 0 0 0,-9-16-60 0 0,1 1 1 0 0,-1-1-1 0 0,1 1 0 0 0,-1-1 0 0 0,1 0 0 0 0,-1 0 0 0 0,1 0 1 0 0,0 0-1 0 0,0 0 0 0 0,0 0 0 0 0,0 0 0 0 0,-1 0 0 0 0,1-1 1 0 0,0 1-1 0 0,0-1 0 0 0,0 1 0 0 0,0-1 0 0 0,0 0 0 0 0,1 0 1 0 0,-1 0-1 0 0,0 0 0 0 0,0 0 0 0 0,0 0 0 0 0,0-1 0 0 0,0 1 1 0 0,0-1-1 0 0,0 1 0 0 0,0-1 0 0 0,-1 0 0 0 0,1 0 0 0 0,2-1 1 0 0,11-6-6897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1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173 81 4143 0 0,'-2'-3'512'0'0,"1"1"0"0"0,-1-1-1 0 0,0 0 1 0 0,1 0-1 0 0,-1 0 1 0 0,0-3 0 0 0,-6-11 1466 0 0,6 14-1668 0 0,0 0-1 0 0,-1 0 1 0 0,1 1-1 0 0,0-1 1 0 0,-1 0-1 0 0,0 1 1 0 0,0-1-1 0 0,1 1 1 0 0,-1 0-1 0 0,-1 0 1 0 0,1 0-1 0 0,0 1 1 0 0,0-1-1 0 0,-1 1 1 0 0,1-1-1 0 0,-1 1 1 0 0,1 0-1 0 0,-1 0 1 0 0,1 1-1 0 0,-7-1 1 0 0,7 1-213 0 0,0 0 0 0 0,0 0 0 0 0,0 1 0 0 0,0-1 0 0 0,0 1 0 0 0,0 0 1 0 0,0 0-1 0 0,0 0 0 0 0,0 0 0 0 0,0 1 0 0 0,1-1 0 0 0,-1 1 0 0 0,0-1 1 0 0,1 1-1 0 0,-1 0 0 0 0,1 0 0 0 0,0 0 0 0 0,0 0 0 0 0,0 1 1 0 0,0-1-1 0 0,0 1 0 0 0,0-1 0 0 0,0 1 0 0 0,-1 4 0 0 0,-1 1-26 0 0,1 0 1 0 0,0 0-1 0 0,1 0 0 0 0,0 0 0 0 0,0 0 1 0 0,1 0-1 0 0,-1 16 0 0 0,2-18-2 0 0,0 0-1 0 0,1 0 1 0 0,-1 0-1 0 0,1-1 1 0 0,0 1 0 0 0,0 0-1 0 0,1 0 1 0 0,0-1 0 0 0,0 1-1 0 0,0-1 1 0 0,7 11 0 0 0,-9-15-40 0 0,1 0 0 0 0,0 0 1 0 0,0 1-1 0 0,0-1 1 0 0,0 0-1 0 0,0 0 1 0 0,1 0-1 0 0,-1 0 1 0 0,0 0-1 0 0,0 0 1 0 0,1 0-1 0 0,-1-1 1 0 0,0 1-1 0 0,1 0 1 0 0,-1-1-1 0 0,1 1 1 0 0,-1-1-1 0 0,1 0 0 0 0,2 1 1 0 0,-2-1 8 0 0,1 0 1 0 0,-1 0-1 0 0,0-1 0 0 0,0 1 1 0 0,0-1-1 0 0,0 1 1 0 0,0-1-1 0 0,0 0 0 0 0,0 0 1 0 0,0 0-1 0 0,0 0 0 0 0,3-2 1 0 0,0-2 26 0 0,1 1 1 0 0,-2-1-1 0 0,1 0 1 0 0,0 0-1 0 0,-1 0 0 0 0,0-1 1 0 0,0 1-1 0 0,3-8 1 0 0,3-9 17 0 0,11-36 1 0 0,1-5 6 0 0,-22 63-88 0 0,0-1-1 0 0,0 1 1 0 0,0 0 0 0 0,0 0-1 0 0,0-1 1 0 0,0 1 0 0 0,0 0-1 0 0,1-1 1 0 0,-1 1-1 0 0,0 0 1 0 0,0 0 0 0 0,0-1-1 0 0,0 1 1 0 0,1 0-1 0 0,-1 0 1 0 0,0 0 0 0 0,0-1-1 0 0,0 1 1 0 0,1 0 0 0 0,-1 0-1 0 0,0 0 1 0 0,0 0-1 0 0,1-1 1 0 0,-1 1 0 0 0,0 0-1 0 0,1 0 1 0 0,-1 0 0 0 0,1 0-1 0 0,4 7 111 0 0,2 20 133 0 0,-6-21-202 0 0,22 82 170 0 0,28 131 2 0 0,-48-204-199 0 0,-1 0 1 0 0,-1 0 0 0 0,-1 26-1 0 0,0-37-10 0 0,-1 1-1 0 0,1 0 0 0 0,-1-1 0 0 0,-1 1 0 0 0,1 0 0 0 0,-4 8 0 0 0,3-11-4 0 0,1 0 0 0 0,0 0 0 0 0,-1 0 0 0 0,1 0 0 0 0,-1 0 0 0 0,0 0 0 0 0,1-1 0 0 0,-1 1 0 0 0,0 0 0 0 0,0-1 0 0 0,0 1 0 0 0,0-1 0 0 0,0 0 0 0 0,-3 2 0 0 0,0-2-4 0 0,1 0-1 0 0,0 0 1 0 0,-1 0-1 0 0,1 0 0 0 0,-1-1 1 0 0,1 1-1 0 0,-1-1 1 0 0,1 0-1 0 0,-1-1 1 0 0,1 1-1 0 0,-1-1 1 0 0,1 0-1 0 0,0 0 0 0 0,-1 0 1 0 0,1 0-1 0 0,-7-4 1 0 0,6 3-15 0 0,-1-1 1 0 0,1 0-1 0 0,0-1 1 0 0,-1 1-1 0 0,1-1 1 0 0,1 0-1 0 0,-1 0 1 0 0,1-1-1 0 0,-1 1 1 0 0,1-1-1 0 0,-5-8 0 0 0,0-3-311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1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7 167 2303 0 0,'-2'-8'-589'0'0,"-2"-10"5668"0"0,7 30-2706 0 0,29 110 3729 0 0,9 64-3262 0 0,-18-78-1493 0 0,-19-94-1195 0 0,3 18 113 0 0,-1 0 0 0 0,5 64 0 0 0,-11-96-264 0 0,0 1 1 0 0,0-1-1 0 0,0 0 1 0 0,0 1-1 0 0,0-1 1 0 0,0 0-1 0 0,0 0 1 0 0,0 1-1 0 0,0-1 1 0 0,0 0-1 0 0,0 0 1 0 0,0 1-1 0 0,0-1 0 0 0,0 0 1 0 0,0 1-1 0 0,0-1 1 0 0,0 0-1 0 0,0 0 1 0 0,0 1-1 0 0,0-1 1 0 0,0 0-1 0 0,-1 0 1 0 0,1 1-1 0 0,0-1 1 0 0,0 0-1 0 0,0 0 1 0 0,0 1-1 0 0,-1-1 1 0 0,1 0-1 0 0,0 0 1 0 0,0 0-1 0 0,0 1 1 0 0,-1-1-1 0 0,1 0 0 0 0,0 0 1 0 0,0 0-1 0 0,-1 0 1 0 0,0 1-1 0 0,-8-10-87 0 0,-7-17-256 0 0,7 7-605 0 0,0 1-1 0 0,-10-38 1 0 0,17 50 834 0 0,1 0 1 0 0,0 0 0 0 0,0 0-1 0 0,0-1 1 0 0,1 1-1 0 0,-1-1 1 0 0,2 1 0 0 0,-1 0-1 0 0,1-1 1 0 0,0 1-1 0 0,0 0 1 0 0,1 0 0 0 0,3-10-1 0 0,-2 10 174 0 0,1 1-1 0 0,0 0 1 0 0,0 0-1 0 0,1 0 1 0 0,0 0 0 0 0,-1 1-1 0 0,1 0 1 0 0,1 0-1 0 0,10-6 1 0 0,14-14 741 0 0,-21 16-704 0 0,-2 0 0 0 0,1-1 0 0 0,-1-1 1 0 0,-1 1-1 0 0,0-1 0 0 0,0 0 0 0 0,-1 0 0 0 0,0-1 0 0 0,-1 1 0 0 0,6-22 0 0 0,-5 10 48 0 0,-1 1 1 0 0,-1-1-1 0 0,0 0 1 0 0,-2-39-1 0 0,-2 43-59 0 0,-1 0 0 0 0,-7-32 0 0 0,6 40-59 0 0,0 0 1 0 0,-1 0 0 0 0,1 0-1 0 0,-2 0 1 0 0,0 1 0 0 0,-6-11-1 0 0,10 19-27 0 0,1 1 0 0 0,-1-1 0 0 0,1 0 0 0 0,-1 0-1 0 0,1 1 1 0 0,-1-1 0 0 0,1 1 0 0 0,-1-1 0 0 0,0 0 0 0 0,1 1 0 0 0,-1-1-1 0 0,0 1 1 0 0,1 0 0 0 0,-1-1 0 0 0,0 1 0 0 0,0-1 0 0 0,-1 1 0 0 0,2 0 0 0 0,-1 0 0 0 0,1 0 1 0 0,-1 0-1 0 0,1 0 0 0 0,0 0 1 0 0,-1 0-1 0 0,1 1 0 0 0,0-1 1 0 0,-1 0-1 0 0,1 0 0 0 0,0 0 1 0 0,-1 1-1 0 0,1-1 1 0 0,0 0-1 0 0,-1 1 0 0 0,1-1 1 0 0,0 0-1 0 0,0 0 0 0 0,-1 1 1 0 0,1-1-1 0 0,0 0 0 0 0,0 1 1 0 0,0-1-1 0 0,-1 1 1 0 0,1-1-1 0 0,-1 4 7 0 0,0-1 1 0 0,0 0-1 0 0,1 0 0 0 0,-1 1 1 0 0,1-1-1 0 0,0 0 0 0 0,0 6 1 0 0,6 49 178 0 0,26 104 0 0 0,-14-84 91 0 0,0 17 146 0 0,22 90 1126 0 0,-40-183-1522 0 0,3 7 104 0 0,0-1 1 0 0,6 14 0 0 0,-9-21-118 0 0,1 0 1 0 0,-1 1 0 0 0,1-1 0 0 0,0 0 0 0 0,-1 0 0 0 0,1 1 0 0 0,0-1 0 0 0,0 0 0 0 0,0 0 0 0 0,0 0-1 0 0,0 0 1 0 0,0 0 0 0 0,0 0 0 0 0,0-1 0 0 0,0 1 0 0 0,0 0 0 0 0,1 0 0 0 0,-1-1 0 0 0,0 1-1 0 0,1-1 1 0 0,-1 1 0 0 0,0-1 0 0 0,1 0 0 0 0,-1 1 0 0 0,2-1 0 0 0,-1 0-9 0 0,-1-1 0 0 0,0 0 1 0 0,1 1-1 0 0,-1-1 0 0 0,0 0 1 0 0,1 1-1 0 0,-1-1 0 0 0,0 0 1 0 0,0 0-1 0 0,0 0 0 0 0,0 0 0 0 0,0 0 1 0 0,0 0-1 0 0,1-2 0 0 0,13-19 55 0 0,-15 21-60 0 0,9-17 16 0 0,-1 0 0 0 0,-1 0-1 0 0,-1-1 1 0 0,8-37 0 0 0,9-29 17 0 0,-23 85-35 0 0,0-1 0 0 0,0 0 0 0 0,1 1 0 0 0,-1-1 0 0 0,0 0 0 0 0,0 1 0 0 0,0-1 0 0 0,1 1 0 0 0,-1-1 0 0 0,0 1 0 0 0,1-1 0 0 0,-1 1 0 0 0,1-1 0 0 0,-1 1 0 0 0,1-1 0 0 0,-1 1 0 0 0,0-1 0 0 0,1 1 0 0 0,0-1 0 0 0,-1 1 0 0 0,2-1 0 0 0,-2 1 0 0 0,0 1 0 0 0,1-1 0 0 0,-1 0 0 0 0,1 0 0 0 0,-1 1 0 0 0,0-1 0 0 0,1 0 0 0 0,-1 0 0 0 0,0 1 0 0 0,1-1 0 0 0,-1 0 0 0 0,0 1 0 0 0,0-1 0 0 0,1 0 0 0 0,-1 1 0 0 0,0-1 0 0 0,0 1 0 0 0,1-1 0 0 0,-1 0 0 0 0,0 1 0 0 0,0-1 0 0 0,0 1 0 0 0,7 31 0 0 0,-3 21 40 0 0,-3-35-10 0 0,0 1 1 0 0,1-1-1 0 0,1 1 1 0 0,10 35-1 0 0,-12-52-86 0 0,0 0-1 0 0,-1 0 1 0 0,1 0 0 0 0,0 0-1 0 0,0 0 1 0 0,0 0 0 0 0,1 0-1 0 0,-1 0 1 0 0,0 0 0 0 0,1-1-1 0 0,-1 1 1 0 0,1-1 0 0 0,-1 1-1 0 0,1-1 1 0 0,0 1 0 0 0,0-1-1 0 0,0 0 1 0 0,0 0-1 0 0,0 0 1 0 0,0 0 0 0 0,0 0-1 0 0,0 0 1 0 0,0-1 0 0 0,0 1-1 0 0,0 0 1 0 0,1-1 0 0 0,-1 0-1 0 0,0 0 1 0 0,0 0 0 0 0,1 0-1 0 0,-1 0 1 0 0,0 0 0 0 0,3-1-1 0 0,10-3-7643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9:52.1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35 246 10591 0 0,'-6'-10'962'0'0,"1"0"0"0"0,1-1 0 0 0,0 1 0 0 0,1-1-1 0 0,0 0 1 0 0,0 0 0 0 0,1 0 0 0 0,-1-14 0 0 0,2 9-200 0 0,1 0 1 0 0,0 1-1 0 0,1-1 1 0 0,1 0 0 0 0,5-21-1 0 0,-7 36-732 0 0,1 0-1 0 0,-1 0 1 0 0,0-1 0 0 0,1 1-1 0 0,-1 0 1 0 0,1 0 0 0 0,-1 0-1 0 0,1 0 1 0 0,0-1 0 0 0,-1 1-1 0 0,1 0 1 0 0,0 0 0 0 0,0 0-1 0 0,0 1 1 0 0,2-3 0 0 0,-3 3-22 0 0,0 0-1 0 0,0 0 1 0 0,0 0 0 0 0,1 0 0 0 0,-1 0 0 0 0,0 0 0 0 0,0 0 0 0 0,1 0 0 0 0,-1 0-1 0 0,0 0 1 0 0,0 0 0 0 0,1 0 0 0 0,-1 0 0 0 0,0 0 0 0 0,0 0 0 0 0,0 0 0 0 0,1 0-1 0 0,-1 0 1 0 0,0 0 0 0 0,0 0 0 0 0,1 0 0 0 0,-1 0 0 0 0,0 1 0 0 0,0-1 0 0 0,0 0-1 0 0,0 0 1 0 0,1 0 0 0 0,-1 0 0 0 0,0 1 0 0 0,5 12 41 0 0,-1 14-28 0 0,-2 0-1 0 0,-1 1 1 0 0,-4 40 0 0 0,0 18-45 0 0,7 13-1807 0 0,0-46-6341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0:17.4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0 0 2175 0 0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0:17.6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 1375 0 0,'0'0'128'0'0,"-2"0"536"0"0,2 2 48 0 0,0-1-272 0 0,0 1 8 0 0,4 1 464 0 0,20 14-1080 0 0,-18-13 64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4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11 919 0 0,'0'-2'104'0'0,"0"2"100"0"0,1-8 679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6.3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112 183 5063 0 0,'-1'-1'149'0'0,"0"0"0"0"0,-1-1 0 0 0,1 1 0 0 0,0 0-1 0 0,0-1 1 0 0,0 1 0 0 0,0-1 0 0 0,0 1 0 0 0,1-1-1 0 0,-1 0 1 0 0,0 1 0 0 0,1-1 0 0 0,-1 0 0 0 0,1 1-1 0 0,-1-1 1 0 0,1 0 0 0 0,0 0 0 0 0,0 1 0 0 0,0-1-1 0 0,0 0 1 0 0,0 0 0 0 0,1-2 0 0 0,0-6 1285 0 0,1 0 1 0 0,5-17 0 0 0,-5 21-1018 0 0,0-3 424 0 0,1 2-253 0 0,-1 0 1 0 0,0-1 0 0 0,-1 1 0 0 0,0 0 0 0 0,0 0-1 0 0,0-1 1 0 0,-1-10 0 0 0,0 18-541 0 0,0-1 0 0 0,0 0 0 0 0,0 1 0 0 0,0-1-1 0 0,0 1 1 0 0,-1-1 0 0 0,1 1 0 0 0,0-1 0 0 0,0 1 0 0 0,0-1 0 0 0,-1 1 0 0 0,1-1 0 0 0,0 1 0 0 0,-1-1 0 0 0,1 1-1 0 0,0-1 1 0 0,-1 1 0 0 0,1-1 0 0 0,0 1 0 0 0,-1 0 0 0 0,1-1 0 0 0,-1 1 0 0 0,1 0 0 0 0,-1-1 0 0 0,1 1 0 0 0,-1 0-1 0 0,1 0 1 0 0,-2-1 0 0 0,1 1 14 0 0,0 0 0 0 0,0 0 0 0 0,0 0 0 0 0,-1 0-1 0 0,1 1 1 0 0,0-1 0 0 0,0 0 0 0 0,0 1 0 0 0,0-1-1 0 0,-1 0 1 0 0,1 1 0 0 0,-1 0 0 0 0,-4 3 81 0 0,0 0 1 0 0,0 0-1 0 0,-6 6 1 0 0,8-6-119 0 0,0 0 0 0 0,0 0 0 0 0,1 0 1 0 0,0 1-1 0 0,0-1 0 0 0,0 1 1 0 0,0 0-1 0 0,1 0 0 0 0,-1 0 1 0 0,1 0-1 0 0,0 0 0 0 0,1 0 1 0 0,-1 1-1 0 0,1-1 0 0 0,1 1 0 0 0,-1-1 1 0 0,0 1-1 0 0,1-1 0 0 0,0 1 1 0 0,2 7-1 0 0,-1-4 27 0 0,1 0 0 0 0,0 0 0 0 0,1 0 1 0 0,0-1-1 0 0,0 1 0 0 0,1-1 0 0 0,0 0 0 0 0,0 0 0 0 0,1 0 1 0 0,0 0-1 0 0,11 12 0 0 0,-14-18-42 0 0,-1-1-1 0 0,0 1 1 0 0,1-1 0 0 0,0 1 0 0 0,-1-1 0 0 0,1 0-1 0 0,0 1 1 0 0,0-1 0 0 0,0 0 0 0 0,0 0 0 0 0,0-1-1 0 0,0 1 1 0 0,0 0 0 0 0,0-1 0 0 0,0 1 0 0 0,0-1 0 0 0,0 1-1 0 0,0-1 1 0 0,0 0 0 0 0,3 0 0 0 0,-2-1 3 0 0,0 1 0 0 0,1-1 0 0 0,-1 0 0 0 0,0 0 0 0 0,0 0 0 0 0,0-1 0 0 0,0 1 0 0 0,0-1 0 0 0,0 0 0 0 0,0 0 0 0 0,4-3 0 0 0,1-3 22 0 0,-1 1 0 0 0,1-1-1 0 0,-2-1 1 0 0,1 1 0 0 0,-1-1-1 0 0,0 0 1 0 0,4-11 0 0 0,-7 15-26 0 0,-1 0 1 0 0,0 0 0 0 0,-1-1-1 0 0,1 1 1 0 0,-1 0 0 0 0,0-1-1 0 0,0 1 1 0 0,0-7 0 0 0,-1 9-4 0 0,0 1 1 0 0,0-1-1 0 0,-1 1 0 0 0,1-1 1 0 0,-1 1-1 0 0,1-1 1 0 0,-1 1-1 0 0,0 0 0 0 0,0-1 1 0 0,0 1-1 0 0,0 0 1 0 0,-1 0-1 0 0,1 0 0 0 0,0-1 1 0 0,-1 2-1 0 0,0-1 1 0 0,1 0-1 0 0,-1 0 0 0 0,0 0 1 0 0,-2-1-1 0 0,-1 0-3 0 0,1-1 0 0 0,-1 2 0 0 0,1-1 0 0 0,-1 0 0 0 0,0 1 0 0 0,0 0 0 0 0,0 0 0 0 0,0 1 0 0 0,-1 0 0 0 0,1-1 0 0 0,0 1 0 0 0,-1 1 0 0 0,1-1 0 0 0,0 1 0 0 0,-1 0 0 0 0,1 1 0 0 0,0-1 0 0 0,-1 1 0 0 0,1 0 0 0 0,0 0 0 0 0,-1 0 0 0 0,1 1 0 0 0,0 0 0 0 0,0 0 0 0 0,0 0 0 0 0,1 1-1 0 0,-1 0 1 0 0,1 0 0 0 0,-1 0 0 0 0,1 0 0 0 0,0 1 0 0 0,0-1 0 0 0,0 1 0 0 0,0 0 0 0 0,1 0 0 0 0,0 1 0 0 0,0-1 0 0 0,0 1 0 0 0,0-1 0 0 0,1 1 0 0 0,0 0 0 0 0,-2 5 0 0 0,0 0-3 0 0,1 1 0 0 0,1-1 0 0 0,0 0 0 0 0,1 1 0 0 0,-1 13 0 0 0,1-20 0 0 0,1-1 0 0 0,0 1 0 0 0,1-1 0 0 0,-1 1 0 0 0,0 0 0 0 0,1-1 0 0 0,0 1 0 0 0,0-1 0 0 0,0 1 0 0 0,0-1 0 0 0,1 0 0 0 0,-1 1 0 0 0,1-1 0 0 0,0 0 0 0 0,0 0 0 0 0,0 0 0 0 0,0 0 0 0 0,0 0 0 0 0,4 2 0 0 0,-5-4 0 0 0,1 1 0 0 0,0-1 0 0 0,-1 0 0 0 0,1-1 0 0 0,0 1 0 0 0,0 0 0 0 0,0 0 0 0 0,0-1 0 0 0,-1 1 0 0 0,1-1 0 0 0,0 0 0 0 0,0 0 0 0 0,0 1 0 0 0,0-1 0 0 0,0 0 0 0 0,3-1 0 0 0,-1 0 0 0 0,0 0 0 0 0,-1 0 0 0 0,1 0 0 0 0,-1 0 0 0 0,0-1 0 0 0,1 1 0 0 0,-1-1 0 0 0,4-3 0 0 0,0 0 0 0 0,-1 0 0 0 0,0-1 0 0 0,0 1 0 0 0,0-1 0 0 0,-1-1 0 0 0,0 1 0 0 0,6-10 0 0 0,-8 10 3 0 0,0 0 0 0 0,0 0 0 0 0,-1-1 0 0 0,0 1 0 0 0,0-1 0 0 0,0 1-1 0 0,-1-1 1 0 0,0 0 0 0 0,0 0 0 0 0,-1-10 0 0 0,-1 7 2 0 0,0 0-1 0 0,0 0 1 0 0,-1 1-1 0 0,0-1 1 0 0,-1 0 0 0 0,-6-14-1 0 0,7 20-4 0 0,1 1 0 0 0,-1-1 0 0 0,0 1 0 0 0,-1-1 0 0 0,1 1 0 0 0,-1 0 0 0 0,1 0 0 0 0,-7-5 0 0 0,8 7 0 0 0,0 0 0 0 0,0 0 0 0 0,0 1 0 0 0,0-1 0 0 0,0 0 0 0 0,0 1 0 0 0,0-1 0 0 0,0 1 0 0 0,0-1 0 0 0,-1 1 0 0 0,1-1 0 0 0,0 1 0 0 0,0 0 0 0 0,-1 0 0 0 0,1 0 0 0 0,0-1 0 0 0,-1 1 0 0 0,1 0 0 0 0,0 1 0 0 0,0-1 0 0 0,-1 0 0 0 0,1 0 0 0 0,0 0 0 0 0,0 1 0 0 0,-1-1 0 0 0,1 1 0 0 0,0-1 0 0 0,0 1 0 0 0,0-1 0 0 0,0 1 0 0 0,-2 1 0 0 0,-3 3 0 0 0,0 1 0 0 0,1 0 0 0 0,-1 0 0 0 0,1 1 0 0 0,0 0 0 0 0,1 0 0 0 0,0 0 0 0 0,0 0 0 0 0,-5 12 0 0 0,2 0 0 0 0,0 1 0 0 0,-5 32 0 0 0,10-41 0 0 0,0-1 0 0 0,0 18 0 0 0,2-25 0 0 0,0 0 0 0 0,0-1 0 0 0,0 1 0 0 0,1 0 0 0 0,-1 0 0 0 0,1 0 0 0 0,-1 0 0 0 0,1-1 0 0 0,0 1 0 0 0,0 0 0 0 0,0-1 0 0 0,1 1 0 0 0,-1-1 0 0 0,1 1 0 0 0,1 2 0 0 0,-2-5 0 0 0,0 1 0 0 0,1 0 0 0 0,-1 0 0 0 0,0-1 0 0 0,0 1-1 0 0,1-1 1 0 0,-1 1 0 0 0,0-1 0 0 0,1 1 0 0 0,-1-1 0 0 0,0 0 0 0 0,1 0 0 0 0,-1 0-1 0 0,1 1 1 0 0,-1-1 0 0 0,0-1 0 0 0,1 1 0 0 0,-1 0 0 0 0,0 0 0 0 0,1 0 0 0 0,-1-1 0 0 0,1 1-1 0 0,-1-1 1 0 0,0 1 0 0 0,0-1 0 0 0,1 0 0 0 0,1-1 0 0 0,4-2 3 0 0,1-1 0 0 0,-1 0 0 0 0,7-6 1 0 0,-11 9-1 0 0,5-5 7 0 0,-1 0-1 0 0,0 0 1 0 0,-1-1-1 0 0,0 0 1 0 0,0 0-1 0 0,-1 0 0 0 0,8-15 1 0 0,-10 16-5 0 0,0 0 0 0 0,0 0 0 0 0,0 0 0 0 0,-1-1 0 0 0,0 1 0 0 0,-1-1 0 0 0,0 0 0 0 0,0 0 0 0 0,0 1 0 0 0,-1-11 0 0 0,0 15-5 0 0,-1 1 0 0 0,1 0 0 0 0,-1-1 0 0 0,1 1 0 0 0,-1 0 0 0 0,0 0 0 0 0,0 0 0 0 0,0-1 0 0 0,0 1 0 0 0,0 0 0 0 0,0 0 0 0 0,0 1 0 0 0,-1-1 0 0 0,-1-2 0 0 0,2 3 0 0 0,0 1 0 0 0,0-1 0 0 0,1 1 0 0 0,-1-1 0 0 0,0 1 0 0 0,0-1 0 0 0,0 1 0 0 0,0 0 0 0 0,0-1 0 0 0,0 1 0 0 0,0 0 0 0 0,0 0 0 0 0,0 0 0 0 0,0 0 0 0 0,0 0 0 0 0,0 0 0 0 0,0 0 0 0 0,1 0 0 0 0,-1 0 0 0 0,0 0 0 0 0,0 1 0 0 0,0-1 0 0 0,0 0 0 0 0,0 1 0 0 0,0-1 0 0 0,0 0 0 0 0,0 1 0 0 0,1-1 0 0 0,-1 1 0 0 0,0 0 0 0 0,0-1 0 0 0,1 1 0 0 0,-1 0 0 0 0,0-1 0 0 0,1 1 0 0 0,-2 1 0 0 0,-6 7 0 0 0,0 0 0 0 0,1 0 0 0 0,0 1 0 0 0,0 0 0 0 0,1 0 0 0 0,-9 21 0 0 0,12-25 0 0 0,1 0 0 0 0,0 0 0 0 0,0-1 0 0 0,1 1 0 0 0,0 0 0 0 0,0 1 0 0 0,0-1 0 0 0,1 0 0 0 0,0 0 0 0 0,0 0 0 0 0,0 0 0 0 0,1 0 0 0 0,0 0 0 0 0,0 0 0 0 0,3 8 0 0 0,-4-13 5 0 0,0-1 0 0 0,0 0 1 0 0,0 1-1 0 0,0-1 0 0 0,0 1 0 0 0,0-1 0 0 0,0 1 0 0 0,1-1 0 0 0,-1 0 1 0 0,0 1-1 0 0,0-1 0 0 0,0 1 0 0 0,1-1 0 0 0,-1 0 0 0 0,0 1 0 0 0,0-1 1 0 0,1 0-1 0 0,-1 1 0 0 0,0-1 0 0 0,1 0 0 0 0,-1 0 0 0 0,0 1 0 0 0,1-1 1 0 0,-1 0-1 0 0,1 0 0 0 0,-1 0 0 0 0,0 1 0 0 0,1-1 0 0 0,-1 0 0 0 0,1 0 1 0 0,-1 0-1 0 0,1 0 0 0 0,-1 0 0 0 0,0 0 0 0 0,1 0 0 0 0,-1 0 0 0 0,1 0 1 0 0,-1 0-1 0 0,1 0 0 0 0,-1 0 0 0 0,0 0 0 0 0,1 0 0 0 0,-1 0 0 0 0,1-1 1 0 0,-1 1-1 0 0,1 0 0 0 0,-1 0 0 0 0,0 0 0 0 0,1-1 0 0 0,-1 1 0 0 0,0 0 1 0 0,1 0-1 0 0,-1-1 0 0 0,0 1 0 0 0,1-1 0 0 0,0 0 18 0 0,0-1 0 0 0,0 1 0 0 0,0-1 0 0 0,0 1-1 0 0,0-1 1 0 0,0 0 0 0 0,0 1 0 0 0,-1-1 0 0 0,1 0 0 0 0,-1 1 0 0 0,1-1-1 0 0,-1 0 1 0 0,1-2 0 0 0,-1-3 21 0 0,1-13 91 0 0,-1 20-132 0 0,0-1 1 0 0,0 0 0 0 0,-1 1-1 0 0,1-1 1 0 0,0 0 0 0 0,0 0-1 0 0,0 1 1 0 0,0-1 0 0 0,0 0 0 0 0,-1 1-1 0 0,1-1 1 0 0,0 1 0 0 0,-1-1-1 0 0,1 0 1 0 0,0 1 0 0 0,-1-1-1 0 0,1 1 1 0 0,-1-1 0 0 0,1 1-1 0 0,-1-1 1 0 0,0 1-100 0 0,0 0 0 0 0,1 0 1 0 0,-1 0-1 0 0,1 1 0 0 0,-1-1 0 0 0,1 0 0 0 0,-1 1 0 0 0,1-1 0 0 0,-1 0 1 0 0,1 1-1 0 0,0-1 0 0 0,-1 1 0 0 0,1-1 0 0 0,-1 0 0 0 0,1 1 1 0 0,0-1-1 0 0,-1 2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7.9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71 250 1375 0 0,'-6'0'839'0'0,"-1"0"-1"0"0,1-1 0 0 0,-1 1 1 0 0,1-1-1 0 0,-1-1 0 0 0,-6-2 0 0 0,11 4-591 0 0,1-1-1 0 0,0 1 1 0 0,0-1-1 0 0,0 1 1 0 0,0-1-1 0 0,0 0 1 0 0,0 1-1 0 0,0-1 0 0 0,0 0 1 0 0,0 0-1 0 0,0 0 1 0 0,1 0-1 0 0,-1 0 1 0 0,0 0-1 0 0,0 0 1 0 0,0-1-1 0 0,1 0-5 0 0,-1 1-1 0 0,1 0 1 0 0,0-1 0 0 0,0 1 0 0 0,0 0-1 0 0,0-1 1 0 0,0 1 0 0 0,0-1 0 0 0,0 1-1 0 0,1 0 1 0 0,-1-1 0 0 0,0 1 0 0 0,1 0-1 0 0,-1 0 1 0 0,1-1 0 0 0,-1 1 0 0 0,1 0 0 0 0,1-2-1 0 0,3-5 344 0 0,1 0 0 0 0,-1 0 0 0 0,2 1 0 0 0,-1 0 0 0 0,1 0 0 0 0,0 1 0 0 0,14-11 0 0 0,-6 7-235 0 0,0 1 1 0 0,1 1-1 0 0,22-10 0 0 0,-34 17-304 0 0,-1-1-1 0 0,1 1 0 0 0,0 0 1 0 0,0 0-1 0 0,-1 0 0 0 0,1 1 0 0 0,0-1 1 0 0,0 1-1 0 0,0 0 0 0 0,0 0 1 0 0,0 1-1 0 0,0-1 0 0 0,0 1 0 0 0,4 1 1 0 0,-5-1-34 0 0,-1 0 0 0 0,0 0 0 0 0,1 0 0 0 0,-1 1 0 0 0,0-1 0 0 0,0 1 0 0 0,0-1 0 0 0,0 1 0 0 0,0 0 0 0 0,0 0 0 0 0,-1 0 0 0 0,1 0 1 0 0,0 0-1 0 0,-1 1 0 0 0,0-1 0 0 0,1 0 0 0 0,-1 1 0 0 0,0-1 0 0 0,0 0 0 0 0,-1 1 0 0 0,1-1 0 0 0,0 4 0 0 0,1 5 3 0 0,-1 0-1 0 0,0 0 1 0 0,-1 0-1 0 0,0 0 1 0 0,-1 0 0 0 0,0 0-1 0 0,0 0 1 0 0,-5 15-1 0 0,-32 86 56 0 0,26-80-61 0 0,-33 106 169 0 0,99-299 171 0 0,-40 116-345 0 0,7-24 18 0 0,3 2-1 0 0,38-77 0 0 0,-42 104-20 0 0,-35 79 0 0 0,-2-4 0 0 0,-19 52 0 0 0,31-69 0 0 0,0 0 0 0 0,1-1 0 0 0,1 2 0 0 0,1-1 0 0 0,-1 24 0 0 0,3-12 0 0 0,8 58 0 0 0,-7-80 0 0 0,1 1 0 0 0,0 0 0 0 0,1-1 0 0 0,-1 1 0 0 0,2-1 0 0 0,-1 0 0 0 0,1 0 0 0 0,1 0 0 0 0,0 0 0 0 0,0-1 0 0 0,6 8 0 0 0,-10-13 2 0 0,1-1-1 0 0,-1 1 0 0 0,1-1 1 0 0,0 0-1 0 0,-1 1 0 0 0,1-1 1 0 0,0 0-1 0 0,0 0 0 0 0,0 0 1 0 0,0 0-1 0 0,0-1 1 0 0,0 1-1 0 0,0 0 0 0 0,0-1 1 0 0,0 1-1 0 0,0-1 0 0 0,0 0 1 0 0,3 0-1 0 0,-1 0 4 0 0,0 0-1 0 0,-1-1 1 0 0,1 0 0 0 0,-1 0-1 0 0,1 0 1 0 0,-1 0 0 0 0,1-1-1 0 0,-1 1 1 0 0,0-1 0 0 0,4-2-1 0 0,1-2 0 0 0,0 0-1 0 0,0 0 0 0 0,-1-1 0 0 0,0-1 0 0 0,0 1 0 0 0,12-17 0 0 0,-18 23-129 0 0,0-1 1 0 0,0 0-1 0 0,0 1 0 0 0,0-1 1 0 0,0 0-1 0 0,0 0 0 0 0,-1 1 1 0 0,1-1-1 0 0,0 0 1 0 0,-1 0-1 0 0,0 0 0 0 0,1 0 1 0 0,-1 0-1 0 0,0 0 0 0 0,0 0 1 0 0,0 0-1 0 0,0-2 1 0 0,-5-7-7657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0 250 6911 0 0,'5'-3'539'0'0,"0"-1"0"0"0,0 1-1 0 0,0 0 1 0 0,0 1-1 0 0,1-1 1 0 0,-1 1-1 0 0,7-2 1 0 0,9-4 980 0 0,74-35 4243 0 0,53-25-2381 0 0,-104 45-3340 0 0,54-37 0 0 0,-79 47-1678 0 0,-3 2-5667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8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 7 4607 0 0,'0'-1'130'0'0,"0"1"-1"0"0,-1-1 0 0 0,1 1 0 0 0,0 0 0 0 0,-1-1 0 0 0,1 1 1 0 0,0 0-1 0 0,0-1 0 0 0,-1 1 0 0 0,1 0 0 0 0,-1-1 0 0 0,1 1 0 0 0,0 0 1 0 0,-1 0-1 0 0,1-1 0 0 0,-1 1 0 0 0,1 0 0 0 0,0 0 0 0 0,-1 0 1 0 0,1 0-1 0 0,-1 0 0 0 0,1 0 0 0 0,-1 0 0 0 0,1-1 0 0 0,-1 1 0 0 0,0 1 1 0 0,0-1 224 0 0,0 0 1 0 0,0 1-1 0 0,0-1 1 0 0,0 1-1 0 0,0-1 1 0 0,0 1-1 0 0,0 0 1 0 0,0-1-1 0 0,0 1 1 0 0,0 0-1 0 0,-1 1 1 0 0,-1 2 238 0 0,0 0 1 0 0,-1 0-1 0 0,1 1 1 0 0,1-1-1 0 0,-1 1 1 0 0,1 0 0 0 0,-1 0-1 0 0,0 5 1 0 0,-12 44 884 0 0,10-33-756 0 0,-3 11-327 0 0,2 0 0 0 0,1 1-1 0 0,2 0 1 0 0,1 0 0 0 0,1-1-1 0 0,4 38 1 0 0,-2-65-359 0 0,0 0 0 0 0,-1-1-1 0 0,1 1 1 0 0,1 0 0 0 0,-1-1 0 0 0,1 0 0 0 0,0 1 0 0 0,0-1 0 0 0,0 0-1 0 0,0 0 1 0 0,1 0 0 0 0,6 7 0 0 0,-7-9-112 0 0,0 0 0 0 0,0-1 0 0 0,0 1 1 0 0,0-1-1 0 0,0 0 0 0 0,0 1 0 0 0,0-1 0 0 0,1 0 0 0 0,-1 0 0 0 0,0-1 0 0 0,1 1 0 0 0,-1 0 1 0 0,1-1-1 0 0,-1 0 0 0 0,1 1 0 0 0,-1-1 0 0 0,1 0 0 0 0,-1 0 0 0 0,1 0 0 0 0,-1-1 1 0 0,1 1-1 0 0,-1-1 0 0 0,1 1 0 0 0,-1-1 0 0 0,4-1 0 0 0,6-3-7504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8.6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74 3679 0 0,'1'-3'278'0'0,"0"0"0"0"0,0 0 0 0 0,0 0 0 0 0,0 0-1 0 0,1 1 1 0 0,-1-1 0 0 0,1 0 0 0 0,-1 1 0 0 0,1-1-1 0 0,0 1 1 0 0,0 0 0 0 0,0-1 0 0 0,0 1 0 0 0,1 0-1 0 0,-1 0 1 0 0,0 0 0 0 0,1 1 0 0 0,0-1 0 0 0,4-2-1 0 0,2 0 1161 0 0,1 0-1 0 0,-1 1 0 0 0,0 0 1 0 0,20-4-1 0 0,-25 6-1172 0 0,0 1 1 0 0,0-1-1 0 0,-1 1 0 0 0,1 0 0 0 0,0 0 1 0 0,0 0-1 0 0,0 1 0 0 0,-1-1 1 0 0,1 1-1 0 0,0 0 0 0 0,0 0 1 0 0,-1 0-1 0 0,1 0 0 0 0,-1 1 0 0 0,4 2 1 0 0,-4-2-189 0 0,-1 0 0 0 0,1 0 1 0 0,-1 0-1 0 0,0 0 1 0 0,1 1-1 0 0,-1-1 0 0 0,0 1 1 0 0,-1-1-1 0 0,1 1 0 0 0,0 0 1 0 0,-1 0-1 0 0,0 0 0 0 0,1 0 1 0 0,-1 0-1 0 0,0 0 0 0 0,-1 0 1 0 0,1 0-1 0 0,0 5 1 0 0,0-1-62 0 0,-1 1 0 0 0,0-1 0 0 0,-1 1 0 0 0,1 0 0 0 0,-1-1 0 0 0,-1 1 0 0 0,1-1 0 0 0,-1 0 0 0 0,-1 1 0 0 0,-2 6 0 0 0,-6 10 74 0 0,-22 34 0 0 0,18-31-72 0 0,14-26-13 0 0,0 0-1 0 0,0 0 1 0 0,1 0-1 0 0,-1 0 1 0 0,0 1-1 0 0,1-1 1 0 0,0 0-1 0 0,-1 0 1 0 0,1 1-1 0 0,0-1 1 0 0,-1 0-1 0 0,1 1 1 0 0,0-1-1 0 0,0 0 1 0 0,0 1-1 0 0,0-1 1 0 0,0 1-1 0 0,1-1 1 0 0,-1 0-1 0 0,0 0 0 0 0,0 1 1 0 0,1 1-1 0 0,0-3 1 0 0,0 1-1 0 0,0 0 1 0 0,0-1-1 0 0,-1 1 1 0 0,1 0-1 0 0,0-1 0 0 0,0 1 1 0 0,0-1-1 0 0,0 1 1 0 0,0-1-1 0 0,0 0 0 0 0,0 1 1 0 0,0-1-1 0 0,0 0 1 0 0,0 0-1 0 0,0 0 0 0 0,0 0 1 0 0,0 1-1 0 0,0-2 1 0 0,1 1-1 0 0,-1 0 0 0 0,0 0 1 0 0,0 0-1 0 0,0 0 1 0 0,0-1-1 0 0,0 1 0 0 0,1-1 1 0 0,12-3-120 0 0,-1-1 0 0 0,-1-1 0 0 0,1 0 0 0 0,-1 0 1 0 0,0-1-1 0 0,0-1 0 0 0,-1 0 0 0 0,0-1 0 0 0,0 0 0 0 0,-1 0 1 0 0,0-1-1 0 0,-1 0 0 0 0,0-1 0 0 0,7-12 0 0 0,-7 8-7437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8.8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7367 0 0,'0'-1'31'0'0,"0"1"-1"0"0,0 0 0 0 0,-1 0 0 0 0,1 0 1 0 0,0 0-1 0 0,0-1 0 0 0,0 1 0 0 0,0 0 1 0 0,0 0-1 0 0,0 0 0 0 0,0 0 0 0 0,0-1 1 0 0,0 1-1 0 0,0 0 0 0 0,0 0 0 0 0,0 0 0 0 0,0-1 1 0 0,0 1-1 0 0,0 0 0 0 0,1 0 0 0 0,-1 0 1 0 0,0 0-1 0 0,0-1 0 0 0,0 1 0 0 0,0 0 1 0 0,0 0-1 0 0,0 0 0 0 0,0 0 0 0 0,0 0 1 0 0,1 0-1 0 0,-1-1 0 0 0,0 1 0 0 0,0 0 1 0 0,0 0-1 0 0,0 0 0 0 0,0 0 0 0 0,1 0 1 0 0,-1 0-1 0 0,0 0 0 0 0,0 0 0 0 0,0 0 1 0 0,0 0-1 0 0,1 0 0 0 0,-1-1 0 0 0,0 1 1 0 0,0 0-1 0 0,0 0 0 0 0,1 0 0 0 0,-1 0 0 0 0,0 0 1 0 0,0 1-1 0 0,0-1 0 0 0,11 8 2188 0 0,8 17 1245 0 0,10 29 2134 0 0,12 31-2668 0 0,-28-57-2503 0 0,-4-10-460 0 0,-1 2 1 0 0,-1 0-1 0 0,-1-1 1 0 0,0 2-1 0 0,-1-1 0 0 0,-1 1 1 0 0,-2 0-1 0 0,0 0 0 0 0,-1-1 1 0 0,0 1-1 0 0,-2 0 0 0 0,-5 28 1 0 0,1-19-5555 0 0,-2 0-1959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39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535 196 5527 0 0,'-2'-47'278'0'0,"1"35"766"0"0,0 0 0 0 0,0 0 0 0 0,2 0 0 0 0,-1 0 1 0 0,2 0-1 0 0,-1 0 0 0 0,7-20 0 0 0,-7 29-712 0 0,0 0 383 0 0,0 0-1 0 0,0 0 1 0 0,0 0 0 0 0,1-1-1 0 0,0 2 1 0 0,-1-1 0 0 0,5-5-1 0 0,-8 23 1118 0 0,-19 45-1487 0 0,-4-1 0 0 0,-2-1-1 0 0,-40 63 1 0 0,53-98-294 0 0,-2 0 0 0 0,-1-2-1 0 0,-1 0 1 0 0,0-1 0 0 0,-2-1 0 0 0,0-1-1 0 0,-1 0 1 0 0,-1-2 0 0 0,0 0 0 0 0,-26 12-1 0 0,36-22 32 0 0,0-1 0 0 0,0 0 0 0 0,-24 6 0 0 0,30-10-60 0 0,1 0 1 0 0,0 0-1 0 0,0-1 0 0 0,0 1 0 0 0,-1-1 0 0 0,1 0 0 0 0,0-1 0 0 0,0 1 0 0 0,0-1 0 0 0,-1 0 0 0 0,1 0 0 0 0,-7-3 0 0 0,10 3-17 0 0,1 0-1 0 0,-1 0 1 0 0,0 0 0 0 0,0-1-1 0 0,0 1 1 0 0,1 0 0 0 0,-1-1-1 0 0,1 0 1 0 0,-1 1 0 0 0,1-1-1 0 0,0 0 1 0 0,-1 1 0 0 0,1-1-1 0 0,-1-4 1 0 0,0 3-3 0 0,1-2 0 0 0,-1 1 0 0 0,1 0-1 0 0,0 0 1 0 0,1 0 0 0 0,-1-1 0 0 0,1-3 0 0 0,0-5-3 0 0,1 0 0 0 0,1 0 0 0 0,0 1 0 0 0,3-14 0 0 0,-3 21 1 0 0,-1-1 0 0 0,1 1 0 0 0,0 0 0 0 0,0 0 0 0 0,1-1 0 0 0,0 1 0 0 0,0 1 0 0 0,0-1 0 0 0,0 0 0 0 0,1 1 0 0 0,0-1 0 0 0,0 1 0 0 0,0 0 0 0 0,6-4 0 0 0,-6 6 0 0 0,0-1 0 0 0,1 0 0 0 0,-1 1 0 0 0,1 0 0 0 0,-1 0 0 0 0,1 1 0 0 0,0-1 0 0 0,0 1 0 0 0,0 0 0 0 0,0 0 0 0 0,0 1 0 0 0,0 0 0 0 0,0-1 0 0 0,0 2 0 0 0,0-1 0 0 0,7 1 0 0 0,6 3-1 0 0,0 1 1 0 0,0 0-1 0 0,0 2 0 0 0,-1 0 0 0 0,23 12 0 0 0,-14-4 21 0 0,-1 1-1 0 0,37 30 0 0 0,-51-37 18 0 0,0 0-1 0 0,0-1 0 0 0,22 11 1 0 0,-28-16-26 0 0,0-1-1 0 0,1 0 1 0 0,-1 0 0 0 0,1-1 0 0 0,0 0-1 0 0,0 0 1 0 0,-1 0 0 0 0,1 0 0 0 0,0-1 0 0 0,0 0-1 0 0,8-1 1 0 0,14-5-1656 0 0,-1-1-3658 0 0,-14 3-2453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0.0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8287 0 0,'38'-1'8506'0'0,"11"3"-6456"0"0,1-3 0 0 0,86-13 0 0 0,-111 7-6220 0 0,-21 6 2040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5527 0 0,'53'-6'9091'0'0,"11"-5"-3999"0"0,14 0-2441 0 0,-25 8-4406 0 0,-39 3-5636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0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39 435 919 0 0,'-6'-10'6'0'0,"-5"-8"966"0"0,10 18-527 0 0,0-1 1 0 0,1 0-1 0 0,-1 1 1 0 0,1-1-1 0 0,-1 0 1 0 0,0 1-1 0 0,1-1 1 0 0,-1 1 0 0 0,0-1-1 0 0,0 1 1 0 0,1-1-1 0 0,-1 1 1 0 0,0 0-1 0 0,0-1 1 0 0,0 1-1 0 0,0 0 1 0 0,1 0-1 0 0,-2 0 1 0 0,1 0-276 0 0,1 0 1 0 0,-1 0-1 0 0,1 1 1 0 0,0-1-1 0 0,-1 0 1 0 0,1 0-1 0 0,-1 1 1 0 0,1-1-1 0 0,0 1 1 0 0,0-1-1 0 0,-1 0 1 0 0,1 1-1 0 0,0-1 1 0 0,0 1-1 0 0,-1-1 1 0 0,1 0-1 0 0,0 1 1 0 0,0-1-1 0 0,0 1 1 0 0,0-1-1 0 0,-1 1 1 0 0,1-1-1 0 0,0 1 1 0 0,0-1-1 0 0,0 1 1 0 0,0 0-1 0 0,0 14 2128 0 0,1-4-1339 0 0,1-1 0 0 0,0 1 1 0 0,4 12-1 0 0,26 56 539 0 0,-24-63-1337 0 0,24 48 375 0 0,44 66 1 0 0,-61-105-426 0 0,-7-12-18 0 0,-6-8-47 0 0,1 0-1 0 0,-1-1 0 0 0,1 0 1 0 0,5 6-1 0 0,-8-10-45 0 0,0 0 0 0 0,0 0 0 0 0,0 0 0 0 0,0 0 0 0 0,0 0 0 0 0,1 0 0 0 0,-1 0 0 0 0,0 0 0 0 0,0 0 0 0 0,0 0 0 0 0,0 0 0 0 0,0 0 0 0 0,0 1 0 0 0,0-1 0 0 0,0 0 0 0 0,0 0 0 0 0,0 0 0 0 0,0 0 0 0 0,0 0 0 0 0,0 0 0 0 0,1 0 0 0 0,-1 0 0 0 0,0 0 0 0 0,0 0 0 0 0,0 0 0 0 0,0 0 0 0 0,0 0 0 0 0,0 0 0 0 0,0 0 0 0 0,0-1 0 0 0,0 1 0 0 0,0 0 0 0 0,0 0 0 0 0,0 0 0 0 0,0 0 0 0 0,1 0 0 0 0,-1 0 0 0 0,0 0 0 0 0,0 0 0 0 0,0 0 0 0 0,0 0 0 0 0,0 0 0 0 0,0 0 0 0 0,0 0 0 0 0,0 0 0 0 0,0 0 0 0 0,0 0 0 0 0,0 0 0 0 0,0 0 0 0 0,0-1 0 0 0,0 1 0 0 0,0 0 0 0 0,0 0 0 0 0,2-7 0 0 0,-1-7 0 0 0,-3-5 0 0 0,0 0 0 0 0,-1 1 0 0 0,-10-34 0 0 0,-1-8 0 0 0,3-16 0 0 0,4 0 0 0 0,2 0 0 0 0,7-86 0 0 0,-2 161 0 0 0,1-11 0 0 0,0 0 0 0 0,0 0 0 0 0,1 0 0 0 0,4-16 0 0 0,-5 25 0 0 0,0 0 0 0 0,1-1 0 0 0,-1 1 0 0 0,1 0 0 0 0,0 0 0 0 0,-1 0 0 0 0,2 0 0 0 0,-1 1 0 0 0,0-1 0 0 0,0 0 0 0 0,1 1 0 0 0,-1 0 0 0 0,1-1 0 0 0,0 1 0 0 0,0 0 0 0 0,0 1 0 0 0,0-1 0 0 0,0 0 0 0 0,6-2 0 0 0,24-5 0 0 0,67-12 0 0 0,-45 11 0 0 0,229-65 0 0 0,-280 74 0 0 0,25-6 4 0 0,-28 6-6 0 0,1 1 1 0 0,0 0 0 0 0,-1-1 0 0 0,1 1-1 0 0,0 0 1 0 0,0 0 0 0 0,-1 0-1 0 0,1 1 1 0 0,0-1 0 0 0,-1 0-1 0 0,1 1 1 0 0,0-1 0 0 0,2 2-1 0 0,-3-1-71 0 0,-1-1 1 0 0,1 1-1 0 0,-1 0 0 0 0,0-1 0 0 0,1 1 0 0 0,-1 0 0 0 0,0 0 0 0 0,1-1 0 0 0,-1 1 0 0 0,0 0 0 0 0,0 0 0 0 0,0 0 0 0 0,0 0 0 0 0,0-1 0 0 0,0 1 0 0 0,0 0 0 0 0,0 0 0 0 0,0 0 0 0 0,0-1 0 0 0,0 1 0 0 0,0 0 0 0 0,-1 0 0 0 0,1 0 0 0 0,0-1 0 0 0,-1 2 0 0 0,-5 9-7935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1.2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2759 0 0,'44'-12'9534'0'0,"-26"8"-6493"0"0,26-2 0 0 0,-34 5-2363 0 0,0 1 0 0 0,1 0 1 0 0,-1 1-1 0 0,13 2 0 0 0,-18-2-545 0 0,-1 0 0 0 0,1 1 0 0 0,0-1 0 0 0,-1 1 0 0 0,1 0 1 0 0,-1 0-1 0 0,0 0 0 0 0,0 1 0 0 0,0-1 0 0 0,6 6 0 0 0,-9-7-123 0 0,1 1-1 0 0,0 0 1 0 0,-1 0 0 0 0,1 0-1 0 0,-1 0 1 0 0,0 1 0 0 0,1-1 0 0 0,-1 0-1 0 0,0 0 1 0 0,-1 1 0 0 0,1-1 0 0 0,0 1-1 0 0,-1-1 1 0 0,1 1 0 0 0,-1-1 0 0 0,0 1-1 0 0,1-1 1 0 0,-1 1 0 0 0,0-1 0 0 0,-1 1-1 0 0,1-1 1 0 0,0 1 0 0 0,-1-1 0 0 0,0 1-1 0 0,1-1 1 0 0,-1 0 0 0 0,0 1-1 0 0,-1 1 1 0 0,-4 8 40 0 0,-1-1 0 0 0,1 1 0 0 0,-2-2-1 0 0,-9 13 1 0 0,11-16-44 0 0,-21 27 10 0 0,-19 25 52 0 0,42-53-61 0 0,0 1 0 0 0,0-1 0 0 0,0 1 0 0 0,1 0 0 0 0,1 0 0 0 0,-1 1 0 0 0,-1 9 0 0 0,3-15 7 0 0,1 0 1 0 0,-1-1-1 0 0,1 1 0 0 0,0 0 0 0 0,0-1 1 0 0,0 1-1 0 0,0 0 0 0 0,0 0 0 0 0,0-1 1 0 0,1 1-1 0 0,-1 0 0 0 0,0-1 0 0 0,1 1 0 0 0,-1 0 1 0 0,1-1-1 0 0,0 1 0 0 0,0-1 0 0 0,0 1 1 0 0,-1-1-1 0 0,1 1 0 0 0,0-1 0 0 0,1 1 1 0 0,-1-1-1 0 0,0 0 0 0 0,0 0 0 0 0,1 0 1 0 0,-1 0-1 0 0,0 0 0 0 0,1 0 0 0 0,-1 0 1 0 0,1 0-1 0 0,-1 0 0 0 0,1 0 0 0 0,0-1 0 0 0,-1 1 1 0 0,1-1-1 0 0,0 1 0 0 0,-1-1 0 0 0,3 0 1 0 0,4 1 83 0 0,0 0 0 0 0,-1-1 1 0 0,1 0-1 0 0,0 0 0 0 0,0-1 0 0 0,-1 0 1 0 0,12-4-1 0 0,12-4 222 0 0,0-3 0 0 0,42-21 0 0 0,18-8-247 0 0,-90 41-34 0 0,3-1-632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5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2 414 6911 0 0,'-1'-2'728'0'0,"1"5"-352"0"0,0-2 107 0 0,0 0 0 0 0,0 1 0 0 0,0-1 0 0 0,1 0 1 0 0,-1 0-1 0 0,0 0 0 0 0,1 1 0 0 0,-1-1 0 0 0,1 0 0 0 0,0 0 0 0 0,0 1 1 0 0,1 1-249 0 0,1 0 1 0 0,-1 0 0 0 0,1 0 0 0 0,0 0 0 0 0,0-1 0 0 0,0 1 0 0 0,0-1-1 0 0,0 0 1 0 0,1 0 0 0 0,-1 0 0 0 0,0-1 0 0 0,1 1 0 0 0,0-1-1 0 0,-1 1 1 0 0,1-1 0 0 0,0-1 0 0 0,5 2 0 0 0,3-2-20 0 0,-1 0-1 0 0,1 0 1 0 0,0-1 0 0 0,-1-1-1 0 0,0 0 1 0 0,1 0 0 0 0,-1-1-1 0 0,0-1 1 0 0,0 0 0 0 0,-1 0 0 0 0,1-1-1 0 0,-1-1 1 0 0,0 1 0 0 0,0-2-1 0 0,-1 1 1 0 0,0-1 0 0 0,15-15-1 0 0,-14 12-123 0 0,0 0-1 0 0,0-1 0 0 0,-1 0 0 0 0,-1 0 1 0 0,0-1-1 0 0,12-24 0 0 0,-16 27-72 0 0,-1 0 1 0 0,1 0-1 0 0,-2-1 0 0 0,1 0 1 0 0,-1 1-1 0 0,-1-1 0 0 0,0 0 0 0 0,0 0 1 0 0,-1 0-1 0 0,-2-18 0 0 0,0 14-11 0 0,0-1 0 0 0,-2 1 0 0 0,-7-23 0 0 0,8 29-4 0 0,-1 0 0 0 0,0 0 0 0 0,0 0 0 0 0,0 1 0 0 0,-1-1 0 0 0,0 1 0 0 0,-9-9 0 0 0,13 15-4 0 0,0 0 0 0 0,0 0 0 0 0,0 0 0 0 0,0 0 0 0 0,0 1 0 0 0,0-1 0 0 0,0 0 0 0 0,0 0 0 0 0,0 1 0 0 0,0-1 0 0 0,0 1 0 0 0,-1-1 0 0 0,1 1 0 0 0,0 0 0 0 0,0-1 0 0 0,-1 1 0 0 0,1 0 0 0 0,0 0 0 0 0,0 0 0 0 0,-1 0 0 0 0,-1 0 0 0 0,1 0 0 0 0,1 1 0 0 0,-1 0 0 0 0,0-1 0 0 0,1 1 0 0 0,-1 0 0 0 0,1 0 0 0 0,0 0 0 0 0,-1 0 0 0 0,1 0 0 0 0,0 1 0 0 0,-1-1 0 0 0,1 0 0 0 0,0 0 0 0 0,-1 2 0 0 0,-4 6 0 0 0,1 0 0 0 0,1 1 0 0 0,-1-1 0 0 0,-3 13 0 0 0,7-17 0 0 0,-6 17 2 0 0,1 0 1 0 0,1 1-1 0 0,1-1 0 0 0,1 1 0 0 0,1 0 0 0 0,1 0 0 0 0,4 38 1 0 0,32 160 30 0 0,-32-205-31 0 0,67 256 604 0 0,-45-182-497 0 0,-16-52-92 0 0,-7-24-3 0 0,2 1 0 0 0,0-1-1 0 0,10 22 1 0 0,-8-26-144 0 0,-6-10 124 0 0,0 0 0 0 0,0 0 0 0 0,0 0 0 0 0,0 0 0 0 0,0 0 0 0 0,1 0 1 0 0,-1 0-1 0 0,0 0 0 0 0,0 0 0 0 0,0 0 0 0 0,0 0 0 0 0,0 1 0 0 0,0-1 0 0 0,0 0 1 0 0,0 0-1 0 0,0 0 0 0 0,0 0 0 0 0,0 0 0 0 0,0 0 0 0 0,0 0 0 0 0,0 0 0 0 0,1 0 1 0 0,-1 0-1 0 0,0 0 0 0 0,0 0 0 0 0,0 0 0 0 0,0 0 0 0 0,0 0 0 0 0,0 0 1 0 0,0 0-1 0 0,0 0 0 0 0,0 0 0 0 0,0 0 0 0 0,0-1 0 0 0,0 1 0 0 0,0 0 0 0 0,1 0 1 0 0,-1 0-1 0 0,0 0 0 0 0,0 0 0 0 0,0 0 0 0 0,0 0 0 0 0,0 0 0 0 0,0 0 0 0 0,0 0 1 0 0,0 0-1 0 0,0 0 0 0 0,0 0 0 0 0,0 0 0 0 0,0 0 0 0 0,0 0 0 0 0,0 0 0 0 0,0-1 1 0 0,0 1-1 0 0,0 0 0 0 0,0 0 0 0 0,0 0 0 0 0,0-1-78 0 0,0-1 1 0 0,0 1-1 0 0,0-1 0 0 0,0 1 0 0 0,-1-1 1 0 0,1 1-1 0 0,0 0 0 0 0,-1-1 0 0 0,1 1 1 0 0,-1 0-1 0 0,-1-3 0 0 0,-14-18-3374 0 0,4 9-3480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5.2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11 138 1375 0 0,'-1'0'231'0'0,"0"-1"0"0"0,0 0-1 0 0,1 0 1 0 0,-1 0 0 0 0,0 0-1 0 0,0 0 1 0 0,1 0 0 0 0,-1 0-1 0 0,1 0 1 0 0,-1 0 0 0 0,1 0-1 0 0,-1 0 1 0 0,1 0 0 0 0,0-1-1 0 0,-1 1 1 0 0,1 0 0 0 0,0 0-1 0 0,0 0 1 0 0,0-1 0 0 0,0 1-1 0 0,0 0 1 0 0,0 0 0 0 0,0 0-1 0 0,1-1 1 0 0,-1 1 0 0 0,0 0-1 0 0,0 0 1 0 0,1 0 0 0 0,-1 0-1 0 0,1 0 1 0 0,-1 0 0 0 0,1 0-1 0 0,0-1 1 0 0,1 0 171 0 0,-1 0 0 0 0,1 0-1 0 0,0 0 1 0 0,0 1 0 0 0,0-1 0 0 0,-1 1-1 0 0,1-1 1 0 0,0 1 0 0 0,1 0 0 0 0,-1-1 0 0 0,0 1-1 0 0,0 0 1 0 0,1 1 0 0 0,2-2 0 0 0,70-11 4586 0 0,31-7-3114 0 0,37-23-1867 0 0,-136 41-674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5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34 116 1375 0 0,'15'-54'1479'0'0,"-5"17"3744"0"0,-9 12 2012 0 0,-4 28-6090 0 0,-3 6 97 0 0,-4 13-760 0 0,2 0 0 0 0,0 1 0 0 0,1 0 0 0 0,2 1 0 0 0,0 0 0 0 0,1 0 0 0 0,2 0 1 0 0,0 29-1 0 0,4 25 99 0 0,14 92 0 0 0,10-27 105 0 0,-21-123-583 0 0,1 0 1 0 0,1-1 0 0 0,1 0 0 0 0,1 0 0 0 0,11 19-1 0 0,-18-35-282 0 0,0 0-1 0 0,1 0 1 0 0,-1 0-1 0 0,1 0 1 0 0,-1 0-1 0 0,1-1 1 0 0,0 1-1 0 0,0-1 1 0 0,0 0-1 0 0,5 3 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6.5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174 64 5527 0 0,'-1'-3'226'0'0,"0"1"-1"0"0,0 0 1 0 0,0-1-1 0 0,-1 1 1 0 0,1 0-1 0 0,0 0 0 0 0,-1 0 1 0 0,0 0-1 0 0,1 0 1 0 0,-1 1-1 0 0,0-1 1 0 0,0 0-1 0 0,0 1 1 0 0,0-1-1 0 0,0 1 0 0 0,0 0 1 0 0,-1 0-1 0 0,1 0 1 0 0,0 0-1 0 0,-1 0 1 0 0,-4-1-1 0 0,4 1 75 0 0,0 1 0 0 0,0-1 0 0 0,0 1 0 0 0,-1 0 0 0 0,1 0 0 0 0,0 0 0 0 0,0 1 0 0 0,0-1 0 0 0,0 1 0 0 0,0-1 0 0 0,0 1 0 0 0,0 0 0 0 0,0 0 0 0 0,0 1 0 0 0,0-1 0 0 0,0 0 0 0 0,-3 3 0 0 0,1 1 15 0 0,-1 0 0 0 0,1 0 1 0 0,0 0-1 0 0,0 1 0 0 0,1 0 0 0 0,0 0 0 0 0,0 0 0 0 0,0 0 0 0 0,1 1 0 0 0,0-1 0 0 0,0 1 0 0 0,1 0 0 0 0,-3 7 0 0 0,1 3 14 0 0,1 1-1 0 0,0-1 0 0 0,1 0 0 0 0,1 23 0 0 0,1-30-272 0 0,1 0-1 0 0,0 0 0 0 0,0 0 1 0 0,1 0-1 0 0,1 0 1 0 0,0 0-1 0 0,0-1 0 0 0,1 1 1 0 0,0-1-1 0 0,0 0 0 0 0,6 9 1 0 0,-8-15-44 0 0,1 1 1 0 0,-1-1-1 0 0,1 0 1 0 0,0 0-1 0 0,0 0 0 0 0,0 0 1 0 0,0 0-1 0 0,0 0 1 0 0,1-1-1 0 0,-1 0 1 0 0,1 1-1 0 0,-1-1 1 0 0,1 0-1 0 0,0-1 0 0 0,0 1 1 0 0,0-1-1 0 0,0 0 1 0 0,0 0-1 0 0,0 0 1 0 0,0 0-1 0 0,0-1 0 0 0,1 0 1 0 0,-1 0-1 0 0,0 0 1 0 0,0 0-1 0 0,0-1 1 0 0,1 1-1 0 0,5-3 0 0 0,-4 2 5 0 0,0-1-1 0 0,-1-1 0 0 0,1 1 0 0 0,-1-1 0 0 0,0 0 1 0 0,0 0-1 0 0,0 0 0 0 0,0-1 0 0 0,0 1 0 0 0,-1-1 0 0 0,1-1 1 0 0,3-3-1 0 0,-3 1 5 0 0,0 0 1 0 0,-1 0 0 0 0,0 0-1 0 0,0 0 1 0 0,0-1-1 0 0,-1 1 1 0 0,0-1 0 0 0,2-9-1 0 0,-3 5-10 0 0,1 0-1 0 0,-2-1 1 0 0,1 1-1 0 0,-2-1 1 0 0,0 1-1 0 0,0-1 1 0 0,-1 1-1 0 0,-1-1 1 0 0,0 1-1 0 0,0-1 1 0 0,-7-16-1 0 0,3 15-12 0 0,0 1-1 0 0,-14-24 1 0 0,17 31 11 0 0,-1 1 0 0 0,1 0 0 0 0,-1 0 0 0 0,-1 1 0 0 0,1-1 1 0 0,-1 1-1 0 0,1 0 0 0 0,-1 0 0 0 0,-7-4 0 0 0,10 7-1 0 0,1 0 0 0 0,-1 1-1 0 0,0-1 1 0 0,1 0 0 0 0,-1 1-1 0 0,0-1 1 0 0,1 1 0 0 0,-1 0-1 0 0,0 0 1 0 0,1-1 0 0 0,-1 1-1 0 0,0 0 1 0 0,0 0 0 0 0,1 1-1 0 0,-1-1 1 0 0,0 0 0 0 0,1 1 0 0 0,-1-1-1 0 0,-2 1 1 0 0,2 1-6 0 0,-1-1 0 0 0,0 1 0 0 0,0 0 1 0 0,1 0-1 0 0,-1-1 0 0 0,1 2 0 0 0,0-1 0 0 0,0 0 0 0 0,-4 5 1 0 0,-1 3-28 0 0,1 0 0 0 0,1 0 0 0 0,0 0 0 0 0,-7 19 0 0 0,7-15 96 0 0,1 0-1 0 0,1 0 1 0 0,0 0 0 0 0,1 1-1 0 0,-1 16 1 0 0,3-21-346 0 0,0-1 1 0 0,1 1-1 0 0,3 14 0 0 0,-3-18-773 0 0,1 0-1 0 0,0 0 1 0 0,0 0 0 0 0,1 0-1 0 0,6 11 1 0 0,2-1-6114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6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0 6911 0 0,'15'29'2050'0'0,"-6"-13"182"0"0,-1 0 0 0 0,7 21 1 0 0,-13-31-1763 0 0,0 1 0 0 0,-1-1 0 0 0,0 1 0 0 0,0-1 0 0 0,0 1 0 0 0,-1-1 0 0 0,0 1 0 0 0,0-1 0 0 0,-3 13 0 0 0,1-10-277 0 0,0-1 0 0 0,-1 0 0 0 0,0 0 0 0 0,-7 14 1 0 0,8-18-144 0 0,0-1 1 0 0,0 1 0 0 0,0 0 0 0 0,-1-1 0 0 0,0 0 0 0 0,0 0 0 0 0,0 0 0 0 0,0 0 0 0 0,0 0 0 0 0,0-1 0 0 0,-7 5 0 0 0,10-7-112 0 0,-1 0 0 0 0,1 0-1 0 0,0 1 1 0 0,-1-1 0 0 0,1 0-1 0 0,-1 0 1 0 0,1 0 0 0 0,0 0-1 0 0,-1 0 1 0 0,1 0 0 0 0,-1 1-1 0 0,1-1 1 0 0,0 0 0 0 0,-1 0-1 0 0,1 0 1 0 0,-1 0 0 0 0,1 0-1 0 0,0-1 1 0 0,-1 1 0 0 0,1 0-1 0 0,-1 0 1 0 0,1 0 0 0 0,0 0-1 0 0,-1 0 1 0 0,1 0 0 0 0,-1-1-1 0 0,1 1 1 0 0,0 0 0 0 0,-1 0-1 0 0,1-1 1 0 0,0 1 0 0 0,-1 0-1 0 0,1 0 1 0 0,0-1 0 0 0,0 1-1 0 0,-1 0 1 0 0,1-1 0 0 0,0 1-1 0 0,0-1 1 0 0,0 1 0 0 0,-1 0-1 0 0,1-1 1 0 0,0 1 0 0 0,0 0-1 0 0,0-1 1 0 0,0 1 0 0 0,0-1-1 0 0,0 1 1 0 0,0-1 0 0 0,0 0-1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6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0 274 2759 0 0,'4'-67'878'0'0,"13"-31"4877"0"0,-9 53-2397 0 0,-7 37-2341 0 0,1 0-1 0 0,0 0 1 0 0,0 1 0 0 0,0-1-1 0 0,7-13 1 0 0,-8 20-969 0 0,-1 1 1 0 0,0 0-1 0 0,0 0 0 0 0,0 0 1 0 0,0 0-1 0 0,0-1 1 0 0,0 1-1 0 0,0 0 0 0 0,0 0 1 0 0,0 0-1 0 0,0 0 0 0 0,1 0 1 0 0,-1-1-1 0 0,0 1 1 0 0,0 0-1 0 0,0 0 0 0 0,0 0 1 0 0,0 0-1 0 0,1 0 1 0 0,-1 0-1 0 0,0 0 0 0 0,0-1 1 0 0,0 1-1 0 0,1 0 1 0 0,-1 0-1 0 0,0 0 0 0 0,0 0 1 0 0,0 0-1 0 0,0 0 0 0 0,1 0 1 0 0,-1 0-1 0 0,0 0 1 0 0,0 0-1 0 0,0 0 0 0 0,1 0 1 0 0,-1 0-1 0 0,0 0 1 0 0,0 0-1 0 0,0 0 0 0 0,1 1 1 0 0,4 7 732 0 0,0 12-277 0 0,0 14-88 0 0,-1 63 0 0 0,-2-31-341 0 0,0-29-49 0 0,0 12 100 0 0,16 93-1 0 0,-14-131 128 0 0,-4-11-304 0 0,1 0 1 0 0,-1 0-1 0 0,0 1 0 0 0,0-1 0 0 0,0 0 1 0 0,0 0-1 0 0,1 0 0 0 0,-1 0 0 0 0,0 1 1 0 0,0-1-1 0 0,0 0 0 0 0,1 0 0 0 0,-1 0 1 0 0,0 0-1 0 0,0 0 0 0 0,1 0 0 0 0,-1 0 1 0 0,0 1-1 0 0,0-1 0 0 0,1 0 0 0 0,-1 0 1 0 0,0 0-1 0 0,0 0 0 0 0,1 0 0 0 0,-1 0 1 0 0,0 0-1 0 0,0 0 0 0 0,1 0 0 0 0,-1-1 1 0 0,0 1-1 0 0,0 0 0 0 0,1 0 0 0 0,-1 0 0 0 0,0 0 1 0 0,0 0-1 0 0,1 0 0 0 0,-1 0 0 0 0,0-1 1 0 0,0 1-1 0 0,1 0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7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3143 0 0,'1'0'0'0'0,"1"0"0"0"0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7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50 3679 0 0,'-1'-2'167'0'0,"0"0"-1"0"0,1 0 0 0 0,-1 0 0 0 0,1 0 1 0 0,-1 0-1 0 0,1 0 0 0 0,0 0 0 0 0,-1 0 0 0 0,1 0 1 0 0,0 0-1 0 0,0 0 0 0 0,1-3 0 0 0,-1 4 57 0 0,0 0 0 0 0,1 0 0 0 0,-1 0 0 0 0,0 0 0 0 0,1 0 0 0 0,-1 0 0 0 0,1 0 0 0 0,-1 0 0 0 0,1 0 0 0 0,0 1 0 0 0,-1-1 0 0 0,1 0 0 0 0,0 0-1 0 0,-1 0 1 0 0,1 1 0 0 0,0-1 0 0 0,0 0 0 0 0,0 1 0 0 0,0-1 0 0 0,0 0 0 0 0,0 1 0 0 0,0 0 0 0 0,0-1 0 0 0,0 1 0 0 0,1-1 0 0 0,1 1 120 0 0,0 0-1 0 0,-1 0 1 0 0,1 0 0 0 0,0 0 0 0 0,-1 0 0 0 0,1 1 0 0 0,-1-1 0 0 0,1 1-1 0 0,0 0 1 0 0,-1 0 0 0 0,0 0 0 0 0,1 0 0 0 0,-1 0 0 0 0,0 0 0 0 0,1 1 0 0 0,-1-1-1 0 0,3 3 1 0 0,5 5 495 0 0,0-1 0 0 0,9 12-1 0 0,-14-14-531 0 0,15 16 91 0 0,-1 1 0 0 0,-1 1 0 0 0,-1 0 1 0 0,-2 1-1 0 0,0 1 0 0 0,20 50 0 0 0,-27-54-357 0 0,-1 0 1 0 0,0 0-1 0 0,-2 1 1 0 0,-1-1 0 0 0,0 1-1 0 0,-2 0 1 0 0,-1 0-1 0 0,0 1 1 0 0,-4 29-1 0 0,0-34 0 0 0,-1 0-1 0 0,-1 0 0 0 0,0-1 0 0 0,-2 0 1 0 0,-9 21-1 0 0,10-26-12 0 0,-1-1 0 0 0,-1 1 0 0 0,1-1-1 0 0,-2-1 1 0 0,0 1 0 0 0,0-2 0 0 0,-18 17 0 0 0,27-27-24 0 0,0 0 0 0 0,0 1-1 0 0,-1-1 1 0 0,1 0 0 0 0,0 0 0 0 0,0 1-1 0 0,-1-1 1 0 0,1 0 0 0 0,0 0 0 0 0,-1 1 0 0 0,1-1-1 0 0,0 0 1 0 0,-1 0 0 0 0,1 0 0 0 0,-1 0-1 0 0,1 1 1 0 0,0-1 0 0 0,-1 0 0 0 0,1 0-1 0 0,-1 0 1 0 0,1 0 0 0 0,0 0 0 0 0,-1 0 0 0 0,1 0-1 0 0,-1 0 1 0 0,0-9-88 0 0,11-14-2355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47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73 6911 0 0,'3'-3'321'0'0,"0"0"1"0"0,0 1-1 0 0,0-1 0 0 0,0 0 0 0 0,1 1 0 0 0,-1 0 0 0 0,1 0 0 0 0,-1 0 0 0 0,1 0 0 0 0,0 1 0 0 0,4-2 0 0 0,10-3 1875 0 0,21-3 0 0 0,-18 5-1399 0 0,-10 1-276 0 0,13-3 449 0 0,1 0 0 0 0,0 2-1 0 0,0 1 1 0 0,40-1 0 0 0,-64 4-957 0 0,1 0 1 0 0,-1 0-1 0 0,0 0 0 0 0,1 1 1 0 0,-1-1-1 0 0,0 0 0 0 0,1 0 0 0 0,-1 1 1 0 0,0-1-1 0 0,1 1 0 0 0,-1-1 1 0 0,0 1-1 0 0,0-1 0 0 0,0 1 0 0 0,1 0 1 0 0,-1 0-1 0 0,0-1 0 0 0,0 1 1 0 0,0 0-1 0 0,0 0 0 0 0,0 0 0 0 0,-1 0 1 0 0,2 2-1 0 0,-2-2-13 0 0,1 1-1 0 0,-1-1 1 0 0,0 0-1 0 0,0 1 1 0 0,0-1-1 0 0,0 1 1 0 0,0-1-1 0 0,0 0 1 0 0,0 1-1 0 0,-1-1 1 0 0,1 0-1 0 0,0 1 1 0 0,-1-1-1 0 0,1 0 1 0 0,-1 1-1 0 0,1-1 1 0 0,-1 0 0 0 0,0 0-1 0 0,0 0 1 0 0,1 1-1 0 0,-1-1 1 0 0,-2 1-1 0 0,-12 16-152 0 0,-1-1-1 0 0,-24 18 1 0 0,23-20 69 0 0,0 1 0 0 0,-21 26 0 0 0,36-41 122 0 0,1 1 0 0 0,0 0 0 0 0,-1 0 0 0 0,1 0 1 0 0,0 0-1 0 0,1 0 0 0 0,-1 1 0 0 0,0-1 0 0 0,0 0 0 0 0,1 0 0 0 0,-1 4 0 0 0,1-5-12 0 0,0-1-1 0 0,0 1 0 0 0,0-1 1 0 0,0 1-1 0 0,1 0 1 0 0,-1-1-1 0 0,0 1 1 0 0,0 0-1 0 0,0-1 1 0 0,1 1-1 0 0,-1-1 1 0 0,0 1-1 0 0,1 0 1 0 0,-1-1-1 0 0,0 1 1 0 0,1-1-1 0 0,-1 1 0 0 0,1-1 1 0 0,-1 0-1 0 0,1 1 1 0 0,-1-1-1 0 0,1 1 1 0 0,-1-1-1 0 0,1 0 1 0 0,0 1-1 0 0,-1-1 1 0 0,1 0-1 0 0,-1 0 1 0 0,1 1-1 0 0,0-1 1 0 0,-1 0-1 0 0,1 0 0 0 0,0 0 1 0 0,-1 0-1 0 0,1 0 1 0 0,0 0-1 0 0,-1 0 1 0 0,1 0-1 0 0,0 0 1 0 0,-1 0-1 0 0,1 0 1 0 0,0-1-1 0 0,13-1 296 0 0,0-1-1 0 0,0 0 1 0 0,0-1 0 0 0,22-10-1 0 0,-1 1-1722 0 0,1 3-4236 0 0,-24 8-1669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2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140 223 4607 0 0,'1'-31'1588'0'0,"0"17"-637"0"0,-1 0 0 0 0,-1 0-1 0 0,1 0 1 0 0,-2 0 0 0 0,-4-18-1 0 0,6 31-841 0 0,0 0 0 0 0,0 0-1 0 0,-1 0 1 0 0,1 0 0 0 0,0 0 0 0 0,-1 0-1 0 0,1 1 1 0 0,-1-1 0 0 0,1 0-1 0 0,-1 0 1 0 0,0 0 0 0 0,1 0 0 0 0,-1 1-1 0 0,0-1 1 0 0,1 0 0 0 0,-1 1-1 0 0,0-1 1 0 0,0 0 0 0 0,0 1-1 0 0,1-1 1 0 0,-1 1 0 0 0,0-1 0 0 0,0 1-1 0 0,-1-1 1 0 0,1 1-33 0 0,-1 0 0 0 0,1 0 0 0 0,0 1-1 0 0,0-1 1 0 0,0 0 0 0 0,0 1 0 0 0,0-1 0 0 0,-1 0 0 0 0,1 1 0 0 0,0-1-1 0 0,0 1 1 0 0,0-1 0 0 0,0 1 0 0 0,0 0 0 0 0,1 0 0 0 0,-1-1 0 0 0,0 1-1 0 0,0 0 1 0 0,0 0 0 0 0,0 0 0 0 0,0 1 0 0 0,-10 12 152 0 0,0 1 0 0 0,1 0 1 0 0,1 1-1 0 0,1 0 0 0 0,0 0 0 0 0,1 1 1 0 0,0 0-1 0 0,2 0 0 0 0,-7 31 0 0 0,10-36-171 0 0,0 0-1 0 0,1 0 0 0 0,1 0 1 0 0,0 0-1 0 0,0 0 0 0 0,1 0 1 0 0,0 0-1 0 0,1 0 0 0 0,1-1 1 0 0,0 1-1 0 0,0 0 0 0 0,1-1 1 0 0,1 0-1 0 0,0 0 1 0 0,10 17-1 0 0,-11-22 8 0 0,0-1 1 0 0,0 0 0 0 0,0 0-1 0 0,1 0 1 0 0,0 0-1 0 0,0 0 1 0 0,0-1-1 0 0,0 0 1 0 0,1 0 0 0 0,0-1-1 0 0,0 1 1 0 0,0-1-1 0 0,0-1 1 0 0,0 1 0 0 0,0-1-1 0 0,1 0 1 0 0,-1 0-1 0 0,1-1 1 0 0,0 0-1 0 0,-1 0 1 0 0,1 0 0 0 0,0-1-1 0 0,-1 0 1 0 0,1-1-1 0 0,0 1 1 0 0,-1-1-1 0 0,1 0 1 0 0,0-1 0 0 0,9-3-1 0 0,0-2 32 0 0,-1-1-1 0 0,1 0 1 0 0,-1-1 0 0 0,-1-1-1 0 0,0 0 1 0 0,0-1 0 0 0,-1 0-1 0 0,0-1 1 0 0,-1-1 0 0 0,-1 0-1 0 0,0 0 1 0 0,0-1 0 0 0,-2-1-1 0 0,12-21 1 0 0,-17 27-76 0 0,0 0 1 0 0,-1 0-1 0 0,0-1 1 0 0,-1 0-1 0 0,0 1 1 0 0,0-1-1 0 0,-1 0 1 0 0,0 0 0 0 0,-1 0-1 0 0,0 0 1 0 0,-1 0-1 0 0,0 1 1 0 0,0-1-1 0 0,-1 0 1 0 0,0 0-1 0 0,-1 1 1 0 0,0-1-1 0 0,-1 1 1 0 0,1 0-1 0 0,-7-11 1 0 0,4 10-10 0 0,0 0-1 0 0,0 0 1 0 0,-1 1 0 0 0,-1-1-1 0 0,1 1 1 0 0,-1 1 0 0 0,-1 0 0 0 0,0 0-1 0 0,0 0 1 0 0,0 1 0 0 0,-1 1 0 0 0,0 0-1 0 0,0 0 1 0 0,-1 0 0 0 0,1 2-1 0 0,-22-8 1 0 0,26 11 0 0 0,0 1-1 0 0,-1-1 1 0 0,1 1-1 0 0,0 0 1 0 0,0 0 0 0 0,-1 0-1 0 0,1 1 1 0 0,0 0-1 0 0,0 1 1 0 0,0-1-1 0 0,0 1 1 0 0,0 0 0 0 0,-10 5-1 0 0,10-3 2 0 0,0-1 1 0 0,-1 1-1 0 0,1 0 0 0 0,1 0 1 0 0,-1 1-1 0 0,1-1 0 0 0,-1 1 1 0 0,2 0-1 0 0,-1 1 0 0 0,0 0 1 0 0,-6 10-1 0 0,10-13-29 0 0,-1 0 0 0 0,1 0-1 0 0,0 0 1 0 0,0 0 0 0 0,1 1 0 0 0,-1-1-1 0 0,0 0 1 0 0,1 0 0 0 0,0 0-1 0 0,0 0 1 0 0,0 1 0 0 0,0-1 0 0 0,1 0-1 0 0,-1 0 1 0 0,2 5 0 0 0,1 3-129 0 0,1 0 0 0 0,11 20 0 0 0,-12-24 108 0 0,9 16-242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0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8287 0 0,'19'-3'4925'0'0,"12"-6"-2406"0"0,-15 4-1387 0 0,0 0-228 0 0,34-8 1169 0 0,-45 12-1975 0 0,-1 0 1 0 0,1 1 0 0 0,-1-1-1 0 0,1 1 1 0 0,0 0-1 0 0,-1 0 1 0 0,1 1 0 0 0,5 1-1 0 0,-9-2-96 0 0,-1 0 1 0 0,0 0-1 0 0,0 0 0 0 0,1 0 1 0 0,-1 0-1 0 0,0 0 0 0 0,0 0 0 0 0,1 0 1 0 0,-1 0-1 0 0,0 0 0 0 0,0 1 0 0 0,1-1 1 0 0,-1 0-1 0 0,0 0 0 0 0,0 0 1 0 0,0 0-1 0 0,1 1 0 0 0,-1-1 0 0 0,0 0 1 0 0,0 0-1 0 0,0 0 0 0 0,0 1 0 0 0,0-1 1 0 0,1 0-1 0 0,-1 0 0 0 0,0 1 1 0 0,0-1-1 0 0,0 0 0 0 0,0 0 0 0 0,0 1 1 0 0,0-1-1 0 0,0 0 0 0 0,0 1 0 0 0,-5 8 5 0 0,-12 6-259 0 0,17-15 243 0 0,-32 21-512 0 0,14-9-42 0 0,1 0 0 0 0,0 1 1 0 0,-24 25-1 0 0,40-37 557 0 0,1-1 0 0 0,-1 1-1 0 0,0-1 1 0 0,1 1 0 0 0,-1 0 0 0 0,1-1 0 0 0,-1 1 0 0 0,1 0 0 0 0,0-1 0 0 0,-1 1-1 0 0,1 0 1 0 0,0 0 0 0 0,-1-1 0 0 0,1 1 0 0 0,0 0 0 0 0,0 0 0 0 0,0 0-1 0 0,-1-1 1 0 0,1 1 0 0 0,0 0 0 0 0,0 0 0 0 0,1 0 0 0 0,-1 0 7 0 0,0-1 1 0 0,1 1 0 0 0,-1-1 0 0 0,0 1-1 0 0,1-1 1 0 0,-1 1 0 0 0,1-1 0 0 0,-1 0-1 0 0,1 1 1 0 0,-1-1 0 0 0,1 0 0 0 0,0 1-1 0 0,-1-1 1 0 0,1 0 0 0 0,-1 0 0 0 0,1 1-1 0 0,0-1 1 0 0,-1 0 0 0 0,1 0 0 0 0,-1 0-1 0 0,2 0 1 0 0,3 0 71 0 0,0 0 0 0 0,0 0-1 0 0,0 0 1 0 0,-1-1 0 0 0,9-1-1 0 0,94-27 1669 0 0,-61 15-3544 0 0,-38 11-4687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1.3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291 203 4143 0 0,'3'-8'380'0'0,"-1"0"0"0"0,0 0-1 0 0,0 0 1 0 0,0 0-1 0 0,-1 0 1 0 0,-1-1 0 0 0,1 1-1 0 0,-1 0 1 0 0,-1-1 0 0 0,-1-11-1 0 0,1 15-117 0 0,0 0-1 0 0,-1 1 1 0 0,0-1-1 0 0,1 0 1 0 0,-1 1-1 0 0,-1 0 1 0 0,1-1-1 0 0,-1 1 0 0 0,1 0 1 0 0,-1 0-1 0 0,0 0 1 0 0,-1 1-1 0 0,1-1 1 0 0,-1 1-1 0 0,1 0 1 0 0,-1 0-1 0 0,0 0 1 0 0,-9-5-1 0 0,5 4-23 0 0,-1 1 0 0 0,1 0 0 0 0,-1 0-1 0 0,0 1 1 0 0,0 0 0 0 0,0 1 0 0 0,0-1-1 0 0,-1 2 1 0 0,-12 0 0 0 0,3 1 156 0 0,1 1-1 0 0,0 0 1 0 0,-31 10-1 0 0,47-12-329 0 0,0 1 0 0 0,0-1 0 0 0,0 1 0 0 0,0 0 0 0 0,1 0 0 0 0,-1 0 0 0 0,0 0-1 0 0,1 0 1 0 0,-1 1 0 0 0,1-1 0 0 0,-1 0 0 0 0,1 1 0 0 0,-1-1 0 0 0,1 1 0 0 0,0-1 0 0 0,0 1 0 0 0,0 0-1 0 0,0-1 1 0 0,0 1 0 0 0,0 0 0 0 0,0 0 0 0 0,1 0 0 0 0,-1 0 0 0 0,1-1 0 0 0,-1 1 0 0 0,1 0-1 0 0,0 0 1 0 0,-1 3 0 0 0,2 6 182 0 0,-1-1-1 0 0,1 0 0 0 0,0 0 1 0 0,5 15-1 0 0,-2-3-181 0 0,9 72 932 0 0,2 173 0 0 0,-15-179-693 0 0,-10 276 379 0 0,8-353-542 0 0,1 0 0 0 0,1 0 0 0 0,0 0-1 0 0,1 1 1 0 0,2 11 0 0 0,-3-21-121 0 0,0 0 0 0 0,1 0 0 0 0,-1 0 0 0 0,1 0 0 0 0,-1 0 0 0 0,1-1 0 0 0,0 1-1 0 0,0 0 1 0 0,0 0 0 0 0,0-1 0 0 0,0 1 0 0 0,0-1 0 0 0,0 1 0 0 0,1-1 0 0 0,-1 1 0 0 0,0-1 0 0 0,1 0 0 0 0,-1 1 0 0 0,1-1 0 0 0,0 0 0 0 0,-1 0 0 0 0,1 0 0 0 0,0-1 0 0 0,0 1 0 0 0,-1 0 0 0 0,1-1 0 0 0,0 1 0 0 0,0-1 0 0 0,0 1 0 0 0,0-1-1 0 0,0 0 1 0 0,0 0 0 0 0,0 0 0 0 0,0 0 0 0 0,0 0 0 0 0,0 0 0 0 0,2-1 0 0 0,11-3 67 0 0,0 0 0 0 0,0-1 0 0 0,-1-1-1 0 0,1 0 1 0 0,23-15 0 0 0,-23 13-94 0 0,-12 6 8 0 0,4-2-23 0 0,0 1 0 0 0,-1-1 0 0 0,12-9 0 0 0,-18 13-9 0 0,0-1 0 0 0,-1 1 0 0 0,1 0 0 0 0,0 0 0 0 0,0-1 0 0 0,0 1 0 0 0,0 0 0 0 0,0 0 0 0 0,0 0 0 0 0,0-1 0 0 0,-1 1 0 0 0,1 0 0 0 0,0 0 0 0 0,0 0 1 0 0,0-1-1 0 0,0 1 0 0 0,-1 0 0 0 0,1 0 0 0 0,0 0 0 0 0,0 0 0 0 0,-1 0 0 0 0,1-1 0 0 0,0 1 0 0 0,0 0 0 0 0,0 0 0 0 0,-1 0 0 0 0,-2 0-640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2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98 4143 0 0,'0'-12'1256'0'0,"0"0"-1"0"0,1 0 1 0 0,0 0-1 0 0,1 0 0 0 0,1 1 1 0 0,7-15 3053 0 0,-10 26-4256 0 0,0 0 1 0 0,0 0-1 0 0,0 0 1 0 0,0-1-1 0 0,2 11 1251 0 0,0 11-315 0 0,-3 4-276 0 0,-1 0 0 0 0,-1 0 0 0 0,-7 28 0 0 0,-25 71 78 0 0,28-101-636 0 0,6-21-141 0 0,-4 20 98 0 0,5-22-107 0 0,-1 1 0 0 0,1 0 0 0 0,0-1 0 0 0,0 1 1 0 0,0 0-1 0 0,0-1 0 0 0,0 1 0 0 0,0 0 1 0 0,0-1-1 0 0,0 1 0 0 0,0 0 0 0 0,0-1 1 0 0,0 1-1 0 0,0 0 0 0 0,0-1 0 0 0,1 1 0 0 0,-1 0 1 0 0,0-1-1 0 0,0 1 0 0 0,1-1 0 0 0,-1 1 1 0 0,0-1-1 0 0,1 1 0 0 0,-1 0 0 0 0,1-1 1 0 0,0 1-1 0 0,1-1 6 0 0,0 0-1 0 0,0-1 1 0 0,0 1 0 0 0,0-1 0 0 0,0 1 0 0 0,0-1 0 0 0,0 0-1 0 0,0 0 1 0 0,-1 0 0 0 0,1 0 0 0 0,0 0 0 0 0,-1 0 0 0 0,3-2-1 0 0,2-1 28 0 0,6-2-29 0 0,-1 2 0 0 0,1 0 1 0 0,-1 0-1 0 0,1 1 0 0 0,0 0 0 0 0,13 0 0 0 0,33-9-9 0 0,-44 9 0 0 0,-9 2 0 0 0,0 0 0 0 0,0-1 0 0 0,0 1 0 0 0,6-4 0 0 0,-10 5 0 0 0,0 0 0 0 0,-1-1 0 0 0,1 1 0 0 0,0-1 0 0 0,-1 1 0 0 0,1-1 0 0 0,-1 1 0 0 0,1-1 0 0 0,0 1 0 0 0,-1-1 0 0 0,1 1 0 0 0,-1-1 0 0 0,0 0 0 0 0,1 1 0 0 0,-1-1 0 0 0,1 0 0 0 0,-1 1 0 0 0,0-1 0 0 0,0 0 0 0 0,1 1 0 0 0,-1-1 0 0 0,0 0 0 0 0,0 0 0 0 0,0 0 0 0 0,0 1 0 0 0,0-1 0 0 0,0 0 0 0 0,0 0 0 0 0,0 1 0 0 0,0-1 0 0 0,0 0 0 0 0,0 0 0 0 0,0 1 0 0 0,-1-2 0 0 0,1 2 0 0 0,-8-18 8 0 0,8 18-7 0 0,0 0 0 0 0,-1-1 1 0 0,1 1-1 0 0,0 0 0 0 0,0 0 0 0 0,0 0 1 0 0,0 0-1 0 0,0 0 0 0 0,0 0 0 0 0,0 0 1 0 0,-1 0-1 0 0,1 0 0 0 0,0 0 0 0 0,0 0 1 0 0,0 0-1 0 0,0 0 0 0 0,0 0 0 0 0,-1 0 1 0 0,1 0-1 0 0,0 0 0 0 0,0 0 0 0 0,0 0 1 0 0,0 0-1 0 0,0 0 0 0 0,-1 0 0 0 0,1 0 1 0 0,0 0-1 0 0,0 0 0 0 0,0 0 0 0 0,0 0 1 0 0,0 0-1 0 0,-1 0 0 0 0,1 0 0 0 0,0 0 1 0 0,0 0-1 0 0,0 1 0 0 0,0-1 0 0 0,-6 11 99 0 0,1 5 22 0 0,1 1 0 0 0,1 0 1 0 0,1-1-1 0 0,0 1 0 0 0,1 27 0 0 0,-1 10-125 0 0,-5 96 262 0 0,7-149-287 0 0,0-1 0 0 0,0 1 1 0 0,0 0-1 0 0,0-1 0 0 0,0 1 0 0 0,0-1 0 0 0,1 1 0 0 0,-1 0 1 0 0,0-1-1 0 0,0 1 0 0 0,0-1 0 0 0,0 1 0 0 0,1-1 0 0 0,-1 1 0 0 0,0 0 1 0 0,1-1-1 0 0,-1 1 0 0 0,0-1 0 0 0,1 1 0 0 0,-1-1 0 0 0,0 0 1 0 0,1 1-1 0 0,-1-1 0 0 0,1 1 0 0 0,0-1 0 0 0,0 1-45 0 0,0-1-1 0 0,0 0 1 0 0,0 0-1 0 0,0 0 1 0 0,0 0 0 0 0,0 1-1 0 0,0-1 1 0 0,0-1-1 0 0,0 1 1 0 0,0 0-1 0 0,0 0 1 0 0,0 0 0 0 0,2-1-1 0 0,7-2-534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2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 5983 0 0,'-2'18'1596'0'0,"1"4"292"0"0,0 0 0 0 0,-2 0 0 0 0,-1 0-1 0 0,-7 24 1 0 0,-18 39 1269 0 0,25-72-2522 0 0,4-6-1503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3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10 113 4375 0 0,'4'-16'581'0'0,"1"0"-1"0"0,8-20 1 0 0,-7 21 1245 0 0,-5 11-1197 0 0,0 1-1 0 0,0 0 1 0 0,0 0-1 0 0,0-1 1 0 0,1 1-1 0 0,0 0 0 0 0,0 0 1 0 0,3 0 3414 0 0,-6 18-2735 0 0,-10 63 993 0 0,-17 91-421 0 0,26-162-1775 0 0,-1 5 74 0 0,0 1 0 0 0,0-1 0 0 0,0 20 0 0 0,3-32-172 0 0,1 1 0 0 0,-1-1-1 0 0,0 0 1 0 0,0 0-1 0 0,0 1 1 0 0,1-1-1 0 0,-1 0 1 0 0,0 0-1 0 0,0 1 1 0 0,1-1-1 0 0,-1 0 1 0 0,0 0-1 0 0,0 0 1 0 0,1 0-1 0 0,-1 1 1 0 0,0-1-1 0 0,1 0 1 0 0,-1 0-1 0 0,0 0 1 0 0,1 0 0 0 0,-1 0-1 0 0,0 0 1 0 0,1 0-1 0 0,-1 0 1 0 0,0 0-1 0 0,1 0 1 0 0,-1 0-1 0 0,0 0 1 0 0,0 0-1 0 0,1 0 1 0 0,-1 0-1 0 0,0 0 1 0 0,1-1-1 0 0,-1 1 1 0 0,0 0-1 0 0,1 0 1 0 0,-1 0 0 0 0,0 0-1 0 0,0-1 1 0 0,1 1-1 0 0,14-7 137 0 0,-15 7-138 0 0,7-3 69 0 0,0 0-1 0 0,0 0 0 0 0,0 1 0 0 0,0 0 1 0 0,0 0-1 0 0,1 0 0 0 0,-1 1 0 0 0,0 0 1 0 0,1 1-1 0 0,-1 0 0 0 0,1 0 0 0 0,13 2 0 0 0,-16-1-232 0 0,0-1-1 0 0,1 0 1 0 0,-1 0-1 0 0,1 0 1 0 0,-1-1-1 0 0,0 0 1 0 0,1 0-1 0 0,8-3 1 0 0,-13 4 121 0 0,1-1 0 0 0,0 0 0 0 0,0 0 1 0 0,-1 0-1 0 0,1 0 0 0 0,0 0 0 0 0,-1 0 0 0 0,1 0 0 0 0,-1 0 1 0 0,0-1-1 0 0,1 1 0 0 0,0-2 0 0 0,-1 2 81 0 0,-1 0 0 0 0,1 0 0 0 0,-1-1 0 0 0,1 1-1 0 0,-1 0 1 0 0,0 0 0 0 0,1 0 0 0 0,-1 0 0 0 0,0 0 0 0 0,0-1 0 0 0,0 1 0 0 0,0 0 0 0 0,0 0-1 0 0,0 0 1 0 0,0-1 0 0 0,0 1 0 0 0,0 0 0 0 0,-1 0 0 0 0,1 0 0 0 0,0 0 0 0 0,-1-2-1 0 0,-2-4-32 0 0,3 5-10 0 0,-1 0 0 0 0,1 1 0 0 0,-1-1 0 0 0,0 0 0 0 0,1 0 1 0 0,-1 1-1 0 0,0-1 0 0 0,0 1 0 0 0,0-1 0 0 0,0 1 0 0 0,0-1 0 0 0,-1 1 0 0 0,1 0 0 0 0,0-1 0 0 0,-2 0 0 0 0,3 2 6 0 0,-1 0 0 0 0,1 0 0 0 0,0 0 0 0 0,-1 0 0 0 0,1 0 0 0 0,0 0 0 0 0,0 0 0 0 0,0 1 0 0 0,-1-1 0 0 0,1 0 0 0 0,0 0 0 0 0,0 0 0 0 0,-1 0 0 0 0,1 0 0 0 0,0 1 0 0 0,0-1 0 0 0,0 0 0 0 0,-1 0 0 0 0,1 0 0 0 0,0 1 0 0 0,0-1 0 0 0,0 0 0 0 0,0 0-1 0 0,0 1 1 0 0,0-1 0 0 0,-1 0 0 0 0,1 0 0 0 0,0 1 0 0 0,0-1 0 0 0,0 0 0 0 0,0 0 0 0 0,0 1 0 0 0,0-1 0 0 0,0 0 0 0 0,0 0 0 0 0,0 1 0 0 0,0-1 0 0 0,0 1 0 0 0,-1 14 399 0 0,1-13-323 0 0,-5 203 616 0 0,5-174-559 0 0,0-24-132 0 0,0-2-9 0 0,0 0 0 0 0,0 0 1 0 0,0 0-1 0 0,1 1 0 0 0,1 4 0 0 0,0-9-779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4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1 147 3223 0 0,'0'-4'154'0'0,"1"0"-1"0"0,0-1 0 0 0,0 1 0 0 0,0 0 0 0 0,4-7 0 0 0,-3 7 439 0 0,1 0 0 0 0,-1 0 0 0 0,1 1 1 0 0,0-1-1 0 0,0 1 0 0 0,1-1 0 0 0,-1 1 0 0 0,0 0 1 0 0,1 1-1 0 0,0-1 0 0 0,0 1 0 0 0,0-1 0 0 0,0 1 0 0 0,7-3 1 0 0,1 1 226 0 0,0 1 0 0 0,1 0 0 0 0,-1 1 1 0 0,0 1-1 0 0,1-1 0 0 0,-1 2 0 0 0,16 1 1 0 0,-7-1-78 0 0,28-3 0 0 0,-40 1-583 0 0,-3 2-50 0 0,1-1 0 0 0,-1 0-1 0 0,0-1 1 0 0,6-1 0 0 0,-10 2-89 0 0,-1 0 1 0 0,1 1-1 0 0,-1-1 0 0 0,0 0 1 0 0,1 0-1 0 0,-1 1 0 0 0,0-1 1 0 0,0 0-1 0 0,1 0 1 0 0,-1 0-1 0 0,0-1 0 0 0,0 1 1 0 0,0 0-1 0 0,-1 0 0 0 0,1-1 1 0 0,0 1-1 0 0,0 0 0 0 0,-1-1 1 0 0,1 1-1 0 0,0-1 1 0 0,0-2-1 0 0,2-8 113 0 0,-3 12-68 0 0,0 7-38 0 0,-3 25-12 0 0,1 1-1 0 0,5 43 0 0 0,-1-35 15 0 0,-1 178 561 0 0,2 36-20 0 0,28-4 171 0 0,-29-244-705 0 0,-1-1-1 0 0,-1 0 0 0 0,1 1 0 0 0,-1-1 1 0 0,0 1-1 0 0,0-1 0 0 0,-1 1 1 0 0,-1 7-1 0 0,1-14-28 0 0,1 1 1 0 0,-1 0-1 0 0,0 0 1 0 0,1-1-1 0 0,-1 1 1 0 0,0 0-1 0 0,1-1 1 0 0,-1 1-1 0 0,0 0 1 0 0,0-1-1 0 0,1 1 1 0 0,-1-1-1 0 0,0 0 1 0 0,0 1 0 0 0,0-1-1 0 0,0 0 1 0 0,0 1-1 0 0,1-1 1 0 0,-1 0-1 0 0,0 0 1 0 0,0 0-1 0 0,0 0 1 0 0,0 0-1 0 0,0 0 1 0 0,0 0-1 0 0,0 0 1 0 0,0 0-1 0 0,0 0 1 0 0,0 0-1 0 0,0-1 1 0 0,0 1-1 0 0,0-1 1 0 0,-7-1 52 0 0,0 0 0 0 0,-12-7 1 0 0,13 6-29 0 0,-5-3 27 0 0,1 0 0 0 0,0-1 0 0 0,0 0 0 0 0,-17-15 0 0 0,3 2-2 0 0,22 18-62 0 0,0 0-1 0 0,0 0 1 0 0,0 1-1 0 0,0-1 0 0 0,0 1 1 0 0,-4-1-1 0 0,6 1 3 0 0,0 1 0 0 0,0 0 0 0 0,1 0 0 0 0,-1-1 0 0 0,0 1 0 0 0,0 0 0 0 0,0 0 0 0 0,1 0 0 0 0,-1 0 0 0 0,0 0 0 0 0,0 0 0 0 0,0 0 0 0 0,1 0 0 0 0,-1 0 0 0 0,0 1 0 0 0,0-1 0 0 0,0 0-1 0 0,1 0 1 0 0,-1 1 0 0 0,0-1 0 0 0,0 0 0 0 0,1 1 0 0 0,-1-1 0 0 0,0 1 0 0 0,1-1 0 0 0,-1 1 0 0 0,0-1 0 0 0,1 1 0 0 0,-1 0 0 0 0,0 0 0 0 0,2 2-67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4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7367 0 0,'29'-6'5735'0'0,"20"5"-1724"0"0,-13 1-2091 0 0,-23 0-1676 0 0,9-2-150 0 0,-1 2-1 0 0,26 2 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4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4607 0 0,'1'2'225'0'0,"1"0"0"0"0,-1 0-1 0 0,1 0 1 0 0,0 0-1 0 0,0 0 1 0 0,0-1 0 0 0,0 1-1 0 0,0-1 1 0 0,0 1-1 0 0,1-1 1 0 0,-1 0-1 0 0,0 1 1 0 0,1-1 0 0 0,-1 0-1 0 0,1-1 1 0 0,-1 1-1 0 0,1 0 1 0 0,0-1 0 0 0,4 1-1 0 0,7 0 1111 0 0,0 0 0 0 0,19-1-1 0 0,-27-1-1078 0 0,18-1 1229 0 0,-1 0 1 0 0,42-12-1 0 0,8-7-1961 0 0,-52 15-5696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5.4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446 150 6447 0 0,'2'-3'247'0'0,"0"0"-1"0"0,0-1 1 0 0,-1 0-1 0 0,1 1 1 0 0,-1-1-1 0 0,0 0 1 0 0,0 0-1 0 0,0 0 1 0 0,0 0-1 0 0,-1 0 1 0 0,1 0-1 0 0,-1 0 1 0 0,0 0-1 0 0,-1 0 0 0 0,1 0 1 0 0,0 0-1 0 0,-1 0 1 0 0,0 0-1 0 0,0 0 1 0 0,-3-5-1 0 0,3 5 47 0 0,-1 0 0 0 0,0 0 0 0 0,-1 0 0 0 0,1 1 0 0 0,-1-1 0 0 0,1 1 0 0 0,-1-1 0 0 0,0 1 0 0 0,-1 0 0 0 0,1 0-1 0 0,0 1 1 0 0,-1-1 0 0 0,0 0 0 0 0,1 1 0 0 0,-1 0 0 0 0,0 0 0 0 0,0 0 0 0 0,0 1 0 0 0,0-1 0 0 0,-6 0 0 0 0,5 1-142 0 0,0 0 0 0 0,0 0 0 0 0,0 1 0 0 0,0 0 0 0 0,0 0 1 0 0,0 0-1 0 0,0 1 0 0 0,0 0 0 0 0,0-1 0 0 0,0 2 0 0 0,0-1 0 0 0,0 1 1 0 0,0-1-1 0 0,0 1 0 0 0,1 1 0 0 0,-1-1 0 0 0,-4 4 0 0 0,0 1-63 0 0,0 1-1 0 0,0-1 0 0 0,1 2 1 0 0,0-1-1 0 0,1 1 0 0 0,0 1 1 0 0,0-1-1 0 0,1 1 1 0 0,0 0-1 0 0,-8 20 0 0 0,10-18 34 0 0,-1 0-1 0 0,2 0 1 0 0,0 0 0 0 0,0 0-1 0 0,1 1 1 0 0,1-1-1 0 0,0 1 1 0 0,0-1-1 0 0,3 25 1 0 0,-1-34-97 0 0,-1 0 1 0 0,1 0 0 0 0,-1 0-1 0 0,1 0 1 0 0,0 0-1 0 0,0 0 1 0 0,1 0 0 0 0,-1-1-1 0 0,0 1 1 0 0,1 0-1 0 0,0-1 1 0 0,0 1 0 0 0,-1-1-1 0 0,1 0 1 0 0,4 3-1 0 0,-5-3-13 0 0,1-1 0 0 0,0 0-1 0 0,0 0 1 0 0,0-1-1 0 0,0 1 1 0 0,-1 0 0 0 0,1-1-1 0 0,0 1 1 0 0,0-1-1 0 0,0 1 1 0 0,0-1 0 0 0,0 0-1 0 0,1 0 1 0 0,-1 0-1 0 0,0 0 1 0 0,0 0 0 0 0,0 0-1 0 0,0-1 1 0 0,0 1-1 0 0,0-1 1 0 0,0 1 0 0 0,0-1-1 0 0,2-1 1 0 0,4-2 10 0 0,0 0 0 0 0,-1-1 0 0 0,0 0 0 0 0,0 0 0 0 0,0-1-1 0 0,0 0 1 0 0,-1 0 0 0 0,0 0 0 0 0,-1-1 0 0 0,10-14 0 0 0,2-5 85 0 0,20-47-1 0 0,-36 72-105 0 0,21-60-88 0 0,-20 102 88 0 0,2 48 144 0 0,18 104-1 0 0,-2-32 9 0 0,12 48 505 0 0,-28-190-573 0 0,-1-12-44 0 0,-1 1 0 0 0,-1 0 0 0 0,0-1 0 0 0,0 1 0 0 0,0 0-1 0 0,-1 0 1 0 0,0 0 0 0 0,-1 9 0 0 0,1-17-37 0 0,-1 1 1 0 0,1 0-1 0 0,0 0 0 0 0,-1 0 1 0 0,1-1-1 0 0,0 1 0 0 0,-1 0 1 0 0,1 0-1 0 0,-1-1 1 0 0,1 1-1 0 0,-1 0 0 0 0,0-1 1 0 0,1 1-1 0 0,-1-1 0 0 0,0 1 1 0 0,1 0-1 0 0,-1-1 1 0 0,0 0-1 0 0,0 1 0 0 0,1-1 1 0 0,-1 1-1 0 0,0-1 0 0 0,0 0 1 0 0,0 0-1 0 0,1 1 1 0 0,-1-1-1 0 0,0 0 0 0 0,0 0 1 0 0,0 0-1 0 0,0 0 0 0 0,0 0 1 0 0,0 0-1 0 0,1 0 1 0 0,-1 0-1 0 0,-1-1 0 0 0,-4 0 17 0 0,-1 0 0 0 0,1-1 1 0 0,-11-5-1 0 0,7 3-14 0 0,-112-49 47 0 0,61 25-53 0 0,-68-36 5 0 0,114 55-58 0 0,0-1 0 0 0,0-1 0 0 0,1 0 1 0 0,0-1-1 0 0,-23-26 0 0 0,36 38 47 0 0,0-1 1 0 0,1 0-1 0 0,-1 1 0 0 0,1-1 1 0 0,-1 0-1 0 0,1 1 0 0 0,-1-1 1 0 0,1 0-1 0 0,-1 0 0 0 0,1 0 1 0 0,-1 1-1 0 0,1-1 0 0 0,0 0 1 0 0,0 0-1 0 0,-1 0 0 0 0,1 0 0 0 0,0 0 1 0 0,0 0-1 0 0,0 1 0 0 0,0-1 1 0 0,0 0-1 0 0,0 0 0 0 0,0 0 1 0 0,0 0-1 0 0,1-2 0 0 0,0 2 2 0 0,0 0 0 0 0,0 0 0 0 0,0 0 0 0 0,1 0 0 0 0,-1 0 0 0 0,0 0 0 0 0,1 0 0 0 0,-1 0 0 0 0,1 0 0 0 0,-1 1 0 0 0,1-1 0 0 0,-1 1 0 0 0,1-1 0 0 0,1 0 0 0 0,152-36 15 0 0,-104 22 31 0 0,-2-3-1 0 0,88-42 1 0 0,-120 47-1705 0 0,-17 13 1564 0 0,1 0 0 0 0,-1 0 1 0 0,0 0-1 0 0,0 0 0 0 0,1-1 0 0 0,-1 1 1 0 0,0 0-1 0 0,0 0 0 0 0,1-1 1 0 0,-1 1-1 0 0,0 0 0 0 0,0-1 0 0 0,0 1 1 0 0,1 0-1 0 0,-1-1 0 0 0,0 1 0 0 0,0 0 1 0 0,0-1-1 0 0,0 1 0 0 0,0 0 1 0 0,0-1-1 0 0,0 1 0 0 0,0 0 0 0 0,0-1 1 0 0,0 1-1 0 0,0 0 0 0 0,0-1 0 0 0,0 1 1 0 0,0 0-1 0 0,0-1 0 0 0,0 1 1 0 0,0 0-1 0 0,0-1 0 0 0,0 1 0 0 0,0 0 1 0 0,-1-1-1 0 0,1 1 0 0 0,0 0 0 0 0,0-1 1 0 0,0 1-1 0 0,-1 0 0 0 0,1 0 1 0 0,0-1-1 0 0,0 1 0 0 0,-1 0 0 0 0,1 0 1 0 0,0 0-1 0 0,0-1 0 0 0,-1 1 0 0 0,1 0 1 0 0,0 0-1 0 0,-1 0 0 0 0,0-1 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6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 55 3879 0 0,'4'-2'201'0'0,"-1"-1"-1"0"0,0 0 1 0 0,1 1-1 0 0,-1-2 1 0 0,5-5-1 0 0,-8 8 26 0 0,1 0 0 0 0,-1 1 1 0 0,0-1-1 0 0,1 0 0 0 0,-1 0 0 0 0,0 1 0 0 0,1-1 0 0 0,-1 0 0 0 0,0 0 0 0 0,0 0 1 0 0,1 0-1 0 0,-1 1 0 0 0,0-1 0 0 0,0 0 0 0 0,0 0 0 0 0,0 0 0 0 0,0 0 1 0 0,-1 1-1 0 0,1-1 0 0 0,0 0 0 0 0,0 0 0 0 0,0 0 0 0 0,-1 0 0 0 0,1 1 1 0 0,0-1-1 0 0,-1 0 0 0 0,1 0 0 0 0,-1 1 0 0 0,1-1 0 0 0,-1 0 0 0 0,1 1 0 0 0,-1-1 1 0 0,1 1-1 0 0,-1-1 0 0 0,0 0 0 0 0,1 1 0 0 0,-2-1 0 0 0,1 0 0 0 0,0 1-1 0 0,0 0 0 0 0,0-1 1 0 0,0 1-1 0 0,0 0 1 0 0,0 0-1 0 0,0 0 0 0 0,0 0 1 0 0,0 0-1 0 0,0 0 0 0 0,-1 0 1 0 0,1 0-1 0 0,0 0 1 0 0,0 0-1 0 0,0 0 0 0 0,0 1 1 0 0,0-1-1 0 0,0 1 0 0 0,0-1 1 0 0,0 0-1 0 0,0 1 0 0 0,0 0 1 0 0,0-1-1 0 0,1 1 1 0 0,-3 1-1 0 0,-20 18 1754 0 0,15-9-1733 0 0,0-1 0 0 0,0 1 0 0 0,1 1 0 0 0,1-1 0 0 0,0 1 0 0 0,0 0 0 0 0,1 1 0 0 0,1-1 0 0 0,-5 21 0 0 0,3-5-93 0 0,2 0 0 0 0,0 0 0 0 0,2 40 0 0 0,2-59-115 0 0,0 0-1 0 0,1 1 1 0 0,0-1 0 0 0,0 0 0 0 0,1 0 0 0 0,1 0 0 0 0,-1 0-1 0 0,5 8 1 0 0,-6-14-37 0 0,0-1 0 0 0,1 1 0 0 0,-1-1 0 0 0,1 0 0 0 0,-1 1 0 0 0,1-1 0 0 0,0 0-1 0 0,0 0 1 0 0,0 0 0 0 0,0 0 0 0 0,0-1 0 0 0,0 1 0 0 0,1 0 0 0 0,-1-1 0 0 0,1 0-1 0 0,-1 1 1 0 0,1-1 0 0 0,-1 0 0 0 0,1 0 0 0 0,-1-1 0 0 0,1 1 0 0 0,0 0 0 0 0,0-1 0 0 0,-1 0-1 0 0,1 1 1 0 0,0-1 0 0 0,0 0 0 0 0,-1-1 0 0 0,1 1 0 0 0,5-1 0 0 0,-1-1-301 0 0,1 0-1 0 0,0 0 1 0 0,-1-1 0 0 0,10-4-1 0 0,-7 1-8056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6.3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0 328 2759 0 0,'1'-9'1254'0'0,"1"-1"0"0"0,-1 1 0 0 0,1 0 0 0 0,1 0 0 0 0,0 0-1 0 0,0 0 1 0 0,5-9 0 0 0,9-25 2673 0 0,9-65 1173 0 0,-10 35-4042 0 0,-16 72-1054 0 0,0-1 0 0 0,1 0 0 0 0,-1 0 0 0 0,1 1 0 0 0,0-1 0 0 0,-1 1 0 0 0,1-1-1 0 0,0 0 1 0 0,0 1 0 0 0,0 0 0 0 0,2-3 0 0 0,-3 4-3 0 0,0 0-1 0 0,0 0 1 0 0,0 0-1 0 0,0 0 1 0 0,1 0-1 0 0,-1 0 1 0 0,0 0-1 0 0,0 0 1 0 0,0 0-1 0 0,0 0 1 0 0,0 0-1 0 0,1 0 1 0 0,-1 0-1 0 0,0 0 1 0 0,0 0-1 0 0,0 0 1 0 0,0 0-1 0 0,0 0 1 0 0,1 0-1 0 0,-1 0 1 0 0,0 0-1 0 0,0 0 1 0 0,0 0-1 0 0,0 0 1 0 0,0 0-1 0 0,1 0 1 0 0,-1 0 0 0 0,0 0-1 0 0,0 1 1 0 0,0-1-1 0 0,0 0 1 0 0,0 0-1 0 0,0 0 1 0 0,0 0-1 0 0,0 0 1 0 0,0 0-1 0 0,1 1 1 0 0,-1-1-1 0 0,0 0 1 0 0,4 14 7 0 0,3 57 37 0 0,-2 97 1 0 0,-5-167-45 0 0,0 9-7 0 0,0-1 0 0 0,0 0 0 0 0,-1 0 0 0 0,0 0 0 0 0,0 0 0 0 0,-1 0 0 0 0,0-1 0 0 0,-5 13-1 0 0,5-19-286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2:26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80 3223 0 0,'2'-16'-188'0'0,"-2"9"1336"0"0,0 0 1 0 0,1 0-1 0 0,3-11 1 0 0,-4 17-845 0 0,1-1 1 0 0,-1 1 0 0 0,1 0-1 0 0,-1-1 1 0 0,1 1 0 0 0,0 0 0 0 0,0-1-1 0 0,-1 1 1 0 0,1 0 0 0 0,0 0-1 0 0,0 0 1 0 0,0 0 0 0 0,0 0-1 0 0,1 0 1 0 0,-1 0 0 0 0,0 0-1 0 0,0 0 1 0 0,0 0 0 0 0,1 1 0 0 0,-1-1-1 0 0,0 0 1 0 0,3 0 0 0 0,-3 1-115 0 0,0 0 0 0 0,1 0 1 0 0,-1 0-1 0 0,0 1 0 0 0,0-1 1 0 0,0 0-1 0 0,0 1 1 0 0,0-1-1 0 0,1 0 0 0 0,-1 1 1 0 0,0-1-1 0 0,0 1 0 0 0,0 0 1 0 0,0-1-1 0 0,0 1 1 0 0,0 0-1 0 0,0 0 0 0 0,-1-1 1 0 0,1 1-1 0 0,0 0 0 0 0,0 0 1 0 0,-1 0-1 0 0,1 0 0 0 0,0 2 1 0 0,18 29 1749 0 0,-17-27-1686 0 0,6 12-136 0 0,-1-1 0 0 0,-1 1-1 0 0,0 0 1 0 0,-1 1 0 0 0,-1-1 0 0 0,-1 1 0 0 0,0 0 0 0 0,-1 0 0 0 0,-1 0-1 0 0,-1 0 1 0 0,-1 0 0 0 0,0 0 0 0 0,-1-1 0 0 0,-1 1 0 0 0,-1 0-1 0 0,0-1 1 0 0,-2 1 0 0 0,0-1 0 0 0,0-1 0 0 0,-2 1 0 0 0,0-1 0 0 0,-12 18-1 0 0,-7 1-1479 0 0,-1-1-3949 0 0,-7 4-2253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19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1 141 3223 0 0,'16'-70'1566'0'0,"1"-1"3588"0"0,-19 83-3750 0 0,0-1 0 0 0,0 18 0 0 0,3 59-2 0 0,0-77-1140 0 0,10 154 1590 0 0,2 21-128 0 0,-12-121-1194 0 0,7 117 139 0 0,-11-164-551 0 0,3-18-146 0 0,0 1 1 0 0,0-1-1 0 0,0 0 1 0 0,0 1-1 0 0,0-1 1 0 0,-1 1-1 0 0,1-1 1 0 0,0 0-1 0 0,0 1 0 0 0,-1-1 1 0 0,1 0-1 0 0,0 1 1 0 0,0-1-1 0 0,-1 0 1 0 0,1 1-1 0 0,0-1 1 0 0,-1 0-1 0 0,1 1 1 0 0,-1-1-1 0 0,1 0 1 0 0,0 0-1 0 0,-1 0 1 0 0,1 1-1 0 0,-1-1 1 0 0,1 0-1 0 0,0 0 1 0 0,-1 0-1 0 0,1 0 1 0 0,-1 0-1 0 0,1 0 1 0 0,-1 0-1 0 0,1 0 1 0 0,-1 0-1 0 0,0 0 1 0 0,1 0-60 0 0,0 0 1 0 0,0-1 0 0 0,-1 1 0 0 0,1-1 0 0 0,0 1-1 0 0,0 0 1 0 0,0-1 0 0 0,0 1 0 0 0,-1 0 0 0 0,1-1-1 0 0,0 1 1 0 0,0-1 0 0 0,0 1 0 0 0,0 0 0 0 0,0-1-1 0 0,0 1 1 0 0,0-1 0 0 0,0 1 0 0 0,0 0 0 0 0,0-1-1 0 0,0 1 1 0 0,0-1 0 0 0,1 1 0 0 0,-1 0 0 0 0,0-1-1 0 0,0 1 1 0 0,0-1 0 0 0,0 1 0 0 0,1-1 0 0 0,5-13-2552 0 0,-5 13 2367 0 0,4-11-1360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19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85 1375 0 0,'4'-16'180'0'0,"-2"11"499"0"0,-1 0 1 0 0,0-1 0 0 0,0 1-1 0 0,0 0 1 0 0,0 0 0 0 0,-1-1 0 0 0,0 1-1 0 0,0 0 1 0 0,0-1 0 0 0,-2-7-1 0 0,2 13-617 0 0,0 0-1 0 0,0 0 0 0 0,0 0 0 0 0,0 0 1 0 0,0 0-1 0 0,0-1 0 0 0,0 1 1 0 0,0 0-1 0 0,0 0 0 0 0,0 0 0 0 0,0 0 1 0 0,-1 0-1 0 0,1 0 0 0 0,0 0 0 0 0,0 0 1 0 0,0-1-1 0 0,0 1 0 0 0,0 0 1 0 0,0 0-1 0 0,0 0 0 0 0,0 0 0 0 0,0 0 1 0 0,0 0-1 0 0,0 0 0 0 0,0 0 0 0 0,-1 0 1 0 0,1 0-1 0 0,0 0 0 0 0,0 0 0 0 0,0 0 1 0 0,0 0-1 0 0,0 0 0 0 0,0 0 1 0 0,0 0-1 0 0,0 0 0 0 0,-1 0 0 0 0,1 0 1 0 0,0 0-1 0 0,0 0 0 0 0,0 0 0 0 0,0 0 1 0 0,0 0-1 0 0,0 0 0 0 0,0 0 1 0 0,-1 0-1 0 0,1 0 0 0 0,0 0 0 0 0,0 0 1 0 0,0 0-1 0 0,0 0 0 0 0,0 0 0 0 0,-5 7 1336 0 0,0 10-261 0 0,2 25 443 0 0,2 1 0 0 0,6 72-1 0 0,1-17-514 0 0,-5 112 498 0 0,1 43-862 0 0,-1-212-658 0 0,-2-25-17 0 0,1-1-1 0 0,1 1 0 0 0,5 24 0 0 0,-6-40-21 0 0,0 0-1 0 0,0 1 1 0 0,0-1-1 0 0,0 0 1 0 0,0 0-1 0 0,0 0 1 0 0,0 0-1 0 0,0 1 1 0 0,0-1-1 0 0,0 0 1 0 0,0 0-1 0 0,0 0 1 0 0,0 0 0 0 0,0 0-1 0 0,0 1 1 0 0,0-1-1 0 0,0 0 1 0 0,1 0-1 0 0,-1 0 1 0 0,0 0-1 0 0,0 0 1 0 0,0 0-1 0 0,0 0 1 0 0,0 1-1 0 0,0-1 1 0 0,0 0-1 0 0,1 0 1 0 0,-1 0-1 0 0,0 0 1 0 0,0 0-1 0 0,0 0 1 0 0,0 0 0 0 0,0 0-1 0 0,1 0 1 0 0,-1 0-1 0 0,0 0 1 0 0,0 0-1 0 0,0 0 1 0 0,0 0-1 0 0,0 0 1 0 0,1 0-1 0 0,-1 0 1 0 0,6-6 6 0 0,1-10-2189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0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309 570 3223 0 0,'22'-15'2260'0'0,"-18"14"-1728"0"0,-1-1 0 0 0,1 0 0 0 0,-1 0 0 0 0,0-1 0 0 0,0 1 0 0 0,4-5 0 0 0,-4 3 127 0 0,0 1 0 0 0,0-1 0 0 0,-1 0-1 0 0,1 0 1 0 0,-1-1 0 0 0,0 1 0 0 0,-1 0-1 0 0,1-1 1 0 0,-1 1 0 0 0,1-1 0 0 0,-1 1-1 0 0,-1-1 1 0 0,1-6 0 0 0,-1 8-555 0 0,0-1 0 0 0,0 1 0 0 0,-1 0 0 0 0,1 0 0 0 0,-1-1 0 0 0,0 1 0 0 0,0 0 0 0 0,0 0 1 0 0,0 0-1 0 0,0 0 0 0 0,-1 0 0 0 0,0 1 0 0 0,1-1 0 0 0,-1 0 0 0 0,0 1 0 0 0,0-1 0 0 0,-1 1 0 0 0,1-1 0 0 0,0 1 0 0 0,-6-3 0 0 0,-14-11 166 0 0,-2 1-1 0 0,-26-12 1 0 0,37 21-203 0 0,0 1 1 0 0,-1 0-1 0 0,0 0 1 0 0,0 1-1 0 0,-25-3 1 0 0,34 7-64 0 0,1-1 0 0 0,0 1 0 0 0,0 0 0 0 0,-1 1 0 0 0,1-1 1 0 0,0 1-1 0 0,0 0 0 0 0,0 0 0 0 0,0 0 0 0 0,0 0 1 0 0,0 1-1 0 0,0 0 0 0 0,0 0 0 0 0,1 0 0 0 0,-1 0 0 0 0,1 0 1 0 0,-5 4-1 0 0,3-1 1 0 0,0 0 0 0 0,1 1 0 0 0,0-1 0 0 0,0 1 0 0 0,0 0 0 0 0,0 0 0 0 0,1 0 0 0 0,0 0 0 0 0,1 0 0 0 0,-3 7 0 0 0,-2 10-5 0 0,0 1 0 0 0,-4 37 0 0 0,9-48 0 0 0,1 0 0 0 0,1 0 0 0 0,0 1 0 0 0,1-1 0 0 0,0 0 0 0 0,5 18 0 0 0,-6-29-1 0 0,0 0-1 0 0,1 0 1 0 0,0 0-1 0 0,0 0 1 0 0,-1 0 0 0 0,1 0-1 0 0,0-1 1 0 0,0 1-1 0 0,1 0 1 0 0,-1 0-1 0 0,0-1 1 0 0,0 1 0 0 0,1-1-1 0 0,-1 1 1 0 0,1-1-1 0 0,0 0 1 0 0,2 2-1 0 0,-2-2 0 0 0,-1 0 0 0 0,1-1 0 0 0,0 1-1 0 0,0-1 1 0 0,-1 0 0 0 0,1 1 0 0 0,0-1-1 0 0,0 0 1 0 0,0 0 0 0 0,0 0 0 0 0,0 0-1 0 0,-1 0 1 0 0,1-1 0 0 0,0 1-1 0 0,0-1 1 0 0,0 1 0 0 0,-1-1 0 0 0,1 1-1 0 0,0-1 1 0 0,1-1 0 0 0,11-6-1 0 0,0-1 0 0 0,-1 0-1 0 0,0 0 1 0 0,0-2 0 0 0,-1 1 0 0 0,-1-2 0 0 0,14-16 0 0 0,-8 6 97 0 0,-1 0 1 0 0,-1-1 0 0 0,19-38-1 0 0,-22 30 3 0 0,-1 0 0 0 0,-2 0 1 0 0,0 0-1 0 0,-3-1 0 0 0,0-1 0 0 0,0-33 0 0 0,9-104-33 0 0,-14 161-64 0 0,-3 17 0 0 0,-5 25 0 0 0,6-23 0 0 0,-10 52 0 0 0,3 1 0 0 0,0 75 0 0 0,21 126 0 0 0,-12-248-7 0 0,-1-9-12 0 0,1-1 0 0 0,-1 0 0 0 0,1 1 0 0 0,0-1 0 0 0,1 0 0 0 0,-1 1 0 0 0,5 9 0 0 0,0-12-1400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1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39 5527 0 0,'-1'-7'512'0'0,"-2"-15"-22"0"0,-2 12 3848 0 0,5 10-4193 0 0,-1 0-1 0 0,1 0 0 0 0,-1 0 0 0 0,1 0 0 0 0,0 0 0 0 0,-1 0 1 0 0,1 0-1 0 0,-1 1 0 0 0,1-1 0 0 0,-1 0 0 0 0,1 0 0 0 0,-1 0 1 0 0,1 0-1 0 0,-1 1 0 0 0,1-1 0 0 0,0 0 0 0 0,-1 1 0 0 0,1-1 1 0 0,0 0-1 0 0,-1 1 0 0 0,1-1 0 0 0,0 0 0 0 0,-1 1 0 0 0,1-1 1 0 0,0 0-1 0 0,-1 1 0 0 0,1-1 0 0 0,0 1 0 0 0,0-1 0 0 0,0 1 1 0 0,-9 15 1472 0 0,9-16-1596 0 0,-14 36 1092 0 0,2 0 0 0 0,1 1 0 0 0,-8 45 0 0 0,14-58-907 0 0,2 0-1 0 0,0-1 1 0 0,1 1 0 0 0,2 38-1 0 0,0-61-249 0 0,0 0 1 0 0,0 1-1 0 0,0-1 0 0 0,1 0 1 0 0,-1 1-1 0 0,0-1 0 0 0,1 0 1 0 0,-1 1-1 0 0,1-1 0 0 0,0 0 1 0 0,-1 0-1 0 0,1 0 0 0 0,0 1 0 0 0,0-1 1 0 0,0 0-1 0 0,0 0 0 0 0,1 1 1 0 0,9 2-6033 0 0,-1-4-630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1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1 236 3223 0 0,'2'-4'476'0'0,"11"-20"2075"0"0,-2 1-1 0 0,0-2 1 0 0,-2 1 0 0 0,-1-1 0 0 0,8-35-1 0 0,-15 52-1965 0 0,0 1 0 0 0,1-1 0 0 0,0 1-1 0 0,5-14 1 0 0,-7 22-574 0 0,0-1-1 0 0,0 0 1 0 0,0 0 0 0 0,0 0-1 0 0,0 0 1 0 0,0 0 0 0 0,0 0-1 0 0,0 0 1 0 0,0 0-1 0 0,0 0 1 0 0,0 0 0 0 0,0 0-1 0 0,0 0 1 0 0,0 0 0 0 0,0 0-1 0 0,0 0 1 0 0,0 0-1 0 0,0 0 1 0 0,0 0 0 0 0,0 0-1 0 0,0 0 1 0 0,0 0-1 0 0,0 0 1 0 0,0 0 0 0 0,0 1-1 0 0,0-1 1 0 0,0 0 0 0 0,0 0-1 0 0,0 0 1 0 0,0 0-1 0 0,1 0 1 0 0,-1 0 0 0 0,0 0-1 0 0,0 0 1 0 0,0 0 0 0 0,0 0-1 0 0,0 0 1 0 0,0 0-1 0 0,0 0 1 0 0,0 0 0 0 0,0 0-1 0 0,0 0 1 0 0,0 0 0 0 0,0 0-1 0 0,0 0 1 0 0,0 0-1 0 0,0 0 1 0 0,0 0 0 0 0,0 0-1 0 0,0 0 1 0 0,0 0 0 0 0,0 0-1 0 0,0 0 1 0 0,0 0-1 0 0,0 0 1 0 0,1 0 0 0 0,-1 0-1 0 0,0 8 136 0 0,0 9-107 0 0,-2 3-16 0 0,-1-1 0 0 0,0 1-1 0 0,-2-1 1 0 0,0 0 0 0 0,-1 0-1 0 0,-12 25 1 0 0,-10 20-23 0 0,24-49-597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1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12 6447 0 0,'5'-11'386'0'0,"-1"10"1470"0"0,-3 2-1483 0 0,0 1 0 0 0,0-1 0 0 0,0 0 0 0 0,0 0 1 0 0,0 1-1 0 0,0-1 0 0 0,0 1 0 0 0,0-1 0 0 0,0 3 1 0 0,3 6 277 0 0,0 0 0 0 0,-1 0 0 0 0,-1 0 0 0 0,0 1 1 0 0,0-1-1 0 0,-1 1 0 0 0,0 0 0 0 0,-2 19 0 0 0,0-11-379 0 0,-1 0 0 0 0,-2-1-1 0 0,0 1 1 0 0,-7 20-1 0 0,4-20-433 0 0,-1 0 1 0 0,-2-1-1 0 0,-12 21 0 0 0,19-35-173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2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1839 0 0,'1'-6'7685'0'0,"-1"12"-3484"0"0,3 26-2160 0 0,0 20-16 0 0,26 150 1515 0 0,-14-116-3098 0 0,6 153 0 0 0,-23-167-352 0 0,0-39-16 0 0,1 0-1 0 0,2-1 1 0 0,10 63-1 0 0,-10-92-209 0 0,0 0-1 0 0,0 1 0 0 0,0-1 1 0 0,0 0-1 0 0,3 4 1 0 0,-4-7 97 0 0,0 0 0 0 0,0 1 0 0 0,0-1 0 0 0,1 0 1 0 0,-1 0-1 0 0,0 1 0 0 0,0-1 0 0 0,0 0 0 0 0,1 0 0 0 0,-1 1 1 0 0,0-1-1 0 0,0 0 0 0 0,1 0 0 0 0,-1 0 0 0 0,0 0 0 0 0,1 0 0 0 0,-1 1 1 0 0,0-1-1 0 0,0 0 0 0 0,1 0 0 0 0,-1 0 0 0 0,0 0 0 0 0,1 0 1 0 0,-1 0-1 0 0,1 0 0 0 0,-1 0-35 0 0,1-1 1 0 0,-1 1-1 0 0,1 0 1 0 0,-1-1-1 0 0,1 1 1 0 0,-1-1-1 0 0,1 1 1 0 0,-1-1-1 0 0,0 1 0 0 0,1-1 1 0 0,-1 1-1 0 0,1-1 1 0 0,-1 1-1 0 0,0-1 1 0 0,0 1-1 0 0,1-1 1 0 0,-1 0-1 0 0,0 0 1 0 0,2-7-4799 0 0,1-1-1390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2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1 139 2759 0 0,'3'-49'1097'0'0,"0"30"2344"0"0,10-33 1 0 0,-13 51-3167 0 0,0-1-1 0 0,1 1 0 0 0,-1 0 1 0 0,1-1-1 0 0,0 1 0 0 0,-1 0 0 0 0,1 0 1 0 0,0-1-1 0 0,0 1 0 0 0,1-1 1 0 0,-2 1-145 0 0,1 1 1 0 0,-1 0 0 0 0,0 0 0 0 0,1-1 0 0 0,-1 1 0 0 0,0 0 0 0 0,1 0 0 0 0,-1 0-1 0 0,1-1 1 0 0,-1 1 0 0 0,0 0 0 0 0,1 0 0 0 0,-1 0 0 0 0,1 0 0 0 0,-1 0-1 0 0,0 0 1 0 0,1 0 0 0 0,-1 0 0 0 0,1 0 0 0 0,-1 0 0 0 0,1 0 0 0 0,-1 0 0 0 0,1 0-1 0 0,0 1 31 0 0,0 0-1 0 0,0 0 0 0 0,0 0 0 0 0,0 0 0 0 0,0-1 0 0 0,0 1 0 0 0,0 1 0 0 0,0-1 0 0 0,0 0 0 0 0,0 0 0 0 0,-1 0 0 0 0,1 0 1 0 0,0 0-1 0 0,-1 1 0 0 0,1-1 0 0 0,-1 0 0 0 0,0 1 0 0 0,1-1 0 0 0,-1 3 0 0 0,4 21 596 0 0,-1 0-1 0 0,0 42 0 0 0,-9 53-339 0 0,1-46-201 0 0,5-62-201 0 0,-5 93 261 0 0,12 151-1 0 0,2-178-210 0 0,-7-74-486 0 0,0-4-847 0 0,2-8-3834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3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58 9215 0 0,'-2'0'253'0'0,"-8"-4"446"0"0,10 4-682 0 0,0 0 1 0 0,-1 0-1 0 0,1 0 0 0 0,0 0 0 0 0,0 0 0 0 0,0 0 1 0 0,0 0-1 0 0,0 0 0 0 0,0 0 0 0 0,0-1 0 0 0,-1 1 0 0 0,1 0 1 0 0,0 0-1 0 0,0 0 0 0 0,0 0 0 0 0,0 0 0 0 0,0-1 0 0 0,0 1 1 0 0,0 0-1 0 0,0 0 0 0 0,0 0 0 0 0,0 0 0 0 0,0 0 1 0 0,0-1-1 0 0,0 1 0 0 0,0 0 0 0 0,0 0 0 0 0,0 0 0 0 0,0 0 1 0 0,0 0-1 0 0,0-1 0 0 0,0 1 0 0 0,0 0 0 0 0,0 0 0 0 0,0 0 1 0 0,0 0-1 0 0,0-1 0 0 0,0 1 0 0 0,0 0 0 0 0,0 0 1 0 0,0 0-1 0 0,1 0 0 0 0,-1 0 0 0 0,0 0 0 0 0,0-1 0 0 0,0 1 1 0 0,0 0-1 0 0,0 0 0 0 0,0 0 0 0 0,1 0 0 0 0,3-3 978 0 0,0 0-1 0 0,1 0 0 0 0,-1 0 0 0 0,1 1 0 0 0,5-3 1 0 0,-7 4-1141 0 0,11-5 566 0 0,0 1 0 0 0,0 0 0 0 0,30-5 0 0 0,-43 10-414 0 0,0 0-2 0 0,0-1 0 0 0,0 1 0 0 0,0 0 1 0 0,0 0-1 0 0,1 0 0 0 0,-1 0 1 0 0,0 0-1 0 0,0 0 0 0 0,0 0 1 0 0,0 0-1 0 0,0 0 0 0 0,1 1 1 0 0,-2-1-54 0 0,1 0 0 0 0,-1 0 0 0 0,0 0 0 0 0,0 1 0 0 0,0-1 1 0 0,0 0-1 0 0,1 0 0 0 0,-1 0 0 0 0,0 0 0 0 0,0 1 1 0 0,0-1-1 0 0,0 0 0 0 0,0 0 0 0 0,0 0 0 0 0,0 1 0 0 0,0-1 1 0 0,0 0-1 0 0,1 0 0 0 0,-1 0 0 0 0,0 1 0 0 0,0-1 1 0 0,0 0-1 0 0,0 0 0 0 0,0 0 0 0 0,0 1 0 0 0,0-1 0 0 0,-1 0 1 0 0,1 0-1 0 0,0 1 0 0 0,0-1 0 0 0,0 0 0 0 0,0 0 1 0 0,0 0-1 0 0,0 1 0 0 0,-2 1-736 0 0,1 1-1 0 0,-1-1 1 0 0,0 1 0 0 0,0-1 0 0 0,0 0 0 0 0,-4 4-1 0 0,-2 1-3638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33:23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1 455 0 0,'-35'35'108'0'0,"33"-33"296"0"0,1 0 0 0 0,-1 1 0 0 0,1-1 0 0 0,0 1 0 0 0,0-1 0 0 0,0 1 0 0 0,0-1 0 0 0,0 1 0 0 0,0 0 0 0 0,1-1 0 0 0,-1 1 0 0 0,1 0 0 0 0,0-1 0 0 0,0 1 0 0 0,0 0 0 0 0,0 0 0 0 0,0 0 0 0 0,1-1 0 0 0,-1 1 0 0 0,1 0 0 0 0,0-1 0 0 0,0 1 0 0 0,0-1 0 0 0,0 1 0 0 0,0-1 0 0 0,0 1 0 0 0,1-1 0 0 0,2 4 0 0 0,-1-3 34 0 0,1-1-1 0 0,-1 0 0 0 0,0 0 0 0 0,1 0 1 0 0,-1-1-1 0 0,1 1 0 0 0,0-1 0 0 0,-1 0 1 0 0,1 0-1 0 0,0 0 0 0 0,0 0 0 0 0,0-1 1 0 0,0 0-1 0 0,-1 1 0 0 0,5-2 0 0 0,4 1 320 0 0,-1-1 0 0 0,1 0 0 0 0,20-5 0 0 0,-20 2-532 0 0,-8 2-170 0 0,0 1-1 0 0,0 0 1 0 0,0 0 0 0 0,9 0 0 0 0,-13 1-162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4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0 476 5983 0 0,'1'-1'94'0'0,"-1"0"-1"0"0,0 0 0 0 0,0 0 1 0 0,1 0-1 0 0,-1 0 0 0 0,1 1 0 0 0,-1-1 1 0 0,0 0-1 0 0,1 0 0 0 0,-1 1 1 0 0,1-1-1 0 0,0 0 0 0 0,-1 1 0 0 0,1-1 1 0 0,0 0-1 0 0,-1 1 0 0 0,1-1 1 0 0,0 1-1 0 0,-1-1 0 0 0,3 0 0 0 0,21-14 2102 0 0,-20 12-1626 0 0,8-4 609 0 0,0 1 0 0 0,0 1 1 0 0,21-7-1 0 0,-20 8-670 0 0,-1 0 0 0 0,0-1 0 0 0,0-1 0 0 0,12-7 0 0 0,-15 7-350 0 0,-1-1-1 0 0,1 0 1 0 0,-1 0-1 0 0,-1-1 1 0 0,1 0 0 0 0,-1-1-1 0 0,0 1 1 0 0,-1-1-1 0 0,0-1 1 0 0,-1 1-1 0 0,0-1 1 0 0,0 0 0 0 0,-1 0-1 0 0,0 0 1 0 0,3-16-1 0 0,-5 17-99 0 0,-1 1 0 0 0,0-1 0 0 0,0 0 0 0 0,-1 0 0 0 0,0 0 0 0 0,0 0 0 0 0,-1 0 0 0 0,0 1 0 0 0,-1-1 0 0 0,0 0 0 0 0,0 1 0 0 0,-1-1 0 0 0,0 1 0 0 0,0 0 0 0 0,-1 0 0 0 0,0 0 0 0 0,-1 0 0 0 0,0 1 0 0 0,-8-11 1 0 0,8 13-47 0 0,0 0 1 0 0,0 0 0 0 0,0 0 0 0 0,-1 0 0 0 0,0 1 0 0 0,-11-7 0 0 0,15 10-11 0 0,1 0 0 0 0,0 0-1 0 0,-1 1 1 0 0,1-1 0 0 0,-1 1 0 0 0,0-1 0 0 0,1 1 0 0 0,-1-1-1 0 0,1 1 1 0 0,-1 0 0 0 0,0 0 0 0 0,1 0 0 0 0,-1 0 0 0 0,1 0 0 0 0,-1 0-1 0 0,0 0 1 0 0,1 0 0 0 0,-1 1 0 0 0,1-1 0 0 0,-1 1 0 0 0,0-1-1 0 0,1 1 1 0 0,0-1 0 0 0,-1 1 0 0 0,1 0 0 0 0,-1 0 0 0 0,1 0 0 0 0,0 0-1 0 0,-1 0 1 0 0,1 0 0 0 0,0 0 0 0 0,0 0 0 0 0,0 0 0 0 0,0 1 0 0 0,0-1-1 0 0,-1 2 1 0 0,-1 4-4 0 0,0 0 0 0 0,0 0 0 0 0,0 0 1 0 0,1 0-1 0 0,0 1 0 0 0,1-1 0 0 0,0 0 0 0 0,0 1 0 0 0,0-1 0 0 0,1 8 0 0 0,1 7-11 0 0,0-1 0 0 0,7 27 0 0 0,60 216-20 0 0,3 15 301 0 0,-58-210 62 0 0,30 93 0 0 0,-43-161-362 0 0,0-1 13 0 0,0 0 0 0 0,0 0 0 0 0,0 1 0 0 0,1-1 0 0 0,-1 0 1 0 0,0 0-1 0 0,0 0 0 0 0,0 1 0 0 0,0-1 0 0 0,0 0 0 0 0,0 0 0 0 0,0 1 0 0 0,0-1 0 0 0,0 0 0 0 0,0 1 0 0 0,0-1 0 0 0,0 0 0 0 0,0 0 0 0 0,0 1 0 0 0,0-1 0 0 0,0 0 0 0 0,0 0 0 0 0,0 1 0 0 0,0-1 0 0 0,0 0 0 0 0,0 0 0 0 0,0 1 0 0 0,0-1 0 0 0,0 0 0 0 0,-1 0 0 0 0,1 1 0 0 0,0-1 0 0 0,0 0 0 0 0,0 0 0 0 0,0 0 0 0 0,-1 1 0 0 0,1-1 0 0 0,0 0 0 0 0,0 0 1 0 0,-1 0-1 0 0,-2 0-967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5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83 5063 0 0,'0'0'43'0'0,"-1"0"-1"0"0,1-1 1 0 0,0 1-1 0 0,-1-1 0 0 0,1 1 1 0 0,-1-1-1 0 0,1 0 1 0 0,0 1-1 0 0,0-1 0 0 0,-1 1 1 0 0,1-1-1 0 0,0 0 1 0 0,0 1-1 0 0,0-1 0 0 0,0 0 1 0 0,-1 1-1 0 0,1-1 1 0 0,0-1-1 0 0,13 1 1832 0 0,-8 1-1216 0 0,32-1 3757 0 0,58-8 0 0 0,-63 3-3301 0 0,1-2 0 0 0,31-11 1 0 0,9-4-2812 0 0,-57 19-5085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5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28 5063 0 0,'-1'-4'101'0'0,"1"2"-69"0"0,0 1 0 0 0,0-1 0 0 0,-1 1 0 0 0,1-1 0 0 0,0 1 0 0 0,-1-1 0 0 0,0 1 0 0 0,1-1 0 0 0,-1 1 1 0 0,0 0-1 0 0,0-1 0 0 0,1 1 0 0 0,-1 0 0 0 0,0 0 0 0 0,-1-2 0 0 0,0 4 273 0 0,1-1 0 0 0,-1 0 0 0 0,1 1 0 0 0,0 0 0 0 0,-1-1-1 0 0,1 1 1 0 0,0 0 0 0 0,-1-1 0 0 0,1 1 0 0 0,0 0 0 0 0,0 0 0 0 0,0 0 0 0 0,0 0 0 0 0,0 0 0 0 0,0 1 0 0 0,0-1 0 0 0,0 0 0 0 0,-1 3 0 0 0,-12 24 2395 0 0,6-8-1803 0 0,1 1 0 0 0,2 0 0 0 0,0 0 0 0 0,1 0 0 0 0,-2 39 0 0 0,9 110 885 0 0,-1-148-1514 0 0,0 0 0 0 0,12 42 0 0 0,-12-56-250 0 0,1 1 1 0 0,0-1-1 0 0,0 0 1 0 0,1-1-1 0 0,0 1 1 0 0,0 0-1 0 0,1-1 0 0 0,0 0 1 0 0,0 0-1 0 0,10 9 1 0 0,-6-9-362 0 0,2 0-129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5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3 290 4607 0 0,'-1'-8'366'0'0,"0"0"-1"0"0,0 1 0 0 0,1-1 0 0 0,1 0 1 0 0,1-12-1 0 0,0-8 897 0 0,0-14 2767 0 0,13-69 0 0 0,-15 111-3992 0 0,7-29 1947 0 0,-6 28-1868 0 0,-1 0 0 0 0,0 0 1 0 0,1 0-1 0 0,-1 0 0 0 0,0 0 1 0 0,1 0-1 0 0,-1 0 0 0 0,1 0 1 0 0,0 0-1 0 0,-1 0 0 0 0,1 0 1 0 0,0 0-1 0 0,-1 0 0 0 0,1 1 0 0 0,0-1 1 0 0,0 0-1 0 0,0 1 0 0 0,0-1 1 0 0,0 0-1 0 0,0 1 0 0 0,0-1 1 0 0,0 1-1 0 0,1-1 0 0 0,-1 1-57 0 0,1 1 1 0 0,-1-1-1 0 0,0 0 0 0 0,0 1 0 0 0,0-1 1 0 0,0 1-1 0 0,0-1 0 0 0,0 1 0 0 0,1 0 1 0 0,-1 0-1 0 0,-1-1 0 0 0,1 1 0 0 0,0 0 1 0 0,0 0-1 0 0,0 0 0 0 0,0 0 0 0 0,-1 0 1 0 0,1 0-1 0 0,1 2 0 0 0,12 24 126 0 0,-12-21-119 0 0,8 18-34 0 0,0 0-1 0 0,-2 0 1 0 0,-1 1 0 0 0,-2 0-1 0 0,0 0 1 0 0,-1 0 0 0 0,0 51-1 0 0,-4-75-93 0 0,0 7 106 0 0,0-1 0 0 0,1 1 0 0 0,1 7 1 0 0,-2-14-205 0 0,1 1 0 0 0,-1 0 0 0 0,1 0 0 0 0,0 0 0 0 0,-1-1 1 0 0,1 1-1 0 0,0 0 0 0 0,0-1 0 0 0,0 1 0 0 0,0-1 1 0 0,0 1-1 0 0,0-1 0 0 0,1 1 0 0 0,-1-1 0 0 0,0 0 0 0 0,1 0 1 0 0,2 2-1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5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4607 0 0,'13'7'2624'0'0,"-3"0"-1321"0"0,-1 1 0 0 0,-1 1 0 0 0,0 0 0 0 0,0 0 0 0 0,0 1-1 0 0,-1-1 1 0 0,6 14 0 0 0,-10-18-1139 0 0,0 1 0 0 0,-1-1 0 0 0,0 1 0 0 0,0 0 0 0 0,-1 0 0 0 0,1 0 0 0 0,-1 0 1 0 0,-1 0-1 0 0,1 0 0 0 0,-1 0 0 0 0,0 0 0 0 0,0 0 0 0 0,-1 0 0 0 0,0 0 0 0 0,0 0 0 0 0,-2 7 0 0 0,0-6-630 0 0,0 1 0 0 0,0-1 0 0 0,-8 12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6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89 6447 0 0,'-1'-3'229'0'0,"0"-1"0"0"0,0 1 0 0 0,1-1-1 0 0,-1 1 1 0 0,1-1 0 0 0,0 0-1 0 0,0 1 1 0 0,0-1 0 0 0,1 1 0 0 0,-1-1-1 0 0,2-3 1 0 0,-2 5 94 0 0,1 0 1 0 0,0-1-1 0 0,0 1 0 0 0,0 0 0 0 0,0 0 0 0 0,1 0 1 0 0,-1 0-1 0 0,1 1 0 0 0,-1-1 0 0 0,1 0 0 0 0,-1 0 1 0 0,1 1-1 0 0,0-1 0 0 0,0 1 0 0 0,0 0 1 0 0,0-1-1 0 0,4-1 0 0 0,-2 1 99 0 0,1 1 0 0 0,-1-1 0 0 0,1 1 1 0 0,0 0-1 0 0,0 0 0 0 0,-1 1 0 0 0,1-1 0 0 0,0 1 1 0 0,0 0-1 0 0,-1 0 0 0 0,9 2 0 0 0,-6-1-162 0 0,0 1 0 0 0,1 0-1 0 0,-1 0 1 0 0,0 1 0 0 0,-1 0 0 0 0,1 0-1 0 0,9 6 1 0 0,-10-5-203 0 0,0 1 0 0 0,-1-1 0 0 0,1 1 0 0 0,-1 0 0 0 0,0 0 1 0 0,0 0-1 0 0,6 11 0 0 0,-8-12-42 0 0,-1 0 1 0 0,0 0-1 0 0,0 0 1 0 0,0 1-1 0 0,0-1 1 0 0,-1 0-1 0 0,0 1 1 0 0,0-1-1 0 0,0 1 1 0 0,0 0-1 0 0,-1-1 1 0 0,0 7-1 0 0,-1-5-4 0 0,0-1-1 0 0,0 1 0 0 0,-1 0 0 0 0,0 0 0 0 0,0-1 1 0 0,0 1-1 0 0,-1-1 0 0 0,0 0 0 0 0,0 1 0 0 0,0-1 0 0 0,0-1 1 0 0,-1 1-1 0 0,-8 8 0 0 0,-5 3-43 0 0,-39 30-1 0 0,55-46 33 0 0,-60 41 1 0 0,61-39 0 0 0,7-2 0 0 0,8 0 0 0 0,69-13 149 0 0,70-8 214 0 0,-147 21-361 0 0,3-1 8 0 0,-1 0 1 0 0,1 1-1 0 0,0 0 0 0 0,-1 1 1 0 0,19 3-1 0 0,-27-4-177 0 0,-1 0 1 0 0,1 0-1 0 0,0 0 0 0 0,0 0 0 0 0,0 0 0 0 0,0 0 0 0 0,0 0 1 0 0,-1 0-1 0 0,1 0 0 0 0,0-1 0 0 0,0 1 0 0 0,0 0 1 0 0,-1-1-1 0 0,2 0 0 0 0,2-1-1001 0 0,-1 1-698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6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22 6247 0 0,'-1'-3'117'0'0,"-2"-9"44"0"0,3 11-118 0 0,0 1 1 0 0,0 0-1 0 0,0-1 1 0 0,0 1-1 0 0,0 0 0 0 0,0 0 1 0 0,0-1-1 0 0,1 1 1 0 0,-1 0-1 0 0,0 0 1 0 0,0-1-1 0 0,0 1 1 0 0,1 0-1 0 0,-1 0 1 0 0,0-1-1 0 0,0 1 1 0 0,0 0-1 0 0,1 0 1 0 0,-1 0-1 0 0,0 0 1 0 0,0-1-1 0 0,1 1 1 0 0,-1 0-1 0 0,0 0 0 0 0,1 0 1 0 0,-1 0-1 0 0,0 0 1 0 0,0 0-1 0 0,1 0 1 0 0,-1 0-1 0 0,0 0 1 0 0,1 0-1 0 0,-1 0 1 0 0,0 0-1 0 0,1 0 1 0 0,-1 0-1 0 0,0 0 1 0 0,0 0-1 0 0,1 0 1 0 0,-1 0-1 0 0,0 1 1 0 0,1-1-1 0 0,7 1 1413 0 0,0 1 1 0 0,0 0-1 0 0,1 1 1 0 0,8 4-1 0 0,-5-1 246 0 0,24 15 1 0 0,-16-7-850 0 0,-1 0 0 0 0,26 27 1 0 0,-29-25-742 0 0,0 2 1 0 0,-1-1-1 0 0,-1 2 1 0 0,-1 0 0 0 0,-1 1-1 0 0,16 31 1 0 0,-24-41-79 0 0,0 0 1 0 0,0 0 0 0 0,-1 1-1 0 0,-1-1 1 0 0,1 1 0 0 0,-2 0-1 0 0,1 0 1 0 0,-1 0 0 0 0,-1 0-1 0 0,0 0 1 0 0,-1 0 0 0 0,0-1-1 0 0,-1 1 1 0 0,0 0-1 0 0,-7 20 1 0 0,-5 5-14 0 0,-3-1 1 0 0,-23 37-1 0 0,39-70-16 0 0,0 0-1 0 0,0-1 1 0 0,-1 1-1 0 0,1 0 1 0 0,-1 0 0 0 0,1 0-1 0 0,-1-1 1 0 0,0 1-1 0 0,0-1 1 0 0,0 0-1 0 0,0 1 1 0 0,0-1 0 0 0,-4 2-1 0 0,3-6-1497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6.8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6911 0 0,'3'-3'396'0'0,"0"0"-1"0"0,1 1 1 0 0,-1-1 0 0 0,1 1-1 0 0,-1 0 1 0 0,1 0-1 0 0,0 1 1 0 0,7-4-1 0 0,36-5 3945 0 0,-28 7-3440 0 0,3-2 407 0 0,-15 3-913 0 0,1 0-1 0 0,-1 0 0 0 0,1 1 0 0 0,-1 0 1 0 0,1 0-1 0 0,-1 1 0 0 0,1 0 1 0 0,-1 0-1 0 0,11 2 0 0 0,-17-2-385 0 0,-1 0 0 0 0,1 1-1 0 0,-1-1 1 0 0,1 0 0 0 0,0 0 0 0 0,-1 0-1 0 0,1 1 1 0 0,-1-1 0 0 0,1 0 0 0 0,-1 1-1 0 0,1-1 1 0 0,-1 0 0 0 0,1 1 0 0 0,-1-1-1 0 0,1 1 1 0 0,-1-1 0 0 0,0 0 0 0 0,1 1-1 0 0,-1-1 1 0 0,0 1 0 0 0,1 0-1 0 0,-1-1 1 0 0,0 1 0 0 0,0-1 0 0 0,1 1-1 0 0,-1 0 1 0 0,0 0 13 0 0,0 1 1 0 0,0-1-1 0 0,-1 0 0 0 0,1 0 0 0 0,0 0 1 0 0,0 0-1 0 0,-1 0 0 0 0,1 0 1 0 0,-1 0-1 0 0,1 0 0 0 0,-1 0 0 0 0,1 0 1 0 0,-2 2-1 0 0,-3 3 98 0 0,-1 0 0 0 0,1 0 0 0 0,-9 7 1 0 0,9-9-96 0 0,-21 18-19 0 0,20-18 1 0 0,0 0 0 0 0,0 1 0 0 0,0 0 0 0 0,1 1 0 0 0,0-1 0 0 0,0 1 0 0 0,0 0-1 0 0,1 0 1 0 0,-6 9 0 0 0,10-14 5 0 0,0 0 1 0 0,-1-1-1 0 0,1 1 0 0 0,0 0 0 0 0,0-1 0 0 0,-1 1 1 0 0,1 0-1 0 0,0 0 0 0 0,0-1 0 0 0,0 1 0 0 0,0 0 1 0 0,0-1-1 0 0,0 1 0 0 0,0 0 0 0 0,0 0 0 0 0,0-1 0 0 0,0 1 1 0 0,1 0-1 0 0,-1 0 0 0 0,0-1 0 0 0,0 1 0 0 0,1 0 1 0 0,-1-1-1 0 0,0 1 0 0 0,1 0 0 0 0,0 0 16 0 0,0 0 1 0 0,0-1-1 0 0,0 1 0 0 0,1 0 0 0 0,-1-1 1 0 0,0 1-1 0 0,0-1 0 0 0,0 1 0 0 0,0-1 0 0 0,0 0 1 0 0,1 1-1 0 0,-1-1 0 0 0,2 0 0 0 0,5 0 129 0 0,0 0 0 0 0,0 0-1 0 0,12-3 1 0 0,-17 3-131 0 0,13-4 188 0 0,0 0 0 0 0,17-7-1 0 0,-18 6-558 0 0,-1 0-1 0 0,22-3 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4:59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46 138 6911 0 0,'-1'-13'553'0'0,"0"-1"-744"0"0,0 0 0 0 0,1-17 0 0 0,5-34 7366 0 0,-9 150-2311 0 0,1-53-4497 0 0,1 0 0 0 0,4 41 0 0 0,-1-72-336 0 0,-1 0-1 0 0,0 1 0 0 0,0-1 0 0 0,1 1 1 0 0,-1-1-1 0 0,0 0 0 0 0,0 1 1 0 0,0-1-1 0 0,0 1 0 0 0,0-1 1 0 0,-1 1-1 0 0,1-1 0 0 0,0 0 0 0 0,-1 1 1 0 0,1-1-1 0 0,-1 0 0 0 0,1 1 1 0 0,-1-1-1 0 0,0 0 0 0 0,1 0 1 0 0,-1 1-1 0 0,0-1 0 0 0,0 0 0 0 0,0 0 1 0 0,0 0-1 0 0,0 0 0 0 0,0 0 1 0 0,0 0-1 0 0,0-1 0 0 0,-1 1 1 0 0,1 0-1 0 0,-2 0 0 0 0,1 1-23 0 0,0 0 0 0 0,0 0 0 0 0,0 0 0 0 0,1 0-1 0 0,-1 0 1 0 0,1 0 0 0 0,-1 0 0 0 0,1 0 0 0 0,0 1 0 0 0,0-1 0 0 0,0 0-1 0 0,0 1 1 0 0,0-1 0 0 0,0 1 0 0 0,1-1 0 0 0,-1 1 0 0 0,1 0 0 0 0,0-1-1 0 0,0 1 1 0 0,0 2 0 0 0,0 6 21 0 0,0 0 0 0 0,1 0 0 0 0,3 15 0 0 0,-4-23-6 0 0,1 1-1 0 0,0-1 0 0 0,0 0 1 0 0,0 1-1 0 0,0-1 1 0 0,1 0-1 0 0,-1 0 1 0 0,1 0-1 0 0,0 0 0 0 0,0 0 1 0 0,0 0-1 0 0,0 0 1 0 0,3 2-1 0 0,-3-4-4 0 0,0 1-1 0 0,0-1 1 0 0,0 0-1 0 0,0 0 1 0 0,0 0-1 0 0,0 0 1 0 0,0-1 0 0 0,0 1-1 0 0,1 0 1 0 0,-1-1-1 0 0,0 1 1 0 0,0-1-1 0 0,1 0 1 0 0,-1 0-1 0 0,0 0 1 0 0,0 0-1 0 0,1 0 1 0 0,-1-1 0 0 0,0 1-1 0 0,0-1 1 0 0,3 0-1 0 0,19-8 115 0 0,-1 0-1 0 0,0-2 0 0 0,40-24 1 0 0,-45 24-133 0 0,-9 6 2 0 0,-1 0 0 0 0,1 0 0 0 0,-1-1 0 0 0,-1 0 0 0 0,14-14 0 0 0,-19 17 0 0 0,0 1 0 0 0,0-1 0 0 0,-1 1 0 0 0,1-1 0 0 0,-1 0 0 0 0,1 0 0 0 0,-1 1 0 0 0,0-1 0 0 0,0 0 0 0 0,0 0 0 0 0,-1 0 0 0 0,1 0 0 0 0,-1 0 0 0 0,0 0 0 0 0,1 0 0 0 0,-1-1 0 0 0,-1 1 0 0 0,1 0 0 0 0,0 0 0 0 0,-1 0 0 0 0,1 0 0 0 0,-3-5 0 0 0,3 8 0 0 0,0-1 0 0 0,0 1 0 0 0,0-1 0 0 0,0 1 0 0 0,-1-1 0 0 0,1 1 0 0 0,0 0 0 0 0,0-1 0 0 0,0 1 0 0 0,-1-1 0 0 0,1 1 0 0 0,0 0 0 0 0,-1-1 0 0 0,1 1 0 0 0,0 0 0 0 0,-1-1 0 0 0,1 1 0 0 0,0 0 0 0 0,-1-1 0 0 0,1 1 0 0 0,-1 0 0 0 0,0 0 0 0 0,1 0 0 0 0,0 0 0 0 0,-1 0 0 0 0,1 0 0 0 0,0 0 0 0 0,0 0 0 0 0,-1 0 0 0 0,1 0 0 0 0,0 1 0 0 0,-1-1 0 0 0,1 0 0 0 0,0 0 0 0 0,0 0 0 0 0,-1 1 0 0 0,1-1 0 0 0,0 0 0 0 0,0 0 0 0 0,-1 1 0 0 0,1-1 0 0 0,0 0 0 0 0,0 0 0 0 0,-1 1 0 0 0,-6 18 0 0 0,4-2 23 0 0,2 0-1 0 0,0-1 0 0 0,3 32 1 0 0,13 50 516 0 0,-1 1-16 0 0,-13-89-510 0 0,-1 1 0 0 0,0-1 0 0 0,-1 0 0 0 0,0 0 0 0 0,-5 21 0 0 0,-5 2-6504 0 0,1-12-904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02.18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535 465 455 0 0,'-16'-17'335'0'0,"0"0"0"0"0,-23-35 0 0 0,32 42 324 0 0,2 1 1 0 0,0-1 0 0 0,0 0 0 0 0,0-1 0 0 0,2 1-1 0 0,-1-1 1 0 0,1-61 7172 0 0,6 65-7280 0 0,2 0-214 0 0,0 0 0 0 0,0 0 0 0 0,11-10 0 0 0,-15 16-289 0 0,21-21 462 0 0,2 1-1 0 0,0 1 1 0 0,29-19-1 0 0,87-42 499 0 0,-128 75-958 0 0,-20 10-45 0 0,-21 10-10 0 0,-635 269 4 0 0,656-280 0 0 0,6-2 0 0 0,-1-1 0 0 0,1 1 0 0 0,0 0 0 0 0,0-1 0 0 0,0 1 0 0 0,0 0 0 0 0,0 0 0 0 0,0 1 0 0 0,0-1 0 0 0,0 0 0 0 0,-3 4 0 0 0,32-7 0 0 0,144-37 0 0 0,24-4 0 0 0,-161 37 0 0 0,1 2 0 0 0,0 2 0 0 0,58 3 0 0 0,-80 0 0 0 0,1 1 0 0 0,16 4 0 0 0,-27-6 0 0 0,0 1 0 0 0,0 0 0 0 0,0 0 0 0 0,-1 0 0 0 0,1 0 0 0 0,0 1 0 0 0,-1-1 0 0 0,1 1 0 0 0,-1-1 0 0 0,1 1 0 0 0,-1 0 0 0 0,0 0 0 0 0,1 0 0 0 0,-1 0 0 0 0,0 1 0 0 0,2 3 0 0 0,-3-5 0 0 0,-1 0 0 0 0,0 0 0 0 0,1 0 0 0 0,-1 0 0 0 0,0 0 0 0 0,0 1 0 0 0,1-1 0 0 0,-1 0 0 0 0,0 0 0 0 0,0 0 0 0 0,0 0 0 0 0,-1 1 0 0 0,1-1 0 0 0,0 0 0 0 0,0 0 0 0 0,-1 0 0 0 0,1 0 0 0 0,0 0 0 0 0,-1 0 0 0 0,1 0 0 0 0,-1 0 0 0 0,0 0 0 0 0,1 0 0 0 0,-1 0 0 0 0,0 0 0 0 0,1 0 0 0 0,-1 0 0 0 0,0 0 0 0 0,0-1 0 0 0,0 1 0 0 0,0 0 0 0 0,-1 0 0 0 0,-4 3 0 0 0,-1 0 0 0 0,1 0 0 0 0,-14 5 0 0 0,13-6 0 0 0,-73 32-6 0 0,-65 32 388 0 0,137-63-508 0 0,1 0 0 0 0,1 1 0 0 0,-1 0-1 0 0,1 0 1 0 0,0 0 0 0 0,0 1 0 0 0,0 0-1 0 0,-7 11 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03.0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1 181 3679 0 0,'0'-4'512'0'0,"0"0"0"0"0,0 0 0 0 0,0 0-1 0 0,0 1 1 0 0,1-1 0 0 0,0 0 0 0 0,0 0-1 0 0,0 1 1 0 0,18-21 2665 0 0,-18 24-2935 0 0,1-1 1 0 0,0 0-1 0 0,-1 0 0 0 0,1 1 0 0 0,0-1 1 0 0,0 1-1 0 0,0 0 0 0 0,0-1 1 0 0,-1 1-1 0 0,4 0 0 0 0,38-6 392 0 0,-1-2 0 0 0,1-3-1 0 0,53-19 1 0 0,17-5-470 0 0,-15 13-41 0 0,-82 20-93 0 0,-1 0-1 0 0,1 1 0 0 0,-1 1 0 0 0,22 2 0 0 0,-35-2-24 0 0,1 0 0 0 0,-1 0 0 0 0,0 1 0 0 0,0-1 0 0 0,0 1 0 0 0,0-1 0 0 0,0 1 0 0 0,0 0-1 0 0,0 0 1 0 0,0 0 0 0 0,0 0 0 0 0,0 1 0 0 0,0-1 0 0 0,0 0 0 0 0,-1 1 0 0 0,4 2 0 0 0,-5-3-5 0 0,1 1-1 0 0,0-1 1 0 0,-1 1 0 0 0,1-1 0 0 0,-1 1 0 0 0,1-1 0 0 0,-1 1 0 0 0,1 0-1 0 0,-1-1 1 0 0,0 1 0 0 0,0-1 0 0 0,0 1 0 0 0,0 0 0 0 0,0-1 0 0 0,0 1-1 0 0,-1-1 1 0 0,1 1 0 0 0,0-1 0 0 0,-1 1 0 0 0,1-1 0 0 0,-1 1 0 0 0,0-1-1 0 0,-1 3 1 0 0,-2 4 0 0 0,-1 0 0 0 0,0 0 0 0 0,-1 0 0 0 0,0 0 0 0 0,0-1 0 0 0,-1 0 0 0 0,-11 10 0 0 0,-59 39 37 0 0,45-35 6 0 0,-26 19 143 0 0,-86 62-40 0 0,144-102-144 0 0,-1 1 0 0 0,1-1 0 0 0,-1 0-1 0 0,1 0 1 0 0,0 1 0 0 0,-1-1 0 0 0,1 1 0 0 0,-1-1-1 0 0,1 0 1 0 0,0 1 0 0 0,-1-1 0 0 0,1 1 0 0 0,0-1-1 0 0,-1 1 1 0 0,1-1 0 0 0,0 1 0 0 0,0-1 0 0 0,-1 2 0 0 0,8-1 54 0 0,19-7 37 0 0,-24 6-89 0 0,72-23-4 0 0,-43 13 0 0 0,48-11 0 0 0,-69 19 0 0 0,-1 1 0 0 0,0 0 0 0 0,1 1 0 0 0,-1 0 0 0 0,0 0 0 0 0,1 1 0 0 0,-1 0 0 0 0,0 1 0 0 0,17 4 0 0 0,-23-5 4 0 0,-1 0 0 0 0,0 0-1 0 0,0 0 1 0 0,1 1-1 0 0,-1-1 1 0 0,0 0 0 0 0,0 1-1 0 0,0-1 1 0 0,-1 1 0 0 0,1 0-1 0 0,0 0 1 0 0,0-1 0 0 0,-1 1-1 0 0,3 4 1 0 0,-4-5 0 0 0,1 0 0 0 0,-1 0 0 0 0,1 1 0 0 0,-1-1 0 0 0,1 0 0 0 0,-1 1 0 0 0,0-1 0 0 0,0 0-1 0 0,0 1 1 0 0,0-1 0 0 0,0 0 0 0 0,0 1 0 0 0,0-1 0 0 0,0 0 0 0 0,0 1 0 0 0,-1-1 0 0 0,1 0 0 0 0,0 1 0 0 0,-1-1 0 0 0,1 0 0 0 0,-1 0 0 0 0,0 0 0 0 0,1 1 0 0 0,-1-1 0 0 0,0 0 0 0 0,0 0 0 0 0,-1 2 0 0 0,-4 2 119 0 0,1 0 0 0 0,-1 0 1 0 0,0 0-1 0 0,0-1 1 0 0,-1 0-1 0 0,1 0 0 0 0,-9 3 1 0 0,-52 18 857 0 0,34-14-505 0 0,6-1-334 0 0,-10 3-313 0 0,-1 1-1 0 0,-60 35 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1:25.9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 65 2015 0 0,'19'-13'204'0'0,"-10"7"-192"0"0,0-1 0 0 0,10-9 0 0 0,-19 16-14 0 0,0 0 0 0 0,1-1 0 0 0,-1 1 0 0 0,0 0-1 0 0,0 0 1 0 0,0 0 0 0 0,0 0 0 0 0,0 0-1 0 0,0 0 1 0 0,1 0 0 0 0,-1-1 0 0 0,0 1-1 0 0,0 0 1 0 0,0 0 0 0 0,0 0 0 0 0,0 0-1 0 0,0 0 1 0 0,0-1 0 0 0,0 1 0 0 0,0 0 0 0 0,0 0-1 0 0,0 0 1 0 0,0 0 0 0 0,0-1 0 0 0,0 1-1 0 0,0 0 1 0 0,0 0 0 0 0,0 0 0 0 0,0 0-1 0 0,0-1 1 0 0,0 1 0 0 0,0 0 0 0 0,0 0 0 0 0,0 0-1 0 0,0 0 1 0 0,0 0 0 0 0,0-1 0 0 0,0 1-1 0 0,0 0 1 0 0,0 0 0 0 0,-1 0 0 0 0,1 0-1 0 0,0 0 1 0 0,0-1 0 0 0,-10-1 2286 0 0,-15 2-1936 0 0,11 22 945 0 0,11-16-1051 0 0,1-4-116 0 0,0 2-68 0 0,0-1 0 0 0,0 0 0 0 0,1 1 0 0 0,-1-1 0 0 0,0 5 0 0 0,1-7-52 0 0,1-1-1 0 0,0 1 1 0 0,0 0 0 0 0,0 0-1 0 0,0 0 1 0 0,0-1 0 0 0,0 1-1 0 0,0 0 1 0 0,0 0 0 0 0,0-1-1 0 0,0 1 1 0 0,0 0 0 0 0,1 0-1 0 0,-1-1 1 0 0,0 1 0 0 0,0 0-1 0 0,1 0 1 0 0,-1-1 0 0 0,0 1 0 0 0,1 0-1 0 0,-1-1 1 0 0,1 1 0 0 0,-1-1-1 0 0,1 1 1 0 0,-1 0 0 0 0,1-1-1 0 0,0 1 1 0 0,-1-1 0 0 0,1 1-1 0 0,0-1 1 0 0,-1 0 0 0 0,2 1-1 0 0,0 1 130 0 0,-2-2-96 0 0,0 1 0 0 0,1-1 0 0 0,-1 0 0 0 0,0 1 0 0 0,0-1 0 0 0,1 0 0 0 0,-1 1 1 0 0,0-1-1 0 0,1 0 0 0 0,-1 0 0 0 0,1 1 0 0 0,-1-1 0 0 0,0 0 0 0 0,1 0 0 0 0,-1 1 0 0 0,1-1 1 0 0,-1 0-1 0 0,0 0 0 0 0,1 0 0 0 0,-1 0 0 0 0,1 0 0 0 0,-1 0 0 0 0,1 0 0 0 0,-1 0 0 0 0,1 0 0 0 0,-1 0 1 0 0,1 0-1 0 0,-1 0 0 0 0,0 0 0 0 0,1 0 0 0 0,-1 0 0 0 0,1-1 0 0 0,-1 1 0 0 0,1 0 0 0 0,-1 0 1 0 0,1-1-1 0 0,2-1-44 0 0,-1 1 15 0 0,-1 0 1 0 0,1 0-1 0 0,-1 0 0 0 0,1-1 1 0 0,-1 1-1 0 0,0 0 0 0 0,1-1 1 0 0,-1 1-1 0 0,0-1 1 0 0,0 1-1 0 0,0-1 0 0 0,0 1 1 0 0,0-1-1 0 0,0 0 0 0 0,-1 1 1 0 0,1-1-1 0 0,-1 0 1 0 0,1 0-1 0 0,-1 0 0 0 0,1 0 1 0 0,-1 1-1 0 0,0-1 0 0 0,0 0 1 0 0,0 0-1 0 0,0 0 1 0 0,0 0-1 0 0,0 0 0 0 0,-1-2 1 0 0,0 3-10 0 0,0-4 111 0 0,0 0 1 0 0,-1 1-1 0 0,1-1 0 0 0,-1 1 0 0 0,-4-6 0 0 0,6 9-91 0 0,-1 0-1 0 0,0 0 1 0 0,1 0-1 0 0,-1 1 0 0 0,0-1 1 0 0,0 0-1 0 0,1 1 0 0 0,-1-1 1 0 0,0 1-1 0 0,0-1 1 0 0,0 1-1 0 0,0-1 0 0 0,0 1 1 0 0,0-1-1 0 0,0 1 1 0 0,0 0-1 0 0,0 0 0 0 0,0 0 1 0 0,0-1-1 0 0,0 1 1 0 0,0 0-1 0 0,0 0 0 0 0,0 0 1 0 0,0 0-1 0 0,0 0 0 0 0,0 1 1 0 0,0-1-1 0 0,0 0 1 0 0,0 0-1 0 0,-1 1 0 0 0,-2 1 8 0 0,-1 1 1 0 0,1-1-1 0 0,0 1 0 0 0,0-1 0 0 0,0 1 0 0 0,0 1 0 0 0,1-1 0 0 0,-1 0 0 0 0,1 1 0 0 0,0 0 1 0 0,0 0-1 0 0,0 0 0 0 0,1 0 0 0 0,-1 0 0 0 0,1 0 0 0 0,0 1 0 0 0,0-1 0 0 0,-2 8 0 0 0,3-8 8 0 0,0 0 0 0 0,0 0 0 0 0,0-1-1 0 0,1 1 1 0 0,0 0 0 0 0,0 0-1 0 0,0 0 1 0 0,0 0 0 0 0,0 0 0 0 0,2 6-1 0 0,-1-8-22 0 0,-1 1 0 0 0,1-1 0 0 0,0 0 0 0 0,0 1 0 0 0,1-1 0 0 0,-1 0 0 0 0,0 0 0 0 0,1 0 0 0 0,-1 0 0 0 0,1 0 0 0 0,0 0 0 0 0,0 0 0 0 0,-1 0 0 0 0,1-1-1 0 0,1 1 1 0 0,-1-1 0 0 0,2 2 0 0 0,-1-2 33 0 0,-1 0 0 0 0,1 0 0 0 0,0 0 0 0 0,0 0 0 0 0,0-1 0 0 0,0 1-1 0 0,-1-1 1 0 0,1 1 0 0 0,0-1 0 0 0,0 0 0 0 0,0 0 0 0 0,0-1 0 0 0,0 1-1 0 0,0-1 1 0 0,0 1 0 0 0,4-2 0 0 0,-6 1-30 0 0,0 1 1 0 0,0-1-1 0 0,0 1 1 0 0,0-1-1 0 0,0 1 1 0 0,0-1-1 0 0,0 1 1 0 0,0-1-1 0 0,0 0 0 0 0,0 0 1 0 0,0 1-1 0 0,0-1 1 0 0,0 0-1 0 0,0 0 1 0 0,-1 0-1 0 0,1 0 0 0 0,0 0 1 0 0,-1 0-1 0 0,1 0 1 0 0,-1 0-1 0 0,1 0 1 0 0,-1-1-1 0 0,1 1 1 0 0,-1 0-1 0 0,0 0 0 0 0,0 0 1 0 0,1 0-1 0 0,-1-1 1 0 0,0 1-1 0 0,0 0 1 0 0,0 0-1 0 0,0 0 1 0 0,-1-1-1 0 0,1 1 0 0 0,0 0 1 0 0,0 0-1 0 0,-1 0 1 0 0,1-1-1 0 0,-2-1 1 0 0,-13-24 63 0 0,14 25-80 0 0,-1 1-1 0 0,1-1 1 0 0,0 1-1 0 0,-1 0 1 0 0,1-1 0 0 0,-1 1-1 0 0,1 0 1 0 0,-1 0 0 0 0,1 0-1 0 0,-1 0 1 0 0,0 0-1 0 0,0 0 1 0 0,1 0 0 0 0,-3 0-1 0 0,3 1 5 0 0,1 0-1 0 0,-1 0 1 0 0,1 0-1 0 0,0 0 1 0 0,-1 0-1 0 0,1 0 1 0 0,0 1-1 0 0,-1-1 1 0 0,1 0-1 0 0,-1 0 1 0 0,1 0-1 0 0,0 0 1 0 0,-1 0 0 0 0,1 1-1 0 0,0-1 1 0 0,-1 0-1 0 0,1 0 1 0 0,0 1-1 0 0,0-1 1 0 0,-1 0-1 0 0,1 0 1 0 0,0 1-1 0 0,0-1 1 0 0,-1 0-1 0 0,1 1 1 0 0,0-1-1 0 0,0 0 1 0 0,0 1-1 0 0,0-1 1 0 0,0 1-1 0 0,0-1 1 0 0,-1 0-1 0 0,1 1 1 0 0,0-1-1 0 0,0 0 1 0 0,0 1-1 0 0,0-1 1 0 0,0 1-1 0 0,0-1 1 0 0,0 21-1287 0 0,1-16-1137 0 0,-1 5-1570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1:32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100 160 2759 0 0,'0'-1'207'0'0,"1"0"-224"0"0,-1-1 0 0 0,1 0 0 0 0,0 0 1 0 0,0 1-1 0 0,0-1 0 0 0,1 1 0 0 0,-1-1 0 0 0,0 1 0 0 0,1-1 0 0 0,-1 1 0 0 0,0 0 0 0 0,1-1 1 0 0,0 1-1 0 0,2-1 0 0 0,4-5 458 0 0,-6 5-431 0 0,0 1 165 0 0,0-1 1 0 0,-1 0-1 0 0,1 0 1 0 0,0 0-1 0 0,-1 0 1 0 0,1 0 0 0 0,-1 0-1 0 0,2-3 1 0 0,-3 5-125 0 0,0-1 0 0 0,0 1 1 0 0,0-1-1 0 0,0 1 0 0 0,0 0 1 0 0,0-1-1 0 0,0 1 0 0 0,0 0 1 0 0,0-1-1 0 0,0 1 0 0 0,0 0 0 0 0,0-1 1 0 0,0 1-1 0 0,-1 0 0 0 0,1-1 1 0 0,0 1-1 0 0,0 0 0 0 0,0-1 1 0 0,0 1-1 0 0,-1 0 0 0 0,1-1 1 0 0,0 1-1 0 0,-1 0 0 0 0,-13-7 997 0 0,10 6-853 0 0,0 0 0 0 0,0 0 0 0 0,0 1 0 0 0,0-1 0 0 0,0 1 0 0 0,0 0 0 0 0,0 0 0 0 0,0 1 0 0 0,0-1 0 0 0,0 1 0 0 0,0 0 0 0 0,0 0 0 0 0,0 0 0 0 0,0 0 0 0 0,1 1 0 0 0,-5 2 0 0 0,2-1 8 0 0,1 1 0 0 0,0-1 0 0 0,-1 1 0 0 0,2 1 0 0 0,-1-1 0 0 0,0 1 0 0 0,1 0-1 0 0,0 0 1 0 0,-5 7 0 0 0,9-12-179 0 0,-1 1-1 0 0,1 0 1 0 0,-1 0-1 0 0,1 0 0 0 0,-1 0 1 0 0,1 0-1 0 0,-1 0 1 0 0,1 0-1 0 0,0 0 1 0 0,-1 0-1 0 0,1 0 0 0 0,0 0 1 0 0,0 0-1 0 0,0 0 1 0 0,0 0-1 0 0,0 0 1 0 0,0 0-1 0 0,0 0 0 0 0,0 0 1 0 0,1 0-1 0 0,-1 0 1 0 0,0 0-1 0 0,1 1 0 0 0,0 0 8 0 0,0 0 0 0 0,0-1-1 0 0,0 1 1 0 0,0-1-1 0 0,1 0 1 0 0,-1 1-1 0 0,0-1 1 0 0,1 0-1 0 0,-1 0 1 0 0,1 0-1 0 0,-1 0 1 0 0,3 1-1 0 0,2 1 85 0 0,0-1-1 0 0,0 1 0 0 0,1-1 1 0 0,-1-1-1 0 0,1 1 1 0 0,7 0-1 0 0,-7-2-57 0 0,0 0 0 0 0,0 0 0 0 0,0-1-1 0 0,0 0 1 0 0,0 0 0 0 0,-1-1 0 0 0,1 0-1 0 0,-1 0 1 0 0,1-1 0 0 0,-1 1 0 0 0,0-1-1 0 0,0-1 1 0 0,0 1 0 0 0,0-1 0 0 0,0 0-1 0 0,-1-1 1 0 0,0 1 0 0 0,0-1 0 0 0,0 0-1 0 0,0 0 1 0 0,-1 0 0 0 0,0-1 0 0 0,0 0-1 0 0,-1 0 1 0 0,1 0 0 0 0,-1 0 0 0 0,0 0-1 0 0,-1-1 1 0 0,0 1 0 0 0,0-1 0 0 0,1-7-1 0 0,-2 11-52 0 0,-1 0 0 0 0,1 1-1 0 0,-1-1 1 0 0,0 0-1 0 0,0 0 1 0 0,0 0 0 0 0,-1 0-1 0 0,1 1 1 0 0,0-1 0 0 0,-1 0-1 0 0,0 0 1 0 0,0 1 0 0 0,0-1-1 0 0,0 0 1 0 0,0 1-1 0 0,-1-1 1 0 0,1 1 0 0 0,-1-1-1 0 0,1 1 1 0 0,-1 0 0 0 0,-2-3-1 0 0,2 4-1 0 0,0-1 0 0 0,0 1 0 0 0,0-1 0 0 0,0 1-1 0 0,0 0 1 0 0,0 0 0 0 0,-1 0 0 0 0,1 0 0 0 0,0 0 0 0 0,-1 0 0 0 0,1 1-1 0 0,0-1 1 0 0,-1 1 0 0 0,1 0 0 0 0,-1-1 0 0 0,1 1 0 0 0,-1 0-1 0 0,1 0 1 0 0,-1 1 0 0 0,1-1 0 0 0,0 1 0 0 0,-1-1 0 0 0,1 1 0 0 0,-1 0-1 0 0,-1 0 1 0 0,-2 2 6 0 0,0 1-1 0 0,0-1 1 0 0,1 1-1 0 0,-1-1 1 0 0,1 2-1 0 0,0-1 1 0 0,0 1-1 0 0,0-1 1 0 0,1 1-1 0 0,-7 10 1 0 0,6-9 3 0 0,1 1 0 0 0,0 0 0 0 0,0 1 0 0 0,1-1 0 0 0,0 0 0 0 0,0 1 0 0 0,1 0 0 0 0,-3 11 0 0 0,5-18-9 0 0,0 0 1 0 0,0 0-1 0 0,-1-1 1 0 0,1 1-1 0 0,0 0 1 0 0,0 0-1 0 0,0-1 1 0 0,0 1-1 0 0,0 0 1 0 0,0 0-1 0 0,1 0 1 0 0,-1-1-1 0 0,0 1 1 0 0,0 0-1 0 0,0 0 1 0 0,1-1-1 0 0,-1 1 1 0 0,1 0-1 0 0,-1-1 1 0 0,0 1-1 0 0,1 0 1 0 0,-1-1-1 0 0,1 1 1 0 0,-1-1-1 0 0,1 1 1 0 0,-1-1-1 0 0,2 2 1 0 0,0-2-2 0 0,-1 1-1 0 0,1-1 1 0 0,-1 1 0 0 0,1-1 0 0 0,-1 0 0 0 0,1 0-1 0 0,-1 0 1 0 0,1 0 0 0 0,-1 0 0 0 0,1 0-1 0 0,-1 0 1 0 0,1 0 0 0 0,1-1 0 0 0,3-1-2 0 0,-1 1 0 0 0,0-1 0 0 0,1 0 1 0 0,-1-1-1 0 0,0 1 0 0 0,0-1 0 0 0,4-3 0 0 0,-6 2 24 0 0,1 0 0 0 0,-1 0-1 0 0,0 0 1 0 0,-1 0 0 0 0,1 0-1 0 0,-1 0 1 0 0,0-1 0 0 0,0 1-1 0 0,0-1 1 0 0,-1 1 0 0 0,1-1-1 0 0,-1 0 1 0 0,0 0 0 0 0,0 0-1 0 0,-1 0 1 0 0,0 1 0 0 0,0-1-1 0 0,0 0 1 0 0,0 0 0 0 0,-1 0-1 0 0,0 0 1 0 0,0 0 0 0 0,-2-8-1 0 0,2 13 19 0 0,1-1 1 0 0,0 1-1 0 0,0-1 0 0 0,-1 1 0 0 0,1 0 1 0 0,0-1-1 0 0,-1 1 0 0 0,1-1 0 0 0,0 1 0 0 0,-1 0 1 0 0,1-1-1 0 0,0 1 0 0 0,-1 0 0 0 0,1-1 1 0 0,-1 1-1 0 0,1 0 0 0 0,-1 0 0 0 0,1 0 0 0 0,-1-1 1 0 0,1 1-1 0 0,-1 0 0 0 0,1 0 0 0 0,-1 0 1 0 0,1 0-1 0 0,-1 0 0 0 0,1 0 0 0 0,-1 0 0 0 0,1 0 1 0 0,-2 0-1 0 0,1 0 53 0 0,-1 1 0 0 0,0 0 0 0 0,0-1 1 0 0,1 1-1 0 0,-1 0 0 0 0,0 0 0 0 0,1 0 1 0 0,-3 2-1 0 0,-2 2 120 0 0,1 0 1 0 0,-1 0-1 0 0,-5 9 1 0 0,5-7-115 0 0,2 0 0 0 0,-1 0 0 0 0,-5 12 0 0 0,9-16-218 0 0,0 0-1 0 0,0 0 1 0 0,0 0-1 0 0,0 1 0 0 0,0-1 1 0 0,1 0-1 0 0,-1 0 1 0 0,1 1-1 0 0,0-1 0 0 0,0 0 1 0 0,1 7-1 0 0,2 2-6601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1:34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121 116 919 0 0,'1'0'62'0'0,"-1"0"-1"0"0,1 0 0 0 0,-1 0 0 0 0,1 0 0 0 0,-1 0 0 0 0,1 0 0 0 0,-1 0 0 0 0,1-1 0 0 0,-1 1 0 0 0,1 0 0 0 0,-1 0 0 0 0,1-1 0 0 0,-1 1 0 0 0,1 0 0 0 0,-1-1 1 0 0,1 1-1 0 0,-1 0 0 0 0,0-1 0 0 0,1 1 0 0 0,-1 0 0 0 0,0-1 0 0 0,1 1 0 0 0,3-7 4277 0 0,-9 6-3929 0 0,-1-1-436 0 0,3 2 144 0 0,0 0 0 0 0,1-1 0 0 0,-1 1 0 0 0,1-1 0 0 0,-1 0 0 0 0,1 0 0 0 0,-1 0 0 0 0,1 0 0 0 0,0 0 0 0 0,0-1 0 0 0,-1 1 0 0 0,1-1 0 0 0,0 1 0 0 0,0-1 0 0 0,0 0 0 0 0,0 0 0 0 0,1 1 0 0 0,-1-1 0 0 0,1-1 0 0 0,-1 1-1 0 0,1 0 1 0 0,-1 0 0 0 0,-1-5 0 0 0,0-8 129 0 0,2 10-181 0 0,0 1 1 0 0,0 0 0 0 0,0 0 0 0 0,0 0 0 0 0,-4-7-1 0 0,4 10-41 0 0,1-1 1 0 0,-1 1-1 0 0,0 0 0 0 0,0 0 0 0 0,0 0 0 0 0,0 0 0 0 0,0 1 1 0 0,0-1-1 0 0,0 0 0 0 0,0 0 0 0 0,-1 1 0 0 0,1-1 0 0 0,0 0 1 0 0,0 1-1 0 0,-1-1 0 0 0,1 1 0 0 0,0 0 0 0 0,0-1 0 0 0,-1 1 1 0 0,1 0-1 0 0,-1 0 0 0 0,1 0 0 0 0,-2 0 0 0 0,-16 3 563 0 0,18-3-524 0 0,1 0 0 0 0,-1 1 1 0 0,1-1-1 0 0,-1 0 0 0 0,0 0 1 0 0,1 1-1 0 0,-1-1 0 0 0,1 0 0 0 0,-1 1 1 0 0,1-1-1 0 0,-1 0 0 0 0,1 1 1 0 0,-1-1-1 0 0,1 1 0 0 0,-1-1 0 0 0,1 1 1 0 0,0-1-1 0 0,-1 1 0 0 0,1-1 1 0 0,0 1-1 0 0,-1-1 0 0 0,0 4 3086 0 0,6-1-3095 0 0,0 2-90 0 0,-4-4-79 0 0,1 1 0 0 0,0 0 0 0 0,0-1-1 0 0,0 1 1 0 0,0-1 0 0 0,1 0 0 0 0,-1 0 0 0 0,4 2 0 0 0,5 1-5299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1:37.3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67 711 2303 0 0,'-3'-1'105'0'0,"0"0"0"0"0,0 1 0 0 0,0-1-1 0 0,-1 1 1 0 0,1 0 0 0 0,0 0 0 0 0,0 0 0 0 0,-1 0-1 0 0,1 1 1 0 0,0-1 0 0 0,-5 2 0 0 0,-15 1 2821 0 0,44 6 5124 0 0,3 1-6213 0 0,-22-9-1613 0 0,0 0 1 0 0,1 0-1 0 0,-1 0 0 0 0,0 0 0 0 0,0 0 1 0 0,1-1-1 0 0,-1 1 0 0 0,0-1 1 0 0,1 1-1 0 0,1-1 0 0 0,-2 0-46 0 0,0-1 0 0 0,0 1 0 0 0,0-1 0 0 0,-1 1 0 0 0,1-1 0 0 0,0 0 0 0 0,-1 0 0 0 0,1 0 0 0 0,1-1 0 0 0,10-5 67 0 0,31-15 246 0 0,75-36-82 0 0,87-49-111 0 0,-200 104-275 0 0,130-78 119 0 0,118-63 212 0 0,272-92-87 0 0,-443 208-182 0 0,-82 28-110 0 0,0 0 0 0 0,0 0 0 0 0,0-1 0 0 0,0 1 1 0 0,0-1-1 0 0,0 1 0 0 0,0 0 0 0 0,0-1 0 0 0,0 0 0 0 0,0 1 0 0 0,0-1 0 0 0,0 0 0 0 0,0 1 0 0 0,-1-1 0 0 0,2-1 0 0 0,-2 1-49 0 0,0 1-1 0 0,1 0 0 0 0,-1-1 1 0 0,0 1-1 0 0,0-1 0 0 0,0 1 0 0 0,0 0 1 0 0,0-1-1 0 0,0 1 0 0 0,0-1 1 0 0,0 1-1 0 0,0 0 0 0 0,0-1 0 0 0,0 1 1 0 0,0-1-1 0 0,-1 1 0 0 0,1-1 1 0 0,0 1-1 0 0,0 0 0 0 0,0-1 0 0 0,0 1 1 0 0,-1 0-1 0 0,1-1 0 0 0,0 1 1 0 0,0 0-1 0 0,-1-1 0 0 0,-1-1-285 0 0,0 0 0 0 0,-1 0 1 0 0,1 0-1 0 0,0 1 0 0 0,-1-1 0 0 0,0 1 0 0 0,1 0 0 0 0,-1-1 0 0 0,-5 0 1 0 0,-2-1 58 0 0,-1 1 0 0 0,0 0 0 0 0,0 1 0 0 0,-18 0 0 0 0,-47 5-1666 0 0,38 0 1573 0 0,11-1 479 0 0,0 2-1 0 0,0 1 1 0 0,0 2 0 0 0,-29 11-1 0 0,-23 7 145 0 0,60-21 83 0 0,8-3 218 0 0,1 1-1 0 0,-20 8 0 0 0,30-11-516 0 0,0 0-1 0 0,0 0 0 0 0,0 0 1 0 0,-1 0-1 0 0,1 0 0 0 0,0 0 1 0 0,0 0-1 0 0,0 0 1 0 0,0 0-1 0 0,0 0 0 0 0,0 0 1 0 0,0 0-1 0 0,0 0 0 0 0,0 0 1 0 0,0 0-1 0 0,0 0 0 0 0,0 0 1 0 0,0 0-1 0 0,-1 0 1 0 0,1 0-1 0 0,0 0 0 0 0,0 0 1 0 0,0 1-1 0 0,0-1 0 0 0,0 0 1 0 0,0 0-1 0 0,0 0 0 0 0,0 0 1 0 0,0 0-1 0 0,0 0 1 0 0,0 0-1 0 0,0 0 0 0 0,0 0 1 0 0,0 0-1 0 0,0 0 0 0 0,0 0 1 0 0,0 0-1 0 0,0 1 0 0 0,0-1 1 0 0,0 0-1 0 0,0 0 1 0 0,0 0-1 0 0,0 0 0 0 0,0 0 1 0 0,0 0-1 0 0,0 0 0 0 0,0 0 1 0 0,0 0-1 0 0,0 0 1 0 0,0 0-1 0 0,0 0 0 0 0,0 0 1 0 0,0 1-1 0 0,0-1 0 0 0,0 0 1 0 0,0 0-1 0 0,0 0 0 0 0,0 0 1 0 0,0 0-1 0 0,1 0 1 0 0,5 2 390 0 0,10-1 113 0 0,5-1-13 0 0,1-2 1 0 0,-1-1 0 0 0,30-7 0 0 0,63-23 338 0 0,-13 3-277 0 0,-89 27-532 0 0,0 0 0 0 0,0 0-1 0 0,1 2 1 0 0,-1-1 0 0 0,0 2 0 0 0,0-1-1 0 0,1 2 1 0 0,-1 0 0 0 0,0 0-1 0 0,15 4 1 0 0,-23-4-14 0 0,-1 0-1 0 0,1 0 0 0 0,0 1 1 0 0,6 3-1 0 0,-10-5-15 0 0,1 0-1 0 0,-1 0 1 0 0,1 1 0 0 0,-1-1-1 0 0,1 0 1 0 0,-1 1 0 0 0,1-1-1 0 0,-1 0 1 0 0,0 1 0 0 0,1-1-1 0 0,-1 1 1 0 0,1-1-1 0 0,-1 1 1 0 0,0-1 0 0 0,0 1-1 0 0,1-1 1 0 0,-1 1 0 0 0,0-1-1 0 0,0 1 1 0 0,0-1 0 0 0,1 1-1 0 0,-1-1 1 0 0,0 1-1 0 0,0-1 1 0 0,0 1 0 0 0,0 0-1 0 0,0-1 1 0 0,0 1 0 0 0,0-1-1 0 0,0 1 1 0 0,0-1 0 0 0,-1 1-1 0 0,1-1 1 0 0,0 1-1 0 0,0 0 1 0 0,0-1 0 0 0,-1 1-1 0 0,1-1 1 0 0,0 1 0 0 0,0-1-1 0 0,-1 0 1 0 0,1 1 0 0 0,-1 0-1 0 0,-77 87 847 0 0,-6 7-498 0 0,50-50-1848 0 0,21-28-5990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7.0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255 431 1839 0 0,'1'0'403'0'0,"1"-1"0"0"0,0 1 0 0 0,0-1 0 0 0,-1 1 0 0 0,1-1 0 0 0,0 0 0 0 0,-1 1 0 0 0,1-1 0 0 0,0 0 0 0 0,-1 0 0 0 0,1 0 0 0 0,2-3 0 0 0,18-18 2590 0 0,-14 14-1567 0 0,-6 6-1255 0 0,-1 1 1 0 0,1-1 0 0 0,-1 1 0 0 0,1-1 0 0 0,-1 0-1 0 0,0 1 1 0 0,0-1 0 0 0,0 0 0 0 0,0 0-1 0 0,0 0 1 0 0,0 0 0 0 0,0 0 0 0 0,-1 0 0 0 0,1 0-1 0 0,-1 0 1 0 0,1 0 0 0 0,-1 0 0 0 0,0 0-1 0 0,0 0 1 0 0,0 0 0 0 0,0 0 0 0 0,0 0-1 0 0,0-1 1 0 0,-1 1 0 0 0,1 0 0 0 0,-1 0 0 0 0,1 0-1 0 0,-1 0 1 0 0,0 0 0 0 0,0 0 0 0 0,0 1-1 0 0,0-1 1 0 0,0 0 0 0 0,0 0 0 0 0,-1 1 0 0 0,1-1-1 0 0,0 0 1 0 0,-1 1 0 0 0,1 0 0 0 0,-1-1-1 0 0,-2-1 1 0 0,-6-3 35 0 0,0 0 0 0 0,-1 1 0 0 0,1 0 0 0 0,-1 0 0 0 0,0 1 0 0 0,0 1 0 0 0,-1 0 0 0 0,1 0 0 0 0,-16 0 0 0 0,22 2-197 0 0,-1 1 0 0 0,1 0-1 0 0,-1 0 1 0 0,1 1 0 0 0,-1-1 0 0 0,1 1 0 0 0,-1 1 0 0 0,1-1 0 0 0,0 1 0 0 0,0-1 0 0 0,0 2 0 0 0,0-1 0 0 0,0 0 0 0 0,0 1 0 0 0,0 0 0 0 0,1 0 0 0 0,0 1-1 0 0,-1-1 1 0 0,1 1 0 0 0,0 0 0 0 0,-6 8 0 0 0,1 2 62 0 0,1 0 0 0 0,0 1 0 0 0,1 0 0 0 0,1 0 0 0 0,0 1 0 0 0,1-1-1 0 0,0 1 1 0 0,2 0 0 0 0,0 1 0 0 0,0-1 0 0 0,1 20 0 0 0,2-33-61 0 0,0-1-1 0 0,0 1 1 0 0,0-1 0 0 0,0 0-1 0 0,1 1 1 0 0,-1-1 0 0 0,1 0 0 0 0,-1 1-1 0 0,1-1 1 0 0,0 0 0 0 0,0 1 0 0 0,0-1-1 0 0,0 0 1 0 0,0 0 0 0 0,1 0-1 0 0,-1 0 1 0 0,1 0 0 0 0,-1-1 0 0 0,1 1-1 0 0,0 0 1 0 0,3 2 0 0 0,-2-2 0 0 0,0-1 0 0 0,0 1 0 0 0,1-1 1 0 0,-1 0-1 0 0,0 0 0 0 0,1 0 0 0 0,-1-1 0 0 0,1 1 1 0 0,-1-1-1 0 0,1 0 0 0 0,-1 0 0 0 0,1 0 0 0 0,-1 0 1 0 0,5-1-1 0 0,-1 0 8 0 0,-1-1 0 0 0,1 1-1 0 0,-1-1 1 0 0,0 0 0 0 0,0-1 0 0 0,0 1 0 0 0,0-1 0 0 0,0 0 0 0 0,-1-1 0 0 0,1 0-1 0 0,-1 1 1 0 0,0-2 0 0 0,0 1 0 0 0,0 0 0 0 0,4-7 0 0 0,-2 2 6 0 0,0-1 0 0 0,-1 0 0 0 0,0 0-1 0 0,-1 0 1 0 0,0-1 0 0 0,0 0 0 0 0,4-20 0 0 0,15-57 39 0 0,19-138 0 0 0,-34 181-39 0 0,-6 33-12 0 0,-1-1-1 0 0,0 0 0 0 0,1-14 1 0 0,-16 66 40 0 0,-32 156 32 0 0,40-163-64 0 0,2 0-1 0 0,1 1 1 0 0,1-1 0 0 0,5 40-1 0 0,-3-70-18 0 0,0 11 13 0 0,1 0 1 0 0,5 18-1 0 0,-6-28-13 0 0,0 0-1 0 0,0 0 1 0 0,0 0-1 0 0,0-1 1 0 0,1 1 0 0 0,-1-1-1 0 0,1 1 1 0 0,-1-1-1 0 0,1 1 1 0 0,0-1-1 0 0,0 0 1 0 0,0 0-1 0 0,0 0 1 0 0,0 0 0 0 0,1 0-1 0 0,-1 0 1 0 0,4 1-1 0 0,-5-2-40 0 0,1-1 1 0 0,-1 1-1 0 0,1-1 0 0 0,0 0 0 0 0,-1 0 0 0 0,1 0 1 0 0,0 0-1 0 0,-1 0 0 0 0,3 0 0 0 0,4-1-397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7.3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19 7831 0 0,'-12'-19'834'0'0,"11"20"-759"0"0,1-1 0 0 0,-1 1 0 0 0,0-1 1 0 0,1 1-1 0 0,-1 0 0 0 0,1-1 1 0 0,-1 1-1 0 0,1 0 0 0 0,-1-1 0 0 0,1 1 1 0 0,-1 0-1 0 0,1 0 0 0 0,0-1 0 0 0,-1 1 1 0 0,1 0-1 0 0,-1 1 0 0 0,1 0 68 0 0,-12 28 2411 0 0,2 0 0 0 0,-11 56-1 0 0,7-24-760 0 0,-4 0-565 0 0,-8 38 698 0 0,25-98-2007 0 0,1 0-1 0 0,-1-1 1 0 0,1 1-1 0 0,0 0 1 0 0,0-1-1 0 0,0 1 1 0 0,0 0-1 0 0,0-1 1 0 0,0 1-1 0 0,1 0 1 0 0,-1-1 0 0 0,0 1-1 0 0,1 0 1 0 0,-1-1-1 0 0,1 1 1 0 0,0-1-1 0 0,-1 1 1 0 0,1-1-1 0 0,0 1 1 0 0,0-1-1 0 0,0 0 1 0 0,0 1-1 0 0,0-1 1 0 0,0 0-1 0 0,1 0 1 0 0,-1 1 0 0 0,0-1-1 0 0,1 0 1 0 0,-1-1-1 0 0,1 1 1 0 0,-1 0-1 0 0,1 0 1 0 0,-1 0-1 0 0,1-1 1 0 0,-1 1-1 0 0,1-1 1 0 0,0 1-1 0 0,-1-1 1 0 0,4 0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7.6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0 184 4143 0 0,'1'-14'3132'0'0,"0"0"-1"0"0,1 0 0 0 0,5-22 1 0 0,16-40 1658 0 0,-17 61-4503 0 0,0 0 334 0 0,-3 16-313 0 0,-1 9-203 0 0,-1 5-97 0 0,0 1 0 0 0,-2 0-1 0 0,1 0 1 0 0,-5 20 0 0 0,-18 62 25 0 0,15-64-30 0 0,6-30-15 0 0,-1 11-568 0 0,3-15 506 0 0,0 1 1 0 0,0-1-1 0 0,0 0 0 0 0,0 1 0 0 0,0-1 1 0 0,0 0-1 0 0,0 1 0 0 0,0-1 0 0 0,0 0 0 0 0,0 1 1 0 0,0-1-1 0 0,0 0 0 0 0,0 0 0 0 0,0 1 1 0 0,0-1-1 0 0,0 0 0 0 0,1 1 0 0 0,-1-1 0 0 0,0 0 1 0 0,0 1-1 0 0,0-1 0 0 0,0 0 0 0 0,1 0 1 0 0,-1 1-1 0 0,0-1 0 0 0,0 0 0 0 0,1 0 0 0 0,-1 0 1 0 0,0 1-1 0 0,0-1 0 0 0,1 0 0 0 0,-1 0 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7.9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18 3679 0 0,'0'-1'44'0'0,"0"0"0"0"0,0 0 0 0 0,0 0 0 0 0,1 0 0 0 0,-1 0 0 0 0,1-1 0 0 0,-1 1 0 0 0,1 0 0 0 0,-1 0 0 0 0,1 0 0 0 0,0 1 0 0 0,0-3 0 0 0,0 3 96 0 0,-1 0 1 0 0,0 0 0 0 0,1-1 0 0 0,-1 1 0 0 0,0 0 0 0 0,1 0 0 0 0,-1 0 0 0 0,1-1-1 0 0,-1 1 1 0 0,0 0 0 0 0,1 0 0 0 0,-1 0 0 0 0,1 0 0 0 0,-1 0 0 0 0,1 0 0 0 0,-1 0 0 0 0,0 0-1 0 0,1 0 1 0 0,-1 0 0 0 0,1 0 0 0 0,-1 0 0 0 0,1 0 0 0 0,1 1 283 0 0,0 0-1 0 0,0 1 1 0 0,0-1 0 0 0,-1 0-1 0 0,1 0 1 0 0,0 1 0 0 0,-1-1 0 0 0,1 1-1 0 0,-1-1 1 0 0,0 1 0 0 0,1 0 0 0 0,0 2-1 0 0,6 10 665 0 0,-1 0-1 0 0,0 0 1 0 0,-1 0-1 0 0,-1 1 1 0 0,0 0-1 0 0,5 29 1 0 0,-6-16-371 0 0,-1 0 1 0 0,-2 56-1 0 0,-1-75-770 0 0,-1 1-1 0 0,-1 0 0 0 0,1-1 0 0 0,-2 1 0 0 0,1-1 0 0 0,-1 0 1 0 0,-1 1-1 0 0,0-1 0 0 0,0-1 0 0 0,-1 1 0 0 0,0-1 0 0 0,0 0 1 0 0,-1 0-1 0 0,0 0 0 0 0,-11 10 0 0 0,-1 2-7746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2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76 182 919 0 0,'0'0'2'0'0,"-4"-13"945"0"0,1 0-1 0 0,-1-25 1 0 0,3 35-485 0 0,1 0-1 0 0,0-1 1 0 0,1 1 0 0 0,-1 0-1 0 0,0-1 1 0 0,1 1 0 0 0,0 0 0 0 0,0 0-1 0 0,0-1 1 0 0,0 1 0 0 0,0 0-1 0 0,1 0 1 0 0,-1 0 0 0 0,1 0-1 0 0,0 1 1 0 0,0-1 0 0 0,2-2-1 0 0,-3 4-282 0 0,-1 1-1 0 0,0-1 0 0 0,1 1 0 0 0,-1-1 0 0 0,1 1 1 0 0,-1 0-1 0 0,1-1 0 0 0,-1 1 0 0 0,1 0 1 0 0,-1-1-1 0 0,1 1 0 0 0,-1 0 0 0 0,1 0 0 0 0,-1-1 1 0 0,1 1-1 0 0,-1 0 0 0 0,2 0 0 0 0,-2 0-129 0 0,1 0-1 0 0,-1 1 0 0 0,1-1 1 0 0,-1 0-1 0 0,0 1 1 0 0,1-1-1 0 0,-1 0 0 0 0,1 1 1 0 0,-1-1-1 0 0,0 1 0 0 0,1-1 1 0 0,-1 0-1 0 0,0 1 0 0 0,1-1 1 0 0,-1 1-1 0 0,0-1 0 0 0,0 1 1 0 0,0-1-1 0 0,1 1 1 0 0,-1-1-1 0 0,0 3 767 0 0,2 1-566 0 0,6 11 284 0 0,18 25 0 0 0,-12-18-245 0 0,-1 1 1 0 0,-1 0 0 0 0,-1 1 0 0 0,15 50-1 0 0,-2-9-5 0 0,3 4 45 0 0,59 105 0 0 0,-84-170-328 0 0,0 0 0 0 0,0-1 0 0 0,1 1 0 0 0,0-1 0 0 0,0 0 0 0 0,4 4 0 0 0,-10-10 0 0 0,0 0 0 0 0,0-1 0 0 0,0 1 0 0 0,1-1 0 0 0,-1 0-1 0 0,1 1 1 0 0,-2-6 0 0 0,-2-2-13 0 0,-13-24-285 0 0,-24-67 1 0 0,13 30 82 0 0,-10-34 193 0 0,29 72 8 0 0,-2 0 0 0 0,-30-58 0 0 0,39 87 9 0 0,1-1 0 0 0,-1 1 0 0 0,0 0 1 0 0,-1 0-1 0 0,1 1 0 0 0,-1-1 0 0 0,0 1 0 0 0,0 0 0 0 0,0 1 0 0 0,-1-1 0 0 0,1 1 0 0 0,-8-4 0 0 0,12 7 6 0 0,1 0 0 0 0,-1-1 1 0 0,1 1-1 0 0,-1 0 0 0 0,1 0 0 0 0,-1-1 0 0 0,1 1 0 0 0,-1 0 0 0 0,1 0 0 0 0,-1 0 0 0 0,1 0 1 0 0,-1 0-1 0 0,0 0 0 0 0,1 0 0 0 0,-1 0 0 0 0,1 0 0 0 0,-1 0 0 0 0,0 0 0 0 0,1 0 1 0 0,-1 0-1 0 0,1 0 0 0 0,-1 1 0 0 0,1-1 0 0 0,-1 0 0 0 0,1 0 0 0 0,-1 1 0 0 0,1-1 0 0 0,-1 0 1 0 0,1 1-1 0 0,-1-1 0 0 0,1 0 0 0 0,-1 1 0 0 0,1-1 0 0 0,0 1 0 0 0,-1-1 0 0 0,1 0 1 0 0,0 1-1 0 0,-1-1 0 0 0,1 1 0 0 0,0 0 0 0 0,0-1 0 0 0,-1 1 0 0 0,1 0 0 0 0,-3 4 28 0 0,-3 5 39 0 0,1 1 0 0 0,1 1 0 0 0,0-1 0 0 0,0 1 0 0 0,1-1 0 0 0,0 1 1 0 0,-1 18-1 0 0,-3 9 16 0 0,6-32-42 0 0,-2 3-16 0 0,1 1-1 0 0,0 0 0 0 0,0 0 1 0 0,1 0-1 0 0,1 0 0 0 0,0 0 1 0 0,2 18-1 0 0,-2-29-25 0 0,0 0 0 0 0,0 1-1 0 0,0-1 1 0 0,0 0 0 0 0,0 0-1 0 0,0 0 1 0 0,0 1 0 0 0,0-1-1 0 0,0 0 1 0 0,0 0 0 0 0,0 0-1 0 0,0 1 1 0 0,0-1 0 0 0,0 0 0 0 0,1 0-1 0 0,-1 0 1 0 0,0 1 0 0 0,0-1-1 0 0,0 0 1 0 0,0 0 0 0 0,0 0-1 0 0,1 0 1 0 0,-1 0 0 0 0,0 1-1 0 0,0-1 1 0 0,0 0 0 0 0,1 0-1 0 0,-1 0 1 0 0,0 0 0 0 0,0 0 0 0 0,0 0-1 0 0,1 0 1 0 0,-1 0 0 0 0,0 0-1 0 0,0 0 1 0 0,0 0 0 0 0,1 0-1 0 0,-1 0 1 0 0,0 0 0 0 0,8-6-28 0 0,3-14-12 0 0,-2-20 127 0 0,-1 0 0 0 0,5-73 0 0 0,-7 45-24 0 0,2 30 317 0 0,-1 48-44 0 0,-6-10-256 0 0,2 4-1 0 0,10 11 47 0 0,9 9 46 0 0,-2 0 0 0 0,-1 2-1 0 0,23 41 1 0 0,-32-53-101 0 0,-10-13-73 0 0,0-1 0 0 0,0 0 1 0 0,1 1-1 0 0,-1-1 0 0 0,0 0 0 0 0,1 0 0 0 0,-1 1 1 0 0,0-1-1 0 0,1 0 0 0 0,-1 0 0 0 0,0 1 0 0 0,1-1 1 0 0,-1 0-1 0 0,0 0 0 0 0,1 0 0 0 0,-1 0 0 0 0,0 1 1 0 0,1-1-1 0 0,-1 0 0 0 0,1 0 0 0 0,-1 0 0 0 0,0 0 1 0 0,1 0-1 0 0,-1 0 0 0 0,1 0 0 0 0,-1 0 0 0 0,0 0 0 0 0,1 0 1 0 0,-1 0-1 0 0,1-1 0 0 0,-1 1 0 0 0,0 0 0 0 0,1 0 1 0 0,-1 0-1 0 0,0 0 0 0 0,1-1 0 0 0,-1 1 0 0 0,0 0 1 0 0,1-1-1 0 0,4-5-145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3.7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64 173 1375 0 0,'-5'1'701'0'0,"0"-1"0"0"0,0 1 0 0 0,1 0-1 0 0,-8 3 1 0 0,7-2 521 0 0,1-1 1 0 0,-1 0-1 0 0,0 0 1 0 0,-8 1 603 0 0,18-8 2898 0 0,3 1-4536 0 0,0 1-1 0 0,0 0 1 0 0,0 0-1 0 0,0 1 1 0 0,11-4-1 0 0,51-9 1270 0 0,10-3-463 0 0,27-21-406 0 0,44-14 67 0 0,-128 49-595 0 0,-17 4-77 0 0,0 0 0 0 0,0 0 1 0 0,0-1-1 0 0,0 0 0 0 0,0 0 0 0 0,7-4 1 0 0,-13 6-14 0 0,0 0 1 0 0,0 0-1 0 0,0 0 1 0 0,0 0-1 0 0,0 0 1 0 0,0 0-1 0 0,-1 0 1 0 0,1 0-1 0 0,0 0 1 0 0,0 0-1 0 0,0-1 1 0 0,0 1-1 0 0,0 0 1 0 0,0 0-1 0 0,0 0 1 0 0,0 0-1 0 0,0 0 1 0 0,0 0-1 0 0,-1 0 1 0 0,1 0 0 0 0,0 0-1 0 0,0 0 1 0 0,0 0-1 0 0,0-1 1 0 0,0 1-1 0 0,0 0 1 0 0,0 0-1 0 0,0 0 1 0 0,0 0-1 0 0,0 0 1 0 0,0 0-1 0 0,0 0 1 0 0,0-1-1 0 0,0 1 1 0 0,0 0-1 0 0,0 0 1 0 0,0 0-1 0 0,0 0 1 0 0,0 0-1 0 0,0 0 1 0 0,0 0 0 0 0,0 0-1 0 0,0-1 1 0 0,0 1-1 0 0,0 0 1 0 0,0 0-1 0 0,0 0 1 0 0,1 0-1 0 0,-1 0 1 0 0,0 0-1 0 0,0 0 1 0 0,0 0-1 0 0,0 0 1 0 0,0 0-1 0 0,0-1 1 0 0,0 1-1 0 0,0 0 1 0 0,0 0-1 0 0,0 0 1 0 0,1 0-1 0 0,-1 0 1 0 0,-10 0-3622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4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26 599 0 0,'-1'-11'11539'0'0,"2"11"-11282"0"0,15 6 5938 0 0,-6-2-8336 0 0,-5-2 2343 0 0,0 0 0 0 0,0 0 0 0 0,0-1 0 0 0,0 0 0 0 0,1 0 0 0 0,-1 0 0 0 0,0 0 0 0 0,1-1 0 0 0,7 0 0 0 0,7-2 105 0 0,25-5-1 0 0,-14 2 171 0 0,21-4 273 0 0,-32 5-676 0 0,0 0 0 0 0,0 2 0 0 0,0 0 0 0 0,37 2 0 0 0,-55 0-74 0 0,0 1 0 0 0,0-1 0 0 0,0 1 0 0 0,0-1 0 0 0,0 1 0 0 0,0 0 0 0 0,0 0 0 0 0,3 2 0 0 0,-5-3 0 0 0,1 0 0 0 0,-1 0 0 0 0,0 1 0 0 0,0-1 0 0 0,1 0 0 0 0,-1 0 0 0 0,0 1 0 0 0,0-1 0 0 0,1 0 0 0 0,-1 1 0 0 0,0-1 0 0 0,0 0 0 0 0,0 1 0 0 0,1-1 0 0 0,-1 0 0 0 0,0 1 0 0 0,0-1 0 0 0,0 1 0 0 0,0-1 0 0 0,0 0 0 0 0,0 1 0 0 0,0-1 0 0 0,0 1 0 0 0,0-1 0 0 0,0 0 0 0 0,0 1 0 0 0,0-1 0 0 0,0 0 0 0 0,0 1 0 0 0,0-1 0 0 0,0 1 0 0 0,-1-1 0 0 0,1 0 0 0 0,0 1 0 0 0,0-1 0 0 0,0 0 0 0 0,-1 1 0 0 0,1-1 0 0 0,0 0 0 0 0,0 1 0 0 0,-1-1 0 0 0,1 0 0 0 0,0 0 0 0 0,0 1 0 0 0,-1-1 0 0 0,1 0 0 0 0,0 0 0 0 0,-1 0 0 0 0,1 1 0 0 0,-1-1 0 0 0,-10 10 77 0 0,0 1-1 0 0,1 0 0 0 0,0 0 1 0 0,-12 20-1 0 0,8-12 118 0 0,4-7-16 0 0,-1-1-1 0 0,1-1 0 0 0,-2 0 1 0 0,-23 17-1 0 0,20-17-123 0 0,1 2 0 0 0,-22 21 0 0 0,27-23-247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9.1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173 533 3223 0 0,'1'0'240'0'0,"3"-1"286"0"0,0 0-1 0 0,0 0 0 0 0,0 0 0 0 0,0 0 1 0 0,0-1-1 0 0,0 0 0 0 0,0 0 0 0 0,0 0 1 0 0,-1 0-1 0 0,1 0 0 0 0,-1-1 0 0 0,1 0 0 0 0,3-3 1 0 0,-7 4-300 0 0,1 1 1 0 0,0 0 0 0 0,-1-1-1 0 0,1 1 1 0 0,-1-1 0 0 0,0 1 0 0 0,1-1-1 0 0,-1 0 1 0 0,0 1 0 0 0,0-1-1 0 0,0 1 1 0 0,0-1 0 0 0,0 1-1 0 0,0-1 1 0 0,-1 1 0 0 0,1-1-1 0 0,0 0 1 0 0,-1 1 0 0 0,1 0-1 0 0,-2-4 1 0 0,0 2 4 0 0,0-1-1 0 0,1 1 1 0 0,-1 0 0 0 0,0-1-1 0 0,-1 1 1 0 0,1 0-1 0 0,-5-4 1 0 0,0 1-66 0 0,0 1 0 0 0,-1 0 0 0 0,1 0 0 0 0,-2 1 0 0 0,1-1 0 0 0,0 2 0 0 0,-1-1-1 0 0,-15-3 1 0 0,19 6-123 0 0,0-1 0 0 0,-1 1 0 0 0,1 1-1 0 0,-1-1 1 0 0,1 1 0 0 0,0 0-1 0 0,-1 0 1 0 0,1 1 0 0 0,-1-1-1 0 0,1 1 1 0 0,0 0 0 0 0,-1 1-1 0 0,1-1 1 0 0,0 1 0 0 0,0 0 0 0 0,-6 3-1 0 0,9-3-41 0 0,0 0 0 0 0,0 0 0 0 0,0 0 0 0 0,0 0 0 0 0,0 1 0 0 0,0-1 0 0 0,0 1 0 0 0,1-1 0 0 0,0 1 0 0 0,-1-1 0 0 0,1 1 0 0 0,0 0 0 0 0,0-1 0 0 0,0 1 0 0 0,0 0 0 0 0,1 0 0 0 0,-1 0 0 0 0,1 0 0 0 0,0 0 0 0 0,0 5 0 0 0,0 3 0 0 0,1 1 0 0 0,0-1 0 0 0,6 22 0 0 0,-4-20 12 0 0,1-1 0 0 0,0 0 0 0 0,1 1-1 0 0,10 17 1 0 0,-13-27 24 0 0,0 1-1 0 0,0-1 1 0 0,0 0 0 0 0,1 1-1 0 0,-1-1 1 0 0,1 0 0 0 0,0-1-1 0 0,0 1 1 0 0,0 0 0 0 0,0-1-1 0 0,1 0 1 0 0,-1 1-1 0 0,1-1 1 0 0,-1-1 0 0 0,1 1-1 0 0,0 0 1 0 0,0-1 0 0 0,6 2-1 0 0,-6-3-12 0 0,-1 0 0 0 0,1 0 0 0 0,-1 0 0 0 0,0-1 0 0 0,1 1-1 0 0,-1-1 1 0 0,1 0 0 0 0,-1 0 0 0 0,0 0 0 0 0,0 0 0 0 0,0-1 0 0 0,1 1 0 0 0,-1-1-1 0 0,-1 0 1 0 0,1 0 0 0 0,0 0 0 0 0,0 0 0 0 0,-1 0 0 0 0,1-1 0 0 0,-1 1 0 0 0,0-1-1 0 0,3-2 1 0 0,1-3 24 0 0,-1 0 1 0 0,0-1-1 0 0,0 1 0 0 0,0-1 0 0 0,-1 0 0 0 0,4-15 0 0 0,1-8 106 0 0,-1-1-1 0 0,-3-1 1 0 0,3-43-1 0 0,-5-102 216 0 0,-1 4-263 0 0,-3 157-39 0 0,0 15 4 0 0,0 12 39 0 0,-17 207 67 0 0,16-154-104 0 0,8 93 0 0 0,-6-151-69 0 0,1 7-47 0 0,1 0 1 0 0,4 17-1 0 0,-6-26-63 0 0,1-1 1 0 0,-1 1-1 0 0,1 0 0 0 0,0 0 1 0 0,-1 0-1 0 0,1 0 1 0 0,0 0-1 0 0,0-1 0 0 0,0 1 1 0 0,1 0-1 0 0,-1-1 1 0 0,0 1-1 0 0,1-1 1 0 0,-1 1-1 0 0,1-1 0 0 0,-1 0 1 0 0,1 0-1 0 0,-1 0 1 0 0,1 1-1 0 0,0-1 0 0 0,2 0 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9.4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83 4607 0 0,'2'-7'122'0'0,"0"-1"-1"0"0,0 1 0 0 0,0-11 0 0 0,-2 15 243 0 0,0 1-1 0 0,0-1 1 0 0,0 1-1 0 0,0-1 0 0 0,0 1 1 0 0,-1-1-1 0 0,1 1 1 0 0,-1-1-1 0 0,0 1 0 0 0,1 0 1 0 0,-1-1-1 0 0,0 1 1 0 0,-1 0-1 0 0,0-3 0 0 0,1 5-245 0 0,1-1 0 0 0,0 1-1 0 0,0 0 1 0 0,0 0 0 0 0,0 0 0 0 0,0-1-1 0 0,-1 1 1 0 0,1 0 0 0 0,0 0-1 0 0,0 0 1 0 0,0 0 0 0 0,0 0-1 0 0,-1-1 1 0 0,1 1 0 0 0,0 0 0 0 0,0 0-1 0 0,0 0 1 0 0,-1 0 0 0 0,1 0-1 0 0,0 0 1 0 0,0 0 0 0 0,-1 0 0 0 0,1 0-1 0 0,0 0 1 0 0,0 0 0 0 0,-1 0-1 0 0,1 0 1 0 0,0 0 0 0 0,0 0-1 0 0,0 0 1 0 0,-1 0 0 0 0,1 0 0 0 0,0 0-1 0 0,0 0 1 0 0,-1 0 0 0 0,-5 9 1945 0 0,-2 14-581 0 0,8-22-1233 0 0,-10 39 569 0 0,2 0-1 0 0,1 1 1 0 0,3 0 0 0 0,0 43-1 0 0,4-78-766 0 0,0 0 0 0 0,0 1-1 0 0,1-1 1 0 0,0 0 0 0 0,2 10 0 0 0,-2-15-72 0 0,-1 0 0 0 0,1 0 1 0 0,-1 0-1 0 0,1 0 1 0 0,-1 0-1 0 0,1 0 1 0 0,-1 0-1 0 0,1 0 0 0 0,0 0 1 0 0,0 0-1 0 0,-1-1 1 0 0,1 1-1 0 0,0 0 1 0 0,0 0-1 0 0,0-1 0 0 0,0 1 1 0 0,0-1-1 0 0,0 1 1 0 0,0-1-1 0 0,0 1 1 0 0,0-1-1 0 0,0 1 0 0 0,0-1 1 0 0,0 0-1 0 0,1 0 1 0 0,-1 1-1 0 0,0-1 1 0 0,0 0-1 0 0,0 0 0 0 0,0 0 1 0 0,0 0-1 0 0,1-1 1 0 0,-1 1-1 0 0,0 0 1 0 0,0 0-1 0 0,0-1 0 0 0,1 0 1 0 0,20-6-3079 0 0,-12 1-3917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9.7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58 1375 0 0,'0'-3'241'0'0,"0"1"-1"0"0,0-1 0 0 0,1 0 0 0 0,-1 0 0 0 0,1 0 0 0 0,0 1 0 0 0,0-1 0 0 0,0 0 0 0 0,0 1 0 0 0,0-1 0 0 0,1 1 0 0 0,-1-1 0 0 0,4-2 0 0 0,-4 3 149 0 0,0 1-1 0 0,0-1 1 0 0,1 1-1 0 0,-1 0 1 0 0,1-1-1 0 0,0 1 1 0 0,-1 0-1 0 0,1 0 1 0 0,0 0-1 0 0,-1 0 1 0 0,1 1 0 0 0,0-1-1 0 0,0 0 1 0 0,0 1-1 0 0,0-1 1 0 0,0 1-1 0 0,0 0 1 0 0,-1 0-1 0 0,1-1 1 0 0,4 2-1 0 0,-4-1-154 0 0,-1 0-1 0 0,1 0 0 0 0,-1 1 0 0 0,1-1 1 0 0,0 0-1 0 0,-1 1 0 0 0,1 0 1 0 0,-1-1-1 0 0,0 1 0 0 0,1 0 1 0 0,-1 0-1 0 0,1 0 0 0 0,-1 0 0 0 0,0 0 1 0 0,0 0-1 0 0,0 0 0 0 0,0 0 1 0 0,1 0-1 0 0,0 2 0 0 0,-1 0-2 0 0,0-1 1 0 0,1 1-1 0 0,-1 0 0 0 0,0 0 0 0 0,0-1 1 0 0,-1 1-1 0 0,1 0 0 0 0,0 0 0 0 0,-1 5 1 0 0,0 2 31 0 0,0-1 0 0 0,0 0 0 0 0,-2 0 0 0 0,1 0 0 0 0,-5 16 1 0 0,-2-6-41 0 0,6-15-174 0 0,0 1 0 0 0,1-1 1 0 0,-1 0-1 0 0,1 0 0 0 0,0 1 0 0 0,0-1 0 0 0,0 0 0 0 0,0 1 0 0 0,1-1 1 0 0,0 1-1 0 0,0 8 0 0 0,0-12-42 0 0,1-1 0 0 0,-1 1 0 0 0,0 0 0 0 0,0-1 0 0 0,1 1 0 0 0,-1 0 0 0 0,1-1 0 0 0,-1 1 0 0 0,1 0 0 0 0,-1-1 0 0 0,1 1 0 0 0,-1-1 0 0 0,1 1 0 0 0,-1-1 0 0 0,1 1 0 0 0,-1-1 0 0 0,1 1 0 0 0,0-1 0 0 0,-1 0 0 0 0,1 1 0 0 0,0-1 1 0 0,0 0-1 0 0,1 1 0 0 0,0-1 5 0 0,0 0 1 0 0,0 1-1 0 0,0-1 1 0 0,0 0-1 0 0,0 0 1 0 0,1-1-1 0 0,-1 1 1 0 0,3-1-1 0 0,4-2 38 0 0,-1 0 0 0 0,17-8-1 0 0,-25 11-47 0 0,10-5-25 0 0,5-1-67 0 0,-1-2 1 0 0,1 0-1 0 0,-1-1 1 0 0,-1 0-1 0 0,16-14 1 0 0,-25 18-714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09.9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28 6447 0 0,'0'-1'77'0'0,"0"0"-1"0"0,0 0 0 0 0,0 0 1 0 0,0 0-1 0 0,0 0 0 0 0,0 0 1 0 0,0 0-1 0 0,1 0 0 0 0,-1 0 1 0 0,0 0-1 0 0,0 0 0 0 0,1 0 1 0 0,-1 0-1 0 0,1 0 1 0 0,-1 0-1 0 0,1 0 0 0 0,-1 0 1 0 0,1 0-1 0 0,0 1 0 0 0,-1-1 1 0 0,1 0-1 0 0,0 0 0 0 0,0 1 1 0 0,0-1-1 0 0,2 0 375 0 0,-1 0 0 0 0,1 0 0 0 0,-1 1 0 0 0,1-1 0 0 0,0 1 0 0 0,-1-1 0 0 0,1 1 0 0 0,4 1 0 0 0,-1-1 189 0 0,1 0-1 0 0,-1 1 0 0 0,0-1 1 0 0,1 2-1 0 0,-1-1 1 0 0,0 1-1 0 0,0 0 0 0 0,0 0 1 0 0,11 6-1 0 0,-11-4-301 0 0,-1-1-1 0 0,1 1 1 0 0,-1 0-1 0 0,0 1 1 0 0,-1-1-1 0 0,1 1 0 0 0,-1 0 1 0 0,7 10-1 0 0,-6-7-241 0 0,-1 0-1 0 0,0 0 0 0 0,0 0 0 0 0,-1 0 1 0 0,-1 1-1 0 0,1-1 0 0 0,-1 1 0 0 0,0 0 1 0 0,-1 0-1 0 0,0-1 0 0 0,-1 1 0 0 0,0 0 1 0 0,0 0-1 0 0,-3 15 0 0 0,0-7 8 0 0,-1 0-1 0 0,-1-1 1 0 0,-1 0-1 0 0,-11 24 1 0 0,-38 58-2329 0 0,34-64-2289 0 0,2 1-2797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12.5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326 84 3223 0 0,'2'-4'334'0'0,"0"0"-1"0"0,0-1 0 0 0,0 1 0 0 0,1 1 1 0 0,-1-1-1 0 0,5-5 0 0 0,-3 5 216 0 0,7-11 3813 0 0,17-16 0 0 0,-38 39-3950 0 0,1 0 0 0 0,-1-1 0 0 0,-21 11 0 0 0,-47 22 513 0 0,49-26-297 0 0,-92 34 235 0 0,94-38-794 0 0,-2-2 115 0 0,21-7 50 0 0,0 2-1 0 0,-15 5 1 0 0,23-8-181 0 0,-1 0-37 0 0,1 0 0 0 0,0 1-1 0 0,-1-1 1 0 0,1 0 0 0 0,0 0-1 0 0,0 0 1 0 0,-1 1 0 0 0,1-1-1 0 0,0 0 1 0 0,0 1 0 0 0,-1-1-1 0 0,1 0 1 0 0,0 0 0 0 0,0 1-1 0 0,0-1 1 0 0,-1 0 0 0 0,1 1-1 0 0,0-1 1 0 0,0 0-1 0 0,0 1 1 0 0,0-1 0 0 0,0 0-1 0 0,0 1 1 0 0,0-1 0 0 0,0 1-1 0 0,0-1 1 0 0,0 0 0 0 0,0 1-1 0 0,0-1 1 0 0,0 0 0 0 0,0 1-1 0 0,0-1 1 0 0,0 0 0 0 0,0 1-1 0 0,1-1 1 0 0,-1 0 0 0 0,0 1-1 0 0,2 6-4 0 0,1 9 109 0 0,1 1 0 0 0,1-1 0 0 0,11 25 0 0 0,74 141 1289 0 0,-89-180-1383 0 0,1 0-1 0 0,0 0 1 0 0,-1 0 0 0 0,1 0-1 0 0,0 0 1 0 0,0 0 0 0 0,0 0-1 0 0,4 2 1 0 0,8 7 158 0 0,-14-10-187 0 0,0-1 1 0 0,0 0 0 0 0,1 1-1 0 0,-1-1 1 0 0,0 0-1 0 0,0 1 1 0 0,0-1-1 0 0,0 0 1 0 0,0 1 0 0 0,0-1-1 0 0,0 1 1 0 0,0-1-1 0 0,0 0 1 0 0,0 1-1 0 0,0-1 1 0 0,0 1 0 0 0,0-1-1 0 0,0 0 1 0 0,0 1-1 0 0,0-1 1 0 0,0 0-1 0 0,0 1 1 0 0,0-1 0 0 0,-1 0-1 0 0,1 1 1 0 0,0-1-1 0 0,0 0 1 0 0,0 1-1 0 0,-1-1 1 0 0,1 0 0 0 0,0 1-1 0 0,0-1 1 0 0,-1 0-1 0 0,1 0 1 0 0,0 1-1 0 0,-1-1 1 0 0,1 0 0 0 0,-3 3-156 0 0,-1 3-163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13.4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 32 1375 0 0,'-6'-32'16830'0'0,"11"36"-16675"0"0,-1 1 1 0 0,1-1 0 0 0,-1 1 0 0 0,1 0-1 0 0,-2 0 1 0 0,1 1 0 0 0,0-1 0 0 0,-1 1-1 0 0,0 0 1 0 0,4 11 0 0 0,28 120 1075 0 0,-32-122-1110 0 0,-2-11-109 0 0,-1 0 0 0 0,1 0 0 0 0,-1-1-1 0 0,1 1 1 0 0,0 0 0 0 0,0-1 0 0 0,1 1 0 0 0,-1-1-1 0 0,1 1 1 0 0,0-1 0 0 0,0 0 0 0 0,0 1 0 0 0,0-1-1 0 0,5 4 1 0 0,-5-5-2 0 0,11 9-31 0 0,-13-11 21 0 0,1 0 1 0 0,-1 0 0 0 0,0 0-1 0 0,0 0 1 0 0,0 0 0 0 0,0 0-1 0 0,0 1 1 0 0,0-1 0 0 0,0 0-1 0 0,0 0 1 0 0,0 0 0 0 0,0 0-1 0 0,0 0 1 0 0,0 0 0 0 0,0 0-1 0 0,0 1 1 0 0,0-1 0 0 0,0 0 0 0 0,1 0-1 0 0,-1 0 1 0 0,0 0 0 0 0,0 0-1 0 0,-1 1 1 0 0,1-1 0 0 0,0 0-1 0 0,0 0 1 0 0,0 0 0 0 0,0 0-1 0 0,0 0 1 0 0,0 0 0 0 0,0 1-1 0 0,0-1 1 0 0,0 0 0 0 0,0 0-1 0 0,0 0 1 0 0,0 0 0 0 0,0 0-1 0 0,-11 2 104 0 0,-2-2-74 0 0,0 0 1 0 0,0 1 0 0 0,0 1 0 0 0,0 0 0 0 0,0 1 0 0 0,0 1 0 0 0,1 0 0 0 0,-1 0 0 0 0,1 1 0 0 0,0 1 0 0 0,0 0 0 0 0,-15 11 0 0 0,15-9-30 0 0,-5 3-130 0 0,0 0 0 0 0,1 1 0 0 0,-15 14 1 0 0,28-22-1576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14.4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225 76 455 0 0,'0'-13'1268'0'0,"2"1"-1"0"0,3-21 0 0 0,-5 33-1168 0 0,0-1 0 0 0,1 1 0 0 0,-1-1 0 0 0,0 1 1 0 0,0-1-1 0 0,0 1 0 0 0,0-1 0 0 0,0 0 0 0 0,0 1 0 0 0,0-1 1 0 0,0 1-1 0 0,0-1 0 0 0,0 1 0 0 0,0-1 0 0 0,-1 1 1 0 0,1-1-1 0 0,0 1 0 0 0,0-1 0 0 0,0 1 0 0 0,-1-1 0 0 0,1 1 1 0 0,0-1-1 0 0,-1 1 0 0 0,1-1 0 0 0,0 1 0 0 0,-1-1 0 0 0,1 1 1 0 0,0 0-1 0 0,-1-1 0 0 0,1 1 0 0 0,-1 0 0 0 0,1-1 0 0 0,-1 1 1 0 0,1 0-1 0 0,-1 0 0 0 0,1-1 0 0 0,-1 1 0 0 0,1 0 0 0 0,-1 0 1 0 0,1 0-1 0 0,-1 0 0 0 0,1 0 0 0 0,-1 0 0 0 0,0 0 0 0 0,1 0 1 0 0,-1 0-1 0 0,-2 0 2136 0 0,-1 1-2126 0 0,-1 0-58 0 0,0 1 1 0 0,1 0-1 0 0,-1 0 1 0 0,1 0-1 0 0,-1 0 0 0 0,1 0 1 0 0,0 1-1 0 0,-5 4 1 0 0,-9 6 142 0 0,0 0 1 0 0,-1-2 0 0 0,-33 15 0 0 0,37-18 76 0 0,4-3 7 0 0,9-4-158 0 0,0-1 0 0 0,0 1 1 0 0,0 0-1 0 0,0 0 0 0 0,0 0 0 0 0,0 0 0 0 0,1 0 0 0 0,-1 0 0 0 0,0 1 0 0 0,1-1 0 0 0,-1 1 1 0 0,1-1-1 0 0,-1 1 0 0 0,1-1 0 0 0,0 1 0 0 0,-1 0 0 0 0,1 0 0 0 0,-1 2 0 0 0,1-2-23 0 0,1-1 0 0 0,0 0-1 0 0,0 0 1 0 0,0 0 0 0 0,0 1-1 0 0,-1-1 1 0 0,2 0 0 0 0,-1 0-1 0 0,0 0 1 0 0,0 1-1 0 0,0-1 1 0 0,0 0 0 0 0,1 0-1 0 0,-1 0 1 0 0,1 1 0 0 0,-1-1-1 0 0,1 0 1 0 0,-1 0 0 0 0,1 0-1 0 0,1 1 1 0 0,19 20 859 0 0,-6-8-483 0 0,3 3 208 0 0,-14-13-503 0 0,0-1 0 0 0,0 1 0 0 0,0 1 0 0 0,5 6 0 0 0,-8-9-218 0 0,0-1 0 0 0,0 1 1 0 0,-1 0-1 0 0,1-1 0 0 0,0 1 1 0 0,-1 0-1 0 0,1 0 0 0 0,-1 0 1 0 0,0-1-1 0 0,0 1 0 0 0,1 0 1 0 0,-1 0-1 0 0,0 0 0 0 0,-1 0 1 0 0,1 0-1 0 0,0 0 0 0 0,0-1 1 0 0,-1 3-1 0 0,-1 3-4688 0 0,0 1-1660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0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355 798 6911 0 0,'1'-6'234'0'0,"0"-1"0"0"0,1 1-1 0 0,-1-1 1 0 0,1 1 0 0 0,5-10-1 0 0,0-4 875 0 0,-4 9-328 0 0,0-1 0 0 0,0 1 0 0 0,-1-1 0 0 0,-1 1 0 0 0,0-1 0 0 0,0 1 0 0 0,-1-1 0 0 0,-1 0 0 0 0,0 1 0 0 0,-3-15 0 0 0,2 20-638 0 0,1 0 0 0 0,-1 0 0 0 0,0 0 0 0 0,-1 1 1 0 0,1-1-1 0 0,-1 1 0 0 0,0 0 0 0 0,-1 0 0 0 0,1 0 0 0 0,-1 0 0 0 0,0 0 0 0 0,0 1 0 0 0,-1 0 0 0 0,1 0 0 0 0,-1 0 1 0 0,0 0-1 0 0,0 1 0 0 0,0 0 0 0 0,0 0 0 0 0,-1 0 0 0 0,-7-2 0 0 0,3 1-141 0 0,1 1 0 0 0,-1 0 0 0 0,0 1 0 0 0,0 0 0 0 0,0 1-1 0 0,-18-1 1 0 0,22 3-8 0 0,0-1 0 0 0,-1 1 0 0 0,1 0 0 0 0,0 0 0 0 0,0 1 0 0 0,0 0 0 0 0,1 0 0 0 0,-1 0 0 0 0,0 1 0 0 0,1 0 0 0 0,-1 0 0 0 0,-6 5 0 0 0,1 1-10 0 0,0 0 0 0 0,1 0 0 0 0,0 1 0 0 0,1 1 0 0 0,0 0 0 0 0,0 0 0 0 0,1 1 0 0 0,1-1 0 0 0,0 2 0 0 0,-7 15 0 0 0,10-18 14 0 0,1-1-1 0 0,0 1 0 0 0,1-1 0 0 0,0 1 0 0 0,0 0 0 0 0,1 0 0 0 0,0 0 1 0 0,1 0-1 0 0,0 0 0 0 0,0 0 0 0 0,1 0 0 0 0,1 0 0 0 0,-1 0 1 0 0,2 0-1 0 0,3 10 0 0 0,-5-16 4 0 0,0-1-1 0 0,1 0 1 0 0,-1 1 0 0 0,1-1 0 0 0,0 0-1 0 0,0 0 1 0 0,0 0 0 0 0,0 0 0 0 0,1-1-1 0 0,-1 1 1 0 0,1 0 0 0 0,0-1 0 0 0,0 0-1 0 0,-1 0 1 0 0,1 0 0 0 0,1 0 0 0 0,-1 0-1 0 0,0 0 1 0 0,0-1 0 0 0,1 0 0 0 0,-1 1-1 0 0,1-1 1 0 0,-1-1 0 0 0,1 1 0 0 0,-1 0-1 0 0,1-1 1 0 0,0 0 0 0 0,-1 0 0 0 0,1 0-1 0 0,-1 0 1 0 0,1 0 0 0 0,0-1 0 0 0,-1 0-1 0 0,1 1 1 0 0,-1-1 0 0 0,1-1 0 0 0,-1 1-1 0 0,0 0 1 0 0,1-1 0 0 0,-1 0 0 0 0,0 0-1 0 0,6-4 1 0 0,5-6 95 0 0,-1-2-1 0 0,0 1 1 0 0,-1-2 0 0 0,0 1-1 0 0,-1-2 1 0 0,-1 0 0 0 0,0 0-1 0 0,-1 0 1 0 0,8-23 0 0 0,0-4 149 0 0,-3-2 1 0 0,15-71-1 0 0,-21 72-97 0 0,3-85 1 0 0,-12-45-25 0 0,-1 57-117 0 0,-2 183-6 0 0,1 23 0 0 0,40 390 79 0 0,-13-213 154 0 0,-22-254-515 0 0,-2-12 228 0 0,0 0 0 0 0,0 1-1 0 0,0-1 1 0 0,0 0 0 0 0,0 0-1 0 0,0 0 1 0 0,0 1 0 0 0,0-1 0 0 0,0 0-1 0 0,0 0 1 0 0,0 0 0 0 0,0 0-1 0 0,0 1 1 0 0,0-1 0 0 0,0 0-1 0 0,1 0 1 0 0,-1 0 0 0 0,0 0 0 0 0,0 1-1 0 0,0-1 1 0 0,0 0 0 0 0,0 0-1 0 0,0 0 1 0 0,0 0 0 0 0,0 0 0 0 0,1 0-1 0 0,-1 1 1 0 0,0-1 0 0 0,0 0-1 0 0,0 0 1 0 0,0 0 0 0 0,0 0 0 0 0,1 0-1 0 0,-1 0 1 0 0,0 0 0 0 0,0 0-1 0 0,0 0 1 0 0,0 0 0 0 0,1 0-1 0 0,-1 0 1 0 0,0 0 0 0 0,0 0 0 0 0,0 0-1 0 0,1 0 1 0 0,-1 0 0 0 0,0 0-1 0 0,0 0 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0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33 127 1375 0 0,'10'-57'689'0'0,"-1"0"5300"0"0,-9 44-3085 0 0,-3 20-52 0 0,-6 22-102 0 0,-5 36-1740 0 0,3 0-1 0 0,3 1 1 0 0,2 0 0 0 0,5 99-1 0 0,1-157-937 0 0,1 1 0 0 0,-1 0 0 0 0,1-1 0 0 0,1 1 0 0 0,0-1 0 0 0,0 1 0 0 0,4 9 0 0 0,-5-16-181 0 0,0-1 0 0 0,0 0 0 0 0,0 0-1 0 0,-1 0 1 0 0,1 0 0 0 0,0 0 0 0 0,1-1 0 0 0,-1 1 0 0 0,0 0-1 0 0,0 0 1 0 0,0-1 0 0 0,0 1 0 0 0,1-1 0 0 0,-1 1 0 0 0,0-1-1 0 0,3 1 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0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1 255 3223 0 0,'0'-8'308'0'0,"-1"-1"0"0"0,1 1 0 0 0,0 0 0 0 0,1 0 0 0 0,0 0 0 0 0,2-10 0 0 0,17-47 4583 0 0,-11 37-3248 0 0,-4 10-333 0 0,-3 9-540 0 0,0 0 1 0 0,1 0-1 0 0,0 0 0 0 0,1 1 0 0 0,0-1 0 0 0,8-11 0 0 0,-12 20-726 0 0,0-1-1 0 0,0 1 1 0 0,0 0 0 0 0,0 0-1 0 0,0 0 1 0 0,1 0 0 0 0,-1-1-1 0 0,0 1 1 0 0,0 0 0 0 0,0 0-1 0 0,0 0 1 0 0,0 0 0 0 0,0 0-1 0 0,0 0 1 0 0,1-1 0 0 0,-1 1-1 0 0,0 0 1 0 0,0 0 0 0 0,0 0-1 0 0,0 0 1 0 0,1 0 0 0 0,-1 0-1 0 0,0 0 1 0 0,0 0 0 0 0,0 0-1 0 0,0 0 1 0 0,1 0 0 0 0,-1 0-1 0 0,0 0 1 0 0,0 0 0 0 0,0 0-1 0 0,0 0 1 0 0,1 0 0 0 0,-1 0-1 0 0,0 0 1 0 0,0 0 0 0 0,0 0-1 0 0,0 0 1 0 0,1 0 0 0 0,-1 0-1 0 0,0 0 1 0 0,0 0 0 0 0,0 0-1 0 0,0 1 1 0 0,1-1 0 0 0,2 11 845 0 0,-2 20-449 0 0,-1-27-245 0 0,-4 94 218 0 0,3 55-246 0 0,1-153-170 0 0,0 3-8 0 0,0-1 1 0 0,0 1-1 0 0,0-1 0 0 0,1 1 0 0 0,-1-1 1 0 0,1 1-1 0 0,0-1 0 0 0,0 1 0 0 0,1 2 0 0 0,-2-4-45 0 0,1-1-1 0 0,-1 0 1 0 0,0 0-1 0 0,0 0 0 0 0,0 0 1 0 0,1 0-1 0 0,-1 0 0 0 0,0 0 1 0 0,0 0-1 0 0,0 0 0 0 0,1 0 1 0 0,-1 0-1 0 0,0 0 0 0 0,0 0 1 0 0,0-1-1 0 0,0 1 1 0 0,1 0-1 0 0,-1 0 0 0 0,0 0 1 0 0,0 0-1 0 0,0 0 0 0 0,0 0 1 0 0,1 0-1 0 0,-1 0 0 0 0,0-1 1 0 0,0 1-1 0 0,0 0 0 0 0,0 0 1 0 0,0 0-1 0 0,1-1 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1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17 7831 0 0,'0'-1'64'0'0,"0"1"-1"0"0,-1 0 1 0 0,1-1-1 0 0,0 1 0 0 0,0-1 1 0 0,0 1-1 0 0,-1-1 1 0 0,1 1-1 0 0,0 0 0 0 0,0-1 1 0 0,0 1-1 0 0,0-1 1 0 0,0 1-1 0 0,0-1 0 0 0,0 1 1 0 0,0-1-1 0 0,0 1 1 0 0,0-1-1 0 0,0 1 0 0 0,0-1 1 0 0,0 1-1 0 0,1 0 0 0 0,-1-1 1 0 0,0 1-1 0 0,0-1 1 0 0,0 1-1 0 0,1-1 0 0 0,-1 1 1 0 0,0 0-1 0 0,1-1 1 0 0,-1 1-1 0 0,0 0 0 0 0,1-1 1 0 0,0 1-1 0 0,0-1 262 0 0,0 1-1 0 0,1 0 0 0 0,-1 0 1 0 0,1 0-1 0 0,-1 0 1 0 0,0 0-1 0 0,1 0 0 0 0,-1 0 1 0 0,1 1-1 0 0,-1-1 1 0 0,0 0-1 0 0,3 2 0 0 0,1 0 195 0 0,1 0 0 0 0,-1 0 0 0 0,0 1 0 0 0,1 0 0 0 0,-1 0 0 0 0,-1 0 0 0 0,1 1 0 0 0,0 0 0 0 0,-1 0 0 0 0,0 0 0 0 0,6 6 0 0 0,-6-3-260 0 0,1-1 0 0 0,-1 1-1 0 0,0 0 1 0 0,-1 0-1 0 0,0 0 1 0 0,0 1-1 0 0,4 13 1 0 0,-4-8-225 0 0,-1 1-1 0 0,-1-1 1 0 0,0 1-1 0 0,0-1 1 0 0,-2 1-1 0 0,1-1 1 0 0,-2 1-1 0 0,0-1 1 0 0,-6 24-1 0 0,-6 1-26 0 0,-1-1 0 0 0,-33 57 0 0 0,2-2-2321 0 0,34-64-5117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1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80 12895 0 0,'-1'-2'219'0'0,"0"0"0"0"0,0 1-1 0 0,0-1 1 0 0,0 0 0 0 0,0 0 0 0 0,0 0-1 0 0,1 0 1 0 0,-1 0 0 0 0,1 0 0 0 0,0 0-1 0 0,-1 0 1 0 0,1 0 0 0 0,0 0 0 0 0,0 0-1 0 0,0 0 1 0 0,1 0 0 0 0,-1 0-1 0 0,0 0 1 0 0,2-4 0 0 0,-1 3 182 0 0,5-31 2834 0 0,-14 46-4334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2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195 607 4607 0 0,'7'-8'1174'0'0,"-1"-1"0"0"0,0 0 0 0 0,10-20 0 0 0,-14 25-815 0 0,5-9 850 0 0,-1 0 0 0 0,-1-1 0 0 0,0 1 1 0 0,0-1-1 0 0,-2 0 0 0 0,0 0 0 0 0,3-29 0 0 0,-6 39-1025 0 0,0-1-1 0 0,0 0 1 0 0,-1 0-1 0 0,1 0 1 0 0,-1 0-1 0 0,0 0 1 0 0,-1 0-1 0 0,1 0 1 0 0,-1 1-1 0 0,0-1 1 0 0,-4-6-1 0 0,4 8-145 0 0,-1-1 0 0 0,1 1 0 0 0,-1 0 0 0 0,0 1-1 0 0,0-1 1 0 0,0 0 0 0 0,0 1 0 0 0,-1 0 0 0 0,1-1 0 0 0,-1 1-1 0 0,1 1 1 0 0,-1-1 0 0 0,0 0 0 0 0,0 1 0 0 0,0 0 0 0 0,-4-1-1 0 0,3 1-25 0 0,0 0 0 0 0,0 0 0 0 0,0 1 0 0 0,0-1 0 0 0,0 1-1 0 0,0 0 1 0 0,0 1 0 0 0,-1-1 0 0 0,1 1 0 0 0,0 0 0 0 0,0 0-1 0 0,1 1 1 0 0,-1-1 0 0 0,0 1 0 0 0,-5 3 0 0 0,4-1-5 0 0,0 0 0 0 0,0 0-1 0 0,0 1 1 0 0,1 0 0 0 0,-1 0 0 0 0,1 0 0 0 0,1 1 0 0 0,-1-1 0 0 0,-6 12 0 0 0,3-4-25 0 0,1 2-1 0 0,0-1 1 0 0,2 1-1 0 0,-1 0 1 0 0,2 0 0 0 0,0 0-1 0 0,0 1 1 0 0,2-1 0 0 0,-2 20-1 0 0,4-23 19 0 0,0 0 0 0 0,1 1 0 0 0,0-1 0 0 0,4 14 0 0 0,-5-22 0 0 0,2 1 0 0 0,-1-1 0 0 0,0 1 0 0 0,1-1 0 0 0,0 0 0 0 0,0 0 0 0 0,0 1 0 0 0,1-1 0 0 0,-1-1 0 0 0,1 1 0 0 0,0 0 0 0 0,0-1 0 0 0,0 1 0 0 0,5 2 0 0 0,-6-4 0 0 0,0-1 0 0 0,0 0 0 0 0,0 1 0 0 0,0-1 0 0 0,0 0 0 0 0,0-1 0 0 0,1 1 0 0 0,-1 0 0 0 0,0-1 0 0 0,1 1 0 0 0,-1-1 0 0 0,0 0 0 0 0,1 1 0 0 0,-1-1 0 0 0,5-1 0 0 0,-3 0 0 0 0,0 0 0 0 0,0 0 0 0 0,0 0 0 0 0,0 0 0 0 0,0-1 0 0 0,0 0 0 0 0,-1 0 0 0 0,6-3 0 0 0,0-2 0 0 0,0 0 0 0 0,-1 0 0 0 0,1-1 0 0 0,-2-1 0 0 0,13-15 0 0 0,0-5 29 0 0,-2-2-1 0 0,-1 0 1 0 0,-2 0 0 0 0,0-2-1 0 0,13-48 1 0 0,32-175-41 0 0,-57 244 50 0 0,2-11 77 0 0,-2 0 1 0 0,2-30-1 0 0,-7 41-67 0 0,-2 18 16 0 0,-4 18 16 0 0,2 10-73 0 0,1 1 0 0 0,0 39 0 0 0,5 71 28 0 0,1-61-27 0 0,-1-68-8 0 0,-1 22 0 0 0,2 0 0 0 0,2 0 0 0 0,10 52 0 0 0,-2-57-19 0 0,-11-31 17 0 0,1 0-1 0 0,0 0 0 0 0,1 0 1 0 0,-1 0-1 0 0,0 0 0 0 0,1 0 1 0 0,-1 0-1 0 0,1-1 0 0 0,-1 1 1 0 0,1 0-1 0 0,0-1 0 0 0,3 3 1 0 0,0-3-1546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2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69 5983 0 0,'5'-49'674'0'0,"-4"29"2976"0"0,-8 37 860 0 0,-27 117 374 0 0,24-82-3907 0 0,-5 103 0 0 0,15-136-781 0 0,2 26 1 0 0,-1-39-179 0 0,0 0 1 0 0,0 0 0 0 0,0 0-1 0 0,1 0 1 0 0,0-1-1 0 0,0 1 1 0 0,1-1 0 0 0,4 9-1 0 0,-6-12-98 0 0,1-1 1 0 0,-1 1-1 0 0,0-1 0 0 0,1 0 0 0 0,-1 0 1 0 0,1 1-1 0 0,0-1 0 0 0,-1 0 1 0 0,1 0-1 0 0,0 0 0 0 0,0-1 0 0 0,-1 1 1 0 0,1 0-1 0 0,0-1 0 0 0,0 1 0 0 0,0-1 1 0 0,0 0-1 0 0,0 1 0 0 0,0-1 0 0 0,0 0 1 0 0,0 0-1 0 0,0 0 0 0 0,0-1 0 0 0,0 1 1 0 0,0 0-1 0 0,0-1 0 0 0,-1 1 0 0 0,1-1 1 0 0,0 0-1 0 0,3-1 0 0 0,7-4-7056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2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 1375 0 0,'0'-9'-248'0'0,"-1"8"424"0"0,1 0 1 0 0,0 0 0 0 0,0 0 0 0 0,0 0 0 0 0,0 0 0 0 0,0 0-1 0 0,0 0 1 0 0,0 0 0 0 0,0 0 0 0 0,1 0 0 0 0,-1 0 0 0 0,0 0 0 0 0,1 0-1 0 0,-1 0 1 0 0,0 0 0 0 0,1 0 0 0 0,-1 0 0 0 0,1 1 0 0 0,0-1-1 0 0,-1 0 1 0 0,1 0 0 0 0,0 0 0 0 0,-1 1 0 0 0,1-1 0 0 0,0 0 0 0 0,0 1-1 0 0,0-1 1 0 0,-1 1 0 0 0,1-1 0 0 0,2 0 0 0 0,-1-1 292 0 0,0 1 1 0 0,1 0-1 0 0,-1-1 1 0 0,1 1-1 0 0,-1 0 1 0 0,1 0-1 0 0,0 1 1 0 0,-1-1 0 0 0,1 1-1 0 0,0-1 1 0 0,-1 1-1 0 0,1 0 1 0 0,0 0-1 0 0,0 0 1 0 0,0 0-1 0 0,-1 0 1 0 0,1 1-1 0 0,0-1 1 0 0,0 1-1 0 0,-1 0 1 0 0,1-1-1 0 0,-1 2 1 0 0,1-1 0 0 0,-1 0-1 0 0,5 3 1 0 0,-4-2-312 0 0,1 1 0 0 0,-1 0-1 0 0,0 0 1 0 0,0 0 0 0 0,-1 0 0 0 0,1 1 0 0 0,0-1 0 0 0,-1 1 0 0 0,0-1 0 0 0,0 1 0 0 0,0 0 0 0 0,0 0 0 0 0,-1 0 0 0 0,0 0 0 0 0,1 0 0 0 0,0 6 0 0 0,-2-1-135 0 0,1 0 0 0 0,-1-1 0 0 0,-1 1 0 0 0,1 0 1 0 0,-1 0-1 0 0,-1 0 0 0 0,0-1 0 0 0,-4 12 0 0 0,2-5 27 0 0,-3 23 0 0 0,7-38-46 0 0,0 1 0 0 0,0-1 1 0 0,-1 1-1 0 0,1-1 0 0 0,0 1 0 0 0,0-1 0 0 0,0 1 1 0 0,0-1-1 0 0,0 1 0 0 0,0-1 0 0 0,1 1 1 0 0,-1-1-1 0 0,0 1 0 0 0,0-1 0 0 0,0 1 1 0 0,0-1-1 0 0,1 1 0 0 0,-1-1 0 0 0,0 1 1 0 0,0-1-1 0 0,1 1 0 0 0,-1-1 0 0 0,0 1 1 0 0,1-1-1 0 0,-1 0 0 0 0,1 1 0 0 0,-1-1 0 0 0,1 1 5 0 0,0-1 0 0 0,0 0-1 0 0,0 0 1 0 0,-1 0-1 0 0,1 0 1 0 0,0 0 0 0 0,0 0-1 0 0,0 0 1 0 0,0 0-1 0 0,-1 0 1 0 0,1 0 0 0 0,0 0-1 0 0,0-1 1 0 0,0 1-1 0 0,0-1 1 0 0,5-1 20 0 0,-1-1 1 0 0,1 0-1 0 0,6-5 0 0 0,85-70-269 0 0,-58 43-2894 0 0,-25 23-3748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2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30 4143 0 0,'0'-1'105'0'0,"-1"1"0"0"0,1-1 0 0 0,0 0-1 0 0,0 0 1 0 0,0 0 0 0 0,0 0 0 0 0,0 0-1 0 0,0 0 1 0 0,0 0 0 0 0,0 0 0 0 0,0 0-1 0 0,0 1 1 0 0,0-1 0 0 0,1 0-1 0 0,-1 0 1 0 0,0 0 0 0 0,1 0 0 0 0,-1 0-1 0 0,0 1 1 0 0,1-1 0 0 0,-1 0 0 0 0,1 0-1 0 0,0 1 1 0 0,-1-1 0 0 0,1 0 0 0 0,-1 1-1 0 0,1-1 1 0 0,0 0 0 0 0,0 1 0 0 0,-1-1-1 0 0,2 0 1 0 0,0 0 324 0 0,0 1 0 0 0,0-1-1 0 0,0 0 1 0 0,1 1 0 0 0,-1 0 0 0 0,0-1-1 0 0,0 1 1 0 0,0 0 0 0 0,0 0 0 0 0,0 0 0 0 0,0 0-1 0 0,1 1 1 0 0,2 0 0 0 0,-1 0 126 0 0,1 0-1 0 0,-1 1 1 0 0,0 0-1 0 0,1 0 1 0 0,-1 0-1 0 0,0 0 1 0 0,0 0 0 0 0,-1 1-1 0 0,1 0 1 0 0,5 5-1 0 0,-4-3-204 0 0,0 1 0 0 0,0 0 0 0 0,-1 0 0 0 0,0 0 0 0 0,0 0 1 0 0,4 9-1 0 0,-4-6-264 0 0,0 1 0 0 0,-1 0 0 0 0,0 1 1 0 0,0-1-1 0 0,-1 0 0 0 0,0 1 0 0 0,-1-1 1 0 0,0 1-1 0 0,-1 13 0 0 0,-3-5-50 0 0,-1 0-1 0 0,0-1 1 0 0,-1 1-1 0 0,-1-1 0 0 0,-16 33 1 0 0,-3 12-384 0 0,19-50-45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3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10591 0 0,'0'-1'37'0'0,"0"1"-1"0"0,0 0 0 0 0,0 0 0 0 0,0 0 0 0 0,0 0 0 0 0,0 0 1 0 0,0 0-1 0 0,0 0 0 0 0,0-1 0 0 0,0 1 0 0 0,0 0 1 0 0,0 0-1 0 0,0 0 0 0 0,0 0 0 0 0,0 0 0 0 0,0 0 1 0 0,0-1-1 0 0,0 1 0 0 0,0 0 0 0 0,0 0 0 0 0,0 0 1 0 0,0 0-1 0 0,0 0 0 0 0,0 0 0 0 0,0 0 0 0 0,0-1 0 0 0,0 1 1 0 0,0 0-1 0 0,1 0 0 0 0,-1 0 0 0 0,0 0 0 0 0,0 0 1 0 0,0 0-1 0 0,0 0 0 0 0,0 0 0 0 0,0 0 0 0 0,0 0 1 0 0,0 0-1 0 0,0-1 0 0 0,1 1 0 0 0,-1 0 0 0 0,0 0 0 0 0,0 0 1 0 0,0 0-1 0 0,11-4 1418 0 0,16-3 700 0 0,-22 5-1735 0 0,11-2 860 0 0,40-9 1400 0 0,-51 12-2555 0 0,1 0 0 0 0,0 1 0 0 0,0-1 0 0 0,-1 1 0 0 0,1 1 0 0 0,0-1 0 0 0,8 3 0 0 0,-13-3-125 0 0,-1 0 1 0 0,1 0-1 0 0,-1 0 1 0 0,1 0-1 0 0,-1 0 1 0 0,1 1 0 0 0,-1-1-1 0 0,1 0 1 0 0,-1 0-1 0 0,1 1 1 0 0,-1-1 0 0 0,1 0-1 0 0,-1 1 1 0 0,1-1-1 0 0,-1 0 1 0 0,0 1 0 0 0,1-1-1 0 0,-1 1 1 0 0,0-1-1 0 0,1 0 1 0 0,-1 1-1 0 0,0-1 1 0 0,0 1 0 0 0,1-1-1 0 0,-1 1 1 0 0,0 0-1 0 0,0 0-22 0 0,0 0 0 0 0,0 0 0 0 0,0 0 0 0 0,0 0 0 0 0,0 0 0 0 0,-1 0-1 0 0,1-1 1 0 0,0 1 0 0 0,-1 0 0 0 0,1 0 0 0 0,-1 0 0 0 0,1 0 0 0 0,-1-1 0 0 0,0 2-1 0 0,-3 2-190 0 0,0 0 0 0 0,0 0 0 0 0,-8 6 0 0 0,-18 12-1471 0 0,-27 21-816 0 0,51-38 2454 0 0,1 1 0 0 0,-1 0 0 0 0,1 0 0 0 0,0 0 0 0 0,0 1 0 0 0,-6 12 0 0 0,10-19 100 0 0,1 1 0 0 0,-1 0 0 0 0,1-1 0 0 0,0 1 0 0 0,-1 0 0 0 0,1 0-1 0 0,0-1 1 0 0,0 1 0 0 0,-1 0 0 0 0,1 0 0 0 0,0-1 0 0 0,0 1 0 0 0,0 0 0 0 0,0 0-1 0 0,0 0 1 0 0,0-1 0 0 0,0 1 0 0 0,0 0 0 0 0,1 0 0 0 0,-1 0 0 0 0,0-1 0 0 0,0 1-1 0 0,1 0 1 0 0,0 1 0 0 0,0-1 64 0 0,-1-1-1 0 0,1 1 1 0 0,0 0-1 0 0,0-1 1 0 0,0 1-1 0 0,0 0 1 0 0,0-1 0 0 0,0 1-1 0 0,0-1 1 0 0,0 0-1 0 0,1 1 1 0 0,-1-1-1 0 0,0 0 1 0 0,0 0-1 0 0,1 1 1 0 0,5-1 283 0 0,1 0 0 0 0,-1 0 0 0 0,0-1 0 0 0,9-1 0 0 0,9-3 63 0 0,1-2 1 0 0,-1-1 0 0 0,35-15-1 0 0,5-8-1402 0 0,-1-2-4387 0 0,-59 30 4548 0 0,22-11-5872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23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16 269 6447 0 0,'0'0'50'0'0,"0"0"-1"0"0,0-1 0 0 0,1 1 1 0 0,-1 0-1 0 0,0 0 0 0 0,1 0 0 0 0,-1-1 1 0 0,0 1-1 0 0,0 0 0 0 0,1 0 0 0 0,-1 0 1 0 0,0 0-1 0 0,1 0 0 0 0,-1 0 1 0 0,0 0-1 0 0,1 0 0 0 0,-1 0 0 0 0,0 0 1 0 0,1 0-1 0 0,-1 0 0 0 0,0 0 0 0 0,1 0 1 0 0,-1 0-1 0 0,0 0 0 0 0,1 0 1 0 0,-1 0-1 0 0,0 1 0 0 0,1-1 0 0 0,-1 0 1 0 0,0 0-1 0 0,1 0 0 0 0,10 11 1296 0 0,6 17 945 0 0,-1 4 977 0 0,-10-16-1873 0 0,2-1 1 0 0,0-1 0 0 0,11 16 0 0 0,-17-27-1250 0 0,0 0 0 0 0,1 1-1 0 0,0-2 1 0 0,-1 1-1 0 0,1 0 1 0 0,0 0-1 0 0,1-1 1 0 0,-1 0 0 0 0,0 0-1 0 0,1 0 1 0 0,-1 0-1 0 0,1 0 1 0 0,0-1 0 0 0,-1 1-1 0 0,1-1 1 0 0,0 0-1 0 0,0 0 1 0 0,4 0-1 0 0,-3-1-104 0 0,-1 0-1 0 0,0-1 0 0 0,1 1 0 0 0,-1-1 0 0 0,0 0 0 0 0,0-1 0 0 0,0 1 1 0 0,0-1-1 0 0,0 1 0 0 0,0-1 0 0 0,0 0 0 0 0,0-1 0 0 0,-1 1 0 0 0,5-4 1 0 0,3-4 53 0 0,0 1 0 0 0,18-22 0 0 0,-23 24-78 0 0,-1-1 0 0 0,0 1 0 0 0,0 0-1 0 0,0-1 1 0 0,-1 0 0 0 0,0 0 0 0 0,-1-1 0 0 0,0 1-1 0 0,0-1 1 0 0,-1 1 0 0 0,0-1 0 0 0,-1 0 0 0 0,1 0-1 0 0,-1-12 1 0 0,-2 10 2 0 0,0-1 0 0 0,0 1 0 0 0,-1 0 0 0 0,0 0 0 0 0,-1 0 0 0 0,0 0-1 0 0,-1 0 1 0 0,-1 1 0 0 0,1-1 0 0 0,-13-18 0 0 0,11 18-13 0 0,-2 1 0 0 0,1 0 0 0 0,-1 1 0 0 0,0-1 0 0 0,-1 2 0 0 0,0-1 0 0 0,-20-14 0 0 0,26 21-3 0 0,0 0 0 0 0,-1 0 0 0 0,1 1 0 0 0,0-1 0 0 0,-1 1 0 0 0,1-1 0 0 0,-1 1 0 0 0,1 0 0 0 0,-1 1 0 0 0,0-1 0 0 0,1 0 1 0 0,-1 1-1 0 0,0 0 0 0 0,0 0 0 0 0,1 0 0 0 0,-1 1 0 0 0,0-1 0 0 0,1 1 0 0 0,-1-1 0 0 0,0 1 0 0 0,1 1 0 0 0,-1-1 0 0 0,1 0 0 0 0,-1 1 0 0 0,1 0 0 0 0,0-1 0 0 0,0 2 0 0 0,0-1 0 0 0,0 0 0 0 0,-4 4 0 0 0,-2 3-20 0 0,0 1 1 0 0,0 0-1 0 0,1 1 0 0 0,0 0 1 0 0,1 0-1 0 0,0 1 0 0 0,1 0 1 0 0,-7 19-1 0 0,7-14-29 0 0,0 1 0 0 0,1-1 0 0 0,1 1 0 0 0,1 0 0 0 0,-2 31 0 0 0,5-38-487 0 0,0 0-1 0 0,1 0 1 0 0,0 0-1 0 0,5 20 1 0 0,1-11-7220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4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196 155 1375 0 0,'-11'-12'1761'0'0,"1"0"0"0"0,-17-26-1 0 0,18 25-378 0 0,9 13-1250 0 0,0-1 1 0 0,-1 0-1 0 0,1 1 0 0 0,-1-1 0 0 0,1 1 0 0 0,-1-1 0 0 0,1 1 0 0 0,-1-1 0 0 0,1 1 0 0 0,-1-1 0 0 0,0 1 0 0 0,1-1 0 0 0,-1 1 1 0 0,0 0-1 0 0,1-1 0 0 0,-1 1 0 0 0,0 0 0 0 0,1 0 0 0 0,-1 0 0 0 0,0-1 0 0 0,1 1 0 0 0,-1 0 0 0 0,0 0 0 0 0,0 0 1 0 0,1 0-1 0 0,-1 0 0 0 0,0 0 0 0 0,0 0 0 0 0,1 1 0 0 0,-1-1 0 0 0,0 0 0 0 0,0 0 0 0 0,1 0 0 0 0,-1 1 0 0 0,0-1 0 0 0,1 0 1 0 0,-1 1-1 0 0,1-1 0 0 0,-1 1 0 0 0,0-1 0 0 0,1 1 0 0 0,-1-1 0 0 0,1 1 0 0 0,-1-1 0 0 0,1 1 0 0 0,-1 1 0 0 0,-5 4 192 0 0,1 0-1 0 0,0 1 1 0 0,-6 11 0 0 0,4-7 41 0 0,-2 2-98 0 0,3-4 14 0 0,0-1-1 0 0,1 1 0 0 0,0 0 0 0 0,-4 11 0 0 0,9-20-274 0 0,0 0 0 0 0,0 0-1 0 0,0 0 1 0 0,0 0-1 0 0,0 0 1 0 0,0 0 0 0 0,0 0-1 0 0,0 0 1 0 0,0 0 0 0 0,0 0-1 0 0,0 0 1 0 0,0 0 0 0 0,1 0-1 0 0,-1 0 1 0 0,0 0-1 0 0,0 0 1 0 0,0 0 0 0 0,0 0-1 0 0,0 0 1 0 0,0 0 0 0 0,0 0-1 0 0,0 0 1 0 0,0 0 0 0 0,0 0-1 0 0,0 0 1 0 0,0 0 0 0 0,0 0-1 0 0,0 0 1 0 0,0 0-1 0 0,0 0 1 0 0,0 0 0 0 0,0 0-1 0 0,0 0 1 0 0,0 0 0 0 0,0 0-1 0 0,0 0 1 0 0,0 0 0 0 0,0 0-1 0 0,0 0 1 0 0,0 0-1 0 0,0 0 1 0 0,0 0 0 0 0,0 0-1 0 0,1 0 1 0 0,-1 0 0 0 0,0 0-1 0 0,0 0 1 0 0,0 1 0 0 0,0-1-1 0 0,0 0 1 0 0,0 0 0 0 0,0 0-1 0 0,0 0 1 0 0,-1 0-1 0 0,1 0 1 0 0,0 0 0 0 0,0 0-1 0 0,0 0 1 0 0,0 0 0 0 0,6-5 113 0 0,5-7-81 0 0,-5 4-15 0 0,8-13 0 0 0,17-33-1 0 0,-28 48-11 0 0,0 0-1 0 0,-1 0 0 0 0,0-1 1 0 0,0 1-1 0 0,0-1 0 0 0,-1 1 0 0 0,0-1 1 0 0,0 0-1 0 0,-1 1 0 0 0,0-13 1 0 0,0 18-10 0 0,0 1 1 0 0,0-1-1 0 0,0 0 1 0 0,0 1-1 0 0,0-1 1 0 0,0 0 0 0 0,0 1-1 0 0,0-1 1 0 0,-1 1-1 0 0,1-1 1 0 0,0 0 0 0 0,0 1-1 0 0,-1-1 1 0 0,1 1-1 0 0,0-1 1 0 0,-1 1-1 0 0,1-1 1 0 0,-1 1 0 0 0,1-1-1 0 0,-1 0 1 0 0,0 1 8 0 0,1 0 1 0 0,-1 0 0 0 0,1 0-1 0 0,-1 0 1 0 0,1 0 0 0 0,0 0-1 0 0,-1 0 1 0 0,1 0 0 0 0,-1 1-1 0 0,1-1 1 0 0,0 0 0 0 0,-1 0-1 0 0,1 0 1 0 0,0 1 0 0 0,-1-1-1 0 0,1 0 1 0 0,0 0-1 0 0,-1 1 1 0 0,1-1 0 0 0,0 0-1 0 0,-1 0 1 0 0,1 1 0 0 0,-17 25 713 0 0,16-24-652 0 0,-3 6 41 0 0,-1 0 1 0 0,2 0-1 0 0,-1 0 0 0 0,1 1 0 0 0,1 0 0 0 0,-1-1 0 0 0,1 1 1 0 0,-1 15-1 0 0,5-15 7 0 0,3-10 73 0 0,5-9 67 0 0,-10 9-112 0 0,0-4-72 0 0,-1-1-55 0 0,-1 1 0 0 0,1-1 0 0 0,-1 1-1 0 0,0-1 1 0 0,-1 1 0 0 0,-3-7 0 0 0,5 11-13 0 0,0-1 1 0 0,0 0-1 0 0,0 1 1 0 0,0 0 0 0 0,0-1-1 0 0,-1 1 1 0 0,1 0-1 0 0,0-1 1 0 0,-1 1-1 0 0,1 0 1 0 0,-1 0 0 0 0,-2-1-1 0 0,3 2-5 0 0,0-1-1 0 0,0 1 0 0 0,-1 0 1 0 0,1 0-1 0 0,0 0 0 0 0,0 0 1 0 0,0 0-1 0 0,0 0 1 0 0,-1 0-1 0 0,1 0 0 0 0,0 0 1 0 0,0 0-1 0 0,0 1 1 0 0,0-1-1 0 0,0 1 0 0 0,0-1 1 0 0,-1 0-1 0 0,1 1 1 0 0,0 0-1 0 0,0-1 0 0 0,0 1 1 0 0,-1 1-1 0 0,1-1-84 0 0,0 0-1 0 0,0 0 1 0 0,-1 0-1 0 0,1 0 1 0 0,0 0-1 0 0,0 1 0 0 0,1-1 1 0 0,-1 0-1 0 0,0 1 1 0 0,0-1-1 0 0,0 0 1 0 0,1 1-1 0 0,-1-1 1 0 0,1 1-1 0 0,-1-1 1 0 0,1 1-1 0 0,0 0 1 0 0,0-1-1 0 0,0 1 1 0 0,-1-1-1 0 0,1 1 0 0 0,1 0 1 0 0,-1-1-1 0 0,0 1 1 0 0,0-1-1 0 0,1 1 1 0 0,-1-1-1 0 0,0 1 1 0 0,2 2-1 0 0,6 6-6785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4.8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87 101 1807 0 0,'1'-5'152'0'0,"1"0"0"0"0,-1 0 0 0 0,-1 0 0 0 0,1 0 0 0 0,0-9 0 0 0,-1 13-12 0 0,0 0 0 0 0,0-1 0 0 0,0 1 1 0 0,0 0-1 0 0,-1-1 0 0 0,1 1 0 0 0,0 0 0 0 0,-1 0 0 0 0,1-1 1 0 0,0 1-1 0 0,-1 0 0 0 0,1 0 0 0 0,-1-1 0 0 0,0 1 0 0 0,0 0 1 0 0,1 0-1 0 0,-1 0 0 0 0,0 0 0 0 0,0 0 0 0 0,0 0 0 0 0,0 0 1 0 0,0 0-1 0 0,0 1 0 0 0,0-1 0 0 0,0 0 0 0 0,-2 0 0 0 0,2 1 60 0 0,-1-1-1 0 0,1 1 0 0 0,0 1 0 0 0,-1-1 0 0 0,1 0 1 0 0,0 0-1 0 0,-1 0 0 0 0,1 1 0 0 0,0-1 1 0 0,-1 1-1 0 0,1-1 0 0 0,0 1 0 0 0,0-1 0 0 0,-1 1 1 0 0,1 0-1 0 0,0-1 0 0 0,0 1 0 0 0,0 0 0 0 0,0 0 1 0 0,0 0-1 0 0,-1 2 0 0 0,-19 23 2560 0 0,18-22-2486 0 0,-14 24 1357 0 0,17-27-1543 0 0,-1 1 0 0 0,0 0-1 0 0,0-1 1 0 0,1 1 0 0 0,-1-1 0 0 0,1 1-1 0 0,0 0 1 0 0,-1-1 0 0 0,1 1 0 0 0,0 0 0 0 0,0-1-1 0 0,0 1 1 0 0,0 0 0 0 0,0-1 0 0 0,1 4 0 0 0,-1-4-72 0 0,1-1 0 0 0,-1 1 1 0 0,1-1-1 0 0,-1 1 0 0 0,1-1 1 0 0,-1 0-1 0 0,1 1 0 0 0,-1-1 1 0 0,1 1-1 0 0,0-1 1 0 0,-1 0-1 0 0,1 0 0 0 0,-1 1 1 0 0,1-1-1 0 0,0 0 0 0 0,-1 0 1 0 0,1 0-1 0 0,0 0 0 0 0,-1 0 1 0 0,1 0-1 0 0,0 0 0 0 0,-1 0 1 0 0,1 0-1 0 0,0 0 1 0 0,-1 0-1 0 0,1 0 0 0 0,0 0 1 0 0,-1 0-1 0 0,1-1 0 0 0,0 1 1 0 0,0-1-1 0 0,21-8 36 0 0,-14 5-63 0 0,0-1 0 0 0,-1 0 0 0 0,0-1 0 0 0,0 0 0 0 0,10-10 0 0 0,-15 14 8 0 0,0-1 0 0 0,1 1 0 0 0,-1-1 0 0 0,0 0 0 0 0,0 0 0 0 0,-1 0 0 0 0,1 0 0 0 0,0 0 0 0 0,-1 0 0 0 0,0-1 0 0 0,0 1 0 0 0,0 0 0 0 0,0-1 0 0 0,-1 1 0 0 0,1-1 0 0 0,-1 1 0 0 0,0-4 0 0 0,0 5 19 0 0,0 1 0 0 0,0 0 0 0 0,0 0 0 0 0,0 0-1 0 0,0 0 1 0 0,-1 0 0 0 0,1 0 0 0 0,0 0 0 0 0,-1 0 0 0 0,1 0-1 0 0,-1 0 1 0 0,1 0 0 0 0,-1 1 0 0 0,0-1 0 0 0,1 0 0 0 0,-1 0-1 0 0,0 0 1 0 0,1 1 0 0 0,-1-1 0 0 0,0 0 0 0 0,0 1-1 0 0,0-1 1 0 0,0 0 0 0 0,0 1 0 0 0,0-1 0 0 0,1 1 0 0 0,-1 0-1 0 0,0-1 1 0 0,0 1 0 0 0,-1 0 0 0 0,1 0 0 0 0,0-1 0 0 0,0 1-1 0 0,0 0 1 0 0,0 0 0 0 0,-2 0 0 0 0,1 1 24 0 0,0-1 1 0 0,0 0 0 0 0,0 1-1 0 0,-1-1 1 0 0,1 1-1 0 0,0 0 1 0 0,0 0-1 0 0,0 0 1 0 0,0 0 0 0 0,0 0-1 0 0,1 0 1 0 0,-1 0-1 0 0,0 1 1 0 0,0-1-1 0 0,1 1 1 0 0,-3 2 0 0 0,-1 2 112 0 0,1 0 1 0 0,-1 1 0 0 0,1-1 0 0 0,1 1 0 0 0,-1 0 0 0 0,1 0 0 0 0,1 0 0 0 0,-1 0 0 0 0,1 0-1 0 0,0 1 1 0 0,0 9 0 0 0,2-17-175 0 0,0 0 0 0 0,0 0 0 0 0,0 0 0 0 0,0 1 0 0 0,0-1 0 0 0,0 0 0 0 0,0 0 0 0 0,0 0 0 0 0,0 1 0 0 0,0-1-1 0 0,1 0 1 0 0,-1 0 0 0 0,0 0 0 0 0,0 0 0 0 0,0 0 0 0 0,0 0 0 0 0,0 1 0 0 0,1-1 0 0 0,-1 0 0 0 0,0 0 0 0 0,0 0 0 0 0,0 0 0 0 0,1 0 0 0 0,-1 0 0 0 0,0 0 0 0 0,0 0-1 0 0,0 0 1 0 0,0 0 0 0 0,1 0 0 0 0,-1 0 0 0 0,0 0 0 0 0,0 0 0 0 0,0 0 0 0 0,1 0 0 0 0,-1 0 0 0 0,0 0 0 0 0,0 0 0 0 0,0 0 0 0 0,1 0 0 0 0,-1 0 0 0 0,0 0 0 0 0,0 0-1 0 0,0 0 1 0 0,0 0 0 0 0,1 0 0 0 0,-1-1 0 0 0,0 1 0 0 0,0 0 0 0 0,0 0 0 0 0,0 0 0 0 0,0 0 0 0 0,1 0 0 0 0,-1-1 0 0 0,0 1 0 0 0,0 0 0 0 0,0 0 0 0 0,0 0-1 0 0,0 0 1 0 0,0-1 0 0 0,0 1 0 0 0,0 0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5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84 104 1119 0 0,'-17'-22'-88'0'0,"0"0"2428"0"0,-1 2 4766 0 0,18 21-6934 0 0,0-1 0 0 0,0 1 1 0 0,0-1-1 0 0,0 1 1 0 0,0-1-1 0 0,0 1 0 0 0,-1-1 1 0 0,1 1-1 0 0,0-1 1 0 0,1 1-1 0 0,-1-1 0 0 0,0 1 1 0 0,0-1-1 0 0,0 1 1 0 0,0-1-1 0 0,0 1 0 0 0,0-1 1 0 0,1 1-1 0 0,-1-1 1 0 0,0 1-1 0 0,0-1 1 0 0,1 1-1 0 0,-1-1 0 0 0,0 1 1 0 0,1-1-1 0 0,-1 0 1 0 0,0 1-1 0 0,1-1 0 0 0,-1 0 1 0 0,0 1-1 0 0,1-1 1 0 0,0 1-1 0 0,4 2-149 0 0,0-1 0 0 0,0 1 0 0 0,0-1 1 0 0,6 2-1 0 0,-10-3-23 0 0,1-1 1 0 0,-1 1 0 0 0,0-1 0 0 0,1 0-1 0 0,-1 0 1 0 0,0 0 0 0 0,1 0-1 0 0,-1 0 1 0 0,0 0 0 0 0,1 0-1 0 0,-1 0 1 0 0,3-1 0 0 0,-4 1-1 0 0,1-1 0 0 0,-1 1-1 0 0,1 0 1 0 0,-1-1 0 0 0,1 1 0 0 0,-1-1 0 0 0,1 1 0 0 0,-1-1 0 0 0,1 1 0 0 0,-1-1-1 0 0,1 1 1 0 0,-1-1 0 0 0,0 0 0 0 0,1 1 0 0 0,-1-1 0 0 0,0 1 0 0 0,1-1 0 0 0,-1 0-1 0 0,0 1 1 0 0,0-1 0 0 0,0 0 0 0 0,0 1 0 0 0,0-1 0 0 0,0 0 0 0 0,0 0 0 0 0,0 1-1 0 0,0-2 1 0 0,0 0 1 0 0,-1 0 0 0 0,1 1 0 0 0,-1-1 0 0 0,1 0-1 0 0,-1 0 1 0 0,0 0 0 0 0,0 0 0 0 0,0 1 0 0 0,0-1 0 0 0,0 0-1 0 0,0 1 1 0 0,-1-1 0 0 0,1 1 0 0 0,0-1 0 0 0,-1 1 0 0 0,1 0-1 0 0,-1-1 1 0 0,-2 0 0 0 0,0-1 63 0 0,0 0 0 0 0,0 1 0 0 0,0 0 0 0 0,-1 0 0 0 0,1 0 0 0 0,-9-2 0 0 0,13 3-27 0 0,-23-2 775 0 0,12 5-425 0 0,11-2-377 0 0,0 1-1 0 0,0-1 1 0 0,-1 0 0 0 0,1 0-1 0 0,0 0 1 0 0,0 1 0 0 0,0-1-1 0 0,-1 0 1 0 0,1 0 0 0 0,0 0-1 0 0,0 1 1 0 0,0-1 0 0 0,0 0-1 0 0,0 0 1 0 0,0 1 0 0 0,-1-1 0 0 0,1 0-1 0 0,0 1 1 0 0,0-1 0 0 0,0 0-1 0 0,0 0 1 0 0,0 1 0 0 0,0-1-1 0 0,0 0 1 0 0,0 1 0 0 0,0-1-1 0 0,0 0 1 0 0,0 0 0 0 0,0 1 0 0 0,1-1-1 0 0,5 7-1227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5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85 3599 0 0,'-3'-39'2351'0'0,"1"0"3532"0"0,4 34-4414 0 0,-2 3-487 0 0,-4 6-485 0 0,-12 11-472 0 0,15-15 29 0 0,0 1 0 0 0,0 0 0 0 0,0 0 1 0 0,0 0-1 0 0,0-1 0 0 0,0 1 0 0 0,-1-1 0 0 0,1 1 1 0 0,0-1-1 0 0,-1 1 0 0 0,1-1 0 0 0,0 0 0 0 0,-1 1 0 0 0,1-1 1 0 0,0 0-1 0 0,-3 0 0 0 0,4 0-22 0 0,0 0 194 0 0,8-3 782 0 0,-5 3-1096 0 0,2-1-75 0 0,0 0 0 0 0,-1 0 0 0 0,1 0 1 0 0,0 1-1 0 0,0 0 0 0 0,0 0 0 0 0,7 2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6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73 144 3943 0 0,'-1'-5'410'0'0,"0"0"-1"0"0,-1 0 0 0 0,1 1 0 0 0,-1-1 0 0 0,-3-5 0 0 0,2 6 884 0 0,0-1 0 0 0,0 0-1 0 0,-1 1 1 0 0,-5-12 5559 0 0,8-2-6842 0 0,1 17-10 0 0,0 0 0 0 0,0 0 0 0 0,1 0 0 0 0,-1 1 0 0 0,0-1 0 0 0,0 0 0 0 0,0 0 0 0 0,1 0 0 0 0,-1 1 0 0 0,0-1 0 0 0,1 0 0 0 0,-1 0 0 0 0,1 0 0 0 0,-1 1 0 0 0,1-1 0 0 0,1-1 0 0 0,-2 2 0 0 0,1-1 0 0 0,-1 1 0 0 0,0-1 0 0 0,1 1 0 0 0,-1-1 0 0 0,0 1 0 0 0,1-1 0 0 0,-1 1 0 0 0,0-1 0 0 0,1 1 0 0 0,-1-1 0 0 0,0 0 0 0 0,0 1 0 0 0,0-1 0 0 0,0 0 0 0 0,1 0 0 0 0,-1-2-1 0 0,0 0 0 0 0,-1 0-1 0 0,1 0 1 0 0,0 0 0 0 0,-1 0-1 0 0,-1-5 1 0 0,2 8 2 0 0,0-1-1 0 0,-1 1 1 0 0,1 0 0 0 0,0-1-1 0 0,0 1 1 0 0,0-1 0 0 0,-1 1-1 0 0,1 0 1 0 0,0-1 0 0 0,-1 1-1 0 0,1 0 1 0 0,0 0 0 0 0,-1-1-1 0 0,1 1 1 0 0,0 0 0 0 0,-1 0-1 0 0,1-1 1 0 0,-1 1 0 0 0,1 0-1 0 0,0 0 1 0 0,-1 0 0 0 0,0-1-1 0 0,0 2 7 0 0,0-1-1 0 0,1 0 0 0 0,-1 0 0 0 0,0 0 0 0 0,0 0 0 0 0,0 1 0 0 0,0-1 0 0 0,0 0 0 0 0,1 1 1 0 0,-1-1-1 0 0,0 0 0 0 0,0 1 0 0 0,0-1 0 0 0,1 1 0 0 0,-2 1 0 0 0,-1 0 23 0 0,1 0-1 0 0,0 0 1 0 0,-1 0-1 0 0,1 1 1 0 0,0-1 0 0 0,0 1-1 0 0,1-1 1 0 0,-3 6-1 0 0,3-8-30 0 0,1 1 0 0 0,0 0 0 0 0,-1-1 0 0 0,1 1 0 0 0,0 0 0 0 0,0 0 0 0 0,0-1 0 0 0,0 1 0 0 0,0 0 0 0 0,0-1 0 0 0,0 1 0 0 0,0 0 0 0 0,0 0 0 0 0,0-1 0 0 0,0 1 0 0 0,0 0 0 0 0,1 0 0 0 0,-1-1 0 0 0,0 1 0 0 0,1 0 0 0 0,-1-1 0 0 0,0 1 0 0 0,1 0 0 0 0,-1-1 0 0 0,1 1 0 0 0,-1-1 0 0 0,1 1 0 0 0,-1-1 0 0 0,1 1 0 0 0,-1-1 0 0 0,1 1 0 0 0,-1-1 0 0 0,1 1 0 0 0,0-1 0 0 0,-1 0 0 0 0,1 1 0 0 0,0-1 0 0 0,-1 0 0 0 0,1 1 0 0 0,0-1 0 0 0,-1 0 0 0 0,2 0 0 0 0,4 2-531 0 0,-1 0-209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25.63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 76 3679 0 0,'-3'-67'9998'0'0,"6"64"-9686"0"0,-2 2-195 0 0,0 1 0 0 0,0-1 0 0 0,0 1 0 0 0,0-1 0 0 0,1 1 0 0 0,-1-1 0 0 0,0 1 0 0 0,0 0 0 0 0,0-1 0 0 0,1 1 0 0 0,-1 0 0 0 0,0 0 0 0 0,0 0 0 0 0,0 0-1 0 0,1 0 1 0 0,-1 0 0 0 0,0 0 0 0 0,0 1 0 0 0,2-1 0 0 0,-2 0-58 0 0,0 1-1 0 0,0-1 1 0 0,-1 0-1 0 0,1 1 0 0 0,0-1 1 0 0,0 0-1 0 0,-1 1 1 0 0,1-1-1 0 0,0 1 0 0 0,0 0 1 0 0,-1-1-1 0 0,1 1 1 0 0,-1-1-1 0 0,1 1 0 0 0,-1 0 1 0 0,1-1-1 0 0,-1 1 1 0 0,1 0-1 0 0,-1 0 0 0 0,1-1 1 0 0,-1 1-1 0 0,0 0 1 0 0,1 0-1 0 0,-1 0 0 0 0,0 0 1 0 0,0-1-1 0 0,0 1 1 0 0,0 2-1 0 0,2 49 383 0 0,-7-43-982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2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74 102 2759 0 0,'-3'-5'267'0'0,"0"1"-1"0"0,0-1 1 0 0,0 0-1 0 0,0 1 1 0 0,-1 0-1 0 0,0 0 1 0 0,0 0-1 0 0,0 0 1 0 0,0 1-1 0 0,-1-1 0 0 0,0 1 1 0 0,-6-3-1 0 0,11 6-201 0 0,-1-1-1 0 0,1 1 0 0 0,-1 0 0 0 0,0 0 0 0 0,1 0 0 0 0,-1 0 0 0 0,1 0 1 0 0,-1 0-1 0 0,1 0 0 0 0,-1 0 0 0 0,1 0 0 0 0,-1 1 0 0 0,1-1 0 0 0,-1 0 1 0 0,1 0-1 0 0,0 0 0 0 0,-1 0 0 0 0,1 1 0 0 0,-1-1 0 0 0,1 0 0 0 0,-1 1 1 0 0,1-1-1 0 0,0 0 0 0 0,-1 1 0 0 0,1-1 0 0 0,0 0 0 0 0,-1 1 0 0 0,1-1 1 0 0,0 1-1 0 0,-1-1 0 0 0,1 1 0 0 0,0-1 0 0 0,0 0 0 0 0,-1 1 0 0 0,1-1 1 0 0,0 1-1 0 0,0-1 0 0 0,0 1 0 0 0,0-1 0 0 0,0 1 0 0 0,0-1 0 0 0,0 1 1 0 0,0 0-1 0 0,-2 25 752 0 0,2-25-825 0 0,0 2 46 0 0,0 1 1 0 0,0 0 0 0 0,0 0-1 0 0,1 0 1 0 0,0 0 0 0 0,-1 0-1 0 0,1 0 1 0 0,1-1 0 0 0,-1 1 0 0 0,4 6-1 0 0,-4-8-32 0 0,0-1 0 0 0,1 1-1 0 0,-1-1 1 0 0,0 1 0 0 0,1-1-1 0 0,0 1 1 0 0,-1-1 0 0 0,1 0 0 0 0,0 0-1 0 0,0 0 1 0 0,-1 0 0 0 0,1 0-1 0 0,0 0 1 0 0,0 0 0 0 0,0-1-1 0 0,0 1 1 0 0,0-1 0 0 0,0 1 0 0 0,0-1-1 0 0,0 0 1 0 0,1 0 0 0 0,1 0-1 0 0,3 0-4 0 0,-1-1 0 0 0,0 0 0 0 0,0 0 0 0 0,1 0 0 0 0,-1-1 0 0 0,0 0 0 0 0,0 0 0 0 0,-1 0-1 0 0,8-5 1 0 0,-4 2 3 0 0,0-1-1 0 0,0 0 0 0 0,-1-1 1 0 0,14-12-1 0 0,-21 18 21 0 0,0-1-1 0 0,1 1 1 0 0,-1-1 0 0 0,0 1-1 0 0,0-1 1 0 0,0 0 0 0 0,0 0-1 0 0,0 0 1 0 0,-1 0 0 0 0,1 1-1 0 0,0-1 1 0 0,-1 0 0 0 0,0 0-1 0 0,1 0 1 0 0,-1 0 0 0 0,0 0-1 0 0,0 0 1 0 0,0 0 0 0 0,0-1-1 0 0,0 1 1 0 0,-1 0 0 0 0,1 0 0 0 0,-1 1-1 0 0,0-4 1 0 0,0 2 44 0 0,0 1 1 0 0,-1-1-1 0 0,1 0 0 0 0,0 0 1 0 0,-1 1-1 0 0,0-1 1 0 0,0 1-1 0 0,0-1 0 0 0,0 1 1 0 0,0 0-1 0 0,0 0 1 0 0,-1 0-1 0 0,1 0 1 0 0,-1 0-1 0 0,-3-2 0 0 0,4 4-40 0 0,1-1 1 0 0,0 0-1 0 0,-1 1 0 0 0,1 0 0 0 0,-1-1 0 0 0,1 1 1 0 0,0 0-1 0 0,-1 0 0 0 0,1 0 0 0 0,-1 0 0 0 0,1 0 0 0 0,0 0 1 0 0,-1 0-1 0 0,1 0 0 0 0,-1 0 0 0 0,1 1 0 0 0,0-1 0 0 0,-1 1 1 0 0,1-1-1 0 0,0 1 0 0 0,-1-1 0 0 0,1 1 0 0 0,0 0 0 0 0,0 0 1 0 0,-1-1-1 0 0,1 1 0 0 0,0 0 0 0 0,0 0 0 0 0,0 0 0 0 0,0 0 1 0 0,0 0-1 0 0,1 1 0 0 0,-1-1 0 0 0,-1 2 0 0 0,-2 3 122 0 0,1 1 0 0 0,0-1 0 0 0,0 0 0 0 0,1 1-1 0 0,-3 10 1 0 0,-3 25 223 0 0,8-40-352 0 0,0 1 0 0 0,0-1 0 0 0,0 1 1 0 0,0-1-1 0 0,0 1 0 0 0,1-1 0 0 0,-1 1 0 0 0,1-1 0 0 0,-1 1 0 0 0,1-1 0 0 0,0 0 0 0 0,0 1 0 0 0,0-1 1 0 0,3 4-1 0 0,-4-6-15 0 0,1 1 1 0 0,0-1 0 0 0,-1 0-1 0 0,1 1 1 0 0,0-1 0 0 0,0 1-1 0 0,0-1 1 0 0,-1 0-1 0 0,1 0 1 0 0,0 1 0 0 0,0-1-1 0 0,0 0 1 0 0,0 0 0 0 0,-1 0-1 0 0,1 0 1 0 0,0 0 0 0 0,0 0-1 0 0,0 0 1 0 0,0 0 0 0 0,-1-1-1 0 0,1 1 1 0 0,0 0 0 0 0,0 0-1 0 0,0-1 1 0 0,-1 1 0 0 0,1 0-1 0 0,1-1 1 0 0,22-13 93 0 0,-22 13-82 0 0,5-3 12 0 0,-1-1 0 0 0,0 0 0 0 0,0-1 0 0 0,0 1-1 0 0,-1-1 1 0 0,7-9 0 0 0,-10 13-23 0 0,-1 1-1 0 0,1-1 1 0 0,-1-1 0 0 0,0 1 0 0 0,1 0-1 0 0,-1 0 1 0 0,0 0 0 0 0,0-1-1 0 0,-1 1 1 0 0,1 0 0 0 0,-1-1-1 0 0,1 1 1 0 0,-1-1 0 0 0,0 1-1 0 0,1-1 1 0 0,-1 1 0 0 0,-1-1-1 0 0,1 1 1 0 0,0-1 0 0 0,0 1 0 0 0,-1 0-1 0 0,0-1 1 0 0,1 1 0 0 0,-3-4-1 0 0,2 5 35 0 0,0-1-1 0 0,0 0 1 0 0,0 1-1 0 0,0-1 1 0 0,-1 1-1 0 0,1-1 1 0 0,-1 1-1 0 0,1 0 1 0 0,-1-1-1 0 0,0 1 1 0 0,1 0 0 0 0,-1 0-1 0 0,0 0 1 0 0,0 0-1 0 0,0 1 1 0 0,0-1-1 0 0,0 0 1 0 0,0 1-1 0 0,0-1 1 0 0,0 1-1 0 0,0 0 1 0 0,0 0-1 0 0,0 0 1 0 0,0 0-1 0 0,0 0 1 0 0,0 0-1 0 0,0 0 1 0 0,0 1-1 0 0,0-1 1 0 0,0 1-1 0 0,0-1 1 0 0,-2 2-1 0 0,-1 0 97 0 0,0 0 0 0 0,1 0 0 0 0,-1 0 0 0 0,0 1-1 0 0,1 0 1 0 0,0 0 0 0 0,0 0 0 0 0,-1 0-1 0 0,2 1 1 0 0,-1-1 0 0 0,-4 6 0 0 0,6-6-116 0 0,0 0 0 0 0,1 0 1 0 0,-1 0-1 0 0,1 0 0 0 0,-1 1 1 0 0,1-1-1 0 0,0 0 0 0 0,1 1 1 0 0,-1-1-1 0 0,0 0 1 0 0,1 1-1 0 0,0-1 0 0 0,0 1 1 0 0,0 5-1 0 0,7 14-5096 0 0,-1-10-647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2:43.5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59 3223 0 0,'-5'-3'-114'0'0,"3"2"328"0"0,0 0 0 0 0,0 0 0 0 0,0 0 0 0 0,0 0 0 0 0,-1 0 0 0 0,1 1 0 0 0,0-1-1 0 0,-3 0 1 0 0,4 2-69 0 0,0-1-1 0 0,0 0 0 0 0,0 0 0 0 0,0 0 0 0 0,-1 1 0 0 0,1-1 0 0 0,0 1 0 0 0,0-1 0 0 0,0 1 0 0 0,0-1 0 0 0,0 1 0 0 0,0 0 0 0 0,0-1 0 0 0,0 1 0 0 0,0 0 0 0 0,0 0 0 0 0,1 0 0 0 0,-1 0 0 0 0,-1 1 0 0 0,-3 5 404 0 0,-1 1-1 0 0,1 1 0 0 0,0-1 0 0 0,1 1 0 0 0,0-1 1 0 0,1 1-1 0 0,0 0 0 0 0,0 1 0 0 0,-3 16 0 0 0,6-25-532 0 0,0-1-1 0 0,0 0 1 0 0,0 0-1 0 0,0 1 0 0 0,0-1 1 0 0,0 0-1 0 0,0 0 1 0 0,0 1-1 0 0,-1-1 1 0 0,1 0-1 0 0,0 1 0 0 0,0-1 1 0 0,0 0-1 0 0,0 0 1 0 0,1 1-1 0 0,-1-1 1 0 0,0 0-1 0 0,0 0 1 0 0,0 1-1 0 0,0-1 0 0 0,0 0 1 0 0,0 0-1 0 0,0 1 1 0 0,0-1-1 0 0,1 0 1 0 0,-1 0-1 0 0,0 1 0 0 0,0-1 1 0 0,0 0-1 0 0,0 0 1 0 0,1 0-1 0 0,-1 1 1 0 0,0-1-1 0 0,0 0 0 0 0,1 0 1 0 0,-1 0-1 0 0,0 0 1 0 0,0 0-1 0 0,0 0 1 0 0,1 1-1 0 0,-1-1 0 0 0,0 0 1 0 0,1 0-1 0 0,-1 0 1 0 0,0 0-1 0 0,16-7 297 0 0,14-17-2 0 0,-23 18-164 0 0,0-1-1 0 0,-1 0 1 0 0,0 0-1 0 0,0-1 1 0 0,-1 0-1 0 0,6-10 1 0 0,-9 14-73 0 0,0-1-1 0 0,0 1 1 0 0,0-1 0 0 0,-1 0 0 0 0,1 0 0 0 0,-1 0 0 0 0,0 1-1 0 0,0-1 1 0 0,-1-1 0 0 0,0 1 0 0 0,0 0 0 0 0,0 0 0 0 0,-1-6 0 0 0,1 11-58 0 0,0-1 1 0 0,0 1-1 0 0,0 0 1 0 0,0-1-1 0 0,0 1 1 0 0,0 0 0 0 0,0 0-1 0 0,0-1 1 0 0,0 1-1 0 0,-1 0 1 0 0,1-1-1 0 0,0 1 1 0 0,0 0 0 0 0,0 0-1 0 0,0-1 1 0 0,0 1-1 0 0,-1 0 1 0 0,1 0 0 0 0,0-1-1 0 0,0 1 1 0 0,0 0-1 0 0,-1 0 1 0 0,1 0-1 0 0,0 0 1 0 0,0-1 0 0 0,-1 1-1 0 0,1 0 1 0 0,0 0-1 0 0,-1 0 1 0 0,1 0-1 0 0,0 0 1 0 0,0 0 0 0 0,-1 0-1 0 0,1 0 1 0 0,0 0-1 0 0,-1 0 1 0 0,1 0-1 0 0,0 0 1 0 0,-1 0 0 0 0,1 0-1 0 0,0 0 1 0 0,0 0-1 0 0,-1 0 1 0 0,1 0-1 0 0,0 0 1 0 0,-1 0 0 0 0,1 0-1 0 0,0 0 1 0 0,0 0-1 0 0,-1 1 1 0 0,1-1 0 0 0,0 0-1 0 0,0 0 1 0 0,-1 0-1 0 0,1 1 1 0 0,0-1-1 0 0,0 0 1 0 0,0 0 0 0 0,-1 1-1 0 0,1-1 1 0 0,0 0-1 0 0,0 0 1 0 0,0 1-1 0 0,-13 16 612 0 0,8-5-513 0 0,-14 31 466 0 0,18-39-542 0 0,0-1-1 0 0,0 1 1 0 0,0-1-1 0 0,0 1 0 0 0,1-1 1 0 0,-1 1-1 0 0,1 0 0 0 0,0-1 1 0 0,1 8-1 0 0,-1-10-68 0 0,0-1-1 0 0,1 1 1 0 0,-1 0 0 0 0,0 0-1 0 0,1 0 1 0 0,-1 0-1 0 0,1-1 1 0 0,-1 1-1 0 0,1 0 1 0 0,-1 0 0 0 0,1-1-1 0 0,0 1 1 0 0,-1 0-1 0 0,1-1 1 0 0,0 1-1 0 0,-1-1 1 0 0,1 1 0 0 0,0-1-1 0 0,0 1 1 0 0,0-1-1 0 0,-1 1 1 0 0,1-1 0 0 0,0 0-1 0 0,0 0 1 0 0,0 1-1 0 0,0-1 1 0 0,0 0-1 0 0,0 0 1 0 0,0 0 0 0 0,0 0-1 0 0,0 0 1 0 0,-1 0-1 0 0,1 0 1 0 0,0 0-1 0 0,0 0 1 0 0,0-1 0 0 0,2 0-1 0 0,10-3-6447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28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53 652 3223 0 0,'-16'-20'-186'0'0,"-17"-29"8339"0"0,29 46-4651 0 0,6 15-2344 0 0,7 19-518 0 0,27 86 1739 0 0,12 12-508 0 0,2 9-964 0 0,-28-36-519 0 0,11 123-1 0 0,-23-148-186 0 0,7 97 156 0 0,-15-139-232 0 0,-2 0 1 0 0,-9 69-1 0 0,4-88 126 0 0,4-15-203 0 0,8-3 357 0 0,35-5-367 0 0,80-24-1 0 0,-16 4-37 0 0,2-1 0 0 0,207-85 0 0 0,-4-16 0 0 0,-256 106 0 0 0,272-105 0 0 0,35-15 0 0 0,178-79 0 0 0,-239 99 0 0 0,77-30 0 0 0,-108 42 0 0 0,139-50 0 0 0,-164 77 0 0 0,163-59 0 0 0,-293 95 0 0 0,-92 36 0 0 0,1-1 0 0 0,35-26 0 0 0,-58 38 0 0 0,0 1 0 0 0,0-1 0 0 0,0 0 0 0 0,0 1 0 0 0,0-1 0 0 0,-1 0 0 0 0,1 0 0 0 0,0 0 0 0 0,0 0 0 0 0,-1 0 0 0 0,1 0 0 0 0,0 0 0 0 0,-1 0 0 0 0,1 0 0 0 0,-1 0 0 0 0,1-1 0 0 0,-1 1 0 0 0,-1 1 0 0 0,1-1 0 0 0,0 0 0 0 0,-1 1 0 0 0,1-1 0 0 0,0 1 0 0 0,-1-1 0 0 0,1 1 0 0 0,-1-1 0 0 0,1 1 0 0 0,-1-1 0 0 0,1 1 0 0 0,-1 0 0 0 0,0-1 0 0 0,1 1 0 0 0,-1 0 0 0 0,1-1 0 0 0,-1 1 0 0 0,0 0 0 0 0,1 0 0 0 0,-1 0 0 0 0,0 0 0 0 0,1-1 0 0 0,-1 1 0 0 0,0 0 0 0 0,1 0 0 0 0,-2 0 0 0 0,-11-1-156 0 0,0 0 0 0 0,-17 0 0 0 0,18 2-1037 0 0,0-1-1 0 0,1-1 0 0 0,-16-3 1 0 0,18 1-5789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29.1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43 138 4399 0 0,'-1'-16'668'0'0,"0"-1"0"0"0,-3-18-1 0 0,2 27 246 0 0,1 0-1 0 0,-2 0 1 0 0,1 0-1 0 0,-1 1 1 0 0,0-1-1 0 0,-6-9 1 0 0,9 17-835 0 0,0-1 0 0 0,0 1 1 0 0,0 0-1 0 0,0 0 0 0 0,0-1 0 0 0,-1 1 0 0 0,1 0 1 0 0,0 0-1 0 0,0-1 0 0 0,0 1 0 0 0,0 0 0 0 0,-1 0 0 0 0,1 0 1 0 0,0-1-1 0 0,0 1 0 0 0,0 0 0 0 0,-1 0 0 0 0,1 0 1 0 0,0 0-1 0 0,0-1 0 0 0,-1 1 0 0 0,1 0 0 0 0,0 0 1 0 0,0 0-1 0 0,-1 0 0 0 0,1 0 0 0 0,0 0 0 0 0,-1 0 1 0 0,1 0-1 0 0,0 0 0 0 0,0 0 0 0 0,-1 0 0 0 0,1 0 1 0 0,-5 9 1503 0 0,3 14-335 0 0,3-2-715 0 0,1 1 0 0 0,1-1 0 0 0,0 0 0 0 0,12 36 0 0 0,37 80 405 0 0,-41-109-728 0 0,38 106 283 0 0,-40-103-396 0 0,-1 0 0 0 0,4 46-1 0 0,-1 73 142 0 0,0 4-103 0 0,-8-123-99 0 0,8 108 203 0 0,-11-134-217 0 0,0 0 0 0 0,0 0 0 0 0,0 0-1 0 0,-1 0 1 0 0,1 0 0 0 0,-1 0 0 0 0,-1 0 0 0 0,1 0-1 0 0,-4 8 1 0 0,2-12 1 0 0,1-5 3 0 0,2-5 4 0 0,6-33-2059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29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36 919 0 0,'0'-1'80'0'0,"0"-1"-80"0"0,0 0 0 0 0,0 0 176 0 0,1 1 16 0 0,-1-3 8 0 0,2 1 0 0 0,-2-2 408 0 0,2 0 88 0 0,-1 0 8 0 0,-1 1 8 0 0,2 3-456 0 0,0 2-88 0 0,-4 4-16 0 0,2 0-8 0 0,2 2-64 0 0,-6-3-16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0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71 10591 0 0,'-1'0'55'0'0,"0"0"1"0"0,0 1-1 0 0,0-1 0 0 0,0 0 0 0 0,0 0 0 0 0,0 0 0 0 0,0 0 0 0 0,0 0 0 0 0,0 0 1 0 0,0 0-1 0 0,0 0 0 0 0,0-1 0 0 0,0 1 0 0 0,0 0 0 0 0,0 0 0 0 0,-1-2 1 0 0,-8 0 2832 0 0,39 1 2138 0 0,3 1-4151 0 0,23-3-159 0 0,-1-3 0 0 0,85-19 0 0 0,7-1-231 0 0,-144 26-480 0 0,57-5 106 0 0,-53 5-100 0 0,0 0 1 0 0,0 0 0 0 0,0 1 0 0 0,0 0 0 0 0,0 0 0 0 0,0 0 0 0 0,9 4 0 0 0,-15-5-11 0 0,1 0 1 0 0,0 1-1 0 0,0-1 1 0 0,0 1-1 0 0,-1-1 1 0 0,1 1-1 0 0,0-1 1 0 0,0 1-1 0 0,-1-1 1 0 0,1 1-1 0 0,0 0 1 0 0,-1-1-1 0 0,1 1 1 0 0,-1 0-1 0 0,1 0 1 0 0,-1-1-1 0 0,1 1 1 0 0,-1 0-1 0 0,0 0 1 0 0,1 0-1 0 0,-1 0 1 0 0,0 0-1 0 0,0-1 1 0 0,1 3-1 0 0,-1-1 5 0 0,0 0-1 0 0,-1 0 1 0 0,1 0-1 0 0,0 0 1 0 0,-1 0 0 0 0,1 1-1 0 0,-1-1 1 0 0,0 0-1 0 0,0 0 1 0 0,0 2-1 0 0,-4 4 16 0 0,0 0 0 0 0,-1 0-1 0 0,-9 11 1 0 0,-44 46 42 0 0,31-36-2 0 0,2 1 1 0 0,1 1 0 0 0,-25 41-1 0 0,49-70-116 0 0,-9 15-363 0 0,0 0 0 0 0,2 1 0 0 0,-7 19 0 0 0,11-26-7436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1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631 1709 2303 0 0,'-7'-1'162'0'0,"5"1"-120"0"0,0 0-1 0 0,0 0 0 0 0,-1 0 0 0 0,1 0 1 0 0,0 0-1 0 0,0 1 0 0 0,-4 0 0 0 0,-6-8 112 0 0,-61-50 2 0 0,-256-204 157 0 0,252 205-152 0 0,77 55-151 0 0,-1 1 0 0 0,0-1 1 0 0,0 0-1 0 0,1 1 0 0 0,-1-1 1 0 0,0 1-1 0 0,0 0 1 0 0,0-1-1 0 0,0 1 0 0 0,0-1 1 0 0,0 1-1 0 0,1 0 1 0 0,-1 0-1 0 0,0 0 0 0 0,0-1 1 0 0,0 1-1 0 0,0 0 0 0 0,-2 0 1 0 0,3 1 3 0 0,-10 1 361 0 0,0 0 1 0 0,1 1-1 0 0,-1 0 0 0 0,-17 10 1 0 0,25-12-302 0 0,0 0 0 0 0,1 0 0 0 0,-1 0 0 0 0,0 1 0 0 0,0-1 1 0 0,1 1-1 0 0,-1-1 0 0 0,1 1 0 0 0,-1 0 0 0 0,1-1 0 0 0,0 1 1 0 0,-1 0-1 0 0,1 0 0 0 0,0 0 0 0 0,0 0 0 0 0,1 0 0 0 0,-1 0 1 0 0,0 0-1 0 0,1 1 0 0 0,-1-1 0 0 0,1 0 0 0 0,0 0 0 0 0,-1 0 1 0 0,1 1-1 0 0,0-1 0 0 0,0 0 0 0 0,1 0 0 0 0,0 4 0 0 0,0 1 155 0 0,1 0 0 0 0,0 0 0 0 0,1-1 0 0 0,-1 1 0 0 0,1-1 0 0 0,1 1 0 0 0,-1-1 0 0 0,1 0 0 0 0,0-1 0 0 0,0 1 0 0 0,9 8 0 0 0,-5-7-20 0 0,0 0 0 0 0,0-1 1 0 0,1 1-1 0 0,-1-2 0 0 0,2 1 0 0 0,-1-1 0 0 0,12 4 0 0 0,-2-2 53 0 0,0-2 0 0 0,0 0 0 0 0,1-1 0 0 0,-1 0 0 0 0,1-2 0 0 0,0 0-1 0 0,38-3 1 0 0,-14-3-43 0 0,-1-3 0 0 0,0-2 0 0 0,0-1-1 0 0,-1-2 1 0 0,52-23 0 0 0,195-106-5 0 0,-208 96-213 0 0,77-38 0 0 0,-126 68 0 0 0,0 2 0 0 0,1 2 0 0 0,39-9 0 0 0,181-19 0 0 0,13-1-70 0 0,-90 9 68 0 0,-150 28 2 0 0,-26 3 0 0 0,1 0 0 0 0,-1 0 0 0 0,0 0 0 0 0,0 0 0 0 0,0 0 0 0 0,0 0 0 0 0,0 0 0 0 0,0 0 0 0 0,0 0 0 0 0,0 0 0 0 0,0 0 0 0 0,0 0 0 0 0,1 0 0 0 0,-1 0 0 0 0,0 0 0 0 0,0 0 0 0 0,0 0 0 0 0,0 0 0 0 0,0 0 0 0 0,0 0 0 0 0,0 0 0 0 0,0 0 0 0 0,0 0 0 0 0,0 0 0 0 0,1 0 0 0 0,-1 0 0 0 0,0 0 0 0 0,0 0 0 0 0,0 0 0 0 0,0-1 0 0 0,0 1 0 0 0,0 0 0 0 0,0 0 0 0 0,0 0 0 0 0,0 0 0 0 0,0 0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 0 0 0 0,0 0 0 0 0,0 0 0 0 0,-1-1 0 0 0,-23-18 2 0 0,-210-135 7 0 0,-869-544 34 0 0,867 546-34 0 0,211 133-8 0 0,25 19-1 0 0,0 0 0 0 0,0 0 0 0 0,0 0 0 0 0,0 0 0 0 0,0 0 0 0 0,0 0 0 0 0,0 0 0 0 0,0 0 0 0 0,0 0 0 0 0,0 0 0 0 0,0 0 0 0 0,0 0 0 0 0,0 0 0 0 0,0-1 0 0 0,0 1 0 0 0,0 0 0 0 0,0 0 0 0 0,0 0 0 0 0,0 0 0 0 0,1 0 0 0 0,-1 0 0 0 0,0 0 0 0 0,0 0 0 0 0,0 0 0 0 0,0 0 0 0 0,0 0 0 0 0,0 0 0 0 0,0 0 0 0 0,0 0 0 0 0,0 0 0 0 0,0-1 0 0 0,0 1 0 0 0,0 0 0 0 0,0 0 0 0 0,0 0 0 0 0,0 0 0 0 0,0 0 0 0 0,-1 0 0 0 0,1 0 0 0 0,0 0 0 0 0,0 0 0 0 0,0 0 0 0 0,0 0 0 0 0,0 0 0 0 0,0 0 0 0 0,0 0 0 0 0,0 0 0 0 0,0 0 0 0 0,0 0 0 0 0,0-1 0 0 0,7 2 0 0 0,-4-2 0 0 0,1 1 0 0 0,-1 0 0 0 0,1 0 0 0 0,-1 1 0 0 0,1-1 0 0 0,-1 1 0 0 0,1 0 0 0 0,-1 0 0 0 0,1 0 0 0 0,-1 0 0 0 0,0 0 0 0 0,5 3 0 0 0,-8-3 0 0 0,0-1 0 0 0,0 0 0 0 0,1 1 0 0 0,-1-1 0 0 0,0 0 0 0 0,0 1 0 0 0,1-1 0 0 0,-1 1 0 0 0,0-1 0 0 0,0 0 0 0 0,0 1 0 0 0,0-1 0 0 0,0 1 0 0 0,0-1 0 0 0,0 0 0 0 0,0 1 0 0 0,0-1 0 0 0,0 1 0 0 0,0-1 0 0 0,0 1 0 0 0,0-1 0 0 0,0 1 0 0 0,0-1 0 0 0,0 0 0 0 0,0 1 0 0 0,0-1 0 0 0,-1 1 0 0 0,1-1 0 0 0,0 0 0 0 0,0 1 0 0 0,-1-1 0 0 0,1 0 0 0 0,0 1 0 0 0,0-1 0 0 0,-1 0 0 0 0,1 1 0 0 0,0-1 0 0 0,-1 0 0 0 0,1 0 0 0 0,0 1 0 0 0,-1-1 0 0 0,1 0 0 0 0,-1 0 0 0 0,1 0 0 0 0,0 1 0 0 0,-1-1 0 0 0,0 0 0 0 0,-19 8 0 0 0,16-7 8 0 0,-1-1 1 0 0,1 1-1 0 0,0-1 0 0 0,-1 0 0 0 0,-5-1 0 0 0,-3-2-4391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2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1135 3679 0 0,'-5'2'212'0'0,"1"0"-1"0"0,0 0 0 0 0,-1 0 0 0 0,1 1 1 0 0,0 0-1 0 0,0-1 0 0 0,0 2 0 0 0,0-1 0 0 0,1 0 1 0 0,-7 8-1 0 0,9-9-34 0 0,-1 0 0 0 0,0 1 0 0 0,1-1 0 0 0,0 0 0 0 0,-1 1 0 0 0,1-1 0 0 0,0 0 0 0 0,0 1 0 0 0,0-1 0 0 0,1 1 0 0 0,-1 0 0 0 0,1-1 1 0 0,-1 1-1 0 0,1 0 0 0 0,0-1 0 0 0,0 1 0 0 0,0 0 0 0 0,0-1 0 0 0,0 1 0 0 0,1 0 0 0 0,1 3 0 0 0,2 3 166 0 0,0 0 0 0 0,1 0 0 0 0,0-1 0 0 0,1 0 0 0 0,0 0 0 0 0,0 0 0 0 0,12 10 0 0 0,-2-4-148 0 0,0 0 0 0 0,28 18 0 0 0,-32-25-84 0 0,0-1 0 0 0,1 0-1 0 0,-1 0 1 0 0,1-1 0 0 0,0-1 0 0 0,1 0-1 0 0,-1-1 1 0 0,1 0 0 0 0,-1-1-1 0 0,26 0 1 0 0,-9-2 171 0 0,-1-3-1 0 0,1 0 1 0 0,57-15-1 0 0,389-106 603 0 0,-399 109-880 0 0,-51 11 21 0 0,29-8 0 0 0,36-14 60 0 0,163-73 0 0 0,-119 29 235 0 0,32-16 64 0 0,-146 76-285 0 0,0 1-1 0 0,1 1 0 0 0,0 1 0 0 0,0 1 1 0 0,1 1-1 0 0,29-3 0 0 0,-43 7-65 0 0,0 0 0 0 0,0 1 0 0 0,0 1-1 0 0,0 0 1 0 0,-1 0 0 0 0,1 0 0 0 0,0 1 0 0 0,0 1-1 0 0,0-1 1 0 0,-1 1 0 0 0,0 1 0 0 0,1 0 0 0 0,-1 0-1 0 0,-1 0 1 0 0,1 1 0 0 0,-1 0 0 0 0,1 1 0 0 0,-2-1-1 0 0,8 8 1 0 0,-10-8-33 0 0,1 0 0 0 0,-1 0 0 0 0,0 0 0 0 0,0 0 0 0 0,0 1 0 0 0,-1 0 0 0 0,0 0 0 0 0,0 0 0 0 0,0 0 0 0 0,-1 0 0 0 0,0 0 0 0 0,0 1 0 0 0,-1-1 0 0 0,1 8 0 0 0,0-8 30 0 0,1-11 36 0 0,2-8 30 0 0,5-20 28 0 0,2 0 1 0 0,1 1-1 0 0,22-39 0 0 0,-25 55 56 0 0,0 0-1 0 0,2 0 1 0 0,0 1-1 0 0,0 1 1 0 0,2 0-1 0 0,-1 1 1 0 0,25-18 0 0 0,-3 7-44 0 0,1 2 1 0 0,0 2 0 0 0,47-19 0 0 0,123-38 294 0 0,290-70-431 0 0,-324 100 0 0 0,208-53 0 0 0,-94 26 0 0 0,-137 28-3014 0 0,182-80-1 0 0,-284 105-3772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3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415 50 10135 0 0,'3'-50'1118'0'0,"-14"89"3072"0"0,5-13-3926 0 0,0-1-1 0 0,-2-1 1 0 0,-1 1-1 0 0,-1-2 1 0 0,-1 1 0 0 0,-1-1-1 0 0,-1-1 1 0 0,-25 34-1 0 0,25-41-102 0 0,-1 0 0 0 0,1-1-1 0 0,-2-1 1 0 0,0 0 0 0 0,-1-1-1 0 0,0 0 1 0 0,-1-1 0 0 0,0-1-1 0 0,-24 10 1 0 0,37-18-121 0 0,0-1 1 0 0,-1 1-1 0 0,1-1 0 0 0,-1 0 0 0 0,1 0 1 0 0,-1 0-1 0 0,1 0 0 0 0,-1-1 1 0 0,0 0-1 0 0,1 0 0 0 0,-1 0 1 0 0,1-1-1 0 0,-6 0 0 0 0,7 0-31 0 0,1 0 0 0 0,-1 0 0 0 0,0 0 1 0 0,1 0-1 0 0,0-1 0 0 0,-1 1 0 0 0,1-1 0 0 0,0 1 0 0 0,0-1 0 0 0,0 0 0 0 0,0 0 0 0 0,0 0 0 0 0,0 0 0 0 0,0 0 0 0 0,1 0 0 0 0,-1 0 0 0 0,1-1 0 0 0,0 1 0 0 0,-1-1 0 0 0,1 1 0 0 0,0-1 0 0 0,0 1 0 0 0,0-4 0 0 0,0 0 1 0 0,0 1-1 0 0,0-1 1 0 0,1 1-1 0 0,-1-1 1 0 0,1 1-1 0 0,1-1 1 0 0,-1 1-1 0 0,1-1 1 0 0,0 1-1 0 0,0 0 0 0 0,0-1 1 0 0,1 1-1 0 0,0 0 1 0 0,0 0-1 0 0,6-10 1 0 0,-7 13-9 0 0,1-1 1 0 0,0 0-1 0 0,0 1 1 0 0,0-1 0 0 0,0 1-1 0 0,0 0 1 0 0,1-1-1 0 0,-1 1 1 0 0,1 0-1 0 0,-1 1 1 0 0,1-1-1 0 0,0 0 1 0 0,0 1-1 0 0,0-1 1 0 0,0 1-1 0 0,0 0 1 0 0,0 0-1 0 0,0 0 1 0 0,0 1-1 0 0,0-1 1 0 0,0 1 0 0 0,0-1-1 0 0,1 1 1 0 0,-1 0-1 0 0,0 0 1 0 0,0 1-1 0 0,0-1 1 0 0,4 1-1 0 0,94 32 98 0 0,5 1 482 0 0,-82-29 30 0 0,39 15 0 0 0,-56-17-555 0 0,0 0 0 0 0,-1 0-1 0 0,1 1 1 0 0,-1-1 0 0 0,0 1 0 0 0,0 1 0 0 0,-1-1 0 0 0,1 1-1 0 0,-1 0 1 0 0,7 8 0 0 0,-10-10-67 0 0,0 0 1 0 0,0-1-1 0 0,1 0 0 0 0,-1 1 1 0 0,1-1-1 0 0,0 0 0 0 0,-1 0 0 0 0,1-1 1 0 0,0 1-1 0 0,0 0 0 0 0,4 1 1 0 0,-2-2-595 0 0,-1 0 1 0 0,1 0 0 0 0,-1 0 0 0 0,8 1 0 0 0,2-2-6595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3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2 177 6911 0 0,'-1'-6'186'0'0,"1"-1"-1"0"0,-1 0 0 0 0,1 0 1 0 0,0 0-1 0 0,1 0 0 0 0,0 0 1 0 0,2-12-1 0 0,0 12 285 0 0,-1 0 1 0 0,1 1-1 0 0,0-1 1 0 0,0 0-1 0 0,1 1 0 0 0,-1 0 1 0 0,1 0-1 0 0,1 0 1 0 0,-1 1-1 0 0,1-1 0 0 0,0 1 1 0 0,1 0-1 0 0,-1 0 0 0 0,8-4 1 0 0,-10 7-256 0 0,1 0 0 0 0,0 0 0 0 0,-1 0 0 0 0,1 0 0 0 0,0 1 0 0 0,0-1 0 0 0,0 1 0 0 0,1 0 0 0 0,-1 1 0 0 0,0-1 0 0 0,0 1 0 0 0,0-1-1 0 0,1 1 1 0 0,-1 1 0 0 0,0-1 0 0 0,0 0 0 0 0,1 1 0 0 0,-1 0 0 0 0,0 0 0 0 0,0 0 0 0 0,0 1 0 0 0,0-1 0 0 0,0 1 0 0 0,-1 0 0 0 0,7 4 0 0 0,-8-5-200 0 0,1 1 0 0 0,-1 0 0 0 0,1 0 0 0 0,-1 0-1 0 0,0 0 1 0 0,0 0 0 0 0,1 1 0 0 0,-2-1 0 0 0,1 0 0 0 0,0 1 0 0 0,0 0-1 0 0,-1-1 1 0 0,1 1 0 0 0,-1 0 0 0 0,0 0 0 0 0,0 0 0 0 0,0 0 0 0 0,0 0-1 0 0,-1 0 1 0 0,1 0 0 0 0,-1 0 0 0 0,0 0 0 0 0,0 0 0 0 0,0 0 0 0 0,0 1-1 0 0,0-1 1 0 0,-1 0 0 0 0,1 0 0 0 0,-1 0 0 0 0,0 0 0 0 0,0 0 0 0 0,0 0-1 0 0,0-1 1 0 0,-2 4 0 0 0,3-6-13 0 0,0 0 1 0 0,0 0-1 0 0,0 1 0 0 0,0-1 0 0 0,-1 0 0 0 0,1 0 0 0 0,0 0 1 0 0,0 0-1 0 0,0 0 0 0 0,0 0 0 0 0,0 1 0 0 0,0-1 1 0 0,0 0-1 0 0,-1 0 0 0 0,1 0 0 0 0,0 0 0 0 0,0 0 0 0 0,0 0 1 0 0,0 0-1 0 0,0 0 0 0 0,-1 0 0 0 0,1 0 0 0 0,0 0 1 0 0,0 0-1 0 0,0 0 0 0 0,0 0 0 0 0,-1 0 0 0 0,1 0 0 0 0,0 0 1 0 0,0 0-1 0 0,0 0 0 0 0,0 0 0 0 0,0 0 0 0 0,-1 0 1 0 0,1 0-1 0 0,0 0 0 0 0,0 0 0 0 0,0 0 0 0 0,0 0 1 0 0,-1 0-1 0 0,1 0 0 0 0,0 0 0 0 0,0 0 0 0 0,0-1 0 0 0,0 1 1 0 0,0 0-1 0 0,0 0 0 0 0,0 0 0 0 0,-1 0 0 0 0,1 0 1 0 0,0 0-1 0 0,0-1 0 0 0,0 1 0 0 0,0 0 0 0 0,0 0 0 0 0,-4-11-1996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3.6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62 1375 0 0,'-1'1'-71'0'0,"-1"1"201"0"0,0 0-1 0 0,0 0 1 0 0,0 0 0 0 0,1 0 0 0 0,-1 0 0 0 0,-1 4-1 0 0,3-6-56 0 0,-1 0-1 0 0,1 1 0 0 0,0-1 0 0 0,0 0 0 0 0,0 0 1 0 0,0 1-1 0 0,0-1 0 0 0,0 0 0 0 0,0 0 0 0 0,0 1 1 0 0,0-1-1 0 0,0 0 0 0 0,0 0 0 0 0,0 1 0 0 0,0-1 1 0 0,0 0-1 0 0,0 0 0 0 0,0 1 0 0 0,0-1 0 0 0,1 0 0 0 0,-1 0 1 0 0,0 0-1 0 0,0 1 0 0 0,0-1 0 0 0,0 0 0 0 0,0 0 1 0 0,1 0-1 0 0,-1 1 0 0 0,0-1 0 0 0,1 1 202 0 0,0-1 0 0 0,0 0 0 0 0,0 1-1 0 0,0-1 1 0 0,0 0 0 0 0,0 1 0 0 0,0-1-1 0 0,0 0 1 0 0,0 0 0 0 0,0 0 0 0 0,2 0-1 0 0,7-1 855 0 0,0-1-1 0 0,0 0 1 0 0,0-1-1 0 0,0 0 0 0 0,-1 0 1 0 0,1-1-1 0 0,9-5 1 0 0,2-1-105 0 0,4-1 187 0 0,-7 3-732 0 0,1 0 0 0 0,-1 1 0 0 0,1 1 0 0 0,0 1 0 0 0,22-4 1 0 0,-20 10-396 0 0,-21-1-172 0 0,1 0 1 0 0,-1 0-1 0 0,1 0 1 0 0,-1 0-1 0 0,0 0 1 0 0,1 0-1 0 0,-1 0 1 0 0,0 0-1 0 0,1 0 1 0 0,-1 1-1 0 0,0-1 1 0 0,0 0 0 0 0,1 0-1 0 0,-1 0 1 0 0,0 0-1 0 0,1 1 1 0 0,-1-1-1 0 0,0 0 1 0 0,0 0-1 0 0,1 1 1 0 0,-1-1-1 0 0,0 0 1 0 0,0 0-1 0 0,0 1 1 0 0,1-1-1 0 0,-1 0 1 0 0,0 1-1 0 0,0-1 1 0 0,0 0 0 0 0,0 1-1 0 0,0-1 1 0 0,1 0-1 0 0,-1 1 1 0 0,0-1-1 0 0,0 0 1 0 0,0 1-1 0 0,0-1 1 0 0,0 0-1 0 0,0 1 1 0 0,0-1-1 0 0,0 0 1 0 0,-1 1-1 0 0,1-1 1 0 0,0 0 0 0 0,0 1-1 0 0,0-1 1 0 0,0 0-1 0 0,0 1 1 0 0,0-1-1 0 0,-1 0 1 0 0,1 1-1 0 0,-4 3-2083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3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64 4719 0 0,'-27'20'1440'0'0,"25"-18"-940"0"0,1-1 0 0 0,-1 0 0 0 0,1 1-1 0 0,0-1 1 0 0,0 1 0 0 0,0-1 0 0 0,0 1-1 0 0,0-1 1 0 0,0 1 0 0 0,0 0 0 0 0,0 0-1 0 0,1-1 1 0 0,-1 1 0 0 0,1 0 0 0 0,-1 3-1 0 0,1-4-401 0 0,0-1 0 0 0,0 0-1 0 0,0 1 1 0 0,0-1 0 0 0,1 0-1 0 0,-1 1 1 0 0,0-1 0 0 0,0 0 0 0 0,0 0-1 0 0,1 1 1 0 0,-1-1 0 0 0,0 0-1 0 0,0 0 1 0 0,1 1 0 0 0,-1-1-1 0 0,0 0 1 0 0,0 0 0 0 0,1 0-1 0 0,-1 1 1 0 0,0-1 0 0 0,1 0-1 0 0,-1 0 1 0 0,0 0 0 0 0,1 0 0 0 0,-1 0-1 0 0,0 0 1 0 0,1 0 0 0 0,-1 0-1 0 0,0 0 1 0 0,1 0 0 0 0,-1 0-1 0 0,0 0 1 0 0,1 0 0 0 0,-1 0-1 0 0,0 0 1 0 0,1 0 0 0 0,-1 0 0 0 0,0 0-1 0 0,1 0 1 0 0,-1-1 0 0 0,1 1-1 0 0,16-6 1140 0 0,-15 6-978 0 0,21-11 191 0 0,44-26 1 0 0,-45 24-246 0 0,0 0 1 0 0,26-9-1 0 0,-37 18-1522 0 0,-1 1 0 0 0,19-4-1 0 0,-19 5-5066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4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96 9671 0 0,'-3'-14'600'0'0,"2"12"-556"0"0,1 1-1 0 0,-1 0 1 0 0,1-1 0 0 0,-1 1 0 0 0,1-1 0 0 0,0 1 0 0 0,0-1 0 0 0,-1 1 0 0 0,1-1 0 0 0,0 1 0 0 0,0 0 0 0 0,1-1 0 0 0,-1 1-1 0 0,0-1 1 0 0,0 1 0 0 0,1-1 0 0 0,-1 1 0 0 0,1 0 0 0 0,-1-1 0 0 0,1 1 0 0 0,0 0 0 0 0,1-3 0 0 0,1 0 229 0 0,1 0 1 0 0,-1 0 0 0 0,1 1-1 0 0,-1-1 1 0 0,1 1-1 0 0,0 0 1 0 0,1 0 0 0 0,-1 0-1 0 0,0 1 1 0 0,1 0-1 0 0,0 0 1 0 0,-1 0 0 0 0,1 0-1 0 0,0 0 1 0 0,0 1 0 0 0,0 0-1 0 0,0 0 1 0 0,0 1-1 0 0,0-1 1 0 0,0 1 0 0 0,0 0-1 0 0,8 1 1 0 0,-4 1-47 0 0,-1 0 1 0 0,1 0-1 0 0,-1 1 1 0 0,0 0-1 0 0,0 1 1 0 0,0-1-1 0 0,0 2 1 0 0,-1-1-1 0 0,1 1 1 0 0,-1 0-1 0 0,0 0 1 0 0,7 9-1 0 0,-10-10-175 0 0,0 0-1 0 0,-1 0 1 0 0,0 0-1 0 0,0 0 1 0 0,0 0-1 0 0,0 1 0 0 0,-1 0 1 0 0,1-1-1 0 0,-1 1 1 0 0,-1 0-1 0 0,1 0 1 0 0,-1 0-1 0 0,1 0 1 0 0,-2 1-1 0 0,1-1 0 0 0,0 0 1 0 0,-1 0-1 0 0,0 0 1 0 0,0 1-1 0 0,-1-1 1 0 0,-1 9-1 0 0,-4 4 93 0 0,-1 1 1 0 0,0-1-1 0 0,-2-1 0 0 0,0 0 0 0 0,-20 29 0 0 0,14-23 188 0 0,-22 45-1 0 0,37-66-317 0 0,-1-1-1 0 0,0 1 0 0 0,0 0 1 0 0,1 0-1 0 0,-1 0 1 0 0,1 0-1 0 0,-1 0 1 0 0,1-1-1 0 0,0 1 0 0 0,0 0 1 0 0,0 0-1 0 0,0 0 1 0 0,0 0-1 0 0,0 0 1 0 0,1 0-1 0 0,-1 0 0 0 0,1 0 1 0 0,-1 0-1 0 0,1 0 1 0 0,0-1-1 0 0,-1 1 1 0 0,1 0-1 0 0,0 0 0 0 0,0-1 1 0 0,3 4-1 0 0,-2-3-1107 0 0,0 0 0 0 0,1 0 0 0 0,-1 0 0 0 0,1 0-1 0 0,4 3 1 0 0,2 1-6194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5:34.2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15 17503 0 0,'-15'0'776'0'0,"5"-2"160"0"0,1 2-744 0 0,3 0-192 0 0,1 0 0 0 0,2 0 0 0 0,0 2 632 0 0,-2-2 88 0 0,-1 0 16 0 0,-2-2 8 0 0,1 1-488 0 0,3-4-96 0 0,3 2-16 0 0,4 0-8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7:45.7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45 576 1839 0 0,'-17'-10'2799'0'0,"15"9"-2559"0"0,0 0 0 0 0,0 1-1 0 0,0-1 1 0 0,1 0-1 0 0,-1 0 1 0 0,0-1-1 0 0,0 1 1 0 0,1 0-1 0 0,-1-1 1 0 0,1 1 0 0 0,-1-1-1 0 0,1 1 1 0 0,0-1-1 0 0,-1 1 1 0 0,-1-4-1 0 0,3 4-159 0 0,0 0 0 0 0,0 0 0 0 0,0 1 0 0 0,0-1 0 0 0,0 0 0 0 0,0 1 1 0 0,1-1-1 0 0,-1 0 0 0 0,0 0 0 0 0,0 1 0 0 0,0-1 0 0 0,1 0 0 0 0,-1 1 0 0 0,0-1 0 0 0,1 0 0 0 0,-1 1 0 0 0,1-1 0 0 0,-1 1 0 0 0,1-1 0 0 0,-1 0 0 0 0,1 1 0 0 0,-1-1 0 0 0,1 1 0 0 0,-1-1 0 0 0,2 1 0 0 0,18-14 724 0 0,-16 12-630 0 0,82-46 72 0 0,81-52-364 0 0,140-126 1594 0 0,-207 154-1296 0 0,-19 15-79 0 0,-73 51-81 0 0,-9 6 26 0 0,0 1-36 0 0,-1 1 0 0 0,0-1 0 0 0,1 0 0 0 0,0 1 0 0 0,-1 0 1 0 0,1-1-1 0 0,-2 4 0 0 0,-11 24 43 0 0,0 2-1 0 0,-11 41 1 0 0,-11 26-30 0 0,-155 399 41 0 0,165-432 19 0 0,-65 115 0 0 0,34-71-33 0 0,54-103-50 0 0,0 0 0 0 0,0-1 0 0 0,0 1 0 0 0,1 1 0 0 0,0-1 0 0 0,1 0 0 0 0,-2 11 0 0 0,3-16 0 0 0,0-1 0 0 0,0 0 0 0 0,0 0 0 0 0,0 0 0 0 0,0 1 0 0 0,0-1 0 0 0,0 0 0 0 0,0 0 0 0 0,0 1 0 0 0,0-1 0 0 0,0 0 0 0 0,0 0 0 0 0,0 0 0 0 0,0 1 0 0 0,0-1 0 0 0,0 0 0 0 0,0 0 0 0 0,0 0 0 0 0,1 1 0 0 0,-1-1 0 0 0,0 0 0 0 0,0 0 0 0 0,0 0 0 0 0,0 0 0 0 0,1 1 0 0 0,-1-1 0 0 0,0 0 0 0 0,0 0 0 0 0,0 0 0 0 0,0 0 0 0 0,1 0 0 0 0,-1 0 0 0 0,0 1 0 0 0,0-1 0 0 0,1 0 0 0 0,-1 0 0 0 0,0 0 0 0 0,0 0 0 0 0,11-4 0 0 0,8-10 0 0 0,90-103 46 0 0,-35 34-20 0 0,134-123 1 0 0,51-55 10 0 0,-147 146-1 0 0,169-135 0 0 0,-204 193-108 0 0,-68 54 68 0 0,-9 8-8 0 0,-7 11-21 0 0,7-16 29 0 0,-67 161-9 0 0,25-55 15 0 0,8-24-2 0 0,3 2 0 0 0,4 1 0 0 0,-31 167 0 0 0,-26 145 0 0 0,75-366 12 0 0,-9 32 50 0 0,17-57-55 0 0,0 0 0 0 0,0 1 0 0 0,1-1 1 0 0,0 1-1 0 0,0-1 0 0 0,0 1 0 0 0,2 8 0 0 0,-2-14-7 0 0,0 0 1 0 0,1 0 0 0 0,-1 0-1 0 0,0 0 1 0 0,0 0-1 0 0,1 0 1 0 0,-1 0-1 0 0,1 0 1 0 0,-1 0-1 0 0,1 0 1 0 0,-1 0-1 0 0,1-1 1 0 0,0 1-1 0 0,-1 0 1 0 0,1 0-1 0 0,0-1 1 0 0,0 1 0 0 0,-1 0-1 0 0,1-1 1 0 0,0 1-1 0 0,0-1 1 0 0,0 1-1 0 0,0-1 1 0 0,1 1-1 0 0,0-1 1 0 0,-1 1-1 0 0,1-1 0 0 0,0 0 0 0 0,0 0 1 0 0,0 0-1 0 0,0 0 0 0 0,0-1 0 0 0,-1 1 1 0 0,1 0-1 0 0,0-1 0 0 0,0 1 0 0 0,2-2 1 0 0,3-1-2 0 0,0-1 0 0 0,0 0 1 0 0,0 0-1 0 0,12-10 0 0 0,129-131 598 0 0,-76 70-386 0 0,127-138-211 0 0,-163 168-84 0 0,42-65 0 0 0,19-25 36 0 0,-95 132 48 0 0,1 0 0 0 0,-1 1 0 0 0,1-1 0 0 0,0 0 0 0 0,-1 1 0 0 0,1 0 0 0 0,0 0 0 0 0,5-3 0 0 0,-8 5-1 0 0,1 0 1 0 0,-1 0-1 0 0,0 0 0 0 0,0 0 0 0 0,0 0 0 0 0,0 0 0 0 0,1 0 1 0 0,-1 0-1 0 0,0 0 0 0 0,0 0 0 0 0,0 0 0 0 0,0 0 0 0 0,1 1 1 0 0,-1-1-1 0 0,0 0 0 0 0,0 0 0 0 0,0 0 0 0 0,0 0 0 0 0,0 0 1 0 0,0 0-1 0 0,1 1 0 0 0,-1-1 0 0 0,0 0 0 0 0,0 0 0 0 0,0 0 1 0 0,0 0-1 0 0,0 1 0 0 0,0-1 0 0 0,0 0 0 0 0,0 0 0 0 0,0 0 0 0 0,0 0 1 0 0,0 1-1 0 0,0-1 0 0 0,0 0 0 0 0,0 0 0 0 0,0 0 0 0 0,0 0 1 0 0,0 1-1 0 0,0-1 0 0 0,0 0 0 0 0,0 0 0 0 0,-5 18-35 0 0,-7 19 36 0 0,-66 233 0 0 0,70-216 387 0 0,3 1 0 0 0,1 61 0 0 0,2-36-68 0 0,1-60 97 0 0,5 38-1 0 0,-3-50-345 0 0,0-1 1 0 0,0 0-1 0 0,1 0 0 0 0,0 0 1 0 0,1-1-1 0 0,-1 1 0 0 0,1 0 1 0 0,7 11-1 0 0,-9-17-59 0 0,-1-1-1 0 0,1 1 0 0 0,0 0 0 0 0,-1-1 1 0 0,1 1-1 0 0,0 0 0 0 0,-1-1 1 0 0,1 1-1 0 0,0-1 0 0 0,-1 1 1 0 0,1-1-1 0 0,0 1 0 0 0,0-1 0 0 0,0 0 1 0 0,-1 1-1 0 0,1-1 0 0 0,0 0 1 0 0,0 0-1 0 0,0 0 0 0 0,0 0 1 0 0,0 1-1 0 0,0-1 0 0 0,0 0 1 0 0,-1-1-1 0 0,1 1 0 0 0,0 0 0 0 0,0 0 1 0 0,0 0-1 0 0,0 0 0 0 0,0-1 1 0 0,0 1-1 0 0,-1 0 0 0 0,1-1 1 0 0,0 1-1 0 0,0-1 0 0 0,-1 1 0 0 0,1-1 1 0 0,0 1-1 0 0,0-1 0 0 0,0 0 1 0 0,4-4 42 0 0,0 0 0 0 0,0 0 0 0 0,0 0 1 0 0,4-7-1 0 0,-5 7 10 0 0,60-93 331 0 0,-44 65-355 0 0,29-38 0 0 0,-31 49-49 0 0,1 1-1 0 0,0 0 0 0 0,2 2 1 0 0,0 0-1 0 0,41-26 0 0 0,-33 27-10 0 0,1 1 0 0 0,49-20-1 0 0,-68 32 22 0 0,-8 4 0 0 0,0-1 0 0 0,0 1 0 0 0,0 0 0 0 0,0 0 0 0 0,0 0 0 0 0,1 0 0 0 0,3 0 0 0 0,-7 2 0 0 0,0-1 0 0 0,0 1 0 0 0,0 0 0 0 0,0-1 0 0 0,0 1 0 0 0,0 0 0 0 0,-1-1 0 0 0,1 1 0 0 0,0-1 0 0 0,0 1 0 0 0,-1-1 0 0 0,1 1 0 0 0,0-1 0 0 0,-1 1 0 0 0,1 0 0 0 0,0-1 0 0 0,-1 0 0 0 0,1 1 0 0 0,-1-1 0 0 0,0 1 0 0 0,-1 2 0 0 0,-25 35 0 0 0,11-17 0 0 0,-16 31 0 0 0,20-30 0 0 0,1 2 0 0 0,0 0 0 0 0,2 0 0 0 0,1 0 0 0 0,1 1 0 0 0,2 0 0 0 0,0 1 0 0 0,-2 37 0 0 0,5-26 52 0 0,2 1 0 0 0,8 68 0 0 0,-7-105-13 0 0,-1 1 0 0 0,0 0 0 0 0,1 0 0 0 0,-1 0-1 0 0,1-1 1 0 0,0 1 0 0 0,-1 0 0 0 0,1-1 0 0 0,0 1-1 0 0,0 0 1 0 0,0-1 0 0 0,0 0 0 0 0,1 1 0 0 0,-1-1 0 0 0,0 1-1 0 0,0-1 1 0 0,1 0 0 0 0,-1 0 0 0 0,4 2 0 0 0,-4-3-7 0 0,0 1 0 0 0,0-1 0 0 0,0 0 0 0 0,0 0 1 0 0,1 0-1 0 0,-1 0 0 0 0,0 0 0 0 0,0 0 0 0 0,0 0 1 0 0,0 0-1 0 0,0 0 0 0 0,1-1 0 0 0,-1 1 0 0 0,0 0 1 0 0,0-1-1 0 0,0 1 0 0 0,0-1 0 0 0,0 1 0 0 0,0-1 0 0 0,0 1 1 0 0,0-1-1 0 0,0 0 0 0 0,0 0 0 0 0,0 1 0 0 0,0-1 1 0 0,-1 0-1 0 0,1 0 0 0 0,0 0 0 0 0,-1 0 0 0 0,1 0 1 0 0,0 0-1 0 0,0-1 0 0 0,7-11 38 0 0,-6 8-29 0 0,1 1 0 0 0,1-1 0 0 0,-1 1-1 0 0,0 0 1 0 0,1-1 0 0 0,0 1 0 0 0,7-5 0 0 0,86-56-41 0 0,6-3 0 0 0,-63 37-7 0 0,49-33-37 0 0,-71 53 37 0 0,-1 1 0 0 0,2 0-1 0 0,25-9 1 0 0,-40 18 5 0 0,0 0 1 0 0,0 0-1 0 0,1 0 0 0 0,-1 0 1 0 0,0 1-1 0 0,1 0 0 0 0,-1-1 1 0 0,1 2-1 0 0,-1-1 0 0 0,6 1 1 0 0,-9 0 0 0 0,0-1 0 0 0,1 0 0 0 0,-1 0 0 0 0,0 1 0 0 0,0-1 1 0 0,0 1-1 0 0,0-1 0 0 0,0 1 0 0 0,0 0 0 0 0,0-1 1 0 0,0 1-1 0 0,0 0 0 0 0,0 0 0 0 0,-1-1 0 0 0,1 1 1 0 0,0 0-1 0 0,0 0 0 0 0,-1 0 0 0 0,1 0 0 0 0,0 0 1 0 0,-1 0-1 0 0,1 0 0 0 0,-1 0 0 0 0,0 0 0 0 0,1 0 1 0 0,-1 1-1 0 0,0-1 0 0 0,1 0 0 0 0,-1 0 0 0 0,0 0 1 0 0,0 0-1 0 0,0 1 0 0 0,0-1 0 0 0,0 0 0 0 0,-1 0 0 0 0,1 0 1 0 0,0 0-1 0 0,0 0 0 0 0,-1 1 0 0 0,1-1 0 0 0,-1 0 1 0 0,0 1-1 0 0,-3 8 18 0 0,0 0 0 0 0,-1 0-1 0 0,-6 9 1 0 0,5-10-30 0 0,0 1-1 0 0,2-1 1 0 0,-5 12-1 0 0,-1 8 14 0 0,-1-1 0 0 0,-1 0 0 0 0,-17 28 0 0 0,19-40-13 0 0,0 0 68 0 0,0-1 1 0 0,2 1 0 0 0,0 1-1 0 0,0-1 1 0 0,2 1 0 0 0,-6 20-1 0 0,12-35-51 0 0,0-1 0 0 0,-1 0 0 0 0,1 0 0 0 0,0 1 0 0 0,0-1 0 0 0,0 0-1 0 0,0 1 1 0 0,0-1 0 0 0,0 0 0 0 0,1 1 0 0 0,-1-1 0 0 0,0 0 0 0 0,0 0 0 0 0,1 1 0 0 0,-1-1-1 0 0,1 0 1 0 0,-1 0 0 0 0,3 2 0 0 0,-2-1 17 0 0,1-1 0 0 0,-1 1 0 0 0,1-1 0 0 0,0 0 0 0 0,0 0 0 0 0,0 0 0 0 0,-1 0 0 0 0,5 1 0 0 0,14 9-46 0 0,-16-4-1577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7:54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1 544 1639 0 0,'0'-13'1225'0'0,"0"11"-1065"0"0,-1 0 0 0 0,1 0 0 0 0,0 0 0 0 0,0 0 0 0 0,0 1 0 0 0,1-1 1 0 0,-1 0-1 0 0,0 0 0 0 0,1 0 0 0 0,-1 1 0 0 0,1-1 0 0 0,-1 0 0 0 0,1 0 0 0 0,0 1 0 0 0,0-1 0 0 0,0 1 0 0 0,0-1 0 0 0,0 1 0 0 0,0-1 0 0 0,0 1 0 0 0,0-1 0 0 0,1 1 0 0 0,1-2 0 0 0,6-4 58 0 0,1 0 0 0 0,0 0 0 0 0,0 0 0 0 0,13-5 0 0 0,2-2 109 0 0,54-37 561 0 0,80-69 0 0 0,-12 9 965 0 0,-125 95-1550 0 0,48-36 420 0 0,-63 46-584 0 0,0-1 1 0 0,0 0-1 0 0,-1 0 0 0 0,0-1 0 0 0,0 1 0 0 0,9-17 0 0 0,-14 22-452 0 0,6-12 1082 0 0,-7 11-1581 0 0,-9 11-2580 0 0,-12 12-908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7:57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99 837 3223 0 0,'-2'0'113'0'0,"-1"-1"-1"0"0,1 0 0 0 0,0 0 0 0 0,-1 1 0 0 0,1-1 0 0 0,0-1 1 0 0,0 1-1 0 0,0 0 0 0 0,0 0 0 0 0,0-1 0 0 0,0 0 1 0 0,0 1-1 0 0,-3-4 0 0 0,-4-3 835 0 0,5 5-733 0 0,-1-1 0 0 0,1 1 1 0 0,0-1-1 0 0,0-1 1 0 0,0 1-1 0 0,0 0 0 0 0,1-1 1 0 0,0 0-1 0 0,0 0 0 0 0,0 0 1 0 0,0 0-1 0 0,1 0 1 0 0,0-1-1 0 0,0 1 0 0 0,1-1 1 0 0,-1 1-1 0 0,0-11 0 0 0,1 3-181 0 0,1-1-1 0 0,0 1 1 0 0,1 0-1 0 0,1 0 1 0 0,6-25-1 0 0,26-61 483 0 0,-24 73-241 0 0,-3 12-243 0 0,0-1-1 0 0,1 1 0 0 0,1 1 0 0 0,0 0 0 0 0,0 0 1 0 0,2 1-1 0 0,-1 0 0 0 0,21-17 0 0 0,-12 14-38 0 0,0 1 0 0 0,1 0 0 0 0,1 2 0 0 0,0 0 0 0 0,1 1 0 0 0,0 2 0 0 0,1 0 0 0 0,31-8 0 0 0,-51 16 6 0 0,0 0 0 0 0,0 1 0 0 0,-1-1 0 0 0,1 1 0 0 0,0 0 0 0 0,0-1-1 0 0,-1 1 1 0 0,1 1 0 0 0,0-1 0 0 0,0 0 0 0 0,0 1 0 0 0,-1-1 0 0 0,1 1-1 0 0,4 1 1 0 0,-5-1 0 0 0,0 1 0 0 0,0-1 0 0 0,0 1 0 0 0,0-1 0 0 0,0 1 0 0 0,0 0 0 0 0,-1 0 0 0 0,1 0 0 0 0,-1 0 0 0 0,1 0 0 0 0,-1 0 0 0 0,1 0 0 0 0,-1 0 0 0 0,0 0 0 0 0,1 5 0 0 0,1 0 7 0 0,1 0 0 0 0,-1 0 0 0 0,1 0 0 0 0,0-1 0 0 0,1 0 0 0 0,-1 0 0 0 0,10 9 0 0 0,-12-12-9 0 0,1-1 1 0 0,-1 1-1 0 0,1-1 0 0 0,0 0 1 0 0,0 0-1 0 0,0 0 1 0 0,0 0-1 0 0,0 0 0 0 0,0-1 1 0 0,1 0-1 0 0,-1 1 0 0 0,0-1 1 0 0,1 0-1 0 0,-1-1 1 0 0,1 1-1 0 0,-1-1 0 0 0,1 1 1 0 0,4-1-1 0 0,-5-1 6 0 0,1 0 1 0 0,-1 0-1 0 0,1 0 0 0 0,-1-1 0 0 0,0 1 1 0 0,1-1-1 0 0,-1 0 0 0 0,0 0 0 0 0,0 0 1 0 0,0 0-1 0 0,0-1 0 0 0,0 1 0 0 0,-1-1 1 0 0,1 0-1 0 0,3-5 0 0 0,3-4 1 0 0,0-2 0 0 0,8-16 0 0 0,-15 27-3 0 0,4-8 27 0 0,-1-2 0 0 0,0 1 0 0 0,0-1 0 0 0,-2 1 0 0 0,1-1 0 0 0,-2-1 0 0 0,2-13 0 0 0,-2 13-35 0 0,1-17-34 0 0,-3 30 40 0 0,0-1-1 0 0,0 0 0 0 0,0 1 1 0 0,0-1-1 0 0,0 1 0 0 0,-1-1 1 0 0,1 1-1 0 0,-1-1 1 0 0,1 1-1 0 0,-1-1 0 0 0,1 1 1 0 0,-1-1-1 0 0,0 1 1 0 0,0 0-1 0 0,-1-3 0 0 0,-2 4-57 0 0,0 12 7 0 0,3-7 51 0 0,0 0 0 0 0,1 1 0 0 0,-1-1 0 0 0,1 0 0 0 0,1 0 1 0 0,0 8-1 0 0,-1-12 2 0 0,0 0 0 0 0,1 0 0 0 0,-1 0 0 0 0,0 0 0 0 0,0 0 0 0 0,1 0 0 0 0,-1 0 0 0 0,1 0 0 0 0,-1 0 0 0 0,1 0 0 0 0,-1 0 0 0 0,1 0 0 0 0,0 0 1 0 0,-1 0-1 0 0,1-1 0 0 0,0 1 0 0 0,0 0 0 0 0,0 0 0 0 0,-1-1 0 0 0,1 1 0 0 0,0 0 0 0 0,0-1 0 0 0,0 1 0 0 0,0-1 0 0 0,0 0 0 0 0,0 1 0 0 0,0-1 0 0 0,0 0 0 0 0,0 1 0 0 0,0-1 1 0 0,0 0-1 0 0,1 0 0 0 0,-1 0 0 0 0,0 0 0 0 0,0 0 0 0 0,0 0 0 0 0,0 0 0 0 0,0-1 0 0 0,0 1 0 0 0,0 0 0 0 0,0 0 0 0 0,0-1 0 0 0,2 0 0 0 0,9-5 0 0 0,1 0 0 0 0,-1-1 0 0 0,0 0 0 0 0,-1 0 0 0 0,19-17 0 0 0,0 0 0 0 0,-7 7-4 0 0,-9 6-8 0 0,1 0 0 0 0,23-13 1 0 0,-34 22 9 0 0,0 0 1 0 0,-1 1-1 0 0,1-1 1 0 0,0 1-1 0 0,0 0 1 0 0,0 0 0 0 0,0 0-1 0 0,0 0 1 0 0,1 1-1 0 0,-1-1 1 0 0,0 1-1 0 0,0 0 1 0 0,0 0 0 0 0,0 1-1 0 0,1-1 1 0 0,4 2-1 0 0,-6 0 0 0 0,-1-1-1 0 0,1 0 1 0 0,0 0-1 0 0,0 1 0 0 0,-1 0 1 0 0,1-1-1 0 0,-1 1 1 0 0,0 0-1 0 0,1 0 0 0 0,-1 0 1 0 0,0 1-1 0 0,0-1 1 0 0,0 1-1 0 0,-1-1 0 0 0,1 1 1 0 0,-1-1-1 0 0,1 1 1 0 0,-1 0-1 0 0,0 0 0 0 0,0-1 1 0 0,0 1-1 0 0,0 0 1 0 0,0 0-1 0 0,-1 0 0 0 0,1 4 1 0 0,-1-2 2 0 0,0 0 0 0 0,0 0 1 0 0,0 0-1 0 0,0 0 0 0 0,-1 0 0 0 0,0 0 0 0 0,0 0 1 0 0,0 0-1 0 0,-1 0 0 0 0,0 0 0 0 0,0-1 1 0 0,0 1-1 0 0,0-1 0 0 0,-5 7 0 0 0,3-6-130 0 0,0 1 0 0 0,-1-1-1 0 0,0 0 1 0 0,-9 7-1 0 0,8-8-3449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09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571 67 1607 0 0,'1'-2'103'0'0,"1"0"0"0"0,-1-1-1 0 0,0 1 1 0 0,0 0-1 0 0,0-1 1 0 0,0 1 0 0 0,0-1-1 0 0,0 1 1 0 0,-1-1-1 0 0,1 1 1 0 0,-1-1 0 0 0,1 1-1 0 0,-1-1 1 0 0,0 0-1 0 0,0 1 1 0 0,-1-5 0 0 0,1 6-30 0 0,-1 0 1 0 0,1 0 0 0 0,-1 0 0 0 0,0 0 0 0 0,1-1 0 0 0,-1 1-1 0 0,0 0 1 0 0,1 0 0 0 0,-1 0 0 0 0,0 1 0 0 0,0-1 0 0 0,0 0-1 0 0,0 0 1 0 0,0 0 0 0 0,0 1 0 0 0,0-1 0 0 0,0 0 0 0 0,0 1-1 0 0,0-1 1 0 0,0 1 0 0 0,-1-1 0 0 0,1 1 0 0 0,0 0 0 0 0,0-1 0 0 0,-1 1-1 0 0,1 0 1 0 0,0 0 0 0 0,0 0 0 0 0,-1 0 0 0 0,1 0 0 0 0,0 0-1 0 0,0 0 1 0 0,-2 1 0 0 0,-10 0 236 0 0,0 2 1 0 0,1-1-1 0 0,-1 1 0 0 0,-13 6 0 0 0,18-6-269 0 0,0 0-1 0 0,1 1 0 0 0,-1 0 0 0 0,1 0 1 0 0,0 1-1 0 0,0 0 0 0 0,-8 8 0 0 0,6-3 17 0 0,1 0 0 0 0,1 1 0 0 0,-1 0 0 0 0,2 1 0 0 0,-8 17 0 0 0,1-3 28 0 0,0-1-12 0 0,-1-2-14 0 0,2 2 1 0 0,-14 40-1 0 0,25-65-51 0 0,1 1 1 0 0,0 0-1 0 0,-1 0 1 0 0,1 0-1 0 0,0 0 1 0 0,0 0 0 0 0,0 0-1 0 0,0 0 1 0 0,-1-1-1 0 0,1 1 1 0 0,0 0-1 0 0,1 0 1 0 0,-1 0-1 0 0,0 0 1 0 0,0 0-1 0 0,0 0 1 0 0,1 0 0 0 0,-1 0-1 0 0,0 0 1 0 0,1-1-1 0 0,-1 1 1 0 0,0 0-1 0 0,2 1 1 0 0,-2-2-6 0 0,1 1-1 0 0,0-1 1 0 0,0 1 0 0 0,0-1-1 0 0,0 1 1 0 0,0-1 0 0 0,0 0 0 0 0,0 1-1 0 0,0-1 1 0 0,0 0 0 0 0,0 0 0 0 0,0 0-1 0 0,0 0 1 0 0,0 0 0 0 0,0 0-1 0 0,0 0 1 0 0,1 0 0 0 0,7-2-12 0 0,0 0 0 0 0,-1 0 0 0 0,15-7 1 0 0,-17 7 23 0 0,-4 1-8 0 0,0 0 1 0 0,1 0-1 0 0,-1 1 0 0 0,0-1 0 0 0,0 1 0 0 0,0-1 0 0 0,0 1 0 0 0,1 0 0 0 0,-1 0 0 0 0,4 0 0 0 0,-5 1-2 0 0,-1-1-1 0 0,1 0 0 0 0,-1 0 0 0 0,1 0 0 0 0,-1 0 0 0 0,0 1 0 0 0,1-1 1 0 0,-1 0-1 0 0,0 0 0 0 0,1 1 0 0 0,-1-1 0 0 0,0 0 0 0 0,1 1 0 0 0,-1-1 0 0 0,0 0 1 0 0,1 1-1 0 0,-1-1 0 0 0,0 0 0 0 0,0 1 0 0 0,1-1 0 0 0,-1 1 0 0 0,0-1 1 0 0,0 2 10 0 0,0-1 1 0 0,1 0-1 0 0,-1 0 1 0 0,0 0-1 0 0,0 0 1 0 0,0 0-1 0 0,-1 0 1 0 0,1 1-1 0 0,0-1 1 0 0,0 0-1 0 0,-1 0 1 0 0,0 2-1 0 0,-4 9 216 0 0,-1 0-1 0 0,0 0 1 0 0,-1 0-1 0 0,0-1 1 0 0,-18 20 0 0 0,3-5 289 0 0,-32 25 1 0 0,-16 5-5 0 0,46-38-427 0 0,0 1 1 0 0,-33 34-1 0 0,48-43-89 0 0,0 1 0 0 0,1 0 0 0 0,0 1 0 0 0,1-1 0 0 0,1 1 0 0 0,-1 1 0 0 0,-6 18 0 0 0,12-25 0 0 0,-1-1 0 0 0,1 1 0 0 0,-1 0 0 0 0,2 0 0 0 0,-1-1 0 0 0,1 1 0 0 0,-1 0 0 0 0,2 0 0 0 0,-1 0 0 0 0,1 0 0 0 0,0-1 0 0 0,0 1 0 0 0,0 0 0 0 0,1-1 0 0 0,0 1 0 0 0,0-1 0 0 0,0 1 0 0 0,1-1 0 0 0,0 0 0 0 0,4 6 0 0 0,1 0-1 0 0,0-1-1 0 0,1 0 1 0 0,16 15-1 0 0,-19-20 12 0 0,0-1 0 0 0,1 1-1 0 0,-1-1 1 0 0,1 0 0 0 0,0-1 0 0 0,0 0 0 0 0,13 4-1 0 0,-13-5-49 0 0,1 0-1 0 0,-1-1 1 0 0,1 0-1 0 0,-1-1 1 0 0,15 0-1 0 0,17-4-2997 0 0,-37 4 2659 0 0,0 0-1 0 0,0 0 1 0 0,0 0 0 0 0,0 0-1 0 0,0 1 1 0 0,0-1 0 0 0,0 1-1 0 0,-1-1 1 0 0,1 1-1 0 0,0 0 1 0 0,0 0 0 0 0,0-1-1 0 0,0 1 1 0 0,2 3 0 0 0,5 6 2334 0 0,-12-7-1507 0 0,-8 10-4 0 0,11-13-404 0 0,0 0-1 0 0,0 0 1 0 0,0 0-1 0 0,-1 0 1 0 0,1 1-1 0 0,0-1 1 0 0,0 0-1 0 0,0 0 1 0 0,0 0-1 0 0,0 0 0 0 0,0 1 1 0 0,0-1-1 0 0,0 0 1 0 0,0 0-1 0 0,0 0 1 0 0,0 0-1 0 0,0 1 1 0 0,0-1-1 0 0,0 0 1 0 0,0 0-1 0 0,0 0 0 0 0,0 1 1 0 0,0-1-1 0 0,0 0 1 0 0,0 0-1 0 0,0 0 1 0 0,0 0-1 0 0,0 1 1 0 0,0-1-1 0 0,0 0 1 0 0,0 0-1 0 0,1 0 0 0 0,-1 0 1 0 0,0 0-1 0 0,0 1 1 0 0,0-1-1 0 0,0 0 1 0 0,0 0-1 0 0,0 0 1 0 0,1 0-1 0 0,-1 0 1 0 0,0 0-1 0 0,0 0 1 0 0,0 0-1 0 0,0 1 0 0 0,0-1 1 0 0,1 0-1 0 0,-1 0 1 0 0,0 0-1 0 0,0 0 1 0 0,0 0-1 0 0,1 0 1 0 0,-1 0-1 0 0,0 0 1 0 0,0 0-1 0 0,0 0 0 0 0,0 0 1 0 0,1 0-1 0 0,-1 0 1 0 0,13 0 536 0 0,-12 0-429 0 0,4 0-28 0 0,1 0 0 0 0,0-1-1 0 0,0 0 1 0 0,-1 0 0 0 0,1 0 0 0 0,0-1 0 0 0,-1 0-1 0 0,1 0 1 0 0,-1 0 0 0 0,0-1 0 0 0,0 0-1 0 0,0 0 1 0 0,0 0 0 0 0,8-7 0 0 0,0-3-38 0 0,0 0 0 0 0,-1-1 0 0 0,14-20 0 0 0,-15 18 1 0 0,1 1-1 0 0,23-23 1 0 0,-30 33-59 0 0,1 0-1 0 0,0 1 1 0 0,0-1 0 0 0,1 1 0 0 0,-1 1 0 0 0,1-1 0 0 0,-1 1 0 0 0,1 0 0 0 0,0 1 0 0 0,1-1 0 0 0,-1 1 0 0 0,0 1-1 0 0,1-1 1 0 0,-1 1 0 0 0,1 1 0 0 0,-1-1 0 0 0,1 1 0 0 0,-1 1 0 0 0,1-1 0 0 0,-1 1 0 0 0,12 3 0 0 0,-7-1 5 0 0,0 0 0 0 0,0-1 0 0 0,0-1 0 0 0,0 0-1 0 0,0 0 1 0 0,17-3 0 0 0,-22 1 12 0 0,1 0-1 0 0,-1 0 0 0 0,0-1 0 0 0,0-1 1 0 0,0 1-1 0 0,0-1 0 0 0,-1 0 0 0 0,1-1 1 0 0,-1 0-1 0 0,1 0 0 0 0,9-8 0 0 0,-3 0 36 0 0,0 0 0 0 0,-1 0 1 0 0,0-2-1 0 0,-1 1 0 0 0,0-1 0 0 0,-1-1 0 0 0,-1 0 0 0 0,0-1 0 0 0,-1 1 0 0 0,-1-2 0 0 0,0 1 0 0 0,7-32 0 0 0,4-41-27 0 0,-11 51-44 0 0,0 1 0 0 0,3 0 0 0 0,24-63 0 0 0,-30 93-5 0 0,24-49-37 0 0,-25 50 33 0 0,1 0 0 0 0,1-1 1 0 0,-1 2-1 0 0,1-1 1 0 0,0 0-1 0 0,7-5 0 0 0,-11 11 3 0 0,-1 0 0 0 0,0 0 0 0 0,1-1 0 0 0,-1 1 0 0 0,1 0 0 0 0,-1 0 0 0 0,1 0 0 0 0,0-1 0 0 0,-1 1 0 0 0,1 0 0 0 0,-1 0 0 0 0,1 0 0 0 0,-1 0 0 0 0,1 0 0 0 0,-1 0 0 0 0,1 0 0 0 0,-1 0 0 0 0,1 1 0 0 0,-1-1 0 0 0,1 0 0 0 0,-1 0 0 0 0,1 0-1 0 0,-1 0 1 0 0,2 1 0 0 0,13 9-97 0 0,-2-2 31 0 0,37 8-3054 0 0,-35-11-778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0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368 13 2759 0 0,'-1'-1'36'0'0,"1"0"-1"0"0,0 1 0 0 0,-1-1 1 0 0,1 0-1 0 0,-1 1 0 0 0,1-1 1 0 0,-1 0-1 0 0,0 1 0 0 0,1-1 1 0 0,-1 0-1 0 0,1 1 0 0 0,-1-1 1 0 0,0 1-1 0 0,0-1 0 0 0,1 1 1 0 0,-1 0-1 0 0,0-1 0 0 0,0 1 1 0 0,1 0-1 0 0,-1-1 0 0 0,0 1 1 0 0,0 0-1 0 0,0 0 0 0 0,0 0 1 0 0,1 0-1 0 0,-1 0 0 0 0,0 0 1 0 0,0 0-1 0 0,0 0 0 0 0,0 0 0 0 0,0 0 1 0 0,1 0-1 0 0,-1 1 0 0 0,0-1 1 0 0,0 0-1 0 0,0 0 0 0 0,1 1 1 0 0,-1-1-1 0 0,0 1 0 0 0,0-1 1 0 0,1 1-1 0 0,-1-1 0 0 0,0 1 1 0 0,1-1-1 0 0,-2 2 0 0 0,0 0 189 0 0,0 1 0 0 0,0-1 0 0 0,0 1 0 0 0,0-1 0 0 0,1 1 0 0 0,-1 0 0 0 0,1-1 0 0 0,0 1 0 0 0,-1 0-1 0 0,0 6 1 0 0,0 10 66 0 0,0 1 0 0 0,2-1 0 0 0,2 30 0 0 0,-1-25-169 0 0,-2 42 1 0 0,-4-33-31 0 0,-10 37 0 0 0,-4 17 300 0 0,19-86-388 0 0,-1 12 87 0 0,-2 1-1 0 0,-6 21 1 0 0,8-30-64 0 0,-1-1-1 0 0,-1 1 1 0 0,1-1 0 0 0,0 0-1 0 0,-1 0 1 0 0,0 0 0 0 0,0 0 0 0 0,0 0-1 0 0,0-1 1 0 0,-1 1 0 0 0,-3 2-1 0 0,-12 9 139 0 0,0-1 0 0 0,-1-1 0 0 0,-1-1 0 0 0,0-1-1 0 0,0-1 1 0 0,-30 10 0 0 0,49-19-142 0 0,0-1 0 0 0,1 1 0 0 0,-1-1 0 0 0,0 1 1 0 0,1 0-1 0 0,-1 0 0 0 0,1 0 0 0 0,-1 0 0 0 0,1 0 0 0 0,-1 0 0 0 0,1 0 0 0 0,0 0 0 0 0,0 1 1 0 0,0-1-1 0 0,-1 0 0 0 0,1 1 0 0 0,0-1 0 0 0,0 3 0 0 0,-1 0-31 0 0,1 0 0 0 0,0 0 0 0 0,0 1 0 0 0,1-1 0 0 0,-1 9 0 0 0,1-8 28 0 0,-2 19-24 0 0,0-6-6 0 0,1 0 0 0 0,0 0 0 0 0,2 0 0 0 0,0-1 0 0 0,4 25-1 0 0,3-24 12 0 0,-31-26 64 0 0,17 7-842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0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21 519 1839 0 0,'-2'-2'106'0'0,"0"-1"0"0"0,0 1-1 0 0,0-1 1 0 0,0 0-1 0 0,1 0 1 0 0,-1 0-1 0 0,1 0 1 0 0,0 0-1 0 0,0 0 1 0 0,0 0-1 0 0,0-1 1 0 0,0 1-1 0 0,1 0 1 0 0,-1 0 0 0 0,1-1-1 0 0,0 1 1 0 0,0 0-1 0 0,0-1 1 0 0,0 1-1 0 0,1 0 1 0 0,-1-1-1 0 0,1 1 1 0 0,0 0-1 0 0,2-5 1 0 0,3-8 202 0 0,1 1 1 0 0,0 0-1 0 0,17-23 1 0 0,-13 21-288 0 0,7-18 64 0 0,-1 0 1 0 0,-2-1 0 0 0,13-45 0 0 0,-24 68-48 0 0,-1 7-33 0 0,0-1 0 0 0,0 1 0 0 0,0 0 0 0 0,1 0 0 0 0,0 1 0 0 0,0-1 0 0 0,0 1-1 0 0,1 0 1 0 0,0 0 0 0 0,0 0 0 0 0,8-6 0 0 0,-4 5-7 0 0,-1 1 0 0 0,1-1-1 0 0,0 1 1 0 0,1 1 0 0 0,-1 0 0 0 0,1 0 0 0 0,10-2-1 0 0,-15 4-4 0 0,-1 1 0 0 0,1 1 0 0 0,0-1-1 0 0,0 1 1 0 0,-1-1 0 0 0,1 1 0 0 0,0 1-1 0 0,8 0 1 0 0,-11 0 7 0 0,1 0 1 0 0,-1-1-1 0 0,1 1 0 0 0,-1 0 1 0 0,0 1-1 0 0,1-1 0 0 0,-1 0 0 0 0,0 1 1 0 0,0-1-1 0 0,0 1 0 0 0,0 0 1 0 0,0-1-1 0 0,0 1 0 0 0,-1 0 1 0 0,1 0-1 0 0,-1 0 0 0 0,3 4 0 0 0,0 2 0 0 0,-3-6 0 0 0,0 0 0 0 0,0 0 0 0 0,0 0 0 0 0,1 0 0 0 0,-1 0 0 0 0,0 0 0 0 0,1-1 0 0 0,2 3 0 0 0,-4-4 0 0 0,1 1 0 0 0,0-1 0 0 0,0 1 0 0 0,0-1 0 0 0,0 0 0 0 0,-1 0 0 0 0,1 0 0 0 0,0 0 0 0 0,0 1 0 0 0,0-1 0 0 0,0 0 0 0 0,0 0 0 0 0,0-1 0 0 0,0 1 0 0 0,0 0 0 0 0,-1 0 0 0 0,1 0 0 0 0,0-1 0 0 0,0 1 0 0 0,0 0 0 0 0,0-1 0 0 0,-1 1 0 0 0,1-1 0 0 0,0 1 0 0 0,0-1 0 0 0,11-6 34 0 0,18-15 0 0 0,9-7-15 0 0,-35 26-53 0 0,0 1 1 0 0,1 0-1 0 0,-1 0 1 0 0,0 0-1 0 0,0 1 0 0 0,1 0 1 0 0,-1 0-1 0 0,7-1 0 0 0,-9 2 21 0 0,1 0 0 0 0,-1 0 0 0 0,1 0 0 0 0,-1 1-1 0 0,1-1 1 0 0,-1 1 0 0 0,1 0 0 0 0,-1-1-1 0 0,4 3 1 0 0,11 3 71 0 0,-9-6-48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1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0 1751 0 0,'-3'3'117'0'0,"2"-2"-21"0"0,0 0-1 0 0,0 0 1 0 0,0 0-1 0 0,1 0 1 0 0,-1 0 0 0 0,0 0-1 0 0,0 0 1 0 0,1 0-1 0 0,-1 0 1 0 0,0 2-1 0 0,0 1 134 0 0,0 1-1 0 0,0-1 0 0 0,0 0 0 0 0,1 1 0 0 0,-1-1 0 0 0,1 1 0 0 0,1-1 0 0 0,0 8 0 0 0,10 36 968 0 0,-7-35-866 0 0,-1-1 0 0 0,2 17 0 0 0,-4-24-286 0 0,-1 0-1 0 0,0-1 1 0 0,-1 1-1 0 0,1 0 1 0 0,-1 0-1 0 0,0 0 1 0 0,0-1-1 0 0,0 1 1 0 0,-1-1 0 0 0,0 1-1 0 0,-2 5 1 0 0,-3 1 14 0 0,1-1 0 0 0,-17 19 0 0 0,3-4 182 0 0,19-24-229 0 0,-1 1 0 0 0,1 0-1 0 0,0 0 1 0 0,0 0 0 0 0,0 0-1 0 0,0 0 1 0 0,0 0 0 0 0,0 0-1 0 0,1 0 1 0 0,-1 0-1 0 0,1 1 1 0 0,-1 2 0 0 0,1-5-15 0 0,0 1 1 0 0,0-1 0 0 0,0 1 0 0 0,0-1-1 0 0,0 1 1 0 0,0-1 0 0 0,1 0 0 0 0,-1 1-1 0 0,0-1 1 0 0,0 1 0 0 0,0-1-1 0 0,1 1 1 0 0,-1-1 0 0 0,0 0 0 0 0,1 1-1 0 0,-1-1 1 0 0,0 0 0 0 0,0 1 0 0 0,1-1-1 0 0,-1 0 1 0 0,1 1 0 0 0,0-1-1 0 0,0 1-1 0 0,0-1 0 0 0,1 1 0 0 0,-1-1-1 0 0,0 0 1 0 0,1 0 0 0 0,-1 0 0 0 0,0 1-1 0 0,1-1 1 0 0,-1 0 0 0 0,0-1 0 0 0,3 1-1 0 0,-2-1 3 0 0,0 1 1 0 0,0 0-1 0 0,-1 0 0 0 0,1-1 0 0 0,0 1 0 0 0,0 0 0 0 0,0 1 0 0 0,-1-1 0 0 0,1 0 0 0 0,0 0 0 0 0,0 1 0 0 0,-1-1 0 0 0,1 1 0 0 0,0 0 0 0 0,2 1 0 0 0,-4-2 3 0 0,1 1-1 0 0,0 0 0 0 0,0 0 1 0 0,-1 0-1 0 0,1 0 0 0 0,-1 0 1 0 0,1 1-1 0 0,-1-1 0 0 0,1 0 1 0 0,-1 0-1 0 0,0 0 0 0 0,1 0 1 0 0,-1 0-1 0 0,0 1 0 0 0,0-1 0 0 0,0 0 1 0 0,0 0-1 0 0,0 0 0 0 0,0 1 1 0 0,0-1-1 0 0,-1 0 0 0 0,1 0 1 0 0,0 0-1 0 0,-1 2 0 0 0,-3 10-24 0 0,0-1 0 0 0,-7 16 0 0 0,6-19 71 0 0,1 1 0 0 0,0 1 1 0 0,1-1-1 0 0,-2 13 0 0 0,4-20-181 0 0,1 1-1 0 0,0-1 1 0 0,0 1-1 0 0,0-1 1 0 0,0 1-1 0 0,1-1 1 0 0,-1 1-1 0 0,1-1 0 0 0,0 0 1 0 0,0 1-1 0 0,0-1 1 0 0,0 0-1 0 0,1 1 1 0 0,0-1-1 0 0,-1 0 1 0 0,1 0-1 0 0,2 3 0 0 0,4 4-2340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2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20 514 1687 0 0,'-1'-24'1182'0'0,"-5"-28"1"0"0,-1-5 948 0 0,5 30-1328 0 0,-1-37 215 0 0,3 58-1008 0 0,0-1 1 0 0,1 1-1 0 0,0 0 1 0 0,0 0-1 0 0,1 0 1 0 0,-1 0-1 0 0,6-11 0 0 0,-4 12-38 0 0,1 0 0 0 0,0 1 0 0 0,0-1 0 0 0,0 1 0 0 0,1 0 0 0 0,0 0 0 0 0,0 1 0 0 0,0-1 0 0 0,0 1 0 0 0,0 0 0 0 0,7-3 0 0 0,21-14-44 0 0,-26 16 51 0 0,0-1 0 0 0,0 1 0 0 0,13-6 0 0 0,-17 8 9 0 0,0 1-1 0 0,1 0 1 0 0,-1 0-1 0 0,0 0 0 0 0,0 1 1 0 0,0-1-1 0 0,1 1 0 0 0,-1 0 1 0 0,0 0-1 0 0,1 0 1 0 0,-1 0-1 0 0,4 1 0 0 0,-4 0 13 0 0,0 1-1 0 0,-1-1 1 0 0,1 0 0 0 0,-1 1-1 0 0,1-1 1 0 0,-1 1-1 0 0,0 0 1 0 0,0 0-1 0 0,3 3 1 0 0,-4-3 4 0 0,1 0 0 0 0,0-1 1 0 0,-1 1-1 0 0,1-1 0 0 0,0 1 1 0 0,-1-1-1 0 0,1 0 0 0 0,0 0 0 0 0,0 0 1 0 0,0 0-1 0 0,0 0 0 0 0,0 0 1 0 0,1 0-1 0 0,-1 0 0 0 0,2 0 0 0 0,-2-2-2 0 0,0 0 0 0 0,0 1 0 0 0,0-1-1 0 0,0 0 1 0 0,0 0 0 0 0,0 0 0 0 0,0 0 0 0 0,0 0-1 0 0,-1 0 1 0 0,1 0 0 0 0,0-1 0 0 0,-1 1-1 0 0,1-1 1 0 0,-1 1 0 0 0,0-1 0 0 0,1 1 0 0 0,1-4-1 0 0,18-32 31 0 0,-19 33-26 0 0,0-1 0 0 0,0 1-1 0 0,-1 0 1 0 0,0-1-1 0 0,0 1 1 0 0,0-1-1 0 0,0 1 1 0 0,-1-1 0 0 0,0 0-1 0 0,0 1 1 0 0,0-1-1 0 0,-1 1 1 0 0,1-1 0 0 0,-1 1-1 0 0,0-1 1 0 0,0 1-1 0 0,-1-1 1 0 0,1 1 0 0 0,-1 0-1 0 0,-4-8 1 0 0,5 10-19 0 0,-1-3 176 0 0,-2 18 145 0 0,-12 48-182 0 0,7-33 76 0 0,-6 46-1 0 0,13-64-174 0 0,2 0 0 0 0,-1 0-1 0 0,1 1 1 0 0,1-1-1 0 0,0 0 1 0 0,0 0-1 0 0,1 0 1 0 0,4 15-1 0 0,-1-12-61 0 0,0 1 0 0 0,1-1 0 0 0,0-1 0 0 0,16 24-1 0 0,-21-34 36 0 0,1-1 0 0 0,0 0 0 0 0,-1 0 0 0 0,1 0 0 0 0,0 0 0 0 0,0 0 0 0 0,0 0 0 0 0,0 0 0 0 0,0-1 0 0 0,0 1 0 0 0,0 0 0 0 0,0-1 0 0 0,0 0 0 0 0,3 1 0 0 0,15 3 0 0 0,-19-3 0 0 0,0-1 0 0 0,-1 0 0 0 0,1 1 0 0 0,0-1 0 0 0,0 0 0 0 0,-1 1 0 0 0,1-1 0 0 0,-1 1 0 0 0,1-1 0 0 0,0 1 0 0 0,-1 0 0 0 0,1-1 0 0 0,-1 1 0 0 0,1-1 0 0 0,-1 1 0 0 0,0 0 0 0 0,1 0 0 0 0,-1-1 0 0 0,0 1 0 0 0,1 1 0 0 0,-1-1 0 0 0,0 1 0 0 0,0-1 0 0 0,0 0 0 0 0,0 1 0 0 0,0-1 0 0 0,-1 0 0 0 0,1 1 0 0 0,0-1 0 0 0,-1 0 0 0 0,1 0 0 0 0,-1 1 0 0 0,1-1 0 0 0,-1 0 0 0 0,0 0 0 0 0,0 1 0 0 0,-16 20 0 0 0,11-14 0 0 0,-83 129 136 0 0,79-121-79 0 0,-20 22 0 0 0,20-25-19 0 0,0-1-1 0 0,1 1 1 0 0,-8 16-1 0 0,16-29-108 0 0,1 1-1 0 0,-1 0 0 0 0,1-1 1 0 0,0 1-1 0 0,-1 0 0 0 0,1-1 1 0 0,0 1-1 0 0,0 0 0 0 0,0-1 1 0 0,-1 1-1 0 0,1 0 0 0 0,0 0 1 0 0,0-1-1 0 0,0 1 1 0 0,0 0-1 0 0,0-1 0 0 0,0 1 1 0 0,0 0-1 0 0,1 0 0 0 0,-1-1 1 0 0,0 1-1 0 0,0 0 0 0 0,0-1 1 0 0,1 1-1 0 0,-1 0 0 0 0,0-1 1 0 0,1 1-1 0 0,-1 0 0 0 0,1-1 1 0 0,-1 1-1 0 0,1-1 0 0 0,-1 1 1 0 0,1-1-1 0 0,0 1 0 0 0,5 2-2772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3.2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5 551 3223 0 0,'0'0'6'0'0,"0"0"0"0"0,0 0-1 0 0,0 0 1 0 0,0 0 0 0 0,-1 1-1 0 0,1-1 1 0 0,0 0 0 0 0,0 0 0 0 0,0 0-1 0 0,0 0 1 0 0,0 0 0 0 0,0 0-1 0 0,0 0 1 0 0,0 0 0 0 0,0 0-1 0 0,0 0 1 0 0,0 0 0 0 0,-1 0-1 0 0,1 0 1 0 0,0 0 0 0 0,0 0-1 0 0,0 1 1 0 0,0-1 0 0 0,0 0-1 0 0,0 0 1 0 0,0 0 0 0 0,0 0-1 0 0,-1 0 1 0 0,1 0 0 0 0,0 0-1 0 0,0 0 1 0 0,0 0 0 0 0,0-1-1 0 0,0 1 1 0 0,0 0 0 0 0,0 0-1 0 0,0 0 1 0 0,-1 0 0 0 0,1 0-1 0 0,0 0 1 0 0,0 0 0 0 0,0 0-1 0 0,0 0 1 0 0,0 0 0 0 0,0 0-1 0 0,0 0 1 0 0,0 0 0 0 0,0 0-1 0 0,0 0 1 0 0,0 0 0 0 0,0-1-1 0 0,-1 1 1 0 0,1 0 0 0 0,0 0-1 0 0,0-1-111 0 0,0-1-1 0 0,1 1 0 0 0,-1 0 1 0 0,0 0-1 0 0,0-1 1 0 0,1 1-1 0 0,-1 0 0 0 0,0 0 1 0 0,1 0-1 0 0,0 0 0 0 0,-1-1 1 0 0,1 1-1 0 0,0 0 0 0 0,0-1 1 0 0,1-1 223 0 0,65-121 2717 0 0,-32 71-2426 0 0,2 1 0 0 0,62-65 0 0 0,-75 89-408 0 0,-6 8 0 0 0,32-29 0 0 0,-49 48 5 0 0,0-1 0 0 0,1 1 0 0 0,-1 0 0 0 0,1 0 0 0 0,-1 1 0 0 0,1-1 0 0 0,-1 0 0 0 0,1 0 0 0 0,-1 1 0 0 0,1-1 0 0 0,0 1 0 0 0,-1-1 0 0 0,4 1 0 0 0,-4 0-4 0 0,0 0 0 0 0,0 0 0 0 0,1 0 1 0 0,-1 0-1 0 0,0 1 0 0 0,0-1 1 0 0,0 0-1 0 0,0 1 0 0 0,0-1 1 0 0,0 1-1 0 0,0-1 0 0 0,0 1 1 0 0,0 0-1 0 0,0-1 0 0 0,0 1 1 0 0,1 1-1 0 0,0 1 29 0 0,1 0 0 0 0,-1 1 0 0 0,1-1 1 0 0,-1 1-1 0 0,0 0 0 0 0,-1-1 0 0 0,1 1 0 0 0,-1 0 1 0 0,3 8-1 0 0,-4-8 34 0 0,1-1 1 0 0,0 1-1 0 0,1-1 1 0 0,-1 1-1 0 0,1-1 0 0 0,-1 1 1 0 0,1-1-1 0 0,0 0 1 0 0,3 3-1 0 0,-4-5-55 0 0,0 0-1 0 0,0 0 0 0 0,0 0 0 0 0,0-1 1 0 0,0 1-1 0 0,0 0 0 0 0,0-1 0 0 0,0 1 0 0 0,0-1 1 0 0,0 1-1 0 0,1-1 0 0 0,-1 1 0 0 0,0-1 1 0 0,0 0-1 0 0,0 0 0 0 0,1 0 0 0 0,-1 1 1 0 0,0-1-1 0 0,0 0 0 0 0,1-1 0 0 0,-1 1 1 0 0,0 0-1 0 0,0 0 0 0 0,1 0 0 0 0,-1-1 1 0 0,0 1-1 0 0,0-1 0 0 0,0 1 0 0 0,1-1 0 0 0,0 0 1 0 0,4-2-5 0 0,0-1 0 0 0,-1 0 0 0 0,1 1-1 0 0,-1-2 1 0 0,0 1 0 0 0,0-1 0 0 0,0 1 0 0 0,-1-1 0 0 0,1-1 0 0 0,-1 1 0 0 0,-1-1 0 0 0,1 1 0 0 0,-1-1 0 0 0,0 0 0 0 0,0 0 0 0 0,-1-1 0 0 0,1 1-1 0 0,1-11 1 0 0,12-43-900 0 0,-17 58 623 0 0,-2 6 118 0 0,-7 15 87 0 0,-12 26 108 0 0,10-20 98 0 0,2 1 0 0 0,1 0 0 0 0,1 0 0 0 0,2 1-1 0 0,0 0 1 0 0,2 0 0 0 0,0 0 0 0 0,2 52-1 0 0,8-21 87 0 0,-3-34-88 0 0,1 25 0 0 0,-5-48-111 0 0,1 0-1 0 0,-1 0 0 0 0,1 0 0 0 0,-1 0 1 0 0,1 0-1 0 0,-1 0 0 0 0,1-1 0 0 0,-1 1 1 0 0,0 0-1 0 0,0 0 0 0 0,1-1 0 0 0,-1 1 1 0 0,0 0-1 0 0,0-1 0 0 0,0 1 0 0 0,-1 0 1 0 0,-7 7 208 0 0,-17 31-72 0 0,20-29-61 0 0,0-1-1 0 0,-13 16 0 0 0,16-22-84 0 0,0 1-1 0 0,-1-1 1 0 0,1-1-1 0 0,-1 1 1 0 0,0 0-1 0 0,0-1 1 0 0,0 0-1 0 0,0 0 0 0 0,0 0 1 0 0,-6 2-1 0 0,4-2 2 0 0,1-1 0 0 0,-1 0 0 0 0,1 0 0 0 0,-1 0 0 0 0,1-1 0 0 0,-1 0 0 0 0,0 0 0 0 0,1 0 0 0 0,-9-2 0 0 0,14 2-28 0 0,0 0-1 0 0,-1 0 0 0 0,1-1 0 0 0,-1 1 1 0 0,1 0-1 0 0,0-1 0 0 0,-1 1 0 0 0,1 0 1 0 0,0 0-1 0 0,0-1 0 0 0,-1 1 1 0 0,1-1-1 0 0,0 1 0 0 0,0 0 0 0 0,-1-1 1 0 0,1 1-1 0 0,0 0 0 0 0,0-1 0 0 0,0 1 1 0 0,0-1-1 0 0,0 1 0 0 0,-1-1 0 0 0,1 1 1 0 0,0-1-1 0 0,0 1 0 0 0,0 0 1 0 0,0-1-1 0 0,0 1 0 0 0,0-1 0 0 0,1 1 1 0 0,-1-1-1 0 0,0 1 0 0 0,0 0 0 0 0,0-1 1 0 0,0 1-1 0 0,0-1 0 0 0,1 1 0 0 0,-1 0 1 0 0,0-1-1 0 0,0 1 0 0 0,1-1 0 0 0,-1 1 1 0 0,0 0-1 0 0,0-1 0 0 0,1 1 1 0 0,-1 0-1 0 0,0 0 0 0 0,1-1 0 0 0,8-7-3107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8:18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19 2039 0 0,'-1'-1'-1'0'0,"0"-1"0"0"0,1 1 0 0 0,-1 0 0 0 0,0 0 0 0 0,0 0-1 0 0,0 0 1 0 0,0 0 0 0 0,0 0 0 0 0,0 0 0 0 0,0 0 0 0 0,0 0-1 0 0,0 1 1 0 0,0-1 0 0 0,0 0 0 0 0,-1 1 0 0 0,1-1 0 0 0,0 0-1 0 0,0 1 1 0 0,-1 0 0 0 0,1-1 0 0 0,0 1 0 0 0,-1 0 0 0 0,1 0-1 0 0,-1 0 1 0 0,-1 0 0 0 0,-2 0 18 0 0,0 1 0 0 0,-1 0 0 0 0,1 0 0 0 0,0 0 0 0 0,-8 4 0 0 0,11-5 24 0 0,1 1 0 0 0,-1 0-1 0 0,0 0 1 0 0,1 0 0 0 0,-1 0-1 0 0,1 0 1 0 0,-1 0 0 0 0,1 0-1 0 0,0 0 1 0 0,-1 1-1 0 0,1-1 1 0 0,0 1 0 0 0,0-1-1 0 0,0 1 1 0 0,0-1 0 0 0,0 1-1 0 0,0-1 1 0 0,1 1-1 0 0,-1 0 1 0 0,0 0 0 0 0,1-1-1 0 0,-1 1 1 0 0,1 2 0 0 0,-1 4 113 0 0,0 1 1 0 0,1-1-1 0 0,1 17 0 0 0,1-8-55 0 0,-2 26-9 0 0,3 39 208 0 0,-2-72-287 0 0,1-1-1 0 0,-1 0 0 0 0,2 0 1 0 0,-1 0-1 0 0,1-1 0 0 0,6 14 0 0 0,-6-17 1 0 0,0-1 0 0 0,0 1 0 0 0,1-1-1 0 0,-1 0 1 0 0,1 0 0 0 0,0 0 0 0 0,0-1 0 0 0,0 1-1 0 0,0-1 1 0 0,1 0 0 0 0,-1 0 0 0 0,1-1-1 0 0,0 1 1 0 0,0-1 0 0 0,0 0 0 0 0,0 0-1 0 0,10 2 1 0 0,7 0 6 0 0,0-1 0 0 0,-1-1-1 0 0,27-1 1 0 0,-8 0-16 0 0,-26 0 3 0 0,94 8 40 0 0,-94-7-40 0 0,0 1 1 0 0,0 1-1 0 0,-1 0 1 0 0,1 0-1 0 0,20 11 0 0 0,-30-12 10 0 0,0 0 0 0 0,0 0 0 0 0,0 0-1 0 0,0 0 1 0 0,0 1 0 0 0,-1 0 0 0 0,0-1-1 0 0,1 1 1 0 0,-2 1 0 0 0,1-1 0 0 0,0 0-1 0 0,-1 1 1 0 0,4 8 0 0 0,14 24 112 0 0,-18-35-93 0 0,0 0 1 0 0,1 1-1 0 0,-1-1 0 0 0,0 0 1 0 0,1 0-1 0 0,0 0 0 0 0,-1 0 0 0 0,1-1 1 0 0,0 1-1 0 0,0-1 0 0 0,0 1 1 0 0,0-1-1 0 0,0 0 0 0 0,5 1 1 0 0,6 0 15 0 0,1 0 0 0 0,14 0 0 0 0,-7 0 25 0 0,26 3 138 0 0,92 22-1 0 0,-120-21-208 0 0,0 1 1 0 0,0 1 0 0 0,-1 0-1 0 0,0 2 1 0 0,0 0 0 0 0,33 25-1 0 0,-38-23-3 0 0,0 1 0 0 0,-1 0 0 0 0,0 1 0 0 0,-1 0 0 0 0,-1 1 0 0 0,0 0 0 0 0,-1 1 0 0 0,-1 0 0 0 0,0 1 0 0 0,-1 0 0 0 0,10 34 0 0 0,-17-47 12 0 0,0-1 1 0 0,0 1-1 0 0,0-1 0 0 0,1 1 0 0 0,-1-1 0 0 0,1 1 0 0 0,0-1 0 0 0,0 0 0 0 0,0 0 0 0 0,0 0 0 0 0,1 0 0 0 0,-1 0 0 0 0,1 0 0 0 0,-1-1 0 0 0,1 1 1 0 0,0-1-1 0 0,0 0 0 0 0,4 3 0 0 0,15 7 330 0 0,-2 0 1 0 0,30 26 0 0 0,-30-23-297 0 0,1 0 1 0 0,27 15 0 0 0,-18-16-37 0 0,0-1 0 0 0,1-1 0 0 0,36 7 0 0 0,98 16 23 0 0,-128-28-32 0 0,3 0-1 0 0,180 42 0 0 0,-193-41 0 0 0,-1 1 0 0 0,0 1 0 0 0,-1 1 0 0 0,0 2 0 0 0,46 30 0 0 0,-63-37 28 0 0,0 0 0 0 0,0 1 0 0 0,-1-1-1 0 0,0 1 1 0 0,0 1 0 0 0,-1-1 0 0 0,0 1-1 0 0,0 1 1 0 0,-1-1 0 0 0,0 1-1 0 0,0-1 1 0 0,-1 1 0 0 0,0 1 0 0 0,4 17-1 0 0,-7-24 107 0 0,0 0 0 0 0,0 0 0 0 0,0 0 0 0 0,0-1 0 0 0,1 1 0 0 0,-1 0 0 0 0,1-1 0 0 0,0 1 0 0 0,-1-1 0 0 0,1 0 0 0 0,0 1 0 0 0,0-1 0 0 0,1 0 0 0 0,-1 0 0 0 0,4 2 0 0 0,3 2-130 0 0,1-1 1 0 0,19 9 0 0 0,5 2-288 0 0,-18-7-72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02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57 227 3647 0 0,'-14'-3'-1'0'0,"10"3"-81"0"0,1-1 0 0 0,-1 0 0 0 0,1 0-1 0 0,-1 0 1 0 0,1 0 0 0 0,-1-1-1 0 0,-3-2 1 0 0,6 4 151 0 0,0-1-1 0 0,0 0 1 0 0,0 0-1 0 0,1 0 1 0 0,-1 0-1 0 0,0 0 1 0 0,1 0 0 0 0,-1 0-1 0 0,0 0 1 0 0,1 0-1 0 0,0 0 1 0 0,-1 0-1 0 0,1 0 1 0 0,-1-1 0 0 0,1 1-1 0 0,0 0 1 0 0,0 0-1 0 0,0 0 1 0 0,0-1-1 0 0,0 1 1 0 0,0 0 0 0 0,0 0-1 0 0,0 0 1 0 0,0-1-1 0 0,1 1 1 0 0,-1-1-1 0 0,3-9 352 0 0,-3 4-190 0 0,2 0 0 0 0,-1 0 1 0 0,1 0-1 0 0,0 1 1 0 0,0-1-1 0 0,0 1 0 0 0,1-1 1 0 0,0 1-1 0 0,1 0 1 0 0,-1 0-1 0 0,8-8 0 0 0,-3 4-39 0 0,-6 7-122 0 0,1-1 0 0 0,-1 1 0 0 0,1 0-1 0 0,0 0 1 0 0,0 0 0 0 0,0 1 0 0 0,0-1-1 0 0,1 1 1 0 0,-1-1 0 0 0,1 1 0 0 0,-1 0-1 0 0,1 0 1 0 0,4-1 0 0 0,-7 3-37 0 0,1 0 0 0 0,-1 0 0 0 0,0 0 0 0 0,1 1 1 0 0,-1-1-1 0 0,1 0 0 0 0,-1 1 0 0 0,0-1 0 0 0,1 0 0 0 0,-1 1 1 0 0,0 0-1 0 0,0-1 0 0 0,1 1 0 0 0,-1 0 0 0 0,1 1 1 0 0,20 16 19 0 0,-6-4-10 0 0,31 22 22 0 0,-44-34-52 0 0,0 0 1 0 0,0 0-1 0 0,0 0 0 0 0,1 0 0 0 0,-1-1 1 0 0,0 0-1 0 0,1 1 0 0 0,-1-1 0 0 0,1 0 1 0 0,-1-1-1 0 0,1 1 0 0 0,-1-1 0 0 0,7 1 1 0 0,4-1 26 0 0,-1-1 0 0 0,18-4 0 0 0,-20 3 3 0 0,-5 1-2 0 0,0-1 1 0 0,0-1 0 0 0,-1 1 0 0 0,1-1-1 0 0,-1 0 1 0 0,9-7 0 0 0,1 1 92 0 0,-7 4-59 0 0,-1 0 14 0 0,0 1 0 0 0,14-5 1 0 0,-19 8-72 0 0,1 0 1 0 0,0 0 0 0 0,1 0 0 0 0,-1 1-1 0 0,0-1 1 0 0,0 1 0 0 0,0 0-1 0 0,0 0 1 0 0,0 0 0 0 0,6 1 0 0 0,16 3 49 0 0,0-1 1 0 0,43-1-1 0 0,-45-2 29 0 0,0 1 0 0 0,0 2 0 0 0,32 6 0 0 0,-38-4-8 0 0,31 13 0 0 0,-38-13-46 0 0,0-1 0 0 0,1 0 0 0 0,0-1 0 0 0,0 0 0 0 0,0 0 0 0 0,0-1 0 0 0,14 0 0 0 0,-4-3-34 0 0,-1 0 0 0 0,0-2 0 0 0,1 0 0 0 0,-1-2 0 0 0,24-8 0 0 0,-35 10-2 0 0,1 0 22 0 0,-1 0-1 0 0,1 1 1 0 0,0-1 0 0 0,20 0-1 0 0,65 4 37 0 0,-45-1-68 0 0,-30-1 90 0 0,33 4 0 0 0,4 3-37 0 0,-37-5-61 0 0,0 1 0 0 0,1 1-1 0 0,25 8 1 0 0,-25-5 12 0 0,1 0 0 0 0,1-1 0 0 0,-1-1 0 0 0,0-1 0 0 0,1-1 0 0 0,0-1 0 0 0,-1-1 0 0 0,25-3 0 0 0,-3-4 32 0 0,58-16 0 0 0,-83 18-32 0 0,0 0 0 0 0,37-3 0 0 0,-49 7 0 0 0,0 1 0 0 0,0 0 0 0 0,1 1 0 0 0,-1 0 0 0 0,0 0 0 0 0,0 0 0 0 0,0 1 0 0 0,0 0 0 0 0,0 0 0 0 0,0 1 0 0 0,7 3 0 0 0,-2 1-2 0 0,-3-1-6 0 0,0-1 1 0 0,1 0-1 0 0,-1-1 0 0 0,1 0 0 0 0,0 0 1 0 0,0-1-1 0 0,20 3 0 0 0,-10-6 16 0 0,1 0-1 0 0,-1-1 0 0 0,0-2 1 0 0,0 0-1 0 0,21-6 0 0 0,44-6 13 0 0,-41 12-20 0 0,80 6 0 0 0,-108-2 0 0 0,167-5 125 0 0,-145 2-98 0 0,14-2-27 0 0,-11 1-40 0 0,1 2 0 0 0,41 3 0 0 0,102 26 40 0 0,-171-26 80 0 0,0 0 0 0 0,-1-1-1 0 0,1 0 1 0 0,0-2 0 0 0,17-1-1 0 0,68-15 738 0 0,-37 5-544 0 0,61-14 16 0 0,-65 13-89 0 0,67-7-1 0 0,181 5-61 0 0,-99 4 522 0 0,-69 2-538 0 0,-46 1 127 0 0,27-1-119 0 0,-48 11 54 0 0,-33 0 111 0 0,50-4-1 0 0,-76 1-226 0 0,-6 1 22 0 0,1-1-1 0 0,-1 0 1 0 0,10-2 0 0 0,-16 3-74 0 0,1 0-1 0 0,0 0 1 0 0,0 0 0 0 0,0 0-1 0 0,0 1 1 0 0,0-1 0 0 0,0 0-1 0 0,-1 0 1 0 0,1 1 0 0 0,0-1-1 0 0,0 0 1 0 0,0 1 0 0 0,-1-1-1 0 0,1 1 1 0 0,0-1 0 0 0,0 1-1 0 0,-1 0 1 0 0,1-1 0 0 0,0 2-1 0 0,7 6-960 0 0,-3-1-3314 0 0,0-1-1157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11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15 193 919 0 0,'-15'2'3295'0'0,"15"-2"-3182"0"0,0 0-1 0 0,0 0 1 0 0,0 0-1 0 0,0 1 1 0 0,0-1-1 0 0,0 0 1 0 0,0 0-1 0 0,0 0 1 0 0,2 3 2251 0 0,-2-3-2252 0 0,0 0 1 0 0,0 0-1 0 0,0 0 1 0 0,0 0-1 0 0,0 0 1 0 0,1 0-1 0 0,-1 0 1 0 0,0 0-1 0 0,0 1 1 0 0,0-1 0 0 0,0 0-1 0 0,1 0 1 0 0,16 4 3825 0 0,-3-3-4667 0 0,4-4 1441 0 0,0 0-1 0 0,1-1 1 0 0,-2-1-1 0 0,26-10 1 0 0,66-36 881 0 0,-53 23-1141 0 0,3-3-190 0 0,42-17 196 0 0,-91 44-441 0 0,-6 2-12 0 0,0 0 0 0 0,0 0 0 0 0,0 1 0 0 0,0-1 0 0 0,0 1 0 0 0,0 0 0 0 0,0 0 0 0 0,1 1 0 0 0,-1-1 0 0 0,0 1 0 0 0,6 0 0 0 0,-10 0-37 0 0,0 0 0 0 0,0 1 0 0 0,1-1 1 0 0,-1 0-1 0 0,0 0 0 0 0,0 0 0 0 0,1 0 0 0 0,-1 0 0 0 0,0 0 0 0 0,0 1 0 0 0,0-1 0 0 0,1 0 0 0 0,-1 0 0 0 0,0 0 1 0 0,0 0-1 0 0,0 1 0 0 0,1-1 0 0 0,-1 0 0 0 0,0 0 0 0 0,0 1 0 0 0,0-1 0 0 0,0 0 0 0 0,0 0 0 0 0,0 1 0 0 0,0-1 0 0 0,0 0 1 0 0,1 0-1 0 0,-1 1 0 0 0,0-1 0 0 0,0 0 0 0 0,0 0 0 0 0,0 1 0 0 0,0-1 0 0 0,0 0 0 0 0,0 1 0 0 0,-1-1 0 0 0,1 0 1 0 0,0 1-1 0 0,-5 9-3945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12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10 230 2303 0 0,'-1'1'84'0'0,"0"0"0"0"0,0 0 0 0 0,0 0-1 0 0,1 1 1 0 0,-1-1 0 0 0,0 0-1 0 0,0 0 1 0 0,1 1 0 0 0,-1-1-1 0 0,1 0 1 0 0,-1 1 0 0 0,1-1-1 0 0,0 1 1 0 0,-1 2 0 0 0,1-4-1 0 0,0 1 1 0 0,1-1 0 0 0,-1 1 0 0 0,0-1 0 0 0,0 1-1 0 0,0-1 1 0 0,0 1 0 0 0,1-1 0 0 0,-1 1-1 0 0,0-1 1 0 0,0 1 0 0 0,1-1 0 0 0,-1 1 0 0 0,0-1-1 0 0,1 0 1 0 0,-1 1 0 0 0,0-1 0 0 0,1 1-1 0 0,-1-1 1 0 0,1 0 0 0 0,-1 0 0 0 0,0 1-1 0 0,1-1 1 0 0,-1 0 0 0 0,1 0 0 0 0,-1 1 0 0 0,1-1-1 0 0,-1 0 1 0 0,1 0 0 0 0,-1 0 0 0 0,1 0-1 0 0,0 0 1 0 0,-1 0 0 0 0,1 0 0 0 0,-1 0 0 0 0,1 0-1 0 0,-1 0 1 0 0,1 0 0 0 0,-1 0 0 0 0,1 0-1 0 0,-1 0 1 0 0,1 0 0 0 0,0-1 0 0 0,9-1 849 0 0,0-1 1 0 0,-1-1 0 0 0,1 0 0 0 0,-1 0-1 0 0,0-1 1 0 0,0 0 0 0 0,14-11-1 0 0,-2 2-32 0 0,-10 8-527 0 0,120-72 2716 0 0,-86 53-2497 0 0,78-37 476 0 0,-116 59-1248 0 0,-1 0 0 0 0,0-1 0 0 0,0 0 0 0 0,-1 0 0 0 0,1 0 0 0 0,6-8 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21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239 100 2303 0 0,'8'-37'12'0'0,"-5"26"1112"0"0,0 0 1 0 0,-1 0-1 0 0,1-19 3409 0 0,-5 37-3755 0 0,-45 127 1148 0 0,-14 31-1841 0 0,54-149-22 0 0,-2 3-13 0 0,1 1 0 0 0,-11 38 0 0 0,19-57-52 0 0,0-1 0 0 0,0 1 0 0 0,0-1 0 0 0,0 1 0 0 0,0-1-1 0 0,0 1 1 0 0,-1-1 0 0 0,1 0 0 0 0,0 1 0 0 0,0-1 0 0 0,0 1 0 0 0,-1-1-1 0 0,1 0 1 0 0,0 1 0 0 0,-1-1 0 0 0,1 0 0 0 0,0 1 0 0 0,-1-1-1 0 0,1 0 1 0 0,0 0 0 0 0,-1 1 0 0 0,1-1 0 0 0,-1 0 0 0 0,1 0 0 0 0,0 0-1 0 0,-1 0 1 0 0,1 1 0 0 0,-1-1 0 0 0,1 0 0 0 0,-1 0 0 0 0,1 0 0 0 0,-1 0-1 0 0,1 0 1 0 0,0 0 0 0 0,-1 0 0 0 0,1 0 0 0 0,-1 0 0 0 0,1 0-1 0 0,-1 0 1 0 0,1 0 0 0 0,-1-1 0 0 0,1 1 0 0 0,0 0 0 0 0,-1 0 0 0 0,0-1-1 0 0,-16-9-102 0 0,16 10 117 0 0,-5-5-86 0 0,-1 1 0 0 0,1-1 0 0 0,0 0 0 0 0,0-1 0 0 0,1 1 0 0 0,-1-1 0 0 0,1 0 0 0 0,1-1 0 0 0,-1 1 0 0 0,1-1 0 0 0,-7-14 0 0 0,13 10 2249 0 0,-2 11-2136 0 0,0 0 0 0 0,0 1 0 0 0,0-1 0 0 0,0 0 0 0 0,0 0 0 0 0,0 0 0 0 0,0 0 0 0 0,0 0 0 0 0,0 0 0 0 0,1 0 0 0 0,-1 0 0 0 0,0 0 0 0 0,0 0 0 0 0,0 0 0 0 0,0 0 0 0 0,0 0 0 0 0,0 0 0 0 0,0 1 0 0 0,0-1 0 0 0,1 0 0 0 0,-1 0 0 0 0,0 0 0 0 0,0 0 0 0 0,0 0 0 0 0,0 0 0 0 0,0 0 0 0 0,0 0 0 0 0,0-1 0 0 0,1 1 0 0 0,-1 0 0 0 0,0 0 0 0 0,0 0 0 0 0,0 0 0 0 0,0 0 0 0 0,0 0 0 0 0,0 0 0 0 0,0 0 0 0 0,1 0 1 0 0,-1 0-1 0 0,0 0 0 0 0,0 0 0 0 0,0 0 0 0 0,0 0 0 0 0,0 0 0 0 0,0-1 0 0 0,0 1 0 0 0,0 0 0 0 0,0 0 0 0 0,0 0 0 0 0,0 0 0 0 0,0 0 0 0 0,0 0 0 0 0,0 0 0 0 0,0-1 0 0 0,0 1 0 0 0,1 0 0 0 0,5 20 165 0 0,4 25-1 0 0,-8-31-68 0 0,1 0-1 0 0,1 0 1 0 0,0 0 0 0 0,1 0-1 0 0,0-1 1 0 0,13 22-1 0 0,-16-31-83 0 0,1 1 0 0 0,0-1-1 0 0,1 0 1 0 0,6 6-1 0 0,-9-9-18 0 0,0 0 0 0 0,1 0 0 0 0,-1 0 0 0 0,0-1 0 0 0,1 1 0 0 0,-1 0 0 0 0,1-1 0 0 0,-1 1 0 0 0,1-1 0 0 0,-1 1 0 0 0,1-1 0 0 0,-1 0 0 0 0,1 0 0 0 0,0 0 0 0 0,-1 0-1 0 0,1 0 1 0 0,-1 0 0 0 0,1 0 0 0 0,2-1 0 0 0,4-1 94 0 0,-1 0 1 0 0,0-1-1 0 0,1 0 0 0 0,-1 0 0 0 0,-1-1 0 0 0,1 1 0 0 0,0-2 1 0 0,-1 1-1 0 0,0-1 0 0 0,0 0 0 0 0,0 0 0 0 0,7-9 1 0 0,4-7-9 0 0,-1-1 1 0 0,16-30 0 0 0,-10 16 0 0 0,-13 19-108 0 0,-8 14-3 0 0,0 0 0 0 0,1 1 0 0 0,-1-1-1 0 0,1 0 1 0 0,0 0 0 0 0,2-3 0 0 0,-5 14-1398 0 0,-2 1-5610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24.2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398 92 3223 0 0,'9'-12'231'0'0,"15"-26"-1"0"0,-7 3 3357 0 0,-15 29-2306 0 0,-4 6 177 0 0,-6 9 852 0 0,6-5-2044 0 0,1-4 182 0 0,-2 4-52 0 0,-18 30 703 0 0,2 1 0 0 0,-20 46 0 0 0,-87 181 1208 0 0,117-244-2220 0 0,-32 53 147 0 0,36-64-215 0 0,0-1 1 0 0,0 1 0 0 0,0-1 0 0 0,-1 0 0 0 0,0-1 0 0 0,0 1 0 0 0,-11 7 0 0 0,16-13-19 0 0,1 0 0 0 0,-1 0 1 0 0,1 1-1 0 0,0-1 0 0 0,-1 0 1 0 0,1 0-1 0 0,-1 0 0 0 0,1 0 0 0 0,-1 0 1 0 0,1 0-1 0 0,0 0 0 0 0,-1 0 1 0 0,1 0-1 0 0,-1 0 0 0 0,1 0 0 0 0,-1 0 1 0 0,1 0-1 0 0,0 0 0 0 0,-1 0 1 0 0,1 0-1 0 0,-1 0 0 0 0,1-1 0 0 0,0 1 1 0 0,-1 0-1 0 0,1 0 0 0 0,-1-1 1 0 0,1 1-1 0 0,0 0 0 0 0,-1 0 0 0 0,1-1 1 0 0,0 1-1 0 0,-1 0 0 0 0,1-1 0 0 0,0 1 1 0 0,0 0-1 0 0,-1-1 0 0 0,1 1 1 0 0,0-1-1 0 0,0 1 0 0 0,0 0 0 0 0,0-1 1 0 0,-1 1-1 0 0,1-1 0 0 0,0 0 1 0 0,-6-27-10 0 0,3 13 11 0 0,-4-3-3 0 0,-1 1 0 0 0,-1 0 0 0 0,-14-21 0 0 0,1 2 0 0 0,21 34 0 0 0,0 0 0 0 0,-1 0 0 0 0,0-1 0 0 0,1 1 0 0 0,-1 1 0 0 0,0-1 0 0 0,0 0 0 0 0,0 0 0 0 0,0 1 0 0 0,0-1 0 0 0,-4-2 0 0 0,6 5 4 0 0,-1-1 0 0 0,1 1 0 0 0,0-1 0 0 0,-1 1 0 0 0,1-1 0 0 0,0 0 0 0 0,-1 1 0 0 0,1-1 0 0 0,0 1 0 0 0,-1 0 0 0 0,1-1-1 0 0,0 1 1 0 0,0-1 0 0 0,0 1 0 0 0,0-1 0 0 0,-1 1 0 0 0,1 0 0 0 0,0-1 0 0 0,0 1 0 0 0,0-1 0 0 0,0 1 0 0 0,1 1 0 0 0,-1-2 84 0 0,0 5-4 0 0,10 43 563 0 0,29 90 1 0 0,-37-134-634 0 0,-1 0 0 0 0,1-1 0 0 0,0 1 0 0 0,0 0 0 0 0,0-1 0 0 0,0 1 1 0 0,0-1-1 0 0,1 0 0 0 0,0 0 0 0 0,5 5 0 0 0,-6-7-4 0 0,-1 1-1 0 0,1-1 1 0 0,0 0-1 0 0,0 0 1 0 0,0 0-1 0 0,0-1 1 0 0,0 1-1 0 0,1 0 1 0 0,-1-1 0 0 0,0 1-1 0 0,0-1 1 0 0,0 0-1 0 0,0 0 1 0 0,1 0-1 0 0,-1 0 1 0 0,0 0-1 0 0,0 0 1 0 0,0-1-1 0 0,1 1 1 0 0,-1-1-1 0 0,3 0 1 0 0,10-5 83 0 0,-1 0-1 0 0,0-1 1 0 0,0 0 0 0 0,23-18 0 0 0,48-43 409 0 0,-67 52-412 0 0,47-30 328 0 0,-48 34-367 0 0,-14 11-41 0 0,-3 3 12 0 0,-14 11 10 0 0,-21 17-47 0 0,26-21-58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27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359 82 3223 0 0,'13'-32'3475'0'0,"-9"22"-1453"0"0,-1 1-1 0 0,2-1 1 0 0,6-11 0 0 0,-13 31 1793 0 0,-4 16-3089 0 0,-9 18-30 0 0,-2-2 1 0 0,-26 47 0 0 0,-52 77-200 0 0,26-51-226 0 0,39-54-24 0 0,-5 7-207 0 0,35-68-40 0 0,0 0-1 0 0,0 1 1 0 0,0-1-1 0 0,0 0 1 0 0,0 0-1 0 0,0 0 1 0 0,-1 0 0 0 0,1 1-1 0 0,0-1 1 0 0,0 0-1 0 0,0 0 1 0 0,0 0-1 0 0,0 0 1 0 0,0 0-1 0 0,0 1 1 0 0,-1-1 0 0 0,1 0-1 0 0,0 0 1 0 0,0 0-1 0 0,0 0 1 0 0,0 0-1 0 0,0 0 1 0 0,-1 0-1 0 0,1 0 1 0 0,0 0 0 0 0,0 0-1 0 0,0 1 1 0 0,0-1-1 0 0,-1 0 1 0 0,1 0-1 0 0,0 0 1 0 0,0 0-1 0 0,0 0 1 0 0,0 0 0 0 0,-1 0-1 0 0,1 0 1 0 0,0 0-1 0 0,0-1 1 0 0,0 1-1 0 0,-1 0 1 0 0,1 0-1 0 0,0 0 1 0 0,0 0-1 0 0,-5-10-329 0 0,0-16-1183 0 0,5 25 1260 0 0,-2-14-1157 0 0,-1 1 0 0 0,0-1 0 0 0,-11-25 0 0 0,6 22 1200 0 0,0 2 1 0 0,-18-27-1 0 0,24 41 2528 0 0,1 7-936 0 0,4 12 1614 0 0,4 5-2384 0 0,21 59 953 0 0,-23-70-1485 0 0,0-1 1 0 0,0 1-1 0 0,1-1 1 0 0,1-1-1 0 0,11 15 1 0 0,-9-13-37 0 0,-6-7-28 0 0,0-1 1 0 0,0 1-1 0 0,0-1 1 0 0,0 1 0 0 0,1-1-1 0 0,0 0 1 0 0,-1 0-1 0 0,1-1 1 0 0,0 1-1 0 0,1-1 1 0 0,3 3-1 0 0,-6-5-11 0 0,-1 0 0 0 0,1 0 0 0 0,0 0 0 0 0,-1 0 0 0 0,1 0 0 0 0,-1 0 0 0 0,1 0 0 0 0,-1 0 0 0 0,1-1 0 0 0,-1 1 0 0 0,1 0 0 0 0,-1-1 0 0 0,1 1 0 0 0,-1-1-1 0 0,1 0 1 0 0,-1 0 0 0 0,0 1 0 0 0,1-1 0 0 0,-1 0 0 0 0,0 0 0 0 0,2-2 0 0 0,3-3 10 0 0,0 0 0 0 0,9-13-1 0 0,-6 7-7 0 0,-1 2 3 0 0,68-76 350 0 0,-62 72-286 0 0,0 1 0 0 0,1 0 1 0 0,30-19-1 0 0,-45 32-74 0 0,0 0-1 0 0,0 0 0 0 0,1 0 1 0 0,-1-1-1 0 0,0 1 0 0 0,0 0 1 0 0,0 0-1 0 0,0 0 1 0 0,0 0-1 0 0,1 0 0 0 0,-1 0 1 0 0,0-1-1 0 0,0 1 1 0 0,0 0-1 0 0,0 0 0 0 0,1 0 1 0 0,-1 0-1 0 0,0 0 1 0 0,0 0-1 0 0,0 0 0 0 0,1 0 1 0 0,-1 0-1 0 0,0 0 0 0 0,0 0 1 0 0,0 0-1 0 0,1 0 1 0 0,-1 0-1 0 0,0 0 0 0 0,0 0 1 0 0,0 0-1 0 0,0 0 1 0 0,1 0-1 0 0,-1 0 0 0 0,0 0 1 0 0,0 0-1 0 0,0 0 1 0 0,1 1-1 0 0,-1-1 0 0 0,0 0 1 0 0,0 0-1 0 0,0 0 0 0 0,0 0 1 0 0,0 0-1 0 0,1 0 1 0 0,-1 1-1 0 0,0-1 0 0 0,0 0 1 0 0,0 0-1 0 0,0 0 1 0 0,0 0-1 0 0,0 1 0 0 0,0-1 1 0 0,0 0-1 0 0,0 0 0 0 0,1 0 1 0 0,-1 1-1 0 0,0-1 1 0 0,0 0-1 0 0,0 0 0 0 0,0 0 1 0 0,0 1-1 0 0,0-1 1 0 0,0 0-1 0 0,-1 0 0 0 0,-2 15-112 0 0,3-13 78 0 0,-3 8-137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28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378 81 4143 0 0,'4'-11'427'0'0,"7"-23"1259"0"0,-11 31-1312 0 0,1 1-1 0 0,-1-1 0 0 0,1 0 0 0 0,-1 1 1 0 0,0-1-1 0 0,0 0 0 0 0,0 1 0 0 0,0-1 0 0 0,-2-5 1 0 0,2 8-316 0 0,0 0 0 0 0,0 0 1 0 0,0-1-1 0 0,0 1 0 0 0,0 0 0 0 0,0 0 1 0 0,0 0-1 0 0,0 0 0 0 0,0-1 1 0 0,0 1-1 0 0,0 0 0 0 0,0 0 1 0 0,-1 0-1 0 0,1 0 0 0 0,0 0 0 0 0,0 0 1 0 0,0-1-1 0 0,0 1 0 0 0,0 0 1 0 0,0 0-1 0 0,-1 0 0 0 0,1 0 0 0 0,0 0 1 0 0,0 0-1 0 0,0 0 0 0 0,0 0 1 0 0,-1 0-1 0 0,1 0 0 0 0,0 0 1 0 0,0 0-1 0 0,0 0 0 0 0,-1 0 0 0 0,1 0 1 0 0,0 0-1 0 0,0 0 0 0 0,0 0 1 0 0,-1 0-1 0 0,-6 5 1088 0 0,-7 10-172 0 0,14-14-803 0 0,-12 16 478 0 0,1 0 0 0 0,0 0 0 0 0,-10 26 0 0 0,-18 58 527 0 0,26-63-903 0 0,-2-2 0 0 0,-25 46 0 0 0,23-52-144 0 0,5-7-19 0 0,-2-1 0 0 0,0 0 0 0 0,-32 36 0 0 0,45-57-153 0 0,1-1-1 0 0,0 0 0 0 0,-1 0 1 0 0,1 1-1 0 0,0-1 0 0 0,-1 0 1 0 0,1 0-1 0 0,0 1 1 0 0,-1-1-1 0 0,1 0 0 0 0,0 0 1 0 0,-1 0-1 0 0,1 0 0 0 0,0 0 1 0 0,-1 0-1 0 0,1 0 1 0 0,-1 0-1 0 0,1 0 0 0 0,0 0 1 0 0,-1 0-1 0 0,1 0 0 0 0,0 0 1 0 0,-1 0-1 0 0,1 0 1 0 0,-1 0-1 0 0,1 0 0 0 0,-1 0 1 0 0,-10-10-3204 0 0,-9-21-4197 0 0,13 20 5835 0 0,-14-12-745 0 0,0-1 1418 0 0,20 23 1316 0 0,-1-1-1 0 0,1 0 0 0 0,0 1 1 0 0,0-1-1 0 0,1 0 1 0 0,-1 0-1 0 0,0 1 1 0 0,0-1-1 0 0,1 0 0 0 0,0 0 1 0 0,-1 0-1 0 0,1-3 1 0 0,0 5-189 0 0,0-1 0 0 0,0 1 0 0 0,0-1 0 0 0,1 1 0 0 0,-1 0 0 0 0,0-1 0 0 0,0 1 0 0 0,1 0 0 0 0,-1-1 0 0 0,0 1 0 0 0,1 0 1 0 0,-1 0-1 0 0,0-1 0 0 0,1 1 0 0 0,-1 0 0 0 0,0 0 0 0 0,1-1 0 0 0,-1 1 0 0 0,1 0 0 0 0,-1 0 0 0 0,0 0 0 0 0,1 0 0 0 0,-1 0 0 0 0,1 0 0 0 0,-1 0 1 0 0,1 0-1 0 0,-1 0 0 0 0,0 0 0 0 0,1 0 0 0 0,-1 0 0 0 0,1 0 0 0 0,-1 0 0 0 0,1 0 0 0 0,-1 0 0 0 0,0 0 0 0 0,1 0 0 0 0,-1 1 0 0 0,1-1 0 0 0,-1 0 1 0 0,1 1-1 0 0,13 4 1069 0 0,-11-4-1052 0 0,-1 0 0 0 0,0 0 0 0 0,1 0 0 0 0,-1 1 0 0 0,0-1 0 0 0,0 1 0 0 0,1-1 1 0 0,-1 1-1 0 0,-1 0 0 0 0,1 0 0 0 0,0 0 0 0 0,0 0 0 0 0,-1 0 0 0 0,3 4 0 0 0,0 2 246 0 0,0 0 0 0 0,4 17 0 0 0,-1-6 19 0 0,4 13 27 0 0,-8-20-338 0 0,1 1 1 0 0,9 16-1 0 0,-12-26-124 0 0,1 0 0 0 0,0 0 0 0 0,0-1-1 0 0,0 1 1 0 0,0 0 0 0 0,0-1 0 0 0,0 1-1 0 0,1-1 1 0 0,0 0 0 0 0,-1 1 0 0 0,1-1 0 0 0,0-1-1 0 0,6 4 1 0 0,-7-4-14 0 0,0-1-1 0 0,-1 0 1 0 0,1 1-1 0 0,0-1 1 0 0,0 0 0 0 0,0 0-1 0 0,0 0 1 0 0,0-1-1 0 0,0 1 1 0 0,0 0 0 0 0,0-1-1 0 0,0 1 1 0 0,0-1-1 0 0,0 0 1 0 0,0 1-1 0 0,0-1 1 0 0,-1 0 0 0 0,1 0-1 0 0,0 0 1 0 0,-1-1-1 0 0,1 1 1 0 0,1-2 0 0 0,5-3 35 0 0,-1-1 1 0 0,-1 0 0 0 0,8-8-1 0 0,4-8-115 0 0,28-37-1492 0 0,-41 51-6525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16.0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6 393 3223 0 0,'0'0'25'0'0,"0"0"0"0"0,0 0 0 0 0,-1 0 0 0 0,1 0 0 0 0,0 0 0 0 0,0 0 0 0 0,-1 0 0 0 0,1 0-1 0 0,0 0 1 0 0,0 0 0 0 0,0 0 0 0 0,0-1 0 0 0,-1 1 0 0 0,1 0 0 0 0,0 0 0 0 0,0 0 0 0 0,0 0 0 0 0,-1 0-1 0 0,1 0 1 0 0,0 0 0 0 0,0-1 0 0 0,0 1 0 0 0,0 0 0 0 0,0 0 0 0 0,0 0 0 0 0,-1 0 0 0 0,1-1-1 0 0,0 1 1 0 0,0 0 0 0 0,0 0 0 0 0,0 0 0 0 0,0-1 0 0 0,0 1 0 0 0,0 0 0 0 0,0 0 0 0 0,0 0-1 0 0,0-1 1 0 0,0 1 0 0 0,0 0 0 0 0,0 0 0 0 0,0-1 0 0 0,0 0 240 0 0,0 1-1 0 0,1-1 1 0 0,-1 0 0 0 0,0 0-1 0 0,0 1 1 0 0,1-1 0 0 0,-1 0-1 0 0,1 1 1 0 0,-1-1-1 0 0,1 1 1 0 0,-1-1 0 0 0,1 1-1 0 0,-1-1 1 0 0,1 0 0 0 0,0 0-1 0 0,20-12 1503 0 0,0 1-1 0 0,38-15 1 0 0,19-10-477 0 0,-49 20-1228 0 0,271-142 1494 0 0,-196 102-1611 0 0,-15 8-82 0 0,-89 49 6 0 0,12-5-106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16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1 247 4143 0 0,'9'-7'866'0'0,"0"0"0"0"0,1 0 0 0 0,-1 1 0 0 0,2 0 0 0 0,18-7 0 0 0,0-1 781 0 0,80-36 3111 0 0,-69 34-3692 0 0,-1-2 1 0 0,38-24-1 0 0,19-12-66 0 0,-95 54-1089 0 0,-1-1 0 0 0,1 1 1 0 0,-1 0-1 0 0,1-1 0 0 0,0 1 0 0 0,-1 0 0 0 0,1-1 0 0 0,-1 1 0 0 0,1-1 0 0 0,-1 1 0 0 0,1 0 1 0 0,-1-1-1 0 0,1 0 0 0 0,0 0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38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3119 0 0,'0'0'-80'0'0,"2"0"144"0"0,-1 0-64 0 0,-1 1 0 0 0,3 1-64 0 0,-1-1 64 0 0,1 4 64 0 0,22 9-128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39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2543 0 0,'1'3'80'0'0,"0"-2"-80"0"0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41.2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1919 0 0,'1'0'0'0'0,"0"0"0"0"0,0 0 0 0 0,0 0 0 0 0,0 0 0 0 0,0 0 0 0 0,0 0 0 0 0,-1 0 0 0 0,1 0 0 0 0,0 0 0 0 0,0 0 0 0 0,0 0 0 0 0,0 0 0 0 0,0-1 0 0 0,-1 1 0 0 0,1 0 0 0 0,0-1 0 0 0,0 1 0 0 0,1-1 0 0 0,15-10 0 0 0,-13 7 0 0 0,-1 3 0 0 0,0-1 0 0 0,-1 0 0 0 0,1 0 0 0 0,0 1 0 0 0,0 0 0 0 0,0-1 0 0 0,0 1 0 0 0,0 0 0 0 0,0 1 0 0 0,0-1 0 0 0,4 0 0 0 0,-16 5 0 0 0,9-4 0 0 0,-1 0 0 0 0,1 0 0 0 0,0 1 0 0 0,0-1 0 0 0,0 0 0 0 0,0 0 0 0 0,0 0 0 0 0,0 0 0 0 0,0 0 0 0 0,0 0 0 0 0,-1 0 0 0 0,1 0 0 0 0,0 0 0 0 0,0 1 0 0 0,0-1 0 0 0,0 0 0 0 0,0 0 0 0 0,0 0 0 0 0,0 0 0 0 0,0 0 0 0 0,0 0 0 0 0,0 1 0 0 0,0-1 0 0 0,0 0 0 0 0,0 0 0 0 0,0 0 0 0 0,0 0 0 0 0,0 0 0 0 0,0 0 0 0 0,0 1 0 0 0,0-1 0 0 0,0 0 0 0 0,0 0 0 0 0,0 0 0 0 0,0 0 0 0 0,0 0 0 0 0,0 0 0 0 0,0 1 0 0 0,0-1 0 0 0,0 0 0 0 0,0 0 0 0 0,1 0 0 0 0,-1 0 0 0 0,0 0 0 0 0,0 0 0 0 0,0 0 0 0 0,0 1 0 0 0,8 19 0 0 0,-8-19 0 0 0,0-1 0 0 0,1 1 0 0 0,-1 0 0 0 0,0-1 0 0 0,0 1 0 0 0,0-1 0 0 0,0 1 0 0 0,1-1 0 0 0,-1 1 0 0 0,0-1 0 0 0,0 1 0 0 0,0 0 0 0 0,0-1 0 0 0,-1 1 0 0 0,1-1 0 0 0,0 1 0 0 0,0-1 0 0 0,0 2 0 0 0,-7 4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44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1375 390 1375 0 0,'0'-2'10'0'0,"-1"0"0"0"0,1 0 0 0 0,0 0-1 0 0,-1 0 1 0 0,1 0 0 0 0,-1 0 0 0 0,0 0-1 0 0,1 0 1 0 0,-1 1 0 0 0,0-1 0 0 0,-2-3-1 0 0,1 2 2 0 0,-2-3-11 0 0,0 1 0 0 0,1 0 0 0 0,-2 0 0 0 0,1 0 0 0 0,-1 1 0 0 0,1 0 0 0 0,-1 0 0 0 0,0 0 0 0 0,-1 0 0 0 0,1 1 0 0 0,-12-6 0 0 0,-14-9 0 0 0,-29-25 20 0 0,-190-130 160 0 0,233 162-179 0 0,-1 1 0 0 0,0 0 0 0 0,-27-9 0 0 0,33 15-4 0 0,0 0 1 0 0,-1 1 0 0 0,1 0-1 0 0,-1 1 1 0 0,0 1 0 0 0,-19 0-1 0 0,-4 3-21 0 0,1 1 0 0 0,-51 13 0 0 0,-66 26 29 0 0,114-30 6 0 0,1 2 0 0 0,-59 31-1 0 0,71-30-3 0 0,1 0-1 0 0,1 1 1 0 0,0 2-1 0 0,-30 29 0 0 0,45-39-7 0 0,-11 10-34 0 0,1 1 0 0 0,-26 37 0 0 0,39-49 28 0 0,1-1 0 0 0,0 1 1 0 0,1 1-1 0 0,0-1 0 0 0,0 0 1 0 0,0 1-1 0 0,1-1 0 0 0,0 1 1 0 0,0 0-1 0 0,1 0 0 0 0,0 0 1 0 0,1 0-1 0 0,0 11 0 0 0,6 23 26 0 0,1 0-1 0 0,24 74 0 0 0,-13-55-9 0 0,-3-10-11 0 0,2-1-1 0 0,45 91 0 0 0,-43-104 2 0 0,3-2-1 0 0,1 0 1 0 0,1-2-1 0 0,36 39 0 0 0,-53-64 2 0 0,0-1 0 0 0,1 0 0 0 0,0-1 0 0 0,0 0 0 0 0,0 0 0 0 0,1 0 0 0 0,0-1 0 0 0,0-1 0 0 0,0 1 0 0 0,0-1 0 0 0,1-1 0 0 0,0 0 0 0 0,0 0 0 0 0,0-1 0 0 0,0-1 0 0 0,0 1 0 0 0,0-1 0 0 0,0-1 0 0 0,12-1 0 0 0,38-5-1 0 0,-1-2 0 0 0,104-30-1 0 0,-76 10 0 0 0,96-45 0 0 0,-167 66 3 0 0,33-14 7 0 0,-1-2 0 0 0,-2-2 1 0 0,45-31-1 0 0,-77 45-3 0 0,0-1 0 0 0,-1 0-1 0 0,0-1 1 0 0,0 0 0 0 0,11-17-1 0 0,-17 19-1 0 0,0-1 1 0 0,0 0-1 0 0,-1 0 0 0 0,0 0 1 0 0,-1 0-1 0 0,-1-1 0 0 0,6-25 0 0 0,-8 22-14 0 0,0 0-1 0 0,-1-1 0 0 0,-1 1 1 0 0,-3-31-1 0 0,-2 14 409 0 0,-12-43 0 0 0,11 55-208 0 0,0 1 0 0 0,-1-1 0 0 0,-2 2 0 0 0,-19-36-1 0 0,24 48-142 0 0,0 1-1 0 0,-1 0 0 0 0,1 0 1 0 0,-1 0-1 0 0,0 0 0 0 0,-1 1 1 0 0,1 0-1 0 0,-1 0 0 0 0,0 1 1 0 0,-1-1-1 0 0,1 1 0 0 0,-1 1 1 0 0,1-1-1 0 0,-1 1 0 0 0,0 0 1 0 0,0 1-1 0 0,-9-3 0 0 0,15 5-57 0 0,0-1 0 0 0,0 1 0 0 0,0 0 0 0 0,0 0 0 0 0,0 0 0 0 0,0 0-1 0 0,0 0 1 0 0,-1 0 0 0 0,1 0 0 0 0,0 0 0 0 0,0 0 0 0 0,0 0-1 0 0,0 1 1 0 0,0-1 0 0 0,0 0 0 0 0,0 1 0 0 0,0-1 0 0 0,0 1 0 0 0,0-1-1 0 0,0 1 1 0 0,0-1 0 0 0,1 1 0 0 0,-1 0 0 0 0,-1 1 0 0 0,1-1-30 0 0,0 1 0 0 0,1-1 0 0 0,-1 0 1 0 0,1 1-1 0 0,-1-1 0 0 0,1 1 0 0 0,-1-1 1 0 0,1 1-1 0 0,0 0 0 0 0,0-1 0 0 0,0 1 1 0 0,0-1-1 0 0,0 1 0 0 0,0-1 0 0 0,1 3 0 0 0,0 1-79 0 0,0 1-1 0 0,1 0 1 0 0,0 0-1 0 0,0 0 1 0 0,1-1-1 0 0,-1 0 1 0 0,7 11-1 0 0,3-3 122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45.5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2530 325 631 0 0,'-43'-31'181'0'0,"-29"-18"434"0"0,61 44-545 0 0,1 1 0 0 0,-1-1 0 0 0,-12-2-1 0 0,10 3 70 0 0,-23-9-1 0 0,4-1 104 0 0,-2 2 0 0 0,1 1 0 0 0,-64-11-1 0 0,35 9-80 0 0,-128-43 106 0 0,12 3 3 0 0,142 45-134 0 0,0 1 1 0 0,-1 2 0 0 0,-39-1-1 0 0,-38 7 283 0 0,-183 24-1 0 0,74-7-418 0 0,0 0 0 0 0,194-12 0 0 0,0 0 0 0 0,1 2 0 0 0,0 1 0 0 0,1 2 0 0 0,0 0 0 0 0,-49 29 0 0 0,10 2 0 0 0,-80 67 0 0 0,125-91 0 0 0,0 0 0 0 0,2 1 0 0 0,0 0 0 0 0,-24 34 0 0 0,35-41 0 0 0,0 0 0 0 0,1 0 0 0 0,0 1 0 0 0,1 0 0 0 0,1 1 0 0 0,0-1 0 0 0,1 1 0 0 0,0 0 0 0 0,1 0 0 0 0,-2 18 0 0 0,3 1-15 0 0,2 0 0 0 0,2 0-1 0 0,1-1 1 0 0,1 1-1 0 0,1-1 1 0 0,2 1-1 0 0,2-1 1 0 0,1-1 0 0 0,1 0-1 0 0,1-1 1 0 0,2 0-1 0 0,1 0 1 0 0,29 41-1 0 0,-27-50 46 0 0,1-1 0 0 0,1 0 0 0 0,0-2-1 0 0,2 0 1 0 0,0-1 0 0 0,1-1-1 0 0,0-1 1 0 0,1-1 0 0 0,1-1 0 0 0,44 17-1 0 0,-31-16 99 0 0,0-2 1 0 0,0-2-1 0 0,1-1 0 0 0,0-2 0 0 0,1-2 0 0 0,75 1 0 0 0,-63-9-31 0 0,1-2 0 0 0,60-13 0 0 0,102-35 181 0 0,-81 19-108 0 0,299-87 25 0 0,-83-4-38 0 0,-303 104-133 0 0,-2-2-1 0 0,0-2 1 0 0,-2-2-1 0 0,-1-1 1 0 0,53-48-1 0 0,-85 67-17 0 0,0-1-1 0 0,0 0 0 0 0,-1 0 0 0 0,0-1 0 0 0,-1 0 0 0 0,0 0 0 0 0,-1-1 0 0 0,0 1 0 0 0,-1-1 1 0 0,0-1-1 0 0,-1 1 0 0 0,0-1 0 0 0,-1 0 0 0 0,-1 0 0 0 0,0 0 0 0 0,-1 0 0 0 0,0 0 1 0 0,-1 0-1 0 0,0 0 0 0 0,-1 0 0 0 0,-1 0 0 0 0,0 0 0 0 0,0 0 0 0 0,-8-21 0 0 0,-3-1 1 0 0,-1 0-1 0 0,-34-58 1 0 0,36 73 102 0 0,-1 0 0 0 0,-2 1 0 0 0,0 0 0 0 0,0 1-1 0 0,-29-24 1 0 0,33 34-45 0 0,0 1 0 0 0,0 0-1 0 0,-1 0 1 0 0,0 2-1 0 0,0-1 1 0 0,0 2-1 0 0,-1-1 1 0 0,1 2 0 0 0,-1-1-1 0 0,0 2 1 0 0,0 0-1 0 0,0 1 1 0 0,-1 0 0 0 0,1 0-1 0 0,0 2 1 0 0,-25 3-1 0 0,13 2-218 0 0,16 0-48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47.3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3508 497 1687 0 0,'8'-5'107'0'0,"-1"0"0"0"0,1-1-1 0 0,-1 0 1 0 0,-1 0 0 0 0,1 0-1 0 0,-1-1 1 0 0,0 0 0 0 0,9-15-1 0 0,-15 22-90 0 0,0 0-1 0 0,0-1 0 0 0,0 1 0 0 0,0-1 0 0 0,0 1 0 0 0,0 0 1 0 0,1-1-1 0 0,-1 1 0 0 0,0-1 0 0 0,0 1 0 0 0,0 0 0 0 0,-1-1 1 0 0,1 1-1 0 0,0-1 0 0 0,0 1 0 0 0,0 0 0 0 0,0-1 0 0 0,0 1 1 0 0,0-1-1 0 0,0 1 0 0 0,-1 0 0 0 0,1-1 0 0 0,0 1 0 0 0,0 0 1 0 0,-1-1-1 0 0,1 1 0 0 0,0 0 0 0 0,0 0 0 0 0,-1-1 0 0 0,1 1 1 0 0,0 0-1 0 0,-1 0 0 0 0,1-1 0 0 0,0 1 0 0 0,-1 0 0 0 0,1 0 0 0 0,-1 0 1 0 0,1 0-1 0 0,0-1 0 0 0,-1 1 0 0 0,1 0 0 0 0,0 0 0 0 0,-1 0 1 0 0,1 0-1 0 0,-1 0 0 0 0,-22-2 287 0 0,19 2-222 0 0,-30 0 521 0 0,0 1-1 0 0,0 2 0 0 0,-36 8 0 0 0,12-2-173 0 0,28-5-395 0 0,-1-2-1 0 0,1-2 0 0 0,-1 0 0 0 0,1-2 0 0 0,-1-1 0 0 0,1-2 0 0 0,0-1 0 0 0,-41-13 0 0 0,-100-46 332 0 0,6 2 734 0 0,-141-49 13 0 0,251 90-1104 0 0,-62-17 1 0 0,84 30-8 0 0,-1 2 1 0 0,0 1-1 0 0,-46-2 0 0 0,-15 6-7 0 0,-137-12-50 0 0,115-6 62 0 0,-77-8 42 0 0,133 25-45 0 0,-165-5 2 0 0,185 9-8 0 0,0 2 1 0 0,0 2-1 0 0,-61 15 1 0 0,-333 97-174 0 0,383-103 178 0 0,-59 26 0 0 0,84-29 0 0 0,1 2 0 0 0,0 1 0 0 0,-42 31 0 0 0,59-38-9 0 0,1 0-1 0 0,-1 1 0 0 0,2 0 1 0 0,-1 0-1 0 0,1 1 1 0 0,0-1-1 0 0,1 2 0 0 0,-10 18 1 0 0,11-16-1 0 0,0 1 0 0 0,0 0-1 0 0,1 0 1 0 0,1 0 0 0 0,0 0 0 0 0,-1 27 0 0 0,3 41-47 0 0,3 1 0 0 0,14 85 0 0 0,-16-166 57 0 0,5 33 0 0 0,2 0 0 0 0,1-1 0 0 0,23 63 0 0 0,-11-48 0 0 0,50 86 0 0 0,-58-117-5 0 0,0 0 0 0 0,1-1-1 0 0,0 0 1 0 0,1-1 0 0 0,20 16-1 0 0,84 58-26 0 0,-100-78 37 0 0,1 0 0 0 0,0-1-1 0 0,32 12 1 0 0,64 13 30 0 0,-68-25 33 0 0,1-3 1 0 0,-1-1 0 0 0,52 0 0 0 0,145-12 77 0 0,-233 6-138 0 0,310-32 231 0 0,-91 7 7 0 0,-114 16-101 0 0,271-34 25 0 0,-190 13 114 0 0,109-22 765 0 0,-16-5-562 0 0,-164 34-374 0 0,-93 16-97 0 0,0-2-1 0 0,-1-1 0 0 0,0-2 0 0 0,57-29 0 0 0,-78 35 2 0 0,0-1-1 0 0,0 0 0 0 0,0-1 1 0 0,-1-1-1 0 0,0 1 0 0 0,-1-2 1 0 0,0 1-1 0 0,0-1 0 0 0,-1 0 1 0 0,0-1-1 0 0,-1 0 0 0 0,0 0 1 0 0,-1-1-1 0 0,0 0 0 0 0,-1 0 1 0 0,0 0-1 0 0,-1-1 0 0 0,0 1 1 0 0,-1-1-1 0 0,-1 0 0 0 0,0 0 1 0 0,-1 0-1 0 0,0-19 0 0 0,-3-3 368 0 0,-1 0 0 0 0,-3 0 0 0 0,-10-41 0 0 0,-8-51 1012 0 0,23 122-1674 0 0,1-2 445 0 0,-1 1-1 0 0,0-1 0 0 0,0 1 0 0 0,-3-7 0 0 0,4 12-304 0 0,-1 0 0 0 0,1 0-1 0 0,0 0 1 0 0,-1 0 0 0 0,1 0 0 0 0,-1 0-1 0 0,1 0 1 0 0,-1 1 0 0 0,1-1 0 0 0,-1 0-1 0 0,0 0 1 0 0,1 1 0 0 0,-1-1-1 0 0,0 0 1 0 0,0 1 0 0 0,1-1 0 0 0,-1 0-1 0 0,0 1 1 0 0,0-1 0 0 0,0 1 0 0 0,0 0-1 0 0,0-1 1 0 0,0 1 0 0 0,0 0-1 0 0,0-1 1 0 0,0 1 0 0 0,1 0 0 0 0,-1 0-1 0 0,0 0 1 0 0,0 0 0 0 0,0 0 0 0 0,0 0-1 0 0,0 0 1 0 0,-1 1 0 0 0,-5 1-4656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59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41 136 1927 0 0,'0'-15'127'0'0,"0"2"-54"0"0,0 0 1 0 0,0 0-1 0 0,-1 0 0 0 0,-6-24 1 0 0,5 32 3579 0 0,0-2-2503 0 0,-2-3-1384 0 0,4 9 326 0 0,0 1-1 0 0,0-1 1 0 0,-1 0-1 0 0,1 1 1 0 0,0-1-1 0 0,0 1 1 0 0,-1-1 0 0 0,1 1-1 0 0,0-1 1 0 0,0 1-1 0 0,-1-1 1 0 0,1 1-1 0 0,0 0 1 0 0,-1-1 0 0 0,1 1-1 0 0,-1-1 1 0 0,0 0-1 0 0,1 1-37 0 0,-1 0-1 0 0,1 0 0 0 0,0 0 1 0 0,0 0-1 0 0,-1 0 0 0 0,1 0 1 0 0,0 0-1 0 0,0 1 0 0 0,-1-1 1 0 0,1 0-1 0 0,0 0 0 0 0,0 0 1 0 0,-1 0-1 0 0,1 0 0 0 0,0 0 1 0 0,0 0-1 0 0,0 0 0 0 0,-1 1 1 0 0,1-1-1 0 0,0 0 0 0 0,0 0 1 0 0,0 0-1 0 0,0 1 0 0 0,-1-1 1 0 0,1 0-1 0 0,0 1 0 0 0,-1 0 3 0 0,0 0 1 0 0,0 1-1 0 0,1-1 0 0 0,-1 1 0 0 0,0-1 0 0 0,1 1 0 0 0,0 0 0 0 0,-1-1 0 0 0,1 1 0 0 0,-1 2 0 0 0,-5 8-776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46:59.5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 1639 0 0,'-2'-5'3520'0'0,"5"14"-3449"0"0,-2 0 0 0 0,1 1 0 0 0,-1-1 0 0 0,0 1 0 0 0,-1-1 0 0 0,-1 17-1 0 0,-1-3-1846 0 0,3 37-1 0 0,-1-48 1746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06.50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1 241 455 0 0,'10'-6'190'0'0,"0"0"-1"0"0,1 1 0 0 0,0 1 1 0 0,0-1-1 0 0,18-3 0 0 0,61-10 696 0 0,-67 15-706 0 0,141-15 1279 0 0,-54 9-1230 0 0,116-10 504 0 0,-86 8-466 0 0,-47 2-286 0 0,130-7 40 0 0,29-4 152 0 0,-217 16-174 0 0,367-65-108 0 0,-385 66 92 0 0,0 0 0 0 0,1 1 0 0 0,23-1 0 0 0,-41 3 18 0 0,0 0 1 0 0,0 0-1 0 0,0 0 0 0 0,0 0 0 0 0,1 0 0 0 0,-1 0 0 0 0,0 0 0 0 0,0 0 0 0 0,0 0 0 0 0,0 0 0 0 0,0 0 0 0 0,0 0 0 0 0,1 0 0 0 0,-1 0 0 0 0,0 0 0 0 0,0 0 0 0 0,0 0 1 0 0,0 0-1 0 0,0 0 0 0 0,0 0 0 0 0,1 0 0 0 0,-1 0 0 0 0,0 0 0 0 0,0 1 0 0 0,0-1 0 0 0,0 0 0 0 0,0 0 0 0 0,0 0 0 0 0,0 0 0 0 0,1 0 0 0 0,-1 0 0 0 0,0 0 0 0 0,0 0 1 0 0,0 0-1 0 0,0 1 0 0 0,0-1 0 0 0,0 0 0 0 0,0 0 0 0 0,0 0 0 0 0,0 0 0 0 0,0 0 0 0 0,0 0 0 0 0,0 1 0 0 0,0-1 0 0 0,0 0 0 0 0,-5 10-15 0 0,-1-2-53 0 0,-15 35-1421 0 0,16-35 938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08.08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35 211 1959 0 0,'-2'-2'22'0'0,"-1"0"-1"0"0,1 0 0 0 0,0 0 1 0 0,-1 0-1 0 0,0 0 0 0 0,1 1 1 0 0,-1-1-1 0 0,0 1 0 0 0,0 0 1 0 0,-6 0 259 0 0,13 3-155 0 0,-3-1-111 0 0,1-1 0 0 0,-1 1 0 0 0,1-1-1 0 0,-1 1 1 0 0,1-1 0 0 0,-1 0 0 0 0,1 0 0 0 0,-1 0 0 0 0,1 0 0 0 0,1 0-1 0 0,118-24 803 0 0,-93 17-608 0 0,9 1-39 0 0,50-4 1 0 0,7 0-54 0 0,111-21 54 0 0,1 17-18 0 0,162 6-35 0 0,-62-7-58 0 0,-76-10-74 0 0,-154 21-22 0 0,5-1 12 0 0,-77 4 26 0 0,0 0-1 0 0,0 0 0 0 0,-1-1 0 0 0,1 1 0 0 0,0-1 0 0 0,4-2 0 0 0,15-6-1 0 0,-4 2 61 0 0,-17 7-82 0 0,0 0 1 0 0,0 0-1 0 0,0 0 0 0 0,0 0 1 0 0,0 0-1 0 0,0 1 0 0 0,1-1 1 0 0,-1 1-1 0 0,0-1 0 0 0,0 1 1 0 0,1 0-1 0 0,-1 0 0 0 0,0 0 1 0 0,0 0-1 0 0,1 0 0 0 0,-1 1 1 0 0,0-1-1 0 0,3 1 0 0 0,0 1 1 0 0,-4-3 20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09.26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58 102 1639 0 0,'-3'-2'0'0'0,"3"2"0"0"0,0-1 0 0 0,0 1 0 0 0,0 0 0 0 0,0 0 0 0 0,0 0 0 0 0,0-1 0 0 0,0 1 0 0 0,0 0 0 0 0,0 0 0 0 0,0 0 0 0 0,0 0 0 0 0,-1 0 0 0 0,1-1 0 0 0,0 1 0 0 0,0 0 0 0 0,0 0 0 0 0,0 0 0 0 0,0 0 0 0 0,-1 0 0 0 0,1 0 0 0 0,0 0 0 0 0,0-1 0 0 0,0 1 0 0 0,0 0 0 0 0,-1 0 0 0 0,1 0 0 0 0,0 0 0 0 0,0 0 0 0 0,0 0 0 0 0,0 0 0 0 0,-1 0 0 0 0,1 0 0 0 0,0 0 0 0 0,0 0 0 0 0,0 0 0 0 0,0 0 0 0 0,-1 0 0 0 0,1 0 0 0 0,0 0 0 0 0,0 0 0 0 0,0 0 0 0 0,-1 0 0 0 0,1 1 0 0 0,0-1 0 0 0,-22 4 14 0 0,21-4-8 0 0,0 0 1 0 0,0 1 0 0 0,-1-1 0 0 0,1 0 0 0 0,0 0 0 0 0,0 0-1 0 0,0 0 1 0 0,0 0 0 0 0,0 0 0 0 0,0 0 0 0 0,0 0 0 0 0,0-1-1 0 0,0 1 1 0 0,0 0 0 0 0,0-1 0 0 0,0 1 0 0 0,0 0 0 0 0,0-1-1 0 0,0 0 1 0 0,0 1 0 0 0,0-1 0 0 0,1 1 0 0 0,-1-1 0 0 0,-1-1-1 0 0,2 2-6 0 0,0-1 0 0 0,0 1 0 0 0,0-1 0 0 0,0 1 0 0 0,0 0 0 0 0,1-1 0 0 0,-1 1 0 0 0,0 0 0 0 0,0-1 0 0 0,0 1 0 0 0,1 0 0 0 0,-1 0 0 0 0,0-1 0 0 0,0 1 0 0 0,1 0 0 0 0,-1-1 0 0 0,0 1 0 0 0,1 0 0 0 0,-1 0 0 0 0,0 0 0 0 0,1-1 0 0 0,-1 1 0 0 0,0 0 0 0 0,1 0 0 0 0,-1 0 0 0 0,0 0 0 0 0,1 0 0 0 0,0 0 0 0 0,13-5 9 0 0,-13 5-4 0 0,26-6 196 0 0,1 2 1 0 0,-1 1-1 0 0,34 1 0 0 0,10-2-14 0 0,128-16 22 0 0,255-14 207 0 0,-255 32-538 0 0,101-2-141 0 0,-275 3 225 0 0,-3-1-40 0 0,1 2 0 0 0,-1 1 0 0 0,31 4 0 0 0,-52-5 78 0 0,0 0 0 0 0,1 0 0 0 0,-1 1 0 0 0,0-1 0 0 0,0 1 0 0 0,1-1 0 0 0,-1 1 0 0 0,0 0 0 0 0,0-1 0 0 0,0 1 0 0 0,0 0 0 0 0,1 0 0 0 0,0 1 0 0 0,-1-1 0 0 0,-1-1 0 0 0,0 1 0 0 0,0-1 0 0 0,0 1 0 0 0,0 0 0 0 0,1-1 0 0 0,-1 1 0 0 0,0-1 0 0 0,0 1 0 0 0,0-1 0 0 0,0 1 0 0 0,0-1 0 0 0,0 1 0 0 0,0 0 0 0 0,-1-1 0 0 0,1 1 0 0 0,0-1 0 0 0,0 1 0 0 0,0-1 0 0 0,-1 1 0 0 0,1-1 0 0 0,0 1 0 0 0,0-1 0 0 0,-1 1 0 0 0,1-1 0 0 0,0 1 0 0 0,-1-1 0 0 0,1 1 0 0 0,-1-1 0 0 0,1 0 0 0 0,-1 1 0 0 0,1-1 0 0 0,0 0 0 0 0,-1 1 0 0 0,1-1 0 0 0,-2 0 0 0 0,-6 5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33.2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25 343 1767 0 0,'-1'0'118'0'0,"0"0"0"0"0,0 0-1 0 0,0 0 1 0 0,0 0-1 0 0,0 0 1 0 0,1 0-1 0 0,-1-1 1 0 0,0 1 0 0 0,0 0-1 0 0,0-1 1 0 0,0 1-1 0 0,0 0 1 0 0,0-1-1 0 0,1 1 1 0 0,-1-1 0 0 0,0 1-1 0 0,0-1 1 0 0,1 0-1 0 0,-1 1 1 0 0,0-1-1 0 0,1 0 1 0 0,-1 1 0 0 0,0-1-1 0 0,0-1 1 0 0,0 0 26 0 0,1 0 0 0 0,-1 0 0 0 0,0 0 1 0 0,1 0-1 0 0,0 0 0 0 0,-1 0 0 0 0,1 0 1 0 0,0 0-1 0 0,0 0 0 0 0,0-1 0 0 0,1-1 0 0 0,-1-1 10 0 0,1-1-1 0 0,1 1 1 0 0,-1 0 0 0 0,1-1-1 0 0,0 1 1 0 0,0 0-1 0 0,0 0 1 0 0,4-5-1 0 0,0 2 114 0 0,2 0 0 0 0,-1 1 0 0 0,1 0 0 0 0,0 0-1 0 0,0 1 1 0 0,1 0 0 0 0,0 0 0 0 0,0 1 0 0 0,17-8-1 0 0,-25 13-232 0 0,0-1-1 0 0,1 1 0 0 0,-1-1 0 0 0,1 1 0 0 0,-1-1 1 0 0,1 1-1 0 0,-1 0 0 0 0,1 0 0 0 0,-1-1 0 0 0,1 1 0 0 0,0 0 1 0 0,-1 0-1 0 0,1 1 0 0 0,-1-1 0 0 0,1 0 0 0 0,-1 0 1 0 0,1 1-1 0 0,-1-1 0 0 0,0 1 0 0 0,1 0 0 0 0,-1-1 1 0 0,1 1-1 0 0,0 1 0 0 0,1 0 8 0 0,0 1 0 0 0,0 0 0 0 0,-1 0 1 0 0,1 1-1 0 0,-1-1 0 0 0,4 7 0 0 0,-4-6 37 0 0,0 0 0 0 0,1-1 0 0 0,-1 1 0 0 0,1-1-1 0 0,6 7 1 0 0,-8-9-47 0 0,0 0 0 0 0,0-1-1 0 0,0 1 1 0 0,1 0-1 0 0,-1-1 1 0 0,0 1 0 0 0,0-1-1 0 0,0 1 1 0 0,1-1-1 0 0,-1 0 1 0 0,0 1 0 0 0,0-1-1 0 0,1 0 1 0 0,-1 0-1 0 0,0 0 1 0 0,1 0 0 0 0,-1 0-1 0 0,0 0 1 0 0,2 0-1 0 0,-1-1 17 0 0,0 0 0 0 0,1 0 1 0 0,-1 0-1 0 0,0 0 0 0 0,1 0 0 0 0,-1 0 0 0 0,0-1 0 0 0,0 1 0 0 0,3-3 0 0 0,3-4 107 0 0,-1 0 1 0 0,1-1-1 0 0,9-15 1 0 0,-12 16-66 0 0,33-51 106 0 0,-29 41-42 0 0,2 1 0 0 0,0 1 0 0 0,26-29-1 0 0,-35 43-97 0 0,0 0 0 0 0,0 0 0 0 0,1 0 0 0 0,-1 1 0 0 0,1-1 0 0 0,-1 1 0 0 0,1-1 0 0 0,0 1 1 0 0,0 0-1 0 0,4-2 0 0 0,-5 3-44 0 0,-1 0 0 0 0,1 0 0 0 0,-1-1 0 0 0,1 1 0 0 0,0 0 0 0 0,-1 0 0 0 0,1 0 0 0 0,-1 1 0 0 0,1-1 0 0 0,-1 0 1 0 0,1 1-1 0 0,-1-1 0 0 0,1 0 0 0 0,-1 1 0 0 0,1 0 0 0 0,-1-1 0 0 0,0 1 0 0 0,1 0 0 0 0,-1 0 0 0 0,0 0 1 0 0,3 2-1 0 0,5 6 60 0 0,1 0 0 0 0,1 0 1 0 0,-1-1-1 0 0,17 10 0 0 0,-23-16-28 0 0,0 0 0 0 0,1 0 0 0 0,-1 0 0 0 0,0 0 0 0 0,1-1 0 0 0,-1 1 1 0 0,1-1-1 0 0,-1 0 0 0 0,1-1 0 0 0,0 1 0 0 0,-1-1 0 0 0,1 0 0 0 0,0 0 0 0 0,0 0 0 0 0,8-3 0 0 0,-6 1-23 0 0,-1-1 0 0 0,0-1 0 0 0,0 1 0 0 0,0-1 0 0 0,-1 0 0 0 0,10-9 0 0 0,8-5 21 0 0,-19 15-41 0 0,0 0 0 0 0,0 1 0 0 0,1-1 0 0 0,-1 1 0 0 0,1 0 0 0 0,-1 0 0 0 0,1 0 0 0 0,7-1 0 0 0,-11 3 0 0 0,1 0 0 0 0,-1 0 0 0 0,1 0 0 0 0,-1 0 0 0 0,1 0 0 0 0,0 1 0 0 0,-1-1 0 0 0,1 0 0 0 0,-1 1 0 0 0,1-1 0 0 0,-1 1 0 0 0,1-1 0 0 0,-1 1 0 0 0,1 0 0 0 0,-1 0 0 0 0,0 0 0 0 0,1-1 0 0 0,-1 1 0 0 0,0 0 0 0 0,0 1 0 0 0,0-1 0 0 0,0 0 0 0 0,1 0 0 0 0,-2 0 0 0 0,1 1 0 0 0,0-1 0 0 0,0 1 0 0 0,0-1 0 0 0,-1 0 0 0 0,2 3 0 0 0,1 5 0 0 0,0 1 0 0 0,0 0 0 0 0,-1 0 0 0 0,0 0 0 0 0,-1 0 0 0 0,1 11 0 0 0,-2-12 0 0 0,1 0 0 0 0,0 0 0 0 0,0 0 0 0 0,1 0 0 0 0,0 0 0 0 0,1 0 0 0 0,7 15 0 0 0,-10-23 6 0 0,1 0 0 0 0,0 0-1 0 0,-1 0 1 0 0,1 0 0 0 0,0 0 0 0 0,0 0-1 0 0,0 0 1 0 0,0 0 0 0 0,0 0 0 0 0,0 0-1 0 0,0 0 1 0 0,0-1 0 0 0,0 1 0 0 0,0 0-1 0 0,1-1 1 0 0,-1 1 0 0 0,0-1 0 0 0,0 0-1 0 0,1 1 1 0 0,-1-1 0 0 0,0 0 0 0 0,0 0-1 0 0,1 1 1 0 0,-1-1 0 0 0,0 0 0 0 0,1 0-1 0 0,-1-1 1 0 0,0 1 0 0 0,1 0 0 0 0,-1 0-1 0 0,0-1 1 0 0,0 1 0 0 0,1 0 0 0 0,-1-1-1 0 0,0 0 1 0 0,0 1 0 0 0,0-1 0 0 0,2-1-1 0 0,5-3 54 0 0,0 0-1 0 0,0 0 0 0 0,-1-1 0 0 0,8-9 1 0 0,-9 10-44 0 0,28-30-1 0 0,16-14-12 0 0,-45 44-2 0 0,1 1-1 0 0,-1 1 1 0 0,1-1 0 0 0,-1 1-1 0 0,1 0 1 0 0,0 0 0 0 0,0 0 0 0 0,8-1-1 0 0,-13 4 1 0 0,1-1 0 0 0,0 1 0 0 0,-1 0 0 0 0,1 0 0 0 0,-1 0 0 0 0,1 0 0 0 0,-1 0 0 0 0,1 1 0 0 0,-1-1 0 0 0,1 0 0 0 0,-1 1 0 0 0,1-1 0 0 0,-1 1 0 0 0,1 0 0 0 0,-1-1 0 0 0,0 1 0 0 0,1 0 0 0 0,-1 0 0 0 0,0 0 0 0 0,0 0 0 0 0,0 0 0 0 0,0 0 0 0 0,0 0 0 0 0,0 0 0 0 0,0 0 0 0 0,0 1 0 0 0,0-1 0 0 0,0 0 0 0 0,0 1 0 0 0,-1-1 0 0 0,1 0 0 0 0,0 3 0 0 0,3 6 0 0 0,-1 0 0 0 0,0 1 0 0 0,3 16 0 0 0,-4-16 0 0 0,0 1 0 0 0,-2-7 0 0 0,1 0 0 0 0,0-1 0 0 0,0 1 0 0 0,0 0 0 0 0,4 7 0 0 0,-5-11 0 0 0,0-1 0 0 0,1 1 0 0 0,-1 0 0 0 0,1-1 0 0 0,-1 1 0 0 0,1-1 0 0 0,-1 1 0 0 0,1-1 0 0 0,-1 1 0 0 0,1-1 0 0 0,0 1 0 0 0,-1-1 0 0 0,1 1 0 0 0,-1-1 0 0 0,1 0 0 0 0,0 0 0 0 0,0 1 0 0 0,-1-1 0 0 0,1 0 0 0 0,0 0 0 0 0,-1 0 0 0 0,1 0 0 0 0,0 1 0 0 0,0-1 0 0 0,-1 0 0 0 0,1 0 0 0 0,0-1 0 0 0,0 1 0 0 0,-1 0 0 0 0,1 0 0 0 0,0 0 0 0 0,0 0 0 0 0,-1-1 0 0 0,1 1 0 0 0,0 0 0 0 0,-1-1 0 0 0,1 1 0 0 0,0 0 0 0 0,-1-1 0 0 0,1 1 0 0 0,-1-1 0 0 0,1 1 0 0 0,0-1 0 0 0,49-38 12 0 0,-34 26-1 0 0,0 1 0 0 0,23-14 0 0 0,-33 22-10 0 0,0 2 1 0 0,0-1 0 0 0,0 0-1 0 0,0 1 1 0 0,1 0 0 0 0,-1 1-1 0 0,1 0 1 0 0,-1 0-1 0 0,1 0 1 0 0,0 0 0 0 0,7 2-1 0 0,-8-1-1 0 0,1 0 0 0 0,-1 1 0 0 0,0 0 0 0 0,0 1 0 0 0,0-1 0 0 0,0 1 0 0 0,0 0 0 0 0,0 1 0 0 0,0-1 0 0 0,-1 1 0 0 0,1 0 0 0 0,-1 1 0 0 0,0-1 0 0 0,0 1 0 0 0,0 0 0 0 0,0 0 0 0 0,-1 1 0 0 0,1-1 0 0 0,-1 1 0 0 0,0 0 0 0 0,-1 0 0 0 0,1 1 0 0 0,2 5 0 0 0,-5-10 5 0 0,-1 1 0 0 0,1-1 1 0 0,0 1-1 0 0,0-1 0 0 0,0 0 0 0 0,0 0 0 0 0,0 0 0 0 0,0 1 0 0 0,1-1 0 0 0,-1 0 0 0 0,0 0 1 0 0,1-1-1 0 0,-1 1 0 0 0,0 0 0 0 0,1 0 0 0 0,-1-1 0 0 0,1 1 0 0 0,-1-1 0 0 0,1 1 1 0 0,-1-1-1 0 0,1 1 0 0 0,0-1 0 0 0,-1 0 0 0 0,1 0 0 0 0,-1 0 0 0 0,1 0 0 0 0,0 0 0 0 0,-1 0 1 0 0,1-1-1 0 0,-1 1 0 0 0,3-1 0 0 0,6-2 47 0 0,-1 0 0 0 0,0-1-1 0 0,1 0 1 0 0,9-6 0 0 0,7-2 5 0 0,65-24-57 0 0,-64 28 5 0 0,-4-1-22 0 0,1 2 0 0 0,0 1-1 0 0,35-4 1 0 0,-58 10 17 0 0,0 0 0 0 0,0 0 0 0 0,1 0 0 0 0,-1 0 0 0 0,0 0 0 0 0,0 0 0 0 0,1 0 0 0 0,-1 0 0 0 0,0 0 0 0 0,0 1 0 0 0,1-1 0 0 0,-1 1 0 0 0,0-1 0 0 0,0 1 0 0 0,0-1 0 0 0,0 1 0 0 0,0-1 0 0 0,0 1 0 0 0,0 0 0 0 0,0 0 0 0 0,0 0 0 0 0,1 1 0 0 0,-1 0 0 0 0,0-1 0 0 0,0 1 0 0 0,0 0 0 0 0,-1-1 0 0 0,1 1 0 0 0,-1 0 0 0 0,1 0 0 0 0,-1 0 0 0 0,0-1 0 0 0,0 1 0 0 0,1 0 0 0 0,-1 0 0 0 0,-1 3 0 0 0,0 3 0 0 0,-1 0 0 0 0,1 1 0 0 0,-2-1 0 0 0,1 0 0 0 0,-7 12 0 0 0,-17 30 51 0 0,14-30-38 0 0,2 0-1 0 0,-10 27 0 0 0,20-47-10 0 0,0 1-1 0 0,-1-1 1 0 0,1 1 0 0 0,0 0-1 0 0,0-1 1 0 0,0 1-1 0 0,0-1 1 0 0,-1 1-1 0 0,1 0 1 0 0,0-1-1 0 0,0 1 1 0 0,0 0 0 0 0,0-1-1 0 0,0 1 1 0 0,0 0-1 0 0,1-1 1 0 0,-1 1-1 0 0,0-1 1 0 0,0 1 0 0 0,0 0-1 0 0,1 0 1 0 0,-1-1-1 0 0,1 0 1 0 0,-1 1-1 0 0,1-1 1 0 0,-1 0 0 0 0,0 0-1 0 0,1 0 1 0 0,-1 0-1 0 0,1 0 1 0 0,-1 0 0 0 0,1 0-1 0 0,-1 0 1 0 0,0 0-1 0 0,1 0 1 0 0,-1 0-1 0 0,1 0 1 0 0,-1 0 0 0 0,1 0-1 0 0,-1 0 1 0 0,0 0-1 0 0,1 0 1 0 0,-1 0-1 0 0,1-1 1 0 0,4-1 12 0 0,-1-1 1 0 0,1 1-1 0 0,7-7 0 0 0,29-23-14 0 0,58-34 0 0 0,-96 64 0 0 0,2 0 0 0 0,-1 0 0 0 0,0 0 0 0 0,0 0 0 0 0,0 1 0 0 0,1 0 0 0 0,6-1 0 0 0,-10 1 0 0 0,0 1 0 0 0,1 0 0 0 0,-1 0 0 0 0,0 0 0 0 0,1 0 0 0 0,-1 1 0 0 0,0-1 0 0 0,1 0 0 0 0,-1 1 0 0 0,0-1 0 0 0,0 0 0 0 0,1 1 0 0 0,-1 0 0 0 0,0-1 0 0 0,0 1 0 0 0,0 0 0 0 0,0-1 0 0 0,1 1 0 0 0,-1 0 0 0 0,0 0 0 0 0,-1 0 0 0 0,1 0 0 0 0,0 0 0 0 0,0 0 0 0 0,0 0 0 0 0,-1 0 0 0 0,1 1 0 0 0,0-1 0 0 0,0 1 0 0 0,2 6 64 0 0,-1 0 1 0 0,0-1-1 0 0,0 1 0 0 0,-1 0 0 0 0,0 0 0 0 0,0 0 0 0 0,-1 0 0 0 0,0 10 1 0 0,0-17-58 0 0,0-1 0 0 0,0 1 0 0 0,0 0 1 0 0,0-1-1 0 0,0 1 0 0 0,0 0 1 0 0,0-1-1 0 0,0 1 0 0 0,0 0 1 0 0,0-1-1 0 0,1 1 0 0 0,-1-1 0 0 0,0 1 1 0 0,0 0-1 0 0,1-1 0 0 0,-1 1 1 0 0,0-1-1 0 0,1 1 0 0 0,-1 0 1 0 0,1-1-1 0 0,-1 1 0 0 0,1-1 0 0 0,-1 0 1 0 0,1 1-1 0 0,-1-1 0 0 0,1 1 1 0 0,-1-1-1 0 0,1 0 0 0 0,0 1 1 0 0,-1-1-1 0 0,1 0 0 0 0,-1 0 0 0 0,1 1 1 0 0,0-1-1 0 0,-1 0 0 0 0,1 0 1 0 0,0 0-1 0 0,0 0 0 0 0,8 2-1107 0 0,-2 1-5214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35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23 151 1583 0 0,'0'-10'701'0'0,"-1"-1"0"0"0,0 0-1 0 0,0 0 1 0 0,-1 1-1 0 0,-1-1 1 0 0,-5-15-1 0 0,7 15 834 0 0,1 11-1487 0 0,1 0 1 0 0,-1 0 0 0 0,0 1 0 0 0,0-1 0 0 0,1 0 0 0 0,-1 0 0 0 0,0 0 0 0 0,0 0-1 0 0,0 1 1 0 0,1-1 0 0 0,-1 0 0 0 0,0 0 0 0 0,0 0 0 0 0,0 1 0 0 0,0-1 0 0 0,1 0-1 0 0,-1 0 1 0 0,0 1 0 0 0,0-1 0 0 0,0 0 0 0 0,0 0 0 0 0,0 1 0 0 0,0-1 0 0 0,0 0-1 0 0,0 0 1 0 0,0 1 0 0 0,0-1 0 0 0,0 0 0 0 0,0 1 0 0 0,0-1 0 0 0,0 1 240 0 0,16 76 261 0 0,-15-48-383 0 0,-1 0 0 0 0,-5 37 0 0 0,0 14 1625 0 0,-2-326-751 0 0,8 229-1040 0 0,-2 0 0 0 0,0 1 0 0 0,-6-26 0 0 0,6 81 462 0 0,3-13-227 0 0,1 0 0 0 0,2 0 0 0 0,0 0 0 0 0,2 0 0 0 0,1-1 1 0 0,0 0-1 0 0,14 26 0 0 0,-3-16 169 0 0,-16-50-63 0 0,0-9-291 0 0,-1 0-1 0 0,-2 0 1 0 0,0 0 0 0 0,-2 0-1 0 0,0 0 1 0 0,-2 1-1 0 0,0-1 1 0 0,-2 1 0 0 0,-13-36-1 0 0,19 59-48 0 0,0-1-1 0 0,0 1 0 0 0,0-1 1 0 0,0 1-1 0 0,-1 0 1 0 0,1-1-1 0 0,0 1 0 0 0,0 0 1 0 0,0-1-1 0 0,-1 1 0 0 0,1-1 1 0 0,0 1-1 0 0,0 0 1 0 0,-1-1-1 0 0,1 1 0 0 0,0 0 1 0 0,-1 0-1 0 0,1-1 0 0 0,0 1 1 0 0,-1 0-1 0 0,1 0 1 0 0,0-1-1 0 0,-1 1 0 0 0,-3 8 21 0 0,2 21 19 0 0,2-25-38 0 0,1 225 88 0 0,-1-223-148 0 0,1-1 1 0 0,0 0 0 0 0,-1 1 0 0 0,2-1 0 0 0,-1 0 0 0 0,1 0 0 0 0,-1 0 0 0 0,1 0-1 0 0,1 0 1 0 0,-1 0 0 0 0,1 0 0 0 0,4 5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36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0 150 2079 0 0,'2'-2'-4'0'0,"-1"0"-1"0"0,0 0 0 0 0,0 0 0 0 0,0 0 0 0 0,0-1 0 0 0,-1 1 0 0 0,1 0 0 0 0,0-1 0 0 0,-1 1 0 0 0,0 0 0 0 0,1-1 0 0 0,-1-4 0 0 0,0-1-94 0 0,1-1 0 0 0,0 1 0 0 0,1 0-1 0 0,4-12 1 0 0,-4 12 23 0 0,0 0 0 0 0,0-1 0 0 0,0 1 0 0 0,0-13 0 0 0,-4 13 1825 0 0,1 19-486 0 0,2-7-1191 0 0,3 5-13 0 0,0 2-543 0 0,0 0 0 0 0,0 0 0 0 0,3 21 0 0 0,-6-21 265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37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2 299 919 0 0,'-1'-4'119'0'0,"1"4"80"0"0,0-3 320 0 0,4-4 2564 0 0,2-10-2911 0 0,-5 15-57 0 0,0 0 0 0 0,-1 0-1 0 0,0 0 1 0 0,0 0 0 0 0,0-1 0 0 0,0 1-1 0 0,0 0 1 0 0,0 0 0 0 0,-1-3-1 0 0,0-3 310 0 0,-6-7 2249 0 0,6 11-2578 0 0,1 1 0 0 0,-1 0 0 0 0,1 0 0 0 0,-1-1 0 0 0,1 1 0 0 0,0 0 0 0 0,0-1 0 0 0,1 1 0 0 0,-1 0 0 0 0,1 0 0 0 0,-1-1 0 0 0,1 1 0 0 0,0 0 0 0 0,0 0 0 0 0,3-5 0 0 0,9-11 648 0 0,27-44 931 0 0,-35 54-1357 0 0,0-1-1 0 0,-1 1 0 0 0,0-1 1 0 0,4-20-1 0 0,-7 29-310 0 0,-1 0 0 0 0,0 1 1 0 0,0-1-1 0 0,0 1 0 0 0,1-1 0 0 0,-1 0 1 0 0,0 1-1 0 0,1-1 0 0 0,-1 1 0 0 0,0-1 1 0 0,1 1-1 0 0,-1-1 0 0 0,1 1 0 0 0,-1-1 1 0 0,1 1-1 0 0,-1-1 0 0 0,1 1 1 0 0,-1-1-1 0 0,1 1 0 0 0,-1 0 0 0 0,1-1 1 0 0,0 1-1 0 0,0 0 0 0 0,1-1 22 0 0,0 1-1 0 0,0-1 1 0 0,-1 1 0 0 0,1 0 0 0 0,0 0-1 0 0,0 0 1 0 0,0 0 0 0 0,3 1 0 0 0,-1 0 9 0 0,0 0 1 0 0,-1 0-1 0 0,1 0 1 0 0,0 0-1 0 0,-1 1 1 0 0,1 0-1 0 0,-1-1 1 0 0,5 5-1 0 0,-3-2 3 0 0,-1 0-1 0 0,1 0 1 0 0,-1 1 0 0 0,0 0-1 0 0,0 0 1 0 0,-1 0-1 0 0,1 0 1 0 0,-1 1 0 0 0,2 5-1 0 0,18 43 751 0 0,-14-37-757 0 0,-2 0 0 0 0,0 0-1 0 0,-1 1 1 0 0,4 20 0 0 0,-10-34-25 0 0,1 0 0 0 0,-1 0 0 0 0,0 0 1 0 0,0 0-1 0 0,0-1 0 0 0,0 1 1 0 0,-1 0-1 0 0,0 4 0 0 0,2-5 46 0 0,-1-2-44 0 0,1-9 108 0 0,16-49-59 0 0,-15 49-57 0 0,0 1 0 0 0,-1-1 0 0 0,-1 0 1 0 0,1 0-1 0 0,-1 0 0 0 0,-1-9 0 0 0,0 12-2 0 0,-1 1-1 0 0,1 0 0 0 0,-1 0 1 0 0,0 1-1 0 0,0-1 0 0 0,-1 0 1 0 0,1 1-1 0 0,-1-1 0 0 0,-3-2 1 0 0,-12-20 78 0 0,18 25-78 0 0,0 1 0 0 0,0 0 0 0 0,0 0 0 0 0,0 0 0 0 0,0-1 0 0 0,0 1 0 0 0,0 0 0 0 0,0 0 0 0 0,-1-1 0 0 0,1 1 0 0 0,0 0 0 0 0,0 0 0 0 0,0 0 0 0 0,0-1 0 0 0,-1 1 0 0 0,1 0 0 0 0,0 0 0 0 0,0 0 0 0 0,0 0 0 0 0,-1-1 0 0 0,1 1 0 0 0,0 0 0 0 0,0 0 0 0 0,0 0 0 0 0,-1 0 0 0 0,1 0 0 0 0,0 0 0 0 0,0 0 0 0 0,-1 0 0 0 0,1 0 0 0 0,0 0 0 0 0,0 0 0 0 0,-1 0 0 0 0,1 0 0 0 0,0 0 0 0 0,-6 7 0 0 0,1 8 0 0 0,4-9-18 0 0,-1-1 0 0 0,1 1 0 0 0,1-1 0 0 0,-1 1 1 0 0,1 0-1 0 0,0 0 0 0 0,0-1 0 0 0,1 1 0 0 0,-1 0 0 0 0,4 9 0 0 0,-2-4-5 0 0,1 7 11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39.0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43 336 3223 0 0,'-13'-8'-1257'0'0,"-6"-8"4387"0"0,18 16-3467 0 0,0-1 489 0 0,0 0-1 0 0,0-1 0 0 0,1 1 1 0 0,-1 0-1 0 0,0 0 0 0 0,0 0 1 0 0,1 0-1 0 0,-1-1 0 0 0,1 1 0 0 0,-1 0 1 0 0,1-1-1 0 0,-1 1 0 0 0,1 0 1 0 0,0-1-1 0 0,0 1 0 0 0,0-1 0 0 0,0 1 1 0 0,0 0-1 0 0,0-1 0 0 0,0 1 1 0 0,0 0-1 0 0,0-1 0 0 0,1-2 1 0 0,1-1 220 0 0,0-1 1 0 0,1 1 0 0 0,-1-1-1 0 0,4-4 1 0 0,-3 5-108 0 0,17-28 934 0 0,32-40-1 0 0,-26 39-499 0 0,39-54 1121 0 0,-64 87-1794 0 0,-1 0 0 0 0,1 0 0 0 0,0 0 0 0 0,0 0 0 0 0,0 0 0 0 0,0 0 0 0 0,0 1 0 0 0,0-1 0 0 0,0 0 0 0 0,0 1 0 0 0,0-1 0 0 0,1 0 0 0 0,-1 1 0 0 0,0 0 0 0 0,0-1 0 0 0,0 1 0 0 0,1 0 0 0 0,-1 0 0 0 0,0-1-1 0 0,0 1 1 0 0,3 0 0 0 0,-2 1 3 0 0,0-1 0 0 0,0 1-1 0 0,0-1 1 0 0,0 1-1 0 0,0 0 1 0 0,0 0-1 0 0,0 0 1 0 0,-1 0-1 0 0,1 0 1 0 0,0 1 0 0 0,3 1-1 0 0,0 3 14 0 0,1 0-1 0 0,0 0 1 0 0,-1 1 0 0 0,0 0 0 0 0,5 10-1 0 0,-2-3 45 0 0,-2 1 0 0 0,0-1 0 0 0,-1 1 0 0 0,0 0 0 0 0,-1 0 0 0 0,4 29 0 0 0,-6-20 176 0 0,-1 0 0 0 0,-1 0 0 0 0,-6 43 0 0 0,0-22-1466 0 0,3-30-4890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0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90 309 1063 0 0,'-1'-1'165'0'0,"-1"0"-1"0"0,1 0 1 0 0,-1 0-1 0 0,0 0 0 0 0,1 0 1 0 0,-1 0-1 0 0,0 1 1 0 0,0-1-1 0 0,1 1 0 0 0,-1 0 1 0 0,0-1-1 0 0,0 1 0 0 0,-3 0 1 0 0,-13-4 1445 0 0,15 2-1056 0 0,0 0-1 0 0,-1 0 0 0 0,1-1 0 0 0,1 1 0 0 0,-1-1 1 0 0,0 0-1 0 0,0 0 0 0 0,1 0 0 0 0,0 0 0 0 0,-1 0 1 0 0,1 0-1 0 0,-2-6 0 0 0,3 7-405 0 0,-1-1 0 0 0,1 1 1 0 0,1-1-1 0 0,-1 0 0 0 0,0 1 0 0 0,0-1 0 0 0,1 0 0 0 0,0 1 0 0 0,-1-1 1 0 0,1 0-1 0 0,0 1 0 0 0,0-1 0 0 0,1 0 0 0 0,-1 1 0 0 0,0-1 0 0 0,1 0 1 0 0,0 1-1 0 0,1-4 0 0 0,7-12 13 0 0,1 1 1 0 0,1 1-1 0 0,0 0 1 0 0,1 0-1 0 0,1 1 1 0 0,0 1-1 0 0,1 0 0 0 0,1 1 1 0 0,0 0-1 0 0,0 1 1 0 0,33-18-1 0 0,-46 29-149 0 0,-1 0 0 0 0,1 0 0 0 0,0 0-1 0 0,0 0 1 0 0,0 1 0 0 0,-1-1 0 0 0,1 1 0 0 0,0-1-1 0 0,0 1 1 0 0,0 0 0 0 0,0 0 0 0 0,0 0-1 0 0,0 0 1 0 0,0 0 0 0 0,0 0 0 0 0,0 0 0 0 0,0 1-1 0 0,0-1 1 0 0,-1 1 0 0 0,1-1 0 0 0,0 1-1 0 0,0 0 1 0 0,0-1 0 0 0,2 3 0 0 0,-1 0-4 0 0,0-1 0 0 0,-1 1 0 0 0,1 0 0 0 0,-1 0 0 0 0,0 0 0 0 0,0 0 1 0 0,0 0-1 0 0,0 1 0 0 0,-1-1 0 0 0,1 0 0 0 0,-1 1 0 0 0,1 4 0 0 0,7 31 151 0 0,-1 0-1 0 0,3 70 1 0 0,-6-56-123 0 0,-2 2-1580 0 0,-2-37-1836 0 0,1 9-2168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2.2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6 424 2399 0 0,'-1'-1'46'0'0,"1"1"-1"0"0,-1 0 0 0 0,1-1 0 0 0,0 1 1 0 0,-1-1-1 0 0,1 1 0 0 0,0-1 0 0 0,-1 1 1 0 0,1-1-1 0 0,0 1 0 0 0,0-1 0 0 0,-1 1 1 0 0,1-1-1 0 0,0 1 0 0 0,0-1 0 0 0,0 1 0 0 0,0-1 1 0 0,-1 0-1 0 0,1 1 0 0 0,0-1 0 0 0,0 1 1 0 0,0-1-1 0 0,0 1 0 0 0,1-1 0 0 0,-1 0 1 0 0,0 0-1 0 0,1-13 1328 0 0,1-19 385 0 0,-2 20-1330 0 0,0 0 0 0 0,1 0-1 0 0,6-23 1 0 0,6-24 621 0 0,7-20 234 0 0,-15 63-926 0 0,2 0 0 0 0,15-28 0 0 0,-19 39-260 0 0,1 0-1 0 0,1 0 1 0 0,-1 0-1 0 0,1 1 1 0 0,0-1-1 0 0,0 1 1 0 0,0 0-1 0 0,1 0 1 0 0,11-7-1 0 0,-16 11-94 0 0,1 1 0 0 0,-1-1 0 0 0,1 0 0 0 0,-1 1 0 0 0,1-1 0 0 0,-1 1 0 0 0,1 0 0 0 0,0-1 0 0 0,-1 1 0 0 0,1 0 0 0 0,-1 0 0 0 0,1 0 0 0 0,0 0 0 0 0,-1 0 0 0 0,1 0 0 0 0,-1 1 0 0 0,1-1 0 0 0,2 1 0 0 0,-1 0 8 0 0,0 1-1 0 0,0-1 1 0 0,-1 1 0 0 0,1 0-1 0 0,0 0 1 0 0,-1 0-1 0 0,1 0 1 0 0,3 4-1 0 0,1 2 16 0 0,-1-1 0 0 0,0 2-1 0 0,-1-1 1 0 0,0 1 0 0 0,5 10-1 0 0,-4-6 67 0 0,-1 1 0 0 0,-1 0 0 0 0,0 1 0 0 0,-1-1 0 0 0,0 1 0 0 0,-2-1 0 0 0,1 19-1 0 0,-9 103-17 0 0,0-52-3598 0 0,7-67-926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2.8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13 437 1839 0 0,'-2'-5'301'0'0,"0"0"-1"0"0,0 0 0 0 0,0 0 0 0 0,1 0 0 0 0,0 0 0 0 0,0-1 0 0 0,1-6 1 0 0,-1 6-173 0 0,0-6 274 0 0,1 1 0 0 0,0-1 0 0 0,1 1-1 0 0,1-1 1 0 0,0 1 0 0 0,0 0 0 0 0,1-1 0 0 0,4-11 0 0 0,1 3 231 0 0,0 1-1 0 0,2 0 1 0 0,18-28 0 0 0,-18 32-481 0 0,1 0 1 0 0,1 2 0 0 0,1-1-1 0 0,-1 1 1 0 0,2 1 0 0 0,0 0-1 0 0,0 1 1 0 0,1 1 0 0 0,1 0-1 0 0,0 1 1 0 0,21-9 0 0 0,-32 16-149 0 0,0 0 1 0 0,1 0-1 0 0,-1 1 1 0 0,1 0-1 0 0,-1 0 0 0 0,1 0 1 0 0,0 0-1 0 0,-1 1 1 0 0,1 0-1 0 0,-1 1 1 0 0,1-1-1 0 0,0 1 1 0 0,-1 0-1 0 0,1 0 1 0 0,-1 1-1 0 0,0-1 1 0 0,1 1-1 0 0,-1 0 1 0 0,0 1-1 0 0,0-1 1 0 0,0 1-1 0 0,0 0 1 0 0,-1 1-1 0 0,1-1 0 0 0,-1 1 1 0 0,0-1-1 0 0,0 1 1 0 0,0 1-1 0 0,-1-1 1 0 0,4 6-1 0 0,0-1-4 0 0,0 1 0 0 0,-1 0-1 0 0,0 1 1 0 0,-1-1-1 0 0,0 1 1 0 0,-1 0 0 0 0,0 1-1 0 0,-1-1 1 0 0,0 1-1 0 0,-1-1 1 0 0,1 19 0 0 0,-2-9 9 0 0,-2 0 1 0 0,0-1 0 0 0,-1 1-1 0 0,-2-1 1 0 0,-9 36 0 0 0,-13 44-994 0 0,23-87-30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3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8 462 2303 0 0,'-2'-2'150'0'0,"1"0"-1"0"0,0 0 0 0 0,1 0 1 0 0,-1 0-1 0 0,0-1 0 0 0,1 1 1 0 0,-1 0-1 0 0,1 0 0 0 0,-1-1 1 0 0,1 1-1 0 0,0 0 0 0 0,0 0 1 0 0,0-1-1 0 0,1-3 0 0 0,6-36 2702 0 0,-4 31-2334 0 0,0 1 0 0 0,2 0-1 0 0,-1-1 1 0 0,1 2 0 0 0,0-1 0 0 0,1 1 0 0 0,13-17-1 0 0,58-54 184 0 0,-49 52-513 0 0,-11 12 21 0 0,0 0-1 0 0,1 1 0 0 0,1 0 1 0 0,1 2-1 0 0,0 0 0 0 0,0 2 1 0 0,1 0-1 0 0,1 1 0 0 0,0 1 1 0 0,0 1-1 0 0,46-10 0 0 0,-52 15-135 0 0,93-15 391 0 0,-96 16-408 0 0,1 1 0 0 0,0 1 0 0 0,0 1-1 0 0,0 0 1 0 0,25 4 0 0 0,-37-4-117 0 0,1 0 0 0 0,-1-1-1 0 0,1 1 1 0 0,0 0 0 0 0,-1 0 0 0 0,0 1-1 0 0,1-1 1 0 0,-1 0 0 0 0,0 1-1 0 0,1-1 1 0 0,-1 1 0 0 0,0 0 0 0 0,0 0-1 0 0,0 0 1 0 0,-1 0 0 0 0,1 0-1 0 0,0 0 1 0 0,-1 0 0 0 0,1 1 0 0 0,-1-1-1 0 0,0 1 1 0 0,0-1 0 0 0,0 1-1 0 0,0-1 1 0 0,0 1 0 0 0,-1-1 0 0 0,2 5-1 0 0,-1 8-5009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4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27 165 1375 0 0,'-3'-3'161'0'0,"1"0"0"0"0,-1 0-1 0 0,1-1 1 0 0,0 1 0 0 0,0-1-1 0 0,0 0 1 0 0,0 1 0 0 0,0-1-1 0 0,1 0 1 0 0,0 0 0 0 0,0 0-1 0 0,0 0 1 0 0,0-1 0 0 0,0-4-1 0 0,1 5 58 0 0,0 1-1 0 0,0 0 0 0 0,0 0 0 0 0,0-1 0 0 0,1 1 0 0 0,-1 0 0 0 0,1 0 0 0 0,0 0 0 0 0,0 0 0 0 0,0 0 0 0 0,0 0 0 0 0,1 0 1 0 0,-1 0-1 0 0,1 0 0 0 0,0 1 0 0 0,0-1 0 0 0,0 1 0 0 0,4-5 0 0 0,-1 3 61 0 0,1 0 0 0 0,-1 0 0 0 0,1 1 0 0 0,0 0 0 0 0,1 0 1 0 0,-1 1-1 0 0,0-1 0 0 0,1 1 0 0 0,11-2 0 0 0,8 1 143 0 0,30-2 0 0 0,-46 4-332 0 0,20 0 5 0 0,1 1 1 0 0,0 1-1 0 0,-1 2 1 0 0,1 1-1 0 0,-1 1 1 0 0,0 1-1 0 0,41 15 1 0 0,-50-13-88 0 0,-1 1 0 0 0,1 1 0 0 0,-2 1 0 0 0,0 0 0 0 0,0 1 0 0 0,-1 1 0 0 0,-1 1 0 0 0,0 1 0 0 0,0 0 0 0 0,27 35 0 0 0,-15-10-7 0 0,-2 2 0 0 0,-2 0 0 0 0,21 48 0 0 0,43 143 0 0 0,93 496 1576 0 0,-142-547-1069 0 0,-10-48-254 0 0,-7-60-1301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4.5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22 286 2303 0 0,'-1'-1'118'0'0,"-14"-12"31"0"0,14 12 238 0 0,0 0-1 0 0,1 1 1 0 0,-1-1 0 0 0,1 1 0 0 0,0-1 0 0 0,-1 0 0 0 0,1 1 0 0 0,0-1 0 0 0,-1 0 0 0 0,1 0-1 0 0,0 1 1 0 0,0-1 0 0 0,-1-1 0 0 0,2 1-34 0 0,0 1 0 0 0,0 0-1 0 0,0-1 1 0 0,0 1 0 0 0,0 0 0 0 0,0 0-1 0 0,0 0 1 0 0,0 0 0 0 0,0 0 0 0 0,0 0-1 0 0,0 0 1 0 0,0 0 0 0 0,0 0 0 0 0,0 0 0 0 0,0 0-1 0 0,0 1 1 0 0,0-1 0 0 0,1 1 0 0 0,21 9 188 0 0,0 1 0 0 0,-1 1 1 0 0,-1 1-1 0 0,0 1 0 0 0,30 25 1 0 0,92 96-338 0 0,-123-115-2 0 0,-1 2-14 0 0,-14-16 69 0 0,-1-1 0 0 0,1 1 0 0 0,0-1-1 0 0,9 7 1 0 0,-14-12-236 0 0,1 0 0 0 0,-1 0 0 0 0,0 0 0 0 0,1 0 0 0 0,-1 0 0 0 0,0 0-1 0 0,1 0 1 0 0,-1 0 0 0 0,0 0 0 0 0,1 0 0 0 0,-1-1 0 0 0,0 1 0 0 0,1 0 0 0 0,-1 0-1 0 0,0 0 1 0 0,1 0 0 0 0,-1-1 0 0 0,0 1 0 0 0,0 0 0 0 0,1 0 0 0 0,-1-1 0 0 0,0 1 0 0 0,0 0-1 0 0,1 0 1 0 0,-1-1 0 0 0,0 1 0 0 0,0 0 0 0 0,0-1 0 0 0,1 1 0 0 0,-1 0 0 0 0,0-1 0 0 0,0 1-1 0 0,0 0 1 0 0,0-1 0 0 0,0 1 0 0 0,0 0 0 0 0,0-1 0 0 0,0 1 0 0 0,0-1 0 0 0,5-18 75 0 0,-5 18-45 0 0,17-73 243 0 0,14-87-175 0 0,-21 64-53 0 0,13-93-44 0 0,-19 170 92 0 0,-4 51-153 0 0,-46 219 160 0 0,20-131-6017 0 0,12-47-816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48.0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261 192 4143 0 0,'-3'-6'146'0'0,"0"0"-1"0"0,1 0 0 0 0,0 0 0 0 0,0 0 0 0 0,1 0 0 0 0,-2-10 0 0 0,3 10 557 0 0,-1 0 0 0 0,-1 0 0 0 0,1 0 0 0 0,-1 0 0 0 0,0 1 0 0 0,0-1 0 0 0,-5-8 0 0 0,7 14-623 0 0,-1 0 0 0 0,1-1 0 0 0,0 1-1 0 0,-1 0 1 0 0,1 0 0 0 0,0 0 0 0 0,0 0-1 0 0,-1 0 1 0 0,1 0 0 0 0,0 0 0 0 0,-1 0-1 0 0,1 0 1 0 0,0 0 0 0 0,-1 0 0 0 0,1 0 0 0 0,0 1-1 0 0,0-1 1 0 0,-1 0 0 0 0,1 0 0 0 0,0 0-1 0 0,0 0 1 0 0,-1 0 0 0 0,1 0 0 0 0,0 1-1 0 0,0-1 1 0 0,-1 0 0 0 0,1 0 0 0 0,0 0-1 0 0,0 1 1 0 0,-1-1 0 0 0,1 0 0 0 0,0 1 0 0 0,-11 10 1068 0 0,9-9-812 0 0,-29 26 1525 0 0,17-16-1158 0 0,-20 22 1 0 0,30-30-617 0 0,1 0 0 0 0,0 0 0 0 0,0 1 1 0 0,0-1-1 0 0,1 1 0 0 0,0-1 0 0 0,0 1 0 0 0,0 0 1 0 0,0 0-1 0 0,-1 7 0 0 0,3-10-47 0 0,-1-1 1 0 0,1 1-1 0 0,0 0 0 0 0,0-1 1 0 0,0 1-1 0 0,0 0 0 0 0,0 0 1 0 0,0-1-1 0 0,0 1 1 0 0,0 0-1 0 0,1-1 0 0 0,-1 1 1 0 0,1 0-1 0 0,-1-1 0 0 0,1 1 1 0 0,0-1-1 0 0,0 1 1 0 0,-1-1-1 0 0,1 1 0 0 0,0-1 1 0 0,0 0-1 0 0,1 1 0 0 0,-1-1 1 0 0,2 2-1 0 0,-1-2 20 0 0,0 0 0 0 0,0 0 0 0 0,0 0 0 0 0,0 0 0 0 0,0-1 0 0 0,0 1 0 0 0,1-1 0 0 0,-1 1 0 0 0,0-1-1 0 0,0 0 1 0 0,0 0 0 0 0,0 0 0 0 0,1 0 0 0 0,-1 0 0 0 0,0 0 0 0 0,0-1 0 0 0,0 1 0 0 0,4-2 0 0 0,-2 1 12 0 0,1-1 1 0 0,0 0-1 0 0,-1 0 1 0 0,0 0-1 0 0,1-1 1 0 0,-1 1-1 0 0,0-1 0 0 0,0 0 1 0 0,0 0-1 0 0,-1 0 1 0 0,1-1-1 0 0,-1 1 1 0 0,6-8-1 0 0,-7 8-44 0 0,-1 0 0 0 0,1-1 0 0 0,0 1 1 0 0,-1 0-1 0 0,0 0 0 0 0,0-1 0 0 0,0 1 0 0 0,0-1 0 0 0,-1 1 0 0 0,1-1 0 0 0,-1 1 1 0 0,0-1-1 0 0,0 1 0 0 0,0-1 0 0 0,-1 1 0 0 0,1-1 0 0 0,-1 1 0 0 0,1-1 0 0 0,-3-5 0 0 0,-2-4-24 0 0,0 1 0 0 0,-1 0 0 0 0,-10-15 0 0 0,13 22-3 0 0,0 0 0 0 0,-1 1 0 0 0,1-1 0 0 0,-1 1 0 0 0,0 0 0 0 0,0 0-1 0 0,-1 0 1 0 0,1 1 0 0 0,-1-1 0 0 0,-7-3 0 0 0,10 6 3 0 0,-1 1 0 0 0,0-1 0 0 0,1 1 0 0 0,-1-1 0 0 0,0 1 0 0 0,1 0 0 0 0,-1 0-1 0 0,0 0 1 0 0,1 0 0 0 0,-1 0 0 0 0,0 1 0 0 0,1-1 0 0 0,-1 1 0 0 0,0 0 0 0 0,1 0 0 0 0,-1 0 0 0 0,1 0 0 0 0,-1 0-1 0 0,1 0 1 0 0,0 1 0 0 0,-5 3 0 0 0,0 0 10 0 0,-1 1 0 0 0,1 1 0 0 0,0 0-1 0 0,-11 13 1 0 0,14-14-13 0 0,0 0 0 0 0,0 0 0 0 0,1 1-1 0 0,0-1 1 0 0,0 1 0 0 0,0-1 0 0 0,1 1 0 0 0,0 0-1 0 0,0 0 1 0 0,1 0 0 0 0,0 1 0 0 0,0 13-1 0 0,1-18 2 0 0,0 0-1 0 0,0 0 1 0 0,0 0-1 0 0,1 0 0 0 0,-1-1 1 0 0,1 1-1 0 0,0 0 1 0 0,0 0-1 0 0,0 0 0 0 0,0-1 1 0 0,0 1-1 0 0,1-1 0 0 0,-1 1 1 0 0,1-1-1 0 0,0 1 1 0 0,-1-1-1 0 0,1 0 0 0 0,0 0 1 0 0,0 0-1 0 0,1 0 0 0 0,-1 0 1 0 0,0 0-1 0 0,1-1 1 0 0,-1 1-1 0 0,1-1 0 0 0,-1 0 1 0 0,1 1-1 0 0,0-1 1 0 0,0-1-1 0 0,-1 1 0 0 0,1 0 1 0 0,0 0-1 0 0,0-1 0 0 0,3 0 1 0 0,0 1 5 0 0,0-1 1 0 0,1-1 0 0 0,-1 1-1 0 0,0-1 1 0 0,0-1-1 0 0,0 1 1 0 0,0-1 0 0 0,0 0-1 0 0,0 0 1 0 0,0 0-1 0 0,0-1 1 0 0,-1 0-1 0 0,1 0 1 0 0,-1-1 0 0 0,0 1-1 0 0,0-1 1 0 0,8-8-1 0 0,-6 5 13 0 0,-1 0 0 0 0,1-1-1 0 0,-1 1 1 0 0,0-1 0 0 0,-1 0-1 0 0,0-1 1 0 0,0 0 0 0 0,-1 1-1 0 0,0-1 1 0 0,4-16 0 0 0,-7 19-13 0 0,0-1 0 0 0,0 1 1 0 0,-1 0-1 0 0,0 0 0 0 0,0 0 0 0 0,-1 0 1 0 0,1-1-1 0 0,-1 1 0 0 0,-1 0 0 0 0,1 0 1 0 0,-1 0-1 0 0,0 0 0 0 0,-3-5 0 0 0,4 9-4 0 0,0 0 0 0 0,0 0 0 0 0,0 0-1 0 0,0 0 1 0 0,-1 0 0 0 0,1 0-1 0 0,-1 1 1 0 0,1-1 0 0 0,-1 1-1 0 0,1-1 1 0 0,-1 1 0 0 0,0-1-1 0 0,0 1 1 0 0,0 0 0 0 0,0 0-1 0 0,0 0 1 0 0,0 0 0 0 0,0 0-1 0 0,0 0 1 0 0,0 1 0 0 0,0-1 0 0 0,0 1-1 0 0,0-1 1 0 0,-1 1 0 0 0,1 0-1 0 0,0 0 1 0 0,0 0 0 0 0,-1 0-1 0 0,1 0 1 0 0,0 0 0 0 0,0 1-1 0 0,0-1 1 0 0,-1 1 0 0 0,1 0-1 0 0,0-1 1 0 0,0 1 0 0 0,0 0-1 0 0,-3 2 1 0 0,0 0 5 0 0,0 0 0 0 0,0 1 1 0 0,0 0-1 0 0,0 0 0 0 0,1 0 0 0 0,-1 0 0 0 0,1 1 0 0 0,0-1 0 0 0,1 1 1 0 0,-1 0-1 0 0,1 0 0 0 0,0 1 0 0 0,-4 8 0 0 0,3-5 6 0 0,1 0-1 0 0,0 1 1 0 0,0-1-1 0 0,1 1 1 0 0,0 0-1 0 0,1 0 1 0 0,-1 15-1 0 0,2-23-9 0 0,0 0-1 0 0,0 0 1 0 0,0-1-1 0 0,0 1 1 0 0,1 0-1 0 0,-1 0 1 0 0,0-1-1 0 0,1 1 1 0 0,-1 0-1 0 0,1-1 1 0 0,0 1-1 0 0,0 0 0 0 0,-1-1 1 0 0,1 1-1 0 0,0-1 1 0 0,0 1-1 0 0,1-1 1 0 0,-1 0-1 0 0,0 1 1 0 0,0-1-1 0 0,1 0 1 0 0,-1 0-1 0 0,0 0 1 0 0,1 0-1 0 0,-1 0 1 0 0,1 0-1 0 0,0 0 1 0 0,-1-1-1 0 0,1 1 1 0 0,0 0-1 0 0,-1-1 1 0 0,4 1-1 0 0,-1 0 6 0 0,0-1 0 0 0,0 0-1 0 0,0 0 1 0 0,0 0-1 0 0,1 0 1 0 0,-1-1 0 0 0,0 1-1 0 0,0-1 1 0 0,0 0 0 0 0,0-1-1 0 0,0 1 1 0 0,7-4-1 0 0,-5 2-2 0 0,0-1 0 0 0,-1 0-1 0 0,1-1 1 0 0,-1 1-1 0 0,0-1 1 0 0,0 0-1 0 0,0 0 1 0 0,0-1-1 0 0,3-5 1 0 0,-5 7-3 0 0,-1-1 0 0 0,1 1 0 0 0,-1 0 0 0 0,0-1 0 0 0,0 0 0 0 0,0 0 0 0 0,-1 1 1 0 0,0-1-1 0 0,0 0 0 0 0,0 0 0 0 0,0 0 0 0 0,-1 0 0 0 0,0-7 0 0 0,0 11-1 0 0,0 0 0 0 0,0 0 1 0 0,0 0-1 0 0,0 1 0 0 0,0-1 0 0 0,0 0 0 0 0,0 0 0 0 0,-1 0 0 0 0,1 0 1 0 0,0 0-1 0 0,-1 0 0 0 0,1 0 0 0 0,0 1 0 0 0,-1-1 0 0 0,1 0 0 0 0,-1 0 0 0 0,1 1 1 0 0,-1-1-1 0 0,0 0 0 0 0,1 1 0 0 0,-1-1 0 0 0,-1-1 0 0 0,1 2 3 0 0,0 0-1 0 0,0 0 0 0 0,0 0 0 0 0,0 0 0 0 0,1 0 0 0 0,-1 0 1 0 0,0 0-1 0 0,0 0 0 0 0,0 0 0 0 0,0 1 0 0 0,0-1 0 0 0,0 0 1 0 0,1 0-1 0 0,-1 1 0 0 0,0-1 0 0 0,0 1 0 0 0,0-1 0 0 0,-1 1 1 0 0,-4 4 24 0 0,0 0 0 0 0,0 1 0 0 0,-10 10 0 0 0,15-15-26 0 0,-7 10 28 0 0,-1-1 0 0 0,1 1-1 0 0,1 0 1 0 0,-7 14-1 0 0,11-18-39 0 0,0 0-1 0 0,0 0 0 0 0,0 1 0 0 0,1-1 0 0 0,0 1 1 0 0,1 0-1 0 0,0-1 0 0 0,-1 12 0 0 0,3 6-145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47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300 53 1375 0 0,'0'-4'394'0'0,"0"0"0"0"0,-1 0 0 0 0,1 0 0 0 0,-1 0 0 0 0,0 0 0 0 0,0 0 0 0 0,-1 0 0 0 0,1 1-1 0 0,-1-1 1 0 0,0 0 0 0 0,-4-5 0 0 0,4 34 1947 0 0,2-14-2207 0 0,0 0 0 0 0,-1 0 0 0 0,-1 0 0 0 0,0 0-1 0 0,0 0 1 0 0,-8 19 0 0 0,4-10 61 0 0,-54 141 912 0 0,38-106-954 0 0,-45 85 150 0 0,-3 5-42 0 0,57-115-226 0 0,9-22-16 0 0,0 1 1 0 0,0-1 0 0 0,1 1-1 0 0,0 0 1 0 0,1 0 0 0 0,0 0 0 0 0,-1 15-1 0 0,3-22-9 0 0,0-1 0 0 0,0 1 0 0 0,1-1 0 0 0,-1 1 0 0 0,1-1 0 0 0,-1 0-1 0 0,1 1 1 0 0,-1-1 0 0 0,1 0 0 0 0,0 1 0 0 0,0-1 0 0 0,0 0 0 0 0,0 0 0 0 0,0 0-1 0 0,0 0 1 0 0,0 0 0 0 0,0 0 0 0 0,0 0 0 0 0,0 0 0 0 0,0 0 0 0 0,1 0-1 0 0,-1-1 1 0 0,0 1 0 0 0,1 0 0 0 0,-1-1 0 0 0,1 1 0 0 0,-1-1 0 0 0,0 0 0 0 0,3 1-1 0 0,4 1 107 0 0,0-1 0 0 0,-1 0 0 0 0,17 0 0 0 0,11-3 264 0 0,63-11 0 0 0,-10 0-193 0 0,29 3-13 0 0,-10 1 150 0 0,128-26 1 0 0,113-25 212 0 0,460-62 130 0 0,-590 77-456 0 0,-91 16-72 0 0,142-12 1 0 0,185 16-25 0 0,-245 16-102 0 0,-188 8-16 0 0,24 0 0 0 0,0-3 0 0 0,0-1 0 0 0,60-15-1 0 0,-95 17-42 0 0,-1-1-1 0 0,0 0 1 0 0,13-7-1 0 0,9-9-3372 0 0,-26 17 2072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47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47 1839 0 0,'-6'-8'-72'0'0,"-19"-19"1134"0"0,23 26-836 0 0,1 0-1 0 0,-1 0 0 0 0,1-1 1 0 0,-1 1-1 0 0,1 1 0 0 0,-1-1 0 0 0,0 0 1 0 0,1 0-1 0 0,-1 1 0 0 0,0-1 1 0 0,0 1-1 0 0,1-1 0 0 0,-1 1 1 0 0,0 0-1 0 0,0-1 0 0 0,-3 1 0 0 0,3 1-67 0 0,1 0 0 0 0,0-1 0 0 0,0 1-1 0 0,0 0 1 0 0,-1-1 0 0 0,1 1-1 0 0,0 0 1 0 0,0 0 0 0 0,0 0 0 0 0,0 0-1 0 0,0 0 1 0 0,1 0 0 0 0,-1 0-1 0 0,0 1 1 0 0,0-1 0 0 0,1 0 0 0 0,-1 0-1 0 0,1 1 1 0 0,-1-1 0 0 0,1 0 0 0 0,-1 3-1 0 0,-8 32 1275 0 0,9-33-1234 0 0,-21 142 2039 0 0,0 1-6376 0 0,11-94-103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0:49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89 919 0 0,'0'-9'382'0'0,"1"0"0"0"0,0 0 0 0 0,1 0 0 0 0,0 0 0 0 0,0 1 0 0 0,1-1 0 0 0,4-9 0 0 0,-7 18-329 0 0,0-1-1 0 0,1 1 1 0 0,-1-1-1 0 0,0 1 0 0 0,0-1 1 0 0,0 1-1 0 0,1-1 1 0 0,-1 1-1 0 0,0 0 1 0 0,1-1-1 0 0,-1 1 0 0 0,0-1 1 0 0,1 1-1 0 0,-1 0 1 0 0,0-1-1 0 0,1 1 0 0 0,-1 0 1 0 0,1 0-1 0 0,-1-1 1 0 0,1 1-1 0 0,-1 0 1 0 0,1 0-1 0 0,0-1 0 0 0,-1 1-16 0 0,1 1-1 0 0,-1-1 0 0 0,0 0 0 0 0,1 0 0 0 0,-1 1 1 0 0,0-1-1 0 0,1 0 0 0 0,-1 1 0 0 0,0-1 1 0 0,0 0-1 0 0,1 0 0 0 0,-1 1 0 0 0,0-1 0 0 0,0 1 1 0 0,1-1-1 0 0,-1 0 0 0 0,0 1 0 0 0,0-1 0 0 0,0 1 1 0 0,1 0-1 0 0,3 25 455 0 0,-5-19-425 0 0,1 1 0 0 0,-1-1 0 0 0,0 1 0 0 0,-1-1 0 0 0,0 1 0 0 0,0-1-1 0 0,-1 0 1 0 0,-5 11 0 0 0,-4 4 290 0 0,-20 26 0 0 0,-2 5 343 0 0,17-23-226 0 0,-20 52-1 0 0,32-67-432 0 0,0 0 0 0 0,1 0 0 0 0,0 0 0 0 0,2 0 0 0 0,0 0 0 0 0,-1 17 0 0 0,3-31-38 0 0,0 0 0 0 0,0 0 0 0 0,0-1 0 0 0,0 1 0 0 0,0 0 0 0 0,0 0 0 0 0,0 0 0 0 0,0 0 0 0 0,0 0-1 0 0,1-1 1 0 0,-1 1 0 0 0,0 0 0 0 0,0 0 0 0 0,1 0 0 0 0,-1-1 0 0 0,1 1 0 0 0,-1 0 0 0 0,1-1 0 0 0,-1 1 0 0 0,1 0-1 0 0,0 0 1 0 0,0 0 1 0 0,0-1 0 0 0,-1 0 0 0 0,1 0 0 0 0,-1 0 0 0 0,1 0 0 0 0,0 0 0 0 0,-1 0 0 0 0,1 0 0 0 0,0 0 0 0 0,-1 0 0 0 0,1-1 0 0 0,-1 1 0 0 0,1 0 0 0 0,0 0 0 0 0,-1 0 0 0 0,1-1 0 0 0,-1 1 0 0 0,1 0 0 0 0,-1-1 0 0 0,1 1 0 0 0,0-1 0 0 0,3-3 9 0 0,0 1 0 0 0,0-1-1 0 0,0 0 1 0 0,0 0 0 0 0,4-7-1 0 0,0-6 6 0 0,0 1-1 0 0,0-2 0 0 0,-2 1 1 0 0,0-1-1 0 0,6-35 1 0 0,8-24 19 0 0,24-31 363 0 0,-18 46-106 0 0,-26 61-253 0 0,0 0 0 0 0,1 1 1 0 0,-1-1-1 0 0,0 0 1 0 0,0 1-1 0 0,1-1 0 0 0,-1 1 1 0 0,0-1-1 0 0,1 0 1 0 0,-1 1-1 0 0,0-1 0 0 0,1 1 1 0 0,-1-1-1 0 0,1 1 0 0 0,-1-1 1 0 0,1 1-1 0 0,0-1 1 0 0,0 1-13 0 0,-1 0 1 0 0,0 0 0 0 0,0 1-1 0 0,1-1 1 0 0,-1 0 0 0 0,0 0 0 0 0,0 1-1 0 0,1-1 1 0 0,-1 0 0 0 0,0 0 0 0 0,0 1-1 0 0,0-1 1 0 0,0 0 0 0 0,1 0-1 0 0,-1 1 1 0 0,0-1 0 0 0,0 0 0 0 0,0 1-1 0 0,0-1 1 0 0,0 0 0 0 0,0 1-1 0 0,0-1 1 0 0,0 0 0 0 0,0 1 0 0 0,2 26 360 0 0,-4 2-376 0 0,-2-1 0 0 0,-1 1 0 0 0,-1-1 0 0 0,-14 41 0 0 0,4-26 28 0 0,-2-1 1 0 0,-26 43 0 0 0,39-77-27 0 0,3-6 9 0 0,1 1 0 0 0,-1-1 1 0 0,1 1-1 0 0,0-1 1 0 0,0 1-1 0 0,0 0 0 0 0,0-1 1 0 0,0 1-1 0 0,0 3 1 0 0,3-6-10 0 0,0 0 1 0 0,0 0-1 0 0,1-1 1 0 0,-1 1-1 0 0,0-1 1 0 0,0 0-1 0 0,1 0 1 0 0,2-1-1 0 0,7-4-480 0 0,-1 0 0 0 0,0 0 0 0 0,0-1 0 0 0,-1 0 0 0 0,1-1 0 0 0,-2-1 0 0 0,1 1 0 0 0,-1-1 0 0 0,10-14 0 0 0,-13 15 57 0 0,0-1-1 0 0,-1-1 0 0 0,0 1 1 0 0,0-1-1 0 0,-1 0 0 0 0,0 0 1 0 0,-1 0-1 0 0,0 0 0 0 0,0-1 1 0 0,-2 1-1 0 0,2-17 0 0 0,-2 15 173 0 0,0 3 202 0 0,0 0 1 0 0,-1 0-1 0 0,0 0 1 0 0,0 0-1 0 0,-1 0 1 0 0,0 0-1 0 0,-1 0 1 0 0,-3-11-1 0 0,5 20 64 0 0,0 0-1 0 0,0-1 1 0 0,0 1-1 0 0,0 0 0 0 0,-1-1 1 0 0,1 1-1 0 0,0 0 0 0 0,0-1 1 0 0,0 1-1 0 0,-1 0 0 0 0,1-1 1 0 0,0 1-1 0 0,0 0 0 0 0,-1 0 1 0 0,1-1-1 0 0,0 1 0 0 0,0 0 1 0 0,-1 0-1 0 0,1-1 0 0 0,0 1 1 0 0,-1 0-1 0 0,1 0 1 0 0,-1 0-1 0 0,1 0 0 0 0,0 0 1 0 0,-1-1-1 0 0,1 1 0 0 0,0 0 1 0 0,-1 0-1 0 0,0 0 0 0 0,0 0 53 0 0,0 1 0 0 0,1-1 0 0 0,-1 0 0 0 0,0 1 0 0 0,0-1 0 0 0,0 1 0 0 0,0-1 0 0 0,1 1 0 0 0,-1-1-1 0 0,0 1 1 0 0,0 0 0 0 0,0 0 0 0 0,-18 25 1724 0 0,17-24-1653 0 0,-37 60 2017 0 0,2 1 0 0 0,-37 86 0 0 0,72-143-2137 0 0,0 0 1 0 0,0 0-1 0 0,0 0 0 0 0,-1 10 1 0 0,3-15-31 0 0,0 0 0 0 0,-1 0 0 0 0,1 0 1 0 0,0 0-1 0 0,0-1 0 0 0,0 1 0 0 0,0 0 0 0 0,0 0 1 0 0,0 0-1 0 0,0 0 0 0 0,1 0 0 0 0,-1-1 1 0 0,0 1-1 0 0,0 0 0 0 0,1 0 0 0 0,-1 0 0 0 0,0-1 1 0 0,1 1-1 0 0,-1 0 0 0 0,1 0 0 0 0,-1-1 1 0 0,1 1-1 0 0,0 0 0 0 0,-1-1 0 0 0,1 1 0 0 0,-1-1 1 0 0,1 1-1 0 0,0 0 0 0 0,0-1 0 0 0,-1 0 1 0 0,1 1-1 0 0,0-1 0 0 0,0 1 0 0 0,-1-1 0 0 0,1 0 1 0 0,0 0-1 0 0,0 1 0 0 0,0-1 0 0 0,0 0 1 0 0,0 0-1 0 0,-1 0 0 0 0,3 0 0 0 0,29-2-1394 0 0,-26 2 896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0.7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92 109 919 0 0,'-70'-10'3232'0'0,"61"9"-3368"0"0,-4 0 3236 0 0,26 7-262 0 0,0-3-2289 0 0,1-1 0 0 0,0 0 0 0 0,-1-1 0 0 0,1 0 1 0 0,0-1-1 0 0,25-4 0 0 0,-1 2 136 0 0,244-20 1704 0 0,-257 19-2237 0 0,361-31 1354 0 0,260-12 120 0 0,-591 46-1766 0 0,-92 5-276 0 0,8-1-822 0 0,-26 4-1694 0 0,25-4 1414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1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90 3855 0 0,'-18'7'255'0'0,"15"-6"162"0"0,0 0 1 0 0,0 0-1 0 0,0 1 0 0 0,-1-1 0 0 0,1 0 0 0 0,1 1 1 0 0,-1 0-1 0 0,0 0 0 0 0,0 0 0 0 0,-3 3 0 0 0,6-5-360 0 0,0 0 0 0 0,0 0 0 0 0,0 0 0 0 0,0 0-1 0 0,0 0 1 0 0,0 1 0 0 0,0-1 0 0 0,0 0-1 0 0,0 0 1 0 0,0 0 0 0 0,-1 0 0 0 0,1 0 0 0 0,0 1-1 0 0,0-1 1 0 0,0 0 0 0 0,0 0 0 0 0,0 0 0 0 0,0 0-1 0 0,0 0 1 0 0,0 0 0 0 0,0 1 0 0 0,1-1 0 0 0,-1 0-1 0 0,0 0 1 0 0,0 0 0 0 0,0 0 0 0 0,0 0-1 0 0,0 0 1 0 0,0 1 0 0 0,0-1 0 0 0,0 0 0 0 0,0 0-1 0 0,0 0 1 0 0,0 0 0 0 0,0 0 0 0 0,1 0 0 0 0,-1 0-1 0 0,0 0 1 0 0,0 1 0 0 0,0-1 0 0 0,0 0 0 0 0,0 0-1 0 0,0 0 1 0 0,1 0 0 0 0,8 3 1171 0 0,12-2 40 0 0,196-12 3444 0 0,-162 5-4293 0 0,402-41 2242 0 0,-234 27-2083 0 0,159-6 540 0 0,-320 25-1130 0 0,104-14 0 0 0,-170 16-750 0 0,-17 2-5077 0 0,2 0-1296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3.4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69 271 919 0 0,'-10'0'1336'0'0,"1"0"0"0"0,0-1 0 0 0,-1 0 0 0 0,1-1 0 0 0,-9-2 0 0 0,18 4-1270 0 0,0 0-1 0 0,-1 0 1 0 0,1 0-1 0 0,0 0 0 0 0,0 0 1 0 0,0 0-1 0 0,0 0 1 0 0,0 0-1 0 0,0 0 0 0 0,0 0 1 0 0,-1 0-1 0 0,1 0 1 0 0,0 0-1 0 0,0 0 0 0 0,0 0 1 0 0,0 0-1 0 0,0 0 1 0 0,0 0-1 0 0,0 0 0 0 0,0 0 1 0 0,-1-1-1 0 0,1 1 1 0 0,0 0-1 0 0,0 0 0 0 0,0 0 1 0 0,0 0-1 0 0,0 0 1 0 0,0 0-1 0 0,0 0 0 0 0,0 0 1 0 0,0-1-1 0 0,0 1 1 0 0,0 0-1 0 0,0 0 0 0 0,0 0 1 0 0,0 0-1 0 0,0 0 1 0 0,0 0-1 0 0,0 0 0 0 0,0-1 1 0 0,0 1-1 0 0,0 0 1 0 0,0 0-1 0 0,0 0 0 0 0,0 0 1 0 0,0 0-1 0 0,0 0 1 0 0,0 0-1 0 0,0-1 0 0 0,0 1 1 0 0,0 0-1 0 0,0 0 1 0 0,0 0-1 0 0,0 0 0 0 0,0 0 1 0 0,0 0-1 0 0,0 0 1 0 0,0 0-1 0 0,0 0 1 0 0,1-1-1 0 0,-1 1 0 0 0,12-5 3342 0 0,198-43-1919 0 0,-14 4-262 0 0,98-11-152 0 0,-141 30-1637 0 0,16-11 916 0 0,-18 3 55 0 0,-135 29-411 0 0,-5 2-13 0 0,0 0 0 0 0,20-1 1 0 0,-34 3-2256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3.8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137 94 3191 0 0,'-27'6'76'0'0,"-29"7"745"0"0,50-11-342 0 0,1 0-1 0 0,-1 1 1 0 0,0-1 0 0 0,1 1 0 0 0,-1 0 0 0 0,1 1-1 0 0,-5 3 1 0 0,10-7-388 0 0,0 1 0 0 0,-1-1 0 0 0,1 0 0 0 0,0 0 0 0 0,0 0 0 0 0,-1 0-1 0 0,1 1 1 0 0,0-1 0 0 0,0 0 0 0 0,-1 0 0 0 0,1 1 0 0 0,0-1 0 0 0,0 0 0 0 0,0 0 0 0 0,0 1 0 0 0,0-1 0 0 0,-1 0 0 0 0,1 0-1 0 0,0 1 1 0 0,0-1 0 0 0,0 0 0 0 0,0 1 0 0 0,0-1 0 0 0,0 0 0 0 0,0 1 0 0 0,0-1 0 0 0,0 0 0 0 0,0 0 0 0 0,0 1 0 0 0,0-1-1 0 0,0 0 1 0 0,0 1 0 0 0,0-1 0 0 0,10 5 1580 0 0,19-1-67 0 0,-27-4-1298 0 0,22 0 649 0 0,-1-1 0 0 0,0 0 0 0 0,1-2 1 0 0,30-7-1 0 0,91-32 1073 0 0,-98 27-1568 0 0,32-10-187 0 0,115-32 551 0 0,-179 55-2315 0 0,-15 2 1323 0 0,0 0 1 0 0,1-1-1 0 0,-1 1 0 0 0,0 0 0 0 0,1 0 1 0 0,-1 0-1 0 0,1 0 0 0 0,-1 0 0 0 0,0 0 1 0 0,1 0-1 0 0,-1 0 0 0 0,1 0 0 0 0,-1 1 1 0 0,0-1-1 0 0,1 0 0 0 0,-1 0 0 0 0,1 0 1 0 0,-1 0-1 0 0,0 0 0 0 0,1 1 0 0 0,-1-1 1 0 0,0 0-1 0 0,1 0 0 0 0,-1 1 0 0 0,0-1 1 0 0,1 0-1 0 0,-1 0 0 0 0,0 1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7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51 107 2759 0 0,'-4'-2'603'0'0,"-1"0"-1"0"0,1 1 0 0 0,-1 0 1 0 0,-6-1-1 0 0,-11-3 3706 0 0,45 11 520 0 0,18 0-3594 0 0,1 1-812 0 0,-15-3-68 0 0,-1-1 0 0 0,1-1 0 0 0,0-1 0 0 0,28-3-1 0 0,109-18 665 0 0,-96 10-681 0 0,-23 2-149 0 0,0-3 0 0 0,84-32 0 0 0,-54 17-176 0 0,-62 23 37 0 0,-9 4-527 0 0,-6 5-1286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08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17 114 4607 0 0,'-6'1'12'0'0,"-5"3"1002"0"0,11-1-202 0 0,6 1 89 0 0,8 0 3590 0 0,1-3-3882 0 0,-6-2 11 0 0,12 2 542 0 0,0-2 1 0 0,1 0-1 0 0,-1-1 0 0 0,24-6 0 0 0,78-26 1040 0 0,-88 24-1646 0 0,54-19-119 0 0,48-14 210 0 0,-116 40-2163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14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75 350 455 0 0,'-10'2'1132'0'0,"-1"0"-1"0"0,1-1 0 0 0,-1 0 0 0 0,-14-1 0 0 0,17-1 4319 0 0,30-2-2932 0 0,2 0-1306 0 0,20-11-533 0 0,-1-2-1 0 0,65-33 0 0 0,-70 31-381 0 0,8-4-84 0 0,137-61 651 0 0,-126 60-690 0 0,76-19-1 0 0,-7 1-134 0 0,-61 18-14 0 0,-51 17-67 0 0,-9 4-116 0 0,1 0 1 0 0,0 0 0 0 0,0 0 0 0 0,0 1 0 0 0,8-1 0 0 0,-17 5-2695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1:15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53 221 2303 0 0,'-5'2'7'0'0,"2"-1"259"0"0,-1 0 1 0 0,1 0 0 0 0,-1 1 0 0 0,1-1 0 0 0,0 1-1 0 0,0 0 1 0 0,0 0 0 0 0,0 0 0 0 0,0 0 0 0 0,0 0-1 0 0,0 1 1 0 0,0-1 0 0 0,-3 6 0 0 0,7-8 52 0 0,0 0 0 0 0,0 1 0 0 0,0-1 0 0 0,0 0 1 0 0,0 0-1 0 0,1 0 0 0 0,-1 0 0 0 0,0-1 0 0 0,0 1 0 0 0,0 0 1 0 0,0 0-1 0 0,2-2 0 0 0,72-24 4872 0 0,15-7-2589 0 0,10-12-844 0 0,-37 15-819 0 0,114-37 0 0 0,-23 19-536 0 0,-153 47-397 0 0,1 1 0 0 0,0-1 0 0 0,0 1 0 0 0,0 0-1 0 0,0-1 1 0 0,0 1 0 0 0,-1 0 0 0 0,5 1 0 0 0,-6-1-16 0 0,0 0 0 0 0,0 0 0 0 0,0 0 0 0 0,0 1 0 0 0,0-1 0 0 0,0 0 0 0 0,0 0 0 0 0,-1 0 0 0 0,1 1 0 0 0,0-1 0 0 0,0 0 0 0 0,0 0 0 0 0,0 0 0 0 0,0 0 0 0 0,0 1 0 0 0,0-1 0 0 0,0 0 0 0 0,-1 0 0 0 0,1 0 0 0 0,0 0 0 0 0,0 0 0 0 0,0 0 0 0 0,0 1 0 0 0,0-1 0 0 0,-1 0 0 0 0,1 0-1 0 0,0 0 1 0 0,0 0 0 0 0,0 0 0 0 0,0 0 0 0 0,-1 0 0 0 0,1 0 0 0 0,0 0 0 0 0,0 0 0 0 0,0 0 0 0 0,-1 0 0 0 0,1 0 0 0 0,0 0 0 0 0,0 0 0 0 0,-10 4-881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16.2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602 600 1375 0 0,'117'-137'4000'0'0,"-103"118"-3818"0"0,-1 0-1 0 0,-2-1 1 0 0,0 0-1 0 0,15-37 1 0 0,9-19 206 0 0,-27 60-288 0 0,1 0-1 0 0,1 1 0 0 0,0 1 0 0 0,1-1 0 0 0,0 2 1 0 0,1 0-1 0 0,1 0 0 0 0,0 1 0 0 0,1 0 0 0 0,0 2 1 0 0,0-1-1 0 0,1 2 0 0 0,1 0 0 0 0,30-13 0 0 0,-17 12 116 0 0,0 1 0 0 0,1 2 0 0 0,0 1 0 0 0,62-5 0 0 0,125 10 452 0 0,-211 1-657 0 0,41 1 90 0 0,480 1 1306 0 0,-476-5-1341 0 0,173-4 493 0 0,-1 18-183 0 0,-190-6-380 0 0,-1 2 0 0 0,1 1 0 0 0,-2 1 0 0 0,1 2 0 0 0,-1 2-1 0 0,43 22 1 0 0,-7 5-25 0 0,100 75 0 0 0,-98-61-124 0 0,75 74 0 0 0,-107-89 123 0 0,-1 1 0 0 0,-2 2 0 0 0,34 54 0 0 0,-31-33 19 0 0,-2 1-1 0 0,-3 2 0 0 0,-4 1 0 0 0,36 124 0 0 0,-35-77 21 0 0,-5 0-1 0 0,13 174 1 0 0,-32-200-221 0 0,-4 0 0 0 0,-4 0 0 0 0,-28 168 0 0 0,17-191-48 0 0,-47 126 0 0 0,-43 53-37 0 0,21-43 161 0 0,-48 97 114 0 0,113-266 35 0 0,-1-1 0 0 0,-1-1 0 0 0,-2 0 0 0 0,0-2 0 0 0,-3 0 0 0 0,-52 46 0 0 0,49-52 129 0 0,0-1 1 0 0,-2-2-1 0 0,0-1 0 0 0,-1-1 1 0 0,-1-1-1 0 0,-1-2 0 0 0,0-1 1 0 0,-58 14-1 0 0,36-16-50 0 0,-1-2 0 0 0,0-3 0 0 0,0-2 0 0 0,-70-4 0 0 0,31-7 96 0 0,-159-32 0 0 0,45-7-208 0 0,6-15-18 0 0,-245-128-37 0 0,396 161 112 0 0,1-2-1 0 0,1-3 1 0 0,2-1-1 0 0,1-3 0 0 0,2-2 1 0 0,-73-81-1 0 0,-168-210 368 0 0,148 154-249 0 0,106 131-40 0 0,-52-100 1 0 0,61 94 224 0 0,-21-69 1 0 0,-6-59 501 0 0,39 138-683 0 0,-96-412 746 0 0,99 406-891 0 0,2 0 0 0 0,2-1 0 0 0,2 0-1 0 0,7-78 1 0 0,-1 100-13 0 0,1 1 0 0 0,1 0 0 0 0,16-43 0 0 0,39-68 0 0 0,-27 61 0 0 0,-31 69 3 0 0,16-37 145 0 0,36-61 0 0 0,-46 91-102 0 0,-1 1 0 0 0,2 0 0 0 0,0 0 0 0 0,0 1 0 0 0,1 0-1 0 0,0 1 1 0 0,1 0 0 0 0,22-14 0 0 0,110-48 269 0 0,-63 33-94 0 0,30-22 53 0 0,46-22-296 0 0,-149 80-75 0 0,0 0 0 0 0,0 0 0 0 0,1 0 0 0 0,-1 1 0 0 0,1 1 0 0 0,-1 0 0 0 0,1 0 0 0 0,11 0 0 0 0,-15 1-170 0 0,-1 1 1 0 0,1-1-1 0 0,0 1 1 0 0,-1 0-1 0 0,1 1 0 0 0,-1-1 1 0 0,1 1-1 0 0,-1 0 1 0 0,0 0-1 0 0,1 0 1 0 0,-1 0-1 0 0,0 1 0 0 0,-1 0 1 0 0,1 0-1 0 0,0 0 1 0 0,5 5-1 0 0,-3 0-4092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17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169 877 1839 0 0,'4'-7'128'0'0,"0"-1"-1"0"0,-1 1 1 0 0,0-1-1 0 0,-1 1 1 0 0,3-13-1 0 0,1-2 138 0 0,17-57 490 0 0,-6 17-352 0 0,2 1-1 0 0,35-73 0 0 0,-42 113-150 0 0,0 0-1 0 0,2 1 1 0 0,0 1-1 0 0,1 0 1 0 0,1 1-1 0 0,1 1 0 0 0,33-28 1 0 0,-7 13 577 0 0,0 3-1 0 0,71-37 1 0 0,-62 40-535 0 0,2 2 1 0 0,0 3 0 0 0,2 2-1 0 0,0 2 1 0 0,1 3 0 0 0,63-8-1 0 0,-35 15-608 0 0,1 3-1 0 0,107 9 0 0 0,-115 1 243 0 0,0 4 0 0 0,0 3 0 0 0,127 40 0 0 0,-134-30 104 0 0,88 44-1 0 0,-121-47-5 0 0,0 1-1 0 0,-1 2 1 0 0,57 47 0 0 0,-40-22 292 0 0,87 100 0 0 0,-106-105-73 0 0,-1 2 0 0 0,52 97-1 0 0,-66-101-237 0 0,-2 0-1 0 0,17 63 0 0 0,14 92-6 0 0,-5-20-3 0 0,-22-95 3 0 0,98 361 0 0 0,-109-387 3 0 0,-3 1 0 0 0,-2 0 0 0 0,-2 0 0 0 0,-3 0 0 0 0,-3 1-1 0 0,-10 69 1 0 0,-81 328 17 0 0,71-369-20 0 0,-47 120 0 0 0,56-173 0 0 0,-1-2 0 0 0,-2 0 0 0 0,-1 0 0 0 0,-2-2 0 0 0,0 0 0 0 0,-46 48 0 0 0,38-50 106 0 0,-2-1 1 0 0,0-1-1 0 0,-1-1 0 0 0,-2-2 0 0 0,0-1 0 0 0,-1-2 0 0 0,-1-1 0 0 0,-1-2 1 0 0,-43 14-1 0 0,24-13-24 0 0,-1-1 0 0 0,0-3 0 0 0,0-3 0 0 0,-1-2 0 0 0,-1-2 0 0 0,1-3 0 0 0,-77-6 0 0 0,-244-57-72 0 0,283 39 76 0 0,0-4-1 0 0,-139-58 0 0 0,166 54 109 0 0,1-2 0 0 0,-74-50 0 0 0,105 57-84 0 0,2-1 1 0 0,1-3 0 0 0,2 0 0 0 0,0-2-1 0 0,-30-42 1 0 0,-114-182 701 0 0,158 229-799 0 0,-39-63 387 0 0,4-3-1 0 0,-53-131 1 0 0,82 166-96 0 0,3-1 1 0 0,2-1 0 0 0,3-1-1 0 0,2 0 1 0 0,-5-88 0 0 0,15 61 99 0 0,3 1 0 0 0,14-95 1 0 0,24-159 167 0 0,2 24-434 0 0,-24 231-70 0 0,47-137 1 0 0,-52 191-292 0 0,-6 18 349 0 0,-1-1 0 0 0,-1 0 0 0 0,4-14 0 0 0,-8 23-413 0 0,1 0-1 0 0,-1 0 1 0 0,1 0 0 0 0,-1 0 0 0 0,-1 0 0 0 0,1 0 0 0 0,-1 0 0 0 0,0 0 0 0 0,0 0 0 0 0,-1 0 0 0 0,1 0 0 0 0,-4-6 0 0 0,-2-5-6100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00.1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71 156 1855 0 0,'-5'0'65'0'0,"1"-1"-1"0"0,-1 1 0 0 0,1-1 0 0 0,0-1 0 0 0,-1 1 0 0 0,-4-2 0 0 0,5 1 19 0 0,0 0 0 0 0,0 1 1 0 0,0 0-1 0 0,0 0 0 0 0,-1 0 0 0 0,-4 0 288 0 0,10 2-175 0 0,1 0 0 0 0,0 0 1 0 0,-1 0-1 0 0,1 0 0 0 0,0 0 0 0 0,0 0 0 0 0,0-1 0 0 0,0 1 0 0 0,3 0 0 0 0,3-2-32 0 0,-1-1 0 0 0,1 0 0 0 0,-1 0-1 0 0,1-1 1 0 0,-1 0 0 0 0,0 0-1 0 0,0-1 1 0 0,11-7 0 0 0,22-18 472 0 0,-17 12-143 0 0,34-18-1 0 0,-50 31-401 0 0,0 0 0 0 0,1 1 0 0 0,-1 0 0 0 0,1 0 0 0 0,0 1 0 0 0,0 0 0 0 0,0 0 0 0 0,0 1-1 0 0,10 0 1 0 0,-15 1-38 0 0,0 0-1 0 0,0 0 1 0 0,0 0-1 0 0,0 1 0 0 0,0 0 1 0 0,0-1-1 0 0,0 1 1 0 0,-1 0-1 0 0,1 0 0 0 0,0 0 1 0 0,-1 1-1 0 0,1-1 1 0 0,0 1-1 0 0,3 3 0 0 0,-1 0 196 0 0,0 0-1 0 0,0 0 1 0 0,0 1-1 0 0,4 8 1 0 0,11 13 460 0 0,-19-26-670 0 0,0 0-1 0 0,0 0 1 0 0,1 0 0 0 0,-1 0-1 0 0,0 0 1 0 0,0 0-1 0 0,1-1 1 0 0,-1 1-1 0 0,0 0 1 0 0,1-1-1 0 0,-1 1 1 0 0,1-1 0 0 0,-1 1-1 0 0,1-1 1 0 0,-1 0-1 0 0,1 0 1 0 0,-1 0-1 0 0,1 0 1 0 0,-1 0-1 0 0,1 0 1 0 0,0 0 0 0 0,-1 0-1 0 0,1 0 1 0 0,-1-1-1 0 0,1 1 1 0 0,-1-1-1 0 0,0 1 1 0 0,1-1-1 0 0,1 0 1 0 0,5-4 114 0 0,0 1 1 0 0,-1-1-1 0 0,14-11 0 0 0,-10 8 16 0 0,0-1-11 0 0,1 1 0 0 0,0 0 0 0 0,1 1 0 0 0,21-10 0 0 0,-30 15-120 0 0,1 1-1 0 0,0-1 1 0 0,-1 1-1 0 0,1 0 0 0 0,0 1 1 0 0,0-1-1 0 0,0 1 0 0 0,0 0 1 0 0,0 0-1 0 0,-1 0 1 0 0,1 1-1 0 0,0 0 0 0 0,0 0 1 0 0,0 0-1 0 0,-1 0 0 0 0,1 1 1 0 0,6 3-1 0 0,17 11 112 0 0,-21-11-109 0 0,0 0 0 0 0,1-1 0 0 0,11 5 0 0 0,-16-9-12 0 0,0 1 0 0 0,0 0 0 0 0,-1-1 0 0 0,1 1 1 0 0,0-1-1 0 0,0 0 0 0 0,0 0 0 0 0,-1 0 0 0 0,1 0 0 0 0,0 0 0 0 0,0-1 1 0 0,0 1-1 0 0,-1-1 0 0 0,6-1 0 0 0,15-7-8 0 0,0 1 0 0 0,0 1 0 0 0,1 2 0 0 0,-1 0 0 0 0,37-2 1 0 0,-35 6-462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02.9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0 175 631 0 0,'8'-9'391'0'0,"-1"0"-1"0"0,1 1 0 0 0,13-11 0 0 0,-6 5-63 0 0,4-5 174 0 0,-12 12 124 0 0,0 0 0 0 0,14-11-1 0 0,-18 16-478 0 0,0 0 0 0 0,0 0 0 0 0,0 1 0 0 0,0-1 0 0 0,1 1 0 0 0,-1 0 1 0 0,0 0-1 0 0,1 0 0 0 0,-1 1 0 0 0,1-1 0 0 0,-1 1 0 0 0,4-1 0 0 0,4 2-89 0 0,-1 1 0 0 0,0 0 0 0 0,0 0 1 0 0,-1 1-1 0 0,1 0 0 0 0,0 0 0 0 0,-1 1 0 0 0,14 8 1 0 0,-6-3-39 0 0,20 6 1 0 0,-31-13-14 0 0,0-1 1 0 0,0 1 0 0 0,0-1-1 0 0,0 0 1 0 0,0-1-1 0 0,1 1 1 0 0,8-2-1 0 0,10-3 84 0 0,0-1-1 0 0,0-1 1 0 0,-1-2-1 0 0,0 0 0 0 0,31-16 1 0 0,34-11 346 0 0,-73 29-255 0 0,0 2 0 0 0,1 0-1 0 0,28-3 1 0 0,7 6-25 0 0,1 1 0 0 0,56 9 0 0 0,-47-3-116 0 0,-52-5-38 0 0,31 2 276 0 0,0 1 0 0 0,0 3 0 0 0,51 14 0 0 0,-56-9-129 0 0,0-2 0 0 0,1-1 1 0 0,1-1-1 0 0,49 2 0 0 0,-70-9-142 0 0,96 7 298 0 0,-97-5-255 0 0,-1 0 1 0 0,0 0 0 0 0,0 2 0 0 0,0 0 0 0 0,19 9-1 0 0,-28-10 33 0 0,1-1 0 0 0,0 0 0 0 0,0 0 0 0 0,1-1 0 0 0,11 2 0 0 0,-15-3-32 0 0,1-1 0 0 0,0 0-1 0 0,-1 0 1 0 0,1 0 0 0 0,-1-1 0 0 0,1 0-1 0 0,0 1 1 0 0,-1-2 0 0 0,0 1 0 0 0,7-3-1 0 0,50-28 576 0 0,-46 24-484 0 0,0 0 0 0 0,0 1 1 0 0,28-10-1 0 0,-26 14-1058 0 0,-2 2-3867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4.0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88 101 1599 0 0,'-1'-1'1'0'0,"0"1"0"0"0,0-1-1 0 0,0 1 1 0 0,0-1 0 0 0,0 1-1 0 0,-1-1 1 0 0,1 1-1 0 0,0 0 1 0 0,0 0 0 0 0,0-1-1 0 0,-1 1 1 0 0,1 0-1 0 0,0 0 1 0 0,0 0 0 0 0,0 0-1 0 0,-1 0 1 0 0,1 1-1 0 0,0-1 1 0 0,-2 1 0 0 0,-29 5 301 0 0,31-5-272 0 0,-2-1 103 0 0,1 1 0 0 0,0 0 1 0 0,-1 0-1 0 0,1 0 0 0 0,0 0 1 0 0,0 0-1 0 0,0 0 0 0 0,0 1 1 0 0,0-1-1 0 0,0 1 0 0 0,-2 2 0 0 0,3-4-123 0 0,1 0-1 0 0,0 0 0 0 0,0 1 1 0 0,0-1-1 0 0,0 0 0 0 0,0 0 0 0 0,0 0 1 0 0,0 0-1 0 0,0 0 0 0 0,0 0 0 0 0,0 0 1 0 0,0 0-1 0 0,0 0 0 0 0,0 0 1 0 0,0 0-1 0 0,0 0 0 0 0,0 0 0 0 0,0 0 1 0 0,0 0-1 0 0,0 1 0 0 0,0-1 0 0 0,0 0 1 0 0,0 0-1 0 0,0 0 0 0 0,0 0 1 0 0,0 0-1 0 0,0 0 0 0 0,0 0 0 0 0,0 0 1 0 0,0 0-1 0 0,0 0 0 0 0,0 0 0 0 0,0 0 1 0 0,0 0-1 0 0,0 1 0 0 0,0-1 1 0 0,0 0-1 0 0,0 0 0 0 0,0 0 0 0 0,0 0 1 0 0,0 0-1 0 0,0 0 0 0 0,0 0 1 0 0,0 0-1 0 0,1 0 0 0 0,-1 0 0 0 0,0 0 1 0 0,0 0-1 0 0,0 0 0 0 0,0 0 0 0 0,0 0 1 0 0,0 0-1 0 0,0 0 0 0 0,0 0 1 0 0,0 0-1 0 0,0 0 0 0 0,0 0 0 0 0,7-1 262 0 0,2-1 1407 0 0,-1 3-1411 0 0,0 1 1 0 0,1 0-1 0 0,7 2 0 0 0,24 6 649 0 0,-31-9-836 0 0,0 0-1 0 0,0-1 1 0 0,0 0-1 0 0,0 0 1 0 0,0-1-1 0 0,0 0 1 0 0,0-1-1 0 0,0 0 1 0 0,-1 0-1 0 0,1-1 0 0 0,-1 0 1 0 0,1-1-1 0 0,-1 0 1 0 0,9-5-1 0 0,-3 2 34 0 0,0 1 0 0 0,0 1 0 0 0,1 0 0 0 0,0 1 0 0 0,17-2 0 0 0,-11 2-135 0 0,36-12 1 0 0,59-30-762 0 0,-83 34-2477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4.3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74 3223 0 0,'23'-3'-956'0'0,"-8"2"167"0"0,22-7 899 0 0,47-16-1 0 0,8-3 343 0 0,-76 24-391 0 0,1 0-1 0 0,0 1 1 0 0,29 0-1 0 0,-1 5-358 0 0,-1 3 0 0 0,52 12 0 0 0,9 3-88 0 0,15-4 540 0 0,-88-13-140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2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10 2359 0 0,'-11'-2'64'0'0,"0"0"-1"0"0,-14-1 0 0 0,6 1-45 0 0,16 2-18 0 0,4 0 0 0 0,3 2 0 0 0,-2-1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4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39 919 0 0,'-12'-5'124'0'0,"10"8"178"0"0,5 5 356 0 0,-2-7-684 0 0,0 0 0 0 0,0 0 0 0 0,0 0 0 0 0,0 0 0 0 0,0-1 0 0 0,0 1 0 0 0,0 0-1 0 0,0-1 1 0 0,0 1 0 0 0,1-1 0 0 0,-1 1 0 0 0,0-1 0 0 0,0 0 0 0 0,0 1-1 0 0,1-1 1 0 0,-1 0 0 0 0,0 0 0 0 0,0 0 0 0 0,3 0 0 0 0,26-2-198 0 0,-26 2 238 0 0,121-24 302 0 0,-89 15 79 0 0,0 2-1 0 0,61-4 1 0 0,-65 10-359 0 0,-2 0-36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4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0 455 0 0,'0'0'0'0'0,"3"2"0"0"0,0-1 0 0 0,0 1 0 0 0,2-1 0 0 0,3 1 0 0 0,4 1 0 0 0,10 3 176 0 0,6 2-8 0 0,9 3 0 0 0,5-2 0 0 0,2 0-168 0 0,-3-2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6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227 104 3223 0 0,'-73'-44'-1390'0'0,"46"29"2104"0"0,-1 2 0 0 0,-33-11 0 0 0,60 24-635 0 0,-19-6 497 0 0,19 6-499 0 0,0-1 0 0 0,0 1 0 0 0,0 0 0 0 0,0 0 0 0 0,0-1 0 0 0,0 1-1 0 0,0 0 1 0 0,0 0 0 0 0,0 0 0 0 0,0 0 0 0 0,0 0 0 0 0,0 1 0 0 0,0-1 0 0 0,-1 1-1 0 0,2 0-28 0 0,1 0 0 0 0,-1 0 0 0 0,1 0-1 0 0,0 0 1 0 0,-1 0 0 0 0,1 0 0 0 0,0 0 0 0 0,0 0-1 0 0,-1 0 1 0 0,1-1 0 0 0,0 1 0 0 0,0 0-1 0 0,2 1 1 0 0,-1-1 11 0 0,14 13-33 0 0,1-2-1 0 0,1 0 1 0 0,1-1-1 0 0,-1 0 0 0 0,1-2 1 0 0,1 0-1 0 0,33 9 1 0 0,149 28 144 0 0,-181-42-168 0 0,35 4 27 0 0,97 3-1 0 0,56-14 47 0 0,-156 1-71 0 0,156 11 98 0 0,-49 1-36 0 0,-124-10-18 0 0,0-1 0 0 0,52-10 0 0 0,-26 0 54 0 0,81-14 56 0 0,-116 22-155 0 0,0 1 0 0 0,0 2 0 0 0,36 3 0 0 0,141 30-3 0 0,-24-3 0 0 0,136 28 0 0 0,-139-22 0 0 0,214 20-32 0 0,-326-52 26 0 0,0-2 0 0 0,0-3-1 0 0,-1-4 1 0 0,71-12-1 0 0,68-17 7 0 0,-151 29 0 0 0,101 2 0 0 0,34 6 0 0 0,-150-4 0 0 0,0-2 0 0 0,0-2 0 0 0,36-10 0 0 0,-52 10 1 0 0,165-37 53 0 0,-157 38-41 0 0,0 1-1 0 0,0 1 1 0 0,0 1-1 0 0,43 6 1 0 0,-12 1 25 0 0,-1-2 1 0 0,1-3 0 0 0,64-6-1 0 0,-8-9 378 0 0,-48 5 368 0 0,117 0-1 0 0,-162 11-766 0 0,1 1 0 0 0,-1 2-1 0 0,-1 0 1 0 0,35 14 0 0 0,-47-16-116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7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52 863 0 0,'-9'-14'384'0'0,"-12"-23"0"0"0,22 41 193 0 0,-1-3-498 0 0,0 1 0 0 0,0-1 0 0 0,0 0 0 0 0,0 0 0 0 0,0 0 0 0 0,1 1 0 0 0,-1-1 0 0 0,1 0 0 0 0,-1 0 0 0 0,1 0 0 0 0,-1 0 0 0 0,1 0 0 0 0,-1 0 0 0 0,1 0 0 0 0,1 2-1 0 0,-1-2-65 0 0,4 6 108 0 0,1-1 1 0 0,-1 0 0 0 0,1 0-1 0 0,1 0 1 0 0,-1-1 0 0 0,9 6-1 0 0,9 1 136 0 0,1-2-1 0 0,-1 0 1 0 0,1-2-1 0 0,1-1 1 0 0,33 5-1 0 0,134 9 1399 0 0,-176-20-1579 0 0,40 1 401 0 0,82-7 0 0 0,57-16 718 0 0,-104 9-540 0 0,28-4 256 0 0,113-10 316 0 0,-107 24-996 0 0,-48 2 143 0 0,149-20 0 0 0,-152 6-203 0 0,-27 3 116 0 0,92-6 0 0 0,-134 16-372 0 0,0 1-1 0 0,1 0 1 0 0,-1 1-1 0 0,0-1 1 0 0,0 1-1 0 0,0 1 0 0 0,0-1 1 0 0,0 1-1 0 0,0 0 1 0 0,0 0-1 0 0,8 5 1 0 0,5 6-4665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19.2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16 2759 0 0,'-5'-3'248'0'0,"2"2"-248"0"0,1 1 0 0 0,1 1 0 0 0,-1-1-664 0 0,-1 0 264 0 0,0-1-8 0 0,1 1 408 0 0,1 0 0 0 0,2 0 72 0 0,34-3-360 0 0,-20-1 176 0 0,4 0 112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0.7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17 2919 0 0,'-2'-1'97'0'0,"1"1"-87"0"0,1 0-1 0 0,-1 0 0 0 0,0-1 1 0 0,1 1-1 0 0,-1 0 0 0 0,0-1 1 0 0,1 1-1 0 0,-1-1 0 0 0,1 1 1 0 0,-1-1-1 0 0,1 1 1 0 0,-1-1-1 0 0,1 1 0 0 0,-1-1 1 0 0,1 1-1 0 0,-1-2 0 0 0,1 2-9 0 0,0-1 0 0 0,1 1 0 0 0,-1-1 0 0 0,0 1 0 0 0,0-1 0 0 0,1 1 0 0 0,-1 0 0 0 0,0-1 0 0 0,1 1 0 0 0,-1 0 0 0 0,0-1 0 0 0,1 1 0 0 0,-1 0 0 0 0,1-1 0 0 0,-1 1 0 0 0,1 0 0 0 0,-1 0 0 0 0,0-1 0 0 0,1 1 0 0 0,-1 0 0 0 0,1 0 0 0 0,-1 0 0 0 0,1 0 0 0 0,-1 0 0 0 0,1-1 0 0 0,-1 1 0 0 0,1 0 0 0 0,-1 0 0 0 0,1 0 0 0 0,-1 0 0 0 0,1 1 0 0 0,-1-1 0 0 0,1 0 0 0 0,-1 0 0 0 0,1 0 0 0 0,16 5 13 0 0,-1 0 0 0 0,0 1-1 0 0,-1 1 1 0 0,19 9-1 0 0,-34-15-11 0 0,11 4-1 0 0,1 2 0 0 0,1-1 0 0 0,0 0 0 0 0,0 0 0 0 0,1-2 0 0 0,0 0 0 0 0,22 4 0 0 0,-19-6 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1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0 207 3559 0 0,'5'-12'320'0'0,"-4"4"-256"0"0,1 5-64 0 0,-4 1 0 0 0,1 2-88 0 0,1-5 88 0 0,0-2 0 0 0,-2-7 0 0 0,2-5 0 0 0,-1-4 0 0 0,1 1 0 0 0,-2 2 0 0 0,2 0-64 0 0,2 1 64 0 0,-2 2 0 0 0,0 1-64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1.4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1 455 0 0,'-3'0'0'0'0,"0"1"0"0"0,3 1 128 0 0,2-2-8 0 0,-2 1 104 0 0,0 1-224 0 0,1-1 72 0 0,1 2 16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2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41 3223 0 0,'-7'-5'-25'0'0,"3"1"-114"0"0,0 1 1 0 0,0 0-1 0 0,0 0 0 0 0,0 1 0 0 0,-1-1 0 0 0,0 1 0 0 0,1 0 0 0 0,-1 0 0 0 0,0 1 0 0 0,-8-2 0 0 0,-7 1 420 0 0,20 2-280 0 0,0 0 0 0 0,0 0 0 0 0,0 0-1 0 0,0 0 1 0 0,0 0 0 0 0,0 0 0 0 0,0 0 0 0 0,0 0-1 0 0,0 0 1 0 0,0 0 0 0 0,0 0 0 0 0,0 0 0 0 0,0 0-1 0 0,0 0 1 0 0,0 0 0 0 0,0 1 0 0 0,0-1 0 0 0,0 0-1 0 0,0 0 1 0 0,0 0 0 0 0,0 0 0 0 0,0 0-1 0 0,0 0 1 0 0,0 0 0 0 0,0 0 0 0 0,0 0 0 0 0,0 0-1 0 0,0 0 1 0 0,0 0 0 0 0,0 0 0 0 0,0 0 0 0 0,0 0-1 0 0,0 0 1 0 0,0 0 0 0 0,0 0 0 0 0,0 0 0 0 0,0 0-1 0 0,0 0 1 0 0,0 0 0 0 0,0 0 0 0 0,0 0 0 0 0,0 0-1 0 0,12 4-250 0 0,-11-3 250 0 0,1-1 0 0 0,0 1 0 0 0,0-1 0 0 0,0 0 0 0 0,0 0 0 0 0,0 1 0 0 0,0-1 0 0 0,0-1 0 0 0,0 1 0 0 0,0 0 0 0 0,0 0 0 0 0,0-1 0 0 0,0 1 0 0 0,0-1 0 0 0,-1 0 0 0 0,1 1 0 0 0,3-2 0 0 0,2-6 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2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2879 0 0,'0'2'0'0'0,"0"-1"0"0"0,0 1 0 0 0,0 0 0 0 0,1-1 0 0 0,1 2 0 0 0,1 2-64 0 0,0 3 64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4.9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2559 0 0,'6'8'224'0'0,"-6"-5"-224"0"0,-2 2 0 0 0,-1-2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33.5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1 404 1727 0 0,'144'-203'72'0'0,"-133"187"-97"0"0,-1-1 0 0 0,14-32-1 0 0,-22 41 19 0 0,1 1-1 0 0,-1-1 1 0 0,0 1-1 0 0,-1-1 0 0 0,0 0 1 0 0,0 1-1 0 0,0-1 1 0 0,-1 0-1 0 0,-2-15 0 0 0,-2-3 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02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18 1839 0 0,'-12'-3'120'0'0,"-1"1"0"0"0,0 0-1 0 0,0 1 1 0 0,-1 1-1 0 0,-12 0 1 0 0,6 0 266 0 0,19 0-352 0 0,1 0-1 0 0,-1 0 0 0 0,1 0 1 0 0,-1 0-1 0 0,1 0 0 0 0,-1 0 1 0 0,1 0-1 0 0,-1 0 0 0 0,1 0 0 0 0,0 1 1 0 0,-1-1-1 0 0,1 0 0 0 0,-1 0 1 0 0,1 0-1 0 0,-1 0 0 0 0,1 1 1 0 0,0-1-1 0 0,-1 0 0 0 0,1 0 1 0 0,-1 1-1 0 0,1-1 0 0 0,0 0 0 0 0,-1 1 1 0 0,1-1-1 0 0,0 0 0 0 0,0 1 1 0 0,-1-1-1 0 0,1 1 0 0 0,0-1 1 0 0,0 0-1 0 0,-1 1 0 0 0,1-1 0 0 0,0 1 1 0 0,0-1-1 0 0,0 1 0 0 0,0-1 1 0 0,0 1-1 0 0,0-1 0 0 0,0 1 1 0 0,0-1-1 0 0,0 1 0 0 0,0-1 1 0 0,0 0-1 0 0,0 1 0 0 0,0-1 0 0 0,0 1 1 0 0,0-1-1 0 0,0 1 0 0 0,0-1 1 0 0,1 1-1 0 0,-1 0 0 0 0,1 0 94 0 0,-1 1-1 0 0,1 0 1 0 0,0-1 0 0 0,0 1-1 0 0,0-1 1 0 0,0 1-1 0 0,0-1 1 0 0,0 1-1 0 0,1-1 1 0 0,-1 0 0 0 0,0 1-1 0 0,4 1 1 0 0,-1-1 5 0 0,0-1 0 0 0,0 0 0 0 0,0 1 0 0 0,1-1 0 0 0,-1 0 1 0 0,0-1-1 0 0,1 1 0 0 0,-1-1 0 0 0,0 0 0 0 0,1 0 0 0 0,5-1 0 0 0,8-2 136 0 0,24-5-1 0 0,-29 5-143 0 0,32-8 119 0 0,87-16 147 0 0,-116 25-363 0 0,1 1-1 0 0,-1 0 1 0 0,1 2-1 0 0,-1 0 1 0 0,1 0-1 0 0,17 5 0 0 0,15 7-26 0 0,-21-5 0 0 0,31 4 0 0 0,-49-11 0 0 0,-1 0 0 0 0,1 0 0 0 0,-1-1 0 0 0,1-1 0 0 0,0 1 0 0 0,-1-2 0 0 0,13-2 0 0 0,11-7-624 0 0,-16 5-2496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02.9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3 1375 0 0,'0'-1'16'0'0,"-1"1"-1"0"0,1 0 0 0 0,0 0 1 0 0,0 0-1 0 0,0 0 0 0 0,0 0 1 0 0,-1 0-1 0 0,1-1 0 0 0,0 1 1 0 0,0 0-1 0 0,0 0 0 0 0,-1 0 0 0 0,1 0 1 0 0,0 0-1 0 0,0 0 0 0 0,-1 0 1 0 0,1 0-1 0 0,0 0 0 0 0,0 0 1 0 0,0 0-1 0 0,-1 0 0 0 0,1 0 1 0 0,0 0-1 0 0,0 0 0 0 0,0 0 1 0 0,-1 0-1 0 0,1 0 0 0 0,0 0 0 0 0,0 0 1 0 0,0 0-1 0 0,-1 1 0 0 0,1-1 1 0 0,0 0-1 0 0,0 0 0 0 0,0 0 1 0 0,-1 0-1 0 0,1 0 0 0 0,0 1 1 0 0,0-1-1 0 0,0 0 0 0 0,0 0 0 0 0,0 0 1 0 0,-1 0-1 0 0,1 1 0 0 0,0-1 1 0 0,0 0-1 0 0,0 1 0 0 0,-10 16 889 0 0,9-15-813 0 0,1-1 0 0 0,-1 1-1 0 0,1-1 1 0 0,0 1 0 0 0,0 0 0 0 0,-1-1 0 0 0,1 1-1 0 0,0 0 1 0 0,0 0 0 0 0,1 2 0 0 0,-1-3-52 0 0,0 0 0 0 0,1 0 0 0 0,-1-1 0 0 0,0 1 1 0 0,1 0-1 0 0,-1-1 0 0 0,0 1 0 0 0,1 0 0 0 0,-1-1 0 0 0,1 1 1 0 0,-1 0-1 0 0,1-1 0 0 0,-1 1 0 0 0,1-1 0 0 0,0 1 1 0 0,-1-1-1 0 0,1 1 0 0 0,0-1 0 0 0,-1 0 0 0 0,1 1 1 0 0,0-1-1 0 0,-1 0 0 0 0,1 0 0 0 0,0 1 0 0 0,1-1 0 0 0,51 7 1413 0 0,-44-7-1288 0 0,0 0 0 0 0,0 1 0 0 0,-1 1 0 0 0,1 0 0 0 0,0 0 0 0 0,-1 0 0 0 0,1 1 0 0 0,15 8 0 0 0,-14-5 143 0 0,0 2 0 0 0,15 13 0 0 0,-16-12-170 0 0,1-2 1 0 0,15 11 0 0 0,-24-17-138 0 0,0 0 1 0 0,1 0 0 0 0,-1 0-1 0 0,1 0 1 0 0,0 0 0 0 0,-1-1 0 0 0,1 1-1 0 0,-1-1 1 0 0,1 1 0 0 0,0-1-1 0 0,0 0 1 0 0,-1 1 0 0 0,1-1 0 0 0,0 0-1 0 0,0 0 1 0 0,-1 0 0 0 0,1-1-1 0 0,3 0 1 0 0,-3 0-1 0 0,1 0-1 0 0,0-1 1 0 0,0 0 0 0 0,-1 0 0 0 0,1 0-1 0 0,-1 0 1 0 0,1 0 0 0 0,-1 0 0 0 0,3-4-1 0 0,16-17-617 0 0,-14 16-2476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05.2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80 5 1631 0 0,'-5'-3'0'0'0,"1"2"0"0"0,1 1 0 0 0,1 0 0 0 0,-1 0 0 0 0,-3 0 0 0 0,-2 0 0 0 0,-1 0 0 0 0,-4 0 0 0 0,-1 0 0 0 0,2 1 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06.7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 0 1567 0 0,'-54'69'0'0'0,"42"-57"0"0"0,11-11 0 0 0,-1 1 0 0 0,0-1 0 0 0,1 1 0 0 0,-1 0 0 0 0,1-1 0 0 0,0 1 0 0 0,-1 0 0 0 0,1 0 0 0 0,-1 3 0 0 0,-7 17 5 0 0,6-15-1 0 0,-1 0 1 0 0,2 0 0 0 0,-1 1 0 0 0,1-1 0 0 0,0 1 0 0 0,1-1 0 0 0,-1 1 0 0 0,1 0 0 0 0,1 9 0 0 0,1-9 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7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2479 0 0,'0'-3'0'0'0,"0"1"0"0"0,0 1 0 0 0,1 1 0 0 0,-1-2 0 0 0,2-1 0 0 0,-1 2 0 0 0,1-3 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8.5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0 1463 0 0,'-2'2'38'0'0,"-22"14"60"0"0,22-15-98 0 0,1 0 0 0 0,0 0-1 0 0,0 0 1 0 0,0 0-1 0 0,0 0 1 0 0,1 0-1 0 0,-1 0 1 0 0,0 1-1 0 0,0-1 1 0 0,1 0 0 0 0,-1 0-1 0 0,0 1 1 0 0,1-1-1 0 0,0 1 1 0 0,-1-1-1 0 0,1 0 1 0 0,-1 3-1 0 0,2-3 1 0 0,-1-1 0 0 0,0 0 0 0 0,0 1 0 0 0,0-1 0 0 0,0 1 0 0 0,1-1 0 0 0,-1 0 0 0 0,0 1 0 0 0,0-1 0 0 0,1 0 0 0 0,-1 1 0 0 0,0-1 0 0 0,1 0 0 0 0,-1 0 0 0 0,0 1 0 0 0,1-1 0 0 0,-1 0 0 0 0,0 0 0 0 0,1 0 0 0 0,-1 1 0 0 0,1-1 0 0 0,-1 0 0 0 0,0 0 0 0 0,1 0 0 0 0,-1 0 0 0 0,1 0 0 0 0,-1 0 0 0 0,1 0 0 0 0,-1 0 0 0 0,0 0 0 0 0,1 0 0 0 0,-1 0 0 0 0,1 0 0 0 0,-1 0 0 0 0,0 0 0 0 0,1 0 0 0 0,-1-1 0 0 0,1 1 0 0 0,-1 0 0 0 0,1 0 0 0 0,18-6 0 0 0,-18 5 0 0 0,0 1 0 0 0,0-1 0 0 0,0 0 0 0 0,0 0 0 0 0,0 1 0 0 0,0-1 0 0 0,0 0 0 0 0,0 0 0 0 0,0 0 0 0 0,0 0 0 0 0,0 0 0 0 0,0 0 0 0 0,0 0 0 0 0,0-2 0 0 0,3-7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29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16 2303 0 0,'-14'-6'200'0'0,"3"1"-200"0"0,3 2 0 0 0,2 1 0 0 0,3 2-384 0 0,1 2-112 0 0,1 1-24 0 0,-2-2-8 0 0,0 1 528 0 0,1 1 0 0 0,2 2 0 0 0,5-2 96 0 0,1 0 24 0 0,5-1 0 0 0,3-2 0 0 0,1-2 0 0 0,-1-1-120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15.8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 49 1439 0 0,'-15'-22'1499'0'0,"15"22"-1447"0"0,-1-1 0 0 0,1 1 1 0 0,0-1-1 0 0,-1 1 0 0 0,1-1 0 0 0,-1 1 1 0 0,1 0-1 0 0,-1-1 0 0 0,1 1 0 0 0,-1-1 0 0 0,1 1 1 0 0,-1 0-1 0 0,1-1 0 0 0,-1 1 0 0 0,1 0 1 0 0,-1 0-1 0 0,1 0 0 0 0,-1-1 0 0 0,0 1 0 0 0,1 0 1 0 0,-1 0-1 0 0,1 0 0 0 0,-1 0 0 0 0,0 0 1 0 0,1 0-1 0 0,-1 0 0 0 0,1 0 0 0 0,-1 0 0 0 0,0 0 1 0 0,1 0-1 0 0,-1 1 0 0 0,1-1 0 0 0,-1 0 0 0 0,0 0 1 0 0,1 0-1 0 0,-1 1 0 0 0,1-1 0 0 0,-1 0 1 0 0,1 1-1 0 0,-1-1 0 0 0,1 1 0 0 0,-1 0 0 0 0,0-1-4 0 0,1 1 0 0 0,0 0 0 0 0,-1-1 0 0 0,1 1 0 0 0,0 0-1 0 0,0 0 1 0 0,0-1 0 0 0,-1 1 0 0 0,1 0 0 0 0,0-1-1 0 0,0 1 1 0 0,0 0 0 0 0,0 0 0 0 0,0-1 0 0 0,0 1 0 0 0,0 0-1 0 0,1 0 1 0 0,-1-1 0 0 0,0 1 0 0 0,0 0 0 0 0,0 0 0 0 0,1-1-1 0 0,-1 1 1 0 0,0 0 0 0 0,1-1 0 0 0,-1 1 0 0 0,1-1-1 0 0,-1 1 1 0 0,1 0 0 0 0,-1-1 0 0 0,1 1 0 0 0,-1-1 0 0 0,1 1-1 0 0,-1-1 1 0 0,2 1 0 0 0,1 1 21 0 0,0 0-1 0 0,0 0 1 0 0,-1 0-1 0 0,1-1 1 0 0,0 1-1 0 0,6 1 1 0 0,-7-3-59 0 0,7 2 70 0 0,-1 1 0 0 0,1 0 1 0 0,-1 0-1 0 0,15 8 0 0 0,-20-9-44 0 0,-1-1-1 0 0,0 1 1 0 0,0 0 0 0 0,0 0-1 0 0,0 0 1 0 0,0 0-1 0 0,0 0 1 0 0,0 0-1 0 0,-1 0 1 0 0,1 1 0 0 0,-1-1-1 0 0,1 1 1 0 0,-1-1-1 0 0,0 1 1 0 0,0-1-1 0 0,0 1 1 0 0,-1 0 0 0 0,1-1-1 0 0,-1 1 1 0 0,1 3-1 0 0,4 98 841 0 0,-6-86-798 0 0,-1 0-1 0 0,-2 0 1 0 0,1 0-1 0 0,-2-1 1 0 0,-8 23-1 0 0,8-28-66 0 0,5-10-6 0 0,-1-1 0 0 0,1 0 0 0 0,-1 0-1 0 0,1 0 1 0 0,0 1 0 0 0,-1-1-1 0 0,1 0 1 0 0,0 0 0 0 0,0 1 0 0 0,0-1-1 0 0,0 0 1 0 0,0 2 0 0 0,1-3-2 0 0,-1 1 0 0 0,1-1 0 0 0,0 1 0 0 0,-1-1 0 0 0,1 0 0 0 0,-1 0 0 0 0,1 1-1 0 0,0-1 1 0 0,-1 0 0 0 0,1 0 0 0 0,0 0 0 0 0,-1 0 0 0 0,1 0 0 0 0,0 0 0 0 0,-1 0 0 0 0,1 0 0 0 0,0 0 0 0 0,-1 0 0 0 0,1 0 0 0 0,0 0 0 0 0,-1 0 0 0 0,1-1 0 0 0,-1 1 0 0 0,1 0 0 0 0,1-1 0 0 0,260-58 1032 0 0,-43 19-753 0 0,50-13 86 0 0,-240 45-359 0 0,0 2 0 0 0,0 1 0 0 0,1 1 0 0 0,-1 1 0 0 0,1 2 0 0 0,0 1 0 0 0,49 6 0 0 0,-3 1 49 0 0,11 2 12 0 0,-81-7-75 0 0,1 0-1 0 0,-1 0 0 0 0,0 0 0 0 0,0 1 0 0 0,0 0 1 0 0,8 6-1 0 0,-10-6 15 0 0,0-1 1 0 0,1 1-1 0 0,-1-1 1 0 0,1 1-1 0 0,0-1 1 0 0,0-1-1 0 0,0 1 1 0 0,0-1-1 0 0,0 0 1 0 0,7 1-1 0 0,-6-1-9 0 0,-5 0 0 0 0,0-1 0 0 0,0 0 0 0 0,0 0 0 0 0,-1 1 0 0 0,1-1 0 0 0,0 0 0 0 0,0 0 0 0 0,0 0 0 0 0,0 0 0 0 0,0 0 0 0 0,0 0 0 0 0,0 0 0 0 0,0-1 0 0 0,0 1 0 0 0,0 0 0 0 0,0 0 0 0 0,0-1 0 0 0,1 0 0 0 0,-1-1 0 0 0,0 0 11 0 0,-1 2 42 0 0,0-5 1 0 0,0-8-21 0 0,0-6 49 0 0,0-1-1 0 0,-1 0 1 0 0,-1 1-1 0 0,-1-1 1 0 0,-7-26-1 0 0,5 31 97 0 0,1-1-1 0 0,0 0 0 0 0,1 0 1 0 0,0 0-1 0 0,0-26 0 0 0,3 42-175 0 0,0 0-1 0 0,0 0 0 0 0,1 0 0 0 0,-1 0 0 0 0,0 0 1 0 0,0 0-1 0 0,0 0 0 0 0,0 0 0 0 0,0 0 0 0 0,0 0 1 0 0,0 0-1 0 0,0 0 0 0 0,0 0 0 0 0,0 0 0 0 0,0 0 1 0 0,0 0-1 0 0,0 0 0 0 0,0 0 0 0 0,0 0 0 0 0,0 0 1 0 0,0 0-1 0 0,0 0 0 0 0,0 0 0 0 0,0 0 1 0 0,0 0-1 0 0,0 0 0 0 0,1 0 0 0 0,-1 0 0 0 0,0 0 1 0 0,0 0-1 0 0,0 0 0 0 0,0 0 0 0 0,0 0 0 0 0,0 0 1 0 0,0 0-1 0 0,0 0 0 0 0,0 0 0 0 0,0 0 0 0 0,0 0 1 0 0,0 0-1 0 0,0 0 0 0 0,0 0 0 0 0,0 0 1 0 0,0 0-1 0 0,0 0 0 0 0,0 0 0 0 0,0 0 0 0 0,0 0 1 0 0,0 0-1 0 0,0 0 0 0 0,0 0 0 0 0,0 0 0 0 0,0 0 1 0 0,0 0-1 0 0,0-1 0 0 0,0 1 0 0 0,0 0 0 0 0,0 0 1 0 0,0 0-1 0 0,0 0 0 0 0,0 0 0 0 0,5 6 112 0 0,3 10 35 0 0,4 20-1081 0 0,-6-12-3734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52.5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45 1887 0 0,'2'0'0'0'0,"0"-1"0"0"0,0 1 0 0 0,-1-1 0 0 0,1 0 0 0 0,0 1 0 0 0,0-1 0 0 0,0 0 0 0 0,-1 0 0 0 0,1 0 0 0 0,-1 0 0 0 0,1-1 0 0 0,-1 1 0 0 0,2-2 0 0 0,6-3 0 0 0,14-14 0 0 0,-18 15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2:53.7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59 1823 0 0,'-24'-5'161'0'0,"12"2"55"0"0,0 0 1 0 0,-1 1-1 0 0,-15 0 0 0 0,28 2-171 0 0,-1 0-1 0 0,1 0 1 0 0,-1 0 0 0 0,1 0 0 0 0,0 0 0 0 0,-1 0 0 0 0,1-1-1 0 0,-1 1 1 0 0,1 0 0 0 0,-1 0 0 0 0,1 0 0 0 0,0 0-1 0 0,-1 0 1 0 0,1-1 0 0 0,-1 1 0 0 0,1 0 0 0 0,0 0 0 0 0,-1-1-1 0 0,1 1 1 0 0,0 0 0 0 0,-1-1 0 0 0,1 1 0 0 0,0 0-1 0 0,0-1 1 0 0,-1 1 0 0 0,1-1 0 0 0,0 1 0 0 0,0 0-1 0 0,0-1 1 0 0,-1 1 0 0 0,1-1 0 0 0,0 1 0 0 0,0-1 0 0 0,0 1-1 0 0,0 0 1 0 0,0-1 0 0 0,0 1 0 0 0,0-1 0 0 0,0 1-1 0 0,0-1 1 0 0,0 1 0 0 0,0-1 0 0 0,0 0 658 0 0,0-3-551 0 0,0-13 16 0 0,-4 9 233 0 0,0 10 330 0 0,4-2-720 0 0,0 0 0 0 0,0 1 0 0 0,0-1 0 0 0,0 0 0 0 0,-1 0 0 0 0,1 0 0 0 0,0 1 0 0 0,0-1 1 0 0,0 0-1 0 0,0 0 0 0 0,0 1 0 0 0,0-1 0 0 0,0 0 0 0 0,0 0 0 0 0,0 0 0 0 0,0 1 0 0 0,0-1 0 0 0,0 0 0 0 0,0 0 0 0 0,0 1 1 0 0,0-1-1 0 0,0 0 0 0 0,1 0 0 0 0,-1 0 0 0 0,0 1 0 0 0,0-1 0 0 0,0 0 0 0 0,0 0 0 0 0,0 0 0 0 0,0 1 0 0 0,1-1 0 0 0,-1 0 1 0 0,0 0-1 0 0,0 0 0 0 0,0 0 0 0 0,0 1 0 0 0,1-1 0 0 0,-1 0 0 0 0,0 0 0 0 0,0 0 0 0 0,0 0 0 0 0,1 0 0 0 0,-1 0 1 0 0,0 0-1 0 0,0 0 0 0 0,1 0 0 0 0,-1 0 0 0 0,0 0 0 0 0,0 0 0 0 0,0 0 0 0 0,1 0 0 0 0,-1 0 0 0 0,0 0 0 0 0,0 0 0 0 0,1 0 1 0 0,-1 0-1 0 0,0 0 0 0 0,0 0 0 0 0,0 0 0 0 0,1 0 0 0 0,-1 0 0 0 0,45-10-72 0 0,-44 10 58 0 0,1 0 1 0 0,0 0 0 0 0,-1 0-1 0 0,1 0 1 0 0,-1 0 0 0 0,1 1-1 0 0,-1-1 1 0 0,1 1 0 0 0,-1 0-1 0 0,1-1 1 0 0,-1 1 0 0 0,1 0-1 0 0,-1 0 1 0 0,0-1 0 0 0,1 1-1 0 0,-1 0 1 0 0,0 1 0 0 0,0-1-1 0 0,0 0 1 0 0,0 0 0 0 0,0 0-1 0 0,0 1 1 0 0,0-1 0 0 0,1 2-1 0 0,0 0 5 0 0,0-1-1 0 0,-1 0 0 0 0,2 0 1 0 0,-1 1-1 0 0,4 2 0 0 0,-5-5-1 0 0,0 1 0 0 0,0-1 0 0 0,0 1 0 0 0,0-1-1 0 0,0 0 1 0 0,0 1 0 0 0,0-1 0 0 0,0 0 0 0 0,0 0 0 0 0,0 0 0 0 0,0 0 0 0 0,0 0 0 0 0,0 0-1 0 0,0 0 1 0 0,0 0 0 0 0,0 0 0 0 0,0 0 0 0 0,0 0 0 0 0,0-1 0 0 0,0 1 0 0 0,1-1-1 0 0,16-8 48 0 0,-11 5 2 0 0,0 1 1 0 0,1 0-1 0 0,-1 0 1 0 0,1 0-1 0 0,12-1 1 0 0,-19 3-40 0 0,1 1 1 0 0,0 0 0 0 0,0 0-1 0 0,-1 0 1 0 0,1 0 0 0 0,0 0 0 0 0,0 1-1 0 0,-1-1 1 0 0,1 1 0 0 0,0-1-1 0 0,-1 1 1 0 0,1-1 0 0 0,0 1-1 0 0,-1 0 1 0 0,1 0 0 0 0,-1 0-1 0 0,1 0 1 0 0,-1 0 0 0 0,0 0-1 0 0,1 0 1 0 0,-1 0 0 0 0,0 1 0 0 0,0-1-1 0 0,1 0 1 0 0,-1 1 0 0 0,-1-1-1 0 0,1 1 1 0 0,0-1 0 0 0,0 1-1 0 0,1 2 1 0 0,-2-3-2 0 0,1 0 0 0 0,-1 1 0 0 0,1-1 0 0 0,-1 0 0 0 0,1 0 0 0 0,0 0 1 0 0,-1-1-1 0 0,1 1 0 0 0,0 0 0 0 0,0 0 0 0 0,0 0 0 0 0,-1 0 0 0 0,1-1 0 0 0,0 1 0 0 0,0 0 0 0 0,0-1 0 0 0,0 1 0 0 0,1-1 0 0 0,-1 1 1 0 0,0-1-1 0 0,0 0 0 0 0,0 1 0 0 0,0-1 0 0 0,0 0 0 0 0,1 0 0 0 0,-1 0 0 0 0,0 0 0 0 0,0 0 0 0 0,0 0 0 0 0,2 0 0 0 0,3-1 56 0 0,1-1-1 0 0,-1 0 1 0 0,0 0-1 0 0,10-5 0 0 0,10-3 234 0 0,-5 7-316 0 0,1 0-1 0 0,37 0 0 0 0,-56 4 19 0 0,0 1 0 0 0,-1-1 0 0 0,1 1 0 0 0,-1-1 0 0 0,1 1 0 0 0,-1 0 0 0 0,0 0 0 0 0,0 0 0 0 0,1 0 0 0 0,1 5 0 0 0,2-1 0 0 0,-3-3 0 0 0,1 1 0 0 0,0-1 0 0 0,0 0 0 0 0,0 0 0 0 0,0 0 0 0 0,1 0 0 0 0,-1-1 0 0 0,1 0 0 0 0,-1 0 0 0 0,1 0 0 0 0,0 0 0 0 0,0-1 0 0 0,0 0 0 0 0,0 0 0 0 0,0 0 0 0 0,0 0 0 0 0,0-1 0 0 0,0 0 0 0 0,0 0 0 0 0,0 0 0 0 0,0-1 0 0 0,6-1 0 0 0,183-37 0 0 0,-143 26 32 0 0,-35 8-6 0 0,0 1 0 0 0,29-3 0 0 0,-40 7-30 0 0,0-1-1 0 0,0 1 1 0 0,0 1-1 0 0,0-1 1 0 0,0 1-1 0 0,0 0 1 0 0,-1 0-1 0 0,1 0 1 0 0,0 1-1 0 0,0 0 1 0 0,-1 0-1 0 0,1 0 1 0 0,5 4-1 0 0,-5-3-6 0 0,0 0 0 0 0,0 0 0 0 0,0-1 0 0 0,1 0 0 0 0,-1 0 0 0 0,1 0 0 0 0,-1 0 0 0 0,7 0 0 0 0,2 0 25 0 0,-1-1 0 0 0,15-2 0 0 0,-7 1 20 0 0,44 5 36 0 0,-46-3-26 0 0,-1 0 0 0 0,1-2 0 0 0,20-1 0 0 0,3-5-26 0 0,29-2 20 0 0,-62 8-36 0 0,0 0 1 0 0,0 0 0 0 0,-1 1-1 0 0,1 1 1 0 0,0-1 0 0 0,10 4-1 0 0,-13-2-2 0 0,1-1 0 0 0,0 0 0 0 0,0-1 0 0 0,0 0 0 0 0,0 0 0 0 0,0 0 0 0 0,0-1 0 0 0,0 0 0 0 0,1 0 0 0 0,-1-1 0 0 0,0 0 0 0 0,0 0 0 0 0,7-3 0 0 0,-13 3 0 0 0,1 1 0 0 0,-1 0 0 0 0,1-1 0 0 0,-1 1 0 0 0,1 0 0 0 0,0 0 0 0 0,-1 0 0 0 0,1 0 0 0 0,-1 0 0 0 0,1 0 0 0 0,0 0 0 0 0,-1 1 0 0 0,4 0 0 0 0,-1 2 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3:19.8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13 199 1567 0 0,'-3'-13'244'0'0,"1"1"-1"0"0,1-1 0 0 0,0 0 0 0 0,0 0 0 0 0,3-21 0 0 0,-1 18 188 0 0,-1 0 0 0 0,-3-31 0 0 0,-2 26 3907 0 0,18 31-2665 0 0,-7-1-1591 0 0,-1-1 0 0 0,0 1 0 0 0,0 0 1 0 0,0 0-1 0 0,-2 0 0 0 0,1 1 0 0 0,-1-1 0 0 0,0 1 0 0 0,-1 0 0 0 0,0 0 0 0 0,-1 0 1 0 0,0 0-1 0 0,0 0 0 0 0,-2 19 0 0 0,-3-10-39 0 0,0-1 0 0 0,-1 1 1 0 0,-12 28-1 0 0,0-3 309 0 0,17-43-323 0 0,-1 0 0 0 0,1 1 0 0 0,-1-1 0 0 0,1 1 1 0 0,-1-1-1 0 0,1 1 0 0 0,0 0 0 0 0,0-1 0 0 0,0 1 0 0 0,0-1 0 0 0,0 1 0 0 0,0-1 0 0 0,0 1 0 0 0,0 0 0 0 0,1-1 0 0 0,-1 1 0 0 0,1-1 0 0 0,-1 1 0 0 0,1-1 0 0 0,-1 0 0 0 0,1 1 0 0 0,0-1 0 0 0,0 0 0 0 0,0 1 0 0 0,0-1 0 0 0,0 0 0 0 0,0 0 0 0 0,0 0 0 0 0,0 1 1 0 0,0-1-1 0 0,0-1 0 0 0,1 1 0 0 0,-1 0 0 0 0,0 0 0 0 0,1 0 0 0 0,-1-1 0 0 0,1 1 0 0 0,-1 0 0 0 0,1-1 0 0 0,2 1 0 0 0,7 1 276 0 0,-1 0 1 0 0,1-1-1 0 0,0 0 0 0 0,19-1 0 0 0,-19 0-78 0 0,14 1 50 0 0,39 7 0 0 0,-42-4-286 0 0,0-1 1 0 0,36-1-1 0 0,83-18 9 0 0,-43 3 0 0 0,20-1 0 0 0,139-35 0 0 0,164-22 0 0 0,-401 69 0 0 0,-10 0 26 0 0,18-2-3 0 0,-1 1 0 0 0,1 2 0 0 0,35 1 0 0 0,-59 1-17 0 0,1 0 0 0 0,0-1 0 0 0,0 0 0 0 0,0 0 0 0 0,7-2 0 0 0,-11 2-5 0 0,-1 0 0 0 0,1 0 0 0 0,0 0 0 0 0,0-1 0 0 0,0 1 0 0 0,0 0 0 0 0,-1-1 0 0 0,1 1 0 0 0,0-1 0 0 0,0 1 0 0 0,-1-1 0 0 0,1 1-1 0 0,0-1 1 0 0,-1 1 0 0 0,1-1 0 0 0,0 0 0 0 0,-1 1 0 0 0,1-1 0 0 0,-1 0 0 0 0,1 0 0 0 0,-1 1 0 0 0,0-1 0 0 0,1 0 0 0 0,-1 0 0 0 0,0 0 0 0 0,1 1 0 0 0,-1-1 0 0 0,0 0 0 0 0,0 0 0 0 0,0 0 0 0 0,0 0 0 0 0,0 0 0 0 0,0 1 0 0 0,0-1 0 0 0,0 0 0 0 0,0 0 0 0 0,0 0 0 0 0,-1-1 0 0 0,-2-17-1 0 0,-2 0 0 0 0,0 1 0 0 0,-1 0 0 0 0,-1 1 0 0 0,-14-27 0 0 0,17 37-4 0 0,0 1-1 0 0,0 0 1 0 0,0 0 0 0 0,-1 0-1 0 0,-9-9 1 0 0,13 15 11 0 0,0-1 1 0 0,0 0-1 0 0,0 0 1 0 0,0 0-1 0 0,0 1 1 0 0,0-1-1 0 0,0 0 1 0 0,0 1-1 0 0,0-1 0 0 0,0 1 1 0 0,0-1-1 0 0,0 1 1 0 0,0 0-1 0 0,0-1 1 0 0,0 1-1 0 0,-1 0 1 0 0,1 0-1 0 0,0 0 1 0 0,0 0-1 0 0,0 0 1 0 0,0 0-1 0 0,-1 0 0 0 0,1 0 1 0 0,0 0-1 0 0,0 1 1 0 0,0-1-1 0 0,0 0 1 0 0,0 1-1 0 0,-1-1 1 0 0,1 1-1 0 0,0-1 1 0 0,0 1-1 0 0,0 0 1 0 0,0-1-1 0 0,0 1 0 0 0,1 0 1 0 0,-1 0-1 0 0,0 0 1 0 0,0 0-1 0 0,0-1 1 0 0,1 1-1 0 0,-1 0 1 0 0,0 0-1 0 0,0 2 1 0 0,0 1-8 0 0,-1-1 1 0 0,1 0 0 0 0,0 0 0 0 0,0 1 0 0 0,0-1 0 0 0,1 1 0 0 0,-1-1 0 0 0,1 1 0 0 0,0-1-1 0 0,0 1 1 0 0,0-1 0 0 0,0 0 0 0 0,1 1 0 0 0,0 3 0 0 0,2 5-2 0 0,0 0 0 0 0,8 19 0 0 0,27 47 1 0 0,-27-55 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2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0 681 1535 0 0,'5'-2'0'0'0,"0"1"0"0"0,0 0 0 0 0,0 0 0 0 0,0 1 0 0 0,0 0 0 0 0,1-1 0 0 0,5 2 0 0 0,12-1 0 0 0,-17 0 0 0 0,0-1 0 0 0,-1 0 0 0 0,1 0 0 0 0,-1-1 0 0 0,1 1 0 0 0,-1-1 0 0 0,1 0 0 0 0,-1 0 0 0 0,0-1 0 0 0,0 0 0 0 0,0 0 0 0 0,0 0 0 0 0,-1 0 0 0 0,1-1 0 0 0,-1 0 0 0 0,0 0 0 0 0,0 0 0 0 0,0 0 0 0 0,0-1 0 0 0,3-5 0 0 0,92-143 0 0 0,-19 25 0 0 0,-43 76 36 0 0,2 2 0 0 0,2 1 0 0 0,95-86 0 0 0,-110 113-49 0 0,3-2-54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3.7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1795 3 1535 0 0,'1'0'0'0'0,"0"-1"0"0"0,-1 1 0 0 0,1 0 0 0 0,-1 0 0 0 0,1-1 0 0 0,0 1 0 0 0,-1 0 0 0 0,1 0 0 0 0,0 0 0 0 0,-1 0 0 0 0,1 0 0 0 0,0 0 0 0 0,-1 0 0 0 0,1 0 0 0 0,0 0 0 0 0,-1 0 0 0 0,1 0 0 0 0,0 0 0 0 0,-1 1 0 0 0,1-1 0 0 0,-1 0 0 0 0,1 0 0 0 0,0 1 0 0 0,-1-1 0 0 0,2 1 0 0 0,-1 0 0 0 0,1 1 0 0 0,-1 0 0 0 0,1-1 0 0 0,-1 1 0 0 0,0 0 0 0 0,0-1 0 0 0,2 4 0 0 0,0 1 0 0 0,-1 1 0 0 0,0-1 0 0 0,0 1 0 0 0,0 0 0 0 0,-1-1 0 0 0,0 1 0 0 0,0 0 0 0 0,0 0 0 0 0,-1 0 0 0 0,0-1 0 0 0,-1 1 0 0 0,-2 12 0 0 0,-2 7 0 0 0,-16 47 0 0 0,20-72 0 0 0,-12 35 0 0 0,-2 0 0 0 0,-2-1 0 0 0,-31 49 0 0 0,17-37 0 0 0,-67 76 0 0 0,-85 69 109 0 0,105-113-96 0 0,9-11-55 0 0,-111 82-1 0 0,-94 39 108 0 0,217-150-74 0 0,-88 77 1 0 0,-40 61-41 0 0,64-59 61 0 0,94-92-11 0 0,1 1 0 0 0,1 1 0 0 0,2 2 0 0 0,1 0 0 0 0,1 1 0 0 0,1 1 0 0 0,2 1 0 0 0,1 1 0 0 0,2 1 0 0 0,-11 38 0 0 0,8-9-6 0 0,-17 112-1 0 0,34-170 6 0 0,1-1 0 0 0,-1 0 0 0 0,1 1 0 0 0,0-1 0 0 0,2 10 0 0 0,-2-15 0 0 0,0 1 0 0 0,0 0 0 0 0,0 0 0 0 0,1 0 0 0 0,-1 0 0 0 0,0 0 0 0 0,1 0 0 0 0,-1-1 0 0 0,0 1 0 0 0,1 0 0 0 0,-1 0 0 0 0,1-1 0 0 0,-1 1 0 0 0,1 0 0 0 0,0-1 0 0 0,-1 1 0 0 0,1 0 0 0 0,0-1 0 0 0,0 1 0 0 0,-1-1 0 0 0,1 1 0 0 0,0-1 0 0 0,0 1 0 0 0,0-1 0 0 0,-1 0 0 0 0,1 1 0 0 0,0-1 0 0 0,0 0 0 0 0,0 0 0 0 0,0 0 0 0 0,0 0 0 0 0,0 1 0 0 0,0-1 0 0 0,-1 0 0 0 0,1-1 0 0 0,0 1 0 0 0,0 0 0 0 0,0 0 0 0 0,0 0 0 0 0,1-1 0 0 0,7-2 0 0 0,0 0 0 0 0,-1 0 0 0 0,1-1 0 0 0,-1-1 0 0 0,0 1 0 0 0,0-1 0 0 0,10-9 0 0 0,49-47 0 0 0,-47 41 0 0 0,23-21 0 0 0,31-28 0 0 0,105-128 0 0 0,-95 84 0 0 0,112-137 0 0 0,-61 102 22 0 0,75-86 20 0 0,-110 113-42 0 0,-66 81 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3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0 1551 0 0,'-13'16'34'0'0,"1"1"-1"0"0,0 1 0 0 0,1 0 1 0 0,1 1-1 0 0,-13 30 0 0 0,21-44-33 0 0,0 1 0 0 0,1-1 0 0 0,0 0 0 0 0,0 0 0 0 0,0 1 0 0 0,1-1 0 0 0,0 0 0 0 0,0 1 0 0 0,0-1 0 0 0,0 0 0 0 0,1 1 0 0 0,0-1 0 0 0,0 0 0 0 0,1 0 0 0 0,3 9 0 0 0,-4-10 0 0 0,1-1 0 0 0,0 0 0 0 0,-1 0 0 0 0,1 0 0 0 0,1 0 0 0 0,-1 0 0 0 0,0 0 0 0 0,1 0 0 0 0,0-1 0 0 0,-1 1 0 0 0,1-1 0 0 0,0 0 0 0 0,0 0 0 0 0,0 0 0 0 0,1 0 0 0 0,-1 0 0 0 0,0-1 0 0 0,1 0 0 0 0,-1 1 0 0 0,1-1 0 0 0,-1 0 0 0 0,1-1 0 0 0,5 1 0 0 0,5-1 0 0 0,1 0 0 0 0,-1-2 0 0 0,1 0 0 0 0,-1-1 0 0 0,0 0 0 0 0,0-1 0 0 0,17-7 0 0 0,-15 5 0 0 0,1 1 0 0 0,1 0 0 0 0,-1 2 0 0 0,24-3 0 0 0,13 6 0 0 0,-37 1 0 0 0,0-1 0 0 0,1-1 0 0 0,24-4 0 0 0,28-8 0 0 0,85-5 0 0 0,-123 18 0 0 0,-26 0 0 0 0,0 1 0 0 0,-1-1 0 0 0,1-1 0 0 0,0 1 0 0 0,-1-1 0 0 0,1 0 0 0 0,0 0 0 0 0,-1 0 0 0 0,1-1 0 0 0,-1 0 0 0 0,7-3 0 0 0,20-12 0 0 0,24-14 0 0 0,-56 31 0 0 0,0 0 0 0 0,0 0 0 0 0,0 0 0 0 0,1-1 0 0 0,-1 1 0 0 0,0 0 0 0 0,0 0 0 0 0,0 0 0 0 0,0 0 0 0 0,0 0 0 0 0,0-1 0 0 0,0 1 0 0 0,0 0 0 0 0,0 0 0 0 0,1 0 0 0 0,-1-1 0 0 0,0 1 0 0 0,0 0 0 0 0,0 0 0 0 0,0 0 0 0 0,0 0 0 0 0,0-1 0 0 0,0 1 0 0 0,0 0 0 0 0,0 0 0 0 0,0 0 0 0 0,0-1 0 0 0,-1 1 0 0 0,1 0 0 0 0,0 0 0 0 0,0 0 0 0 0,0 0 0 0 0,0-1 0 0 0,0 1 0 0 0,0 0 0 0 0,0 0 0 0 0,0 0 0 0 0,-1 0 0 0 0,1-1 0 0 0,0 1 0 0 0,-8-7 0 0 0,5 4 0 0 0,-1-3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5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280 54 1607 0 0,'0'-1'120'0'0,"3"12"-96"0"0,-3-3-24 0 0,-1-1 0 0 0,1 1 0 0 0,-1 0 0 0 0,0-1 0 0 0,-1 1 0 0 0,-3 10 0 0 0,1-2 0 0 0,-2 9 0 0 0,-19 48 0 0 0,21-63 0 0 0,-1 1 0 0 0,-1-1 0 0 0,0 0 0 0 0,0 0 0 0 0,-1-1 0 0 0,-14 15 0 0 0,18-21 0 0 0,-1 0 0 0 0,0 0 0 0 0,1 0 0 0 0,-2-1 0 0 0,1 0 0 0 0,0 1 0 0 0,0-2 0 0 0,-1 1 0 0 0,1 0 0 0 0,-1-1 0 0 0,1 0 0 0 0,-1 0 0 0 0,1 0 0 0 0,-1-1 0 0 0,0 1 0 0 0,1-1 0 0 0,-1 0 0 0 0,0 0 0 0 0,0-1 0 0 0,1 0 0 0 0,-1 0 0 0 0,-7-2 0 0 0,7 2 0 0 0,1-1 0 0 0,0 1 0 0 0,0-1 0 0 0,0 0 0 0 0,1 0 0 0 0,-1 0 0 0 0,0 0 0 0 0,1-1 0 0 0,-1 0 0 0 0,1 0 0 0 0,0 0 0 0 0,0 0 0 0 0,0 0 0 0 0,0 0 0 0 0,1-1 0 0 0,-1 1 0 0 0,1-1 0 0 0,0 0 0 0 0,0 0 0 0 0,0 0 0 0 0,1 0 0 0 0,-1 0 0 0 0,1 0 0 0 0,-1-8 0 0 0,1 2 0 0 0,1 0 0 0 0,0 0 0 0 0,1 0 0 0 0,0 0 0 0 0,1 0 0 0 0,0 1 0 0 0,0-1 0 0 0,1 0 0 0 0,0 1 0 0 0,1 0 0 0 0,0 0 0 0 0,7-12 0 0 0,0 4 0 0 0,0 0 0 0 0,1 1 0 0 0,1 0 0 0 0,0 0 0 0 0,18-13 0 0 0,-30 27 0 0 0,1 0 0 0 0,0 0 0 0 0,0 1 0 0 0,0-1 0 0 0,0 1 0 0 0,0 0 0 0 0,1-1 0 0 0,-1 1 0 0 0,0 0 0 0 0,1 0 0 0 0,-1 1 0 0 0,0-1 0 0 0,1 0 0 0 0,-1 1 0 0 0,1 0 0 0 0,-1-1 0 0 0,4 1 0 0 0,-4 0 0 0 0,1 1 0 0 0,-1 0 0 0 0,0-1 0 0 0,0 1 0 0 0,0 0 0 0 0,0 0 0 0 0,0 0 0 0 0,0 0 0 0 0,0 0 0 0 0,0 1 0 0 0,0-1 0 0 0,-1 1 0 0 0,1-1 0 0 0,0 1 0 0 0,-1 0 0 0 0,1-1 0 0 0,-1 1 0 0 0,0 0 0 0 0,2 3 0 0 0,3 5 0 0 0,-1 0 0 0 0,-1 0 0 0 0,0 1 0 0 0,0-1 0 0 0,-1 1 0 0 0,3 13 0 0 0,5 69 0 0 0,-8-69 0 0 0,2 77 0 0 0,-5-89 0 0 0,-1 0 0 0 0,0-1 0 0 0,-1 1 0 0 0,0 0 0 0 0,-1-1 0 0 0,-6 17 0 0 0,8-26 0 0 0,0 1 0 0 0,0-1 0 0 0,0 0 0 0 0,-1 1 0 0 0,1-1 0 0 0,0 0 0 0 0,-1 0 0 0 0,0 0 0 0 0,1 0 0 0 0,-1 0 0 0 0,0 0 0 0 0,0-1 0 0 0,0 1 0 0 0,-1-1 0 0 0,1 1 0 0 0,0-1 0 0 0,0 0 0 0 0,-1 0 0 0 0,1 0 0 0 0,-1 0 0 0 0,1 0 0 0 0,-1 0 0 0 0,1-1 0 0 0,-1 1 0 0 0,1-1 0 0 0,-1 0 0 0 0,0 0 0 0 0,1 0 0 0 0,-1 0 0 0 0,1 0 0 0 0,-1 0 0 0 0,0-1 0 0 0,1 1 0 0 0,-3-2 0 0 0,-2 0 0 0 0,1 0 0 0 0,0-1 0 0 0,0 1 0 0 0,0-1 0 0 0,0-1 0 0 0,0 1 0 0 0,1-1 0 0 0,0 0 0 0 0,-1 0 0 0 0,2 0 0 0 0,-1-1 0 0 0,-6-7 0 0 0,1-2 0 0 0,1 0 0 0 0,1 0 0 0 0,0-1 0 0 0,-6-16 0 0 0,11 25 0 0 0,1 1 0 0 0,0-2 0 0 0,0 1 0 0 0,0 0 0 0 0,1 0 0 0 0,0-1 0 0 0,1 1 0 0 0,-1 0 0 0 0,1-1 0 0 0,0 1 0 0 0,1 0 0 0 0,-1-1 0 0 0,4-9 0 0 0,-4 14 0 0 0,1 0 0 0 0,0 0 0 0 0,0 0 0 0 0,0 0 0 0 0,0 0 0 0 0,0 1 0 0 0,1-1 0 0 0,-1 0 0 0 0,0 0 0 0 0,1 1 0 0 0,0-1 0 0 0,-1 1 0 0 0,1-1 0 0 0,0 1 0 0 0,-1 0 0 0 0,5-2 0 0 0,-2 1 0 0 0,-1 1 0 0 0,1 0 0 0 0,0 0 0 0 0,0 0 0 0 0,0 0 0 0 0,0 1 0 0 0,0-1 0 0 0,7 1 0 0 0,-1 1 0 0 0,0 0 0 0 0,-1 1 0 0 0,1 0 0 0 0,-1 0 0 0 0,1 1 0 0 0,15 7 0 0 0,-19-8 0 0 0,-1 1 0 0 0,1 1 0 0 0,-1-1 0 0 0,0 1 0 0 0,0 0 0 0 0,0 0 0 0 0,-1 0 0 0 0,0 0 0 0 0,6 8 0 0 0,-9-10 0 0 0,0-1 0 0 0,0 0 0 0 0,0 1 0 0 0,0 0 0 0 0,0-1 0 0 0,0 1 0 0 0,-1-1 0 0 0,1 1 0 0 0,-1 0 0 0 0,1-1 0 0 0,-1 1 0 0 0,0 0 0 0 0,0 0 0 0 0,0-1 0 0 0,0 1 0 0 0,0 0 0 0 0,0 0 0 0 0,0-1 0 0 0,0 1 0 0 0,-1 0 0 0 0,1 0 0 0 0,-1-1 0 0 0,1 1 0 0 0,-1 0 0 0 0,0-1 0 0 0,1 1 0 0 0,-1-1 0 0 0,0 1 0 0 0,0-1 0 0 0,0 1 0 0 0,0-1 0 0 0,-1 0 0 0 0,1 1 0 0 0,0-1 0 0 0,-1 0 0 0 0,1 0 0 0 0,-2 1 0 0 0,-7 5 0 0 0,0-1 0 0 0,-1-1 0 0 0,0 0 0 0 0,-18 6 0 0 0,-8 4 0 0 0,-44 15 0 0 0,113-36 0 0 0,-27 4 0 0 0,-1 0 0 0 0,0 0 0 0 0,0 0 0 0 0,0-1 0 0 0,0 1 0 0 0,0-1 0 0 0,0 0 0 0 0,4-5 0 0 0,0-1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8.1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1583 0 0,'46'18'136'0'0,"304"108"-136"0"0,-167-62 0 0 0,-36-11 0 0 0,250 82 0 0 0,-220-89 0 0 0,-114-29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8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13 1463 0 0,'-2'-2'128'0'0,"-1"2"-128"0"0,2-1 0 0 0,-1 1 0 0 0,1 0 0 0 0,-2-2 0 0 0,-2 1 0 0 0,-4-1 0 0 0,-2-2 64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7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1 279 1583 0 0,'30'-8'17'0'0,"1"-1"0"0"0,-1-1 0 0 0,-1-2 0 0 0,0-1 0 0 0,28-17 0 0 0,-18 6-5 0 0,-1-2-1 0 0,64-57 0 0 0,-67 52-11 0 0,3-1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7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492 1 1551 0 0,'-26'24'67'0'0,"2"2"0"0"0,0 1-1 0 0,-30 43 1 0 0,33-41-54 0 0,-60 80-34 0 0,6 4 0 0 0,-78 154-1 0 0,119-198 22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7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0 1551 0 0,'-90'87'136'0'0,"65"-65"-123"0"0,0-1 0 0 0,-1-1 0 0 0,-1-1 0 0 0,-32 16-1 0 0,56-33-12 0 0,1-1 0 0 0,0 0 0 0 0,-1 0 0 0 0,1 0 0 0 0,0-1 0 0 0,-1 1 0 0 0,1-1 0 0 0,-1 1 0 0 0,1-1 0 0 0,-4 0 0 0 0,5 0 0 0 0,1 0 0 0 0,-1 0 0 0 0,0 0 0 0 0,1 0 0 0 0,-1 0 0 0 0,1-1 0 0 0,-1 1 0 0 0,1 0 0 0 0,-1 0 0 0 0,1-1 0 0 0,-1 1 0 0 0,1 0 0 0 0,0-1 0 0 0,-1 1 0 0 0,1 0 0 0 0,-1-1 0 0 0,1 1 0 0 0,0-1 0 0 0,-1 0 0 0 0,0 0 0 0 0,1 0 0 0 0,-1 0 0 0 0,1 0 0 0 0,0-1 0 0 0,0 1 0 0 0,-1 0 0 0 0,1 0 0 0 0,0 0 0 0 0,0-1 0 0 0,0 1 0 0 0,0 0 0 0 0,1-2 0 0 0,0-4 0 0 0,0 0 0 0 0,1 0 0 0 0,0 0 0 0 0,1 0 0 0 0,5-11 0 0 0,21-33 0 0 0,-21 38 0 0 0,14-20 0 0 0,2-3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8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1002 1727 0 0,'194'-177'0'0'0,"-188"171"0"0"0,216-212 0 0 0,-16-21 0 0 0,-142 152-1 0 0,121-147 13 0 0,-146 194 41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8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6 793 1695 0 0,'-6'26'0'0'0,"7"-26"0"0"0,-1 0 0 0 0,1 0 0 0 0,-1 0 0 0 0,1 0 0 0 0,-1 0 0 0 0,1 0 0 0 0,-1 0 0 0 0,1 0 0 0 0,-1 0 0 0 0,1 0 0 0 0,-1 0 0 0 0,1 0 0 0 0,-1 0 0 0 0,1 0 0 0 0,-1 1 0 0 0,1-1 0 0 0,-1 0 0 0 0,0 0 0 0 0,1 0 0 0 0,-1 1 0 0 0,1-1 0 0 0,-1 0 0 0 0,0 1 0 0 0,1-1 0 0 0,-1 0 0 0 0,1 1 0 0 0,13 6 0 0 0,-12-7 0 0 0,1 0 0 0 0,-1-1 0 0 0,1 1 0 0 0,-1-1 0 0 0,1 1 0 0 0,-1-1 0 0 0,0 0 0 0 0,1 0 0 0 0,-1 0 0 0 0,0 0 0 0 0,1 0 0 0 0,-1 0 0 0 0,4-3 0 0 0,26-25 0 0 0,-25 23 0 0 0,39-43 0 0 0,65-88 0 0 0,-49 57 0 0 0,100-101 0 0 0,13 9 0 0 0,-42 42 0 0 0,-102 98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9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4 633 1759 0 0,'-1'7'0'0'0,"0"-4"0"0"0,1-1 0 0 0,-1 1 0 0 0,1 0 0 0 0,-1-1 0 0 0,1 1 0 0 0,0-1 0 0 0,0 1 0 0 0,0 0 0 0 0,2 4 0 0 0,-1-7 0 0 0,-1 0 0 0 0,0 0 0 0 0,1 0 0 0 0,-1 0 0 0 0,0 0 0 0 0,1 0 0 0 0,-1 0 0 0 0,0 0 0 0 0,1 0 0 0 0,-1 0 0 0 0,0 0 0 0 0,1 1 0 0 0,-1-1 0 0 0,0 0 0 0 0,1 0 0 0 0,-1 0 0 0 0,0 0 0 0 0,0 1 0 0 0,1-1 0 0 0,-1 0 0 0 0,0 0 0 0 0,0 0 0 0 0,1 1 0 0 0,-1-1 0 0 0,0 0 0 0 0,0 0 0 0 0,0 1 0 0 0,1-1 0 0 0,-1 2 0 0 0,1-1 0 0 0,-1 0 0 0 0,1 1 0 0 0,0-1 0 0 0,-1 0 0 0 0,1 0 0 0 0,0 0 0 0 0,0 1 0 0 0,0-1 0 0 0,0 0 0 0 0,0 0 0 0 0,0 0 0 0 0,0-1 0 0 0,0 1 0 0 0,0 0 0 0 0,0 0 0 0 0,1-1 0 0 0,-1 1 0 0 0,0 0 0 0 0,1-1 0 0 0,-1 1 0 0 0,0-1 0 0 0,3 1 0 0 0,-2-1 0 0 0,0 0 0 0 0,0-1 0 0 0,1 1 0 0 0,-1-1 0 0 0,0 1 0 0 0,0-1 0 0 0,0 1 0 0 0,0-1 0 0 0,0 0 0 0 0,0 0 0 0 0,0 0 0 0 0,0 0 0 0 0,-1-1 0 0 0,1 1 0 0 0,3-3 0 0 0,16-16 0 0 0,-1-1 0 0 0,31-41 0 0 0,-7 6 0 0 0,25-23-5 0 0,225-279-54 0 0,-262 316 59 0 0,0-2 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39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510 0 1583 0 0,'-25'20'41'0'0,"-5"5"-9"0"0,0 1 0 0 0,-34 40-1 0 0,-209 252-31 0 0,266-310 0 0 0,-1 1 0 0 0,0 1 0 0 0,0-2 0 0 0,0 1 0 0 0,-1-1 0 0 0,-1 0 0 0 0,-13 8 0 0 0,17-15-10 0 0,6-5-12 0 0,13-20-10 0 0,-2 5 32 0 0,0 0 0 0 0,-2-1 0 0 0,15-41 0 0 0,-18 30 0 0 0,-6 29 0 0 0,0-1 0 0 0,0 0 0 0 0,0 1 0 0 0,0-1 0 0 0,0 1 0 0 0,0-1 0 0 0,-1 0 0 0 0,1 1 0 0 0,-1-1 0 0 0,0-2 0 0 0,-13-6 0 0 0,14 10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7.2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1887 0 0,'14'13'1'0'0,"-1"0"-1"0"0,-1 0 0 0 0,22 32 1 0 0,-4-5-13 0 0,-15-21 0 0 0,2 3-2 0 0,2-1 0 0 0,22 21 0 0 0,-29-32 14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48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1583 0 0,'42'29'40'0'0,"1"-3"0"0"0,1-1 0 0 0,1-3 0 0 0,62 23 0 0 0,-67-29-40 0 0,0 3 0 0 0,-2 1 0 0 0,0 2 0 0 0,-1 1 0 0 0,-2 2 0 0 0,0 2 0 0 0,31 31 0 0 0,29 28 0 0 0,192 133 0 0 0,-68-78 0 0 0,110 79 0 0 0,-168-88 0 0 0,-2 1 0 0 0,63 27 0 0 0,-80-60 0 0 0,-105-73 0 0 0,2 2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50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234 311 1695 0 0,'-3'5'55'0'0,"2"-4"-51"0"0,1-1 0 0 0,0 1 0 0 0,-1 0 1 0 0,1 0-1 0 0,-1-1 0 0 0,1 1 0 0 0,-1 0 1 0 0,1-1-1 0 0,-1 1 0 0 0,0 0 0 0 0,1-1 1 0 0,-1 1-1 0 0,0-1 0 0 0,1 1 0 0 0,-1-1 1 0 0,0 0-1 0 0,0 1 0 0 0,1-1 0 0 0,-1 0 1 0 0,0 1-1 0 0,0-1 0 0 0,-1 0 0 0 0,-1 1-4 0 0,0 0 0 0 0,0-1 0 0 0,0 1 0 0 0,0 0 0 0 0,1 1 0 0 0,-1-1 0 0 0,-3 2 0 0 0,-13 6 0 0 0,14-8 0 0 0,0 0 0 0 0,0 0 0 0 0,-1-1 0 0 0,1 0 0 0 0,0 1 0 0 0,-1-2 0 0 0,1 1 0 0 0,0-1 0 0 0,-1 0 0 0 0,1 0 0 0 0,0 0 0 0 0,0-1 0 0 0,0 1 0 0 0,0-1 0 0 0,0 0 0 0 0,0-1 0 0 0,1 0 0 0 0,-1 1 0 0 0,1-1 0 0 0,0-1 0 0 0,-1 1 0 0 0,1 0 0 0 0,1-1 0 0 0,-1 0 0 0 0,1 0 0 0 0,-4-5 0 0 0,2 2 0 0 0,0 0 0 0 0,1 0 0 0 0,0 0 0 0 0,1 0 0 0 0,-1-1 0 0 0,1 1 0 0 0,1-1 0 0 0,0 0 0 0 0,0 0 0 0 0,0 0 0 0 0,1 0 0 0 0,0 0 0 0 0,1 0 0 0 0,-1-1 0 0 0,2 1 0 0 0,1-12 0 0 0,-2 16 0 0 0,1 0 0 0 0,1-1 0 0 0,-1 1 0 0 0,1 0 0 0 0,-1 0 0 0 0,1-1 0 0 0,1 1 0 0 0,-1 1 0 0 0,0-1 0 0 0,1 0 0 0 0,0 1 0 0 0,0-1 0 0 0,4-3 0 0 0,2 0 0 0 0,-1 0 0 0 0,1 1 0 0 0,1 1 0 0 0,13-7 0 0 0,-6 3 0 0 0,0 0 0 0 0,1 0 0 0 0,-1 2 0 0 0,1 0 0 0 0,21-5 0 0 0,-35 11 0 0 0,0 0 0 0 0,0 0 0 0 0,0 1 0 0 0,0-1 0 0 0,1 1 0 0 0,-1 0 0 0 0,0 0 0 0 0,0 0 0 0 0,0 1 0 0 0,0 0 0 0 0,1 0 0 0 0,-1 0 0 0 0,0 0 0 0 0,0 0 0 0 0,0 1 0 0 0,-1 0 0 0 0,1 0 0 0 0,0 0 0 0 0,-1 0 0 0 0,1 0 0 0 0,-1 1 0 0 0,0 0 0 0 0,0-1 0 0 0,5 6 0 0 0,-1 2 0 0 0,0 0 0 0 0,-1 1 0 0 0,0-1 0 0 0,-1 1 0 0 0,0 0 0 0 0,-1 1 0 0 0,0-1 0 0 0,4 21 0 0 0,-5-13 0 0 0,0 1 0 0 0,-1-1 0 0 0,-1 0 0 0 0,-2 34 0 0 0,0-46 0 0 0,0-1 0 0 0,0 1 0 0 0,0-1 0 0 0,-1 1 0 0 0,0-1 0 0 0,0 1 0 0 0,-1-1 0 0 0,-4 7 0 0 0,6-10 0 0 0,-1-1 0 0 0,1 1 0 0 0,-1-1 0 0 0,0 0 0 0 0,0 0 0 0 0,0 1 0 0 0,-1-2 0 0 0,1 1 0 0 0,0 0 0 0 0,-1 0 0 0 0,1-1 0 0 0,-1 1 0 0 0,1-1 0 0 0,-1 0 0 0 0,0 0 0 0 0,0 0 0 0 0,1 0 0 0 0,-1 0 0 0 0,0-1 0 0 0,-5 1 0 0 0,1-1 0 0 0,1 0 0 0 0,-1 0 0 0 0,1-1 0 0 0,-1 0 0 0 0,1-1 0 0 0,0 1 0 0 0,-1-1 0 0 0,1-1 0 0 0,0 1 0 0 0,0-1 0 0 0,0 0 0 0 0,1 0 0 0 0,-1-1 0 0 0,-6-4 0 0 0,-7-8 0 0 0,0-1 0 0 0,-22-25 0 0 0,31 31 0 0 0,1 2 0 0 0,1 0 0 0 0,1 0 0 0 0,0-1 0 0 0,0 0 0 0 0,1 0 0 0 0,0 0 0 0 0,0-1 0 0 0,2 0 0 0 0,-7-19 0 0 0,11 29 0 0 0,0-1 0 0 0,0 1 0 0 0,0 0 0 0 0,0-1 0 0 0,0 1 0 0 0,0 0 0 0 0,1 0 0 0 0,-1-1 0 0 0,1 1 0 0 0,-1 0 0 0 0,1 0 0 0 0,-1-1 0 0 0,1 1 0 0 0,-1 0 0 0 0,1 0 0 0 0,0 0 0 0 0,0 0 0 0 0,0 0 0 0 0,0 0 0 0 0,-1 0 0 0 0,1 0 0 0 0,0 0 0 0 0,1 0 0 0 0,-1 1 0 0 0,0-1 0 0 0,0 0 0 0 0,0 1 0 0 0,0-1 0 0 0,1 1 0 0 0,0-1 0 0 0,5-2 0 0 0,-1 1 0 0 0,1 0 0 0 0,0 0 0 0 0,9-1 0 0 0,1 1 0 0 0,1 0 0 0 0,0 1 0 0 0,0 1 0 0 0,0 0 0 0 0,34 6 0 0 0,-46-4 0 0 0,1-1 0 0 0,0 1 0 0 0,-1 0 0 0 0,1 1 0 0 0,-1-1 0 0 0,0 1 0 0 0,0 0 0 0 0,0 1 0 0 0,0 0 0 0 0,-1 0 0 0 0,1 0 0 0 0,-1 0 0 0 0,0 1 0 0 0,0 0 0 0 0,-1 0 0 0 0,1 0 0 0 0,-1 1 0 0 0,5 8 0 0 0,-7-11 0 0 0,-1 0 0 0 0,1 0 0 0 0,-1 0 0 0 0,0 0 0 0 0,0 0 0 0 0,0 1 0 0 0,0-1 0 0 0,-1 0 0 0 0,1 0 0 0 0,-1 1 0 0 0,0-1 0 0 0,0 0 0 0 0,0 1 0 0 0,0-1 0 0 0,-2 6 0 0 0,1-3 0 0 0,-2-1 0 0 0,1 1 0 0 0,-1-1 0 0 0,0 1 0 0 0,0-1 0 0 0,0 0 0 0 0,-7 8 0 0 0,5-8 0 0 0,0 0 0 0 0,1 0 0 0 0,-2 0 0 0 0,1-1 0 0 0,0 0 0 0 0,-1 0 0 0 0,0 0 0 0 0,0-1 0 0 0,0 0 0 0 0,0 0 0 0 0,-1 0 0 0 0,-6 1 0 0 0,4-1 0 0 0,0-1 0 0 0,0-1 0 0 0,0 0 0 0 0,0 0 0 0 0,0-1 0 0 0,-1 0 0 0 0,1 0 0 0 0,-15-3 0 0 0,15 1 0 0 0,1 1 0 0 0,-1-2 0 0 0,0 1 0 0 0,0-1 0 0 0,1-1 0 0 0,0 0 0 0 0,0 0 0 0 0,0 0 0 0 0,0-1 0 0 0,0 0 0 0 0,1-1 0 0 0,0 0 0 0 0,0 0 0 0 0,1 0 0 0 0,0-1 0 0 0,0 0 0 0 0,0 0 0 0 0,1 0 0 0 0,-7-13 0 0 0,10 16 0 0 0,1 0 0 0 0,-1-1 0 0 0,0 1 0 0 0,1-1 0 0 0,0 0 0 0 0,0 1 0 0 0,1-1 0 0 0,-1 0 0 0 0,1 1 0 0 0,0-1 0 0 0,1-5 0 0 0,-1 8 0 0 0,1 0 0 0 0,-1 0 0 0 0,0 1 0 0 0,1-1 0 0 0,0 0 0 0 0,-1 0 0 0 0,1 1 0 0 0,0-1 0 0 0,0 1 0 0 0,0-1 0 0 0,0 1 0 0 0,0-1 0 0 0,0 1 0 0 0,0-1 0 0 0,1 1 0 0 0,-1 0 0 0 0,0 0 0 0 0,1 0 0 0 0,-1 0 0 0 0,1 0 0 0 0,-1 0 0 0 0,1 0 0 0 0,0 0 0 0 0,-1 0 0 0 0,1 1 0 0 0,0-1 0 0 0,-1 1 0 0 0,1-1 0 0 0,0 1 0 0 0,0 0 0 0 0,2 0 0 0 0,10-1 0 0 0,0 0 0 0 0,0 1 0 0 0,0 1 0 0 0,-1 1 0 0 0,1 0 0 0 0,0 0 0 0 0,0 2 0 0 0,-1-1 0 0 0,24 11 0 0 0,-29-10 0 0 0,0 0 0 0 0,-1 0 0 0 0,0 1 0 0 0,1 0 0 0 0,-2 0 0 0 0,1 1 0 0 0,-1 0 0 0 0,0 0 0 0 0,0 0 0 0 0,0 1 0 0 0,-1 0 0 0 0,0 0 0 0 0,0 0 0 0 0,-1 1 0 0 0,0 0 0 0 0,5 15 0 0 0,-7-18 0 0 0,0 0 0 0 0,-1 1 0 0 0,0-1 0 0 0,0 0 0 0 0,0 1 0 0 0,-1-1 0 0 0,0 10 0 0 0,0-14 0 0 0,0 1 0 0 0,0-1 0 0 0,-1 0 0 0 0,1 1 0 0 0,0-1 0 0 0,-1 0 0 0 0,1 1 0 0 0,-1-1 0 0 0,0 0 0 0 0,1 0 0 0 0,-1 1 0 0 0,0-1 0 0 0,0 0 0 0 0,0 0 0 0 0,1 0 0 0 0,-1 0 0 0 0,0 0 0 0 0,0 0 0 0 0,-1 0 0 0 0,1-1 0 0 0,0 1 0 0 0,0 0 0 0 0,0-1 0 0 0,-1 1 0 0 0,1 0 0 0 0,0-1 0 0 0,0 0 0 0 0,-1 1 0 0 0,1-1 0 0 0,0 0 0 0 0,-1 1 0 0 0,1-1 0 0 0,-1 0 0 0 0,1 0 0 0 0,-2 0 0 0 0,-5-1 0 0 0,1 0 0 0 0,0 0 0 0 0,0-1 0 0 0,0 0 0 0 0,0 0 0 0 0,1 0 0 0 0,-1-1 0 0 0,0 0 0 0 0,1 0 0 0 0,0-1 0 0 0,0 1 0 0 0,-11-10 0 0 0,-1-3 0 0 0,0 0 0 0 0,-22-27 0 0 0,33 36 0 0 0,-25-32 0 0 0,30 36 0 0 0,0 0 0 0 0,0-1 0 0 0,1 1 0 0 0,-1 0 0 0 0,1-1 0 0 0,0 1 0 0 0,-1-1 0 0 0,2 1 0 0 0,-1-1 0 0 0,0 1 0 0 0,0-5 0 0 0,1 7 0 0 0,0 0 0 0 0,0 1 0 0 0,0-1 0 0 0,0 0 0 0 0,0 0 0 0 0,0 1 0 0 0,1-1 0 0 0,-1 0 0 0 0,0 0 0 0 0,0 1 0 0 0,0-1 0 0 0,1 0 0 0 0,-1 1 0 0 0,0-1 0 0 0,1 0 0 0 0,-1 1 0 0 0,1-1 0 0 0,-1 1 0 0 0,1-1 0 0 0,-1 0 0 0 0,1 1 0 0 0,-1-1 0 0 0,1 1 0 0 0,-1 0 0 0 0,2-1 0 0 0,-1 0 0 0 0,1 1 0 0 0,-1-1 0 0 0,0 1 0 0 0,1 0 0 0 0,-1 0 0 0 0,1 0 0 0 0,-1-1 0 0 0,1 2 0 0 0,-1-1 0 0 0,0 0 0 0 0,1 0 0 0 0,1 1 0 0 0,6 1 0 0 0,-1 0 0 0 0,0 1 0 0 0,11 6 0 0 0,-15-7 0 0 0,20 10 0 0 0,0 1 0 0 0,34 25 0 0 0,-48-31 0 0 0,0 1 0 0 0,-1 0 0 0 0,0 1 0 0 0,0 0 0 0 0,-1 1 0 0 0,0-1 0 0 0,11 21 0 0 0,-18-28 0 0 0,0 0 0 0 0,0-1 0 0 0,0 1 0 0 0,0 0 0 0 0,-1 0 0 0 0,1 0 0 0 0,0 0 0 0 0,-1 0 0 0 0,0 0 0 0 0,0 0 0 0 0,1 0 0 0 0,-1 0 0 0 0,0 0 0 0 0,0 0 0 0 0,-1 0 0 0 0,1 0 0 0 0,0 0 0 0 0,-1 0 0 0 0,1 0 0 0 0,-2 4 0 0 0,1-5 0 0 0,0 0 0 0 0,-1 1 0 0 0,1-1 0 0 0,0 0 0 0 0,0 0 0 0 0,0 1 0 0 0,-1-1 0 0 0,1 0 0 0 0,-1 0 0 0 0,1 0 0 0 0,-1-1 0 0 0,1 1 0 0 0,-1 0 0 0 0,1-1 0 0 0,-1 1 0 0 0,0-1 0 0 0,1 1 0 0 0,-1-1 0 0 0,0 0 0 0 0,0 1 0 0 0,1-1 0 0 0,-1 0 0 0 0,0 0 0 0 0,-3-1 0 0 0,-5 0 4 0 0,0-1-1 0 0,0 0 0 0 0,0 0 0 0 0,1-1 0 0 0,-1 0 1 0 0,1-1-1 0 0,-1 0 0 0 0,1 0 0 0 0,-11-8 0 0 0,14 8 0 0 0,-1-1-1 0 0,1 1 0 0 0,1-1 1 0 0,-1 0-1 0 0,1 0 0 0 0,0-1 0 0 0,0 0 1 0 0,0 0-1 0 0,1 0 0 0 0,0 0 1 0 0,0-1-1 0 0,0 1 0 0 0,-2-10 0 0 0,5 16-2 0 0,1-1 0 0 0,0 0 0 0 0,0 1 0 0 0,-1-1 0 0 0,1 0 0 0 0,0 1 0 0 0,0-1 0 0 0,0 0 0 0 0,0 0 0 0 0,0 1 0 0 0,0-1 0 0 0,0 0 0 0 0,0 1 0 0 0,0-1 0 0 0,0 0 0 0 0,0 0 0 0 0,1 0 0 0 0,-1 0 0 0 0,0 1 0 0 0,1 0 0 0 0,-1 0 0 0 0,0-1 0 0 0,1 1 0 0 0,-1 0 0 0 0,0 0 0 0 0,0 0 0 0 0,1 0 0 0 0,-1 0 0 0 0,0-1 0 0 0,1 1 0 0 0,-1 0 0 0 0,0 0 0 0 0,1 0 0 0 0,-1 0 0 0 0,0 0 0 0 0,1 0 0 0 0,-1 0 0 0 0,0 0 0 0 0,1 0 0 0 0,-1 0 0 0 0,0 0 0 0 0,1 0 0 0 0,0 1 0 0 0,1-1 0 0 0,1 1 0 0 0,-1 0 0 0 0,0 1 0 0 0,1-1 0 0 0,-1 0 0 0 0,0 1 0 0 0,0-1 0 0 0,3 3 0 0 0,9 11 0 0 0,0 0 0 0 0,-1 1 0 0 0,-1 1 0 0 0,0 0 0 0 0,17 35 0 0 0,-28-47 0 0 0,-1-5 0 0 0,0 0 0 0 0,0 0 0 0 0,0 0 0 0 0,0 0 0 0 0,0 0 0 0 0,0 0 0 0 0,0 0 0 0 0,0 0 0 0 0,0 1 0 0 0,0-1 0 0 0,0 0 0 0 0,0 0 0 0 0,0 0 0 0 0,0 0 0 0 0,0 0 0 0 0,0 0 0 0 0,0 0 0 0 0,0 0 0 0 0,-1 0 0 0 0,1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0,-1 0 0 0 0,1 0 0 0 0,0 0 0 0 0,0 0 0 0 0,0 0 0 0 0,0 0 0 0 0,0-1 0 0 0,0 1 0 0 0,0 0 0 0 0,0 0 0 0 0,0 0 0 0 0,0 0 0 0 0,0 0 0 0 0,-4-3 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51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0 1695 0 0,'0'8'152'0'0,"0"-4"-152"0"0,-1-2 0 0 0,1 0 0 0 0,-2-2 0 0 0,1 3 0 0 0,-1 1 0 0 0,-3 1 0 0 0,1-2 0 0 0,-1-3 0 0 0,-3-3 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54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14 236 1791 0 0,'12'-14'0'0'0,"0"1"0"0"0,18-16 0 0 0,-5 5 0 0 0,-10 8 0 0 0,49-44 0 0 0,-55 52 0 0 0,1 0 0 0 0,0 1 0 0 0,0 1 0 0 0,1 0 0 0 0,11-5 0 0 0,-18 9 0 0 0,0 0 0 0 0,1 1 0 0 0,-1 0 0 0 0,1 0 0 0 0,-1 0 0 0 0,1 0 0 0 0,-1 1 0 0 0,1 0 0 0 0,-1 0 0 0 0,1 0 0 0 0,-1 0 0 0 0,1 1 0 0 0,-1 0 0 0 0,1 0 0 0 0,-1 0 0 0 0,0 0 0 0 0,1 1 0 0 0,-1-1 0 0 0,0 1 0 0 0,0 0 0 0 0,0 1 0 0 0,0-1 0 0 0,-1 1 0 0 0,1 0 0 0 0,5 5 0 0 0,-4-3 0 0 0,-1 0 0 0 0,0 0 0 0 0,0 0 0 0 0,0 1 0 0 0,0-1 0 0 0,-1 1 0 0 0,0 0 0 0 0,-1 0 0 0 0,1 0 0 0 0,-1 1 0 0 0,0-1 0 0 0,-1 0 0 0 0,1 1 0 0 0,-1-1 0 0 0,-1 1 0 0 0,1 0 0 0 0,-1 7 0 0 0,0-7 0 0 0,-1 0 0 0 0,0 0 0 0 0,0 0 0 0 0,-1 0 0 0 0,0-1 0 0 0,0 1 0 0 0,0 0 0 0 0,-1-1 0 0 0,0 1 0 0 0,0-1 0 0 0,-6 8 0 0 0,7-11 0 0 0,-1 1 0 0 0,0-1 0 0 0,0 0 0 0 0,0 0 0 0 0,-1-1 0 0 0,1 1 0 0 0,0-1 0 0 0,-1 1 0 0 0,0-1 0 0 0,0 0 0 0 0,1-1 0 0 0,-1 1 0 0 0,0-1 0 0 0,0 1 0 0 0,0-1 0 0 0,-1 0 0 0 0,1-1 0 0 0,0 1 0 0 0,0-1 0 0 0,-5 0 0 0 0,-3 0 0 0 0,1-1 0 0 0,-1-1 0 0 0,1 0 0 0 0,0-1 0 0 0,0 0 0 0 0,0-1 0 0 0,0 0 0 0 0,1 0 0 0 0,0-1 0 0 0,-1-1 0 0 0,2 1 0 0 0,-11-9 0 0 0,4 2 0 0 0,0-1 0 0 0,1-1 0 0 0,0-1 0 0 0,1 0 0 0 0,-22-32 0 0 0,31 40 0 0 0,0-2 0 0 0,0 1 0 0 0,1 0 0 0 0,-5-17 0 0 0,8 23 0 0 0,0-1 0 0 0,0 1 0 0 0,1-1 0 0 0,-1 0 0 0 0,1 1 0 0 0,-1-1 0 0 0,1 0 0 0 0,0 1 0 0 0,0-1 0 0 0,0 0 0 0 0,1 0 0 0 0,-1 1 0 0 0,1-1 0 0 0,-1 0 0 0 0,1 1 0 0 0,0-1 0 0 0,0 1 0 0 0,0-1 0 0 0,0 1 0 0 0,3-5 0 0 0,-3 6 0 0 0,0 0 0 0 0,0 0 0 0 0,0 0 0 0 0,0 0 0 0 0,1 0 0 0 0,-1 0 0 0 0,0 0 0 0 0,1 1 0 0 0,-1-1 0 0 0,0 0 0 0 0,1 1 0 0 0,-1-1 0 0 0,1 1 0 0 0,-1 0 0 0 0,1-1 0 0 0,-1 1 0 0 0,3 0 0 0 0,-1 0 0 0 0,0 0 0 0 0,0 1 0 0 0,0-1 0 0 0,0 1 0 0 0,0 0 0 0 0,0-1 0 0 0,-1 1 0 0 0,6 3 0 0 0,-1 0 0 0 0,0 0 0 0 0,0 1 0 0 0,0 0 0 0 0,-1 0 0 0 0,10 10 0 0 0,-3 0 0 0 0,0 1 0 0 0,0 0 0 0 0,-2 1 0 0 0,0 1 0 0 0,0 0 0 0 0,-2 0 0 0 0,-1 1 0 0 0,11 33 0 0 0,-15-28 0 0 0,-7-13 0 0 0,3-11 0 0 0,-1 1 0 0 0,1-1 0 0 0,0 0 0 0 0,-1 0 0 0 0,1 0 0 0 0,0 0 0 0 0,0 1 0 0 0,-1-1 0 0 0,1 0 0 0 0,0 0 0 0 0,-1 0 0 0 0,1 0 0 0 0,0 0 0 0 0,-1 0 0 0 0,1 0 0 0 0,0 0 0 0 0,-1 0 0 0 0,1 0 0 0 0,0 0 0 0 0,-1 0 0 0 0,1 0 0 0 0,0 0 0 0 0,-1 0 0 0 0,1 0 0 0 0,0 0 0 0 0,-1-1 0 0 0,1 1 0 0 0,0 0 0 0 0,0 0 0 0 0,-1-1 0 0 0,-5-2 0 0 0,0-1 0 0 0,0 0 0 0 0,1-1 0 0 0,0 1 0 0 0,0-1 0 0 0,0 0 0 0 0,-6-8 0 0 0,11 12 0 0 0,-13-15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4:56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53 1791 0 0,'2'1'0'0'0,"-4"-2"0"0"0,1-2 0 0 0,1 0 0 0 0,-2-2 0 0 0,-1-3 0 0 0,0-6 0 0 0,-3-6 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02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63 178 1407 0 0,'-10'-20'46'0'0,"-1"-4"-5"0"0,-12-35 0 0 0,17 41-41 0 0,4 11 0 0 0,-1-1 0 0 0,1 1 0 0 0,0-1 0 0 0,1 0 0 0 0,-1-10 0 0 0,2 18 0 0 0,0 0 0 0 0,0 0 0 0 0,0 0 0 0 0,0 0 0 0 0,0 0 0 0 0,0 0 0 0 0,0 0 0 0 0,0 0 0 0 0,0 0 0 0 0,0 1 0 0 0,0-1 0 0 0,0 0 0 0 0,0 0 0 0 0,0 0 0 0 0,0 0 0 0 0,0 0 0 0 0,1 0 0 0 0,-1 0 0 0 0,0 0 0 0 0,0 0 0 0 0,0 0 0 0 0,0 0 0 0 0,0 0 0 0 0,0 0 0 0 0,0 0 0 0 0,0 0 0 0 0,0 0 0 0 0,0 0 0 0 0,0 0 0 0 0,0 0 0 0 0,0 0 0 0 0,0 0 0 0 0,0 0 0 0 0,1 0 0 0 0,-1 0 0 0 0,0 0 0 0 0,0 0 0 0 0,0-1 0 0 0,0 1 0 0 0,0 0 0 0 0,0 0 0 0 0,0 0 0 0 0,0 0 0 0 0,0 0 0 0 0,0 0 0 0 0,0 0 0 0 0,0 0 0 0 0,0 0 0 0 0,0 0 0 0 0,0 0 0 0 0,9 14 0 0 0,-6-10 0 0 0,1 4 0 0 0,1 0 0 0 0,-1 0 0 0 0,2-1 0 0 0,-1 1 0 0 0,1-1 0 0 0,0 0 0 0 0,10 9 0 0 0,-3-7 3 0 0,0 0 0 0 0,-1 1-1 0 0,17 20 1 0 0,-23-21 50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03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0 455 0 0,'35'41'325'0'0,"113"143"613"0"0,-64-61-433 0 0,66 89 275 0 0,-73-110-608 0 0,-33-41-5 0 0,3-1 0 0 0,3-3-1 0 0,96 86 1 0 0,221 139 398 0 0,-307-244-501 0 0,77 34 0 0 0,-26-15-48 0 0,172 116 199 0 0,-85-49 18 0 0,-158-100-216 0 0,389 208 286 0 0,-94-99-225 0 0,-108-45-22 0 0,431 179 66 0 0,-338-153-77 0 0,6-16 51 0 0,243 84 19 0 0,-312-93-58 0 0,-46-18 44 0 0,-116-39-30 0 0,2-6 0 0 0,1-3 0 0 0,1-5-1 0 0,109 7 1 0 0,-103-22-71 0 0,162-14 0 0 0,-43-1 0 0 0,206 14 0 0 0,-66 21-30 0 0,-314-19-13 0 0,-11-1 34 0 0,47 6 21 0 0,-78-8-11 0 0,1 1 1 0 0,0 1 0 0 0,-1-1 0 0 0,1 1 0 0 0,-1 1 0 0 0,0 0 0 0 0,10 6-1 0 0,-7 0-110 0 0,-13-7 29 0 0,-7-4 35 0 0,-2-2-180 0 0,1-1 0 0 0,0 0 0 0 0,0-1 0 0 0,0 0-1 0 0,-11-8 1 0 0,-1 0-742 0 0,18 10 717 0 0,1 1 75 0 0,0 1 0 0 0,0-1 0 0 0,0 0 0 0 0,0 1 0 0 0,0 0 0 0 0,0 0 0 0 0,0 0 0 0 0,-1 0 0 0 0,-3 0 0 0 0,4 1 175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04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143 212 1151 0 0,'-60'179'105'0'0,"49"-138"-108"0"0,3 1 0 0 0,-6 60 0 0 0,13-80 3 0 0,2-14 0 0 0,0-11 0 0 0,5-23 0 0 0,1-1 0 0 0,15-39 0 0 0,-10 34 0 0 0,1 1 0 0 0,31-56 0 0 0,-5 13 0 0 0,-30 51 0 0 0,0 0 0 0 0,-1-1 0 0 0,-2 0 0 0 0,0-1 0 0 0,-2 0 0 0 0,2-25 0 0 0,-6 49 0 0 0,0 0 0 0 0,0 0 0 0 0,1 0 0 0 0,-1 0 0 0 0,0 0 0 0 0,0 0 0 0 0,0 0 0 0 0,0 0 0 0 0,-1 0 0 0 0,1 0 0 0 0,0 0 0 0 0,0 0 0 0 0,-1 0 0 0 0,1 0 0 0 0,0 0 0 0 0,-2-2 0 0 0,1 3 0 0 0,0-1 0 0 0,0 1 0 0 0,0-1 0 0 0,0 1 0 0 0,0 0 0 0 0,-1-1 0 0 0,1 1 0 0 0,0 0 0 0 0,0 0 0 0 0,0 0 0 0 0,0 0 0 0 0,-1 0 0 0 0,0 0 0 0 0,-7 0 0 0 0,0-1 0 0 0,0-1 0 0 0,0 0 0 0 0,0 0 0 0 0,0-1 0 0 0,-15-6 0 0 0,12 4 0 0 0,1 1 0 0 0,-23-5 0 0 0,27 8 0 0 0,0 1 0 0 0,0 0 0 0 0,-12 1 0 0 0,13 0 0 0 0,0-1 0 0 0,-1 0 0 0 0,1 0 0 0 0,-11-1 0 0 0,13-2 0 0 0,4 0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27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 1695 0 0,'-7'0'152'0'0,"3"0"-152"0"0,1 0 0 0 0,1-1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2.8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1607 0 0,'14'-2'13'0'0,"0"1"0"0"0,1 0 0 0 0,-1 1 0 0 0,0 1 0 0 0,0 0 0 0 0,1 1 0 0 0,-1 0 0 0 0,0 1 0 0 0,-1 1 0 0 0,1 0 0 0 0,-1 1 0 0 0,1 0 0 0 0,-1 1 0 0 0,-1 1 0 0 0,14 8 0 0 0,-8-4-16 0 0,173 117-162 0 0,-173-113 169 0 0,-1 1 0 0 0,-1 0 0 0 0,-1 2 0 0 0,0 0 0 0 0,-2 0 0 0 0,23 41 0 0 0,50 130 31 0 0,-72-153-34 0 0,64 199 63 0 0,-50-155-64 0 0,-22-66 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3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1495 0 0,'677'589'120'0'0,"-174"-178"-56"0"0,-477-391-64 0 0,1-2 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3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1551 0 0,'46'30'136'0'0,"-19"-15"-136"0"0,-4-2 0 0 0,-6-6 0 0 0,-4-2 0 0 0,-7-3 0 0 0,2 1 0 0 0,7 1 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8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210 160 1463 0 0,'0'-19'128'0'0,"0"13"-128"0"0,0 0 0 0 0,0 0 0 0 0,1 0 0 0 0,0-1 0 0 0,0 1 0 0 0,0 0 0 0 0,1 0 0 0 0,0 0 0 0 0,4-7 0 0 0,-3 6 0 0 0,1 0 0 0 0,0 0 0 0 0,1 0 0 0 0,-1 1 0 0 0,1-1 0 0 0,1 1 0 0 0,8-8 0 0 0,-13 13 0 0 0,1 0 0 0 0,-1 0 0 0 0,1 0 0 0 0,0 0 0 0 0,-1 0 0 0 0,1 0 0 0 0,0 0 0 0 0,0 0 0 0 0,-1 1 0 0 0,1-1 0 0 0,0 1 0 0 0,0-1 0 0 0,0 1 0 0 0,0 0 0 0 0,0-1 0 0 0,0 1 0 0 0,0 0 0 0 0,0 1 0 0 0,0-1 0 0 0,-1 0 0 0 0,1 0 0 0 0,0 1 0 0 0,0-1 0 0 0,0 1 0 0 0,0 0 0 0 0,0-1 0 0 0,-1 1 0 0 0,1 0 0 0 0,0 0 0 0 0,-1 0 0 0 0,1 0 0 0 0,-1 1 0 0 0,1-1 0 0 0,-1 0 0 0 0,3 3 0 0 0,-1 0 0 0 0,0 0 0 0 0,0-1 0 0 0,0 1 0 0 0,0 1 0 0 0,-1-1 0 0 0,0 0 0 0 0,0 1 0 0 0,0-1 0 0 0,0 1 0 0 0,-1 0 0 0 0,1-1 0 0 0,-1 1 0 0 0,-1 0 0 0 0,1 0 0 0 0,-1 0 0 0 0,1 0 0 0 0,-1-1 0 0 0,-1 1 0 0 0,1 0 0 0 0,-1 0 0 0 0,0 0 0 0 0,0 0 0 0 0,0-1 0 0 0,-1 1 0 0 0,-3 8 0 0 0,-12 25 5 0 0,11-25 1 0 0,0 1 0 0 0,-1 0 0 0 0,0-1-1 0 0,-1-1 1 0 0,-13 17 0 0 0,18-26-5 0 0,0 0 0 0 0,0 0 0 0 0,0 0 0 0 0,0-1 0 0 0,0 1 0 0 0,-1-1 0 0 0,1 0 0 0 0,-1 0 0 0 0,0 0 0 0 0,0-1 0 0 0,1 1 0 0 0,-1-1 0 0 0,0 0 0 0 0,0 0 0 0 0,0 0 0 0 0,-1-1 0 0 0,1 0 0 0 0,0 1 0 0 0,0-1 0 0 0,0-1 0 0 0,0 1 0 0 0,0 0 0 0 0,0-1 0 0 0,-6-2-1 0 0,-1 0 0 0 0,1 0 0 0 0,0-1 0 0 0,1-1 0 0 0,-1 0 0 0 0,1 0 0 0 0,-17-12 0 0 0,13 6 0 0 0,-1 0 0 0 0,2-1 0 0 0,-17-20 0 0 0,26 28 0 0 0,0 1 0 0 0,0-1 0 0 0,0-1 0 0 0,1 1 0 0 0,-1 0 0 0 0,1-1 0 0 0,0 1 0 0 0,1-1 0 0 0,-1 0 0 0 0,1 1 0 0 0,0-1 0 0 0,0 0 0 0 0,0 0 0 0 0,1-7 0 0 0,0 9 0 0 0,0 0 0 0 0,1 0 0 0 0,-1 0 0 0 0,1 1 0 0 0,0-1 0 0 0,0 0 0 0 0,0 0 0 0 0,0 1 0 0 0,0-1 0 0 0,1 1 0 0 0,-1-1 0 0 0,1 1 0 0 0,-1 0 0 0 0,1 0 0 0 0,0 0 0 0 0,0-1 0 0 0,0 2 0 0 0,0-1 0 0 0,1 0 0 0 0,-1 0 0 0 0,0 1 0 0 0,1-1 0 0 0,-1 1 0 0 0,1 0 0 0 0,-1 0 0 0 0,4-2 0 0 0,4 0 0 0 0,1 0 0 0 0,-1 1 0 0 0,0 0 0 0 0,1 1 0 0 0,11-1 0 0 0,55 3 0 0 0,-26 1 0 0 0,-35-2 6 0 0,0 0-1 0 0,0 2 0 0 0,0 0 1 0 0,0 0-1 0 0,23 9 0 0 0,-33-9-3 0 0,0 0 0 0 0,0 0 0 0 0,0 1 0 0 0,0 0 0 0 0,-1 0 0 0 0,1 1 0 0 0,-1 0 0 0 0,0 0-1 0 0,0 0 1 0 0,-1 0 0 0 0,1 1 0 0 0,-1-1 0 0 0,0 1 0 0 0,0 1 0 0 0,0-1 0 0 0,5 11-1 0 0,-8-14-1 0 0,0 1 0 0 0,0-1 0 0 0,0 0 0 0 0,0 1 0 0 0,-1-1 0 0 0,1 1 0 0 0,-1-1 0 0 0,0 1 0 0 0,0-1 0 0 0,0 1 0 0 0,0-1 0 0 0,0 1 0 0 0,0-1 0 0 0,0 1 0 0 0,-1-1 0 0 0,0 1 0 0 0,1-1 0 0 0,-1 1 0 0 0,0-1 0 0 0,0 0 0 0 0,0 1 0 0 0,-3 2 0 0 0,3-3 0 0 0,0 0 0 0 0,-1-1 0 0 0,1 1 0 0 0,-1-1 0 0 0,0 0 0 0 0,1 1 0 0 0,-1-1 0 0 0,0 0 0 0 0,0 0 0 0 0,0 0 0 0 0,0 0 0 0 0,0 0 0 0 0,0-1 0 0 0,0 1 0 0 0,0-1 0 0 0,0 1 0 0 0,0-1 0 0 0,-1 0 0 0 0,1 0 0 0 0,0 0 0 0 0,0 0 0 0 0,0 0 0 0 0,0 0 0 0 0,0 0 0 0 0,-1-1 0 0 0,-1 0 0 0 0,2 1 0 0 0,0-1 0 0 0,0 1 0 0 0,1 0 0 0 0,-1-1 0 0 0,0 1 0 0 0,0-1 0 0 0,1 0 0 0 0,-1 1 0 0 0,0-1 0 0 0,1 0 0 0 0,-1 0 0 0 0,1 0 0 0 0,-1 0 0 0 0,1 0 0 0 0,0-1 0 0 0,-1 1 0 0 0,1 0 0 0 0,0-1 0 0 0,0 1 0 0 0,0-1 0 0 0,0 1 0 0 0,0-1 0 0 0,-1-2 0 0 0,0-9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39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55 148 1439 0 0,'-1'-13'128'0'0,"-1"6"-128"0"0,0 1 0 0 0,2 4 0 0 0,0 0 0 0 0,-1-1 0 0 0,-2-4 0 0 0,-2-6 0 0 0,0-2 64 0 0,-1-1-64 0 0,0 1 0 0 0,-2 2 64 0 0,2 1-64 0 0,1 2 0 0 0,2 4 0 0 0,2-2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5:40.1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338 1 1375 0 0,'4'1'15'0'0,"1"1"-1"0"0,0 0 0 0 0,-1 0 0 0 0,1 0 1 0 0,-1 0-1 0 0,0 1 0 0 0,0 0 0 0 0,5 3 0 0 0,-7-4-10 0 0,0 1 0 0 0,0-1 0 0 0,-1 0 0 0 0,1 1 0 0 0,-1-1 0 0 0,1 1 0 0 0,-1-1 0 0 0,0 1 0 0 0,0 0 0 0 0,0 0 0 0 0,0-1 0 0 0,0 1 0 0 0,-1 0 0 0 0,1 0 0 0 0,-1 5 0 0 0,0 3-4 0 0,0 1 0 0 0,-1-1 0 0 0,-1 1 0 0 0,0-1 0 0 0,-1 1 0 0 0,0-1 0 0 0,-8 22 0 0 0,-5 1 0 0 0,-21 36 0 0 0,33-62 5 0 0,-2 1 0 0 0,1-1-1 0 0,-1-1 1 0 0,0 1-1 0 0,-1-1 1 0 0,0 0-1 0 0,0 0 1 0 0,0-1-1 0 0,-1 0 1 0 0,0 0 0 0 0,-13 6-1 0 0,17-10-1 0 0,-1 0 0 0 0,1 0 0 0 0,-1 0 0 0 0,0-1 0 0 0,0 0 0 0 0,0 0 0 0 0,0 0 0 0 0,0 0 0 0 0,0-1 0 0 0,0 0 0 0 0,0 0-1 0 0,0 0 1 0 0,0-1 0 0 0,0 0 0 0 0,0 0 0 0 0,0 0 0 0 0,0 0 0 0 0,0-1 0 0 0,0 0 0 0 0,1 0 0 0 0,-1 0 0 0 0,1 0 0 0 0,-8-6 0 0 0,3 1-6 0 0,1 0 0 0 0,0-1 0 0 0,0 1 0 0 0,1-2 0 0 0,0 1 0 0 0,0-1 0 0 0,1 0 0 0 0,0 0 0 0 0,0-1 0 0 0,1 0 0 0 0,-6-16 0 0 0,6 11 1 0 0,0 0 0 0 0,2-1 0 0 0,-1 1-1 0 0,2-1 1 0 0,0 0 0 0 0,1 0 0 0 0,1-23-1 0 0,0 35 3 0 0,0-1 0 0 0,1 1 0 0 0,0 0 0 0 0,0 0 0 0 0,0 0 0 0 0,0 0 0 0 0,0 0 0 0 0,1 0 0 0 0,0 0 0 0 0,0 0 0 0 0,0 0 0 0 0,0 1 0 0 0,0-1 0 0 0,1 1 0 0 0,0-1 0 0 0,0 1 0 0 0,0 0 0 0 0,0 0 0 0 0,0 0 0 0 0,0 1 0 0 0,1-1 0 0 0,-1 1 0 0 0,1 0 0 0 0,0 0 0 0 0,0 0 0 0 0,0 0 0 0 0,0 1 0 0 0,0-1 0 0 0,0 1 0 0 0,0 0 0 0 0,5 0 0 0 0,6-1 0 0 0,0 0 0 0 0,1 2 0 0 0,-1 0 0 0 0,0 0 0 0 0,0 1 0 0 0,1 1 0 0 0,-1 1 0 0 0,0 0 0 0 0,-1 1 0 0 0,1 0 0 0 0,0 2 0 0 0,-1-1 0 0 0,0 2 0 0 0,14 8 0 0 0,-22-11-3 0 0,0 1-1 0 0,0-1 0 0 0,0 1 1 0 0,-1 1-1 0 0,0-1 0 0 0,0 1 1 0 0,0 0-1 0 0,-1 0 0 0 0,0 0 1 0 0,0 0-1 0 0,5 13 0 0 0,-7-16 3 0 0,-1 1-1 0 0,0 0 0 0 0,0 0 0 0 0,0-1 1 0 0,-1 1-1 0 0,1 0 0 0 0,-1 0 0 0 0,0 0 1 0 0,0 0-1 0 0,0-1 0 0 0,-1 1 0 0 0,1 0 1 0 0,-1 0-1 0 0,0 0 0 0 0,0-1 0 0 0,0 1 1 0 0,-1 0-1 0 0,1-1 0 0 0,-1 1 0 0 0,0-1 1 0 0,0 1-1 0 0,0-1 0 0 0,0 0 0 0 0,-4 4 0 0 0,-6 6 2 0 0,-2-1-1 0 0,1 0 0 0 0,-1 0 1 0 0,-1-2-1 0 0,-26 16 0 0 0,6-8 11 0 0,-57 21 0 0 0,44-22 70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6:32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8 184 1503 0 0,'-1'-6'0'0'0,"-1"0"0"0"0,2 0 0 0 0,-1 0 0 0 0,1 0 0 0 0,0 0 0 0 0,1-10 0 0 0,0-4 0 0 0,-4-65 0 0 0,3 84 0 0 0,0-1 0 0 0,0 1 0 0 0,0-1 0 0 0,0 1 0 0 0,1-1 0 0 0,-1 1 0 0 0,0-1 0 0 0,1 1 0 0 0,-1-1 0 0 0,1 1 0 0 0,0-1 0 0 0,-1 1 0 0 0,1 0 0 0 0,0-1 0 0 0,0 1 0 0 0,1-2 0 0 0,2 7 0 0 0,-2 2 0 0 0,0-1 0 0 0,0 1 0 0 0,0-1 0 0 0,-1 1 0 0 0,0 0 0 0 0,0 0 0 0 0,0 10 0 0 0,-2 2 0 0 0,0 1 0 0 0,-2 0 0 0 0,0-1 0 0 0,-7 25 0 0 0,6-23 0 0 0,1 0 0 0 0,2 0 0 0 0,0 0 0 0 0,1 0 0 0 0,2 22 0 0 0,0-13 0 0 0,-1-11 0 0 0,1 2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6:32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1407 0 0,'11'43'42'0'0,"2"4"-13"0"0,-2 1 0 0 0,5 62-1 0 0,-16-85-28 0 0,0-23 0 0 0,0 0 0 0 0,0 0 0 0 0,-1-1 0 0 0,1 1 0 0 0,0 0 0 0 0,-1-1 0 0 0,1 1 0 0 0,-1 0 0 0 0,0-1 0 0 0,0 1 0 0 0,-1 2 0 0 0,1-4 0 0 0,1 1 0 0 0,-1-1 0 0 0,1 0 0 0 0,-1 0 0 0 0,1 0 0 0 0,-1 0 0 0 0,1 0 0 0 0,-1 0 0 0 0,0 0 0 0 0,1 0 0 0 0,-1 0 0 0 0,1 0 0 0 0,-1 0 0 0 0,1 0 0 0 0,-1 0 0 0 0,1 0 0 0 0,-1-1 0 0 0,1 1 0 0 0,-1 0 0 0 0,1 0 0 0 0,-1-1 0 0 0,1 1 0 0 0,-1 0 0 0 0,1-1 0 0 0,0 1 0 0 0,-1 0 0 0 0,1-1 0 0 0,-1 1 0 0 0,1-1 0 0 0,0 1 0 0 0,-1 0 0 0 0,1-1 0 0 0,0 1 0 0 0,0-1 0 0 0,-1 1 0 0 0,1-2 0 0 0,0 1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6:33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2236 175 1351 0 0,'-27'-2'29'0'0,"0"-1"-1"0"0,0-1 0 0 0,-29-8 1 0 0,16 3-8 0 0,-177-56 30 0 0,154 43-32 0 0,-129-28 0 0 0,159 45-8 0 0,0 3 0 0 0,-62 2-1 0 0,-65 19 22 0 0,111-9-32 0 0,0 2 0 0 0,1 2 0 0 0,-61 28 0 0 0,79-30 0 0 0,0-2 0 0 0,-54 13 0 0 0,64-19 0 0 0,0-2 0 0 0,0 0 0 0 0,-1-1 0 0 0,1-1 0 0 0,-30-4 0 0 0,-5-6 0 0 0,-20-2 0 0 0,67 11 0 0 0,0 1 0 0 0,0 0 0 0 0,0 0 0 0 0,-1 1 0 0 0,1 0 0 0 0,-15 4 0 0 0,-66 27 0 0 0,60-20 0 0 0,-1-2 0 0 0,0 0 0 0 0,0-2 0 0 0,-40 5 0 0 0,-78 11 54 0 0,97-14-44 0 0,27-4-10 0 0,11-3 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6:35.0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2684 1 1439 0 0,'0'0'5'0'0,"0"1"-1"0"0,0-1 0 0 0,1 1 0 0 0,-1-1 0 0 0,0 1 1 0 0,0-1-1 0 0,0 1 0 0 0,0 0 0 0 0,0-1 0 0 0,0 1 0 0 0,0-1 1 0 0,0 1-1 0 0,0-1 0 0 0,-1 1 0 0 0,1-1 0 0 0,0 1 0 0 0,0-1 1 0 0,0 1-1 0 0,-1-1 0 0 0,1 1 0 0 0,0-1 0 0 0,-1 2 0 0 0,-7 11 28 0 0,-2 1-28 0 0,7-11 5 0 0,0 1-1 0 0,0-1 0 0 0,0 1 1 0 0,1 0-1 0 0,-1 0 0 0 0,1 0 0 0 0,0 1 1 0 0,0-1-1 0 0,1 0 0 0 0,-1 1 0 0 0,1-1 1 0 0,0 1-1 0 0,0 0 0 0 0,0 5 0 0 0,9 106 904 0 0,0-32-582 0 0,-3 48-95 0 0,16 193 136 0 0,-18-311-347 0 0,0-1-1 0 0,1 0 0 0 0,0 0 1 0 0,1 0-1 0 0,1 0 0 0 0,0-1 0 0 0,0 0 1 0 0,10 14-1 0 0,-15-25 3 0 0,0 0-15 0 0,-1 0-1 0 0,0-1 1 0 0,1 1-1 0 0,-1-1 0 0 0,0 1 1 0 0,1 0-1 0 0,-1-1 1 0 0,0 1-1 0 0,0-1 0 0 0,0 1 1 0 0,0 0-1 0 0,0-1 1 0 0,0 1-1 0 0,0 0 0 0 0,0-1 1 0 0,0 1-1 0 0,0 0 1 0 0,0-1-1 0 0,0 1 1 0 0,0 0-1 0 0,0-1 0 0 0,0 1 1 0 0,-1 0-1 0 0,0 0 1 0 0,1 0 3 0 0,-1 0 1 0 0,0 0 0 0 0,0 0 0 0 0,0 0 0 0 0,0 0 0 0 0,0 0 0 0 0,0 0 0 0 0,-1-1 0 0 0,1 1 0 0 0,0 0 0 0 0,-2 0 0 0 0,-6 2-1 0 0,1-1 0 0 0,-1 0-1 0 0,-10 1 1 0 0,11-1-85 0 0,-5-1 68 0 0,0 1-1 0 0,0-2 1 0 0,0 0-1 0 0,-16-2 0 0 0,-53-10 193 0 0,37 4-129 0 0,-108-7 149 0 0,98 12-148 0 0,-104-20 0 0 0,76 1 70 0 0,-48-10 48 0 0,108 28-123 0 0,-1 0 0 0 0,0 2 0 0 0,-39 1 0 0 0,19 6-20 0 0,0 2-1 0 0,0 2 1 0 0,-62 22-1 0 0,58-16-33 0 0,-1-2 0 0 0,-66 8 0 0 0,-32-14-54 0 0,92-6 10 0 0,-89 13 0 0 0,20 12 4 0 0,63-12-15 0 0,-121 13 0 0 0,147-26 8 0 0,1-1-1 0 0,-1-1 0 0 0,-44-7 0 0 0,65 5 19 0 0,0 0 0 0 0,0-1 0 0 0,0 0 0 0 0,1-1 0 0 0,-1-1 0 0 0,1 0 0 0 0,1 0 0 0 0,-1-2 0 0 0,1 1 0 0 0,-20-17 0 0 0,11 5 84 0 0,0 0-1 0 0,1-1 1 0 0,1-1 0 0 0,-28-41-1 0 0,32 37-20 0 0,1 0 0 0 0,2-1 0 0 0,0 0 1 0 0,2-1-1 0 0,1 0 0 0 0,1-1 0 0 0,1 0 0 0 0,2 0 0 0 0,1 0 0 0 0,-1-35 0 0 0,5 46-39 0 0,2 0-1 0 0,0 0 0 0 0,6-27 0 0 0,21-47-18 0 0,1-9 34 0 0,-27 85 7 0 0,0-1 1 0 0,-1 1-1 0 0,-1-1 1 0 0,0-25-1 0 0,-2-8-19 0 0,1 50 0 0 0,-3 1 0 0 0,0 12 0 0 0,-5 57 198 0 0,3-1 0 0 0,6 100 0 0 0,25 144 431 0 0,-25-301-628 0 0,9 63 42 0 0,-4-35 15 0 0,-1 0 1 0 0,-2 60 0 0 0,-7-79-5 0 0,3-21-55 0 0,1 0 1 0 0,0 0-1 0 0,-1 0 0 0 0,1 0 1 0 0,-1 0-1 0 0,1 0 0 0 0,-1 0 1 0 0,1 0-1 0 0,-1 0 0 0 0,1 0 1 0 0,-1-1-1 0 0,0 1 0 0 0,1 0 1 0 0,-1 0-1 0 0,0-1 0 0 0,0 1 1 0 0,0-1-1 0 0,-1 2 0 0 0,-4-2-59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01.0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4117 0 1607 0 0,'0'0'120'0'0,"0"2"-118"0"0,1 0 0 0 0,-1 0 0 0 0,1-1 0 0 0,-1 1 0 0 0,1 0 0 0 0,0-1 0 0 0,-1 1 0 0 0,1 0 0 0 0,0-1 0 0 0,0 1 0 0 0,0-1 0 0 0,1 1 0 0 0,-1-1 0 0 0,3 3 0 0 0,8 12-8 0 0,-9-9 50 0 0,0 1 0 0 0,0 0-1 0 0,-1 0 1 0 0,0 0-1 0 0,2 16 1 0 0,0 45 412 0 0,-3-19-282 0 0,1-30-33 0 0,-2-1 0 0 0,-1 1 0 0 0,0-1 0 0 0,-2 0 0 0 0,0 1 0 0 0,-1-1-1 0 0,-1-1 1 0 0,0 1 0 0 0,-2-1 0 0 0,0 0 0 0 0,-1 0 0 0 0,-1-1 0 0 0,-12 19-1 0 0,20-35-133 0 0,-77 110 574 0 0,61-89-425 0 0,-2-1 0 0 0,-37 35 0 0 0,-98 82 340 0 0,-31 3-37 0 0,153-121-326 0 0,-1-1-1 0 0,-1-2 0 0 0,-1-2 1 0 0,0-1-1 0 0,-44 12 1 0 0,22-10-14 0 0,0-3 0 0 0,-2-2 1 0 0,-76 5-1 0 0,117-15-72 0 0,-248 18 534 0 0,3 23-286 0 0,215-32-154 0 0,0-1 0 0 0,0-3 0 0 0,0-2 0 0 0,-1-1 0 0 0,-90-9 0 0 0,100 2-80 0 0,-233-20 522 0 0,212 21-518 0 0,-81-15-1 0 0,-56-23 144 0 0,-45-7-65 0 0,169 37-41 0 0,0-3-1 0 0,-92-29 0 0 0,86 16 15 0 0,-56-19 51 0 0,109 35-103 0 0,1-1 1 0 0,1-1-1 0 0,-28-20 0 0 0,-62-56 288 0 0,91 68-317 0 0,1-2-1 0 0,-32-43 0 0 0,16 18-13 0 0,5 7 75 0 0,-44-71 0 0 0,52 70-87 0 0,-1 0 19 0 0,-24-52-1 0 0,49 92-28 0 0,-8-16-34 0 0,9 17 34 0 0,0 0-1 0 0,-1 1 1 0 0,1-1 0 0 0,0 1 0 0 0,-1-1 0 0 0,1 1 0 0 0,-1-1 0 0 0,1 1-1 0 0,-1-1 1 0 0,1 1 0 0 0,-1-1 0 0 0,1 1 0 0 0,-1-1 0 0 0,1 1 0 0 0,-1 0-1 0 0,1-1 1 0 0,-1 1 0 0 0,0 0 0 0 0,1 0 0 0 0,-1-1 0 0 0,0 1 0 0 0,1 0-1 0 0,-2 0 1 0 0,1 1-19 0 0,1-1 0 0 0,-1 1 0 0 0,0 0-1 0 0,0 0 1 0 0,1 0 0 0 0,-1 0 0 0 0,0 0-1 0 0,1 0 1 0 0,-1 0 0 0 0,1 0 0 0 0,-1 0-1 0 0,1 0 1 0 0,0 1 0 0 0,0-1 0 0 0,-1 0-1 0 0,1 0 1 0 0,0 0 0 0 0,0 0 0 0 0,0 2-1 0 0,0-1-6 0 0,-2 21-934 0 0,1 9-2982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03.5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1 382 1503 0 0,'1'-1'15'0'0,"0"0"-1"0"0,1 0 1 0 0,-1 1-1 0 0,1-1 1 0 0,-1 0-1 0 0,0 1 1 0 0,1-1-1 0 0,-1 1 0 0 0,1 0 1 0 0,0-1-1 0 0,-1 1 1 0 0,1 0-1 0 0,-1 0 1 0 0,1 0-1 0 0,-1 0 1 0 0,1 0-1 0 0,2 1 0 0 0,-2-1 4 0 0,1 1 0 0 0,0-1 0 0 0,-1 1 0 0 0,1 0 0 0 0,-1-1-1 0 0,1 1 1 0 0,-1 0 0 0 0,0 1 0 0 0,1-1 0 0 0,2 2-1 0 0,0 2-14 0 0,0 1-1 0 0,0-1 0 0 0,0 1 1 0 0,0 0-1 0 0,-1 1 0 0 0,0-1 0 0 0,-1 1 1 0 0,1-1-1 0 0,3 13 0 0 0,2 7 16 0 0,6 37-1 0 0,-5-22-11 0 0,0-2-6 0 0,1 0 0 0 0,23 48 0 0 0,-26-71 0 0 0,1 0 0 0 0,0 0 0 0 0,1-1 0 0 0,0-1 0 0 0,1 1 0 0 0,1-2 0 0 0,22 21 0 0 0,-19-21 55 0 0,0-1-1 0 0,1-1 0 0 0,0-1 1 0 0,1 0-1 0 0,34 14 0 0 0,-39-19-16 0 0,1-1 0 0 0,-1-1 0 0 0,1 0 0 0 0,0 0-1 0 0,1-1 1 0 0,-1-1 0 0 0,0 0 0 0 0,0-1 0 0 0,20-3-1 0 0,-6-1 202 0 0,-1-2 0 0 0,0 0 0 0 0,0-2-1 0 0,28-13 1 0 0,95-53 974 0 0,-115 54-1003 0 0,-1-2 0 0 0,-1-1-1 0 0,-1-1 1 0 0,-1-2 0 0 0,33-35 0 0 0,-21 13 100 0 0,-2-2 0 0 0,49-79 0 0 0,124-231 70 0 0,-199 332-292 0 0,14-39 0 0 0,-26 55-81 0 0,-2 12-10 0 0,0-1-1 0 0,0 1 1 0 0,0 0 0 0 0,0 0 0 0 0,0 0-1 0 0,0 0 1 0 0,0 0 0 0 0,0 0-1 0 0,0-1 1 0 0,0 1 0 0 0,0 0-1 0 0,0 0 1 0 0,0 0 0 0 0,0 0 0 0 0,0 0-1 0 0,-1 0 1 0 0,1 0 0 0 0,0-1-1 0 0,0 1 1 0 0,0 0 0 0 0,0 0 0 0 0,0 0-1 0 0,0 0 1 0 0,0 0 0 0 0,0 0-1 0 0,-1 0 1 0 0,1 0 0 0 0,0 0 0 0 0,0 0-1 0 0,0 0 1 0 0,0 0 0 0 0,0 0-1 0 0,0 0 1 0 0,-1 0 0 0 0,1 0 0 0 0,0 0-1 0 0,0 0 1 0 0,0 0 0 0 0,0 0-1 0 0,-2 0-167 0 0,1 1 0 0 0,0-1-1 0 0,-1 1 1 0 0,1 0-1 0 0,0 0 1 0 0,0 0 0 0 0,0 0-1 0 0,-1 0 1 0 0,1 0-1 0 0,0 0 1 0 0,0 0-1 0 0,0 1 1 0 0,-10 13-2204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03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4319 0 0,'0'1'0'0'0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04.8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1221 84 1135 0 0,'7'-12'22'0'0,"0"0"0"0"0,1 0 0 0 0,11-11 0 0 0,0-1-14 0 0,-69 98 494 0 0,-10 14 164 0 0,39-61-601 0 0,-1 0 0 0 0,-2-2 0 0 0,0-1 0 0 0,-2-1 0 0 0,0-1 0 0 0,-2-1 0 0 0,0-2 0 0 0,-47 25-1 0 0,-5-7 333 0 0,-129 41 0 0 0,-92 5-79 0 0,280-77-313 0 0,-1-2-1 0 0,1 0 1 0 0,-1-1-1 0 0,0-1 1 0 0,-35-2-1 0 0,50 0-1 0 0,0-1 0 0 0,0-1 0 0 0,0 1 0 0 0,0-1 0 0 0,0 0 0 0 0,1-1 0 0 0,-1 0 0 0 0,-12-7 0 0 0,15 7 0 0 0,-1-1 0 0 0,1 1 0 0 0,-1-1 0 0 0,1 0 0 0 0,0-1-1 0 0,1 1 1 0 0,-1-1 0 0 0,1 1 0 0 0,0-1 0 0 0,0 0-1 0 0,0 0 1 0 0,-3-9 0 0 0,3 3 32 0 0,0 1 0 0 0,0-1 0 0 0,0 0 0 0 0,0-22 0 0 0,2 28-10 0 0,1 1-1 0 0,0-1 0 0 0,0 1 0 0 0,0 0 1 0 0,1-1-1 0 0,-1 1 0 0 0,1 0 1 0 0,0-1-1 0 0,1 1 0 0 0,-1 0 1 0 0,1 0-1 0 0,0 0 0 0 0,0 0 0 0 0,0 0 1 0 0,4-5-1 0 0,-5 8-26 0 0,0 0 1 0 0,0 0-1 0 0,0 0 0 0 0,0 0 0 0 0,1 0 1 0 0,-1 0-1 0 0,0 1 0 0 0,0-1 0 0 0,1 0 1 0 0,-1 1-1 0 0,0-1 0 0 0,1 1 0 0 0,-1 0 1 0 0,0-1-1 0 0,1 1 0 0 0,-1 0 0 0 0,1 0 1 0 0,-1 0-1 0 0,0 0 0 0 0,1 0 0 0 0,-1 0 1 0 0,1 0-1 0 0,-1 0 0 0 0,0 1 0 0 0,1-1 1 0 0,-1 1-1 0 0,1-1 0 0 0,-1 1 0 0 0,0-1 1 0 0,0 1-1 0 0,2 1 0 0 0,4 2-17 0 0,-1 0 1 0 0,1 1-1 0 0,-1 1 0 0 0,7 7 1 0 0,-9-10 16 0 0,26 28 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08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98 165 1791 0 0,'14'-40'0'0'0,"-16"84"436"0"0,-9 217 1356 0 0,9-212-1681 0 0,-4 30 296 0 0,-3 0 1 0 0,-24 88-1 0 0,16-87 115 0 0,-14 159 1 0 0,30-185-536 0 0,3-1 0 0 0,8 58 0 0 0,-5-80 2 0 0,1 0 0 0 0,1 0 0 0 0,2-1 0 0 0,25 56 0 0 0,-21-63 90 0 0,2 0 0 0 0,0 0 0 0 0,1-2-1 0 0,30 30 1 0 0,-22-23 55 0 0,35 47 0 0 0,-51-63-87 0 0,35 50 18 0 0,-38-55-66 0 0,2 1 0 0 0,-1-2 0 0 0,1 1 0 0 0,0-1 0 0 0,14 10 0 0 0,-14-12 6 0 0,-2-1 3 0 0,0 0 1 0 0,0 1-1 0 0,0 0 1 0 0,0-1-1 0 0,-1 2 1 0 0,6 5-1 0 0,-5-3-8 0 0,1-1 0 0 0,0 0 0 0 0,0 0 0 0 0,0-1 0 0 0,1 1 0 0 0,10 5 0 0 0,-12-8 0 0 0,0-1 0 0 0,1 1 0 0 0,-1-1 0 0 0,1-1 0 0 0,0 1 0 0 0,0-1 0 0 0,-1 0 0 0 0,1 0 0 0 0,0-1 0 0 0,7 1 0 0 0,-2-2 15 0 0,0 0 0 0 0,1 0-1 0 0,-1-1 1 0 0,0-1 0 0 0,0 0-1 0 0,18-7 1 0 0,63-36 1110 0 0,-15 7 135 0 0,-16 13-951 0 0,1 3 0 0 0,1 2 0 0 0,0 4 0 0 0,127-19-1 0 0,373 14 340 0 0,1106 137-984 0 0,-1266-75-941 0 0,51 6-30 0 0,-278-19 1185 0 0,58 6-249 0 0,-184-29 266 0 0,0-2 0 0 0,86-8-1 0 0,-35-7-949 0 0,169-46-1 0 0,-174 32 918 0 0,0 2 474 0 0,114-46 0 0 0,-93 11-189 0 0,-5 3-13 0 0,-48 31 133 0 0,94-26-1 0 0,86-33-168 0 0,-37 10 266 0 0,-169 64-98 0 0,1 1-1 0 0,0 2 1 0 0,59-4-1 0 0,-61 12-127 0 0,63 8-1 0 0,-61-4-42 0 0,49-1-1 0 0,124-27 477 0 0,-147 14-438 0 0,-25 6 81 0 0,0 1-1 0 0,45 3 0 0 0,-61 2-213 0 0,-1 1 0 0 0,26 8 0 0 0,8 0 0 0 0,15 4 0 0 0,24 3 0 0 0,-82-17 0 0 0,0 0 0 0 0,-1 0 0 0 0,1-2 0 0 0,27-3 0 0 0,-32 2 0 0 0,1-1 0 0 0,15-7 0 0 0,-16 7 0 0 0,1-1 0 0 0,13-3 0 0 0,-22 7 0 0 0,0 0 0 0 0,-1 0 0 0 0,1 0 0 0 0,0 0 0 0 0,0-1 0 0 0,0 1 0 0 0,-1 0 0 0 0,1-1 0 0 0,0 1 0 0 0,-1 0 0 0 0,1-1 0 0 0,0 1 0 0 0,0-1 0 0 0,0 0 0 0 0,-1 0 0 0 0,0 1 0 0 0,0-1 0 0 0,0 1 0 0 0,0-1 0 0 0,0 0 0 0 0,0 1 0 0 0,1-1 0 0 0,-1 1 0 0 0,-1-1 0 0 0,1 0 0 0 0,0 1 0 0 0,0-1 0 0 0,0 1 0 0 0,0-1 0 0 0,0 1 0 0 0,0-1 0 0 0,-1 0 0 0 0,0 0 0 0 0,-11-28-72 0 0,-2 1-1 0 0,-18-29 0 0 0,-18-34-194 0 0,9-6 198 0 0,-47-168-1 0 0,0-11 351 0 0,49 162-196 0 0,35 104-83 0 0,1-1 1 0 0,0 1 0 0 0,1-1-1 0 0,-2-22 1 0 0,4 29-3 0 0,0 0 0 0 0,1 0 0 0 0,-1 0-1 0 0,1 0 1 0 0,-1 0 0 0 0,1 0 0 0 0,0 0 0 0 0,1 0 0 0 0,-1 1-1 0 0,1-1 1 0 0,0 0 0 0 0,-1 1 0 0 0,2-1 0 0 0,-1 1 0 0 0,0 0 0 0 0,6-6-1 0 0,4-3 1 0 0,0 1 0 0 0,-1-2 0 0 0,-1 1 0 0 0,0-2 0 0 0,-1 1 0 0 0,12-24 0 0 0,-8 5 2 0 0,-1-1 0 0 0,11-56 0 0 0,-13 48-416 0 0,-8 32-2030 0 0,0 3-808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16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374 197 1695 0 0,'5'-7'72'0'0,"0"0"-1"0"0,-1 0 1 0 0,5-9-1 0 0,-7 11-29 0 0,0 0 1 0 0,1 1-1 0 0,-1-1 0 0 0,1 1 0 0 0,0-1 0 0 0,0 1 1 0 0,1 0-1 0 0,-1 0 0 0 0,1 0 0 0 0,0 1 0 0 0,5-4 0 0 0,-8 6-40 0 0,0 1 0 0 0,1 0 0 0 0,-1-1 0 0 0,0 1 0 0 0,1 0-1 0 0,-1 0 1 0 0,0 0 0 0 0,0 0 0 0 0,1 0 0 0 0,-1 0 0 0 0,0 0-1 0 0,0 1 1 0 0,1-1 0 0 0,-1 0 0 0 0,0 1 0 0 0,0-1 0 0 0,0 1-1 0 0,1-1 1 0 0,-1 1 0 0 0,0 0 0 0 0,1 0 0 0 0,27 21 26 0 0,-20-15-25 0 0,9 6 59 0 0,39 19-1 0 0,-42-24-26 0 0,1 0-1 0 0,-1 1 1 0 0,0 1 0 0 0,16 15-1 0 0,99 107 158 0 0,-110-107-134 0 0,-1 0 0 0 0,-2 1 0 0 0,29 53 0 0 0,-42-70-17 0 0,6 11 134 0 0,-1 0-1 0 0,7 26 1 0 0,-14-39-131 0 0,-1 0 0 0 0,1 0 0 0 0,-1 0 0 0 0,-1 1 0 0 0,1-1 0 0 0,-1 0 0 0 0,0 0 0 0 0,-1 1 0 0 0,0-1-1 0 0,-3 13 1 0 0,-6 10-9 0 0,-1-1 1 0 0,-2 0-1 0 0,-1 0 0 0 0,-33 50 0 0 0,-85 98 124 0 0,121-165-158 0 0,3-1 47 0 0,0-1-1 0 0,-1 0 0 0 0,0-1 0 0 0,-1 0 0 0 0,0 0 1 0 0,-1-1-1 0 0,0-1 0 0 0,0 0 0 0 0,0 0 0 0 0,-1-1 0 0 0,0 0 1 0 0,-17 5-1 0 0,-118 40 187 0 0,142-49-233 0 0,-1-1-1 0 0,1 0 0 0 0,-1 0 0 0 0,1 0 1 0 0,-1 0-1 0 0,1-1 0 0 0,-1 0 0 0 0,0 0 1 0 0,1-1-1 0 0,-1 1 0 0 0,1-1 0 0 0,-9-3 1 0 0,6 1 22 0 0,0 0 1 0 0,1 0-1 0 0,-1-1 1 0 0,1 0-1 0 0,0-1 1 0 0,0 0-1 0 0,-10-9 1 0 0,-2-5 77 0 0,2 0 0 0 0,0-1 0 0 0,1-1 0 0 0,-17-31-1 0 0,2 3 59 0 0,3-2 0 0 0,-29-67 0 0 0,49 96-117 0 0,0 0-1 0 0,2-1 1 0 0,0 0-1 0 0,2 1 1 0 0,0-2-1 0 0,1 1 1 0 0,2 0 0 0 0,2-37-1 0 0,6-16 284 0 0,3 0 1 0 0,3 1-1 0 0,37-115 0 0 0,-44 174-286 0 0,0 0 0 0 0,1 0 0 0 0,1 1 0 0 0,1 0 0 0 0,18-25-1 0 0,-21 32-19 0 0,1 0 1 0 0,1 1-1 0 0,-1-1 0 0 0,1 2 0 0 0,1-1 0 0 0,-1 1 0 0 0,1 0 0 0 0,0 0 0 0 0,0 1 0 0 0,16-6 0 0 0,-13 7-34 0 0,0 0 0 0 0,0 1 0 0 0,1 0 0 0 0,-1 1 0 0 0,1 0 0 0 0,0 1-1 0 0,-1 1 1 0 0,24 1 0 0 0,-30 0-42 0 0,1 0-1 0 0,0 1 1 0 0,-1-1-1 0 0,1 1 1 0 0,-1 0-1 0 0,0 1 0 0 0,0 0 1 0 0,0 0-1 0 0,0 0 1 0 0,0 0-1 0 0,-1 1 1 0 0,1 0-1 0 0,-1 1 1 0 0,0-1-1 0 0,0 1 0 0 0,-1 0 1 0 0,1 0-1 0 0,4 7 1 0 0,-1 3-317 0 0,0 0 0 0 0,-1 0 0 0 0,9 28 0 0 0,-7-12-1880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18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 1335 0 0,'-22'6'0'0'0,"2"-3"0"0"0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18.2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1319 0 0,'14'5'56'0'0,"-12"-4"-48"0"0,0-1-1 0 0,0 1 0 0 0,0-1 0 0 0,0 1 1 0 0,0 0-1 0 0,0 0 0 0 0,0 0 1 0 0,0 0-1 0 0,0 1 0 0 0,1 0 0 0 0,4 5-9 0 0,-1 0 0 0 0,0 0 0 0 0,0 1 0 0 0,-1 0-1 0 0,0 0 1 0 0,0 0 0 0 0,-1 0 0 0 0,0 1-1 0 0,0-1 1 0 0,-1 1 0 0 0,0 0 0 0 0,-1 0-1 0 0,3 19 1 0 0,-1 8-9 0 0,-2 0 0 0 0,-3 47 1 0 0,0-80 9 0 0,2 214 1 0 0,2-157 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18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0 144 3223 0 0,'6'-13'106'0'0,"5"-10"-61"0"0,22-35 0 0 0,-29 54-314 0 0,0-1 0 0 0,1 1-1 0 0,0 0 1 0 0,0 1 0 0 0,0-1-1 0 0,1 1 1 0 0,-1 0 0 0 0,1 0-1 0 0,8-3 1 0 0,-14 6 276 0 0,5-2 36 0 0,0 0 1 0 0,-1 1 0 0 0,1-1-1 0 0,0 1 1 0 0,0 0-1 0 0,0 0 1 0 0,0 1 0 0 0,1 0-1 0 0,-1 0 1 0 0,0 0-1 0 0,8 1 1 0 0,-5 1 108 0 0,-1 0 0 0 0,0 0 0 0 0,0 1 0 0 0,0 0 0 0 0,0 0 0 0 0,0 0 0 0 0,7 5-1 0 0,-7-3 129 0 0,0-1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21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558 915 1263 0 0,'-6'-9'0'0'0,"1"-1"0"0"0,0 1 0 0 0,0-1 0 0 0,-5-20 0 0 0,1 6 0 0 0,4 9 6 0 0,-1 1-1 0 0,2-1 0 0 0,0 0 1 0 0,1 0-1 0 0,0 0 0 0 0,1 0 1 0 0,1 0-1 0 0,0-1 0 0 0,1 1 1 0 0,1 0-1 0 0,5-29 0 0 0,11-52 18 0 0,-11 55-2 0 0,18-60-1 0 0,-18 84-24 0 0,1-1 0 0 0,1 1 0 0 0,1 0 0 0 0,0 1 0 0 0,1 0 0 0 0,1 1 0 0 0,15-17 0 0 0,2 1-6 0 0,1 2-1 0 0,40-30 0 0 0,-61 53 11 0 0,0 0 0 0 0,0 0 0 0 0,0 1 0 0 0,1 1 0 0 0,0-1 0 0 0,0 1 0 0 0,12-4 0 0 0,-14 7 1 0 0,0-1 0 0 0,0 1 0 0 0,0 0 0 0 0,0 0 0 0 0,0 1 0 0 0,1 0 0 0 0,-1 1 0 0 0,0-1 0 0 0,0 1 0 0 0,11 3 0 0 0,18 8 15 0 0,0 2-1 0 0,65 35 1 0 0,-35-15-10 0 0,160 58-34 0 0,33 15-8 0 0,-169-59 36 0 0,134 93 0 0 0,-212-132 0 0 0,-1 0 0 0 0,0 1 0 0 0,-1 0 0 0 0,0 0 0 0 0,-1 1 0 0 0,14 21 0 0 0,-19-26 0 0 0,-1 0 0 0 0,1 0 0 0 0,-1 1 0 0 0,-1-1 0 0 0,1 1 0 0 0,-1-1 0 0 0,0 1 0 0 0,-1 0 0 0 0,1 0 0 0 0,-1 0 0 0 0,-1 0 0 0 0,1 0 0 0 0,-1 0 0 0 0,-1 0 0 0 0,-1 12 0 0 0,-3-4 0 0 0,0 1 0 0 0,-1-1 0 0 0,0-1 0 0 0,-1 1 0 0 0,-13 17 0 0 0,10-15 0 0 0,1 0 0 0 0,0 0 0 0 0,-7 23 0 0 0,2 15 13 0 0,3 0-1 0 0,-8 96 0 0 0,12-83 2 0 0,-18 82-1 0 0,16-113-21 0 0,-2 0-1 0 0,-2-1 0 0 0,-34 68 0 0 0,36-84 7 0 0,-1-1 1 0 0,0-1-1 0 0,-1 0 1 0 0,-1-1-1 0 0,-1 0 1 0 0,-1-1-1 0 0,0-1 1 0 0,-24 17-1 0 0,24-21 31 0 0,-1 0-1 0 0,-1-2 0 0 0,-34 13 1 0 0,-59 14-6 0 0,71-25-32 0 0,0-2 0 0 0,0-2 0 0 0,-1-2 0 0 0,0-1 0 0 0,0-2 0 0 0,0-2 0 0 0,-61-7 0 0 0,-36-16 71 0 0,-164-51 0 0 0,246 58-62 0 0,1-3 0 0 0,1-3 0 0 0,1-1 0 0 0,-93-58 0 0 0,129 70-6 0 0,1-2-1 0 0,0 0 1 0 0,1-1-1 0 0,1 0 1 0 0,0-1-1 0 0,1-1 1 0 0,0 0-1 0 0,2-1 1 0 0,-12-20-1 0 0,7 6 8 0 0,2 0 0 0 0,1-1 0 0 0,2 0 0 0 0,-12-55 0 0 0,9 21-14 0 0,2 0 0 0 0,-2-83-1 0 0,13 115 9 0 0,1 0-1 0 0,2 1 0 0 0,2-1 1 0 0,1 1-1 0 0,1 0 0 0 0,16-47 0 0 0,-5 35 17 0 0,30-56-1 0 0,31-40 29 0 0,-77 138-39 0 0,39-65 3 0 0,3 2-1 0 0,3 2 1 0 0,3 2-1 0 0,105-104 0 0 0,-151 163-2 0 0,3-2-7 0 0,0-1 1 0 0,0 1-1 0 0,0 0 0 0 0,12-6 0 0 0,-17 11 7 0 0,0-1-1 0 0,0 0 0 0 0,0 1 0 0 0,0-1 1 0 0,0 1-1 0 0,0 0 0 0 0,0-1 0 0 0,1 1 1 0 0,-1 0-1 0 0,0 0 0 0 0,0-1 0 0 0,0 1 1 0 0,1 0-1 0 0,-1 0 0 0 0,0 0 0 0 0,0 1 1 0 0,0-1-1 0 0,0 0 0 0 0,1 0 0 0 0,-1 1 1 0 0,0-1-1 0 0,0 1 0 0 0,0-1 0 0 0,0 1 1 0 0,0-1-1 0 0,0 1 0 0 0,0-1 0 0 0,0 1 1 0 0,0 0-1 0 0,0 0 0 0 0,0 0 0 0 0,0-1 1 0 0,-1 1-1 0 0,1 0 0 0 0,0 0 0 0 0,0 0 1 0 0,-1 0-1 0 0,1 0 0 0 0,0 2 0 0 0,7 17-10 0 0,-1 1-1 0 0,0 0 0 0 0,-2 1 0 0 0,4 28 0 0 0,-5-25 7 0 0,9 35 69 0 0,-8-42-64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22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386 141 1319 0 0,'123'-17'117'0'0,"43"-3"-112"0"0,-141 19-5 0 0,0 1-1 0 0,-1 1 1 0 0,1 1 0 0 0,45 10-1 0 0,-42-4 10 0 0,0 1-1 0 0,-1 1 0 0 0,0 1 1 0 0,-1 2-1 0 0,46 29 0 0 0,-41-21-21 0 0,-2 2 0 0 0,0 1 0 0 0,-2 2 0 0 0,27 31-1 0 0,-7-1 40 0 0,54 88 0 0 0,23 70-14 0 0,53 159-12 0 0,-165-346 0 0 0,-2 1 0 0 0,-1 1 0 0 0,-1 0 0 0 0,-2 0 0 0 0,0 0 0 0 0,-2 1 0 0 0,0 59 0 0 0,-5-74 0 0 0,0 0 0 0 0,-1 0 0 0 0,0 0 0 0 0,-1 0 0 0 0,-1 0 0 0 0,-1-1 0 0 0,0 0 0 0 0,0 0 0 0 0,-1 0 0 0 0,-1 0 0 0 0,-1-1 0 0 0,0 0 0 0 0,0-1 0 0 0,-1 0 0 0 0,-1 0 0 0 0,0-1 0 0 0,-18 16 0 0 0,14-16 3 0 0,-1-1 0 0 0,0-1 0 0 0,0 0 0 0 0,-1-1 0 0 0,0-1 0 0 0,0-1 0 0 0,-1 0 0 0 0,1-1 0 0 0,-2 0 0 0 0,-17 2-1 0 0,-3-3 6 0 0,1 0 0 0 0,-1-3 0 0 0,-62-4 0 0 0,54-3-8 0 0,0-2 0 0 0,1-2 0 0 0,0-2 0 0 0,1-1 0 0 0,0-3 0 0 0,1-2 0 0 0,-43-24 0 0 0,-12-14 0 0 0,-157-116 0 0 0,215 140 0 0 0,0 0 0 0 0,3-3 0 0 0,1-1 0 0 0,1-2 0 0 0,-40-57 0 0 0,53 63 0 0 0,2-2 0 0 0,1 0 0 0 0,1-2 0 0 0,2 1 0 0 0,2-2 0 0 0,1 0 0 0 0,-12-60 0 0 0,-11-150-32 0 0,33 202 24 0 0,3 0 0 0 0,1 0 0 0 0,10-69 0 0 0,-7 94 16 0 0,0 1-1 0 0,1 0 0 0 0,1 0 0 0 0,1 0 0 0 0,1 1 0 0 0,14-27 0 0 0,-15 34-11 0 0,0 1 0 0 0,1-1 0 0 0,0 1 0 0 0,1 1 0 0 0,0-1-1 0 0,0 2 1 0 0,1-1 0 0 0,0 1 0 0 0,0 1 0 0 0,1 0 0 0 0,13-7-1 0 0,-1 4 6 0 0,-1 1-1 0 0,2 1 0 0 0,-1 1 0 0 0,1 1 0 0 0,0 1 0 0 0,46-3 0 0 0,-26 6-2 0 0,-1 2-1 0 0,1 2 0 0 0,43 7 0 0 0,-64-5-5 0 0,0 0-1 0 0,-1 1 1 0 0,0 2 0 0 0,0 0-1 0 0,0 1 1 0 0,31 17 0 0 0,-42-18 8 0 0,1 1 1 0 0,-1-1-1 0 0,0 2 0 0 0,-1 0 1 0 0,0 0-1 0 0,0 1 0 0 0,-1 0 1 0 0,0 1-1 0 0,-1 0 0 0 0,0 0 1 0 0,-1 0-1 0 0,8 17 0 0 0,-5-5 11 0 0,-1 0-1 0 0,-1 1 1 0 0,7 33-1 0 0,6 74 36 0 0,-20-122-46 0 0,3 18 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35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534 199 1407 0 0,'7'-5'45'0'0,"-4"2"-38"0"0,-1 1 0 0 0,0 0 0 0 0,1 1 0 0 0,0-1 0 0 0,-1 0 0 0 0,1 1 0 0 0,0 0 0 0 0,0-1 0 0 0,-1 1 0 0 0,1 0 0 0 0,5 0-1 0 0,7 8-6 0 0,45 1 0 0 0,1 0 0 0 0,-32-1 0 0 0,-1 2 0 0 0,0 0 0 0 0,0 2 0 0 0,-1 0 0 0 0,25 17 0 0 0,-15-6 0 0 0,-2 1 0 0 0,61 55 0 0 0,175 190 0 0 0,-238-230 0 0 0,-2 1 0 0 0,-2 1 0 0 0,-2 2 0 0 0,-1 0 0 0 0,-2 2 0 0 0,-2 1 0 0 0,-2 1 0 0 0,-2 0 0 0 0,12 52 0 0 0,-25-80 0 0 0,-1 1 0 0 0,1 21 0 0 0,-4-32 0 0 0,-1 0 0 0 0,0 1 0 0 0,-1-1 0 0 0,1 0 0 0 0,-2 1 0 0 0,1-1 0 0 0,-4 10 0 0 0,4-15 0 0 0,0 0 0 0 0,-1 0 0 0 0,1-1 0 0 0,-1 1 0 0 0,0 0 0 0 0,1-1 0 0 0,-1 0 0 0 0,0 1 0 0 0,-1-1 0 0 0,1 0 0 0 0,0 0 0 0 0,-1 0 0 0 0,1 0 0 0 0,-1 0 0 0 0,1-1 0 0 0,-1 1 0 0 0,0-1 0 0 0,0 0 0 0 0,1 0 0 0 0,-1 0 0 0 0,0 0 0 0 0,0 0 0 0 0,0-1 0 0 0,0 1 0 0 0,-1-1 0 0 0,-3 0 0 0 0,-7 0 0 0 0,0 0 0 0 0,0-1 0 0 0,0-1 0 0 0,-19-4 0 0 0,-18-8 13 0 0,1-2 0 0 0,-80-38-1 0 0,-52-17 14 0 0,127 58-26 0 0,-92-11 0 0 0,6 2 0 0 0,114 16 0 0 0,0-1 0 0 0,1-1 0 0 0,-32-15 0 0 0,9-2 0 0 0,2-3 0 0 0,1-1 0 0 0,1-2 0 0 0,-73-67 0 0 0,97 77 0 0 0,1 0 0 0 0,1-1 0 0 0,1-1 0 0 0,2-1 0 0 0,0-1 0 0 0,1 0 0 0 0,-15-34 0 0 0,10 10 0 0 0,2-1 0 0 0,2 0 0 0 0,-11-59 0 0 0,19 57 0 0 0,2-1 0 0 0,2 1 0 0 0,3-1 0 0 0,9-88 0 0 0,-5 105 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5:57:49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75 1695 0 0,'5'-3'114'0'0,"-2"-9"-76"0"0,-3 6-38 0 0,0 1 0 0 0,0-1 0 0 0,-1 1 0 0 0,0-1 0 0 0,1 1 0 0 0,-2-1 0 0 0,1 1 0 0 0,-5-10 0 0 0,7 17 0 0 0,0 1 0 0 0,0-1 0 0 0,0 1 0 0 0,-1-1 0 0 0,0 1 0 0 0,1 0 0 0 0,-1-1 0 0 0,0 1 0 0 0,0 3 0 0 0,0-2 0 0 0,1 6 0 0 0,1 9 0 0 0,-2-18 0 0 0,0-1 0 0 0,0 0 0 0 0,0 1 0 0 0,0-1 0 0 0,0 0 0 0 0,0 1 0 0 0,0-1 0 0 0,0 0 0 0 0,0 1 0 0 0,0-1 0 0 0,0 1 0 0 0,0-1 0 0 0,0 0 0 0 0,0 1 0 0 0,-1-1 0 0 0,1 0 0 0 0,0 1 0 0 0,0-1 0 0 0,0 0 0 0 0,-1 0 0 0 0,1 1 0 0 0,0-1 0 0 0,0 0 0 0 0,0 0 0 0 0,-1 1 0 0 0,1-1 0 0 0,0 0 0 0 0,-1 0 0 0 0,1 1 0 0 0,0-1 0 0 0,-1 0 0 0 0,1 0 0 0 0,0 0 0 0 0,-1 0 0 0 0,1 1 0 0 0,-2-1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D46CE-9ABE-4168-9A6C-FAD222BAB91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E9BE2-C325-4480-903C-33EEB254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7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E9BE2-C325-4480-903C-33EEB254E3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4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E9BE2-C325-4480-903C-33EEB254E3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A6BD-8E18-49E6-83A9-CF7D0729DEAD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9937-B205-4006-AE99-DEC52B1F2751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DA2C4-6E26-4C4C-B3B5-2A5659F2D14A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B35E-CA9D-4A53-9EE6-8D57D0667A50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D9B8-0864-4A05-9F57-30B1C8DACC78}" type="datetime1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C204E-A615-4BC9-BDD4-2B36CD583527}" type="datetime1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E401-28E5-46CA-8AAC-0A16000D9938}" type="datetime1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DEA7-A9F7-42AC-8C5F-758D084770AF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ACD2-01F9-4EE2-B1FF-E869F5D28CA8}" type="datetime1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1036-2524-475D-90B0-D41E49DD9F08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B8FF8-B41F-4F62-A142-502351341A79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D6EC-1DA4-4FAF-BE76-2926A615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78B72-E8DA-40C8-89F6-E84BC0032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4991-0F3B-4466-BB0F-305A0DCD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3FB-EAFF-4144-9B07-1AC318FE8AE7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78B71-7133-49ED-80AB-29F8E274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00D6A-A5AE-413A-A737-8E293340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7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6D3C1-CE6C-46C8-A00F-0C6BE44FF53B}" type="datetime1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4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customXml" Target="../ink/ink8.xml"/><Relationship Id="rId7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customXml" Target="../ink/ink3.xml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customXml" Target="../ink/ink7.xml"/><Relationship Id="rId4" Type="http://schemas.openxmlformats.org/officeDocument/2006/relationships/image" Target="../media/image2.svg"/><Relationship Id="rId9" Type="http://schemas.openxmlformats.org/officeDocument/2006/relationships/customXml" Target="../ink/ink2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1.xml"/><Relationship Id="rId30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.xml"/><Relationship Id="rId671" Type="http://schemas.openxmlformats.org/officeDocument/2006/relationships/customXml" Target="../ink/ink347.xml"/><Relationship Id="rId21" Type="http://schemas.openxmlformats.org/officeDocument/2006/relationships/customXml" Target="../ink/ink22.xml"/><Relationship Id="rId324" Type="http://schemas.openxmlformats.org/officeDocument/2006/relationships/image" Target="../media/image177.png"/><Relationship Id="rId531" Type="http://schemas.openxmlformats.org/officeDocument/2006/relationships/customXml" Target="../ink/ink277.xml"/><Relationship Id="rId629" Type="http://schemas.openxmlformats.org/officeDocument/2006/relationships/customXml" Target="../ink/ink326.xml"/><Relationship Id="rId170" Type="http://schemas.openxmlformats.org/officeDocument/2006/relationships/image" Target="../media/image100.png"/><Relationship Id="rId268" Type="http://schemas.openxmlformats.org/officeDocument/2006/relationships/image" Target="../media/image149.png"/><Relationship Id="rId475" Type="http://schemas.openxmlformats.org/officeDocument/2006/relationships/customXml" Target="../ink/ink249.xml"/><Relationship Id="rId682" Type="http://schemas.openxmlformats.org/officeDocument/2006/relationships/image" Target="../media/image356.png"/><Relationship Id="rId32" Type="http://schemas.openxmlformats.org/officeDocument/2006/relationships/image" Target="../media/image31.png"/><Relationship Id="rId128" Type="http://schemas.openxmlformats.org/officeDocument/2006/relationships/image" Target="../media/image79.png"/><Relationship Id="rId335" Type="http://schemas.openxmlformats.org/officeDocument/2006/relationships/customXml" Target="../ink/ink179.xml"/><Relationship Id="rId542" Type="http://schemas.openxmlformats.org/officeDocument/2006/relationships/image" Target="../media/image286.png"/><Relationship Id="rId181" Type="http://schemas.openxmlformats.org/officeDocument/2006/relationships/customXml" Target="../ink/ink102.xml"/><Relationship Id="rId402" Type="http://schemas.openxmlformats.org/officeDocument/2006/relationships/image" Target="../media/image216.png"/><Relationship Id="rId279" Type="http://schemas.openxmlformats.org/officeDocument/2006/relationships/customXml" Target="../ink/ink151.xml"/><Relationship Id="rId486" Type="http://schemas.openxmlformats.org/officeDocument/2006/relationships/image" Target="../media/image258.png"/><Relationship Id="rId693" Type="http://schemas.openxmlformats.org/officeDocument/2006/relationships/customXml" Target="../ink/ink358.xml"/><Relationship Id="rId707" Type="http://schemas.openxmlformats.org/officeDocument/2006/relationships/customXml" Target="../ink/ink365.xml"/><Relationship Id="rId43" Type="http://schemas.openxmlformats.org/officeDocument/2006/relationships/customXml" Target="../ink/ink33.xml"/><Relationship Id="rId139" Type="http://schemas.openxmlformats.org/officeDocument/2006/relationships/customXml" Target="../ink/ink81.xml"/><Relationship Id="rId346" Type="http://schemas.openxmlformats.org/officeDocument/2006/relationships/image" Target="../media/image188.png"/><Relationship Id="rId553" Type="http://schemas.openxmlformats.org/officeDocument/2006/relationships/customXml" Target="../ink/ink288.xml"/><Relationship Id="rId192" Type="http://schemas.openxmlformats.org/officeDocument/2006/relationships/image" Target="../media/image111.png"/><Relationship Id="rId206" Type="http://schemas.openxmlformats.org/officeDocument/2006/relationships/image" Target="../media/image118.png"/><Relationship Id="rId413" Type="http://schemas.openxmlformats.org/officeDocument/2006/relationships/customXml" Target="../ink/ink218.xml"/><Relationship Id="rId497" Type="http://schemas.openxmlformats.org/officeDocument/2006/relationships/customXml" Target="../ink/ink260.xml"/><Relationship Id="rId620" Type="http://schemas.openxmlformats.org/officeDocument/2006/relationships/image" Target="../media/image325.png"/><Relationship Id="rId718" Type="http://schemas.openxmlformats.org/officeDocument/2006/relationships/image" Target="../media/image374.png"/><Relationship Id="rId357" Type="http://schemas.openxmlformats.org/officeDocument/2006/relationships/customXml" Target="../ink/ink190.xml"/><Relationship Id="rId54" Type="http://schemas.openxmlformats.org/officeDocument/2006/relationships/image" Target="../media/image42.png"/><Relationship Id="rId217" Type="http://schemas.openxmlformats.org/officeDocument/2006/relationships/customXml" Target="../ink/ink120.xml"/><Relationship Id="rId564" Type="http://schemas.openxmlformats.org/officeDocument/2006/relationships/image" Target="../media/image297.png"/><Relationship Id="rId424" Type="http://schemas.openxmlformats.org/officeDocument/2006/relationships/image" Target="../media/image227.png"/><Relationship Id="rId631" Type="http://schemas.openxmlformats.org/officeDocument/2006/relationships/customXml" Target="../ink/ink327.xml"/><Relationship Id="rId729" Type="http://schemas.openxmlformats.org/officeDocument/2006/relationships/customXml" Target="../ink/ink376.xml"/><Relationship Id="rId270" Type="http://schemas.openxmlformats.org/officeDocument/2006/relationships/image" Target="../media/image150.png"/><Relationship Id="rId65" Type="http://schemas.openxmlformats.org/officeDocument/2006/relationships/customXml" Target="../ink/ink44.xml"/><Relationship Id="rId130" Type="http://schemas.openxmlformats.org/officeDocument/2006/relationships/image" Target="../media/image80.png"/><Relationship Id="rId368" Type="http://schemas.openxmlformats.org/officeDocument/2006/relationships/image" Target="../media/image199.png"/><Relationship Id="rId575" Type="http://schemas.openxmlformats.org/officeDocument/2006/relationships/customXml" Target="../ink/ink299.xml"/><Relationship Id="rId228" Type="http://schemas.openxmlformats.org/officeDocument/2006/relationships/image" Target="../media/image129.png"/><Relationship Id="rId435" Type="http://schemas.openxmlformats.org/officeDocument/2006/relationships/customXml" Target="../ink/ink229.xml"/><Relationship Id="rId642" Type="http://schemas.openxmlformats.org/officeDocument/2006/relationships/image" Target="../media/image336.png"/><Relationship Id="rId281" Type="http://schemas.openxmlformats.org/officeDocument/2006/relationships/customXml" Target="../ink/ink152.xml"/><Relationship Id="rId502" Type="http://schemas.openxmlformats.org/officeDocument/2006/relationships/image" Target="../media/image266.png"/><Relationship Id="rId76" Type="http://schemas.openxmlformats.org/officeDocument/2006/relationships/image" Target="../media/image53.png"/><Relationship Id="rId141" Type="http://schemas.openxmlformats.org/officeDocument/2006/relationships/customXml" Target="../ink/ink82.xml"/><Relationship Id="rId379" Type="http://schemas.openxmlformats.org/officeDocument/2006/relationships/customXml" Target="../ink/ink201.xml"/><Relationship Id="rId586" Type="http://schemas.openxmlformats.org/officeDocument/2006/relationships/image" Target="../media/image308.png"/><Relationship Id="rId7" Type="http://schemas.openxmlformats.org/officeDocument/2006/relationships/customXml" Target="../ink/ink15.xml"/><Relationship Id="rId239" Type="http://schemas.openxmlformats.org/officeDocument/2006/relationships/customXml" Target="../ink/ink131.xml"/><Relationship Id="rId446" Type="http://schemas.openxmlformats.org/officeDocument/2006/relationships/image" Target="../media/image238.png"/><Relationship Id="rId653" Type="http://schemas.openxmlformats.org/officeDocument/2006/relationships/customXml" Target="../ink/ink338.xml"/><Relationship Id="rId292" Type="http://schemas.openxmlformats.org/officeDocument/2006/relationships/image" Target="../media/image161.png"/><Relationship Id="rId306" Type="http://schemas.openxmlformats.org/officeDocument/2006/relationships/image" Target="../media/image168.png"/><Relationship Id="rId87" Type="http://schemas.openxmlformats.org/officeDocument/2006/relationships/customXml" Target="../ink/ink55.xml"/><Relationship Id="rId513" Type="http://schemas.openxmlformats.org/officeDocument/2006/relationships/customXml" Target="../ink/ink268.xml"/><Relationship Id="rId597" Type="http://schemas.openxmlformats.org/officeDocument/2006/relationships/customXml" Target="../ink/ink310.xml"/><Relationship Id="rId720" Type="http://schemas.openxmlformats.org/officeDocument/2006/relationships/image" Target="../media/image375.png"/><Relationship Id="rId152" Type="http://schemas.openxmlformats.org/officeDocument/2006/relationships/image" Target="../media/image91.png"/><Relationship Id="rId457" Type="http://schemas.openxmlformats.org/officeDocument/2006/relationships/customXml" Target="../ink/ink240.xml"/><Relationship Id="rId664" Type="http://schemas.openxmlformats.org/officeDocument/2006/relationships/image" Target="../media/image347.png"/><Relationship Id="rId14" Type="http://schemas.openxmlformats.org/officeDocument/2006/relationships/image" Target="../media/image22.png"/><Relationship Id="rId317" Type="http://schemas.openxmlformats.org/officeDocument/2006/relationships/customXml" Target="../ink/ink170.xml"/><Relationship Id="rId524" Type="http://schemas.openxmlformats.org/officeDocument/2006/relationships/image" Target="../media/image277.png"/><Relationship Id="rId731" Type="http://schemas.openxmlformats.org/officeDocument/2006/relationships/customXml" Target="../ink/ink377.xml"/><Relationship Id="rId98" Type="http://schemas.openxmlformats.org/officeDocument/2006/relationships/image" Target="../media/image64.png"/><Relationship Id="rId163" Type="http://schemas.openxmlformats.org/officeDocument/2006/relationships/customXml" Target="../ink/ink93.xml"/><Relationship Id="rId370" Type="http://schemas.openxmlformats.org/officeDocument/2006/relationships/image" Target="../media/image200.png"/><Relationship Id="rId230" Type="http://schemas.openxmlformats.org/officeDocument/2006/relationships/image" Target="../media/image130.png"/><Relationship Id="rId468" Type="http://schemas.openxmlformats.org/officeDocument/2006/relationships/image" Target="../media/image249.png"/><Relationship Id="rId675" Type="http://schemas.openxmlformats.org/officeDocument/2006/relationships/customXml" Target="../ink/ink349.xml"/><Relationship Id="rId25" Type="http://schemas.openxmlformats.org/officeDocument/2006/relationships/customXml" Target="../ink/ink24.xml"/><Relationship Id="rId328" Type="http://schemas.openxmlformats.org/officeDocument/2006/relationships/image" Target="../media/image179.png"/><Relationship Id="rId535" Type="http://schemas.openxmlformats.org/officeDocument/2006/relationships/customXml" Target="../ink/ink279.xml"/><Relationship Id="rId174" Type="http://schemas.openxmlformats.org/officeDocument/2006/relationships/image" Target="../media/image102.png"/><Relationship Id="rId381" Type="http://schemas.openxmlformats.org/officeDocument/2006/relationships/customXml" Target="../ink/ink202.xml"/><Relationship Id="rId602" Type="http://schemas.openxmlformats.org/officeDocument/2006/relationships/image" Target="../media/image316.png"/><Relationship Id="rId241" Type="http://schemas.openxmlformats.org/officeDocument/2006/relationships/customXml" Target="../ink/ink132.xml"/><Relationship Id="rId479" Type="http://schemas.openxmlformats.org/officeDocument/2006/relationships/customXml" Target="../ink/ink251.xml"/><Relationship Id="rId686" Type="http://schemas.openxmlformats.org/officeDocument/2006/relationships/image" Target="../media/image358.png"/><Relationship Id="rId36" Type="http://schemas.openxmlformats.org/officeDocument/2006/relationships/image" Target="../media/image33.png"/><Relationship Id="rId339" Type="http://schemas.openxmlformats.org/officeDocument/2006/relationships/customXml" Target="../ink/ink181.xml"/><Relationship Id="rId546" Type="http://schemas.openxmlformats.org/officeDocument/2006/relationships/image" Target="../media/image288.png"/><Relationship Id="rId101" Type="http://schemas.openxmlformats.org/officeDocument/2006/relationships/customXml" Target="../ink/ink62.xml"/><Relationship Id="rId185" Type="http://schemas.openxmlformats.org/officeDocument/2006/relationships/customXml" Target="../ink/ink104.xml"/><Relationship Id="rId406" Type="http://schemas.openxmlformats.org/officeDocument/2006/relationships/image" Target="../media/image218.png"/><Relationship Id="rId392" Type="http://schemas.openxmlformats.org/officeDocument/2006/relationships/image" Target="../media/image211.png"/><Relationship Id="rId613" Type="http://schemas.openxmlformats.org/officeDocument/2006/relationships/customXml" Target="../ink/ink318.xml"/><Relationship Id="rId697" Type="http://schemas.openxmlformats.org/officeDocument/2006/relationships/customXml" Target="../ink/ink360.xml"/><Relationship Id="rId252" Type="http://schemas.openxmlformats.org/officeDocument/2006/relationships/image" Target="../media/image141.png"/><Relationship Id="rId47" Type="http://schemas.openxmlformats.org/officeDocument/2006/relationships/customXml" Target="../ink/ink35.xml"/><Relationship Id="rId112" Type="http://schemas.openxmlformats.org/officeDocument/2006/relationships/image" Target="../media/image71.png"/><Relationship Id="rId557" Type="http://schemas.openxmlformats.org/officeDocument/2006/relationships/customXml" Target="../ink/ink290.xml"/><Relationship Id="rId196" Type="http://schemas.openxmlformats.org/officeDocument/2006/relationships/image" Target="../media/image113.png"/><Relationship Id="rId417" Type="http://schemas.openxmlformats.org/officeDocument/2006/relationships/customXml" Target="../ink/ink220.xml"/><Relationship Id="rId624" Type="http://schemas.openxmlformats.org/officeDocument/2006/relationships/image" Target="../media/image327.png"/><Relationship Id="rId263" Type="http://schemas.openxmlformats.org/officeDocument/2006/relationships/customXml" Target="../ink/ink143.xml"/><Relationship Id="rId470" Type="http://schemas.openxmlformats.org/officeDocument/2006/relationships/image" Target="../media/image250.png"/><Relationship Id="rId58" Type="http://schemas.openxmlformats.org/officeDocument/2006/relationships/image" Target="../media/image44.png"/><Relationship Id="rId123" Type="http://schemas.openxmlformats.org/officeDocument/2006/relationships/customXml" Target="../ink/ink73.xml"/><Relationship Id="rId330" Type="http://schemas.openxmlformats.org/officeDocument/2006/relationships/image" Target="../media/image180.png"/><Relationship Id="rId568" Type="http://schemas.openxmlformats.org/officeDocument/2006/relationships/image" Target="../media/image299.png"/><Relationship Id="rId428" Type="http://schemas.openxmlformats.org/officeDocument/2006/relationships/image" Target="../media/image229.png"/><Relationship Id="rId635" Type="http://schemas.openxmlformats.org/officeDocument/2006/relationships/customXml" Target="../ink/ink329.xml"/><Relationship Id="rId274" Type="http://schemas.openxmlformats.org/officeDocument/2006/relationships/image" Target="../media/image152.png"/><Relationship Id="rId481" Type="http://schemas.openxmlformats.org/officeDocument/2006/relationships/customXml" Target="../ink/ink252.xml"/><Relationship Id="rId702" Type="http://schemas.openxmlformats.org/officeDocument/2006/relationships/image" Target="../media/image366.png"/><Relationship Id="rId69" Type="http://schemas.openxmlformats.org/officeDocument/2006/relationships/customXml" Target="../ink/ink46.xml"/><Relationship Id="rId134" Type="http://schemas.openxmlformats.org/officeDocument/2006/relationships/image" Target="../media/image82.png"/><Relationship Id="rId579" Type="http://schemas.openxmlformats.org/officeDocument/2006/relationships/customXml" Target="../ink/ink301.xml"/><Relationship Id="rId341" Type="http://schemas.openxmlformats.org/officeDocument/2006/relationships/customXml" Target="../ink/ink182.xml"/><Relationship Id="rId439" Type="http://schemas.openxmlformats.org/officeDocument/2006/relationships/customXml" Target="../ink/ink231.xml"/><Relationship Id="rId646" Type="http://schemas.openxmlformats.org/officeDocument/2006/relationships/image" Target="../media/image338.png"/><Relationship Id="rId201" Type="http://schemas.openxmlformats.org/officeDocument/2006/relationships/customXml" Target="../ink/ink112.xml"/><Relationship Id="rId285" Type="http://schemas.openxmlformats.org/officeDocument/2006/relationships/customXml" Target="../ink/ink154.xml"/><Relationship Id="rId506" Type="http://schemas.openxmlformats.org/officeDocument/2006/relationships/image" Target="../media/image268.png"/><Relationship Id="rId492" Type="http://schemas.openxmlformats.org/officeDocument/2006/relationships/image" Target="../media/image261.png"/><Relationship Id="rId713" Type="http://schemas.openxmlformats.org/officeDocument/2006/relationships/customXml" Target="../ink/ink368.xml"/><Relationship Id="rId145" Type="http://schemas.openxmlformats.org/officeDocument/2006/relationships/customXml" Target="../ink/ink84.xml"/><Relationship Id="rId352" Type="http://schemas.openxmlformats.org/officeDocument/2006/relationships/image" Target="../media/image191.png"/><Relationship Id="rId212" Type="http://schemas.openxmlformats.org/officeDocument/2006/relationships/image" Target="../media/image121.png"/><Relationship Id="rId657" Type="http://schemas.openxmlformats.org/officeDocument/2006/relationships/customXml" Target="../ink/ink340.xml"/><Relationship Id="rId296" Type="http://schemas.openxmlformats.org/officeDocument/2006/relationships/image" Target="../media/image163.png"/><Relationship Id="rId517" Type="http://schemas.openxmlformats.org/officeDocument/2006/relationships/customXml" Target="../ink/ink270.xml"/><Relationship Id="rId724" Type="http://schemas.openxmlformats.org/officeDocument/2006/relationships/image" Target="../media/image377.png"/><Relationship Id="rId60" Type="http://schemas.openxmlformats.org/officeDocument/2006/relationships/image" Target="../media/image45.png"/><Relationship Id="rId156" Type="http://schemas.openxmlformats.org/officeDocument/2006/relationships/image" Target="../media/image93.png"/><Relationship Id="rId363" Type="http://schemas.openxmlformats.org/officeDocument/2006/relationships/customXml" Target="../ink/ink193.xml"/><Relationship Id="rId570" Type="http://schemas.openxmlformats.org/officeDocument/2006/relationships/image" Target="../media/image300.png"/><Relationship Id="rId223" Type="http://schemas.openxmlformats.org/officeDocument/2006/relationships/customXml" Target="../ink/ink123.xml"/><Relationship Id="rId430" Type="http://schemas.openxmlformats.org/officeDocument/2006/relationships/image" Target="../media/image230.png"/><Relationship Id="rId668" Type="http://schemas.openxmlformats.org/officeDocument/2006/relationships/image" Target="../media/image349.png"/><Relationship Id="rId18" Type="http://schemas.openxmlformats.org/officeDocument/2006/relationships/image" Target="../media/image24.png"/><Relationship Id="rId528" Type="http://schemas.openxmlformats.org/officeDocument/2006/relationships/image" Target="../media/image279.png"/><Relationship Id="rId167" Type="http://schemas.openxmlformats.org/officeDocument/2006/relationships/customXml" Target="../ink/ink95.xml"/><Relationship Id="rId374" Type="http://schemas.openxmlformats.org/officeDocument/2006/relationships/image" Target="../media/image202.png"/><Relationship Id="rId581" Type="http://schemas.openxmlformats.org/officeDocument/2006/relationships/customXml" Target="../ink/ink302.xml"/><Relationship Id="rId71" Type="http://schemas.openxmlformats.org/officeDocument/2006/relationships/customXml" Target="../ink/ink47.xml"/><Relationship Id="rId234" Type="http://schemas.openxmlformats.org/officeDocument/2006/relationships/image" Target="../media/image132.png"/><Relationship Id="rId679" Type="http://schemas.openxmlformats.org/officeDocument/2006/relationships/customXml" Target="../ink/ink351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26.xml"/><Relationship Id="rId441" Type="http://schemas.openxmlformats.org/officeDocument/2006/relationships/customXml" Target="../ink/ink232.xml"/><Relationship Id="rId539" Type="http://schemas.openxmlformats.org/officeDocument/2006/relationships/customXml" Target="../ink/ink281.xml"/><Relationship Id="rId178" Type="http://schemas.openxmlformats.org/officeDocument/2006/relationships/image" Target="../media/image104.png"/><Relationship Id="rId301" Type="http://schemas.openxmlformats.org/officeDocument/2006/relationships/customXml" Target="../ink/ink162.xml"/><Relationship Id="rId82" Type="http://schemas.openxmlformats.org/officeDocument/2006/relationships/image" Target="../media/image56.png"/><Relationship Id="rId385" Type="http://schemas.openxmlformats.org/officeDocument/2006/relationships/customXml" Target="../ink/ink204.xml"/><Relationship Id="rId592" Type="http://schemas.openxmlformats.org/officeDocument/2006/relationships/image" Target="../media/image311.png"/><Relationship Id="rId606" Type="http://schemas.openxmlformats.org/officeDocument/2006/relationships/image" Target="../media/image318.png"/><Relationship Id="rId245" Type="http://schemas.openxmlformats.org/officeDocument/2006/relationships/customXml" Target="../ink/ink134.xml"/><Relationship Id="rId452" Type="http://schemas.openxmlformats.org/officeDocument/2006/relationships/image" Target="../media/image241.png"/><Relationship Id="rId105" Type="http://schemas.openxmlformats.org/officeDocument/2006/relationships/customXml" Target="../ink/ink64.xml"/><Relationship Id="rId312" Type="http://schemas.openxmlformats.org/officeDocument/2006/relationships/image" Target="../media/image171.png"/><Relationship Id="rId51" Type="http://schemas.openxmlformats.org/officeDocument/2006/relationships/customXml" Target="../ink/ink37.xml"/><Relationship Id="rId93" Type="http://schemas.openxmlformats.org/officeDocument/2006/relationships/customXml" Target="../ink/ink58.xml"/><Relationship Id="rId189" Type="http://schemas.openxmlformats.org/officeDocument/2006/relationships/customXml" Target="../ink/ink106.xml"/><Relationship Id="rId396" Type="http://schemas.openxmlformats.org/officeDocument/2006/relationships/image" Target="../media/image213.png"/><Relationship Id="rId561" Type="http://schemas.openxmlformats.org/officeDocument/2006/relationships/customXml" Target="../ink/ink292.xml"/><Relationship Id="rId617" Type="http://schemas.openxmlformats.org/officeDocument/2006/relationships/customXml" Target="../ink/ink320.xml"/><Relationship Id="rId659" Type="http://schemas.openxmlformats.org/officeDocument/2006/relationships/customXml" Target="../ink/ink341.xml"/><Relationship Id="rId214" Type="http://schemas.openxmlformats.org/officeDocument/2006/relationships/image" Target="../media/image122.png"/><Relationship Id="rId256" Type="http://schemas.openxmlformats.org/officeDocument/2006/relationships/image" Target="../media/image143.png"/><Relationship Id="rId298" Type="http://schemas.openxmlformats.org/officeDocument/2006/relationships/image" Target="../media/image164.png"/><Relationship Id="rId421" Type="http://schemas.openxmlformats.org/officeDocument/2006/relationships/customXml" Target="../ink/ink222.xml"/><Relationship Id="rId463" Type="http://schemas.openxmlformats.org/officeDocument/2006/relationships/customXml" Target="../ink/ink243.xml"/><Relationship Id="rId519" Type="http://schemas.openxmlformats.org/officeDocument/2006/relationships/customXml" Target="../ink/ink271.xml"/><Relationship Id="rId670" Type="http://schemas.openxmlformats.org/officeDocument/2006/relationships/image" Target="../media/image350.png"/><Relationship Id="rId116" Type="http://schemas.openxmlformats.org/officeDocument/2006/relationships/image" Target="../media/image73.png"/><Relationship Id="rId158" Type="http://schemas.openxmlformats.org/officeDocument/2006/relationships/image" Target="../media/image94.png"/><Relationship Id="rId323" Type="http://schemas.openxmlformats.org/officeDocument/2006/relationships/customXml" Target="../ink/ink173.xml"/><Relationship Id="rId530" Type="http://schemas.openxmlformats.org/officeDocument/2006/relationships/image" Target="../media/image280.png"/><Relationship Id="rId726" Type="http://schemas.openxmlformats.org/officeDocument/2006/relationships/image" Target="../media/image378.png"/><Relationship Id="rId20" Type="http://schemas.openxmlformats.org/officeDocument/2006/relationships/image" Target="../media/image25.png"/><Relationship Id="rId62" Type="http://schemas.openxmlformats.org/officeDocument/2006/relationships/image" Target="../media/image46.png"/><Relationship Id="rId365" Type="http://schemas.openxmlformats.org/officeDocument/2006/relationships/customXml" Target="../ink/ink194.xml"/><Relationship Id="rId572" Type="http://schemas.openxmlformats.org/officeDocument/2006/relationships/image" Target="../media/image301.png"/><Relationship Id="rId628" Type="http://schemas.openxmlformats.org/officeDocument/2006/relationships/image" Target="../media/image329.png"/><Relationship Id="rId225" Type="http://schemas.openxmlformats.org/officeDocument/2006/relationships/customXml" Target="../ink/ink124.xml"/><Relationship Id="rId267" Type="http://schemas.openxmlformats.org/officeDocument/2006/relationships/customXml" Target="../ink/ink145.xml"/><Relationship Id="rId432" Type="http://schemas.openxmlformats.org/officeDocument/2006/relationships/image" Target="../media/image231.png"/><Relationship Id="rId474" Type="http://schemas.openxmlformats.org/officeDocument/2006/relationships/image" Target="../media/image252.png"/><Relationship Id="rId127" Type="http://schemas.openxmlformats.org/officeDocument/2006/relationships/customXml" Target="../ink/ink75.xml"/><Relationship Id="rId681" Type="http://schemas.openxmlformats.org/officeDocument/2006/relationships/customXml" Target="../ink/ink352.xml"/><Relationship Id="rId31" Type="http://schemas.openxmlformats.org/officeDocument/2006/relationships/customXml" Target="../ink/ink27.xml"/><Relationship Id="rId73" Type="http://schemas.openxmlformats.org/officeDocument/2006/relationships/customXml" Target="../ink/ink48.xml"/><Relationship Id="rId169" Type="http://schemas.openxmlformats.org/officeDocument/2006/relationships/customXml" Target="../ink/ink96.xml"/><Relationship Id="rId334" Type="http://schemas.openxmlformats.org/officeDocument/2006/relationships/image" Target="../media/image182.png"/><Relationship Id="rId376" Type="http://schemas.openxmlformats.org/officeDocument/2006/relationships/image" Target="../media/image203.png"/><Relationship Id="rId541" Type="http://schemas.openxmlformats.org/officeDocument/2006/relationships/customXml" Target="../ink/ink282.xml"/><Relationship Id="rId583" Type="http://schemas.openxmlformats.org/officeDocument/2006/relationships/customXml" Target="../ink/ink303.xml"/><Relationship Id="rId639" Type="http://schemas.openxmlformats.org/officeDocument/2006/relationships/customXml" Target="../ink/ink331.xml"/><Relationship Id="rId4" Type="http://schemas.openxmlformats.org/officeDocument/2006/relationships/image" Target="../media/image17.png"/><Relationship Id="rId180" Type="http://schemas.openxmlformats.org/officeDocument/2006/relationships/image" Target="../media/image105.png"/><Relationship Id="rId236" Type="http://schemas.openxmlformats.org/officeDocument/2006/relationships/image" Target="../media/image133.png"/><Relationship Id="rId278" Type="http://schemas.openxmlformats.org/officeDocument/2006/relationships/image" Target="../media/image154.png"/><Relationship Id="rId401" Type="http://schemas.openxmlformats.org/officeDocument/2006/relationships/customXml" Target="../ink/ink212.xml"/><Relationship Id="rId443" Type="http://schemas.openxmlformats.org/officeDocument/2006/relationships/customXml" Target="../ink/ink233.xml"/><Relationship Id="rId650" Type="http://schemas.openxmlformats.org/officeDocument/2006/relationships/image" Target="../media/image340.png"/><Relationship Id="rId303" Type="http://schemas.openxmlformats.org/officeDocument/2006/relationships/customXml" Target="../ink/ink163.xml"/><Relationship Id="rId485" Type="http://schemas.openxmlformats.org/officeDocument/2006/relationships/customXml" Target="../ink/ink254.xml"/><Relationship Id="rId692" Type="http://schemas.openxmlformats.org/officeDocument/2006/relationships/image" Target="../media/image361.png"/><Relationship Id="rId706" Type="http://schemas.openxmlformats.org/officeDocument/2006/relationships/image" Target="../media/image368.png"/><Relationship Id="rId42" Type="http://schemas.openxmlformats.org/officeDocument/2006/relationships/image" Target="../media/image36.png"/><Relationship Id="rId84" Type="http://schemas.openxmlformats.org/officeDocument/2006/relationships/image" Target="../media/image57.png"/><Relationship Id="rId138" Type="http://schemas.openxmlformats.org/officeDocument/2006/relationships/image" Target="../media/image84.png"/><Relationship Id="rId345" Type="http://schemas.openxmlformats.org/officeDocument/2006/relationships/customXml" Target="../ink/ink184.xml"/><Relationship Id="rId387" Type="http://schemas.openxmlformats.org/officeDocument/2006/relationships/customXml" Target="../ink/ink205.xml"/><Relationship Id="rId510" Type="http://schemas.openxmlformats.org/officeDocument/2006/relationships/image" Target="../media/image270.png"/><Relationship Id="rId552" Type="http://schemas.openxmlformats.org/officeDocument/2006/relationships/image" Target="../media/image291.png"/><Relationship Id="rId594" Type="http://schemas.openxmlformats.org/officeDocument/2006/relationships/image" Target="../media/image312.png"/><Relationship Id="rId608" Type="http://schemas.openxmlformats.org/officeDocument/2006/relationships/image" Target="../media/image319.png"/><Relationship Id="rId191" Type="http://schemas.openxmlformats.org/officeDocument/2006/relationships/customXml" Target="../ink/ink107.xml"/><Relationship Id="rId205" Type="http://schemas.openxmlformats.org/officeDocument/2006/relationships/customXml" Target="../ink/ink114.xml"/><Relationship Id="rId247" Type="http://schemas.openxmlformats.org/officeDocument/2006/relationships/customXml" Target="../ink/ink135.xml"/><Relationship Id="rId412" Type="http://schemas.openxmlformats.org/officeDocument/2006/relationships/image" Target="../media/image221.png"/><Relationship Id="rId107" Type="http://schemas.openxmlformats.org/officeDocument/2006/relationships/customXml" Target="../ink/ink65.xml"/><Relationship Id="rId289" Type="http://schemas.openxmlformats.org/officeDocument/2006/relationships/customXml" Target="../ink/ink156.xml"/><Relationship Id="rId454" Type="http://schemas.openxmlformats.org/officeDocument/2006/relationships/image" Target="../media/image242.png"/><Relationship Id="rId496" Type="http://schemas.openxmlformats.org/officeDocument/2006/relationships/image" Target="../media/image263.png"/><Relationship Id="rId661" Type="http://schemas.openxmlformats.org/officeDocument/2006/relationships/customXml" Target="../ink/ink342.xml"/><Relationship Id="rId717" Type="http://schemas.openxmlformats.org/officeDocument/2006/relationships/customXml" Target="../ink/ink370.xml"/><Relationship Id="rId11" Type="http://schemas.openxmlformats.org/officeDocument/2006/relationships/customXml" Target="../ink/ink17.xml"/><Relationship Id="rId53" Type="http://schemas.openxmlformats.org/officeDocument/2006/relationships/customXml" Target="../ink/ink38.xml"/><Relationship Id="rId149" Type="http://schemas.openxmlformats.org/officeDocument/2006/relationships/customXml" Target="../ink/ink86.xml"/><Relationship Id="rId314" Type="http://schemas.openxmlformats.org/officeDocument/2006/relationships/image" Target="../media/image172.png"/><Relationship Id="rId356" Type="http://schemas.openxmlformats.org/officeDocument/2006/relationships/image" Target="../media/image193.png"/><Relationship Id="rId398" Type="http://schemas.openxmlformats.org/officeDocument/2006/relationships/image" Target="../media/image214.png"/><Relationship Id="rId521" Type="http://schemas.openxmlformats.org/officeDocument/2006/relationships/customXml" Target="../ink/ink272.xml"/><Relationship Id="rId563" Type="http://schemas.openxmlformats.org/officeDocument/2006/relationships/customXml" Target="../ink/ink293.xml"/><Relationship Id="rId619" Type="http://schemas.openxmlformats.org/officeDocument/2006/relationships/customXml" Target="../ink/ink321.xml"/><Relationship Id="rId95" Type="http://schemas.openxmlformats.org/officeDocument/2006/relationships/customXml" Target="../ink/ink59.xml"/><Relationship Id="rId160" Type="http://schemas.openxmlformats.org/officeDocument/2006/relationships/image" Target="../media/image95.png"/><Relationship Id="rId216" Type="http://schemas.openxmlformats.org/officeDocument/2006/relationships/image" Target="../media/image123.png"/><Relationship Id="rId423" Type="http://schemas.openxmlformats.org/officeDocument/2006/relationships/customXml" Target="../ink/ink223.xml"/><Relationship Id="rId258" Type="http://schemas.openxmlformats.org/officeDocument/2006/relationships/image" Target="../media/image144.png"/><Relationship Id="rId465" Type="http://schemas.openxmlformats.org/officeDocument/2006/relationships/customXml" Target="../ink/ink244.xml"/><Relationship Id="rId630" Type="http://schemas.openxmlformats.org/officeDocument/2006/relationships/image" Target="../media/image330.png"/><Relationship Id="rId672" Type="http://schemas.openxmlformats.org/officeDocument/2006/relationships/image" Target="../media/image351.png"/><Relationship Id="rId728" Type="http://schemas.openxmlformats.org/officeDocument/2006/relationships/image" Target="../media/image379.png"/><Relationship Id="rId22" Type="http://schemas.openxmlformats.org/officeDocument/2006/relationships/image" Target="../media/image26.png"/><Relationship Id="rId64" Type="http://schemas.openxmlformats.org/officeDocument/2006/relationships/image" Target="../media/image47.png"/><Relationship Id="rId118" Type="http://schemas.openxmlformats.org/officeDocument/2006/relationships/image" Target="../media/image74.png"/><Relationship Id="rId325" Type="http://schemas.openxmlformats.org/officeDocument/2006/relationships/customXml" Target="../ink/ink174.xml"/><Relationship Id="rId367" Type="http://schemas.openxmlformats.org/officeDocument/2006/relationships/customXml" Target="../ink/ink195.xml"/><Relationship Id="rId532" Type="http://schemas.openxmlformats.org/officeDocument/2006/relationships/image" Target="../media/image281.png"/><Relationship Id="rId574" Type="http://schemas.openxmlformats.org/officeDocument/2006/relationships/image" Target="../media/image302.png"/><Relationship Id="rId171" Type="http://schemas.openxmlformats.org/officeDocument/2006/relationships/customXml" Target="../ink/ink97.xml"/><Relationship Id="rId227" Type="http://schemas.openxmlformats.org/officeDocument/2006/relationships/customXml" Target="../ink/ink125.xml"/><Relationship Id="rId269" Type="http://schemas.openxmlformats.org/officeDocument/2006/relationships/customXml" Target="../ink/ink146.xml"/><Relationship Id="rId434" Type="http://schemas.openxmlformats.org/officeDocument/2006/relationships/image" Target="../media/image232.png"/><Relationship Id="rId476" Type="http://schemas.openxmlformats.org/officeDocument/2006/relationships/image" Target="../media/image253.png"/><Relationship Id="rId641" Type="http://schemas.openxmlformats.org/officeDocument/2006/relationships/customXml" Target="../ink/ink332.xml"/><Relationship Id="rId683" Type="http://schemas.openxmlformats.org/officeDocument/2006/relationships/customXml" Target="../ink/ink353.xml"/><Relationship Id="rId33" Type="http://schemas.openxmlformats.org/officeDocument/2006/relationships/customXml" Target="../ink/ink28.xml"/><Relationship Id="rId129" Type="http://schemas.openxmlformats.org/officeDocument/2006/relationships/customXml" Target="../ink/ink76.xml"/><Relationship Id="rId280" Type="http://schemas.openxmlformats.org/officeDocument/2006/relationships/image" Target="../media/image155.png"/><Relationship Id="rId336" Type="http://schemas.openxmlformats.org/officeDocument/2006/relationships/image" Target="../media/image183.png"/><Relationship Id="rId501" Type="http://schemas.openxmlformats.org/officeDocument/2006/relationships/customXml" Target="../ink/ink262.xml"/><Relationship Id="rId543" Type="http://schemas.openxmlformats.org/officeDocument/2006/relationships/customXml" Target="../ink/ink283.xml"/><Relationship Id="rId75" Type="http://schemas.openxmlformats.org/officeDocument/2006/relationships/customXml" Target="../ink/ink49.xml"/><Relationship Id="rId140" Type="http://schemas.openxmlformats.org/officeDocument/2006/relationships/image" Target="../media/image85.png"/><Relationship Id="rId182" Type="http://schemas.openxmlformats.org/officeDocument/2006/relationships/image" Target="../media/image106.png"/><Relationship Id="rId378" Type="http://schemas.openxmlformats.org/officeDocument/2006/relationships/image" Target="../media/image204.png"/><Relationship Id="rId403" Type="http://schemas.openxmlformats.org/officeDocument/2006/relationships/customXml" Target="../ink/ink213.xml"/><Relationship Id="rId585" Type="http://schemas.openxmlformats.org/officeDocument/2006/relationships/customXml" Target="../ink/ink304.xml"/><Relationship Id="rId6" Type="http://schemas.openxmlformats.org/officeDocument/2006/relationships/image" Target="../media/image18.png"/><Relationship Id="rId238" Type="http://schemas.openxmlformats.org/officeDocument/2006/relationships/image" Target="../media/image134.png"/><Relationship Id="rId445" Type="http://schemas.openxmlformats.org/officeDocument/2006/relationships/customXml" Target="../ink/ink234.xml"/><Relationship Id="rId487" Type="http://schemas.openxmlformats.org/officeDocument/2006/relationships/customXml" Target="../ink/ink255.xml"/><Relationship Id="rId610" Type="http://schemas.openxmlformats.org/officeDocument/2006/relationships/image" Target="../media/image320.png"/><Relationship Id="rId652" Type="http://schemas.openxmlformats.org/officeDocument/2006/relationships/image" Target="../media/image341.png"/><Relationship Id="rId694" Type="http://schemas.openxmlformats.org/officeDocument/2006/relationships/image" Target="../media/image362.png"/><Relationship Id="rId708" Type="http://schemas.openxmlformats.org/officeDocument/2006/relationships/image" Target="../media/image369.png"/><Relationship Id="rId291" Type="http://schemas.openxmlformats.org/officeDocument/2006/relationships/customXml" Target="../ink/ink157.xml"/><Relationship Id="rId305" Type="http://schemas.openxmlformats.org/officeDocument/2006/relationships/customXml" Target="../ink/ink164.xml"/><Relationship Id="rId347" Type="http://schemas.openxmlformats.org/officeDocument/2006/relationships/customXml" Target="../ink/ink185.xml"/><Relationship Id="rId512" Type="http://schemas.openxmlformats.org/officeDocument/2006/relationships/image" Target="../media/image271.png"/><Relationship Id="rId44" Type="http://schemas.openxmlformats.org/officeDocument/2006/relationships/image" Target="../media/image37.png"/><Relationship Id="rId86" Type="http://schemas.openxmlformats.org/officeDocument/2006/relationships/image" Target="../media/image58.png"/><Relationship Id="rId151" Type="http://schemas.openxmlformats.org/officeDocument/2006/relationships/customXml" Target="../ink/ink87.xml"/><Relationship Id="rId389" Type="http://schemas.openxmlformats.org/officeDocument/2006/relationships/customXml" Target="../ink/ink206.xml"/><Relationship Id="rId554" Type="http://schemas.openxmlformats.org/officeDocument/2006/relationships/image" Target="../media/image292.png"/><Relationship Id="rId596" Type="http://schemas.openxmlformats.org/officeDocument/2006/relationships/image" Target="../media/image313.png"/><Relationship Id="rId193" Type="http://schemas.openxmlformats.org/officeDocument/2006/relationships/customXml" Target="../ink/ink108.xml"/><Relationship Id="rId207" Type="http://schemas.openxmlformats.org/officeDocument/2006/relationships/customXml" Target="../ink/ink115.xml"/><Relationship Id="rId249" Type="http://schemas.openxmlformats.org/officeDocument/2006/relationships/customXml" Target="../ink/ink136.xml"/><Relationship Id="rId414" Type="http://schemas.openxmlformats.org/officeDocument/2006/relationships/image" Target="../media/image222.png"/><Relationship Id="rId456" Type="http://schemas.openxmlformats.org/officeDocument/2006/relationships/image" Target="../media/image243.png"/><Relationship Id="rId498" Type="http://schemas.openxmlformats.org/officeDocument/2006/relationships/image" Target="../media/image264.png"/><Relationship Id="rId621" Type="http://schemas.openxmlformats.org/officeDocument/2006/relationships/customXml" Target="../ink/ink322.xml"/><Relationship Id="rId663" Type="http://schemas.openxmlformats.org/officeDocument/2006/relationships/customXml" Target="../ink/ink343.xml"/><Relationship Id="rId13" Type="http://schemas.openxmlformats.org/officeDocument/2006/relationships/customXml" Target="../ink/ink18.xml"/><Relationship Id="rId109" Type="http://schemas.openxmlformats.org/officeDocument/2006/relationships/customXml" Target="../ink/ink66.xml"/><Relationship Id="rId260" Type="http://schemas.openxmlformats.org/officeDocument/2006/relationships/image" Target="../media/image145.png"/><Relationship Id="rId316" Type="http://schemas.openxmlformats.org/officeDocument/2006/relationships/image" Target="../media/image173.png"/><Relationship Id="rId523" Type="http://schemas.openxmlformats.org/officeDocument/2006/relationships/customXml" Target="../ink/ink273.xml"/><Relationship Id="rId719" Type="http://schemas.openxmlformats.org/officeDocument/2006/relationships/customXml" Target="../ink/ink371.xml"/><Relationship Id="rId55" Type="http://schemas.openxmlformats.org/officeDocument/2006/relationships/customXml" Target="../ink/ink39.xml"/><Relationship Id="rId97" Type="http://schemas.openxmlformats.org/officeDocument/2006/relationships/customXml" Target="../ink/ink60.xml"/><Relationship Id="rId120" Type="http://schemas.openxmlformats.org/officeDocument/2006/relationships/image" Target="../media/image75.png"/><Relationship Id="rId358" Type="http://schemas.openxmlformats.org/officeDocument/2006/relationships/image" Target="../media/image194.png"/><Relationship Id="rId565" Type="http://schemas.openxmlformats.org/officeDocument/2006/relationships/customXml" Target="../ink/ink294.xml"/><Relationship Id="rId730" Type="http://schemas.openxmlformats.org/officeDocument/2006/relationships/image" Target="../media/image380.png"/><Relationship Id="rId162" Type="http://schemas.openxmlformats.org/officeDocument/2006/relationships/image" Target="../media/image96.png"/><Relationship Id="rId218" Type="http://schemas.openxmlformats.org/officeDocument/2006/relationships/image" Target="../media/image124.png"/><Relationship Id="rId425" Type="http://schemas.openxmlformats.org/officeDocument/2006/relationships/customXml" Target="../ink/ink224.xml"/><Relationship Id="rId467" Type="http://schemas.openxmlformats.org/officeDocument/2006/relationships/customXml" Target="../ink/ink245.xml"/><Relationship Id="rId632" Type="http://schemas.openxmlformats.org/officeDocument/2006/relationships/image" Target="../media/image331.png"/><Relationship Id="rId271" Type="http://schemas.openxmlformats.org/officeDocument/2006/relationships/customXml" Target="../ink/ink147.xml"/><Relationship Id="rId674" Type="http://schemas.openxmlformats.org/officeDocument/2006/relationships/image" Target="../media/image352.png"/><Relationship Id="rId24" Type="http://schemas.openxmlformats.org/officeDocument/2006/relationships/image" Target="../media/image27.png"/><Relationship Id="rId66" Type="http://schemas.openxmlformats.org/officeDocument/2006/relationships/image" Target="../media/image48.png"/><Relationship Id="rId131" Type="http://schemas.openxmlformats.org/officeDocument/2006/relationships/customXml" Target="../ink/ink77.xml"/><Relationship Id="rId327" Type="http://schemas.openxmlformats.org/officeDocument/2006/relationships/customXml" Target="../ink/ink175.xml"/><Relationship Id="rId369" Type="http://schemas.openxmlformats.org/officeDocument/2006/relationships/customXml" Target="../ink/ink196.xml"/><Relationship Id="rId534" Type="http://schemas.openxmlformats.org/officeDocument/2006/relationships/image" Target="../media/image282.png"/><Relationship Id="rId576" Type="http://schemas.openxmlformats.org/officeDocument/2006/relationships/image" Target="../media/image303.png"/><Relationship Id="rId173" Type="http://schemas.openxmlformats.org/officeDocument/2006/relationships/customXml" Target="../ink/ink98.xml"/><Relationship Id="rId229" Type="http://schemas.openxmlformats.org/officeDocument/2006/relationships/customXml" Target="../ink/ink126.xml"/><Relationship Id="rId380" Type="http://schemas.openxmlformats.org/officeDocument/2006/relationships/image" Target="../media/image205.png"/><Relationship Id="rId436" Type="http://schemas.openxmlformats.org/officeDocument/2006/relationships/image" Target="../media/image233.png"/><Relationship Id="rId601" Type="http://schemas.openxmlformats.org/officeDocument/2006/relationships/customXml" Target="../ink/ink312.xml"/><Relationship Id="rId643" Type="http://schemas.openxmlformats.org/officeDocument/2006/relationships/customXml" Target="../ink/ink333.xml"/><Relationship Id="rId240" Type="http://schemas.openxmlformats.org/officeDocument/2006/relationships/image" Target="../media/image135.png"/><Relationship Id="rId478" Type="http://schemas.openxmlformats.org/officeDocument/2006/relationships/image" Target="../media/image254.png"/><Relationship Id="rId685" Type="http://schemas.openxmlformats.org/officeDocument/2006/relationships/customXml" Target="../ink/ink354.xml"/><Relationship Id="rId35" Type="http://schemas.openxmlformats.org/officeDocument/2006/relationships/customXml" Target="../ink/ink29.xml"/><Relationship Id="rId77" Type="http://schemas.openxmlformats.org/officeDocument/2006/relationships/customXml" Target="../ink/ink50.xml"/><Relationship Id="rId100" Type="http://schemas.openxmlformats.org/officeDocument/2006/relationships/image" Target="../media/image65.png"/><Relationship Id="rId282" Type="http://schemas.openxmlformats.org/officeDocument/2006/relationships/image" Target="../media/image156.png"/><Relationship Id="rId338" Type="http://schemas.openxmlformats.org/officeDocument/2006/relationships/image" Target="../media/image184.png"/><Relationship Id="rId503" Type="http://schemas.openxmlformats.org/officeDocument/2006/relationships/customXml" Target="../ink/ink263.xml"/><Relationship Id="rId545" Type="http://schemas.openxmlformats.org/officeDocument/2006/relationships/customXml" Target="../ink/ink284.xml"/><Relationship Id="rId587" Type="http://schemas.openxmlformats.org/officeDocument/2006/relationships/customXml" Target="../ink/ink305.xml"/><Relationship Id="rId710" Type="http://schemas.openxmlformats.org/officeDocument/2006/relationships/image" Target="../media/image370.png"/><Relationship Id="rId8" Type="http://schemas.openxmlformats.org/officeDocument/2006/relationships/image" Target="../media/image19.png"/><Relationship Id="rId142" Type="http://schemas.openxmlformats.org/officeDocument/2006/relationships/image" Target="../media/image86.png"/><Relationship Id="rId184" Type="http://schemas.openxmlformats.org/officeDocument/2006/relationships/image" Target="../media/image107.png"/><Relationship Id="rId391" Type="http://schemas.openxmlformats.org/officeDocument/2006/relationships/customXml" Target="../ink/ink207.xml"/><Relationship Id="rId405" Type="http://schemas.openxmlformats.org/officeDocument/2006/relationships/customXml" Target="../ink/ink214.xml"/><Relationship Id="rId447" Type="http://schemas.openxmlformats.org/officeDocument/2006/relationships/customXml" Target="../ink/ink235.xml"/><Relationship Id="rId612" Type="http://schemas.openxmlformats.org/officeDocument/2006/relationships/image" Target="../media/image321.png"/><Relationship Id="rId251" Type="http://schemas.openxmlformats.org/officeDocument/2006/relationships/customXml" Target="../ink/ink137.xml"/><Relationship Id="rId489" Type="http://schemas.openxmlformats.org/officeDocument/2006/relationships/customXml" Target="../ink/ink256.xml"/><Relationship Id="rId654" Type="http://schemas.openxmlformats.org/officeDocument/2006/relationships/image" Target="../media/image342.png"/><Relationship Id="rId696" Type="http://schemas.openxmlformats.org/officeDocument/2006/relationships/image" Target="../media/image363.png"/><Relationship Id="rId46" Type="http://schemas.openxmlformats.org/officeDocument/2006/relationships/image" Target="../media/image38.png"/><Relationship Id="rId293" Type="http://schemas.openxmlformats.org/officeDocument/2006/relationships/customXml" Target="../ink/ink158.xml"/><Relationship Id="rId307" Type="http://schemas.openxmlformats.org/officeDocument/2006/relationships/customXml" Target="../ink/ink165.xml"/><Relationship Id="rId349" Type="http://schemas.openxmlformats.org/officeDocument/2006/relationships/customXml" Target="../ink/ink186.xml"/><Relationship Id="rId514" Type="http://schemas.openxmlformats.org/officeDocument/2006/relationships/image" Target="../media/image272.png"/><Relationship Id="rId556" Type="http://schemas.openxmlformats.org/officeDocument/2006/relationships/image" Target="../media/image293.png"/><Relationship Id="rId721" Type="http://schemas.openxmlformats.org/officeDocument/2006/relationships/customXml" Target="../ink/ink372.xml"/><Relationship Id="rId88" Type="http://schemas.openxmlformats.org/officeDocument/2006/relationships/image" Target="../media/image59.png"/><Relationship Id="rId111" Type="http://schemas.openxmlformats.org/officeDocument/2006/relationships/customXml" Target="../ink/ink67.xml"/><Relationship Id="rId153" Type="http://schemas.openxmlformats.org/officeDocument/2006/relationships/customXml" Target="../ink/ink88.xml"/><Relationship Id="rId195" Type="http://schemas.openxmlformats.org/officeDocument/2006/relationships/customXml" Target="../ink/ink109.xml"/><Relationship Id="rId209" Type="http://schemas.openxmlformats.org/officeDocument/2006/relationships/customXml" Target="../ink/ink116.xml"/><Relationship Id="rId360" Type="http://schemas.openxmlformats.org/officeDocument/2006/relationships/image" Target="../media/image195.png"/><Relationship Id="rId416" Type="http://schemas.openxmlformats.org/officeDocument/2006/relationships/image" Target="../media/image223.png"/><Relationship Id="rId598" Type="http://schemas.openxmlformats.org/officeDocument/2006/relationships/image" Target="../media/image314.png"/><Relationship Id="rId220" Type="http://schemas.openxmlformats.org/officeDocument/2006/relationships/image" Target="../media/image125.png"/><Relationship Id="rId458" Type="http://schemas.openxmlformats.org/officeDocument/2006/relationships/image" Target="../media/image244.png"/><Relationship Id="rId623" Type="http://schemas.openxmlformats.org/officeDocument/2006/relationships/customXml" Target="../ink/ink323.xml"/><Relationship Id="rId665" Type="http://schemas.openxmlformats.org/officeDocument/2006/relationships/customXml" Target="../ink/ink344.xml"/><Relationship Id="rId15" Type="http://schemas.openxmlformats.org/officeDocument/2006/relationships/customXml" Target="../ink/ink19.xml"/><Relationship Id="rId57" Type="http://schemas.openxmlformats.org/officeDocument/2006/relationships/customXml" Target="../ink/ink40.xml"/><Relationship Id="rId262" Type="http://schemas.openxmlformats.org/officeDocument/2006/relationships/image" Target="../media/image146.png"/><Relationship Id="rId318" Type="http://schemas.openxmlformats.org/officeDocument/2006/relationships/image" Target="../media/image174.png"/><Relationship Id="rId525" Type="http://schemas.openxmlformats.org/officeDocument/2006/relationships/customXml" Target="../ink/ink274.xml"/><Relationship Id="rId567" Type="http://schemas.openxmlformats.org/officeDocument/2006/relationships/customXml" Target="../ink/ink295.xml"/><Relationship Id="rId732" Type="http://schemas.openxmlformats.org/officeDocument/2006/relationships/image" Target="../media/image381.png"/><Relationship Id="rId99" Type="http://schemas.openxmlformats.org/officeDocument/2006/relationships/customXml" Target="../ink/ink61.xml"/><Relationship Id="rId122" Type="http://schemas.openxmlformats.org/officeDocument/2006/relationships/image" Target="../media/image76.png"/><Relationship Id="rId164" Type="http://schemas.openxmlformats.org/officeDocument/2006/relationships/image" Target="../media/image97.png"/><Relationship Id="rId371" Type="http://schemas.openxmlformats.org/officeDocument/2006/relationships/customXml" Target="../ink/ink197.xml"/><Relationship Id="rId427" Type="http://schemas.openxmlformats.org/officeDocument/2006/relationships/customXml" Target="../ink/ink225.xml"/><Relationship Id="rId469" Type="http://schemas.openxmlformats.org/officeDocument/2006/relationships/customXml" Target="../ink/ink246.xml"/><Relationship Id="rId634" Type="http://schemas.openxmlformats.org/officeDocument/2006/relationships/image" Target="../media/image332.png"/><Relationship Id="rId676" Type="http://schemas.openxmlformats.org/officeDocument/2006/relationships/image" Target="../media/image353.png"/><Relationship Id="rId26" Type="http://schemas.openxmlformats.org/officeDocument/2006/relationships/image" Target="../media/image28.png"/><Relationship Id="rId231" Type="http://schemas.openxmlformats.org/officeDocument/2006/relationships/customXml" Target="../ink/ink127.xml"/><Relationship Id="rId273" Type="http://schemas.openxmlformats.org/officeDocument/2006/relationships/customXml" Target="../ink/ink148.xml"/><Relationship Id="rId329" Type="http://schemas.openxmlformats.org/officeDocument/2006/relationships/customXml" Target="../ink/ink176.xml"/><Relationship Id="rId480" Type="http://schemas.openxmlformats.org/officeDocument/2006/relationships/image" Target="../media/image255.png"/><Relationship Id="rId536" Type="http://schemas.openxmlformats.org/officeDocument/2006/relationships/image" Target="../media/image283.png"/><Relationship Id="rId701" Type="http://schemas.openxmlformats.org/officeDocument/2006/relationships/customXml" Target="../ink/ink362.xml"/><Relationship Id="rId68" Type="http://schemas.openxmlformats.org/officeDocument/2006/relationships/image" Target="../media/image49.png"/><Relationship Id="rId133" Type="http://schemas.openxmlformats.org/officeDocument/2006/relationships/customXml" Target="../ink/ink78.xml"/><Relationship Id="rId175" Type="http://schemas.openxmlformats.org/officeDocument/2006/relationships/customXml" Target="../ink/ink99.xml"/><Relationship Id="rId340" Type="http://schemas.openxmlformats.org/officeDocument/2006/relationships/image" Target="../media/image185.png"/><Relationship Id="rId578" Type="http://schemas.openxmlformats.org/officeDocument/2006/relationships/image" Target="../media/image304.png"/><Relationship Id="rId200" Type="http://schemas.openxmlformats.org/officeDocument/2006/relationships/image" Target="../media/image115.png"/><Relationship Id="rId382" Type="http://schemas.openxmlformats.org/officeDocument/2006/relationships/image" Target="../media/image206.png"/><Relationship Id="rId438" Type="http://schemas.openxmlformats.org/officeDocument/2006/relationships/image" Target="../media/image234.png"/><Relationship Id="rId603" Type="http://schemas.openxmlformats.org/officeDocument/2006/relationships/customXml" Target="../ink/ink313.xml"/><Relationship Id="rId645" Type="http://schemas.openxmlformats.org/officeDocument/2006/relationships/customXml" Target="../ink/ink334.xml"/><Relationship Id="rId687" Type="http://schemas.openxmlformats.org/officeDocument/2006/relationships/customXml" Target="../ink/ink355.xml"/><Relationship Id="rId242" Type="http://schemas.openxmlformats.org/officeDocument/2006/relationships/image" Target="../media/image136.png"/><Relationship Id="rId284" Type="http://schemas.openxmlformats.org/officeDocument/2006/relationships/image" Target="../media/image157.png"/><Relationship Id="rId491" Type="http://schemas.openxmlformats.org/officeDocument/2006/relationships/customXml" Target="../ink/ink257.xml"/><Relationship Id="rId505" Type="http://schemas.openxmlformats.org/officeDocument/2006/relationships/customXml" Target="../ink/ink264.xml"/><Relationship Id="rId712" Type="http://schemas.openxmlformats.org/officeDocument/2006/relationships/image" Target="../media/image371.png"/><Relationship Id="rId37" Type="http://schemas.openxmlformats.org/officeDocument/2006/relationships/customXml" Target="../ink/ink30.xml"/><Relationship Id="rId79" Type="http://schemas.openxmlformats.org/officeDocument/2006/relationships/customXml" Target="../ink/ink51.xml"/><Relationship Id="rId102" Type="http://schemas.openxmlformats.org/officeDocument/2006/relationships/image" Target="../media/image66.png"/><Relationship Id="rId144" Type="http://schemas.openxmlformats.org/officeDocument/2006/relationships/image" Target="../media/image87.png"/><Relationship Id="rId547" Type="http://schemas.openxmlformats.org/officeDocument/2006/relationships/customXml" Target="../ink/ink285.xml"/><Relationship Id="rId589" Type="http://schemas.openxmlformats.org/officeDocument/2006/relationships/customXml" Target="../ink/ink306.xml"/><Relationship Id="rId90" Type="http://schemas.openxmlformats.org/officeDocument/2006/relationships/image" Target="../media/image60.png"/><Relationship Id="rId186" Type="http://schemas.openxmlformats.org/officeDocument/2006/relationships/image" Target="../media/image108.png"/><Relationship Id="rId351" Type="http://schemas.openxmlformats.org/officeDocument/2006/relationships/customXml" Target="../ink/ink187.xml"/><Relationship Id="rId393" Type="http://schemas.openxmlformats.org/officeDocument/2006/relationships/customXml" Target="../ink/ink208.xml"/><Relationship Id="rId407" Type="http://schemas.openxmlformats.org/officeDocument/2006/relationships/customXml" Target="../ink/ink215.xml"/><Relationship Id="rId449" Type="http://schemas.openxmlformats.org/officeDocument/2006/relationships/customXml" Target="../ink/ink236.xml"/><Relationship Id="rId614" Type="http://schemas.openxmlformats.org/officeDocument/2006/relationships/image" Target="../media/image322.png"/><Relationship Id="rId656" Type="http://schemas.openxmlformats.org/officeDocument/2006/relationships/image" Target="../media/image343.png"/><Relationship Id="rId211" Type="http://schemas.openxmlformats.org/officeDocument/2006/relationships/customXml" Target="../ink/ink117.xml"/><Relationship Id="rId253" Type="http://schemas.openxmlformats.org/officeDocument/2006/relationships/customXml" Target="../ink/ink138.xml"/><Relationship Id="rId295" Type="http://schemas.openxmlformats.org/officeDocument/2006/relationships/customXml" Target="../ink/ink159.xml"/><Relationship Id="rId309" Type="http://schemas.openxmlformats.org/officeDocument/2006/relationships/customXml" Target="../ink/ink166.xml"/><Relationship Id="rId460" Type="http://schemas.openxmlformats.org/officeDocument/2006/relationships/image" Target="../media/image245.png"/><Relationship Id="rId516" Type="http://schemas.openxmlformats.org/officeDocument/2006/relationships/image" Target="../media/image273.png"/><Relationship Id="rId698" Type="http://schemas.openxmlformats.org/officeDocument/2006/relationships/image" Target="../media/image364.png"/><Relationship Id="rId48" Type="http://schemas.openxmlformats.org/officeDocument/2006/relationships/image" Target="../media/image39.png"/><Relationship Id="rId113" Type="http://schemas.openxmlformats.org/officeDocument/2006/relationships/customXml" Target="../ink/ink68.xml"/><Relationship Id="rId320" Type="http://schemas.openxmlformats.org/officeDocument/2006/relationships/image" Target="../media/image175.png"/><Relationship Id="rId558" Type="http://schemas.openxmlformats.org/officeDocument/2006/relationships/image" Target="../media/image294.png"/><Relationship Id="rId723" Type="http://schemas.openxmlformats.org/officeDocument/2006/relationships/customXml" Target="../ink/ink373.xml"/><Relationship Id="rId155" Type="http://schemas.openxmlformats.org/officeDocument/2006/relationships/customXml" Target="../ink/ink89.xml"/><Relationship Id="rId197" Type="http://schemas.openxmlformats.org/officeDocument/2006/relationships/customXml" Target="../ink/ink110.xml"/><Relationship Id="rId362" Type="http://schemas.openxmlformats.org/officeDocument/2006/relationships/image" Target="../media/image196.png"/><Relationship Id="rId418" Type="http://schemas.openxmlformats.org/officeDocument/2006/relationships/image" Target="../media/image224.png"/><Relationship Id="rId625" Type="http://schemas.openxmlformats.org/officeDocument/2006/relationships/customXml" Target="../ink/ink324.xml"/><Relationship Id="rId222" Type="http://schemas.openxmlformats.org/officeDocument/2006/relationships/image" Target="../media/image126.png"/><Relationship Id="rId264" Type="http://schemas.openxmlformats.org/officeDocument/2006/relationships/image" Target="../media/image147.png"/><Relationship Id="rId471" Type="http://schemas.openxmlformats.org/officeDocument/2006/relationships/customXml" Target="../ink/ink247.xml"/><Relationship Id="rId667" Type="http://schemas.openxmlformats.org/officeDocument/2006/relationships/customXml" Target="../ink/ink345.xml"/><Relationship Id="rId17" Type="http://schemas.openxmlformats.org/officeDocument/2006/relationships/customXml" Target="../ink/ink20.xml"/><Relationship Id="rId59" Type="http://schemas.openxmlformats.org/officeDocument/2006/relationships/customXml" Target="../ink/ink41.xml"/><Relationship Id="rId124" Type="http://schemas.openxmlformats.org/officeDocument/2006/relationships/image" Target="../media/image77.png"/><Relationship Id="rId527" Type="http://schemas.openxmlformats.org/officeDocument/2006/relationships/customXml" Target="../ink/ink275.xml"/><Relationship Id="rId569" Type="http://schemas.openxmlformats.org/officeDocument/2006/relationships/customXml" Target="../ink/ink296.xml"/><Relationship Id="rId734" Type="http://schemas.openxmlformats.org/officeDocument/2006/relationships/image" Target="../media/image382.png"/><Relationship Id="rId70" Type="http://schemas.openxmlformats.org/officeDocument/2006/relationships/image" Target="../media/image50.png"/><Relationship Id="rId166" Type="http://schemas.openxmlformats.org/officeDocument/2006/relationships/image" Target="../media/image98.png"/><Relationship Id="rId331" Type="http://schemas.openxmlformats.org/officeDocument/2006/relationships/customXml" Target="../ink/ink177.xml"/><Relationship Id="rId373" Type="http://schemas.openxmlformats.org/officeDocument/2006/relationships/customXml" Target="../ink/ink198.xml"/><Relationship Id="rId429" Type="http://schemas.openxmlformats.org/officeDocument/2006/relationships/customXml" Target="../ink/ink226.xml"/><Relationship Id="rId580" Type="http://schemas.openxmlformats.org/officeDocument/2006/relationships/image" Target="../media/image305.png"/><Relationship Id="rId636" Type="http://schemas.openxmlformats.org/officeDocument/2006/relationships/image" Target="../media/image333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28.xml"/><Relationship Id="rId440" Type="http://schemas.openxmlformats.org/officeDocument/2006/relationships/image" Target="../media/image235.png"/><Relationship Id="rId678" Type="http://schemas.openxmlformats.org/officeDocument/2006/relationships/image" Target="../media/image354.png"/><Relationship Id="rId28" Type="http://schemas.openxmlformats.org/officeDocument/2006/relationships/image" Target="../media/image29.png"/><Relationship Id="rId275" Type="http://schemas.openxmlformats.org/officeDocument/2006/relationships/customXml" Target="../ink/ink149.xml"/><Relationship Id="rId300" Type="http://schemas.openxmlformats.org/officeDocument/2006/relationships/image" Target="../media/image165.png"/><Relationship Id="rId482" Type="http://schemas.openxmlformats.org/officeDocument/2006/relationships/image" Target="../media/image256.png"/><Relationship Id="rId538" Type="http://schemas.openxmlformats.org/officeDocument/2006/relationships/image" Target="../media/image284.png"/><Relationship Id="rId703" Type="http://schemas.openxmlformats.org/officeDocument/2006/relationships/customXml" Target="../ink/ink363.xml"/><Relationship Id="rId81" Type="http://schemas.openxmlformats.org/officeDocument/2006/relationships/customXml" Target="../ink/ink52.xml"/><Relationship Id="rId135" Type="http://schemas.openxmlformats.org/officeDocument/2006/relationships/customXml" Target="../ink/ink79.xml"/><Relationship Id="rId177" Type="http://schemas.openxmlformats.org/officeDocument/2006/relationships/customXml" Target="../ink/ink100.xml"/><Relationship Id="rId342" Type="http://schemas.openxmlformats.org/officeDocument/2006/relationships/image" Target="../media/image186.png"/><Relationship Id="rId384" Type="http://schemas.openxmlformats.org/officeDocument/2006/relationships/image" Target="../media/image207.png"/><Relationship Id="rId591" Type="http://schemas.openxmlformats.org/officeDocument/2006/relationships/customXml" Target="../ink/ink307.xml"/><Relationship Id="rId605" Type="http://schemas.openxmlformats.org/officeDocument/2006/relationships/customXml" Target="../ink/ink314.xml"/><Relationship Id="rId202" Type="http://schemas.openxmlformats.org/officeDocument/2006/relationships/image" Target="../media/image116.png"/><Relationship Id="rId244" Type="http://schemas.openxmlformats.org/officeDocument/2006/relationships/image" Target="../media/image137.png"/><Relationship Id="rId647" Type="http://schemas.openxmlformats.org/officeDocument/2006/relationships/customXml" Target="../ink/ink335.xml"/><Relationship Id="rId689" Type="http://schemas.openxmlformats.org/officeDocument/2006/relationships/customXml" Target="../ink/ink356.xml"/><Relationship Id="rId39" Type="http://schemas.openxmlformats.org/officeDocument/2006/relationships/customXml" Target="../ink/ink31.xml"/><Relationship Id="rId286" Type="http://schemas.openxmlformats.org/officeDocument/2006/relationships/image" Target="../media/image158.png"/><Relationship Id="rId451" Type="http://schemas.openxmlformats.org/officeDocument/2006/relationships/customXml" Target="../ink/ink237.xml"/><Relationship Id="rId493" Type="http://schemas.openxmlformats.org/officeDocument/2006/relationships/customXml" Target="../ink/ink258.xml"/><Relationship Id="rId507" Type="http://schemas.openxmlformats.org/officeDocument/2006/relationships/customXml" Target="../ink/ink265.xml"/><Relationship Id="rId549" Type="http://schemas.openxmlformats.org/officeDocument/2006/relationships/customXml" Target="../ink/ink286.xml"/><Relationship Id="rId714" Type="http://schemas.openxmlformats.org/officeDocument/2006/relationships/image" Target="../media/image372.png"/><Relationship Id="rId50" Type="http://schemas.openxmlformats.org/officeDocument/2006/relationships/image" Target="../media/image40.png"/><Relationship Id="rId104" Type="http://schemas.openxmlformats.org/officeDocument/2006/relationships/image" Target="../media/image67.png"/><Relationship Id="rId146" Type="http://schemas.openxmlformats.org/officeDocument/2006/relationships/image" Target="../media/image88.png"/><Relationship Id="rId188" Type="http://schemas.openxmlformats.org/officeDocument/2006/relationships/image" Target="../media/image109.png"/><Relationship Id="rId311" Type="http://schemas.openxmlformats.org/officeDocument/2006/relationships/customXml" Target="../ink/ink167.xml"/><Relationship Id="rId353" Type="http://schemas.openxmlformats.org/officeDocument/2006/relationships/customXml" Target="../ink/ink188.xml"/><Relationship Id="rId395" Type="http://schemas.openxmlformats.org/officeDocument/2006/relationships/customXml" Target="../ink/ink209.xml"/><Relationship Id="rId409" Type="http://schemas.openxmlformats.org/officeDocument/2006/relationships/customXml" Target="../ink/ink216.xml"/><Relationship Id="rId560" Type="http://schemas.openxmlformats.org/officeDocument/2006/relationships/image" Target="../media/image295.png"/><Relationship Id="rId92" Type="http://schemas.openxmlformats.org/officeDocument/2006/relationships/image" Target="../media/image61.png"/><Relationship Id="rId213" Type="http://schemas.openxmlformats.org/officeDocument/2006/relationships/customXml" Target="../ink/ink118.xml"/><Relationship Id="rId420" Type="http://schemas.openxmlformats.org/officeDocument/2006/relationships/image" Target="../media/image225.png"/><Relationship Id="rId616" Type="http://schemas.openxmlformats.org/officeDocument/2006/relationships/image" Target="../media/image323.png"/><Relationship Id="rId658" Type="http://schemas.openxmlformats.org/officeDocument/2006/relationships/image" Target="../media/image344.png"/><Relationship Id="rId255" Type="http://schemas.openxmlformats.org/officeDocument/2006/relationships/customXml" Target="../ink/ink139.xml"/><Relationship Id="rId297" Type="http://schemas.openxmlformats.org/officeDocument/2006/relationships/customXml" Target="../ink/ink160.xml"/><Relationship Id="rId462" Type="http://schemas.openxmlformats.org/officeDocument/2006/relationships/image" Target="../media/image246.png"/><Relationship Id="rId518" Type="http://schemas.openxmlformats.org/officeDocument/2006/relationships/image" Target="../media/image274.png"/><Relationship Id="rId725" Type="http://schemas.openxmlformats.org/officeDocument/2006/relationships/customXml" Target="../ink/ink374.xml"/><Relationship Id="rId115" Type="http://schemas.openxmlformats.org/officeDocument/2006/relationships/customXml" Target="../ink/ink69.xml"/><Relationship Id="rId157" Type="http://schemas.openxmlformats.org/officeDocument/2006/relationships/customXml" Target="../ink/ink90.xml"/><Relationship Id="rId322" Type="http://schemas.openxmlformats.org/officeDocument/2006/relationships/image" Target="../media/image176.png"/><Relationship Id="rId364" Type="http://schemas.openxmlformats.org/officeDocument/2006/relationships/image" Target="../media/image197.png"/><Relationship Id="rId61" Type="http://schemas.openxmlformats.org/officeDocument/2006/relationships/customXml" Target="../ink/ink42.xml"/><Relationship Id="rId199" Type="http://schemas.openxmlformats.org/officeDocument/2006/relationships/customXml" Target="../ink/ink111.xml"/><Relationship Id="rId571" Type="http://schemas.openxmlformats.org/officeDocument/2006/relationships/customXml" Target="../ink/ink297.xml"/><Relationship Id="rId627" Type="http://schemas.openxmlformats.org/officeDocument/2006/relationships/customXml" Target="../ink/ink325.xml"/><Relationship Id="rId669" Type="http://schemas.openxmlformats.org/officeDocument/2006/relationships/customXml" Target="../ink/ink346.xml"/><Relationship Id="rId19" Type="http://schemas.openxmlformats.org/officeDocument/2006/relationships/customXml" Target="../ink/ink21.xml"/><Relationship Id="rId224" Type="http://schemas.openxmlformats.org/officeDocument/2006/relationships/image" Target="../media/image127.png"/><Relationship Id="rId266" Type="http://schemas.openxmlformats.org/officeDocument/2006/relationships/image" Target="../media/image148.png"/><Relationship Id="rId431" Type="http://schemas.openxmlformats.org/officeDocument/2006/relationships/customXml" Target="../ink/ink227.xml"/><Relationship Id="rId473" Type="http://schemas.openxmlformats.org/officeDocument/2006/relationships/customXml" Target="../ink/ink248.xml"/><Relationship Id="rId529" Type="http://schemas.openxmlformats.org/officeDocument/2006/relationships/customXml" Target="../ink/ink276.xml"/><Relationship Id="rId680" Type="http://schemas.openxmlformats.org/officeDocument/2006/relationships/image" Target="../media/image355.png"/><Relationship Id="rId30" Type="http://schemas.openxmlformats.org/officeDocument/2006/relationships/image" Target="../media/image30.png"/><Relationship Id="rId126" Type="http://schemas.openxmlformats.org/officeDocument/2006/relationships/image" Target="../media/image78.png"/><Relationship Id="rId168" Type="http://schemas.openxmlformats.org/officeDocument/2006/relationships/image" Target="../media/image99.png"/><Relationship Id="rId333" Type="http://schemas.openxmlformats.org/officeDocument/2006/relationships/customXml" Target="../ink/ink178.xml"/><Relationship Id="rId540" Type="http://schemas.openxmlformats.org/officeDocument/2006/relationships/image" Target="../media/image285.png"/><Relationship Id="rId72" Type="http://schemas.openxmlformats.org/officeDocument/2006/relationships/image" Target="../media/image51.png"/><Relationship Id="rId375" Type="http://schemas.openxmlformats.org/officeDocument/2006/relationships/customXml" Target="../ink/ink199.xml"/><Relationship Id="rId582" Type="http://schemas.openxmlformats.org/officeDocument/2006/relationships/image" Target="../media/image306.png"/><Relationship Id="rId638" Type="http://schemas.openxmlformats.org/officeDocument/2006/relationships/image" Target="../media/image334.png"/><Relationship Id="rId3" Type="http://schemas.openxmlformats.org/officeDocument/2006/relationships/customXml" Target="../ink/ink13.xml"/><Relationship Id="rId235" Type="http://schemas.openxmlformats.org/officeDocument/2006/relationships/customXml" Target="../ink/ink129.xml"/><Relationship Id="rId277" Type="http://schemas.openxmlformats.org/officeDocument/2006/relationships/customXml" Target="../ink/ink150.xml"/><Relationship Id="rId400" Type="http://schemas.openxmlformats.org/officeDocument/2006/relationships/image" Target="../media/image215.png"/><Relationship Id="rId442" Type="http://schemas.openxmlformats.org/officeDocument/2006/relationships/image" Target="../media/image236.png"/><Relationship Id="rId484" Type="http://schemas.openxmlformats.org/officeDocument/2006/relationships/image" Target="../media/image257.png"/><Relationship Id="rId705" Type="http://schemas.openxmlformats.org/officeDocument/2006/relationships/customXml" Target="../ink/ink364.xml"/><Relationship Id="rId137" Type="http://schemas.openxmlformats.org/officeDocument/2006/relationships/customXml" Target="../ink/ink80.xml"/><Relationship Id="rId302" Type="http://schemas.openxmlformats.org/officeDocument/2006/relationships/image" Target="../media/image166.png"/><Relationship Id="rId344" Type="http://schemas.openxmlformats.org/officeDocument/2006/relationships/image" Target="../media/image187.png"/><Relationship Id="rId691" Type="http://schemas.openxmlformats.org/officeDocument/2006/relationships/customXml" Target="../ink/ink357.xml"/><Relationship Id="rId41" Type="http://schemas.openxmlformats.org/officeDocument/2006/relationships/customXml" Target="../ink/ink32.xml"/><Relationship Id="rId83" Type="http://schemas.openxmlformats.org/officeDocument/2006/relationships/customXml" Target="../ink/ink53.xml"/><Relationship Id="rId179" Type="http://schemas.openxmlformats.org/officeDocument/2006/relationships/customXml" Target="../ink/ink101.xml"/><Relationship Id="rId386" Type="http://schemas.openxmlformats.org/officeDocument/2006/relationships/image" Target="../media/image208.png"/><Relationship Id="rId551" Type="http://schemas.openxmlformats.org/officeDocument/2006/relationships/customXml" Target="../ink/ink287.xml"/><Relationship Id="rId593" Type="http://schemas.openxmlformats.org/officeDocument/2006/relationships/customXml" Target="../ink/ink308.xml"/><Relationship Id="rId607" Type="http://schemas.openxmlformats.org/officeDocument/2006/relationships/customXml" Target="../ink/ink315.xml"/><Relationship Id="rId649" Type="http://schemas.openxmlformats.org/officeDocument/2006/relationships/customXml" Target="../ink/ink336.xml"/><Relationship Id="rId190" Type="http://schemas.openxmlformats.org/officeDocument/2006/relationships/image" Target="../media/image110.png"/><Relationship Id="rId204" Type="http://schemas.openxmlformats.org/officeDocument/2006/relationships/image" Target="../media/image117.png"/><Relationship Id="rId246" Type="http://schemas.openxmlformats.org/officeDocument/2006/relationships/image" Target="../media/image138.png"/><Relationship Id="rId288" Type="http://schemas.openxmlformats.org/officeDocument/2006/relationships/image" Target="../media/image159.png"/><Relationship Id="rId411" Type="http://schemas.openxmlformats.org/officeDocument/2006/relationships/customXml" Target="../ink/ink217.xml"/><Relationship Id="rId453" Type="http://schemas.openxmlformats.org/officeDocument/2006/relationships/customXml" Target="../ink/ink238.xml"/><Relationship Id="rId509" Type="http://schemas.openxmlformats.org/officeDocument/2006/relationships/customXml" Target="../ink/ink266.xml"/><Relationship Id="rId660" Type="http://schemas.openxmlformats.org/officeDocument/2006/relationships/image" Target="../media/image345.png"/><Relationship Id="rId106" Type="http://schemas.openxmlformats.org/officeDocument/2006/relationships/image" Target="../media/image68.png"/><Relationship Id="rId313" Type="http://schemas.openxmlformats.org/officeDocument/2006/relationships/customXml" Target="../ink/ink168.xml"/><Relationship Id="rId495" Type="http://schemas.openxmlformats.org/officeDocument/2006/relationships/customXml" Target="../ink/ink259.xml"/><Relationship Id="rId716" Type="http://schemas.openxmlformats.org/officeDocument/2006/relationships/image" Target="../media/image373.png"/><Relationship Id="rId10" Type="http://schemas.openxmlformats.org/officeDocument/2006/relationships/image" Target="../media/image20.png"/><Relationship Id="rId52" Type="http://schemas.openxmlformats.org/officeDocument/2006/relationships/image" Target="../media/image41.png"/><Relationship Id="rId94" Type="http://schemas.openxmlformats.org/officeDocument/2006/relationships/image" Target="../media/image62.png"/><Relationship Id="rId148" Type="http://schemas.openxmlformats.org/officeDocument/2006/relationships/image" Target="../media/image89.png"/><Relationship Id="rId355" Type="http://schemas.openxmlformats.org/officeDocument/2006/relationships/customXml" Target="../ink/ink189.xml"/><Relationship Id="rId397" Type="http://schemas.openxmlformats.org/officeDocument/2006/relationships/customXml" Target="../ink/ink210.xml"/><Relationship Id="rId520" Type="http://schemas.openxmlformats.org/officeDocument/2006/relationships/image" Target="../media/image275.png"/><Relationship Id="rId562" Type="http://schemas.openxmlformats.org/officeDocument/2006/relationships/image" Target="../media/image296.png"/><Relationship Id="rId618" Type="http://schemas.openxmlformats.org/officeDocument/2006/relationships/image" Target="../media/image324.png"/><Relationship Id="rId215" Type="http://schemas.openxmlformats.org/officeDocument/2006/relationships/customXml" Target="../ink/ink119.xml"/><Relationship Id="rId257" Type="http://schemas.openxmlformats.org/officeDocument/2006/relationships/customXml" Target="../ink/ink140.xml"/><Relationship Id="rId422" Type="http://schemas.openxmlformats.org/officeDocument/2006/relationships/image" Target="../media/image226.png"/><Relationship Id="rId464" Type="http://schemas.openxmlformats.org/officeDocument/2006/relationships/image" Target="../media/image247.png"/><Relationship Id="rId299" Type="http://schemas.openxmlformats.org/officeDocument/2006/relationships/customXml" Target="../ink/ink161.xml"/><Relationship Id="rId727" Type="http://schemas.openxmlformats.org/officeDocument/2006/relationships/customXml" Target="../ink/ink375.xml"/><Relationship Id="rId63" Type="http://schemas.openxmlformats.org/officeDocument/2006/relationships/customXml" Target="../ink/ink43.xml"/><Relationship Id="rId159" Type="http://schemas.openxmlformats.org/officeDocument/2006/relationships/customXml" Target="../ink/ink91.xml"/><Relationship Id="rId366" Type="http://schemas.openxmlformats.org/officeDocument/2006/relationships/image" Target="../media/image198.png"/><Relationship Id="rId573" Type="http://schemas.openxmlformats.org/officeDocument/2006/relationships/customXml" Target="../ink/ink298.xml"/><Relationship Id="rId226" Type="http://schemas.openxmlformats.org/officeDocument/2006/relationships/image" Target="../media/image128.png"/><Relationship Id="rId433" Type="http://schemas.openxmlformats.org/officeDocument/2006/relationships/customXml" Target="../ink/ink228.xml"/><Relationship Id="rId640" Type="http://schemas.openxmlformats.org/officeDocument/2006/relationships/image" Target="../media/image335.png"/><Relationship Id="rId74" Type="http://schemas.openxmlformats.org/officeDocument/2006/relationships/image" Target="../media/image52.png"/><Relationship Id="rId377" Type="http://schemas.openxmlformats.org/officeDocument/2006/relationships/customXml" Target="../ink/ink200.xml"/><Relationship Id="rId500" Type="http://schemas.openxmlformats.org/officeDocument/2006/relationships/image" Target="../media/image265.png"/><Relationship Id="rId584" Type="http://schemas.openxmlformats.org/officeDocument/2006/relationships/image" Target="../media/image307.png"/><Relationship Id="rId5" Type="http://schemas.openxmlformats.org/officeDocument/2006/relationships/customXml" Target="../ink/ink14.xml"/><Relationship Id="rId237" Type="http://schemas.openxmlformats.org/officeDocument/2006/relationships/customXml" Target="../ink/ink130.xml"/><Relationship Id="rId444" Type="http://schemas.openxmlformats.org/officeDocument/2006/relationships/image" Target="../media/image237.png"/><Relationship Id="rId651" Type="http://schemas.openxmlformats.org/officeDocument/2006/relationships/customXml" Target="../ink/ink337.xml"/><Relationship Id="rId290" Type="http://schemas.openxmlformats.org/officeDocument/2006/relationships/image" Target="../media/image160.png"/><Relationship Id="rId304" Type="http://schemas.openxmlformats.org/officeDocument/2006/relationships/image" Target="../media/image167.png"/><Relationship Id="rId388" Type="http://schemas.openxmlformats.org/officeDocument/2006/relationships/image" Target="../media/image209.png"/><Relationship Id="rId511" Type="http://schemas.openxmlformats.org/officeDocument/2006/relationships/customXml" Target="../ink/ink267.xml"/><Relationship Id="rId609" Type="http://schemas.openxmlformats.org/officeDocument/2006/relationships/customXml" Target="../ink/ink316.xml"/><Relationship Id="rId85" Type="http://schemas.openxmlformats.org/officeDocument/2006/relationships/customXml" Target="../ink/ink54.xml"/><Relationship Id="rId150" Type="http://schemas.openxmlformats.org/officeDocument/2006/relationships/image" Target="../media/image90.png"/><Relationship Id="rId595" Type="http://schemas.openxmlformats.org/officeDocument/2006/relationships/customXml" Target="../ink/ink309.xml"/><Relationship Id="rId248" Type="http://schemas.openxmlformats.org/officeDocument/2006/relationships/image" Target="../media/image139.png"/><Relationship Id="rId455" Type="http://schemas.openxmlformats.org/officeDocument/2006/relationships/customXml" Target="../ink/ink239.xml"/><Relationship Id="rId662" Type="http://schemas.openxmlformats.org/officeDocument/2006/relationships/image" Target="../media/image346.png"/><Relationship Id="rId12" Type="http://schemas.openxmlformats.org/officeDocument/2006/relationships/image" Target="../media/image21.png"/><Relationship Id="rId108" Type="http://schemas.openxmlformats.org/officeDocument/2006/relationships/image" Target="../media/image69.png"/><Relationship Id="rId315" Type="http://schemas.openxmlformats.org/officeDocument/2006/relationships/customXml" Target="../ink/ink169.xml"/><Relationship Id="rId522" Type="http://schemas.openxmlformats.org/officeDocument/2006/relationships/image" Target="../media/image276.png"/><Relationship Id="rId96" Type="http://schemas.openxmlformats.org/officeDocument/2006/relationships/image" Target="../media/image63.png"/><Relationship Id="rId161" Type="http://schemas.openxmlformats.org/officeDocument/2006/relationships/customXml" Target="../ink/ink92.xml"/><Relationship Id="rId399" Type="http://schemas.openxmlformats.org/officeDocument/2006/relationships/customXml" Target="../ink/ink211.xml"/><Relationship Id="rId259" Type="http://schemas.openxmlformats.org/officeDocument/2006/relationships/customXml" Target="../ink/ink141.xml"/><Relationship Id="rId466" Type="http://schemas.openxmlformats.org/officeDocument/2006/relationships/image" Target="../media/image248.png"/><Relationship Id="rId673" Type="http://schemas.openxmlformats.org/officeDocument/2006/relationships/customXml" Target="../ink/ink348.xml"/><Relationship Id="rId23" Type="http://schemas.openxmlformats.org/officeDocument/2006/relationships/customXml" Target="../ink/ink23.xml"/><Relationship Id="rId119" Type="http://schemas.openxmlformats.org/officeDocument/2006/relationships/customXml" Target="../ink/ink71.xml"/><Relationship Id="rId326" Type="http://schemas.openxmlformats.org/officeDocument/2006/relationships/image" Target="../media/image178.png"/><Relationship Id="rId533" Type="http://schemas.openxmlformats.org/officeDocument/2006/relationships/customXml" Target="../ink/ink278.xml"/><Relationship Id="rId172" Type="http://schemas.openxmlformats.org/officeDocument/2006/relationships/image" Target="../media/image101.png"/><Relationship Id="rId477" Type="http://schemas.openxmlformats.org/officeDocument/2006/relationships/customXml" Target="../ink/ink250.xml"/><Relationship Id="rId600" Type="http://schemas.openxmlformats.org/officeDocument/2006/relationships/image" Target="../media/image315.png"/><Relationship Id="rId684" Type="http://schemas.openxmlformats.org/officeDocument/2006/relationships/image" Target="../media/image357.png"/><Relationship Id="rId337" Type="http://schemas.openxmlformats.org/officeDocument/2006/relationships/customXml" Target="../ink/ink180.xml"/><Relationship Id="rId34" Type="http://schemas.openxmlformats.org/officeDocument/2006/relationships/image" Target="../media/image32.png"/><Relationship Id="rId544" Type="http://schemas.openxmlformats.org/officeDocument/2006/relationships/image" Target="../media/image287.png"/><Relationship Id="rId183" Type="http://schemas.openxmlformats.org/officeDocument/2006/relationships/customXml" Target="../ink/ink103.xml"/><Relationship Id="rId390" Type="http://schemas.openxmlformats.org/officeDocument/2006/relationships/image" Target="../media/image210.png"/><Relationship Id="rId404" Type="http://schemas.openxmlformats.org/officeDocument/2006/relationships/image" Target="../media/image217.png"/><Relationship Id="rId611" Type="http://schemas.openxmlformats.org/officeDocument/2006/relationships/customXml" Target="../ink/ink317.xml"/><Relationship Id="rId250" Type="http://schemas.openxmlformats.org/officeDocument/2006/relationships/image" Target="../media/image140.png"/><Relationship Id="rId488" Type="http://schemas.openxmlformats.org/officeDocument/2006/relationships/image" Target="../media/image259.png"/><Relationship Id="rId695" Type="http://schemas.openxmlformats.org/officeDocument/2006/relationships/customXml" Target="../ink/ink359.xml"/><Relationship Id="rId709" Type="http://schemas.openxmlformats.org/officeDocument/2006/relationships/customXml" Target="../ink/ink366.xml"/><Relationship Id="rId45" Type="http://schemas.openxmlformats.org/officeDocument/2006/relationships/customXml" Target="../ink/ink34.xml"/><Relationship Id="rId110" Type="http://schemas.openxmlformats.org/officeDocument/2006/relationships/image" Target="../media/image70.png"/><Relationship Id="rId348" Type="http://schemas.openxmlformats.org/officeDocument/2006/relationships/image" Target="../media/image189.png"/><Relationship Id="rId555" Type="http://schemas.openxmlformats.org/officeDocument/2006/relationships/customXml" Target="../ink/ink289.xml"/><Relationship Id="rId194" Type="http://schemas.openxmlformats.org/officeDocument/2006/relationships/image" Target="../media/image112.png"/><Relationship Id="rId208" Type="http://schemas.openxmlformats.org/officeDocument/2006/relationships/image" Target="../media/image119.png"/><Relationship Id="rId415" Type="http://schemas.openxmlformats.org/officeDocument/2006/relationships/customXml" Target="../ink/ink219.xml"/><Relationship Id="rId622" Type="http://schemas.openxmlformats.org/officeDocument/2006/relationships/image" Target="../media/image326.png"/><Relationship Id="rId261" Type="http://schemas.openxmlformats.org/officeDocument/2006/relationships/customXml" Target="../ink/ink142.xml"/><Relationship Id="rId499" Type="http://schemas.openxmlformats.org/officeDocument/2006/relationships/customXml" Target="../ink/ink261.xml"/><Relationship Id="rId56" Type="http://schemas.openxmlformats.org/officeDocument/2006/relationships/image" Target="../media/image43.png"/><Relationship Id="rId359" Type="http://schemas.openxmlformats.org/officeDocument/2006/relationships/customXml" Target="../ink/ink191.xml"/><Relationship Id="rId566" Type="http://schemas.openxmlformats.org/officeDocument/2006/relationships/image" Target="../media/image298.png"/><Relationship Id="rId121" Type="http://schemas.openxmlformats.org/officeDocument/2006/relationships/customXml" Target="../ink/ink72.xml"/><Relationship Id="rId219" Type="http://schemas.openxmlformats.org/officeDocument/2006/relationships/customXml" Target="../ink/ink121.xml"/><Relationship Id="rId426" Type="http://schemas.openxmlformats.org/officeDocument/2006/relationships/image" Target="../media/image228.png"/><Relationship Id="rId633" Type="http://schemas.openxmlformats.org/officeDocument/2006/relationships/customXml" Target="../ink/ink328.xml"/><Relationship Id="rId67" Type="http://schemas.openxmlformats.org/officeDocument/2006/relationships/customXml" Target="../ink/ink45.xml"/><Relationship Id="rId272" Type="http://schemas.openxmlformats.org/officeDocument/2006/relationships/image" Target="../media/image151.png"/><Relationship Id="rId577" Type="http://schemas.openxmlformats.org/officeDocument/2006/relationships/customXml" Target="../ink/ink300.xml"/><Relationship Id="rId700" Type="http://schemas.openxmlformats.org/officeDocument/2006/relationships/image" Target="../media/image365.png"/><Relationship Id="rId132" Type="http://schemas.openxmlformats.org/officeDocument/2006/relationships/image" Target="../media/image81.png"/><Relationship Id="rId437" Type="http://schemas.openxmlformats.org/officeDocument/2006/relationships/customXml" Target="../ink/ink230.xml"/><Relationship Id="rId644" Type="http://schemas.openxmlformats.org/officeDocument/2006/relationships/image" Target="../media/image337.png"/><Relationship Id="rId283" Type="http://schemas.openxmlformats.org/officeDocument/2006/relationships/customXml" Target="../ink/ink153.xml"/><Relationship Id="rId490" Type="http://schemas.openxmlformats.org/officeDocument/2006/relationships/image" Target="../media/image260.png"/><Relationship Id="rId504" Type="http://schemas.openxmlformats.org/officeDocument/2006/relationships/image" Target="../media/image267.png"/><Relationship Id="rId711" Type="http://schemas.openxmlformats.org/officeDocument/2006/relationships/customXml" Target="../ink/ink367.xml"/><Relationship Id="rId78" Type="http://schemas.openxmlformats.org/officeDocument/2006/relationships/image" Target="../media/image54.png"/><Relationship Id="rId143" Type="http://schemas.openxmlformats.org/officeDocument/2006/relationships/customXml" Target="../ink/ink83.xml"/><Relationship Id="rId350" Type="http://schemas.openxmlformats.org/officeDocument/2006/relationships/image" Target="../media/image190.png"/><Relationship Id="rId588" Type="http://schemas.openxmlformats.org/officeDocument/2006/relationships/image" Target="../media/image309.png"/><Relationship Id="rId9" Type="http://schemas.openxmlformats.org/officeDocument/2006/relationships/customXml" Target="../ink/ink16.xml"/><Relationship Id="rId210" Type="http://schemas.openxmlformats.org/officeDocument/2006/relationships/image" Target="../media/image120.png"/><Relationship Id="rId448" Type="http://schemas.openxmlformats.org/officeDocument/2006/relationships/image" Target="../media/image239.png"/><Relationship Id="rId655" Type="http://schemas.openxmlformats.org/officeDocument/2006/relationships/customXml" Target="../ink/ink339.xml"/><Relationship Id="rId294" Type="http://schemas.openxmlformats.org/officeDocument/2006/relationships/image" Target="../media/image162.png"/><Relationship Id="rId308" Type="http://schemas.openxmlformats.org/officeDocument/2006/relationships/image" Target="../media/image169.png"/><Relationship Id="rId515" Type="http://schemas.openxmlformats.org/officeDocument/2006/relationships/customXml" Target="../ink/ink269.xml"/><Relationship Id="rId722" Type="http://schemas.openxmlformats.org/officeDocument/2006/relationships/image" Target="../media/image376.png"/><Relationship Id="rId89" Type="http://schemas.openxmlformats.org/officeDocument/2006/relationships/customXml" Target="../ink/ink56.xml"/><Relationship Id="rId154" Type="http://schemas.openxmlformats.org/officeDocument/2006/relationships/image" Target="../media/image92.png"/><Relationship Id="rId361" Type="http://schemas.openxmlformats.org/officeDocument/2006/relationships/customXml" Target="../ink/ink192.xml"/><Relationship Id="rId599" Type="http://schemas.openxmlformats.org/officeDocument/2006/relationships/customXml" Target="../ink/ink311.xml"/><Relationship Id="rId459" Type="http://schemas.openxmlformats.org/officeDocument/2006/relationships/customXml" Target="../ink/ink241.xml"/><Relationship Id="rId666" Type="http://schemas.openxmlformats.org/officeDocument/2006/relationships/image" Target="../media/image348.png"/><Relationship Id="rId16" Type="http://schemas.openxmlformats.org/officeDocument/2006/relationships/image" Target="../media/image23.png"/><Relationship Id="rId221" Type="http://schemas.openxmlformats.org/officeDocument/2006/relationships/customXml" Target="../ink/ink122.xml"/><Relationship Id="rId319" Type="http://schemas.openxmlformats.org/officeDocument/2006/relationships/customXml" Target="../ink/ink171.xml"/><Relationship Id="rId526" Type="http://schemas.openxmlformats.org/officeDocument/2006/relationships/image" Target="../media/image278.png"/><Relationship Id="rId733" Type="http://schemas.openxmlformats.org/officeDocument/2006/relationships/customXml" Target="../ink/ink378.xml"/><Relationship Id="rId165" Type="http://schemas.openxmlformats.org/officeDocument/2006/relationships/customXml" Target="../ink/ink94.xml"/><Relationship Id="rId372" Type="http://schemas.openxmlformats.org/officeDocument/2006/relationships/image" Target="../media/image201.png"/><Relationship Id="rId677" Type="http://schemas.openxmlformats.org/officeDocument/2006/relationships/customXml" Target="../ink/ink350.xml"/><Relationship Id="rId232" Type="http://schemas.openxmlformats.org/officeDocument/2006/relationships/image" Target="../media/image131.png"/><Relationship Id="rId27" Type="http://schemas.openxmlformats.org/officeDocument/2006/relationships/customXml" Target="../ink/ink25.xml"/><Relationship Id="rId537" Type="http://schemas.openxmlformats.org/officeDocument/2006/relationships/customXml" Target="../ink/ink280.xml"/><Relationship Id="rId80" Type="http://schemas.openxmlformats.org/officeDocument/2006/relationships/image" Target="../media/image55.png"/><Relationship Id="rId176" Type="http://schemas.openxmlformats.org/officeDocument/2006/relationships/image" Target="../media/image103.png"/><Relationship Id="rId383" Type="http://schemas.openxmlformats.org/officeDocument/2006/relationships/customXml" Target="../ink/ink203.xml"/><Relationship Id="rId590" Type="http://schemas.openxmlformats.org/officeDocument/2006/relationships/image" Target="../media/image310.png"/><Relationship Id="rId604" Type="http://schemas.openxmlformats.org/officeDocument/2006/relationships/image" Target="../media/image317.png"/><Relationship Id="rId243" Type="http://schemas.openxmlformats.org/officeDocument/2006/relationships/customXml" Target="../ink/ink133.xml"/><Relationship Id="rId450" Type="http://schemas.openxmlformats.org/officeDocument/2006/relationships/image" Target="../media/image240.png"/><Relationship Id="rId688" Type="http://schemas.openxmlformats.org/officeDocument/2006/relationships/image" Target="../media/image359.png"/><Relationship Id="rId38" Type="http://schemas.openxmlformats.org/officeDocument/2006/relationships/image" Target="../media/image34.png"/><Relationship Id="rId103" Type="http://schemas.openxmlformats.org/officeDocument/2006/relationships/customXml" Target="../ink/ink63.xml"/><Relationship Id="rId310" Type="http://schemas.openxmlformats.org/officeDocument/2006/relationships/image" Target="../media/image170.png"/><Relationship Id="rId548" Type="http://schemas.openxmlformats.org/officeDocument/2006/relationships/image" Target="../media/image289.png"/><Relationship Id="rId91" Type="http://schemas.openxmlformats.org/officeDocument/2006/relationships/customXml" Target="../ink/ink57.xml"/><Relationship Id="rId187" Type="http://schemas.openxmlformats.org/officeDocument/2006/relationships/customXml" Target="../ink/ink105.xml"/><Relationship Id="rId394" Type="http://schemas.openxmlformats.org/officeDocument/2006/relationships/image" Target="../media/image212.png"/><Relationship Id="rId408" Type="http://schemas.openxmlformats.org/officeDocument/2006/relationships/image" Target="../media/image219.png"/><Relationship Id="rId615" Type="http://schemas.openxmlformats.org/officeDocument/2006/relationships/customXml" Target="../ink/ink319.xml"/><Relationship Id="rId254" Type="http://schemas.openxmlformats.org/officeDocument/2006/relationships/image" Target="../media/image142.png"/><Relationship Id="rId699" Type="http://schemas.openxmlformats.org/officeDocument/2006/relationships/customXml" Target="../ink/ink361.xml"/><Relationship Id="rId49" Type="http://schemas.openxmlformats.org/officeDocument/2006/relationships/customXml" Target="../ink/ink36.xml"/><Relationship Id="rId114" Type="http://schemas.openxmlformats.org/officeDocument/2006/relationships/image" Target="../media/image72.png"/><Relationship Id="rId461" Type="http://schemas.openxmlformats.org/officeDocument/2006/relationships/customXml" Target="../ink/ink242.xml"/><Relationship Id="rId559" Type="http://schemas.openxmlformats.org/officeDocument/2006/relationships/customXml" Target="../ink/ink291.xml"/><Relationship Id="rId198" Type="http://schemas.openxmlformats.org/officeDocument/2006/relationships/image" Target="../media/image114.png"/><Relationship Id="rId321" Type="http://schemas.openxmlformats.org/officeDocument/2006/relationships/customXml" Target="../ink/ink172.xml"/><Relationship Id="rId419" Type="http://schemas.openxmlformats.org/officeDocument/2006/relationships/customXml" Target="../ink/ink221.xml"/><Relationship Id="rId626" Type="http://schemas.openxmlformats.org/officeDocument/2006/relationships/image" Target="../media/image328.png"/><Relationship Id="rId265" Type="http://schemas.openxmlformats.org/officeDocument/2006/relationships/customXml" Target="../ink/ink144.xml"/><Relationship Id="rId472" Type="http://schemas.openxmlformats.org/officeDocument/2006/relationships/image" Target="../media/image251.png"/><Relationship Id="rId125" Type="http://schemas.openxmlformats.org/officeDocument/2006/relationships/customXml" Target="../ink/ink74.xml"/><Relationship Id="rId332" Type="http://schemas.openxmlformats.org/officeDocument/2006/relationships/image" Target="../media/image181.png"/><Relationship Id="rId637" Type="http://schemas.openxmlformats.org/officeDocument/2006/relationships/customXml" Target="../ink/ink330.xml"/><Relationship Id="rId276" Type="http://schemas.openxmlformats.org/officeDocument/2006/relationships/image" Target="../media/image153.png"/><Relationship Id="rId483" Type="http://schemas.openxmlformats.org/officeDocument/2006/relationships/customXml" Target="../ink/ink253.xml"/><Relationship Id="rId690" Type="http://schemas.openxmlformats.org/officeDocument/2006/relationships/image" Target="../media/image360.png"/><Relationship Id="rId704" Type="http://schemas.openxmlformats.org/officeDocument/2006/relationships/image" Target="../media/image367.png"/><Relationship Id="rId40" Type="http://schemas.openxmlformats.org/officeDocument/2006/relationships/image" Target="../media/image35.png"/><Relationship Id="rId136" Type="http://schemas.openxmlformats.org/officeDocument/2006/relationships/image" Target="../media/image83.png"/><Relationship Id="rId343" Type="http://schemas.openxmlformats.org/officeDocument/2006/relationships/customXml" Target="../ink/ink183.xml"/><Relationship Id="rId550" Type="http://schemas.openxmlformats.org/officeDocument/2006/relationships/image" Target="../media/image290.png"/><Relationship Id="rId203" Type="http://schemas.openxmlformats.org/officeDocument/2006/relationships/customXml" Target="../ink/ink113.xml"/><Relationship Id="rId648" Type="http://schemas.openxmlformats.org/officeDocument/2006/relationships/image" Target="../media/image339.png"/><Relationship Id="rId287" Type="http://schemas.openxmlformats.org/officeDocument/2006/relationships/customXml" Target="../ink/ink155.xml"/><Relationship Id="rId410" Type="http://schemas.openxmlformats.org/officeDocument/2006/relationships/image" Target="../media/image220.png"/><Relationship Id="rId494" Type="http://schemas.openxmlformats.org/officeDocument/2006/relationships/image" Target="../media/image262.png"/><Relationship Id="rId508" Type="http://schemas.openxmlformats.org/officeDocument/2006/relationships/image" Target="../media/image269.png"/><Relationship Id="rId715" Type="http://schemas.openxmlformats.org/officeDocument/2006/relationships/customXml" Target="../ink/ink369.xml"/><Relationship Id="rId147" Type="http://schemas.openxmlformats.org/officeDocument/2006/relationships/customXml" Target="../ink/ink85.xml"/><Relationship Id="rId354" Type="http://schemas.openxmlformats.org/officeDocument/2006/relationships/image" Target="../media/image19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0.xml"/><Relationship Id="rId117" Type="http://schemas.openxmlformats.org/officeDocument/2006/relationships/image" Target="../media/image441.png"/><Relationship Id="rId21" Type="http://schemas.openxmlformats.org/officeDocument/2006/relationships/image" Target="../media/image393.png"/><Relationship Id="rId42" Type="http://schemas.openxmlformats.org/officeDocument/2006/relationships/customXml" Target="../ink/ink398.xml"/><Relationship Id="rId47" Type="http://schemas.openxmlformats.org/officeDocument/2006/relationships/image" Target="../media/image406.png"/><Relationship Id="rId63" Type="http://schemas.openxmlformats.org/officeDocument/2006/relationships/image" Target="../media/image414.png"/><Relationship Id="rId68" Type="http://schemas.openxmlformats.org/officeDocument/2006/relationships/customXml" Target="../ink/ink411.xml"/><Relationship Id="rId84" Type="http://schemas.openxmlformats.org/officeDocument/2006/relationships/customXml" Target="../ink/ink419.xml"/><Relationship Id="rId89" Type="http://schemas.openxmlformats.org/officeDocument/2006/relationships/image" Target="../media/image427.png"/><Relationship Id="rId112" Type="http://schemas.openxmlformats.org/officeDocument/2006/relationships/customXml" Target="../ink/ink433.xml"/><Relationship Id="rId16" Type="http://schemas.openxmlformats.org/officeDocument/2006/relationships/customXml" Target="../ink/ink385.xml"/><Relationship Id="rId107" Type="http://schemas.openxmlformats.org/officeDocument/2006/relationships/image" Target="../media/image436.png"/><Relationship Id="rId11" Type="http://schemas.openxmlformats.org/officeDocument/2006/relationships/image" Target="../media/image388.png"/><Relationship Id="rId32" Type="http://schemas.openxmlformats.org/officeDocument/2006/relationships/customXml" Target="../ink/ink393.xml"/><Relationship Id="rId37" Type="http://schemas.openxmlformats.org/officeDocument/2006/relationships/image" Target="../media/image401.png"/><Relationship Id="rId53" Type="http://schemas.openxmlformats.org/officeDocument/2006/relationships/image" Target="../media/image409.png"/><Relationship Id="rId58" Type="http://schemas.openxmlformats.org/officeDocument/2006/relationships/customXml" Target="../ink/ink406.xml"/><Relationship Id="rId74" Type="http://schemas.openxmlformats.org/officeDocument/2006/relationships/customXml" Target="../ink/ink414.xml"/><Relationship Id="rId79" Type="http://schemas.openxmlformats.org/officeDocument/2006/relationships/image" Target="../media/image422.png"/><Relationship Id="rId102" Type="http://schemas.openxmlformats.org/officeDocument/2006/relationships/customXml" Target="../ink/ink428.xml"/><Relationship Id="rId5" Type="http://schemas.openxmlformats.org/officeDocument/2006/relationships/image" Target="../media/image385.png"/><Relationship Id="rId90" Type="http://schemas.openxmlformats.org/officeDocument/2006/relationships/customXml" Target="../ink/ink422.xml"/><Relationship Id="rId95" Type="http://schemas.openxmlformats.org/officeDocument/2006/relationships/image" Target="../media/image430.png"/><Relationship Id="rId22" Type="http://schemas.openxmlformats.org/officeDocument/2006/relationships/customXml" Target="../ink/ink388.xml"/><Relationship Id="rId27" Type="http://schemas.openxmlformats.org/officeDocument/2006/relationships/image" Target="../media/image396.png"/><Relationship Id="rId43" Type="http://schemas.openxmlformats.org/officeDocument/2006/relationships/image" Target="../media/image404.png"/><Relationship Id="rId48" Type="http://schemas.openxmlformats.org/officeDocument/2006/relationships/customXml" Target="../ink/ink401.xml"/><Relationship Id="rId64" Type="http://schemas.openxmlformats.org/officeDocument/2006/relationships/customXml" Target="../ink/ink409.xml"/><Relationship Id="rId69" Type="http://schemas.openxmlformats.org/officeDocument/2006/relationships/image" Target="../media/image417.png"/><Relationship Id="rId113" Type="http://schemas.openxmlformats.org/officeDocument/2006/relationships/image" Target="../media/image439.png"/><Relationship Id="rId118" Type="http://schemas.openxmlformats.org/officeDocument/2006/relationships/customXml" Target="../ink/ink436.xml"/><Relationship Id="rId80" Type="http://schemas.openxmlformats.org/officeDocument/2006/relationships/customXml" Target="../ink/ink417.xml"/><Relationship Id="rId85" Type="http://schemas.openxmlformats.org/officeDocument/2006/relationships/image" Target="../media/image425.png"/><Relationship Id="rId12" Type="http://schemas.openxmlformats.org/officeDocument/2006/relationships/customXml" Target="../ink/ink383.xml"/><Relationship Id="rId17" Type="http://schemas.openxmlformats.org/officeDocument/2006/relationships/image" Target="../media/image391.png"/><Relationship Id="rId33" Type="http://schemas.openxmlformats.org/officeDocument/2006/relationships/image" Target="../media/image399.png"/><Relationship Id="rId38" Type="http://schemas.openxmlformats.org/officeDocument/2006/relationships/customXml" Target="../ink/ink396.xml"/><Relationship Id="rId59" Type="http://schemas.openxmlformats.org/officeDocument/2006/relationships/image" Target="../media/image412.png"/><Relationship Id="rId103" Type="http://schemas.openxmlformats.org/officeDocument/2006/relationships/image" Target="../media/image434.png"/><Relationship Id="rId108" Type="http://schemas.openxmlformats.org/officeDocument/2006/relationships/customXml" Target="../ink/ink431.xml"/><Relationship Id="rId54" Type="http://schemas.openxmlformats.org/officeDocument/2006/relationships/customXml" Target="../ink/ink404.xml"/><Relationship Id="rId70" Type="http://schemas.openxmlformats.org/officeDocument/2006/relationships/customXml" Target="../ink/ink412.xml"/><Relationship Id="rId75" Type="http://schemas.openxmlformats.org/officeDocument/2006/relationships/image" Target="../media/image420.png"/><Relationship Id="rId91" Type="http://schemas.openxmlformats.org/officeDocument/2006/relationships/image" Target="../media/image428.png"/><Relationship Id="rId96" Type="http://schemas.openxmlformats.org/officeDocument/2006/relationships/customXml" Target="../ink/ink425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80.xml"/><Relationship Id="rId23" Type="http://schemas.openxmlformats.org/officeDocument/2006/relationships/image" Target="../media/image394.png"/><Relationship Id="rId28" Type="http://schemas.openxmlformats.org/officeDocument/2006/relationships/customXml" Target="../ink/ink391.xml"/><Relationship Id="rId49" Type="http://schemas.openxmlformats.org/officeDocument/2006/relationships/image" Target="../media/image407.png"/><Relationship Id="rId114" Type="http://schemas.openxmlformats.org/officeDocument/2006/relationships/customXml" Target="../ink/ink434.xml"/><Relationship Id="rId119" Type="http://schemas.openxmlformats.org/officeDocument/2006/relationships/image" Target="../media/image442.png"/><Relationship Id="rId44" Type="http://schemas.openxmlformats.org/officeDocument/2006/relationships/customXml" Target="../ink/ink399.xml"/><Relationship Id="rId60" Type="http://schemas.openxmlformats.org/officeDocument/2006/relationships/customXml" Target="../ink/ink407.xml"/><Relationship Id="rId65" Type="http://schemas.openxmlformats.org/officeDocument/2006/relationships/image" Target="../media/image415.png"/><Relationship Id="rId81" Type="http://schemas.openxmlformats.org/officeDocument/2006/relationships/image" Target="../media/image423.png"/><Relationship Id="rId86" Type="http://schemas.openxmlformats.org/officeDocument/2006/relationships/customXml" Target="../ink/ink420.xml"/><Relationship Id="rId4" Type="http://schemas.openxmlformats.org/officeDocument/2006/relationships/customXml" Target="../ink/ink379.xml"/><Relationship Id="rId9" Type="http://schemas.openxmlformats.org/officeDocument/2006/relationships/image" Target="../media/image387.png"/><Relationship Id="rId13" Type="http://schemas.openxmlformats.org/officeDocument/2006/relationships/image" Target="../media/image389.png"/><Relationship Id="rId18" Type="http://schemas.openxmlformats.org/officeDocument/2006/relationships/customXml" Target="../ink/ink386.xml"/><Relationship Id="rId39" Type="http://schemas.openxmlformats.org/officeDocument/2006/relationships/image" Target="../media/image402.png"/><Relationship Id="rId109" Type="http://schemas.openxmlformats.org/officeDocument/2006/relationships/image" Target="../media/image437.png"/><Relationship Id="rId34" Type="http://schemas.openxmlformats.org/officeDocument/2006/relationships/customXml" Target="../ink/ink394.xml"/><Relationship Id="rId50" Type="http://schemas.openxmlformats.org/officeDocument/2006/relationships/customXml" Target="../ink/ink402.xml"/><Relationship Id="rId55" Type="http://schemas.openxmlformats.org/officeDocument/2006/relationships/image" Target="../media/image410.png"/><Relationship Id="rId76" Type="http://schemas.openxmlformats.org/officeDocument/2006/relationships/customXml" Target="../ink/ink415.xml"/><Relationship Id="rId97" Type="http://schemas.openxmlformats.org/officeDocument/2006/relationships/image" Target="../media/image431.png"/><Relationship Id="rId104" Type="http://schemas.openxmlformats.org/officeDocument/2006/relationships/customXml" Target="../ink/ink429.xml"/><Relationship Id="rId120" Type="http://schemas.openxmlformats.org/officeDocument/2006/relationships/customXml" Target="../ink/ink437.xml"/><Relationship Id="rId7" Type="http://schemas.openxmlformats.org/officeDocument/2006/relationships/image" Target="../media/image386.png"/><Relationship Id="rId71" Type="http://schemas.openxmlformats.org/officeDocument/2006/relationships/image" Target="../media/image418.png"/><Relationship Id="rId92" Type="http://schemas.openxmlformats.org/officeDocument/2006/relationships/customXml" Target="../ink/ink423.xml"/><Relationship Id="rId2" Type="http://schemas.openxmlformats.org/officeDocument/2006/relationships/image" Target="../media/image383.png"/><Relationship Id="rId29" Type="http://schemas.openxmlformats.org/officeDocument/2006/relationships/image" Target="../media/image397.png"/><Relationship Id="rId24" Type="http://schemas.openxmlformats.org/officeDocument/2006/relationships/customXml" Target="../ink/ink389.xml"/><Relationship Id="rId40" Type="http://schemas.openxmlformats.org/officeDocument/2006/relationships/customXml" Target="../ink/ink397.xml"/><Relationship Id="rId45" Type="http://schemas.openxmlformats.org/officeDocument/2006/relationships/image" Target="../media/image405.png"/><Relationship Id="rId66" Type="http://schemas.openxmlformats.org/officeDocument/2006/relationships/customXml" Target="../ink/ink410.xml"/><Relationship Id="rId87" Type="http://schemas.openxmlformats.org/officeDocument/2006/relationships/image" Target="../media/image426.png"/><Relationship Id="rId110" Type="http://schemas.openxmlformats.org/officeDocument/2006/relationships/customXml" Target="../ink/ink432.xml"/><Relationship Id="rId115" Type="http://schemas.openxmlformats.org/officeDocument/2006/relationships/image" Target="../media/image440.png"/><Relationship Id="rId61" Type="http://schemas.openxmlformats.org/officeDocument/2006/relationships/image" Target="../media/image413.png"/><Relationship Id="rId82" Type="http://schemas.openxmlformats.org/officeDocument/2006/relationships/customXml" Target="../ink/ink418.xml"/><Relationship Id="rId19" Type="http://schemas.openxmlformats.org/officeDocument/2006/relationships/image" Target="../media/image392.png"/><Relationship Id="rId14" Type="http://schemas.openxmlformats.org/officeDocument/2006/relationships/customXml" Target="../ink/ink384.xml"/><Relationship Id="rId30" Type="http://schemas.openxmlformats.org/officeDocument/2006/relationships/customXml" Target="../ink/ink392.xml"/><Relationship Id="rId35" Type="http://schemas.openxmlformats.org/officeDocument/2006/relationships/image" Target="../media/image400.png"/><Relationship Id="rId56" Type="http://schemas.openxmlformats.org/officeDocument/2006/relationships/customXml" Target="../ink/ink405.xml"/><Relationship Id="rId77" Type="http://schemas.openxmlformats.org/officeDocument/2006/relationships/image" Target="../media/image421.png"/><Relationship Id="rId100" Type="http://schemas.openxmlformats.org/officeDocument/2006/relationships/customXml" Target="../ink/ink427.xml"/><Relationship Id="rId105" Type="http://schemas.openxmlformats.org/officeDocument/2006/relationships/image" Target="../media/image435.png"/><Relationship Id="rId8" Type="http://schemas.openxmlformats.org/officeDocument/2006/relationships/customXml" Target="../ink/ink381.xml"/><Relationship Id="rId51" Type="http://schemas.openxmlformats.org/officeDocument/2006/relationships/image" Target="../media/image408.png"/><Relationship Id="rId72" Type="http://schemas.openxmlformats.org/officeDocument/2006/relationships/customXml" Target="../ink/ink413.xml"/><Relationship Id="rId93" Type="http://schemas.openxmlformats.org/officeDocument/2006/relationships/image" Target="../media/image429.png"/><Relationship Id="rId98" Type="http://schemas.openxmlformats.org/officeDocument/2006/relationships/customXml" Target="../ink/ink426.xml"/><Relationship Id="rId121" Type="http://schemas.openxmlformats.org/officeDocument/2006/relationships/image" Target="../media/image443.png"/><Relationship Id="rId3" Type="http://schemas.openxmlformats.org/officeDocument/2006/relationships/image" Target="../media/image384.svg"/><Relationship Id="rId25" Type="http://schemas.openxmlformats.org/officeDocument/2006/relationships/image" Target="../media/image395.png"/><Relationship Id="rId46" Type="http://schemas.openxmlformats.org/officeDocument/2006/relationships/customXml" Target="../ink/ink400.xml"/><Relationship Id="rId67" Type="http://schemas.openxmlformats.org/officeDocument/2006/relationships/image" Target="../media/image416.png"/><Relationship Id="rId116" Type="http://schemas.openxmlformats.org/officeDocument/2006/relationships/customXml" Target="../ink/ink435.xml"/><Relationship Id="rId20" Type="http://schemas.openxmlformats.org/officeDocument/2006/relationships/customXml" Target="../ink/ink387.xml"/><Relationship Id="rId41" Type="http://schemas.openxmlformats.org/officeDocument/2006/relationships/image" Target="../media/image403.png"/><Relationship Id="rId62" Type="http://schemas.openxmlformats.org/officeDocument/2006/relationships/customXml" Target="../ink/ink408.xml"/><Relationship Id="rId83" Type="http://schemas.openxmlformats.org/officeDocument/2006/relationships/image" Target="../media/image424.png"/><Relationship Id="rId88" Type="http://schemas.openxmlformats.org/officeDocument/2006/relationships/customXml" Target="../ink/ink421.xml"/><Relationship Id="rId111" Type="http://schemas.openxmlformats.org/officeDocument/2006/relationships/image" Target="../media/image438.png"/><Relationship Id="rId15" Type="http://schemas.openxmlformats.org/officeDocument/2006/relationships/image" Target="../media/image390.png"/><Relationship Id="rId36" Type="http://schemas.openxmlformats.org/officeDocument/2006/relationships/customXml" Target="../ink/ink395.xml"/><Relationship Id="rId57" Type="http://schemas.openxmlformats.org/officeDocument/2006/relationships/image" Target="../media/image411.png"/><Relationship Id="rId106" Type="http://schemas.openxmlformats.org/officeDocument/2006/relationships/customXml" Target="../ink/ink430.xml"/><Relationship Id="rId10" Type="http://schemas.openxmlformats.org/officeDocument/2006/relationships/customXml" Target="../ink/ink382.xml"/><Relationship Id="rId31" Type="http://schemas.openxmlformats.org/officeDocument/2006/relationships/image" Target="../media/image398.png"/><Relationship Id="rId52" Type="http://schemas.openxmlformats.org/officeDocument/2006/relationships/customXml" Target="../ink/ink403.xml"/><Relationship Id="rId73" Type="http://schemas.openxmlformats.org/officeDocument/2006/relationships/image" Target="../media/image419.png"/><Relationship Id="rId78" Type="http://schemas.openxmlformats.org/officeDocument/2006/relationships/customXml" Target="../ink/ink416.xml"/><Relationship Id="rId94" Type="http://schemas.openxmlformats.org/officeDocument/2006/relationships/customXml" Target="../ink/ink424.xml"/><Relationship Id="rId99" Type="http://schemas.openxmlformats.org/officeDocument/2006/relationships/image" Target="../media/image432.png"/><Relationship Id="rId101" Type="http://schemas.openxmlformats.org/officeDocument/2006/relationships/image" Target="../media/image43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43.xml"/><Relationship Id="rId18" Type="http://schemas.openxmlformats.org/officeDocument/2006/relationships/image" Target="../media/image452.png"/><Relationship Id="rId26" Type="http://schemas.openxmlformats.org/officeDocument/2006/relationships/image" Target="../media/image455.png"/><Relationship Id="rId3" Type="http://schemas.openxmlformats.org/officeDocument/2006/relationships/customXml" Target="../ink/ink438.xml"/><Relationship Id="rId21" Type="http://schemas.openxmlformats.org/officeDocument/2006/relationships/customXml" Target="../ink/ink447.xml"/><Relationship Id="rId34" Type="http://schemas.openxmlformats.org/officeDocument/2006/relationships/image" Target="../media/image459.png"/><Relationship Id="rId7" Type="http://schemas.openxmlformats.org/officeDocument/2006/relationships/customXml" Target="../ink/ink440.xml"/><Relationship Id="rId12" Type="http://schemas.openxmlformats.org/officeDocument/2006/relationships/image" Target="../media/image449.png"/><Relationship Id="rId17" Type="http://schemas.openxmlformats.org/officeDocument/2006/relationships/customXml" Target="../ink/ink445.xml"/><Relationship Id="rId25" Type="http://schemas.openxmlformats.org/officeDocument/2006/relationships/customXml" Target="../ink/ink449.xml"/><Relationship Id="rId33" Type="http://schemas.openxmlformats.org/officeDocument/2006/relationships/customXml" Target="../ink/ink453.xml"/><Relationship Id="rId2" Type="http://schemas.openxmlformats.org/officeDocument/2006/relationships/image" Target="../media/image444.png"/><Relationship Id="rId16" Type="http://schemas.openxmlformats.org/officeDocument/2006/relationships/image" Target="../media/image451.png"/><Relationship Id="rId20" Type="http://schemas.openxmlformats.org/officeDocument/2006/relationships/image" Target="../media/image453.png"/><Relationship Id="rId29" Type="http://schemas.openxmlformats.org/officeDocument/2006/relationships/customXml" Target="../ink/ink4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6.png"/><Relationship Id="rId11" Type="http://schemas.openxmlformats.org/officeDocument/2006/relationships/customXml" Target="../ink/ink442.xml"/><Relationship Id="rId24" Type="http://schemas.openxmlformats.org/officeDocument/2006/relationships/image" Target="../media/image59.png"/><Relationship Id="rId32" Type="http://schemas.openxmlformats.org/officeDocument/2006/relationships/image" Target="../media/image458.png"/><Relationship Id="rId5" Type="http://schemas.openxmlformats.org/officeDocument/2006/relationships/customXml" Target="../ink/ink439.xml"/><Relationship Id="rId15" Type="http://schemas.openxmlformats.org/officeDocument/2006/relationships/customXml" Target="../ink/ink444.xml"/><Relationship Id="rId23" Type="http://schemas.openxmlformats.org/officeDocument/2006/relationships/customXml" Target="../ink/ink448.xml"/><Relationship Id="rId28" Type="http://schemas.openxmlformats.org/officeDocument/2006/relationships/image" Target="../media/image456.png"/><Relationship Id="rId36" Type="http://schemas.openxmlformats.org/officeDocument/2006/relationships/image" Target="../media/image460.png"/><Relationship Id="rId10" Type="http://schemas.openxmlformats.org/officeDocument/2006/relationships/image" Target="../media/image448.png"/><Relationship Id="rId19" Type="http://schemas.openxmlformats.org/officeDocument/2006/relationships/customXml" Target="../ink/ink446.xml"/><Relationship Id="rId31" Type="http://schemas.openxmlformats.org/officeDocument/2006/relationships/customXml" Target="../ink/ink452.xml"/><Relationship Id="rId4" Type="http://schemas.openxmlformats.org/officeDocument/2006/relationships/image" Target="../media/image445.png"/><Relationship Id="rId9" Type="http://schemas.openxmlformats.org/officeDocument/2006/relationships/customXml" Target="../ink/ink441.xml"/><Relationship Id="rId14" Type="http://schemas.openxmlformats.org/officeDocument/2006/relationships/image" Target="../media/image450.png"/><Relationship Id="rId22" Type="http://schemas.openxmlformats.org/officeDocument/2006/relationships/image" Target="../media/image454.png"/><Relationship Id="rId27" Type="http://schemas.openxmlformats.org/officeDocument/2006/relationships/customXml" Target="../ink/ink450.xml"/><Relationship Id="rId30" Type="http://schemas.openxmlformats.org/officeDocument/2006/relationships/image" Target="../media/image457.png"/><Relationship Id="rId35" Type="http://schemas.openxmlformats.org/officeDocument/2006/relationships/customXml" Target="../ink/ink454.xml"/><Relationship Id="rId8" Type="http://schemas.openxmlformats.org/officeDocument/2006/relationships/image" Target="../media/image44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7.png"/><Relationship Id="rId18" Type="http://schemas.openxmlformats.org/officeDocument/2006/relationships/customXml" Target="../ink/ink462.xml"/><Relationship Id="rId26" Type="http://schemas.openxmlformats.org/officeDocument/2006/relationships/customXml" Target="../ink/ink466.xml"/><Relationship Id="rId3" Type="http://schemas.openxmlformats.org/officeDocument/2006/relationships/image" Target="../media/image462.svg"/><Relationship Id="rId21" Type="http://schemas.openxmlformats.org/officeDocument/2006/relationships/image" Target="../media/image471.png"/><Relationship Id="rId7" Type="http://schemas.openxmlformats.org/officeDocument/2006/relationships/image" Target="../media/image464.png"/><Relationship Id="rId12" Type="http://schemas.openxmlformats.org/officeDocument/2006/relationships/customXml" Target="../ink/ink459.xml"/><Relationship Id="rId17" Type="http://schemas.openxmlformats.org/officeDocument/2006/relationships/image" Target="../media/image469.png"/><Relationship Id="rId25" Type="http://schemas.openxmlformats.org/officeDocument/2006/relationships/image" Target="../media/image473.png"/><Relationship Id="rId33" Type="http://schemas.openxmlformats.org/officeDocument/2006/relationships/image" Target="../media/image477.png"/><Relationship Id="rId2" Type="http://schemas.openxmlformats.org/officeDocument/2006/relationships/image" Target="../media/image461.png"/><Relationship Id="rId16" Type="http://schemas.openxmlformats.org/officeDocument/2006/relationships/customXml" Target="../ink/ink461.xml"/><Relationship Id="rId20" Type="http://schemas.openxmlformats.org/officeDocument/2006/relationships/customXml" Target="../ink/ink463.xml"/><Relationship Id="rId29" Type="http://schemas.openxmlformats.org/officeDocument/2006/relationships/image" Target="../media/image47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56.xml"/><Relationship Id="rId11" Type="http://schemas.openxmlformats.org/officeDocument/2006/relationships/image" Target="../media/image466.png"/><Relationship Id="rId24" Type="http://schemas.openxmlformats.org/officeDocument/2006/relationships/customXml" Target="../ink/ink465.xml"/><Relationship Id="rId32" Type="http://schemas.openxmlformats.org/officeDocument/2006/relationships/customXml" Target="../ink/ink469.xml"/><Relationship Id="rId5" Type="http://schemas.openxmlformats.org/officeDocument/2006/relationships/image" Target="../media/image463.png"/><Relationship Id="rId15" Type="http://schemas.openxmlformats.org/officeDocument/2006/relationships/image" Target="../media/image468.png"/><Relationship Id="rId23" Type="http://schemas.openxmlformats.org/officeDocument/2006/relationships/image" Target="../media/image472.png"/><Relationship Id="rId28" Type="http://schemas.openxmlformats.org/officeDocument/2006/relationships/customXml" Target="../ink/ink467.xml"/><Relationship Id="rId10" Type="http://schemas.openxmlformats.org/officeDocument/2006/relationships/customXml" Target="../ink/ink458.xml"/><Relationship Id="rId19" Type="http://schemas.openxmlformats.org/officeDocument/2006/relationships/image" Target="../media/image470.png"/><Relationship Id="rId31" Type="http://schemas.openxmlformats.org/officeDocument/2006/relationships/image" Target="../media/image476.png"/><Relationship Id="rId4" Type="http://schemas.openxmlformats.org/officeDocument/2006/relationships/customXml" Target="../ink/ink455.xml"/><Relationship Id="rId9" Type="http://schemas.openxmlformats.org/officeDocument/2006/relationships/image" Target="../media/image465.png"/><Relationship Id="rId14" Type="http://schemas.openxmlformats.org/officeDocument/2006/relationships/customXml" Target="../ink/ink460.xml"/><Relationship Id="rId22" Type="http://schemas.openxmlformats.org/officeDocument/2006/relationships/customXml" Target="../ink/ink464.xml"/><Relationship Id="rId27" Type="http://schemas.openxmlformats.org/officeDocument/2006/relationships/image" Target="../media/image474.png"/><Relationship Id="rId30" Type="http://schemas.openxmlformats.org/officeDocument/2006/relationships/customXml" Target="../ink/ink468.xml"/><Relationship Id="rId8" Type="http://schemas.openxmlformats.org/officeDocument/2006/relationships/customXml" Target="../ink/ink45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2.xml"/><Relationship Id="rId13" Type="http://schemas.openxmlformats.org/officeDocument/2006/relationships/image" Target="../media/image484.png"/><Relationship Id="rId18" Type="http://schemas.openxmlformats.org/officeDocument/2006/relationships/customXml" Target="../ink/ink477.xml"/><Relationship Id="rId26" Type="http://schemas.openxmlformats.org/officeDocument/2006/relationships/customXml" Target="../ink/ink481.xml"/><Relationship Id="rId3" Type="http://schemas.openxmlformats.org/officeDocument/2006/relationships/image" Target="../media/image479.svg"/><Relationship Id="rId21" Type="http://schemas.openxmlformats.org/officeDocument/2006/relationships/image" Target="../media/image488.png"/><Relationship Id="rId7" Type="http://schemas.openxmlformats.org/officeDocument/2006/relationships/image" Target="../media/image481.png"/><Relationship Id="rId12" Type="http://schemas.openxmlformats.org/officeDocument/2006/relationships/customXml" Target="../ink/ink474.xml"/><Relationship Id="rId17" Type="http://schemas.openxmlformats.org/officeDocument/2006/relationships/image" Target="../media/image486.png"/><Relationship Id="rId25" Type="http://schemas.openxmlformats.org/officeDocument/2006/relationships/image" Target="../media/image490.png"/><Relationship Id="rId2" Type="http://schemas.openxmlformats.org/officeDocument/2006/relationships/image" Target="../media/image478.png"/><Relationship Id="rId16" Type="http://schemas.openxmlformats.org/officeDocument/2006/relationships/customXml" Target="../ink/ink476.xml"/><Relationship Id="rId20" Type="http://schemas.openxmlformats.org/officeDocument/2006/relationships/customXml" Target="../ink/ink478.xml"/><Relationship Id="rId29" Type="http://schemas.openxmlformats.org/officeDocument/2006/relationships/image" Target="../media/image49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71.xml"/><Relationship Id="rId11" Type="http://schemas.openxmlformats.org/officeDocument/2006/relationships/image" Target="../media/image483.png"/><Relationship Id="rId24" Type="http://schemas.openxmlformats.org/officeDocument/2006/relationships/customXml" Target="../ink/ink480.xml"/><Relationship Id="rId5" Type="http://schemas.openxmlformats.org/officeDocument/2006/relationships/image" Target="../media/image480.png"/><Relationship Id="rId15" Type="http://schemas.openxmlformats.org/officeDocument/2006/relationships/image" Target="../media/image485.png"/><Relationship Id="rId23" Type="http://schemas.openxmlformats.org/officeDocument/2006/relationships/image" Target="../media/image489.png"/><Relationship Id="rId28" Type="http://schemas.openxmlformats.org/officeDocument/2006/relationships/customXml" Target="../ink/ink482.xml"/><Relationship Id="rId10" Type="http://schemas.openxmlformats.org/officeDocument/2006/relationships/customXml" Target="../ink/ink473.xml"/><Relationship Id="rId19" Type="http://schemas.openxmlformats.org/officeDocument/2006/relationships/image" Target="../media/image487.png"/><Relationship Id="rId4" Type="http://schemas.openxmlformats.org/officeDocument/2006/relationships/customXml" Target="../ink/ink470.xml"/><Relationship Id="rId9" Type="http://schemas.openxmlformats.org/officeDocument/2006/relationships/image" Target="../media/image482.png"/><Relationship Id="rId14" Type="http://schemas.openxmlformats.org/officeDocument/2006/relationships/customXml" Target="../ink/ink475.xml"/><Relationship Id="rId22" Type="http://schemas.openxmlformats.org/officeDocument/2006/relationships/customXml" Target="../ink/ink479.xml"/><Relationship Id="rId27" Type="http://schemas.openxmlformats.org/officeDocument/2006/relationships/image" Target="../media/image49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8.xml"/><Relationship Id="rId18" Type="http://schemas.openxmlformats.org/officeDocument/2006/relationships/image" Target="../media/image501.png"/><Relationship Id="rId26" Type="http://schemas.openxmlformats.org/officeDocument/2006/relationships/image" Target="../media/image505.png"/><Relationship Id="rId39" Type="http://schemas.openxmlformats.org/officeDocument/2006/relationships/customXml" Target="../ink/ink501.xml"/><Relationship Id="rId21" Type="http://schemas.openxmlformats.org/officeDocument/2006/relationships/customXml" Target="../ink/ink492.xml"/><Relationship Id="rId34" Type="http://schemas.openxmlformats.org/officeDocument/2006/relationships/image" Target="../media/image509.png"/><Relationship Id="rId42" Type="http://schemas.openxmlformats.org/officeDocument/2006/relationships/image" Target="../media/image513.png"/><Relationship Id="rId47" Type="http://schemas.openxmlformats.org/officeDocument/2006/relationships/customXml" Target="../ink/ink505.xml"/><Relationship Id="rId50" Type="http://schemas.openxmlformats.org/officeDocument/2006/relationships/image" Target="../media/image517.png"/><Relationship Id="rId55" Type="http://schemas.openxmlformats.org/officeDocument/2006/relationships/customXml" Target="../ink/ink509.xml"/><Relationship Id="rId7" Type="http://schemas.openxmlformats.org/officeDocument/2006/relationships/customXml" Target="../ink/ink485.xml"/><Relationship Id="rId2" Type="http://schemas.openxmlformats.org/officeDocument/2006/relationships/image" Target="../media/image493.png"/><Relationship Id="rId16" Type="http://schemas.openxmlformats.org/officeDocument/2006/relationships/image" Target="../media/image500.png"/><Relationship Id="rId29" Type="http://schemas.openxmlformats.org/officeDocument/2006/relationships/customXml" Target="../ink/ink496.xml"/><Relationship Id="rId11" Type="http://schemas.openxmlformats.org/officeDocument/2006/relationships/customXml" Target="../ink/ink487.xml"/><Relationship Id="rId24" Type="http://schemas.openxmlformats.org/officeDocument/2006/relationships/image" Target="../media/image504.png"/><Relationship Id="rId32" Type="http://schemas.openxmlformats.org/officeDocument/2006/relationships/image" Target="../media/image508.png"/><Relationship Id="rId37" Type="http://schemas.openxmlformats.org/officeDocument/2006/relationships/customXml" Target="../ink/ink500.xml"/><Relationship Id="rId40" Type="http://schemas.openxmlformats.org/officeDocument/2006/relationships/image" Target="../media/image512.png"/><Relationship Id="rId45" Type="http://schemas.openxmlformats.org/officeDocument/2006/relationships/customXml" Target="../ink/ink504.xml"/><Relationship Id="rId53" Type="http://schemas.openxmlformats.org/officeDocument/2006/relationships/customXml" Target="../ink/ink508.xml"/><Relationship Id="rId58" Type="http://schemas.openxmlformats.org/officeDocument/2006/relationships/image" Target="../media/image521.png"/><Relationship Id="rId5" Type="http://schemas.openxmlformats.org/officeDocument/2006/relationships/customXml" Target="../ink/ink484.xml"/><Relationship Id="rId19" Type="http://schemas.openxmlformats.org/officeDocument/2006/relationships/customXml" Target="../ink/ink491.xml"/><Relationship Id="rId4" Type="http://schemas.openxmlformats.org/officeDocument/2006/relationships/image" Target="../media/image494.png"/><Relationship Id="rId9" Type="http://schemas.openxmlformats.org/officeDocument/2006/relationships/customXml" Target="../ink/ink486.xml"/><Relationship Id="rId14" Type="http://schemas.openxmlformats.org/officeDocument/2006/relationships/image" Target="../media/image499.png"/><Relationship Id="rId22" Type="http://schemas.openxmlformats.org/officeDocument/2006/relationships/image" Target="../media/image503.png"/><Relationship Id="rId27" Type="http://schemas.openxmlformats.org/officeDocument/2006/relationships/customXml" Target="../ink/ink495.xml"/><Relationship Id="rId30" Type="http://schemas.openxmlformats.org/officeDocument/2006/relationships/image" Target="../media/image507.png"/><Relationship Id="rId35" Type="http://schemas.openxmlformats.org/officeDocument/2006/relationships/customXml" Target="../ink/ink499.xml"/><Relationship Id="rId43" Type="http://schemas.openxmlformats.org/officeDocument/2006/relationships/customXml" Target="../ink/ink503.xml"/><Relationship Id="rId48" Type="http://schemas.openxmlformats.org/officeDocument/2006/relationships/image" Target="../media/image516.png"/><Relationship Id="rId56" Type="http://schemas.openxmlformats.org/officeDocument/2006/relationships/image" Target="../media/image520.png"/><Relationship Id="rId8" Type="http://schemas.openxmlformats.org/officeDocument/2006/relationships/image" Target="../media/image496.png"/><Relationship Id="rId51" Type="http://schemas.openxmlformats.org/officeDocument/2006/relationships/customXml" Target="../ink/ink507.xml"/><Relationship Id="rId3" Type="http://schemas.openxmlformats.org/officeDocument/2006/relationships/customXml" Target="../ink/ink483.xml"/><Relationship Id="rId12" Type="http://schemas.openxmlformats.org/officeDocument/2006/relationships/image" Target="../media/image498.png"/><Relationship Id="rId17" Type="http://schemas.openxmlformats.org/officeDocument/2006/relationships/customXml" Target="../ink/ink490.xml"/><Relationship Id="rId25" Type="http://schemas.openxmlformats.org/officeDocument/2006/relationships/customXml" Target="../ink/ink494.xml"/><Relationship Id="rId33" Type="http://schemas.openxmlformats.org/officeDocument/2006/relationships/customXml" Target="../ink/ink498.xml"/><Relationship Id="rId38" Type="http://schemas.openxmlformats.org/officeDocument/2006/relationships/image" Target="../media/image511.png"/><Relationship Id="rId46" Type="http://schemas.openxmlformats.org/officeDocument/2006/relationships/image" Target="../media/image515.png"/><Relationship Id="rId20" Type="http://schemas.openxmlformats.org/officeDocument/2006/relationships/image" Target="../media/image502.png"/><Relationship Id="rId41" Type="http://schemas.openxmlformats.org/officeDocument/2006/relationships/customXml" Target="../ink/ink502.xml"/><Relationship Id="rId54" Type="http://schemas.openxmlformats.org/officeDocument/2006/relationships/image" Target="../media/image5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5.png"/><Relationship Id="rId15" Type="http://schemas.openxmlformats.org/officeDocument/2006/relationships/customXml" Target="../ink/ink489.xml"/><Relationship Id="rId23" Type="http://schemas.openxmlformats.org/officeDocument/2006/relationships/customXml" Target="../ink/ink493.xml"/><Relationship Id="rId28" Type="http://schemas.openxmlformats.org/officeDocument/2006/relationships/image" Target="../media/image506.png"/><Relationship Id="rId36" Type="http://schemas.openxmlformats.org/officeDocument/2006/relationships/image" Target="../media/image510.png"/><Relationship Id="rId49" Type="http://schemas.openxmlformats.org/officeDocument/2006/relationships/customXml" Target="../ink/ink506.xml"/><Relationship Id="rId57" Type="http://schemas.openxmlformats.org/officeDocument/2006/relationships/customXml" Target="../ink/ink510.xml"/><Relationship Id="rId10" Type="http://schemas.openxmlformats.org/officeDocument/2006/relationships/image" Target="../media/image497.png"/><Relationship Id="rId31" Type="http://schemas.openxmlformats.org/officeDocument/2006/relationships/customXml" Target="../ink/ink497.xml"/><Relationship Id="rId44" Type="http://schemas.openxmlformats.org/officeDocument/2006/relationships/image" Target="../media/image514.png"/><Relationship Id="rId52" Type="http://schemas.openxmlformats.org/officeDocument/2006/relationships/image" Target="../media/image51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8.png"/><Relationship Id="rId18" Type="http://schemas.openxmlformats.org/officeDocument/2006/relationships/customXml" Target="../ink/ink518.xml"/><Relationship Id="rId26" Type="http://schemas.openxmlformats.org/officeDocument/2006/relationships/customXml" Target="../ink/ink522.xml"/><Relationship Id="rId39" Type="http://schemas.openxmlformats.org/officeDocument/2006/relationships/image" Target="../media/image541.png"/><Relationship Id="rId21" Type="http://schemas.openxmlformats.org/officeDocument/2006/relationships/image" Target="../media/image532.png"/><Relationship Id="rId34" Type="http://schemas.openxmlformats.org/officeDocument/2006/relationships/customXml" Target="../ink/ink526.xml"/><Relationship Id="rId42" Type="http://schemas.openxmlformats.org/officeDocument/2006/relationships/customXml" Target="../ink/ink530.xml"/><Relationship Id="rId47" Type="http://schemas.openxmlformats.org/officeDocument/2006/relationships/image" Target="../media/image545.png"/><Relationship Id="rId7" Type="http://schemas.openxmlformats.org/officeDocument/2006/relationships/image" Target="../media/image525.png"/><Relationship Id="rId2" Type="http://schemas.openxmlformats.org/officeDocument/2006/relationships/image" Target="../media/image522.png"/><Relationship Id="rId16" Type="http://schemas.openxmlformats.org/officeDocument/2006/relationships/customXml" Target="../ink/ink517.xml"/><Relationship Id="rId29" Type="http://schemas.openxmlformats.org/officeDocument/2006/relationships/image" Target="../media/image536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12.xml"/><Relationship Id="rId11" Type="http://schemas.openxmlformats.org/officeDocument/2006/relationships/image" Target="../media/image527.png"/><Relationship Id="rId24" Type="http://schemas.openxmlformats.org/officeDocument/2006/relationships/customXml" Target="../ink/ink521.xml"/><Relationship Id="rId32" Type="http://schemas.openxmlformats.org/officeDocument/2006/relationships/customXml" Target="../ink/ink525.xml"/><Relationship Id="rId37" Type="http://schemas.openxmlformats.org/officeDocument/2006/relationships/image" Target="../media/image540.png"/><Relationship Id="rId40" Type="http://schemas.openxmlformats.org/officeDocument/2006/relationships/customXml" Target="../ink/ink529.xml"/><Relationship Id="rId45" Type="http://schemas.openxmlformats.org/officeDocument/2006/relationships/image" Target="../media/image544.png"/><Relationship Id="rId5" Type="http://schemas.openxmlformats.org/officeDocument/2006/relationships/image" Target="../media/image524.png"/><Relationship Id="rId15" Type="http://schemas.openxmlformats.org/officeDocument/2006/relationships/image" Target="../media/image529.png"/><Relationship Id="rId23" Type="http://schemas.openxmlformats.org/officeDocument/2006/relationships/image" Target="../media/image533.png"/><Relationship Id="rId28" Type="http://schemas.openxmlformats.org/officeDocument/2006/relationships/customXml" Target="../ink/ink523.xml"/><Relationship Id="rId36" Type="http://schemas.openxmlformats.org/officeDocument/2006/relationships/customXml" Target="../ink/ink527.xml"/><Relationship Id="rId10" Type="http://schemas.openxmlformats.org/officeDocument/2006/relationships/customXml" Target="../ink/ink514.xml"/><Relationship Id="rId19" Type="http://schemas.openxmlformats.org/officeDocument/2006/relationships/image" Target="../media/image531.png"/><Relationship Id="rId31" Type="http://schemas.openxmlformats.org/officeDocument/2006/relationships/image" Target="../media/image537.png"/><Relationship Id="rId44" Type="http://schemas.openxmlformats.org/officeDocument/2006/relationships/customXml" Target="../ink/ink531.xml"/><Relationship Id="rId4" Type="http://schemas.openxmlformats.org/officeDocument/2006/relationships/customXml" Target="../ink/ink511.xml"/><Relationship Id="rId9" Type="http://schemas.openxmlformats.org/officeDocument/2006/relationships/image" Target="../media/image526.png"/><Relationship Id="rId14" Type="http://schemas.openxmlformats.org/officeDocument/2006/relationships/customXml" Target="../ink/ink516.xml"/><Relationship Id="rId22" Type="http://schemas.openxmlformats.org/officeDocument/2006/relationships/customXml" Target="../ink/ink520.xml"/><Relationship Id="rId27" Type="http://schemas.openxmlformats.org/officeDocument/2006/relationships/image" Target="../media/image535.png"/><Relationship Id="rId30" Type="http://schemas.openxmlformats.org/officeDocument/2006/relationships/customXml" Target="../ink/ink524.xml"/><Relationship Id="rId35" Type="http://schemas.openxmlformats.org/officeDocument/2006/relationships/image" Target="../media/image539.png"/><Relationship Id="rId43" Type="http://schemas.openxmlformats.org/officeDocument/2006/relationships/image" Target="../media/image543.png"/><Relationship Id="rId8" Type="http://schemas.openxmlformats.org/officeDocument/2006/relationships/customXml" Target="../ink/ink513.xml"/><Relationship Id="rId3" Type="http://schemas.openxmlformats.org/officeDocument/2006/relationships/image" Target="../media/image523.svg"/><Relationship Id="rId12" Type="http://schemas.openxmlformats.org/officeDocument/2006/relationships/customXml" Target="../ink/ink515.xml"/><Relationship Id="rId17" Type="http://schemas.openxmlformats.org/officeDocument/2006/relationships/image" Target="../media/image530.png"/><Relationship Id="rId25" Type="http://schemas.openxmlformats.org/officeDocument/2006/relationships/image" Target="../media/image534.png"/><Relationship Id="rId33" Type="http://schemas.openxmlformats.org/officeDocument/2006/relationships/image" Target="../media/image538.png"/><Relationship Id="rId38" Type="http://schemas.openxmlformats.org/officeDocument/2006/relationships/customXml" Target="../ink/ink528.xml"/><Relationship Id="rId46" Type="http://schemas.openxmlformats.org/officeDocument/2006/relationships/customXml" Target="../ink/ink532.xml"/><Relationship Id="rId20" Type="http://schemas.openxmlformats.org/officeDocument/2006/relationships/customXml" Target="../ink/ink519.xml"/><Relationship Id="rId41" Type="http://schemas.openxmlformats.org/officeDocument/2006/relationships/image" Target="../media/image5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3.xml"/><Relationship Id="rId13" Type="http://schemas.openxmlformats.org/officeDocument/2006/relationships/image" Target="../media/image552.png"/><Relationship Id="rId18" Type="http://schemas.openxmlformats.org/officeDocument/2006/relationships/customXml" Target="../ink/ink538.xml"/><Relationship Id="rId3" Type="http://schemas.openxmlformats.org/officeDocument/2006/relationships/image" Target="../media/image547.svg"/><Relationship Id="rId21" Type="http://schemas.openxmlformats.org/officeDocument/2006/relationships/image" Target="../media/image556.png"/><Relationship Id="rId7" Type="http://schemas.openxmlformats.org/officeDocument/2006/relationships/image" Target="../media/image549.svg"/><Relationship Id="rId12" Type="http://schemas.openxmlformats.org/officeDocument/2006/relationships/customXml" Target="../ink/ink535.xml"/><Relationship Id="rId17" Type="http://schemas.openxmlformats.org/officeDocument/2006/relationships/image" Target="../media/image554.png"/><Relationship Id="rId2" Type="http://schemas.openxmlformats.org/officeDocument/2006/relationships/image" Target="../media/image546.png"/><Relationship Id="rId16" Type="http://schemas.openxmlformats.org/officeDocument/2006/relationships/customXml" Target="../ink/ink537.xml"/><Relationship Id="rId20" Type="http://schemas.openxmlformats.org/officeDocument/2006/relationships/customXml" Target="../ink/ink5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8.png"/><Relationship Id="rId11" Type="http://schemas.openxmlformats.org/officeDocument/2006/relationships/image" Target="../media/image551.png"/><Relationship Id="rId5" Type="http://schemas.openxmlformats.org/officeDocument/2006/relationships/image" Target="../media/image479.svg"/><Relationship Id="rId15" Type="http://schemas.openxmlformats.org/officeDocument/2006/relationships/image" Target="../media/image553.png"/><Relationship Id="rId10" Type="http://schemas.openxmlformats.org/officeDocument/2006/relationships/customXml" Target="../ink/ink534.xml"/><Relationship Id="rId19" Type="http://schemas.openxmlformats.org/officeDocument/2006/relationships/image" Target="../media/image555.png"/><Relationship Id="rId4" Type="http://schemas.openxmlformats.org/officeDocument/2006/relationships/image" Target="../media/image478.png"/><Relationship Id="rId9" Type="http://schemas.openxmlformats.org/officeDocument/2006/relationships/image" Target="../media/image550.png"/><Relationship Id="rId14" Type="http://schemas.openxmlformats.org/officeDocument/2006/relationships/customXml" Target="../ink/ink53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43.xml"/><Relationship Id="rId18" Type="http://schemas.openxmlformats.org/officeDocument/2006/relationships/image" Target="../media/image567.png"/><Relationship Id="rId26" Type="http://schemas.openxmlformats.org/officeDocument/2006/relationships/image" Target="../media/image570.png"/><Relationship Id="rId21" Type="http://schemas.openxmlformats.org/officeDocument/2006/relationships/customXml" Target="../ink/ink547.xml"/><Relationship Id="rId34" Type="http://schemas.openxmlformats.org/officeDocument/2006/relationships/image" Target="../media/image574.png"/><Relationship Id="rId7" Type="http://schemas.openxmlformats.org/officeDocument/2006/relationships/customXml" Target="../ink/ink540.xml"/><Relationship Id="rId12" Type="http://schemas.openxmlformats.org/officeDocument/2006/relationships/image" Target="../media/image564.png"/><Relationship Id="rId17" Type="http://schemas.openxmlformats.org/officeDocument/2006/relationships/customXml" Target="../ink/ink545.xml"/><Relationship Id="rId25" Type="http://schemas.openxmlformats.org/officeDocument/2006/relationships/customXml" Target="../ink/ink549.xml"/><Relationship Id="rId33" Type="http://schemas.openxmlformats.org/officeDocument/2006/relationships/customXml" Target="../ink/ink553.xml"/><Relationship Id="rId38" Type="http://schemas.openxmlformats.org/officeDocument/2006/relationships/image" Target="../media/image576.png"/><Relationship Id="rId2" Type="http://schemas.openxmlformats.org/officeDocument/2006/relationships/image" Target="../media/image557.png"/><Relationship Id="rId16" Type="http://schemas.openxmlformats.org/officeDocument/2006/relationships/image" Target="../media/image566.png"/><Relationship Id="rId20" Type="http://schemas.openxmlformats.org/officeDocument/2006/relationships/image" Target="../media/image346.png"/><Relationship Id="rId29" Type="http://schemas.openxmlformats.org/officeDocument/2006/relationships/customXml" Target="../ink/ink5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1.png"/><Relationship Id="rId11" Type="http://schemas.openxmlformats.org/officeDocument/2006/relationships/customXml" Target="../ink/ink542.xml"/><Relationship Id="rId24" Type="http://schemas.openxmlformats.org/officeDocument/2006/relationships/image" Target="../media/image569.png"/><Relationship Id="rId32" Type="http://schemas.openxmlformats.org/officeDocument/2006/relationships/image" Target="../media/image573.png"/><Relationship Id="rId37" Type="http://schemas.openxmlformats.org/officeDocument/2006/relationships/customXml" Target="../ink/ink555.xml"/><Relationship Id="rId5" Type="http://schemas.openxmlformats.org/officeDocument/2006/relationships/image" Target="../media/image560.svg"/><Relationship Id="rId15" Type="http://schemas.openxmlformats.org/officeDocument/2006/relationships/customXml" Target="../ink/ink544.xml"/><Relationship Id="rId23" Type="http://schemas.openxmlformats.org/officeDocument/2006/relationships/customXml" Target="../ink/ink548.xml"/><Relationship Id="rId28" Type="http://schemas.openxmlformats.org/officeDocument/2006/relationships/image" Target="../media/image571.png"/><Relationship Id="rId36" Type="http://schemas.openxmlformats.org/officeDocument/2006/relationships/image" Target="../media/image575.png"/><Relationship Id="rId10" Type="http://schemas.openxmlformats.org/officeDocument/2006/relationships/image" Target="../media/image563.png"/><Relationship Id="rId19" Type="http://schemas.openxmlformats.org/officeDocument/2006/relationships/customXml" Target="../ink/ink546.xml"/><Relationship Id="rId31" Type="http://schemas.openxmlformats.org/officeDocument/2006/relationships/customXml" Target="../ink/ink552.xml"/><Relationship Id="rId4" Type="http://schemas.openxmlformats.org/officeDocument/2006/relationships/image" Target="../media/image559.png"/><Relationship Id="rId9" Type="http://schemas.openxmlformats.org/officeDocument/2006/relationships/customXml" Target="../ink/ink541.xml"/><Relationship Id="rId14" Type="http://schemas.openxmlformats.org/officeDocument/2006/relationships/image" Target="../media/image565.png"/><Relationship Id="rId22" Type="http://schemas.openxmlformats.org/officeDocument/2006/relationships/image" Target="../media/image568.png"/><Relationship Id="rId27" Type="http://schemas.openxmlformats.org/officeDocument/2006/relationships/customXml" Target="../ink/ink550.xml"/><Relationship Id="rId30" Type="http://schemas.openxmlformats.org/officeDocument/2006/relationships/image" Target="../media/image572.png"/><Relationship Id="rId35" Type="http://schemas.openxmlformats.org/officeDocument/2006/relationships/customXml" Target="../ink/ink554.xml"/><Relationship Id="rId8" Type="http://schemas.openxmlformats.org/officeDocument/2006/relationships/image" Target="../media/image562.png"/><Relationship Id="rId3" Type="http://schemas.openxmlformats.org/officeDocument/2006/relationships/image" Target="../media/image55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6.xml"/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D9F2-E183-46E9-AF40-782DBAC7B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First-Order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5BD1-249B-47DC-877D-480FF4BB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Gradient Descent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D9EE9-3795-4D08-8BEF-8B533D23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Search in direction of steepest descent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E7BA6E-CACA-4A02-9220-4AF68FE54C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044" r="39782" b="81913"/>
          <a:stretch/>
        </p:blipFill>
        <p:spPr>
          <a:xfrm>
            <a:off x="1932167" y="2256167"/>
            <a:ext cx="8499944" cy="506103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8D59A8E-6145-4FE8-99C1-F63BF13027B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261" t="3589" r="45652" b="83728"/>
          <a:stretch/>
        </p:blipFill>
        <p:spPr>
          <a:xfrm>
            <a:off x="3378776" y="1428099"/>
            <a:ext cx="5434447" cy="33585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E4B7D-ADE5-4AC3-9CE9-950D4E73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3C1292-E0EA-CF78-34E6-ED6648011DA1}"/>
                  </a:ext>
                </a:extLst>
              </p14:cNvPr>
              <p14:cNvContentPartPr/>
              <p14:nvPr/>
            </p14:nvContentPartPr>
            <p14:xfrm>
              <a:off x="6008914" y="3387992"/>
              <a:ext cx="1411920" cy="129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3C1292-E0EA-CF78-34E6-ED6648011D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99914" y="3378992"/>
                <a:ext cx="142956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9FB7006D-90E1-7031-7346-0E505980D72E}"/>
              </a:ext>
            </a:extLst>
          </p:cNvPr>
          <p:cNvGrpSpPr/>
          <p:nvPr/>
        </p:nvGrpSpPr>
        <p:grpSpPr>
          <a:xfrm>
            <a:off x="8319394" y="2255072"/>
            <a:ext cx="689760" cy="912240"/>
            <a:chOff x="8319394" y="2255072"/>
            <a:chExt cx="689760" cy="9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69779F-E03C-627D-E768-F765BE84CE81}"/>
                    </a:ext>
                  </a:extLst>
                </p14:cNvPr>
                <p14:cNvContentPartPr/>
                <p14:nvPr/>
              </p14:nvContentPartPr>
              <p14:xfrm>
                <a:off x="8319394" y="2263712"/>
                <a:ext cx="680040" cy="90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69779F-E03C-627D-E768-F765BE84CE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0394" y="2254712"/>
                  <a:ext cx="69768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B6DCA9-ADBB-37E1-130D-E701A17F5BA4}"/>
                    </a:ext>
                  </a:extLst>
                </p14:cNvPr>
                <p14:cNvContentPartPr/>
                <p14:nvPr/>
              </p14:nvContentPartPr>
              <p14:xfrm>
                <a:off x="8780194" y="2255072"/>
                <a:ext cx="228960" cy="123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B6DCA9-ADBB-37E1-130D-E701A17F5B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71194" y="2246072"/>
                  <a:ext cx="24660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EE8CB7-1376-D0CC-C625-2B5760D23AB1}"/>
              </a:ext>
            </a:extLst>
          </p:cNvPr>
          <p:cNvGrpSpPr/>
          <p:nvPr/>
        </p:nvGrpSpPr>
        <p:grpSpPr>
          <a:xfrm>
            <a:off x="8974234" y="4468352"/>
            <a:ext cx="1064520" cy="570240"/>
            <a:chOff x="8974234" y="4468352"/>
            <a:chExt cx="106452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E8E6D5-FEB4-BA2F-6944-CAEE1311867C}"/>
                    </a:ext>
                  </a:extLst>
                </p14:cNvPr>
                <p14:cNvContentPartPr/>
                <p14:nvPr/>
              </p14:nvContentPartPr>
              <p14:xfrm>
                <a:off x="8974234" y="4748792"/>
                <a:ext cx="60840" cy="1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E8E6D5-FEB4-BA2F-6944-CAEE131186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5234" y="4739792"/>
                  <a:ext cx="78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1F30AF-3815-7854-FD36-BC16B4949CD7}"/>
                    </a:ext>
                  </a:extLst>
                </p14:cNvPr>
                <p14:cNvContentPartPr/>
                <p14:nvPr/>
              </p14:nvContentPartPr>
              <p14:xfrm>
                <a:off x="8993314" y="4502912"/>
                <a:ext cx="356400" cy="32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1F30AF-3815-7854-FD36-BC16B4949C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84305" y="4493922"/>
                  <a:ext cx="374058" cy="3430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73FADB9-1469-9B5F-6159-37936F120C17}"/>
                    </a:ext>
                  </a:extLst>
                </p14:cNvPr>
                <p14:cNvContentPartPr/>
                <p14:nvPr/>
              </p14:nvContentPartPr>
              <p14:xfrm>
                <a:off x="9070714" y="4662392"/>
                <a:ext cx="105840" cy="174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73FADB9-1469-9B5F-6159-37936F120C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61714" y="4653392"/>
                  <a:ext cx="123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3DBBEA-3B21-FE79-B002-284382A12ECF}"/>
                    </a:ext>
                  </a:extLst>
                </p14:cNvPr>
                <p14:cNvContentPartPr/>
                <p14:nvPr/>
              </p14:nvContentPartPr>
              <p14:xfrm>
                <a:off x="9428194" y="4707752"/>
                <a:ext cx="136800" cy="330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3DBBEA-3B21-FE79-B002-284382A12EC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19170" y="4698752"/>
                  <a:ext cx="154487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4EC387-72B4-713B-C0D3-8D364852DA2E}"/>
                    </a:ext>
                  </a:extLst>
                </p14:cNvPr>
                <p14:cNvContentPartPr/>
                <p14:nvPr/>
              </p14:nvContentPartPr>
              <p14:xfrm>
                <a:off x="9585514" y="4468352"/>
                <a:ext cx="235440" cy="37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4EC387-72B4-713B-C0D3-8D364852DA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76528" y="4459352"/>
                  <a:ext cx="253053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28CD4F-8C7D-2AF5-AEC5-3EF6BE002745}"/>
                    </a:ext>
                  </a:extLst>
                </p14:cNvPr>
                <p14:cNvContentPartPr/>
                <p14:nvPr/>
              </p14:nvContentPartPr>
              <p14:xfrm>
                <a:off x="9973954" y="4556912"/>
                <a:ext cx="64800" cy="336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28CD4F-8C7D-2AF5-AEC5-3EF6BE0027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64954" y="4547902"/>
                  <a:ext cx="82440" cy="35461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52F9CF0-F38B-8408-6D63-DE89E1931815}"/>
                  </a:ext>
                </a:extLst>
              </p14:cNvPr>
              <p14:cNvContentPartPr/>
              <p14:nvPr/>
            </p14:nvContentPartPr>
            <p14:xfrm>
              <a:off x="5948422" y="4118392"/>
              <a:ext cx="1526040" cy="479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52F9CF0-F38B-8408-6D63-DE89E193181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94422" y="4010392"/>
                <a:ext cx="1633680" cy="6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2E63E4-B93A-523E-09E3-B04F03FB3933}"/>
                  </a:ext>
                </a:extLst>
              </p14:cNvPr>
              <p14:cNvContentPartPr/>
              <p14:nvPr/>
            </p14:nvContentPartPr>
            <p14:xfrm>
              <a:off x="5855902" y="4294432"/>
              <a:ext cx="1956600" cy="1220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2E63E4-B93A-523E-09E3-B04F03FB393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01902" y="4186432"/>
                <a:ext cx="2064240" cy="14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47185CF-47BE-F4D6-061E-0D313A19A9CE}"/>
                  </a:ext>
                </a:extLst>
              </p14:cNvPr>
              <p14:cNvContentPartPr/>
              <p14:nvPr/>
            </p14:nvContentPartPr>
            <p14:xfrm>
              <a:off x="7889182" y="5090752"/>
              <a:ext cx="221040" cy="174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47185CF-47BE-F4D6-061E-0D313A19A9C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35182" y="4982529"/>
                <a:ext cx="328680" cy="3906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525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1D8E5-0D26-BA11-E3FD-C4095C16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3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AA33B5-60D4-C70B-B90B-C0795632FF44}"/>
              </a:ext>
            </a:extLst>
          </p:cNvPr>
          <p:cNvGrpSpPr/>
          <p:nvPr/>
        </p:nvGrpSpPr>
        <p:grpSpPr>
          <a:xfrm>
            <a:off x="498034" y="115902"/>
            <a:ext cx="887400" cy="395280"/>
            <a:chOff x="498034" y="115902"/>
            <a:chExt cx="88740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DC384D-D9BF-367B-98AE-89B1CBBE29F7}"/>
                    </a:ext>
                  </a:extLst>
                </p14:cNvPr>
                <p14:cNvContentPartPr/>
                <p14:nvPr/>
              </p14:nvContentPartPr>
              <p14:xfrm>
                <a:off x="508834" y="181062"/>
                <a:ext cx="105120" cy="330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DC384D-D9BF-367B-98AE-89B1CBBE29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9834" y="172062"/>
                  <a:ext cx="1227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422C2B-CCDE-F242-040A-E81EE2F4B2A9}"/>
                    </a:ext>
                  </a:extLst>
                </p14:cNvPr>
                <p14:cNvContentPartPr/>
                <p14:nvPr/>
              </p14:nvContentPartPr>
              <p14:xfrm>
                <a:off x="498034" y="370422"/>
                <a:ext cx="84600" cy="36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422C2B-CCDE-F242-040A-E81EE2F4B2A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9034" y="361331"/>
                  <a:ext cx="102240" cy="53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EA9347-99C9-1C9E-6E93-18BCB4F37923}"/>
                    </a:ext>
                  </a:extLst>
                </p14:cNvPr>
                <p14:cNvContentPartPr/>
                <p14:nvPr/>
              </p14:nvContentPartPr>
              <p14:xfrm>
                <a:off x="641314" y="191502"/>
                <a:ext cx="56880" cy="21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EA9347-99C9-1C9E-6E93-18BCB4F379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2371" y="182502"/>
                  <a:ext cx="74409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F8FA3E-3CC4-C656-00B3-848A7AECAE25}"/>
                    </a:ext>
                  </a:extLst>
                </p14:cNvPr>
                <p14:cNvContentPartPr/>
                <p14:nvPr/>
              </p14:nvContentPartPr>
              <p14:xfrm>
                <a:off x="716194" y="255582"/>
                <a:ext cx="212400" cy="152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F8FA3E-3CC4-C656-00B3-848A7AECAE2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7179" y="246582"/>
                  <a:ext cx="23007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29B0B3-1D63-8595-506C-1B9CC438691F}"/>
                    </a:ext>
                  </a:extLst>
                </p14:cNvPr>
                <p14:cNvContentPartPr/>
                <p14:nvPr/>
              </p14:nvContentPartPr>
              <p14:xfrm>
                <a:off x="778834" y="303102"/>
                <a:ext cx="127080" cy="6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29B0B3-1D63-8595-506C-1B9CC43869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9834" y="294048"/>
                  <a:ext cx="144720" cy="7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3E1214-AB59-FA64-D5A4-F2CE15CBAE81}"/>
                    </a:ext>
                  </a:extLst>
                </p14:cNvPr>
                <p14:cNvContentPartPr/>
                <p14:nvPr/>
              </p14:nvContentPartPr>
              <p14:xfrm>
                <a:off x="1037314" y="115902"/>
                <a:ext cx="120240" cy="270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3E1214-AB59-FA64-D5A4-F2CE15CBAE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8314" y="106902"/>
                  <a:ext cx="137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5CEA53-D4C0-73E7-9D2E-358A6CF4D872}"/>
                    </a:ext>
                  </a:extLst>
                </p14:cNvPr>
                <p14:cNvContentPartPr/>
                <p14:nvPr/>
              </p14:nvContentPartPr>
              <p14:xfrm>
                <a:off x="1287874" y="251622"/>
                <a:ext cx="97560" cy="76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5CEA53-D4C0-73E7-9D2E-358A6CF4D8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78907" y="242622"/>
                  <a:ext cx="115135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0F1631-F613-F6FE-C0AE-338E0C02AEA7}"/>
              </a:ext>
            </a:extLst>
          </p:cNvPr>
          <p:cNvGrpSpPr/>
          <p:nvPr/>
        </p:nvGrpSpPr>
        <p:grpSpPr>
          <a:xfrm>
            <a:off x="1581634" y="48222"/>
            <a:ext cx="872640" cy="376560"/>
            <a:chOff x="1581634" y="48222"/>
            <a:chExt cx="87264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C0D737-185C-7A02-4DA1-5C45772DEE79}"/>
                    </a:ext>
                  </a:extLst>
                </p14:cNvPr>
                <p14:cNvContentPartPr/>
                <p14:nvPr/>
              </p14:nvContentPartPr>
              <p14:xfrm>
                <a:off x="1581634" y="156942"/>
                <a:ext cx="182880" cy="18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C0D737-185C-7A02-4DA1-5C45772DEE7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72634" y="147942"/>
                  <a:ext cx="200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74A2CE-1D4E-721D-AEA7-75664370C87F}"/>
                    </a:ext>
                  </a:extLst>
                </p14:cNvPr>
                <p14:cNvContentPartPr/>
                <p14:nvPr/>
              </p14:nvContentPartPr>
              <p14:xfrm>
                <a:off x="1611874" y="243342"/>
                <a:ext cx="158040" cy="49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74A2CE-1D4E-721D-AEA7-75664370C8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02874" y="234342"/>
                  <a:ext cx="175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6651CB-9B85-FCFD-0854-50DC6FEFCFFA}"/>
                    </a:ext>
                  </a:extLst>
                </p14:cNvPr>
                <p14:cNvContentPartPr/>
                <p14:nvPr/>
              </p14:nvContentPartPr>
              <p14:xfrm>
                <a:off x="1841554" y="264582"/>
                <a:ext cx="48960" cy="13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6651CB-9B85-FCFD-0854-50DC6FEFCF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32554" y="255606"/>
                  <a:ext cx="66600" cy="154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955065-2406-284A-68A3-3EEDED351A44}"/>
                    </a:ext>
                  </a:extLst>
                </p14:cNvPr>
                <p14:cNvContentPartPr/>
                <p14:nvPr/>
              </p14:nvContentPartPr>
              <p14:xfrm>
                <a:off x="1984114" y="150822"/>
                <a:ext cx="239400" cy="159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955065-2406-284A-68A3-3EEDED351A4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75114" y="141822"/>
                  <a:ext cx="257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540D0F-1DB6-8184-352C-8FD1B5F96965}"/>
                    </a:ext>
                  </a:extLst>
                </p14:cNvPr>
                <p14:cNvContentPartPr/>
                <p14:nvPr/>
              </p14:nvContentPartPr>
              <p14:xfrm>
                <a:off x="2084554" y="213462"/>
                <a:ext cx="158760" cy="39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540D0F-1DB6-8184-352C-8FD1B5F969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75554" y="204542"/>
                  <a:ext cx="176400" cy="57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3E7F04-4626-5B6F-B563-3E0897C1C106}"/>
                    </a:ext>
                  </a:extLst>
                </p14:cNvPr>
                <p14:cNvContentPartPr/>
                <p14:nvPr/>
              </p14:nvContentPartPr>
              <p14:xfrm>
                <a:off x="2240794" y="311022"/>
                <a:ext cx="113400" cy="113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3E7F04-4626-5B6F-B563-3E0897C1C10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31794" y="302022"/>
                  <a:ext cx="131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0DAEF3-E5CB-7BB0-24D9-73F97A7E14B6}"/>
                    </a:ext>
                  </a:extLst>
                </p14:cNvPr>
                <p14:cNvContentPartPr/>
                <p14:nvPr/>
              </p14:nvContentPartPr>
              <p14:xfrm>
                <a:off x="2330794" y="48222"/>
                <a:ext cx="123480" cy="132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0DAEF3-E5CB-7BB0-24D9-73F97A7E14B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21794" y="39222"/>
                  <a:ext cx="14112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B233D0-313A-9BE9-DCC5-E69CD5FA88FC}"/>
              </a:ext>
            </a:extLst>
          </p:cNvPr>
          <p:cNvGrpSpPr/>
          <p:nvPr/>
        </p:nvGrpSpPr>
        <p:grpSpPr>
          <a:xfrm>
            <a:off x="3822994" y="3942"/>
            <a:ext cx="568080" cy="329760"/>
            <a:chOff x="3822994" y="3942"/>
            <a:chExt cx="5680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682E62F-4ED9-0E5F-E438-612BB83788C1}"/>
                    </a:ext>
                  </a:extLst>
                </p14:cNvPr>
                <p14:cNvContentPartPr/>
                <p14:nvPr/>
              </p14:nvContentPartPr>
              <p14:xfrm>
                <a:off x="3822994" y="137862"/>
                <a:ext cx="186120" cy="195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682E62F-4ED9-0E5F-E438-612BB83788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13994" y="128862"/>
                  <a:ext cx="203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945703C-6F4B-1DB4-6E15-D1D41139E0A9}"/>
                    </a:ext>
                  </a:extLst>
                </p14:cNvPr>
                <p14:cNvContentPartPr/>
                <p14:nvPr/>
              </p14:nvContentPartPr>
              <p14:xfrm>
                <a:off x="3837394" y="237582"/>
                <a:ext cx="159480" cy="44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945703C-6F4B-1DB4-6E15-D1D41139E0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828394" y="228582"/>
                  <a:ext cx="177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D12B3B-A0F0-DF21-E846-017E0F2A8C3C}"/>
                    </a:ext>
                  </a:extLst>
                </p14:cNvPr>
                <p14:cNvContentPartPr/>
                <p14:nvPr/>
              </p14:nvContentPartPr>
              <p14:xfrm>
                <a:off x="4084354" y="14742"/>
                <a:ext cx="46800" cy="14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D12B3B-A0F0-DF21-E846-017E0F2A8C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75284" y="5764"/>
                  <a:ext cx="64577" cy="165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9D8D58-946D-03A5-2DE5-F353914AC81E}"/>
                    </a:ext>
                  </a:extLst>
                </p14:cNvPr>
                <p14:cNvContentPartPr/>
                <p14:nvPr/>
              </p14:nvContentPartPr>
              <p14:xfrm>
                <a:off x="4161754" y="40302"/>
                <a:ext cx="3204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9D8D58-946D-03A5-2DE5-F353914AC8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52754" y="31302"/>
                  <a:ext cx="49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DED179-D7E1-7AB1-CDC3-6AD4FEA483E8}"/>
                    </a:ext>
                  </a:extLst>
                </p14:cNvPr>
                <p14:cNvContentPartPr/>
                <p14:nvPr/>
              </p14:nvContentPartPr>
              <p14:xfrm>
                <a:off x="4238074" y="3942"/>
                <a:ext cx="42120" cy="14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DED179-D7E1-7AB1-CDC3-6AD4FEA483E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9074" y="-5058"/>
                  <a:ext cx="59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BAD127-9796-D56A-E3D7-6ACD5D488FD0}"/>
                    </a:ext>
                  </a:extLst>
                </p14:cNvPr>
                <p14:cNvContentPartPr/>
                <p14:nvPr/>
              </p14:nvContentPartPr>
              <p14:xfrm>
                <a:off x="4301434" y="251262"/>
                <a:ext cx="89640" cy="24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BAD127-9796-D56A-E3D7-6ACD5D488FD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92434" y="242262"/>
                  <a:ext cx="107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B08B77-3292-B839-428E-06ED24972971}"/>
                    </a:ext>
                  </a:extLst>
                </p14:cNvPr>
                <p14:cNvContentPartPr/>
                <p14:nvPr/>
              </p14:nvContentPartPr>
              <p14:xfrm>
                <a:off x="4289554" y="295182"/>
                <a:ext cx="99000" cy="24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B08B77-3292-B839-428E-06ED249729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80587" y="286312"/>
                  <a:ext cx="116576" cy="4186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B07ABF-8602-BB93-FEB0-655855DE696C}"/>
              </a:ext>
            </a:extLst>
          </p:cNvPr>
          <p:cNvGrpSpPr/>
          <p:nvPr/>
        </p:nvGrpSpPr>
        <p:grpSpPr>
          <a:xfrm>
            <a:off x="4557394" y="16542"/>
            <a:ext cx="681480" cy="337320"/>
            <a:chOff x="4557394" y="16542"/>
            <a:chExt cx="6814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E9EA9B-16DD-2EF8-A72A-EF88AD6C50E6}"/>
                    </a:ext>
                  </a:extLst>
                </p14:cNvPr>
                <p14:cNvContentPartPr/>
                <p14:nvPr/>
              </p14:nvContentPartPr>
              <p14:xfrm>
                <a:off x="4557394" y="44982"/>
                <a:ext cx="121320" cy="28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E9EA9B-16DD-2EF8-A72A-EF88AD6C50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48394" y="35993"/>
                  <a:ext cx="138960" cy="3059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045664-EF50-A311-BF3F-15B9253132C5}"/>
                    </a:ext>
                  </a:extLst>
                </p14:cNvPr>
                <p14:cNvContentPartPr/>
                <p14:nvPr/>
              </p14:nvContentPartPr>
              <p14:xfrm>
                <a:off x="4695274" y="133542"/>
                <a:ext cx="59040" cy="151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045664-EF50-A311-BF3F-15B9253132C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86274" y="124542"/>
                  <a:ext cx="76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8608C2-4E7B-CBAC-32D8-D2B0E3FE1105}"/>
                    </a:ext>
                  </a:extLst>
                </p14:cNvPr>
                <p14:cNvContentPartPr/>
                <p14:nvPr/>
              </p14:nvContentPartPr>
              <p14:xfrm>
                <a:off x="4829194" y="243702"/>
                <a:ext cx="43560" cy="8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8608C2-4E7B-CBAC-32D8-D2B0E3FE11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20194" y="234742"/>
                  <a:ext cx="61200" cy="985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76F743-1904-FAD4-779D-8A4BCC2B47A3}"/>
                    </a:ext>
                  </a:extLst>
                </p14:cNvPr>
                <p14:cNvContentPartPr/>
                <p14:nvPr/>
              </p14:nvContentPartPr>
              <p14:xfrm>
                <a:off x="4954114" y="114102"/>
                <a:ext cx="139320" cy="157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76F743-1904-FAD4-779D-8A4BCC2B47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45114" y="105102"/>
                  <a:ext cx="156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6C5F87-6930-8EED-A7EE-0EB675803947}"/>
                    </a:ext>
                  </a:extLst>
                </p14:cNvPr>
                <p14:cNvContentPartPr/>
                <p14:nvPr/>
              </p14:nvContentPartPr>
              <p14:xfrm>
                <a:off x="5135194" y="16542"/>
                <a:ext cx="103680" cy="337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6C5F87-6930-8EED-A7EE-0EB67580394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26194" y="7542"/>
                  <a:ext cx="12132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28FDF51-E33B-DF4E-D6D8-B83511B2B0D5}"/>
              </a:ext>
            </a:extLst>
          </p:cNvPr>
          <p:cNvGrpSpPr/>
          <p:nvPr/>
        </p:nvGrpSpPr>
        <p:grpSpPr>
          <a:xfrm>
            <a:off x="546274" y="610182"/>
            <a:ext cx="1332360" cy="436320"/>
            <a:chOff x="546274" y="610182"/>
            <a:chExt cx="13323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FFCC2C-5508-6C31-76F7-84DDCC4F47CC}"/>
                    </a:ext>
                  </a:extLst>
                </p14:cNvPr>
                <p14:cNvContentPartPr/>
                <p14:nvPr/>
              </p14:nvContentPartPr>
              <p14:xfrm>
                <a:off x="546274" y="763902"/>
                <a:ext cx="162720" cy="203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FFCC2C-5508-6C31-76F7-84DDCC4F47C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7274" y="754918"/>
                  <a:ext cx="180360" cy="220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AE6DE2-2DA5-276A-8040-E525DFEAFC4B}"/>
                    </a:ext>
                  </a:extLst>
                </p14:cNvPr>
                <p14:cNvContentPartPr/>
                <p14:nvPr/>
              </p14:nvContentPartPr>
              <p14:xfrm>
                <a:off x="728434" y="712782"/>
                <a:ext cx="114480" cy="333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AE6DE2-2DA5-276A-8040-E525DFEAFC4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9406" y="703782"/>
                  <a:ext cx="132176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33AB3D-18BD-A6D0-6700-12FEF9D61B54}"/>
                    </a:ext>
                  </a:extLst>
                </p14:cNvPr>
                <p14:cNvContentPartPr/>
                <p14:nvPr/>
              </p14:nvContentPartPr>
              <p14:xfrm>
                <a:off x="751834" y="943182"/>
                <a:ext cx="115920" cy="51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33AB3D-18BD-A6D0-6700-12FEF9D61B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2862" y="934245"/>
                  <a:ext cx="133505" cy="6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3FF2A0-26D1-99F3-EF39-DB55394875E1}"/>
                    </a:ext>
                  </a:extLst>
                </p14:cNvPr>
                <p14:cNvContentPartPr/>
                <p14:nvPr/>
              </p14:nvContentPartPr>
              <p14:xfrm>
                <a:off x="920314" y="713862"/>
                <a:ext cx="52920" cy="247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3FF2A0-26D1-99F3-EF39-DB55394875E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11314" y="704862"/>
                  <a:ext cx="70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F184FB-2F8D-15B6-45EC-DE84B11E1658}"/>
                    </a:ext>
                  </a:extLst>
                </p14:cNvPr>
                <p14:cNvContentPartPr/>
                <p14:nvPr/>
              </p14:nvContentPartPr>
              <p14:xfrm>
                <a:off x="1050634" y="763902"/>
                <a:ext cx="188280" cy="148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F184FB-2F8D-15B6-45EC-DE84B11E165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1634" y="754902"/>
                  <a:ext cx="2059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B39A1C-F257-5B59-04D1-095470ACBFF8}"/>
                    </a:ext>
                  </a:extLst>
                </p14:cNvPr>
                <p14:cNvContentPartPr/>
                <p14:nvPr/>
              </p14:nvContentPartPr>
              <p14:xfrm>
                <a:off x="1114714" y="827982"/>
                <a:ext cx="120600" cy="39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B39A1C-F257-5B59-04D1-095470ACBF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5714" y="818899"/>
                  <a:ext cx="138240" cy="570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EB7EBA-6EB3-8B89-5DCD-B321D827323F}"/>
                    </a:ext>
                  </a:extLst>
                </p14:cNvPr>
                <p14:cNvContentPartPr/>
                <p14:nvPr/>
              </p14:nvContentPartPr>
              <p14:xfrm>
                <a:off x="1275994" y="692982"/>
                <a:ext cx="105480" cy="254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EB7EBA-6EB3-8B89-5DCD-B321D82732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66994" y="683982"/>
                  <a:ext cx="1231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DDB69A-F7FC-C292-409F-9FFE170EFA84}"/>
                    </a:ext>
                  </a:extLst>
                </p14:cNvPr>
                <p14:cNvContentPartPr/>
                <p14:nvPr/>
              </p14:nvContentPartPr>
              <p14:xfrm>
                <a:off x="1529434" y="828342"/>
                <a:ext cx="65160" cy="62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DDB69A-F7FC-C292-409F-9FFE170EFA8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20434" y="819342"/>
                  <a:ext cx="82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371DC5-D28D-82EE-CC13-F8EA8EB76233}"/>
                    </a:ext>
                  </a:extLst>
                </p14:cNvPr>
                <p14:cNvContentPartPr/>
                <p14:nvPr/>
              </p14:nvContentPartPr>
              <p14:xfrm>
                <a:off x="1741474" y="610182"/>
                <a:ext cx="137160" cy="429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371DC5-D28D-82EE-CC13-F8EA8EB7623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32474" y="601190"/>
                  <a:ext cx="154800" cy="44674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20C6AD-2709-7683-02A3-02F3B3853A67}"/>
              </a:ext>
            </a:extLst>
          </p:cNvPr>
          <p:cNvGrpSpPr/>
          <p:nvPr/>
        </p:nvGrpSpPr>
        <p:grpSpPr>
          <a:xfrm>
            <a:off x="1979434" y="572742"/>
            <a:ext cx="542880" cy="414720"/>
            <a:chOff x="1979434" y="572742"/>
            <a:chExt cx="54288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6326122-DDD5-B67D-9895-301C940C5F90}"/>
                    </a:ext>
                  </a:extLst>
                </p14:cNvPr>
                <p14:cNvContentPartPr/>
                <p14:nvPr/>
              </p14:nvContentPartPr>
              <p14:xfrm>
                <a:off x="1979434" y="694782"/>
                <a:ext cx="186120" cy="173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6326122-DDD5-B67D-9895-301C940C5F9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70434" y="685782"/>
                  <a:ext cx="203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51764F-F66E-69AF-E60E-4DEC4982FDF8}"/>
                    </a:ext>
                  </a:extLst>
                </p14:cNvPr>
                <p14:cNvContentPartPr/>
                <p14:nvPr/>
              </p14:nvContentPartPr>
              <p14:xfrm>
                <a:off x="2000674" y="791262"/>
                <a:ext cx="139320" cy="2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51764F-F66E-69AF-E60E-4DEC4982FDF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991674" y="782140"/>
                  <a:ext cx="156960" cy="448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8921DC-3096-B225-D8FF-E1724BBE15EB}"/>
                    </a:ext>
                  </a:extLst>
                </p14:cNvPr>
                <p14:cNvContentPartPr/>
                <p14:nvPr/>
              </p14:nvContentPartPr>
              <p14:xfrm>
                <a:off x="2156914" y="867582"/>
                <a:ext cx="101880" cy="119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8921DC-3096-B225-D8FF-E1724BBE15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47914" y="858582"/>
                  <a:ext cx="119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0355D0-0592-8628-9B13-445B27532176}"/>
                    </a:ext>
                  </a:extLst>
                </p14:cNvPr>
                <p14:cNvContentPartPr/>
                <p14:nvPr/>
              </p14:nvContentPartPr>
              <p14:xfrm>
                <a:off x="2196514" y="572742"/>
                <a:ext cx="122760" cy="113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0355D0-0592-8628-9B13-445B275321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87540" y="563742"/>
                  <a:ext cx="140348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549D5A-35B2-FA8B-41C0-6FE6757097C5}"/>
                    </a:ext>
                  </a:extLst>
                </p14:cNvPr>
                <p14:cNvContentPartPr/>
                <p14:nvPr/>
              </p14:nvContentPartPr>
              <p14:xfrm>
                <a:off x="2452474" y="851382"/>
                <a:ext cx="69840" cy="129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549D5A-35B2-FA8B-41C0-6FE6757097C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43474" y="842382"/>
                  <a:ext cx="8748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AA44961-AEE9-4A3A-C690-D70A145CD021}"/>
                  </a:ext>
                </a:extLst>
              </p14:cNvPr>
              <p14:cNvContentPartPr/>
              <p14:nvPr/>
            </p14:nvContentPartPr>
            <p14:xfrm>
              <a:off x="5843674" y="1302102"/>
              <a:ext cx="79200" cy="1350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AA44961-AEE9-4A3A-C690-D70A145CD02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834674" y="1293102"/>
                <a:ext cx="9684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4D5E81B-A628-E500-74D9-A24A27C1FE85}"/>
              </a:ext>
            </a:extLst>
          </p:cNvPr>
          <p:cNvGrpSpPr/>
          <p:nvPr/>
        </p:nvGrpSpPr>
        <p:grpSpPr>
          <a:xfrm>
            <a:off x="8153434" y="644022"/>
            <a:ext cx="1582200" cy="604440"/>
            <a:chOff x="8153434" y="644022"/>
            <a:chExt cx="1582200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0E3108-1E30-1293-2366-A6CF4AA946D7}"/>
                    </a:ext>
                  </a:extLst>
                </p14:cNvPr>
                <p14:cNvContentPartPr/>
                <p14:nvPr/>
              </p14:nvContentPartPr>
              <p14:xfrm>
                <a:off x="8153434" y="689022"/>
                <a:ext cx="171360" cy="537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0E3108-1E30-1293-2366-A6CF4AA946D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44434" y="680022"/>
                  <a:ext cx="1890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1A513F3-B781-ED3D-AF43-EC939D3CC975}"/>
                    </a:ext>
                  </a:extLst>
                </p14:cNvPr>
                <p14:cNvContentPartPr/>
                <p14:nvPr/>
              </p14:nvContentPartPr>
              <p14:xfrm>
                <a:off x="8619634" y="937062"/>
                <a:ext cx="1080" cy="3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1A513F3-B781-ED3D-AF43-EC939D3CC9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06134" y="928812"/>
                  <a:ext cx="27540" cy="20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C80C237-4071-0FAD-07FF-1BA4BBEB8187}"/>
                    </a:ext>
                  </a:extLst>
                </p14:cNvPr>
                <p14:cNvContentPartPr/>
                <p14:nvPr/>
              </p14:nvContentPartPr>
              <p14:xfrm>
                <a:off x="8540794" y="858582"/>
                <a:ext cx="43920" cy="207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C80C237-4071-0FAD-07FF-1BA4BBEB818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31794" y="849582"/>
                  <a:ext cx="61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99E1D5C-D808-3FD3-B525-6408ABB0B4D8}"/>
                    </a:ext>
                  </a:extLst>
                </p14:cNvPr>
                <p14:cNvContentPartPr/>
                <p14:nvPr/>
              </p14:nvContentPartPr>
              <p14:xfrm>
                <a:off x="8546194" y="944982"/>
                <a:ext cx="107280" cy="228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99E1D5C-D808-3FD3-B525-6408ABB0B4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37194" y="935982"/>
                  <a:ext cx="124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F3A2908-5DB3-4D5E-A69E-B4AACB81F682}"/>
                    </a:ext>
                  </a:extLst>
                </p14:cNvPr>
                <p14:cNvContentPartPr/>
                <p14:nvPr/>
              </p14:nvContentPartPr>
              <p14:xfrm>
                <a:off x="8702074" y="836622"/>
                <a:ext cx="113040" cy="129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F3A2908-5DB3-4D5E-A69E-B4AACB81F68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93045" y="827622"/>
                  <a:ext cx="130736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469F7FE-53C2-0FB2-86FC-9C46C3A1573E}"/>
                    </a:ext>
                  </a:extLst>
                </p14:cNvPr>
                <p14:cNvContentPartPr/>
                <p14:nvPr/>
              </p14:nvContentPartPr>
              <p14:xfrm>
                <a:off x="8933194" y="969462"/>
                <a:ext cx="28080" cy="165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469F7FE-53C2-0FB2-86FC-9C46C3A157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924194" y="960462"/>
                  <a:ext cx="45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4946F72-02C9-92C0-1CB9-D6776F623C5A}"/>
                    </a:ext>
                  </a:extLst>
                </p14:cNvPr>
                <p14:cNvContentPartPr/>
                <p14:nvPr/>
              </p14:nvContentPartPr>
              <p14:xfrm>
                <a:off x="8874514" y="1032102"/>
                <a:ext cx="147960" cy="45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4946F72-02C9-92C0-1CB9-D6776F623C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865514" y="1023102"/>
                  <a:ext cx="165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0B0A9A3-F2C3-23DD-D16B-EE241CD512A5}"/>
                    </a:ext>
                  </a:extLst>
                </p14:cNvPr>
                <p14:cNvContentPartPr/>
                <p14:nvPr/>
              </p14:nvContentPartPr>
              <p14:xfrm>
                <a:off x="9108874" y="897462"/>
                <a:ext cx="89280" cy="266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0B0A9A3-F2C3-23DD-D16B-EE241CD512A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99838" y="888462"/>
                  <a:ext cx="106991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F2E844F-708E-18BB-4605-371C80667B19}"/>
                    </a:ext>
                  </a:extLst>
                </p14:cNvPr>
                <p14:cNvContentPartPr/>
                <p14:nvPr/>
              </p14:nvContentPartPr>
              <p14:xfrm>
                <a:off x="9278074" y="860022"/>
                <a:ext cx="1440" cy="2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F2E844F-708E-18BB-4605-371C80667B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70874" y="851022"/>
                  <a:ext cx="15552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CA57841-EE66-86CD-93EB-136507895E8F}"/>
                    </a:ext>
                  </a:extLst>
                </p14:cNvPr>
                <p14:cNvContentPartPr/>
                <p14:nvPr/>
              </p14:nvContentPartPr>
              <p14:xfrm>
                <a:off x="9261154" y="822942"/>
                <a:ext cx="117360" cy="109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CA57841-EE66-86CD-93EB-136507895E8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52154" y="813942"/>
                  <a:ext cx="135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2EC675F-F7C5-B06C-63B2-C5DE489C42A1}"/>
                    </a:ext>
                  </a:extLst>
                </p14:cNvPr>
                <p14:cNvContentPartPr/>
                <p14:nvPr/>
              </p14:nvContentPartPr>
              <p14:xfrm>
                <a:off x="8375194" y="928062"/>
                <a:ext cx="47520" cy="239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2EC675F-F7C5-B06C-63B2-C5DE489C42A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66194" y="919062"/>
                  <a:ext cx="651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80EACC2-7EC4-2900-CD40-2AC7AD478DA4}"/>
                    </a:ext>
                  </a:extLst>
                </p14:cNvPr>
                <p14:cNvContentPartPr/>
                <p14:nvPr/>
              </p14:nvContentPartPr>
              <p14:xfrm>
                <a:off x="8397514" y="1098342"/>
                <a:ext cx="78480" cy="22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80EACC2-7EC4-2900-CD40-2AC7AD478DA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88555" y="1089342"/>
                  <a:ext cx="96039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7E1B7E7-3AC1-C180-FAF7-00355EBFFC14}"/>
                    </a:ext>
                  </a:extLst>
                </p14:cNvPr>
                <p14:cNvContentPartPr/>
                <p14:nvPr/>
              </p14:nvContentPartPr>
              <p14:xfrm>
                <a:off x="8649154" y="971262"/>
                <a:ext cx="73440" cy="225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7E1B7E7-3AC1-C180-FAF7-00355EBFFC1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40154" y="962276"/>
                  <a:ext cx="91080" cy="2433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406A24B-97FF-863D-408F-C48E54775C43}"/>
                    </a:ext>
                  </a:extLst>
                </p14:cNvPr>
                <p14:cNvContentPartPr/>
                <p14:nvPr/>
              </p14:nvContentPartPr>
              <p14:xfrm>
                <a:off x="8996194" y="926622"/>
                <a:ext cx="64800" cy="276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406A24B-97FF-863D-408F-C48E54775C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987144" y="917622"/>
                  <a:ext cx="82539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8CE0E18-B82B-F4E5-A767-FF9E28C32992}"/>
                    </a:ext>
                  </a:extLst>
                </p14:cNvPr>
                <p14:cNvContentPartPr/>
                <p14:nvPr/>
              </p14:nvContentPartPr>
              <p14:xfrm>
                <a:off x="9058834" y="1133622"/>
                <a:ext cx="68760" cy="13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8CE0E18-B82B-F4E5-A767-FF9E28C3299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49834" y="1124622"/>
                  <a:ext cx="86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40C9CED-F9AE-ECAC-42C3-B95FDC5DF9AC}"/>
                    </a:ext>
                  </a:extLst>
                </p14:cNvPr>
                <p14:cNvContentPartPr/>
                <p14:nvPr/>
              </p14:nvContentPartPr>
              <p14:xfrm>
                <a:off x="9239914" y="972702"/>
                <a:ext cx="31680" cy="275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40C9CED-F9AE-ECAC-42C3-B95FDC5DF9A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30914" y="963714"/>
                  <a:ext cx="49320" cy="293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4917DC8-87E0-800E-550E-28C4B13C28C9}"/>
                    </a:ext>
                  </a:extLst>
                </p14:cNvPr>
                <p14:cNvContentPartPr/>
                <p14:nvPr/>
              </p14:nvContentPartPr>
              <p14:xfrm>
                <a:off x="8227594" y="644022"/>
                <a:ext cx="1293480" cy="47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4917DC8-87E0-800E-550E-28C4B13C28C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18594" y="635022"/>
                  <a:ext cx="1311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ECE3E90-8063-CFB8-8C15-DD971FFCDE43}"/>
                    </a:ext>
                  </a:extLst>
                </p14:cNvPr>
                <p14:cNvContentPartPr/>
                <p14:nvPr/>
              </p14:nvContentPartPr>
              <p14:xfrm>
                <a:off x="9636274" y="1052982"/>
                <a:ext cx="99360" cy="48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ECE3E90-8063-CFB8-8C15-DD971FFCDE4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27241" y="1043982"/>
                  <a:ext cx="117064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8F9D746-BD4C-3A9C-53FB-475CFD66DDAC}"/>
              </a:ext>
            </a:extLst>
          </p:cNvPr>
          <p:cNvGrpSpPr/>
          <p:nvPr/>
        </p:nvGrpSpPr>
        <p:grpSpPr>
          <a:xfrm>
            <a:off x="9943354" y="714582"/>
            <a:ext cx="1236240" cy="419400"/>
            <a:chOff x="9943354" y="714582"/>
            <a:chExt cx="123624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F516284-A703-8049-6FB8-56FAD5BDF643}"/>
                    </a:ext>
                  </a:extLst>
                </p14:cNvPr>
                <p14:cNvContentPartPr/>
                <p14:nvPr/>
              </p14:nvContentPartPr>
              <p14:xfrm>
                <a:off x="9943354" y="714582"/>
                <a:ext cx="363600" cy="419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F516284-A703-8049-6FB8-56FAD5BDF64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934354" y="705582"/>
                  <a:ext cx="3812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FDC1FF-9636-B17A-1CF6-4C4E4144E3EA}"/>
                    </a:ext>
                  </a:extLst>
                </p14:cNvPr>
                <p14:cNvContentPartPr/>
                <p14:nvPr/>
              </p14:nvContentPartPr>
              <p14:xfrm>
                <a:off x="10123714" y="934182"/>
                <a:ext cx="98280" cy="127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FDC1FF-9636-B17A-1CF6-4C4E4144E3E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114747" y="925157"/>
                  <a:ext cx="115856" cy="1454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D29264-82FB-EA6C-E389-6E9945F2C808}"/>
                    </a:ext>
                  </a:extLst>
                </p14:cNvPr>
                <p14:cNvContentPartPr/>
                <p14:nvPr/>
              </p14:nvContentPartPr>
              <p14:xfrm>
                <a:off x="10247914" y="937422"/>
                <a:ext cx="118440" cy="109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D29264-82FB-EA6C-E389-6E9945F2C80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38914" y="928422"/>
                  <a:ext cx="136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1B9075F-C25B-C233-F97D-CF97DADE19B8}"/>
                    </a:ext>
                  </a:extLst>
                </p14:cNvPr>
                <p14:cNvContentPartPr/>
                <p14:nvPr/>
              </p14:nvContentPartPr>
              <p14:xfrm>
                <a:off x="10513954" y="975222"/>
                <a:ext cx="68400" cy="9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1B9075F-C25B-C233-F97D-CF97DADE19B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504954" y="965862"/>
                  <a:ext cx="86040" cy="27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88F02BF-AEB3-2F2B-00F6-C4D0B02BF462}"/>
                    </a:ext>
                  </a:extLst>
                </p14:cNvPr>
                <p14:cNvContentPartPr/>
                <p14:nvPr/>
              </p14:nvContentPartPr>
              <p14:xfrm>
                <a:off x="10518274" y="1005102"/>
                <a:ext cx="89640" cy="9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88F02BF-AEB3-2F2B-00F6-C4D0B02BF46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09274" y="996102"/>
                  <a:ext cx="107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9773122-FD7E-88D2-1C96-201BAD28B789}"/>
                    </a:ext>
                  </a:extLst>
                </p14:cNvPr>
                <p14:cNvContentPartPr/>
                <p14:nvPr/>
              </p14:nvContentPartPr>
              <p14:xfrm>
                <a:off x="10750114" y="858222"/>
                <a:ext cx="109800" cy="211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9773122-FD7E-88D2-1C96-201BAD28B78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741114" y="849222"/>
                  <a:ext cx="127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87CB2BC-5774-A784-D081-F9FBC42A28E5}"/>
                    </a:ext>
                  </a:extLst>
                </p14:cNvPr>
                <p14:cNvContentPartPr/>
                <p14:nvPr/>
              </p14:nvContentPartPr>
              <p14:xfrm>
                <a:off x="10888714" y="754542"/>
                <a:ext cx="222480" cy="298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87CB2BC-5774-A784-D081-F9FBC42A28E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879699" y="745542"/>
                  <a:ext cx="240149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2370A3E-CDEB-C711-D480-A20A4AE046B3}"/>
                    </a:ext>
                  </a:extLst>
                </p14:cNvPr>
                <p14:cNvContentPartPr/>
                <p14:nvPr/>
              </p14:nvContentPartPr>
              <p14:xfrm>
                <a:off x="11054674" y="893502"/>
                <a:ext cx="124920" cy="141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2370A3E-CDEB-C711-D480-A20A4AE046B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045674" y="884525"/>
                  <a:ext cx="142560" cy="15943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4B5EE66-F823-D547-D844-791DC98634FF}"/>
              </a:ext>
            </a:extLst>
          </p:cNvPr>
          <p:cNvGrpSpPr/>
          <p:nvPr/>
        </p:nvGrpSpPr>
        <p:grpSpPr>
          <a:xfrm>
            <a:off x="624754" y="1904022"/>
            <a:ext cx="239400" cy="168840"/>
            <a:chOff x="624754" y="1904022"/>
            <a:chExt cx="23940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B937029-E47D-512F-D8D9-06D9731E61D1}"/>
                    </a:ext>
                  </a:extLst>
                </p14:cNvPr>
                <p14:cNvContentPartPr/>
                <p14:nvPr/>
              </p14:nvContentPartPr>
              <p14:xfrm>
                <a:off x="624754" y="1940022"/>
                <a:ext cx="196560" cy="77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B937029-E47D-512F-D8D9-06D9731E61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5754" y="1931022"/>
                  <a:ext cx="214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AD0CB82-B138-19B5-192B-7687D0092CEE}"/>
                    </a:ext>
                  </a:extLst>
                </p14:cNvPr>
                <p14:cNvContentPartPr/>
                <p14:nvPr/>
              </p14:nvContentPartPr>
              <p14:xfrm>
                <a:off x="775234" y="1904022"/>
                <a:ext cx="88920" cy="168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AD0CB82-B138-19B5-192B-7687D0092CE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6270" y="1895022"/>
                  <a:ext cx="106489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C378582-6C81-888B-894D-4A3E2DE4EC87}"/>
              </a:ext>
            </a:extLst>
          </p:cNvPr>
          <p:cNvGrpSpPr/>
          <p:nvPr/>
        </p:nvGrpSpPr>
        <p:grpSpPr>
          <a:xfrm>
            <a:off x="1063954" y="1634742"/>
            <a:ext cx="492480" cy="444240"/>
            <a:chOff x="1063954" y="1634742"/>
            <a:chExt cx="49248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29277DD-6233-34C2-3030-109A799FFEC3}"/>
                    </a:ext>
                  </a:extLst>
                </p14:cNvPr>
                <p14:cNvContentPartPr/>
                <p14:nvPr/>
              </p14:nvContentPartPr>
              <p14:xfrm>
                <a:off x="1063954" y="1717182"/>
                <a:ext cx="169920" cy="361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29277DD-6233-34C2-3030-109A799FFEC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54954" y="1708182"/>
                  <a:ext cx="1875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5622FC-AAEF-EB9A-5D66-2250E5229B9E}"/>
                    </a:ext>
                  </a:extLst>
                </p14:cNvPr>
                <p14:cNvContentPartPr/>
                <p14:nvPr/>
              </p14:nvContentPartPr>
              <p14:xfrm>
                <a:off x="1322074" y="1644462"/>
                <a:ext cx="41400" cy="177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5622FC-AAEF-EB9A-5D66-2250E5229B9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12995" y="1635462"/>
                  <a:ext cx="59195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E09C27A-82EA-3E54-0CAB-77B7D02425E5}"/>
                    </a:ext>
                  </a:extLst>
                </p14:cNvPr>
                <p14:cNvContentPartPr/>
                <p14:nvPr/>
              </p14:nvContentPartPr>
              <p14:xfrm>
                <a:off x="1427194" y="1659222"/>
                <a:ext cx="39600" cy="139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E09C27A-82EA-3E54-0CAB-77B7D02425E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18111" y="1650222"/>
                  <a:ext cx="57402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631CD2-29AD-C0E5-6951-781B5968E2F9}"/>
                    </a:ext>
                  </a:extLst>
                </p14:cNvPr>
                <p14:cNvContentPartPr/>
                <p14:nvPr/>
              </p14:nvContentPartPr>
              <p14:xfrm>
                <a:off x="1524034" y="1634742"/>
                <a:ext cx="32400" cy="178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631CD2-29AD-C0E5-6951-781B5968E2F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14933" y="1625760"/>
                  <a:ext cx="50238" cy="1958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848C1B0-4767-929A-6C32-520DC816D97F}"/>
              </a:ext>
            </a:extLst>
          </p:cNvPr>
          <p:cNvGrpSpPr/>
          <p:nvPr/>
        </p:nvGrpSpPr>
        <p:grpSpPr>
          <a:xfrm>
            <a:off x="1591354" y="1965942"/>
            <a:ext cx="110160" cy="80640"/>
            <a:chOff x="1591354" y="1965942"/>
            <a:chExt cx="11016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CDF539E-1060-F38E-6F8A-C4DE2772B0FC}"/>
                    </a:ext>
                  </a:extLst>
                </p14:cNvPr>
                <p14:cNvContentPartPr/>
                <p14:nvPr/>
              </p14:nvContentPartPr>
              <p14:xfrm>
                <a:off x="1639954" y="1965942"/>
                <a:ext cx="61560" cy="11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CDF539E-1060-F38E-6F8A-C4DE2772B0F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30954" y="1956942"/>
                  <a:ext cx="79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BA0CB00-37D3-DDE8-BE11-F7812706C65C}"/>
                    </a:ext>
                  </a:extLst>
                </p14:cNvPr>
                <p14:cNvContentPartPr/>
                <p14:nvPr/>
              </p14:nvContentPartPr>
              <p14:xfrm>
                <a:off x="1591354" y="2036142"/>
                <a:ext cx="65880" cy="10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BA0CB00-37D3-DDE8-BE11-F7812706C65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82354" y="2027142"/>
                  <a:ext cx="835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987A2A5-9376-F710-B336-8CCB144CF676}"/>
              </a:ext>
            </a:extLst>
          </p:cNvPr>
          <p:cNvGrpSpPr/>
          <p:nvPr/>
        </p:nvGrpSpPr>
        <p:grpSpPr>
          <a:xfrm>
            <a:off x="1917874" y="1682622"/>
            <a:ext cx="261720" cy="419040"/>
            <a:chOff x="1917874" y="1682622"/>
            <a:chExt cx="2617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A38DDAC-7464-9BB5-D8D0-B0DC6DB3ADAB}"/>
                    </a:ext>
                  </a:extLst>
                </p14:cNvPr>
                <p14:cNvContentPartPr/>
                <p14:nvPr/>
              </p14:nvContentPartPr>
              <p14:xfrm>
                <a:off x="2027674" y="1757142"/>
                <a:ext cx="1440" cy="10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A38DDAC-7464-9BB5-D8D0-B0DC6DB3AD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18674" y="1748142"/>
                  <a:ext cx="19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6E25BAE-BA40-A2EA-704E-6D5D6C899A79}"/>
                    </a:ext>
                  </a:extLst>
                </p14:cNvPr>
                <p14:cNvContentPartPr/>
                <p14:nvPr/>
              </p14:nvContentPartPr>
              <p14:xfrm>
                <a:off x="1917874" y="1682622"/>
                <a:ext cx="120240" cy="419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6E25BAE-BA40-A2EA-704E-6D5D6C899A7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08874" y="1673630"/>
                  <a:ext cx="137880" cy="4366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3A959F5-35D0-F79D-A457-F4CC65B5DD2B}"/>
                    </a:ext>
                  </a:extLst>
                </p14:cNvPr>
                <p14:cNvContentPartPr/>
                <p14:nvPr/>
              </p14:nvContentPartPr>
              <p14:xfrm>
                <a:off x="2102914" y="1913382"/>
                <a:ext cx="76680" cy="14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3A959F5-35D0-F79D-A457-F4CC65B5DD2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093914" y="1904151"/>
                  <a:ext cx="94320" cy="324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401819D-BE0A-6BE9-5B54-91A8F0326962}"/>
              </a:ext>
            </a:extLst>
          </p:cNvPr>
          <p:cNvGrpSpPr/>
          <p:nvPr/>
        </p:nvGrpSpPr>
        <p:grpSpPr>
          <a:xfrm>
            <a:off x="2366794" y="1713222"/>
            <a:ext cx="573480" cy="514080"/>
            <a:chOff x="2366794" y="1713222"/>
            <a:chExt cx="57348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8EEDDC-999F-DA9B-6D92-43C94750C8C2}"/>
                    </a:ext>
                  </a:extLst>
                </p14:cNvPr>
                <p14:cNvContentPartPr/>
                <p14:nvPr/>
              </p14:nvContentPartPr>
              <p14:xfrm>
                <a:off x="2450674" y="1713222"/>
                <a:ext cx="44640" cy="209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8EEDDC-999F-DA9B-6D92-43C94750C8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441601" y="1704222"/>
                  <a:ext cx="62423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7FE6E6-25A4-B355-A3DF-12966D0D6612}"/>
                    </a:ext>
                  </a:extLst>
                </p14:cNvPr>
                <p14:cNvContentPartPr/>
                <p14:nvPr/>
              </p14:nvContentPartPr>
              <p14:xfrm>
                <a:off x="2377954" y="1891782"/>
                <a:ext cx="189720" cy="49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7FE6E6-25A4-B355-A3DF-12966D0D661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368954" y="1882782"/>
                  <a:ext cx="207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E72375E-466F-EE1E-9C50-D46053C70D78}"/>
                    </a:ext>
                  </a:extLst>
                </p14:cNvPr>
                <p14:cNvContentPartPr/>
                <p14:nvPr/>
              </p14:nvContentPartPr>
              <p14:xfrm>
                <a:off x="2366794" y="1975662"/>
                <a:ext cx="221400" cy="251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E72375E-466F-EE1E-9C50-D46053C70D7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357794" y="1966662"/>
                  <a:ext cx="239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CFC70EF-8BD8-5B58-AE58-309EBF2FE8EE}"/>
                    </a:ext>
                  </a:extLst>
                </p14:cNvPr>
                <p14:cNvContentPartPr/>
                <p14:nvPr/>
              </p14:nvContentPartPr>
              <p14:xfrm>
                <a:off x="2496754" y="2067822"/>
                <a:ext cx="105480" cy="127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CFC70EF-8BD8-5B58-AE58-309EBF2FE8E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487785" y="2058847"/>
                  <a:ext cx="123060" cy="145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37AE59D-8D8F-1D1F-F2D4-7AE79F6CCD6D}"/>
                    </a:ext>
                  </a:extLst>
                </p14:cNvPr>
                <p14:cNvContentPartPr/>
                <p14:nvPr/>
              </p14:nvContentPartPr>
              <p14:xfrm>
                <a:off x="2732914" y="1950462"/>
                <a:ext cx="57600" cy="161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37AE59D-8D8F-1D1F-F2D4-7AE79F6CCD6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23914" y="1941462"/>
                  <a:ext cx="75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86BE98B-B87A-71A2-6DC4-D019F26CC54E}"/>
                    </a:ext>
                  </a:extLst>
                </p14:cNvPr>
                <p14:cNvContentPartPr/>
                <p14:nvPr/>
              </p14:nvContentPartPr>
              <p14:xfrm>
                <a:off x="2810314" y="1860462"/>
                <a:ext cx="129960" cy="21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86BE98B-B87A-71A2-6DC4-D019F26CC54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01339" y="1851462"/>
                  <a:ext cx="147551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7CF1114-7F24-DA9D-2F6A-BDBB39706ACB}"/>
              </a:ext>
            </a:extLst>
          </p:cNvPr>
          <p:cNvGrpSpPr/>
          <p:nvPr/>
        </p:nvGrpSpPr>
        <p:grpSpPr>
          <a:xfrm>
            <a:off x="3094354" y="1567422"/>
            <a:ext cx="564840" cy="689040"/>
            <a:chOff x="3094354" y="1567422"/>
            <a:chExt cx="56484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376402A-4672-7103-A846-A5B98E1E21A0}"/>
                    </a:ext>
                  </a:extLst>
                </p14:cNvPr>
                <p14:cNvContentPartPr/>
                <p14:nvPr/>
              </p14:nvContentPartPr>
              <p14:xfrm>
                <a:off x="3094354" y="1659942"/>
                <a:ext cx="102600" cy="173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376402A-4672-7103-A846-A5B98E1E21A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085322" y="1650942"/>
                  <a:ext cx="120302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8F5F97A-896B-F473-0473-0D9382B4BF2E}"/>
                    </a:ext>
                  </a:extLst>
                </p14:cNvPr>
                <p14:cNvContentPartPr/>
                <p14:nvPr/>
              </p14:nvContentPartPr>
              <p14:xfrm>
                <a:off x="3127474" y="1878822"/>
                <a:ext cx="212760" cy="49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8F5F97A-896B-F473-0473-0D9382B4BF2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118474" y="1869822"/>
                  <a:ext cx="230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1094AA2-74F7-FCBE-AC29-AA31579CACF5}"/>
                    </a:ext>
                  </a:extLst>
                </p14:cNvPr>
                <p14:cNvContentPartPr/>
                <p14:nvPr/>
              </p14:nvContentPartPr>
              <p14:xfrm>
                <a:off x="3157354" y="1972782"/>
                <a:ext cx="190080" cy="217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1094AA2-74F7-FCBE-AC29-AA31579CACF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48354" y="1963782"/>
                  <a:ext cx="207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A188367-398E-F10F-C44D-EE2C9D13AE15}"/>
                    </a:ext>
                  </a:extLst>
                </p14:cNvPr>
                <p14:cNvContentPartPr/>
                <p14:nvPr/>
              </p14:nvContentPartPr>
              <p14:xfrm>
                <a:off x="3257434" y="2073942"/>
                <a:ext cx="140040" cy="113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A188367-398E-F10F-C44D-EE2C9D13AE1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48434" y="2064942"/>
                  <a:ext cx="157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0C30E16-C632-117B-1AC6-EE676F37841C}"/>
                    </a:ext>
                  </a:extLst>
                </p14:cNvPr>
                <p14:cNvContentPartPr/>
                <p14:nvPr/>
              </p14:nvContentPartPr>
              <p14:xfrm>
                <a:off x="3435274" y="1567422"/>
                <a:ext cx="223920" cy="689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0C30E16-C632-117B-1AC6-EE676F37841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26274" y="1558417"/>
                  <a:ext cx="241560" cy="70668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CCA1E64-C89F-0DF0-38B4-17980B089C57}"/>
                  </a:ext>
                </a:extLst>
              </p14:cNvPr>
              <p14:cNvContentPartPr/>
              <p14:nvPr/>
            </p14:nvContentPartPr>
            <p14:xfrm>
              <a:off x="3834874" y="394182"/>
              <a:ext cx="1432800" cy="687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CCA1E64-C89F-0DF0-38B4-17980B089C5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825872" y="385182"/>
                <a:ext cx="1450444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1F15A8D-F655-4773-027B-B6E6AAA1C335}"/>
                  </a:ext>
                </a:extLst>
              </p14:cNvPr>
              <p14:cNvContentPartPr/>
              <p14:nvPr/>
            </p14:nvContentPartPr>
            <p14:xfrm>
              <a:off x="1063954" y="2277702"/>
              <a:ext cx="925200" cy="1166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1F15A8D-F655-4773-027B-B6E6AAA1C335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54954" y="2268702"/>
                <a:ext cx="94284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7769D3C-DE5C-A544-7CC9-FC0B6B774749}"/>
              </a:ext>
            </a:extLst>
          </p:cNvPr>
          <p:cNvGrpSpPr/>
          <p:nvPr/>
        </p:nvGrpSpPr>
        <p:grpSpPr>
          <a:xfrm>
            <a:off x="5323834" y="1811502"/>
            <a:ext cx="233280" cy="4433040"/>
            <a:chOff x="5323834" y="1811502"/>
            <a:chExt cx="233280" cy="44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F16C90F-A28B-F589-5955-80CD977F6477}"/>
                    </a:ext>
                  </a:extLst>
                </p14:cNvPr>
                <p14:cNvContentPartPr/>
                <p14:nvPr/>
              </p14:nvContentPartPr>
              <p14:xfrm>
                <a:off x="5422834" y="1837782"/>
                <a:ext cx="134280" cy="4406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F16C90F-A28B-F589-5955-80CD977F647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413834" y="1828782"/>
                  <a:ext cx="151920" cy="44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54FED2F-2193-ABFC-1731-3EB62DC75FD9}"/>
                    </a:ext>
                  </a:extLst>
                </p14:cNvPr>
                <p14:cNvContentPartPr/>
                <p14:nvPr/>
              </p14:nvContentPartPr>
              <p14:xfrm>
                <a:off x="5323834" y="1811502"/>
                <a:ext cx="175680" cy="216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54FED2F-2193-ABFC-1731-3EB62DC75FD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14816" y="1802487"/>
                  <a:ext cx="193356" cy="2336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BCAC3BA-C850-8864-C08F-58A987C049A8}"/>
              </a:ext>
            </a:extLst>
          </p:cNvPr>
          <p:cNvGrpSpPr/>
          <p:nvPr/>
        </p:nvGrpSpPr>
        <p:grpSpPr>
          <a:xfrm>
            <a:off x="2204434" y="4133142"/>
            <a:ext cx="8767800" cy="272520"/>
            <a:chOff x="2204434" y="4133142"/>
            <a:chExt cx="876780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FF98948-1A83-F3C8-2730-D3CCA0552527}"/>
                    </a:ext>
                  </a:extLst>
                </p14:cNvPr>
                <p14:cNvContentPartPr/>
                <p14:nvPr/>
              </p14:nvContentPartPr>
              <p14:xfrm>
                <a:off x="2204434" y="4190382"/>
                <a:ext cx="8738280" cy="215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FF98948-1A83-F3C8-2730-D3CCA055252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195434" y="4181382"/>
                  <a:ext cx="8755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7175830-D5DD-02B3-26C7-7D6CED8851E1}"/>
                    </a:ext>
                  </a:extLst>
                </p14:cNvPr>
                <p14:cNvContentPartPr/>
                <p14:nvPr/>
              </p14:nvContentPartPr>
              <p14:xfrm>
                <a:off x="10744714" y="4133142"/>
                <a:ext cx="227520" cy="157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7175830-D5DD-02B3-26C7-7D6CED8851E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735700" y="4124121"/>
                  <a:ext cx="245188" cy="17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DF96B7E-DB54-E584-188F-9464E7F43527}"/>
              </a:ext>
            </a:extLst>
          </p:cNvPr>
          <p:cNvGrpSpPr/>
          <p:nvPr/>
        </p:nvGrpSpPr>
        <p:grpSpPr>
          <a:xfrm>
            <a:off x="2726434" y="484542"/>
            <a:ext cx="3191400" cy="1030320"/>
            <a:chOff x="2726434" y="484542"/>
            <a:chExt cx="3191400" cy="10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3A2275D-CA13-8810-4127-4191F4F6BD2A}"/>
                    </a:ext>
                  </a:extLst>
                </p14:cNvPr>
                <p14:cNvContentPartPr/>
                <p14:nvPr/>
              </p14:nvContentPartPr>
              <p14:xfrm>
                <a:off x="4872754" y="561582"/>
                <a:ext cx="173880" cy="192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3A2275D-CA13-8810-4127-4191F4F6BD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863754" y="552599"/>
                  <a:ext cx="191520" cy="209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72A45C-59CE-B018-BB9F-14B08D3B3DCB}"/>
                    </a:ext>
                  </a:extLst>
                </p14:cNvPr>
                <p14:cNvContentPartPr/>
                <p14:nvPr/>
              </p14:nvContentPartPr>
              <p14:xfrm>
                <a:off x="5197474" y="487782"/>
                <a:ext cx="100440" cy="348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72A45C-59CE-B018-BB9F-14B08D3B3DC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188474" y="478782"/>
                  <a:ext cx="1180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7A73BC-69E5-91F5-832B-1478CDA6E665}"/>
                    </a:ext>
                  </a:extLst>
                </p14:cNvPr>
                <p14:cNvContentPartPr/>
                <p14:nvPr/>
              </p14:nvContentPartPr>
              <p14:xfrm>
                <a:off x="5187754" y="701982"/>
                <a:ext cx="113040" cy="42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7A73BC-69E5-91F5-832B-1478CDA6E66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78754" y="693058"/>
                  <a:ext cx="130680" cy="59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615C29-D31F-F54B-360F-464708BEF45D}"/>
                    </a:ext>
                  </a:extLst>
                </p14:cNvPr>
                <p14:cNvContentPartPr/>
                <p14:nvPr/>
              </p14:nvContentPartPr>
              <p14:xfrm>
                <a:off x="5380354" y="518742"/>
                <a:ext cx="61200" cy="227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615C29-D31F-F54B-360F-464708BEF45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71354" y="509742"/>
                  <a:ext cx="78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BC73517-92D2-E24E-8B80-42E596E15418}"/>
                    </a:ext>
                  </a:extLst>
                </p14:cNvPr>
                <p14:cNvContentPartPr/>
                <p14:nvPr/>
              </p14:nvContentPartPr>
              <p14:xfrm>
                <a:off x="5497354" y="548982"/>
                <a:ext cx="45000" cy="166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BC73517-92D2-E24E-8B80-42E596E1541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488354" y="539982"/>
                  <a:ext cx="62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6FFDAA-E415-D9AF-5F43-5F70EE28EC1A}"/>
                    </a:ext>
                  </a:extLst>
                </p14:cNvPr>
                <p14:cNvContentPartPr/>
                <p14:nvPr/>
              </p14:nvContentPartPr>
              <p14:xfrm>
                <a:off x="5630554" y="664542"/>
                <a:ext cx="21600" cy="126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6FFDAA-E415-D9AF-5F43-5F70EE28EC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621554" y="655568"/>
                  <a:ext cx="39240" cy="143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A1BAEE1-E9E9-B763-566F-8405ECD3BE66}"/>
                    </a:ext>
                  </a:extLst>
                </p14:cNvPr>
                <p14:cNvContentPartPr/>
                <p14:nvPr/>
              </p14:nvContentPartPr>
              <p14:xfrm>
                <a:off x="5695354" y="595062"/>
                <a:ext cx="139320" cy="122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A1BAEE1-E9E9-B763-566F-8405ECD3BE6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686377" y="586062"/>
                  <a:ext cx="156915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ACA04C-217E-F2E5-AB86-E09F1FB63B11}"/>
                    </a:ext>
                  </a:extLst>
                </p14:cNvPr>
                <p14:cNvContentPartPr/>
                <p14:nvPr/>
              </p14:nvContentPartPr>
              <p14:xfrm>
                <a:off x="5827474" y="497862"/>
                <a:ext cx="90360" cy="241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ACA04C-217E-F2E5-AB86-E09F1FB63B1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818474" y="488862"/>
                  <a:ext cx="108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CF613FC-CC15-9358-005F-C06AB8B52D08}"/>
                    </a:ext>
                  </a:extLst>
                </p14:cNvPr>
                <p14:cNvContentPartPr/>
                <p14:nvPr/>
              </p14:nvContentPartPr>
              <p14:xfrm>
                <a:off x="2726434" y="655182"/>
                <a:ext cx="131760" cy="17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CF613FC-CC15-9358-005F-C06AB8B52D0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717409" y="646182"/>
                  <a:ext cx="149448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F11DBF3-8FAC-DB92-5092-4C0D4BC8DD94}"/>
                    </a:ext>
                  </a:extLst>
                </p14:cNvPr>
                <p14:cNvContentPartPr/>
                <p14:nvPr/>
              </p14:nvContentPartPr>
              <p14:xfrm>
                <a:off x="2942434" y="659862"/>
                <a:ext cx="173160" cy="170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F11DBF3-8FAC-DB92-5092-4C0D4BC8DD9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933415" y="650843"/>
                  <a:ext cx="190837" cy="187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0F3DE5-E604-C4ED-EECD-8A280154CC85}"/>
                    </a:ext>
                  </a:extLst>
                </p14:cNvPr>
                <p14:cNvContentPartPr/>
                <p14:nvPr/>
              </p14:nvContentPartPr>
              <p14:xfrm>
                <a:off x="2955754" y="748422"/>
                <a:ext cx="158400" cy="19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0F3DE5-E604-C4ED-EECD-8A280154CC8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46754" y="739422"/>
                  <a:ext cx="176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D144C54-E209-9B32-1974-891EFBAD6C72}"/>
                    </a:ext>
                  </a:extLst>
                </p14:cNvPr>
                <p14:cNvContentPartPr/>
                <p14:nvPr/>
              </p14:nvContentPartPr>
              <p14:xfrm>
                <a:off x="3146914" y="781542"/>
                <a:ext cx="39240" cy="113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D144C54-E209-9B32-1974-891EFBAD6C7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37914" y="772542"/>
                  <a:ext cx="56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1C8C60-29B0-8FEF-27F5-8AB229F8EC6A}"/>
                    </a:ext>
                  </a:extLst>
                </p14:cNvPr>
                <p14:cNvContentPartPr/>
                <p14:nvPr/>
              </p14:nvContentPartPr>
              <p14:xfrm>
                <a:off x="3251314" y="668142"/>
                <a:ext cx="174960" cy="146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1C8C60-29B0-8FEF-27F5-8AB229F8EC6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42314" y="659142"/>
                  <a:ext cx="192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F948E8-5565-5A07-7568-BAF4E7D4DB5D}"/>
                    </a:ext>
                  </a:extLst>
                </p14:cNvPr>
                <p14:cNvContentPartPr/>
                <p14:nvPr/>
              </p14:nvContentPartPr>
              <p14:xfrm>
                <a:off x="3281194" y="747702"/>
                <a:ext cx="121320" cy="25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F948E8-5565-5A07-7568-BAF4E7D4DB5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272194" y="738702"/>
                  <a:ext cx="138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85A0D2-C846-6BA1-1C3F-7E1AC2D76F1C}"/>
                    </a:ext>
                  </a:extLst>
                </p14:cNvPr>
                <p14:cNvContentPartPr/>
                <p14:nvPr/>
              </p14:nvContentPartPr>
              <p14:xfrm>
                <a:off x="3466234" y="811422"/>
                <a:ext cx="120240" cy="11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85A0D2-C846-6BA1-1C3F-7E1AC2D76F1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457261" y="802422"/>
                  <a:ext cx="137827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55E92C-5EF2-DC3B-AF4D-34FC9E2348E0}"/>
                    </a:ext>
                  </a:extLst>
                </p14:cNvPr>
                <p14:cNvContentPartPr/>
                <p14:nvPr/>
              </p14:nvContentPartPr>
              <p14:xfrm>
                <a:off x="3472714" y="484542"/>
                <a:ext cx="286920" cy="538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55E92C-5EF2-DC3B-AF4D-34FC9E2348E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463714" y="475542"/>
                  <a:ext cx="3045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3AC7D66-2452-AB13-4167-9B5E51E0749B}"/>
                    </a:ext>
                  </a:extLst>
                </p14:cNvPr>
                <p14:cNvContentPartPr/>
                <p14:nvPr/>
              </p14:nvContentPartPr>
              <p14:xfrm>
                <a:off x="2861434" y="1261422"/>
                <a:ext cx="258480" cy="93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3AC7D66-2452-AB13-4167-9B5E51E0749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852434" y="1252422"/>
                  <a:ext cx="276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D8A1BB-ABDE-F2ED-3D99-F2652278B143}"/>
                    </a:ext>
                  </a:extLst>
                </p14:cNvPr>
                <p14:cNvContentPartPr/>
                <p14:nvPr/>
              </p14:nvContentPartPr>
              <p14:xfrm>
                <a:off x="3110914" y="1258182"/>
                <a:ext cx="117360" cy="146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D8A1BB-ABDE-F2ED-3D99-F2652278B14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101914" y="1249160"/>
                  <a:ext cx="135000" cy="164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4A11373-47D4-BA33-5ED5-3BDDE980BC71}"/>
                    </a:ext>
                  </a:extLst>
                </p14:cNvPr>
                <p14:cNvContentPartPr/>
                <p14:nvPr/>
              </p14:nvContentPartPr>
              <p14:xfrm>
                <a:off x="3564514" y="1096902"/>
                <a:ext cx="191880" cy="304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4A11373-47D4-BA33-5ED5-3BDDE980BC7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555514" y="1087902"/>
                  <a:ext cx="209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DEB5264-AE56-9766-52EF-F2DFE07C3A1C}"/>
                    </a:ext>
                  </a:extLst>
                </p14:cNvPr>
                <p14:cNvContentPartPr/>
                <p14:nvPr/>
              </p14:nvContentPartPr>
              <p14:xfrm>
                <a:off x="3869794" y="986022"/>
                <a:ext cx="63000" cy="188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DEB5264-AE56-9766-52EF-F2DFE07C3A1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860794" y="977039"/>
                  <a:ext cx="80640" cy="2062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315DB7-51B3-B8F5-F07F-09D7DF38E247}"/>
                    </a:ext>
                  </a:extLst>
                </p14:cNvPr>
                <p14:cNvContentPartPr/>
                <p14:nvPr/>
              </p14:nvContentPartPr>
              <p14:xfrm>
                <a:off x="3991114" y="957942"/>
                <a:ext cx="78480" cy="188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315DB7-51B3-B8F5-F07F-09D7DF38E24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982114" y="948925"/>
                  <a:ext cx="96120" cy="205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90A372-7647-A703-E268-C642BF50D3B1}"/>
                    </a:ext>
                  </a:extLst>
                </p14:cNvPr>
                <p14:cNvContentPartPr/>
                <p14:nvPr/>
              </p14:nvContentPartPr>
              <p14:xfrm>
                <a:off x="4144834" y="930942"/>
                <a:ext cx="34920" cy="222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90A372-7647-A703-E268-C642BF50D3B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135834" y="921927"/>
                  <a:ext cx="52560" cy="2397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2E0D640-3474-4FC4-B867-73FD998C5781}"/>
                    </a:ext>
                  </a:extLst>
                </p14:cNvPr>
                <p14:cNvContentPartPr/>
                <p14:nvPr/>
              </p14:nvContentPartPr>
              <p14:xfrm>
                <a:off x="4280554" y="1268982"/>
                <a:ext cx="68040" cy="2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2E0D640-3474-4FC4-B867-73FD998C578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271554" y="1259982"/>
                  <a:ext cx="85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4F85A5-6A64-A9DE-31BE-A4AE25686C91}"/>
                    </a:ext>
                  </a:extLst>
                </p14:cNvPr>
                <p14:cNvContentPartPr/>
                <p14:nvPr/>
              </p14:nvContentPartPr>
              <p14:xfrm>
                <a:off x="4278394" y="1311102"/>
                <a:ext cx="79200" cy="1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4F85A5-6A64-A9DE-31BE-A4AE25686C9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69394" y="1301911"/>
                  <a:ext cx="96840" cy="35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EA4007-30FB-8300-BD66-5038BA6EB6D3}"/>
                    </a:ext>
                  </a:extLst>
                </p14:cNvPr>
                <p14:cNvContentPartPr/>
                <p14:nvPr/>
              </p14:nvContentPartPr>
              <p14:xfrm>
                <a:off x="4541914" y="983502"/>
                <a:ext cx="141480" cy="40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EA4007-30FB-8300-BD66-5038BA6EB6D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532937" y="974494"/>
                  <a:ext cx="159075" cy="4266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802C274-78D0-5962-9E4E-BD9852E6417C}"/>
                    </a:ext>
                  </a:extLst>
                </p14:cNvPr>
                <p14:cNvContentPartPr/>
                <p14:nvPr/>
              </p14:nvContentPartPr>
              <p14:xfrm>
                <a:off x="4673674" y="1263582"/>
                <a:ext cx="92160" cy="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802C274-78D0-5962-9E4E-BD9852E6417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664674" y="1254582"/>
                  <a:ext cx="109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6D53D49-4B22-0D82-A58F-A912BCC648D1}"/>
                    </a:ext>
                  </a:extLst>
                </p14:cNvPr>
                <p14:cNvContentPartPr/>
                <p14:nvPr/>
              </p14:nvContentPartPr>
              <p14:xfrm>
                <a:off x="4825954" y="1126422"/>
                <a:ext cx="92880" cy="215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6D53D49-4B22-0D82-A58F-A912BCC648D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16954" y="1117422"/>
                  <a:ext cx="110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1BB2B5E-DDB7-944D-E8CE-0BB758392894}"/>
                    </a:ext>
                  </a:extLst>
                </p14:cNvPr>
                <p14:cNvContentPartPr/>
                <p14:nvPr/>
              </p14:nvContentPartPr>
              <p14:xfrm>
                <a:off x="4994074" y="1298502"/>
                <a:ext cx="23400" cy="87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1BB2B5E-DDB7-944D-E8CE-0BB75839289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985074" y="1289502"/>
                  <a:ext cx="41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1453C7-A15D-346F-AF3B-BAECE5DA900A}"/>
                    </a:ext>
                  </a:extLst>
                </p14:cNvPr>
                <p14:cNvContentPartPr/>
                <p14:nvPr/>
              </p14:nvContentPartPr>
              <p14:xfrm>
                <a:off x="5161834" y="1235862"/>
                <a:ext cx="96480" cy="10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1453C7-A15D-346F-AF3B-BAECE5DA900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152834" y="1226862"/>
                  <a:ext cx="114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29A44BB-6099-73DD-A40F-81440AE98115}"/>
                    </a:ext>
                  </a:extLst>
                </p14:cNvPr>
                <p14:cNvContentPartPr/>
                <p14:nvPr/>
              </p14:nvContentPartPr>
              <p14:xfrm>
                <a:off x="5325274" y="1101582"/>
                <a:ext cx="102600" cy="221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29A44BB-6099-73DD-A40F-81440AE9811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316274" y="1092582"/>
                  <a:ext cx="120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D793968-8081-E081-7F37-1E99FC4149A5}"/>
                    </a:ext>
                  </a:extLst>
                </p14:cNvPr>
                <p14:cNvContentPartPr/>
                <p14:nvPr/>
              </p14:nvContentPartPr>
              <p14:xfrm>
                <a:off x="5472874" y="979182"/>
                <a:ext cx="142920" cy="482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D793968-8081-E081-7F37-1E99FC4149A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63874" y="970182"/>
                  <a:ext cx="1605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C7CE8F-4795-584B-1484-F947C45985D0}"/>
                    </a:ext>
                  </a:extLst>
                </p14:cNvPr>
                <p14:cNvContentPartPr/>
                <p14:nvPr/>
              </p14:nvContentPartPr>
              <p14:xfrm>
                <a:off x="4505914" y="1450062"/>
                <a:ext cx="1026360" cy="64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C7CE8F-4795-584B-1484-F947C45985D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96911" y="1441112"/>
                  <a:ext cx="1044006" cy="823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46D25EB8-9DE1-239A-C241-CB8D10CB280E}"/>
              </a:ext>
            </a:extLst>
          </p:cNvPr>
          <p:cNvGrpSpPr/>
          <p:nvPr/>
        </p:nvGrpSpPr>
        <p:grpSpPr>
          <a:xfrm>
            <a:off x="3316114" y="6053382"/>
            <a:ext cx="712080" cy="292680"/>
            <a:chOff x="3316114" y="6053382"/>
            <a:chExt cx="71208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D764608-247C-F7A1-C6DA-3E4EAA2B18C3}"/>
                    </a:ext>
                  </a:extLst>
                </p14:cNvPr>
                <p14:cNvContentPartPr/>
                <p14:nvPr/>
              </p14:nvContentPartPr>
              <p14:xfrm>
                <a:off x="3316114" y="6078582"/>
                <a:ext cx="71280" cy="209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D764608-247C-F7A1-C6DA-3E4EAA2B18C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307114" y="6069582"/>
                  <a:ext cx="88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28466D8-08C9-6C28-82E8-35D45B61B4C2}"/>
                    </a:ext>
                  </a:extLst>
                </p14:cNvPr>
                <p14:cNvContentPartPr/>
                <p14:nvPr/>
              </p14:nvContentPartPr>
              <p14:xfrm>
                <a:off x="3418354" y="6195222"/>
                <a:ext cx="75960" cy="7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28466D8-08C9-6C28-82E8-35D45B61B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09354" y="6186222"/>
                  <a:ext cx="93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346282E-965F-59D4-1505-1D9C0B56851D}"/>
                    </a:ext>
                  </a:extLst>
                </p14:cNvPr>
                <p14:cNvContentPartPr/>
                <p14:nvPr/>
              </p14:nvContentPartPr>
              <p14:xfrm>
                <a:off x="3523114" y="6109542"/>
                <a:ext cx="92880" cy="150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346282E-965F-59D4-1505-1D9C0B56851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514114" y="6100542"/>
                  <a:ext cx="110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C8EB0A3-58FB-9365-2622-B43B6301C8A1}"/>
                    </a:ext>
                  </a:extLst>
                </p14:cNvPr>
                <p14:cNvContentPartPr/>
                <p14:nvPr/>
              </p14:nvContentPartPr>
              <p14:xfrm>
                <a:off x="3658474" y="6223662"/>
                <a:ext cx="21960" cy="122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C8EB0A3-58FB-9365-2622-B43B6301C8A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649474" y="6214688"/>
                  <a:ext cx="39600" cy="139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1CF268F-303F-3AAB-459C-67BD8F00B33E}"/>
                    </a:ext>
                  </a:extLst>
                </p14:cNvPr>
                <p14:cNvContentPartPr/>
                <p14:nvPr/>
              </p14:nvContentPartPr>
              <p14:xfrm>
                <a:off x="3732994" y="6196302"/>
                <a:ext cx="64800" cy="12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1CF268F-303F-3AAB-459C-67BD8F00B33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723944" y="6187302"/>
                  <a:ext cx="82539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5CC1F1E-F4F7-D3AA-7455-834A1893EDF4}"/>
                    </a:ext>
                  </a:extLst>
                </p14:cNvPr>
                <p14:cNvContentPartPr/>
                <p14:nvPr/>
              </p14:nvContentPartPr>
              <p14:xfrm>
                <a:off x="3828034" y="6097302"/>
                <a:ext cx="88560" cy="132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5CC1F1E-F4F7-D3AA-7455-834A1893EDF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819034" y="6088277"/>
                  <a:ext cx="106200" cy="149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4F98CBC-9DA8-4892-862B-4EBE36017334}"/>
                    </a:ext>
                  </a:extLst>
                </p14:cNvPr>
                <p14:cNvContentPartPr/>
                <p14:nvPr/>
              </p14:nvContentPartPr>
              <p14:xfrm>
                <a:off x="3974194" y="6053382"/>
                <a:ext cx="54000" cy="211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4F98CBC-9DA8-4892-862B-4EBE3601733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965194" y="6044382"/>
                  <a:ext cx="7164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35987FF-7808-66D8-B9BC-3C4AD7EB97B2}"/>
                  </a:ext>
                </a:extLst>
              </p14:cNvPr>
              <p14:cNvContentPartPr/>
              <p14:nvPr/>
            </p14:nvContentPartPr>
            <p14:xfrm>
              <a:off x="2759194" y="5848542"/>
              <a:ext cx="395280" cy="36792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35987FF-7808-66D8-B9BC-3C4AD7EB97B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2750194" y="5839542"/>
                <a:ext cx="41292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AA513EF1-A6EC-16B3-AF37-B299CF3FE61F}"/>
                  </a:ext>
                </a:extLst>
              </p14:cNvPr>
              <p14:cNvContentPartPr/>
              <p14:nvPr/>
            </p14:nvContentPartPr>
            <p14:xfrm>
              <a:off x="6859594" y="2179422"/>
              <a:ext cx="284040" cy="2937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AA513EF1-A6EC-16B3-AF37-B299CF3FE61F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850594" y="2170422"/>
                <a:ext cx="301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FBEF0524-FB71-DE9B-F533-CC530170C572}"/>
                  </a:ext>
                </a:extLst>
              </p14:cNvPr>
              <p14:cNvContentPartPr/>
              <p14:nvPr/>
            </p14:nvContentPartPr>
            <p14:xfrm>
              <a:off x="4115314" y="3335382"/>
              <a:ext cx="1870560" cy="16185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FBEF0524-FB71-DE9B-F533-CC530170C572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4106316" y="3326382"/>
                <a:ext cx="1888197" cy="16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465FAA6-DCC8-B03D-8AB1-6C2292D15F70}"/>
                  </a:ext>
                </a:extLst>
              </p14:cNvPr>
              <p14:cNvContentPartPr/>
              <p14:nvPr/>
            </p14:nvContentPartPr>
            <p14:xfrm>
              <a:off x="4103434" y="4824342"/>
              <a:ext cx="192240" cy="1515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465FAA6-DCC8-B03D-8AB1-6C2292D15F7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4094434" y="4815342"/>
                <a:ext cx="20988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F8CA104-5DC4-E0F8-1EC2-4B5C7D4FE15E}"/>
              </a:ext>
            </a:extLst>
          </p:cNvPr>
          <p:cNvGrpSpPr/>
          <p:nvPr/>
        </p:nvGrpSpPr>
        <p:grpSpPr>
          <a:xfrm>
            <a:off x="3396754" y="2608182"/>
            <a:ext cx="3923640" cy="3342960"/>
            <a:chOff x="3396754" y="2608182"/>
            <a:chExt cx="3923640" cy="334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3468302-8D82-57F9-E01B-1371C9285D0E}"/>
                    </a:ext>
                  </a:extLst>
                </p14:cNvPr>
                <p14:cNvContentPartPr/>
                <p14:nvPr/>
              </p14:nvContentPartPr>
              <p14:xfrm>
                <a:off x="6686794" y="4190382"/>
                <a:ext cx="15840" cy="133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3468302-8D82-57F9-E01B-1371C9285D0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677794" y="4181382"/>
                  <a:ext cx="33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0D9A7B8-5163-0581-04B7-F771D92F1A70}"/>
                    </a:ext>
                  </a:extLst>
                </p14:cNvPr>
                <p14:cNvContentPartPr/>
                <p14:nvPr/>
              </p14:nvContentPartPr>
              <p14:xfrm>
                <a:off x="6745114" y="4483062"/>
                <a:ext cx="44280" cy="143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0D9A7B8-5163-0581-04B7-F771D92F1A7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736114" y="4474062"/>
                  <a:ext cx="61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B354CD7-2649-D8C6-BB81-500FA6030119}"/>
                    </a:ext>
                  </a:extLst>
                </p14:cNvPr>
                <p14:cNvContentPartPr/>
                <p14:nvPr/>
              </p14:nvContentPartPr>
              <p14:xfrm>
                <a:off x="5418874" y="3356982"/>
                <a:ext cx="44640" cy="2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B354CD7-2649-D8C6-BB81-500FA603011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09874" y="3347982"/>
                  <a:ext cx="62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9A614CE-34DC-9A71-C733-206D3433A892}"/>
                    </a:ext>
                  </a:extLst>
                </p14:cNvPr>
                <p14:cNvContentPartPr/>
                <p14:nvPr/>
              </p14:nvContentPartPr>
              <p14:xfrm>
                <a:off x="6120514" y="4198662"/>
                <a:ext cx="23760" cy="185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9A614CE-34DC-9A71-C733-206D3433A89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111514" y="4189662"/>
                  <a:ext cx="41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160C228-7376-7BCD-E415-2C28CA7193BB}"/>
                    </a:ext>
                  </a:extLst>
                </p14:cNvPr>
                <p14:cNvContentPartPr/>
                <p14:nvPr/>
              </p14:nvContentPartPr>
              <p14:xfrm>
                <a:off x="6059674" y="4480902"/>
                <a:ext cx="64440" cy="128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160C228-7376-7BCD-E415-2C28CA7193B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050674" y="4471902"/>
                  <a:ext cx="82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BE22A4C-FAF1-DEFF-AAB4-60E5E20FD0DA}"/>
                    </a:ext>
                  </a:extLst>
                </p14:cNvPr>
                <p14:cNvContentPartPr/>
                <p14:nvPr/>
              </p14:nvContentPartPr>
              <p14:xfrm>
                <a:off x="6649714" y="4497462"/>
                <a:ext cx="188280" cy="1238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BE22A4C-FAF1-DEFF-AAB4-60E5E20FD0D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40714" y="4488462"/>
                  <a:ext cx="205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48FAB7C-9442-92D7-894C-EBE3049C17A4}"/>
                    </a:ext>
                  </a:extLst>
                </p14:cNvPr>
                <p14:cNvContentPartPr/>
                <p14:nvPr/>
              </p14:nvContentPartPr>
              <p14:xfrm>
                <a:off x="5427514" y="3725262"/>
                <a:ext cx="99000" cy="5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48FAB7C-9442-92D7-894C-EBE3049C17A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418514" y="3716262"/>
                  <a:ext cx="116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B4351C2-A12B-B548-64B3-68F6F9A7E357}"/>
                    </a:ext>
                  </a:extLst>
                </p14:cNvPr>
                <p14:cNvContentPartPr/>
                <p14:nvPr/>
              </p14:nvContentPartPr>
              <p14:xfrm>
                <a:off x="5407714" y="3035862"/>
                <a:ext cx="42120" cy="13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B4351C2-A12B-B548-64B3-68F6F9A7E35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398714" y="3026862"/>
                  <a:ext cx="59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958FDF1-E64D-6517-E396-25542C67BB43}"/>
                    </a:ext>
                  </a:extLst>
                </p14:cNvPr>
                <p14:cNvContentPartPr/>
                <p14:nvPr/>
              </p14:nvContentPartPr>
              <p14:xfrm>
                <a:off x="6120874" y="4151502"/>
                <a:ext cx="19800" cy="119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958FDF1-E64D-6517-E396-25542C67BB4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111874" y="4142502"/>
                  <a:ext cx="37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4010BE0-AA91-1ED7-6CEA-CD5617A8AD46}"/>
                    </a:ext>
                  </a:extLst>
                </p14:cNvPr>
                <p14:cNvContentPartPr/>
                <p14:nvPr/>
              </p14:nvContentPartPr>
              <p14:xfrm>
                <a:off x="6075514" y="3709422"/>
                <a:ext cx="25560" cy="171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4010BE0-AA91-1ED7-6CEA-CD5617A8AD4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066514" y="3700422"/>
                  <a:ext cx="43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F396B64-EE67-D049-46AF-5E1130F6B3D9}"/>
                    </a:ext>
                  </a:extLst>
                </p14:cNvPr>
                <p14:cNvContentPartPr/>
                <p14:nvPr/>
              </p14:nvContentPartPr>
              <p14:xfrm>
                <a:off x="5116114" y="3232062"/>
                <a:ext cx="173160" cy="141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F396B64-EE67-D049-46AF-5E1130F6B3D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107114" y="3223085"/>
                  <a:ext cx="190800" cy="159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8CCA10E-0E0A-B943-D1F1-A51BBDBDEE94}"/>
                    </a:ext>
                  </a:extLst>
                </p14:cNvPr>
                <p14:cNvContentPartPr/>
                <p14:nvPr/>
              </p14:nvContentPartPr>
              <p14:xfrm>
                <a:off x="5378554" y="3322422"/>
                <a:ext cx="50040" cy="51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8CCA10E-0E0A-B943-D1F1-A51BBDBDEE9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369618" y="3313422"/>
                  <a:ext cx="67554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A82C0FE-7498-A582-A9DC-600B0F1DBFB5}"/>
                    </a:ext>
                  </a:extLst>
                </p14:cNvPr>
                <p14:cNvContentPartPr/>
                <p14:nvPr/>
              </p14:nvContentPartPr>
              <p14:xfrm>
                <a:off x="5503114" y="3329982"/>
                <a:ext cx="107280" cy="6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A82C0FE-7498-A582-A9DC-600B0F1DBFB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94114" y="3320982"/>
                  <a:ext cx="12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9EE4322-EC02-11A9-BBE9-96D16DA62508}"/>
                    </a:ext>
                  </a:extLst>
                </p14:cNvPr>
                <p14:cNvContentPartPr/>
                <p14:nvPr/>
              </p14:nvContentPartPr>
              <p14:xfrm>
                <a:off x="6079474" y="3307302"/>
                <a:ext cx="17640" cy="77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9EE4322-EC02-11A9-BBE9-96D16DA6250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070474" y="3298302"/>
                  <a:ext cx="35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3B03E4E-A4D5-54EF-7CC9-92D6D0F627CB}"/>
                    </a:ext>
                  </a:extLst>
                </p14:cNvPr>
                <p14:cNvContentPartPr/>
                <p14:nvPr/>
              </p14:nvContentPartPr>
              <p14:xfrm>
                <a:off x="5950234" y="3302982"/>
                <a:ext cx="95400" cy="7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3B03E4E-A4D5-54EF-7CC9-92D6D0F627C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941234" y="3293982"/>
                  <a:ext cx="113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25BF42A-F112-22A6-C015-A5E2DBCA1DDB}"/>
                    </a:ext>
                  </a:extLst>
                </p14:cNvPr>
                <p14:cNvContentPartPr/>
                <p14:nvPr/>
              </p14:nvContentPartPr>
              <p14:xfrm>
                <a:off x="6061114" y="3242142"/>
                <a:ext cx="54720" cy="96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25BF42A-F112-22A6-C015-A5E2DBCA1DD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052114" y="3233142"/>
                  <a:ext cx="72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650C6A6-68EF-6E9B-7F6A-2A22F6F5A86B}"/>
                    </a:ext>
                  </a:extLst>
                </p14:cNvPr>
                <p14:cNvContentPartPr/>
                <p14:nvPr/>
              </p14:nvContentPartPr>
              <p14:xfrm>
                <a:off x="6158314" y="2971782"/>
                <a:ext cx="155880" cy="190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650C6A6-68EF-6E9B-7F6A-2A22F6F5A8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149335" y="2962782"/>
                  <a:ext cx="173479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65CF6C-68CC-941A-56D5-0F556B004C84}"/>
                    </a:ext>
                  </a:extLst>
                </p14:cNvPr>
                <p14:cNvContentPartPr/>
                <p14:nvPr/>
              </p14:nvContentPartPr>
              <p14:xfrm>
                <a:off x="6200074" y="3009582"/>
                <a:ext cx="107640" cy="60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65CF6C-68CC-941A-56D5-0F556B004C8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191074" y="3000582"/>
                  <a:ext cx="125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C21E1D6-06B9-7D17-F29B-18D6336CD43C}"/>
                    </a:ext>
                  </a:extLst>
                </p14:cNvPr>
                <p14:cNvContentPartPr/>
                <p14:nvPr/>
              </p14:nvContentPartPr>
              <p14:xfrm>
                <a:off x="6373594" y="2766222"/>
                <a:ext cx="21960" cy="149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C21E1D6-06B9-7D17-F29B-18D6336CD43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364594" y="2757222"/>
                  <a:ext cx="39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04A9E2-4511-4674-4DBB-34982DBF5022}"/>
                    </a:ext>
                  </a:extLst>
                </p14:cNvPr>
                <p14:cNvContentPartPr/>
                <p14:nvPr/>
              </p14:nvContentPartPr>
              <p14:xfrm>
                <a:off x="6446314" y="2779902"/>
                <a:ext cx="36360" cy="111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04A9E2-4511-4674-4DBB-34982DBF502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437224" y="2770902"/>
                  <a:ext cx="54176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19CAE1A-3649-F384-9BF5-F45E03BB8A98}"/>
                    </a:ext>
                  </a:extLst>
                </p14:cNvPr>
                <p14:cNvContentPartPr/>
                <p14:nvPr/>
              </p14:nvContentPartPr>
              <p14:xfrm>
                <a:off x="6522274" y="2715462"/>
                <a:ext cx="62280" cy="114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19CAE1A-3649-F384-9BF5-F45E03BB8A9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513274" y="2706462"/>
                  <a:ext cx="79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BCEB493-C638-438D-BD2F-6A501F23C395}"/>
                    </a:ext>
                  </a:extLst>
                </p14:cNvPr>
                <p14:cNvContentPartPr/>
                <p14:nvPr/>
              </p14:nvContentPartPr>
              <p14:xfrm>
                <a:off x="5475754" y="3309462"/>
                <a:ext cx="610920" cy="9892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BCEB493-C638-438D-BD2F-6A501F23C39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466754" y="3300462"/>
                  <a:ext cx="62856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1609C54-67D7-6D8B-748A-0E0D54761893}"/>
                    </a:ext>
                  </a:extLst>
                </p14:cNvPr>
                <p14:cNvContentPartPr/>
                <p14:nvPr/>
              </p14:nvContentPartPr>
              <p14:xfrm>
                <a:off x="5999194" y="3279582"/>
                <a:ext cx="111960" cy="181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1609C54-67D7-6D8B-748A-0E0D5476189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990223" y="3270582"/>
                  <a:ext cx="129543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FBBB6B9-5636-C65F-8B50-5DDC9788CE76}"/>
                    </a:ext>
                  </a:extLst>
                </p14:cNvPr>
                <p14:cNvContentPartPr/>
                <p14:nvPr/>
              </p14:nvContentPartPr>
              <p14:xfrm>
                <a:off x="6067594" y="3284262"/>
                <a:ext cx="34200" cy="316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FBBB6B9-5636-C65F-8B50-5DDC9788CE7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058594" y="3275363"/>
                  <a:ext cx="51840" cy="49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D68EDC5-2189-2D19-4F10-FF7726CCD24D}"/>
                    </a:ext>
                  </a:extLst>
                </p14:cNvPr>
                <p14:cNvContentPartPr/>
                <p14:nvPr/>
              </p14:nvContentPartPr>
              <p14:xfrm>
                <a:off x="6021514" y="3289302"/>
                <a:ext cx="61920" cy="752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D68EDC5-2189-2D19-4F10-FF7726CCD24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012461" y="3280302"/>
                  <a:ext cx="79663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EF9B038-AF18-E762-70F5-E02CFD0E6CE8}"/>
                    </a:ext>
                  </a:extLst>
                </p14:cNvPr>
                <p14:cNvContentPartPr/>
                <p14:nvPr/>
              </p14:nvContentPartPr>
              <p14:xfrm>
                <a:off x="5897674" y="3306942"/>
                <a:ext cx="151560" cy="165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EF9B038-AF18-E762-70F5-E02CFD0E6CE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888674" y="3297942"/>
                  <a:ext cx="169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F0BA330-5B21-73D7-5124-5497B1B52907}"/>
                    </a:ext>
                  </a:extLst>
                </p14:cNvPr>
                <p14:cNvContentPartPr/>
                <p14:nvPr/>
              </p14:nvContentPartPr>
              <p14:xfrm>
                <a:off x="5732074" y="3531222"/>
                <a:ext cx="99000" cy="972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F0BA330-5B21-73D7-5124-5497B1B5290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723074" y="3522189"/>
                  <a:ext cx="116640" cy="114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BAFF7B-8C8C-CAB0-5D27-9C8C76531854}"/>
                    </a:ext>
                  </a:extLst>
                </p14:cNvPr>
                <p14:cNvContentPartPr/>
                <p14:nvPr/>
              </p14:nvContentPartPr>
              <p14:xfrm>
                <a:off x="5658634" y="3677742"/>
                <a:ext cx="26640" cy="406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BAFF7B-8C8C-CAB0-5D27-9C8C7653185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649634" y="3668821"/>
                  <a:ext cx="44280" cy="58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093C796-C6BD-DA28-BD36-FF9D7393948F}"/>
                    </a:ext>
                  </a:extLst>
                </p14:cNvPr>
                <p14:cNvContentPartPr/>
                <p14:nvPr/>
              </p14:nvContentPartPr>
              <p14:xfrm>
                <a:off x="6049234" y="3307302"/>
                <a:ext cx="14400" cy="10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093C796-C6BD-DA28-BD36-FF9D7393948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040234" y="3298302"/>
                  <a:ext cx="3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9A2681C-7E0F-36FF-C59A-9D69F8FF01C0}"/>
                    </a:ext>
                  </a:extLst>
                </p14:cNvPr>
                <p14:cNvContentPartPr/>
                <p14:nvPr/>
              </p14:nvContentPartPr>
              <p14:xfrm>
                <a:off x="5862394" y="3237822"/>
                <a:ext cx="202320" cy="204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9A2681C-7E0F-36FF-C59A-9D69F8FF01C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53394" y="3228822"/>
                  <a:ext cx="219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A23C62F-3C7E-B3EC-88F5-9EAF6C399374}"/>
                    </a:ext>
                  </a:extLst>
                </p14:cNvPr>
                <p14:cNvContentPartPr/>
                <p14:nvPr/>
              </p14:nvContentPartPr>
              <p14:xfrm>
                <a:off x="5595994" y="3517182"/>
                <a:ext cx="150840" cy="138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A23C62F-3C7E-B3EC-88F5-9EAF6C39937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586994" y="3508182"/>
                  <a:ext cx="1684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9247AF4-5150-F908-F6B0-40CD168CED9D}"/>
                    </a:ext>
                  </a:extLst>
                </p14:cNvPr>
                <p14:cNvContentPartPr/>
                <p14:nvPr/>
              </p14:nvContentPartPr>
              <p14:xfrm>
                <a:off x="5388994" y="3704742"/>
                <a:ext cx="133920" cy="119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9247AF4-5150-F908-F6B0-40CD168CED9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379994" y="3695742"/>
                  <a:ext cx="151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70F7B85-8CBC-030E-09E3-FCDA41B40142}"/>
                    </a:ext>
                  </a:extLst>
                </p14:cNvPr>
                <p14:cNvContentPartPr/>
                <p14:nvPr/>
              </p14:nvContentPartPr>
              <p14:xfrm>
                <a:off x="5098834" y="3933702"/>
                <a:ext cx="190080" cy="155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70F7B85-8CBC-030E-09E3-FCDA41B4014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089851" y="3924702"/>
                  <a:ext cx="2076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39B8F51-547C-29A1-4F0D-53B3365EA001}"/>
                    </a:ext>
                  </a:extLst>
                </p14:cNvPr>
                <p14:cNvContentPartPr/>
                <p14:nvPr/>
              </p14:nvContentPartPr>
              <p14:xfrm>
                <a:off x="6062914" y="3251502"/>
                <a:ext cx="51120" cy="424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39B8F51-547C-29A1-4F0D-53B3365EA00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053914" y="3242502"/>
                  <a:ext cx="68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A2FF91E-F3D2-D658-462B-77511CA0BDBE}"/>
                    </a:ext>
                  </a:extLst>
                </p14:cNvPr>
                <p14:cNvContentPartPr/>
                <p14:nvPr/>
              </p14:nvContentPartPr>
              <p14:xfrm>
                <a:off x="6184594" y="3092742"/>
                <a:ext cx="80640" cy="85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A2FF91E-F3D2-D658-462B-77511CA0BDB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175594" y="3083742"/>
                  <a:ext cx="98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8D2EE93-6D2D-0A3D-0E45-072976B01EFD}"/>
                    </a:ext>
                  </a:extLst>
                </p14:cNvPr>
                <p14:cNvContentPartPr/>
                <p14:nvPr/>
              </p14:nvContentPartPr>
              <p14:xfrm>
                <a:off x="6349834" y="2608182"/>
                <a:ext cx="367200" cy="4161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8D2EE93-6D2D-0A3D-0E45-072976B01EF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340834" y="2599182"/>
                  <a:ext cx="384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B55BECD-E9D1-69F0-B1B2-1A0AF2AB8040}"/>
                    </a:ext>
                  </a:extLst>
                </p14:cNvPr>
                <p14:cNvContentPartPr/>
                <p14:nvPr/>
              </p14:nvContentPartPr>
              <p14:xfrm>
                <a:off x="6814954" y="5494302"/>
                <a:ext cx="168120" cy="147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B55BECD-E9D1-69F0-B1B2-1A0AF2AB804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805935" y="5485302"/>
                  <a:ext cx="185798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533C05A-013D-5967-431E-4CAECC0C2AFD}"/>
                    </a:ext>
                  </a:extLst>
                </p14:cNvPr>
                <p14:cNvContentPartPr/>
                <p14:nvPr/>
              </p14:nvContentPartPr>
              <p14:xfrm>
                <a:off x="7008274" y="5527782"/>
                <a:ext cx="66960" cy="36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533C05A-013D-5967-431E-4CAECC0C2AF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999274" y="5517782"/>
                  <a:ext cx="84600" cy="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D4C7320-5B86-699B-1624-0F5F7D6716D2}"/>
                    </a:ext>
                  </a:extLst>
                </p14:cNvPr>
                <p14:cNvContentPartPr/>
                <p14:nvPr/>
              </p14:nvContentPartPr>
              <p14:xfrm>
                <a:off x="7023754" y="5574582"/>
                <a:ext cx="83520" cy="212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D4C7320-5B86-699B-1624-0F5F7D6716D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14715" y="5565732"/>
                  <a:ext cx="101236" cy="38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FEA4C21-D66A-4A40-24A0-77F1708EC1B3}"/>
                    </a:ext>
                  </a:extLst>
                </p14:cNvPr>
                <p14:cNvContentPartPr/>
                <p14:nvPr/>
              </p14:nvContentPartPr>
              <p14:xfrm>
                <a:off x="7207714" y="5443542"/>
                <a:ext cx="112680" cy="189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FEA4C21-D66A-4A40-24A0-77F1708EC1B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198743" y="5434559"/>
                  <a:ext cx="130264" cy="2069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F6EEE6C-283D-D35A-A1B8-EFE3424D3AF8}"/>
                    </a:ext>
                  </a:extLst>
                </p14:cNvPr>
                <p14:cNvContentPartPr/>
                <p14:nvPr/>
              </p14:nvContentPartPr>
              <p14:xfrm>
                <a:off x="5431474" y="4690782"/>
                <a:ext cx="153000" cy="2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F6EEE6C-283D-D35A-A1B8-EFE3424D3AF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422474" y="4681782"/>
                  <a:ext cx="170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CF2BF6F-A689-05D4-9A7B-99C8394B9CA3}"/>
                    </a:ext>
                  </a:extLst>
                </p14:cNvPr>
                <p14:cNvContentPartPr/>
                <p14:nvPr/>
              </p14:nvContentPartPr>
              <p14:xfrm>
                <a:off x="5437954" y="5036022"/>
                <a:ext cx="78120" cy="8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CF2BF6F-A689-05D4-9A7B-99C8394B9CA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428954" y="5027397"/>
                  <a:ext cx="95760" cy="25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C3E4D05-8D37-1772-E53A-7EF1820BE376}"/>
                    </a:ext>
                  </a:extLst>
                </p14:cNvPr>
                <p14:cNvContentPartPr/>
                <p14:nvPr/>
              </p14:nvContentPartPr>
              <p14:xfrm>
                <a:off x="5462434" y="5358222"/>
                <a:ext cx="87480" cy="14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C3E4D05-8D37-1772-E53A-7EF1820BE37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453471" y="5349222"/>
                  <a:ext cx="105048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A880FA7-1EE1-A885-29E7-5A22E53A9974}"/>
                    </a:ext>
                  </a:extLst>
                </p14:cNvPr>
                <p14:cNvContentPartPr/>
                <p14:nvPr/>
              </p14:nvContentPartPr>
              <p14:xfrm>
                <a:off x="5455954" y="5749542"/>
                <a:ext cx="118440" cy="2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A880FA7-1EE1-A885-29E7-5A22E53A997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446954" y="5740671"/>
                  <a:ext cx="136080" cy="42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74798BA-E965-FEA8-23E0-1E6929F33AD5}"/>
                    </a:ext>
                  </a:extLst>
                </p14:cNvPr>
                <p14:cNvContentPartPr/>
                <p14:nvPr/>
              </p14:nvContentPartPr>
              <p14:xfrm>
                <a:off x="3759994" y="5856102"/>
                <a:ext cx="46800" cy="6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74798BA-E965-FEA8-23E0-1E6929F33AD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750994" y="5846573"/>
                  <a:ext cx="64440" cy="251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3EAAF9D-DB2E-903B-B49E-69D16F24D5C3}"/>
                    </a:ext>
                  </a:extLst>
                </p14:cNvPr>
                <p14:cNvContentPartPr/>
                <p14:nvPr/>
              </p14:nvContentPartPr>
              <p14:xfrm>
                <a:off x="4365154" y="5838462"/>
                <a:ext cx="223920" cy="43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3EAAF9D-DB2E-903B-B49E-69D16F24D5C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356154" y="5829462"/>
                  <a:ext cx="241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396C793-0073-463A-3ADF-A922492C24E7}"/>
                    </a:ext>
                  </a:extLst>
                </p14:cNvPr>
                <p14:cNvContentPartPr/>
                <p14:nvPr/>
              </p14:nvContentPartPr>
              <p14:xfrm>
                <a:off x="4863754" y="5823702"/>
                <a:ext cx="435240" cy="42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396C793-0073-463A-3ADF-A922492C24E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854754" y="5814702"/>
                  <a:ext cx="452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7C43F50-7910-884E-AB88-05717DA5169B}"/>
                    </a:ext>
                  </a:extLst>
                </p14:cNvPr>
                <p14:cNvContentPartPr/>
                <p14:nvPr/>
              </p14:nvContentPartPr>
              <p14:xfrm>
                <a:off x="5440474" y="5770782"/>
                <a:ext cx="131400" cy="50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7C43F50-7910-884E-AB88-05717DA5169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431474" y="5761782"/>
                  <a:ext cx="149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F736FE6-E102-8A85-9A1B-D356CBEA8763}"/>
                    </a:ext>
                  </a:extLst>
                </p14:cNvPr>
                <p14:cNvContentPartPr/>
                <p14:nvPr/>
              </p14:nvContentPartPr>
              <p14:xfrm>
                <a:off x="3588994" y="4294422"/>
                <a:ext cx="1846440" cy="1656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F736FE6-E102-8A85-9A1B-D356CBEA876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579994" y="4285422"/>
                  <a:ext cx="1864080" cy="16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2986686-7C41-873C-CCA3-FD310114674C}"/>
                    </a:ext>
                  </a:extLst>
                </p14:cNvPr>
                <p14:cNvContentPartPr/>
                <p14:nvPr/>
              </p14:nvContentPartPr>
              <p14:xfrm>
                <a:off x="3606274" y="5822262"/>
                <a:ext cx="54720" cy="125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2986686-7C41-873C-CCA3-FD310114674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597274" y="5813262"/>
                  <a:ext cx="72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496AA56-7FFC-5071-E7A0-89B12FEBB11F}"/>
                    </a:ext>
                  </a:extLst>
                </p14:cNvPr>
                <p14:cNvContentPartPr/>
                <p14:nvPr/>
              </p14:nvContentPartPr>
              <p14:xfrm>
                <a:off x="4853314" y="4248342"/>
                <a:ext cx="15480" cy="132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496AA56-7FFC-5071-E7A0-89B12FEBB11F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844519" y="4239342"/>
                  <a:ext cx="32719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4828F6A-E0D7-F8A2-3CFC-1BAA3FD99A8E}"/>
                    </a:ext>
                  </a:extLst>
                </p14:cNvPr>
                <p14:cNvContentPartPr/>
                <p14:nvPr/>
              </p14:nvContentPartPr>
              <p14:xfrm>
                <a:off x="4375594" y="4250862"/>
                <a:ext cx="18000" cy="1281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4828F6A-E0D7-F8A2-3CFC-1BAA3FD99A8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366594" y="4241862"/>
                  <a:ext cx="35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725EFB2-A3A1-68C4-8CB3-8325911C641E}"/>
                    </a:ext>
                  </a:extLst>
                </p14:cNvPr>
                <p14:cNvContentPartPr/>
                <p14:nvPr/>
              </p14:nvContentPartPr>
              <p14:xfrm>
                <a:off x="3965194" y="4268142"/>
                <a:ext cx="27360" cy="109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725EFB2-A3A1-68C4-8CB3-8325911C641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956194" y="4259171"/>
                  <a:ext cx="45000" cy="1273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332771A-0082-C49E-A515-EE5CC785A6D0}"/>
                    </a:ext>
                  </a:extLst>
                </p14:cNvPr>
                <p14:cNvContentPartPr/>
                <p14:nvPr/>
              </p14:nvContentPartPr>
              <p14:xfrm>
                <a:off x="3583954" y="4300902"/>
                <a:ext cx="26280" cy="154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332771A-0082-C49E-A515-EE5CC785A6D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574954" y="4291902"/>
                  <a:ext cx="43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BA51A43-BF46-202B-9988-A9C05A72D9EC}"/>
                    </a:ext>
                  </a:extLst>
                </p14:cNvPr>
                <p14:cNvContentPartPr/>
                <p14:nvPr/>
              </p14:nvContentPartPr>
              <p14:xfrm>
                <a:off x="3608794" y="4695462"/>
                <a:ext cx="2880" cy="266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BA51A43-BF46-202B-9988-A9C05A72D9E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599794" y="4686462"/>
                  <a:ext cx="20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DA18CC1-45CD-1DBB-3A72-E58E189BDB90}"/>
                    </a:ext>
                  </a:extLst>
                </p14:cNvPr>
                <p14:cNvContentPartPr/>
                <p14:nvPr/>
              </p14:nvContentPartPr>
              <p14:xfrm>
                <a:off x="3627874" y="5161662"/>
                <a:ext cx="5760" cy="1130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DA18CC1-45CD-1DBB-3A72-E58E189BDB9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619403" y="5152662"/>
                  <a:ext cx="22362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3E2587-89FC-5968-F388-13CCBFAF887D}"/>
                    </a:ext>
                  </a:extLst>
                </p14:cNvPr>
                <p14:cNvContentPartPr/>
                <p14:nvPr/>
              </p14:nvContentPartPr>
              <p14:xfrm>
                <a:off x="3593314" y="5524182"/>
                <a:ext cx="59040" cy="181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3E2587-89FC-5968-F388-13CCBFAF887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584314" y="5515182"/>
                  <a:ext cx="76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0F1B75F-1BF0-EBC7-6712-BD14F650B0F0}"/>
                    </a:ext>
                  </a:extLst>
                </p14:cNvPr>
                <p14:cNvContentPartPr/>
                <p14:nvPr/>
              </p14:nvContentPartPr>
              <p14:xfrm>
                <a:off x="4875994" y="4182822"/>
                <a:ext cx="141120" cy="114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0F1B75F-1BF0-EBC7-6712-BD14F650B0F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867017" y="4173822"/>
                  <a:ext cx="158715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58330F4-56A0-A0E5-F919-970513970700}"/>
                    </a:ext>
                  </a:extLst>
                </p14:cNvPr>
                <p14:cNvContentPartPr/>
                <p14:nvPr/>
              </p14:nvContentPartPr>
              <p14:xfrm>
                <a:off x="4770514" y="4352022"/>
                <a:ext cx="56880" cy="42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58330F4-56A0-A0E5-F919-97051397070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761457" y="4343098"/>
                  <a:ext cx="74632" cy="59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C294A35-C2F6-DAB4-384C-2256713B0BC6}"/>
                    </a:ext>
                  </a:extLst>
                </p14:cNvPr>
                <p14:cNvContentPartPr/>
                <p14:nvPr/>
              </p14:nvContentPartPr>
              <p14:xfrm>
                <a:off x="4636954" y="4430862"/>
                <a:ext cx="87480" cy="52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C294A35-C2F6-DAB4-384C-2256713B0BC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627917" y="4421800"/>
                  <a:ext cx="105193" cy="70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2E9DBB1-3C02-86E4-C063-CAE9E65A0F0F}"/>
                    </a:ext>
                  </a:extLst>
                </p14:cNvPr>
                <p14:cNvContentPartPr/>
                <p14:nvPr/>
              </p14:nvContentPartPr>
              <p14:xfrm>
                <a:off x="4493674" y="4539222"/>
                <a:ext cx="102600" cy="78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2E9DBB1-3C02-86E4-C063-CAE9E65A0F0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484674" y="4530222"/>
                  <a:ext cx="120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AF6BB26-AF72-6994-DB93-70920A2E1959}"/>
                    </a:ext>
                  </a:extLst>
                </p14:cNvPr>
                <p14:cNvContentPartPr/>
                <p14:nvPr/>
              </p14:nvContentPartPr>
              <p14:xfrm>
                <a:off x="4241314" y="4667382"/>
                <a:ext cx="189720" cy="161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AF6BB26-AF72-6994-DB93-70920A2E195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232297" y="4658402"/>
                  <a:ext cx="207394" cy="178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C72A0D2-2CB4-394B-8EAE-7B3B1DAF19A0}"/>
                    </a:ext>
                  </a:extLst>
                </p14:cNvPr>
                <p14:cNvContentPartPr/>
                <p14:nvPr/>
              </p14:nvContentPartPr>
              <p14:xfrm>
                <a:off x="4014154" y="4899582"/>
                <a:ext cx="146880" cy="150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C72A0D2-2CB4-394B-8EAE-7B3B1DAF19A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005132" y="4890582"/>
                  <a:ext cx="164563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8D76156-04BD-BC4A-9020-1D30D5F773F1}"/>
                    </a:ext>
                  </a:extLst>
                </p14:cNvPr>
                <p14:cNvContentPartPr/>
                <p14:nvPr/>
              </p14:nvContentPartPr>
              <p14:xfrm>
                <a:off x="3620314" y="5110902"/>
                <a:ext cx="340200" cy="316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8D76156-04BD-BC4A-9020-1D30D5F773F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611314" y="5101902"/>
                  <a:ext cx="357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8BD9C92-DCB8-1FBD-160A-C706832FBA58}"/>
                    </a:ext>
                  </a:extLst>
                </p14:cNvPr>
                <p14:cNvContentPartPr/>
                <p14:nvPr/>
              </p14:nvContentPartPr>
              <p14:xfrm>
                <a:off x="3396754" y="5493942"/>
                <a:ext cx="140040" cy="131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8BD9C92-DCB8-1FBD-160A-C706832FBA5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387754" y="5484942"/>
                  <a:ext cx="157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3E72E87-0D26-D23A-BC8B-2DD5C99E9AA7}"/>
                    </a:ext>
                  </a:extLst>
                </p14:cNvPr>
                <p14:cNvContentPartPr/>
                <p14:nvPr/>
              </p14:nvContentPartPr>
              <p14:xfrm>
                <a:off x="3638674" y="5903982"/>
                <a:ext cx="2160" cy="72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3E72E87-0D26-D23A-BC8B-2DD5C99E9AA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629674" y="5894982"/>
                  <a:ext cx="19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B4E5039-1910-F59D-252D-89696B21A66E}"/>
                    </a:ext>
                  </a:extLst>
                </p14:cNvPr>
                <p14:cNvContentPartPr/>
                <p14:nvPr/>
              </p14:nvContentPartPr>
              <p14:xfrm>
                <a:off x="3615994" y="5922702"/>
                <a:ext cx="18720" cy="187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B4E5039-1910-F59D-252D-89696B21A66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606994" y="5913702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898A407-E64A-5E03-8C72-2267C889FCB2}"/>
                    </a:ext>
                  </a:extLst>
                </p14:cNvPr>
                <p14:cNvContentPartPr/>
                <p14:nvPr/>
              </p14:nvContentPartPr>
              <p14:xfrm>
                <a:off x="4108114" y="4874382"/>
                <a:ext cx="80640" cy="100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898A407-E64A-5E03-8C72-2267C889FCB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099114" y="4865414"/>
                  <a:ext cx="98280" cy="11801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DC4ED473-3958-CA07-387B-2DEBEC2F1F45}"/>
                  </a:ext>
                </a:extLst>
              </p14:cNvPr>
              <p14:cNvContentPartPr/>
              <p14:nvPr/>
            </p14:nvContentPartPr>
            <p14:xfrm>
              <a:off x="6067234" y="3208302"/>
              <a:ext cx="69840" cy="13320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DC4ED473-3958-CA07-387B-2DEBEC2F1F45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6049234" y="3190302"/>
                <a:ext cx="1054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589BFB21-67A8-4AD0-966A-7E065615047D}"/>
                  </a:ext>
                </a:extLst>
              </p14:cNvPr>
              <p14:cNvContentPartPr/>
              <p14:nvPr/>
            </p14:nvContentPartPr>
            <p14:xfrm>
              <a:off x="4127554" y="4854582"/>
              <a:ext cx="55440" cy="1036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589BFB21-67A8-4AD0-966A-7E065615047D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4109554" y="4836582"/>
                <a:ext cx="9108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F24161AD-73EA-6732-7FF5-0764D2F89628}"/>
              </a:ext>
            </a:extLst>
          </p:cNvPr>
          <p:cNvGrpSpPr/>
          <p:nvPr/>
        </p:nvGrpSpPr>
        <p:grpSpPr>
          <a:xfrm>
            <a:off x="6812794" y="5684022"/>
            <a:ext cx="654120" cy="289800"/>
            <a:chOff x="6812794" y="5684022"/>
            <a:chExt cx="65412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E686E88-6AF5-016E-3978-B3DE22FBD6B0}"/>
                    </a:ext>
                  </a:extLst>
                </p14:cNvPr>
                <p14:cNvContentPartPr/>
                <p14:nvPr/>
              </p14:nvContentPartPr>
              <p14:xfrm>
                <a:off x="6812794" y="5793462"/>
                <a:ext cx="153000" cy="1328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E686E88-6AF5-016E-3978-B3DE22FBD6B0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794836" y="5775462"/>
                  <a:ext cx="188556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11FA383-8393-9986-9171-8420980B949D}"/>
                    </a:ext>
                  </a:extLst>
                </p14:cNvPr>
                <p14:cNvContentPartPr/>
                <p14:nvPr/>
              </p14:nvContentPartPr>
              <p14:xfrm>
                <a:off x="7026274" y="5848542"/>
                <a:ext cx="64800" cy="11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11FA383-8393-9986-9171-8420980B949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008274" y="5830542"/>
                  <a:ext cx="100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1E658A1-719A-3A2B-2BF8-5EFE365C26AD}"/>
                    </a:ext>
                  </a:extLst>
                </p14:cNvPr>
                <p14:cNvContentPartPr/>
                <p14:nvPr/>
              </p14:nvContentPartPr>
              <p14:xfrm>
                <a:off x="7055794" y="5864022"/>
                <a:ext cx="90720" cy="29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1E658A1-719A-3A2B-2BF8-5EFE365C26A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037865" y="5846022"/>
                  <a:ext cx="126219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6829AFC-377F-A530-8D61-B86A1E1C79D2}"/>
                    </a:ext>
                  </a:extLst>
                </p14:cNvPr>
                <p14:cNvContentPartPr/>
                <p14:nvPr/>
              </p14:nvContentPartPr>
              <p14:xfrm>
                <a:off x="7246594" y="5778342"/>
                <a:ext cx="81360" cy="129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6829AFC-377F-A530-8D61-B86A1E1C79D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228594" y="5760342"/>
                  <a:ext cx="117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08DAC91-6F82-F7A5-3F16-B8B7D1326DD5}"/>
                    </a:ext>
                  </a:extLst>
                </p14:cNvPr>
                <p14:cNvContentPartPr/>
                <p14:nvPr/>
              </p14:nvContentPartPr>
              <p14:xfrm>
                <a:off x="7361794" y="5881302"/>
                <a:ext cx="29520" cy="925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08DAC91-6F82-F7A5-3F16-B8B7D1326DD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344011" y="5863302"/>
                  <a:ext cx="64731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90A9973-F6D1-3076-DEBC-147987B8B461}"/>
                    </a:ext>
                  </a:extLst>
                </p14:cNvPr>
                <p14:cNvContentPartPr/>
                <p14:nvPr/>
              </p14:nvContentPartPr>
              <p14:xfrm>
                <a:off x="7401394" y="5775822"/>
                <a:ext cx="65520" cy="123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90A9973-F6D1-3076-DEBC-147987B8B46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383394" y="5757822"/>
                  <a:ext cx="101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DEB8CAF-3DB5-D470-4F5D-F39A94496742}"/>
                    </a:ext>
                  </a:extLst>
                </p14:cNvPr>
                <p14:cNvContentPartPr/>
                <p14:nvPr/>
              </p14:nvContentPartPr>
              <p14:xfrm>
                <a:off x="7386994" y="5684022"/>
                <a:ext cx="70920" cy="651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DEB8CAF-3DB5-D470-4F5D-F39A9449674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368994" y="5666121"/>
                  <a:ext cx="106560" cy="10060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7B7DC971-2ED9-5911-1BC0-E0781F9016BC}"/>
                  </a:ext>
                </a:extLst>
              </p14:cNvPr>
              <p14:cNvContentPartPr/>
              <p14:nvPr/>
            </p14:nvContentPartPr>
            <p14:xfrm>
              <a:off x="4465954" y="5097582"/>
              <a:ext cx="34560" cy="720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7B7DC971-2ED9-5911-1BC0-E0781F9016BC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4448140" y="5079582"/>
                <a:ext cx="69833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Group 324">
            <a:extLst>
              <a:ext uri="{FF2B5EF4-FFF2-40B4-BE49-F238E27FC236}">
                <a16:creationId xmlns:a16="http://schemas.microsoft.com/office/drawing/2014/main" id="{63873798-1E4B-A5F2-73B7-84AD110E7335}"/>
              </a:ext>
            </a:extLst>
          </p:cNvPr>
          <p:cNvGrpSpPr/>
          <p:nvPr/>
        </p:nvGrpSpPr>
        <p:grpSpPr>
          <a:xfrm>
            <a:off x="3636154" y="3540222"/>
            <a:ext cx="1849320" cy="1433880"/>
            <a:chOff x="3636154" y="3540222"/>
            <a:chExt cx="1849320" cy="14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7787B10-E304-0E6B-A334-EF4786EC3AA5}"/>
                    </a:ext>
                  </a:extLst>
                </p14:cNvPr>
                <p14:cNvContentPartPr/>
                <p14:nvPr/>
              </p14:nvContentPartPr>
              <p14:xfrm>
                <a:off x="5217634" y="4286862"/>
                <a:ext cx="244800" cy="97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7787B10-E304-0E6B-A334-EF4786EC3AA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199634" y="4268862"/>
                  <a:ext cx="280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05B78B1-D969-57BB-6FBD-539FD024A4AD}"/>
                    </a:ext>
                  </a:extLst>
                </p14:cNvPr>
                <p14:cNvContentPartPr/>
                <p14:nvPr/>
              </p14:nvContentPartPr>
              <p14:xfrm>
                <a:off x="5008114" y="4389822"/>
                <a:ext cx="204840" cy="95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05B78B1-D969-57BB-6FBD-539FD024A4A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990114" y="4371822"/>
                  <a:ext cx="24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1B82646-1100-E5CE-0BD7-965EA0A68004}"/>
                    </a:ext>
                  </a:extLst>
                </p14:cNvPr>
                <p14:cNvContentPartPr/>
                <p14:nvPr/>
              </p14:nvContentPartPr>
              <p14:xfrm>
                <a:off x="4806154" y="4520862"/>
                <a:ext cx="137520" cy="79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1B82646-1100-E5CE-0BD7-965EA0A6800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788154" y="4502862"/>
                  <a:ext cx="173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0A49504-21AE-E092-8D31-8B16F3FDAF4E}"/>
                    </a:ext>
                  </a:extLst>
                </p14:cNvPr>
                <p14:cNvContentPartPr/>
                <p14:nvPr/>
              </p14:nvContentPartPr>
              <p14:xfrm>
                <a:off x="4581514" y="4666662"/>
                <a:ext cx="131760" cy="58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0A49504-21AE-E092-8D31-8B16F3FDAF4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563563" y="4648551"/>
                  <a:ext cx="167303" cy="94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B5D2D5B-4E67-2F5A-9D6B-0C7791817E77}"/>
                    </a:ext>
                  </a:extLst>
                </p14:cNvPr>
                <p14:cNvContentPartPr/>
                <p14:nvPr/>
              </p14:nvContentPartPr>
              <p14:xfrm>
                <a:off x="4398274" y="4751262"/>
                <a:ext cx="129600" cy="62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B5D2D5B-4E67-2F5A-9D6B-0C7791817E7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380274" y="4733262"/>
                  <a:ext cx="165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2FE532B-9F8C-BA07-72F0-D2C91710E000}"/>
                    </a:ext>
                  </a:extLst>
                </p14:cNvPr>
                <p14:cNvContentPartPr/>
                <p14:nvPr/>
              </p14:nvContentPartPr>
              <p14:xfrm>
                <a:off x="4081114" y="4880502"/>
                <a:ext cx="191520" cy="93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2FE532B-9F8C-BA07-72F0-D2C91710E00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063114" y="4862502"/>
                  <a:ext cx="227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2C507BB-15D3-ACE3-73F2-7DF14D2386CA}"/>
                    </a:ext>
                  </a:extLst>
                </p14:cNvPr>
                <p14:cNvContentPartPr/>
                <p14:nvPr/>
              </p14:nvContentPartPr>
              <p14:xfrm>
                <a:off x="4136554" y="4875102"/>
                <a:ext cx="23400" cy="71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2C507BB-15D3-ACE3-73F2-7DF14D2386C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118554" y="4857102"/>
                  <a:ext cx="59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272D689-4971-1C8A-606F-BED1275E356D}"/>
                    </a:ext>
                  </a:extLst>
                </p14:cNvPr>
                <p14:cNvContentPartPr/>
                <p14:nvPr/>
              </p14:nvContentPartPr>
              <p14:xfrm>
                <a:off x="3857194" y="4658022"/>
                <a:ext cx="141480" cy="198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272D689-4971-1C8A-606F-BED1275E356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839148" y="4640022"/>
                  <a:ext cx="177211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377C065-0085-5DF5-EFB3-ED982244CBEA}"/>
                    </a:ext>
                  </a:extLst>
                </p14:cNvPr>
                <p14:cNvContentPartPr/>
                <p14:nvPr/>
              </p14:nvContentPartPr>
              <p14:xfrm>
                <a:off x="3908314" y="4739022"/>
                <a:ext cx="78840" cy="727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377C065-0085-5DF5-EFB3-ED982244CBE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890314" y="4721022"/>
                  <a:ext cx="114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8D15E4C-35E1-C6EB-FF77-7F833E397812}"/>
                    </a:ext>
                  </a:extLst>
                </p14:cNvPr>
                <p14:cNvContentPartPr/>
                <p14:nvPr/>
              </p14:nvContentPartPr>
              <p14:xfrm>
                <a:off x="3980674" y="4512582"/>
                <a:ext cx="38880" cy="144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8D15E4C-35E1-C6EB-FF77-7F833E39781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962674" y="4494582"/>
                  <a:ext cx="74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7CAD6C4-C27C-8771-685E-3555E70311D7}"/>
                    </a:ext>
                  </a:extLst>
                </p14:cNvPr>
                <p14:cNvContentPartPr/>
                <p14:nvPr/>
              </p14:nvContentPartPr>
              <p14:xfrm>
                <a:off x="4046194" y="4519422"/>
                <a:ext cx="104400" cy="601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7CAD6C4-C27C-8771-685E-3555E70311D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4028194" y="4501422"/>
                  <a:ext cx="140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842F38A-1B53-4DAD-04BC-CF48A7383C26}"/>
                    </a:ext>
                  </a:extLst>
                </p14:cNvPr>
                <p14:cNvContentPartPr/>
                <p14:nvPr/>
              </p14:nvContentPartPr>
              <p14:xfrm>
                <a:off x="4139794" y="4430862"/>
                <a:ext cx="47520" cy="132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842F38A-1B53-4DAD-04BC-CF48A7383C2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4121794" y="4412862"/>
                  <a:ext cx="83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5ADDAD5-999F-D166-2995-1AA345CB1A43}"/>
                    </a:ext>
                  </a:extLst>
                </p14:cNvPr>
                <p14:cNvContentPartPr/>
                <p14:nvPr/>
              </p14:nvContentPartPr>
              <p14:xfrm>
                <a:off x="3636154" y="4440222"/>
                <a:ext cx="116280" cy="1900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5ADDAD5-999F-D166-2995-1AA345CB1A4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618210" y="4422222"/>
                  <a:ext cx="15181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65CF7B5-104D-A387-BFFB-04B31B4FCED1}"/>
                    </a:ext>
                  </a:extLst>
                </p14:cNvPr>
                <p14:cNvContentPartPr/>
                <p14:nvPr/>
              </p14:nvContentPartPr>
              <p14:xfrm>
                <a:off x="3774034" y="4457862"/>
                <a:ext cx="45720" cy="360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65CF7B5-104D-A387-BFFB-04B31B4FCED1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756034" y="4439680"/>
                  <a:ext cx="81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8F1D04B-38F9-1649-3FC3-96EC0EE74E18}"/>
                    </a:ext>
                  </a:extLst>
                </p14:cNvPr>
                <p14:cNvContentPartPr/>
                <p14:nvPr/>
              </p14:nvContentPartPr>
              <p14:xfrm>
                <a:off x="3804274" y="4499982"/>
                <a:ext cx="23400" cy="198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8F1D04B-38F9-1649-3FC3-96EC0EE74E1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786547" y="4481982"/>
                  <a:ext cx="585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BD94D26-19A1-FE35-BB6C-8E574FDFEDC3}"/>
                    </a:ext>
                  </a:extLst>
                </p14:cNvPr>
                <p14:cNvContentPartPr/>
                <p14:nvPr/>
              </p14:nvContentPartPr>
              <p14:xfrm>
                <a:off x="3880234" y="4307382"/>
                <a:ext cx="29880" cy="1047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BD94D26-19A1-FE35-BB6C-8E574FDFEDC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862234" y="4289382"/>
                  <a:ext cx="65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1DE6B31-55C7-988E-6868-88CD3164D44D}"/>
                    </a:ext>
                  </a:extLst>
                </p14:cNvPr>
                <p14:cNvContentPartPr/>
                <p14:nvPr/>
              </p14:nvContentPartPr>
              <p14:xfrm>
                <a:off x="5070394" y="4077702"/>
                <a:ext cx="24480" cy="608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1DE6B31-55C7-988E-6868-88CD3164D44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052394" y="4059702"/>
                  <a:ext cx="60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CC1F1EA-9471-3D59-E0CD-FF3EB8E89A34}"/>
                    </a:ext>
                  </a:extLst>
                </p14:cNvPr>
                <p14:cNvContentPartPr/>
                <p14:nvPr/>
              </p14:nvContentPartPr>
              <p14:xfrm>
                <a:off x="5103874" y="4130262"/>
                <a:ext cx="381600" cy="1760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CC1F1EA-9471-3D59-E0CD-FF3EB8E89A3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085874" y="4112299"/>
                  <a:ext cx="417240" cy="2116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FEE9BB2-AEA5-0B7D-2B08-F2A6CE997AE9}"/>
                    </a:ext>
                  </a:extLst>
                </p14:cNvPr>
                <p14:cNvContentPartPr/>
                <p14:nvPr/>
              </p14:nvContentPartPr>
              <p14:xfrm>
                <a:off x="5060674" y="4098222"/>
                <a:ext cx="129240" cy="1310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FEE9BB2-AEA5-0B7D-2B08-F2A6CE997AE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042674" y="4080222"/>
                  <a:ext cx="164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7DAE77D-DFCE-2E90-2250-A24C2C2325A2}"/>
                    </a:ext>
                  </a:extLst>
                </p14:cNvPr>
                <p14:cNvContentPartPr/>
                <p14:nvPr/>
              </p14:nvContentPartPr>
              <p14:xfrm>
                <a:off x="4711474" y="3767742"/>
                <a:ext cx="143280" cy="207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7DAE77D-DFCE-2E90-2250-A24C2C2325A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693474" y="3749742"/>
                  <a:ext cx="178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8988247-E621-5908-A0D6-5CAECDA31CE1}"/>
                    </a:ext>
                  </a:extLst>
                </p14:cNvPr>
                <p14:cNvContentPartPr/>
                <p14:nvPr/>
              </p14:nvContentPartPr>
              <p14:xfrm>
                <a:off x="4883914" y="3751902"/>
                <a:ext cx="54720" cy="345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8988247-E621-5908-A0D6-5CAECDA31CE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865914" y="3733902"/>
                  <a:ext cx="90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35BFF28-E26E-561A-EB7D-5D151F990984}"/>
                    </a:ext>
                  </a:extLst>
                </p14:cNvPr>
                <p14:cNvContentPartPr/>
                <p14:nvPr/>
              </p14:nvContentPartPr>
              <p14:xfrm>
                <a:off x="4890754" y="3768102"/>
                <a:ext cx="74520" cy="694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35BFF28-E26E-561A-EB7D-5D151F990984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872754" y="3750102"/>
                  <a:ext cx="110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EFC43E3-672F-4E84-D84B-3CDC6CE024B1}"/>
                    </a:ext>
                  </a:extLst>
                </p14:cNvPr>
                <p14:cNvContentPartPr/>
                <p14:nvPr/>
              </p14:nvContentPartPr>
              <p14:xfrm>
                <a:off x="5022154" y="3619062"/>
                <a:ext cx="84240" cy="1238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EFC43E3-672F-4E84-D84B-3CDC6CE024B1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004154" y="3601114"/>
                  <a:ext cx="119880" cy="159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AAF851B-EA2A-FAE9-1EBF-904575FBCD4F}"/>
                    </a:ext>
                  </a:extLst>
                </p14:cNvPr>
                <p14:cNvContentPartPr/>
                <p14:nvPr/>
              </p14:nvContentPartPr>
              <p14:xfrm>
                <a:off x="5158954" y="3672702"/>
                <a:ext cx="40320" cy="932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AAF851B-EA2A-FAE9-1EBF-904575FBCD4F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140954" y="3654702"/>
                  <a:ext cx="7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309EE98-F35B-278D-C35A-169DBCF55FA6}"/>
                    </a:ext>
                  </a:extLst>
                </p14:cNvPr>
                <p14:cNvContentPartPr/>
                <p14:nvPr/>
              </p14:nvContentPartPr>
              <p14:xfrm>
                <a:off x="5179834" y="3540222"/>
                <a:ext cx="120960" cy="1036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309EE98-F35B-278D-C35A-169DBCF55FA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161834" y="3522222"/>
                  <a:ext cx="15660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85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78A05734-6040-BA46-9104-A3164FD69DF2}"/>
                  </a:ext>
                </a:extLst>
              </p14:cNvPr>
              <p14:cNvContentPartPr/>
              <p14:nvPr/>
            </p14:nvContentPartPr>
            <p14:xfrm>
              <a:off x="386074" y="1842822"/>
              <a:ext cx="28080" cy="2412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78A05734-6040-BA46-9104-A3164FD69DF2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376957" y="1833822"/>
                <a:ext cx="45949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3" name="Group 362">
            <a:extLst>
              <a:ext uri="{FF2B5EF4-FFF2-40B4-BE49-F238E27FC236}">
                <a16:creationId xmlns:a16="http://schemas.microsoft.com/office/drawing/2014/main" id="{7AE8E69C-F2D8-C77A-0D33-A3E18694C89F}"/>
              </a:ext>
            </a:extLst>
          </p:cNvPr>
          <p:cNvGrpSpPr/>
          <p:nvPr/>
        </p:nvGrpSpPr>
        <p:grpSpPr>
          <a:xfrm>
            <a:off x="6607594" y="5330862"/>
            <a:ext cx="1027080" cy="776520"/>
            <a:chOff x="6607594" y="5330862"/>
            <a:chExt cx="1027080" cy="7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FEFA0DD-AAE0-E835-8035-CDB825133111}"/>
                    </a:ext>
                  </a:extLst>
                </p14:cNvPr>
                <p14:cNvContentPartPr/>
                <p14:nvPr/>
              </p14:nvContentPartPr>
              <p14:xfrm>
                <a:off x="6607594" y="5470902"/>
                <a:ext cx="967680" cy="6364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FEFA0DD-AAE0-E835-8035-CDB825133111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598594" y="5461902"/>
                  <a:ext cx="98532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ACF44D1-9E92-19A5-4781-600908C504C4}"/>
                    </a:ext>
                  </a:extLst>
                </p14:cNvPr>
                <p14:cNvContentPartPr/>
                <p14:nvPr/>
              </p14:nvContentPartPr>
              <p14:xfrm>
                <a:off x="7618474" y="5711742"/>
                <a:ext cx="16200" cy="3088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ACF44D1-9E92-19A5-4781-600908C504C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609269" y="5702731"/>
                  <a:ext cx="34241" cy="3265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1B87F877-73AB-C261-7890-72A268CC76A5}"/>
                    </a:ext>
                  </a:extLst>
                </p14:cNvPr>
                <p14:cNvContentPartPr/>
                <p14:nvPr/>
              </p14:nvContentPartPr>
              <p14:xfrm>
                <a:off x="6630274" y="5330862"/>
                <a:ext cx="955440" cy="5472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1B87F877-73AB-C261-7890-72A268CC76A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621274" y="5321862"/>
                  <a:ext cx="973080" cy="56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8A251EA9-D9F4-0493-2B5F-7C7D9828395A}"/>
              </a:ext>
            </a:extLst>
          </p:cNvPr>
          <p:cNvGrpSpPr/>
          <p:nvPr/>
        </p:nvGrpSpPr>
        <p:grpSpPr>
          <a:xfrm>
            <a:off x="1846234" y="2044422"/>
            <a:ext cx="1916640" cy="750600"/>
            <a:chOff x="1846234" y="2044422"/>
            <a:chExt cx="191664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0DCF6EB-D494-7D7E-EFDE-AF6A082D61E0}"/>
                    </a:ext>
                  </a:extLst>
                </p14:cNvPr>
                <p14:cNvContentPartPr/>
                <p14:nvPr/>
              </p14:nvContentPartPr>
              <p14:xfrm>
                <a:off x="2463274" y="2331342"/>
                <a:ext cx="28080" cy="193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0DCF6EB-D494-7D7E-EFDE-AF6A082D61E0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454274" y="2322342"/>
                  <a:ext cx="457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7E131CF-D8EF-6187-091A-AACBA6625E23}"/>
                    </a:ext>
                  </a:extLst>
                </p14:cNvPr>
                <p14:cNvContentPartPr/>
                <p14:nvPr/>
              </p14:nvContentPartPr>
              <p14:xfrm>
                <a:off x="2395594" y="2341782"/>
                <a:ext cx="105840" cy="1026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7E131CF-D8EF-6187-091A-AACBA6625E2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386594" y="2332782"/>
                  <a:ext cx="123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4BE6729-44C5-27A9-BD7A-6A40474D0EB2}"/>
                    </a:ext>
                  </a:extLst>
                </p14:cNvPr>
                <p14:cNvContentPartPr/>
                <p14:nvPr/>
              </p14:nvContentPartPr>
              <p14:xfrm>
                <a:off x="2286874" y="2636982"/>
                <a:ext cx="111600" cy="36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4BE6729-44C5-27A9-BD7A-6A40474D0EB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277874" y="2627892"/>
                  <a:ext cx="129240" cy="541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2D72D02-05B2-C8EA-7625-96F6095B9E2A}"/>
                    </a:ext>
                  </a:extLst>
                </p14:cNvPr>
                <p14:cNvContentPartPr/>
                <p14:nvPr/>
              </p14:nvContentPartPr>
              <p14:xfrm>
                <a:off x="2414674" y="2589462"/>
                <a:ext cx="113400" cy="1357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2D72D02-05B2-C8EA-7625-96F6095B9E2A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405674" y="2580462"/>
                  <a:ext cx="1310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6121EDB-F810-A615-22E6-BC61570DB5D9}"/>
                    </a:ext>
                  </a:extLst>
                </p14:cNvPr>
                <p14:cNvContentPartPr/>
                <p14:nvPr/>
              </p14:nvContentPartPr>
              <p14:xfrm>
                <a:off x="2559754" y="2693502"/>
                <a:ext cx="24840" cy="101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6121EDB-F810-A615-22E6-BC61570DB5D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550754" y="2684502"/>
                  <a:ext cx="4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B990D29-A0E1-5B55-304B-8388007AB54F}"/>
                    </a:ext>
                  </a:extLst>
                </p14:cNvPr>
                <p14:cNvContentPartPr/>
                <p14:nvPr/>
              </p14:nvContentPartPr>
              <p14:xfrm>
                <a:off x="2602594" y="2495502"/>
                <a:ext cx="103680" cy="186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B990D29-A0E1-5B55-304B-8388007AB54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593594" y="2486502"/>
                  <a:ext cx="121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F2EB19A-3A17-3759-66C4-8F50CB12268A}"/>
                    </a:ext>
                  </a:extLst>
                </p14:cNvPr>
                <p14:cNvContentPartPr/>
                <p14:nvPr/>
              </p14:nvContentPartPr>
              <p14:xfrm>
                <a:off x="2649754" y="2495862"/>
                <a:ext cx="233640" cy="1202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F2EB19A-3A17-3759-66C4-8F50CB12268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640754" y="2486862"/>
                  <a:ext cx="251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9F4EC3-3978-50CE-B852-45E18A570CC8}"/>
                    </a:ext>
                  </a:extLst>
                </p14:cNvPr>
                <p14:cNvContentPartPr/>
                <p14:nvPr/>
              </p14:nvContentPartPr>
              <p14:xfrm>
                <a:off x="2925514" y="2420982"/>
                <a:ext cx="119160" cy="1767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9F4EC3-3978-50CE-B852-45E18A570CC8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916514" y="2411982"/>
                  <a:ext cx="136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145DF9-F74D-EDDB-9DDA-E0E6995D2143}"/>
                    </a:ext>
                  </a:extLst>
                </p14:cNvPr>
                <p14:cNvContentPartPr/>
                <p14:nvPr/>
              </p14:nvContentPartPr>
              <p14:xfrm>
                <a:off x="2992114" y="2495502"/>
                <a:ext cx="114840" cy="507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145DF9-F74D-EDDB-9DDA-E0E6995D214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983142" y="2486438"/>
                  <a:ext cx="132425" cy="68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B9FB871-9C3B-D3C2-321E-1C6577D2B2FA}"/>
                    </a:ext>
                  </a:extLst>
                </p14:cNvPr>
                <p14:cNvContentPartPr/>
                <p14:nvPr/>
              </p14:nvContentPartPr>
              <p14:xfrm>
                <a:off x="1846234" y="2044422"/>
                <a:ext cx="1916640" cy="4345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B9FB871-9C3B-D3C2-321E-1C6577D2B2FA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837234" y="2035422"/>
                  <a:ext cx="1934280" cy="45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61FC7A9F-CC41-07DB-25DC-0639E48FFAE3}"/>
                  </a:ext>
                </a:extLst>
              </p14:cNvPr>
              <p14:cNvContentPartPr/>
              <p14:nvPr/>
            </p14:nvContentPartPr>
            <p14:xfrm>
              <a:off x="8486794" y="1784142"/>
              <a:ext cx="139680" cy="16380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61FC7A9F-CC41-07DB-25DC-0639E48FFAE3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8477794" y="1775162"/>
                <a:ext cx="157320" cy="181401"/>
              </a:xfrm>
              <a:prstGeom prst="rect">
                <a:avLst/>
              </a:prstGeom>
            </p:spPr>
          </p:pic>
        </mc:Fallback>
      </mc:AlternateContent>
      <p:grpSp>
        <p:nvGrpSpPr>
          <p:cNvPr id="413" name="Group 412">
            <a:extLst>
              <a:ext uri="{FF2B5EF4-FFF2-40B4-BE49-F238E27FC236}">
                <a16:creationId xmlns:a16="http://schemas.microsoft.com/office/drawing/2014/main" id="{02D25377-447E-20E9-E7A5-D4ECA286B0AC}"/>
              </a:ext>
            </a:extLst>
          </p:cNvPr>
          <p:cNvGrpSpPr/>
          <p:nvPr/>
        </p:nvGrpSpPr>
        <p:grpSpPr>
          <a:xfrm>
            <a:off x="7901074" y="1643742"/>
            <a:ext cx="3748680" cy="1568880"/>
            <a:chOff x="7901074" y="1643742"/>
            <a:chExt cx="3748680" cy="156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E80A57A-073F-CA78-6204-FF83FD6511CC}"/>
                    </a:ext>
                  </a:extLst>
                </p14:cNvPr>
                <p14:cNvContentPartPr/>
                <p14:nvPr/>
              </p14:nvContentPartPr>
              <p14:xfrm>
                <a:off x="8336674" y="1643742"/>
                <a:ext cx="307080" cy="3196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E80A57A-073F-CA78-6204-FF83FD6511C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327674" y="1634742"/>
                  <a:ext cx="324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93A71BA-7B0E-C123-7B2E-222855805CCD}"/>
                    </a:ext>
                  </a:extLst>
                </p14:cNvPr>
                <p14:cNvContentPartPr/>
                <p14:nvPr/>
              </p14:nvContentPartPr>
              <p14:xfrm>
                <a:off x="7972714" y="2276262"/>
                <a:ext cx="171360" cy="2322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93A71BA-7B0E-C123-7B2E-222855805CCD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963714" y="2267262"/>
                  <a:ext cx="1890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CA75B54-EFCF-4E37-6B6B-5EE2C5AFA1C4}"/>
                    </a:ext>
                  </a:extLst>
                </p14:cNvPr>
                <p14:cNvContentPartPr/>
                <p14:nvPr/>
              </p14:nvContentPartPr>
              <p14:xfrm>
                <a:off x="8005474" y="2393262"/>
                <a:ext cx="127800" cy="378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CA75B54-EFCF-4E37-6B6B-5EE2C5AFA1C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996474" y="2384262"/>
                  <a:ext cx="145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54E7E42-7983-FE19-A199-76857E1CFA6B}"/>
                    </a:ext>
                  </a:extLst>
                </p14:cNvPr>
                <p14:cNvContentPartPr/>
                <p14:nvPr/>
              </p14:nvContentPartPr>
              <p14:xfrm>
                <a:off x="8248834" y="2098422"/>
                <a:ext cx="65160" cy="1764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54E7E42-7983-FE19-A199-76857E1CFA6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239784" y="2089422"/>
                  <a:ext cx="82898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7C4D81C-67FA-B42D-BF7F-E3C1C679AC3F}"/>
                    </a:ext>
                  </a:extLst>
                </p14:cNvPr>
                <p14:cNvContentPartPr/>
                <p14:nvPr/>
              </p14:nvContentPartPr>
              <p14:xfrm>
                <a:off x="8331634" y="2155302"/>
                <a:ext cx="97560" cy="846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7C4D81C-67FA-B42D-BF7F-E3C1C679AC3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322634" y="2146302"/>
                  <a:ext cx="115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725552F-A339-F745-7432-94BF347A7B46}"/>
                    </a:ext>
                  </a:extLst>
                </p14:cNvPr>
                <p14:cNvContentPartPr/>
                <p14:nvPr/>
              </p14:nvContentPartPr>
              <p14:xfrm>
                <a:off x="8443234" y="2082222"/>
                <a:ext cx="50040" cy="1836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725552F-A339-F745-7432-94BF347A7B46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434234" y="2073222"/>
                  <a:ext cx="67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C7FF7D4-508E-BEBE-F523-9ADB8A34960E}"/>
                    </a:ext>
                  </a:extLst>
                </p14:cNvPr>
                <p14:cNvContentPartPr/>
                <p14:nvPr/>
              </p14:nvContentPartPr>
              <p14:xfrm>
                <a:off x="8530354" y="2391462"/>
                <a:ext cx="83880" cy="219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C7FF7D4-508E-BEBE-F523-9ADB8A34960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521354" y="2382312"/>
                  <a:ext cx="101520" cy="39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2C5BC2A-30BE-CB91-54B4-D425DF534377}"/>
                    </a:ext>
                  </a:extLst>
                </p14:cNvPr>
                <p14:cNvContentPartPr/>
                <p14:nvPr/>
              </p14:nvContentPartPr>
              <p14:xfrm>
                <a:off x="8522434" y="2452662"/>
                <a:ext cx="63360" cy="248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2C5BC2A-30BE-CB91-54B4-D425DF53437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13434" y="2443662"/>
                  <a:ext cx="81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4B3A60D-9B11-6E94-1C86-8B701EDA3297}"/>
                    </a:ext>
                  </a:extLst>
                </p14:cNvPr>
                <p14:cNvContentPartPr/>
                <p14:nvPr/>
              </p14:nvContentPartPr>
              <p14:xfrm>
                <a:off x="7916914" y="1834542"/>
                <a:ext cx="164520" cy="1576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4B3A60D-9B11-6E94-1C86-8B701EDA329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907914" y="1825542"/>
                  <a:ext cx="182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0C5826D-3CA9-9D0D-BB25-2BAD5DCC762D}"/>
                    </a:ext>
                  </a:extLst>
                </p14:cNvPr>
                <p14:cNvContentPartPr/>
                <p14:nvPr/>
              </p14:nvContentPartPr>
              <p14:xfrm>
                <a:off x="8121754" y="1891782"/>
                <a:ext cx="70200" cy="72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0C5826D-3CA9-9D0D-BB25-2BAD5DCC762D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112754" y="1882782"/>
                  <a:ext cx="87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3267012-B13A-8C18-D828-62F6B64BCAAC}"/>
                    </a:ext>
                  </a:extLst>
                </p14:cNvPr>
                <p14:cNvContentPartPr/>
                <p14:nvPr/>
              </p14:nvContentPartPr>
              <p14:xfrm>
                <a:off x="8143714" y="1928502"/>
                <a:ext cx="61560" cy="57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3267012-B13A-8C18-D828-62F6B64BCAA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134714" y="1918902"/>
                  <a:ext cx="79200" cy="24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1028662-FC4E-3AA2-CF78-AE4222DC3158}"/>
                    </a:ext>
                  </a:extLst>
                </p14:cNvPr>
                <p14:cNvContentPartPr/>
                <p14:nvPr/>
              </p14:nvContentPartPr>
              <p14:xfrm>
                <a:off x="8307874" y="1755342"/>
                <a:ext cx="57240" cy="1785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1028662-FC4E-3AA2-CF78-AE4222DC3158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298874" y="1746324"/>
                  <a:ext cx="74880" cy="196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1C16B8E-247C-24CF-A5B3-A36454162BFC}"/>
                    </a:ext>
                  </a:extLst>
                </p14:cNvPr>
                <p14:cNvContentPartPr/>
                <p14:nvPr/>
              </p14:nvContentPartPr>
              <p14:xfrm>
                <a:off x="7932754" y="2009862"/>
                <a:ext cx="484560" cy="8748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1C16B8E-247C-24CF-A5B3-A36454162BFC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923754" y="2000825"/>
                  <a:ext cx="502200" cy="105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B7EDABA-DA54-6627-F545-0F937DE9557D}"/>
                    </a:ext>
                  </a:extLst>
                </p14:cNvPr>
                <p14:cNvContentPartPr/>
                <p14:nvPr/>
              </p14:nvContentPartPr>
              <p14:xfrm>
                <a:off x="8783074" y="2166462"/>
                <a:ext cx="85320" cy="3524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B7EDABA-DA54-6627-F545-0F937DE9557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774074" y="2157462"/>
                  <a:ext cx="102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06D6C08-1644-5403-F6CF-4B1824700EBD}"/>
                    </a:ext>
                  </a:extLst>
                </p14:cNvPr>
                <p14:cNvContentPartPr/>
                <p14:nvPr/>
              </p14:nvContentPartPr>
              <p14:xfrm>
                <a:off x="8925634" y="2281302"/>
                <a:ext cx="33120" cy="1677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06D6C08-1644-5403-F6CF-4B1824700EB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916634" y="2272302"/>
                  <a:ext cx="50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BC031294-8FAE-0952-2AD8-BE8304CA0BD0}"/>
                    </a:ext>
                  </a:extLst>
                </p14:cNvPr>
                <p14:cNvContentPartPr/>
                <p14:nvPr/>
              </p14:nvContentPartPr>
              <p14:xfrm>
                <a:off x="9037234" y="2393262"/>
                <a:ext cx="9360" cy="1105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BC031294-8FAE-0952-2AD8-BE8304CA0BD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028234" y="2384262"/>
                  <a:ext cx="27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986292C-226E-BB11-AC58-F3D49867E809}"/>
                    </a:ext>
                  </a:extLst>
                </p14:cNvPr>
                <p14:cNvContentPartPr/>
                <p14:nvPr/>
              </p14:nvContentPartPr>
              <p14:xfrm>
                <a:off x="9119314" y="2314422"/>
                <a:ext cx="117360" cy="1267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986292C-226E-BB11-AC58-F3D49867E809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110314" y="2305422"/>
                  <a:ext cx="135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BDC67FC-4945-2DDE-FCD0-405668905596}"/>
                    </a:ext>
                  </a:extLst>
                </p14:cNvPr>
                <p14:cNvContentPartPr/>
                <p14:nvPr/>
              </p14:nvContentPartPr>
              <p14:xfrm>
                <a:off x="9238474" y="2159262"/>
                <a:ext cx="184320" cy="3718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BDC67FC-4945-2DDE-FCD0-40566890559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229474" y="2150262"/>
                  <a:ext cx="2019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D9DBF53-FE57-4BEE-C598-E48920B0FFEA}"/>
                    </a:ext>
                  </a:extLst>
                </p14:cNvPr>
                <p14:cNvContentPartPr/>
                <p14:nvPr/>
              </p14:nvContentPartPr>
              <p14:xfrm>
                <a:off x="9642034" y="2292102"/>
                <a:ext cx="10080" cy="143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D9DBF53-FE57-4BEE-C598-E48920B0FFE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633034" y="2283102"/>
                  <a:ext cx="27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55C0564-21D1-537E-5442-61F061DF0594}"/>
                    </a:ext>
                  </a:extLst>
                </p14:cNvPr>
                <p14:cNvContentPartPr/>
                <p14:nvPr/>
              </p14:nvContentPartPr>
              <p14:xfrm>
                <a:off x="9568234" y="2351862"/>
                <a:ext cx="147240" cy="288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55C0564-21D1-537E-5442-61F061DF059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559234" y="2342862"/>
                  <a:ext cx="164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24D95AC8-BBAE-7A07-1243-5948C40340B2}"/>
                    </a:ext>
                  </a:extLst>
                </p14:cNvPr>
                <p14:cNvContentPartPr/>
                <p14:nvPr/>
              </p14:nvContentPartPr>
              <p14:xfrm>
                <a:off x="9888274" y="2228022"/>
                <a:ext cx="42840" cy="2178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24D95AC8-BBAE-7A07-1243-5948C40340B2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879274" y="2219007"/>
                  <a:ext cx="60480" cy="235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70677E8-0E7A-59DA-5A75-133B6F6A515A}"/>
                    </a:ext>
                  </a:extLst>
                </p14:cNvPr>
                <p14:cNvContentPartPr/>
                <p14:nvPr/>
              </p14:nvContentPartPr>
              <p14:xfrm>
                <a:off x="10061434" y="2123622"/>
                <a:ext cx="107640" cy="3524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70677E8-0E7A-59DA-5A75-133B6F6A515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052464" y="2114622"/>
                  <a:ext cx="125221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65924206-EF43-40FD-690C-B592ED4C0C8D}"/>
                    </a:ext>
                  </a:extLst>
                </p14:cNvPr>
                <p14:cNvContentPartPr/>
                <p14:nvPr/>
              </p14:nvContentPartPr>
              <p14:xfrm>
                <a:off x="10245034" y="2320542"/>
                <a:ext cx="110520" cy="183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65924206-EF43-40FD-690C-B592ED4C0C8D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236063" y="2311542"/>
                  <a:ext cx="128103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DED3FE0-74C8-49AA-5CF0-7F35CB12E55F}"/>
                    </a:ext>
                  </a:extLst>
                </p14:cNvPr>
                <p14:cNvContentPartPr/>
                <p14:nvPr/>
              </p14:nvContentPartPr>
              <p14:xfrm>
                <a:off x="10480834" y="2033982"/>
                <a:ext cx="73800" cy="2163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DED3FE0-74C8-49AA-5CF0-7F35CB12E55F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471878" y="2024982"/>
                  <a:ext cx="91354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72C1E07-03A4-C56D-C441-974525DCECFD}"/>
                    </a:ext>
                  </a:extLst>
                </p14:cNvPr>
                <p14:cNvContentPartPr/>
                <p14:nvPr/>
              </p14:nvContentPartPr>
              <p14:xfrm>
                <a:off x="10469314" y="2292822"/>
                <a:ext cx="170640" cy="183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72C1E07-03A4-C56D-C441-974525DCECFD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460314" y="2283822"/>
                  <a:ext cx="188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B99368D-B534-E099-7943-78024D834B8B}"/>
                    </a:ext>
                  </a:extLst>
                </p14:cNvPr>
                <p14:cNvContentPartPr/>
                <p14:nvPr/>
              </p14:nvContentPartPr>
              <p14:xfrm>
                <a:off x="10506394" y="2394702"/>
                <a:ext cx="183240" cy="1922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B99368D-B534-E099-7943-78024D834B8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497394" y="2385702"/>
                  <a:ext cx="200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D38B726-871D-BF60-1E28-4ECCDEC33D66}"/>
                    </a:ext>
                  </a:extLst>
                </p14:cNvPr>
                <p14:cNvContentPartPr/>
                <p14:nvPr/>
              </p14:nvContentPartPr>
              <p14:xfrm>
                <a:off x="10632754" y="2479302"/>
                <a:ext cx="122040" cy="1249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D38B726-871D-BF60-1E28-4ECCDEC33D6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623754" y="2470302"/>
                  <a:ext cx="139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6684044-AF43-BFBB-D084-7B17D00CFD1A}"/>
                    </a:ext>
                  </a:extLst>
                </p14:cNvPr>
                <p14:cNvContentPartPr/>
                <p14:nvPr/>
              </p14:nvContentPartPr>
              <p14:xfrm>
                <a:off x="10846594" y="2348262"/>
                <a:ext cx="61920" cy="1220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6684044-AF43-BFBB-D084-7B17D00CFD1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837594" y="2339235"/>
                  <a:ext cx="79560" cy="139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789DF71-2C45-C2BB-9D1B-D264B90343BF}"/>
                    </a:ext>
                  </a:extLst>
                </p14:cNvPr>
                <p14:cNvContentPartPr/>
                <p14:nvPr/>
              </p14:nvContentPartPr>
              <p14:xfrm>
                <a:off x="10994554" y="2286702"/>
                <a:ext cx="123840" cy="90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789DF71-2C45-C2BB-9D1B-D264B90343B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985554" y="2277702"/>
                  <a:ext cx="141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2DCC590B-AA91-9928-3ABE-6D3E5495825E}"/>
                    </a:ext>
                  </a:extLst>
                </p14:cNvPr>
                <p14:cNvContentPartPr/>
                <p14:nvPr/>
              </p14:nvContentPartPr>
              <p14:xfrm>
                <a:off x="11206594" y="2026422"/>
                <a:ext cx="58680" cy="18648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2DCC590B-AA91-9928-3ABE-6D3E5495825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197649" y="2017422"/>
                  <a:ext cx="76212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46161192-7343-B92C-54AE-8FFAFBE3DFD7}"/>
                    </a:ext>
                  </a:extLst>
                </p14:cNvPr>
                <p14:cNvContentPartPr/>
                <p14:nvPr/>
              </p14:nvContentPartPr>
              <p14:xfrm>
                <a:off x="11162314" y="2248902"/>
                <a:ext cx="221760" cy="277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46161192-7343-B92C-54AE-8FFAFBE3DFD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153314" y="2239902"/>
                  <a:ext cx="239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316F117-CC8A-DACC-620A-3F49AB726334}"/>
                    </a:ext>
                  </a:extLst>
                </p14:cNvPr>
                <p14:cNvContentPartPr/>
                <p14:nvPr/>
              </p14:nvContentPartPr>
              <p14:xfrm>
                <a:off x="11205874" y="2339622"/>
                <a:ext cx="200880" cy="2044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316F117-CC8A-DACC-620A-3F49AB726334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196874" y="2330622"/>
                  <a:ext cx="218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237B8EC1-90FB-C0A8-0385-48F7870AC707}"/>
                    </a:ext>
                  </a:extLst>
                </p14:cNvPr>
                <p14:cNvContentPartPr/>
                <p14:nvPr/>
              </p14:nvContentPartPr>
              <p14:xfrm>
                <a:off x="11300194" y="2450502"/>
                <a:ext cx="127800" cy="961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237B8EC1-90FB-C0A8-0385-48F7870AC707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291169" y="2441502"/>
                  <a:ext cx="14549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6BBC13E7-2AD9-9B08-5619-B41A0E76AA5F}"/>
                    </a:ext>
                  </a:extLst>
                </p14:cNvPr>
                <p14:cNvContentPartPr/>
                <p14:nvPr/>
              </p14:nvContentPartPr>
              <p14:xfrm>
                <a:off x="11408554" y="1990422"/>
                <a:ext cx="241200" cy="6998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6BBC13E7-2AD9-9B08-5619-B41A0E76AA5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399554" y="1981417"/>
                  <a:ext cx="258840" cy="7174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6242F07-1580-995D-6FB0-0E9F3F3E85CF}"/>
                    </a:ext>
                  </a:extLst>
                </p14:cNvPr>
                <p14:cNvContentPartPr/>
                <p14:nvPr/>
              </p14:nvContentPartPr>
              <p14:xfrm>
                <a:off x="8510914" y="1748142"/>
                <a:ext cx="104040" cy="1756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6242F07-1580-995D-6FB0-0E9F3F3E85C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8501914" y="1739142"/>
                  <a:ext cx="121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2FC836A1-41A9-A0FA-3966-938AAF0E6A50}"/>
                    </a:ext>
                  </a:extLst>
                </p14:cNvPr>
                <p14:cNvContentPartPr/>
                <p14:nvPr/>
              </p14:nvContentPartPr>
              <p14:xfrm>
                <a:off x="7901074" y="1812582"/>
                <a:ext cx="2130120" cy="14000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2FC836A1-41A9-A0FA-3966-938AAF0E6A5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7892074" y="1803580"/>
                  <a:ext cx="2147760" cy="14176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497B4CF8-6E42-46C3-7D30-4B3E8BE55342}"/>
              </a:ext>
            </a:extLst>
          </p:cNvPr>
          <p:cNvGrpSpPr/>
          <p:nvPr/>
        </p:nvGrpSpPr>
        <p:grpSpPr>
          <a:xfrm>
            <a:off x="4970314" y="3490902"/>
            <a:ext cx="2150280" cy="1124640"/>
            <a:chOff x="4970314" y="3490902"/>
            <a:chExt cx="2150280" cy="11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843F04A-C113-3A73-EF92-11807FDB21D2}"/>
                    </a:ext>
                  </a:extLst>
                </p14:cNvPr>
                <p14:cNvContentPartPr/>
                <p14:nvPr/>
              </p14:nvContentPartPr>
              <p14:xfrm>
                <a:off x="5410594" y="4563342"/>
                <a:ext cx="105840" cy="47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843F04A-C113-3A73-EF92-11807FDB21D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401594" y="4554342"/>
                  <a:ext cx="123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FCE30A5-638C-204A-A46E-C549CFF2D18A}"/>
                    </a:ext>
                  </a:extLst>
                </p14:cNvPr>
                <p14:cNvContentPartPr/>
                <p14:nvPr/>
              </p14:nvContentPartPr>
              <p14:xfrm>
                <a:off x="4970314" y="4255182"/>
                <a:ext cx="18360" cy="579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FCE30A5-638C-204A-A46E-C549CFF2D18A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961487" y="4246182"/>
                  <a:ext cx="35661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0FB1C53-C6EA-72DC-D7D4-B1F6EEAAF179}"/>
                    </a:ext>
                  </a:extLst>
                </p14:cNvPr>
                <p14:cNvContentPartPr/>
                <p14:nvPr/>
              </p14:nvContentPartPr>
              <p14:xfrm>
                <a:off x="5115394" y="4476942"/>
                <a:ext cx="76680" cy="87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0FB1C53-C6EA-72DC-D7D4-B1F6EEAAF179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106394" y="4467942"/>
                  <a:ext cx="9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92052FA-1D34-2862-8FEB-AE0B0BB978D9}"/>
                    </a:ext>
                  </a:extLst>
                </p14:cNvPr>
                <p14:cNvContentPartPr/>
                <p14:nvPr/>
              </p14:nvContentPartPr>
              <p14:xfrm>
                <a:off x="5159314" y="4257702"/>
                <a:ext cx="381240" cy="267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92052FA-1D34-2862-8FEB-AE0B0BB978D9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150314" y="4248702"/>
                  <a:ext cx="398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7EC3FD0-6BAF-EA6D-4400-FF89443204B6}"/>
                    </a:ext>
                  </a:extLst>
                </p14:cNvPr>
                <p14:cNvContentPartPr/>
                <p14:nvPr/>
              </p14:nvContentPartPr>
              <p14:xfrm>
                <a:off x="5134474" y="4447782"/>
                <a:ext cx="179640" cy="1198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7EC3FD0-6BAF-EA6D-4400-FF89443204B6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125492" y="4438755"/>
                  <a:ext cx="197245" cy="1375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B357E4B-29FC-4F3C-B234-F43D4038E69E}"/>
                    </a:ext>
                  </a:extLst>
                </p14:cNvPr>
                <p14:cNvContentPartPr/>
                <p14:nvPr/>
              </p14:nvContentPartPr>
              <p14:xfrm>
                <a:off x="5132674" y="4416102"/>
                <a:ext cx="159840" cy="1458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B357E4B-29FC-4F3C-B234-F43D4038E69E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123694" y="4407080"/>
                  <a:ext cx="177440" cy="163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A26B85E-490D-8D82-DB05-065C5094F567}"/>
                    </a:ext>
                  </a:extLst>
                </p14:cNvPr>
                <p14:cNvContentPartPr/>
                <p14:nvPr/>
              </p14:nvContentPartPr>
              <p14:xfrm>
                <a:off x="5207194" y="4532742"/>
                <a:ext cx="16200" cy="136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A26B85E-490D-8D82-DB05-065C5094F567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98390" y="4523973"/>
                  <a:ext cx="33457" cy="30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4B428A0-515A-DBA1-01B9-176B4AD5CF0B}"/>
                    </a:ext>
                  </a:extLst>
                </p14:cNvPr>
                <p14:cNvContentPartPr/>
                <p14:nvPr/>
              </p14:nvContentPartPr>
              <p14:xfrm>
                <a:off x="5433274" y="4313862"/>
                <a:ext cx="9720" cy="158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4B428A0-515A-DBA1-01B9-176B4AD5CF0B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424595" y="4304862"/>
                  <a:ext cx="2673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F6AF04F-F2C6-9AE0-7F78-64F8237DA012}"/>
                    </a:ext>
                  </a:extLst>
                </p14:cNvPr>
                <p14:cNvContentPartPr/>
                <p14:nvPr/>
              </p14:nvContentPartPr>
              <p14:xfrm>
                <a:off x="5170474" y="4578462"/>
                <a:ext cx="18000" cy="370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F6AF04F-F2C6-9AE0-7F78-64F8237DA012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161474" y="4569374"/>
                  <a:ext cx="35640" cy="54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EE276CE-9AED-62A4-B866-B2DDF68AD6D0}"/>
                    </a:ext>
                  </a:extLst>
                </p14:cNvPr>
                <p14:cNvContentPartPr/>
                <p14:nvPr/>
              </p14:nvContentPartPr>
              <p14:xfrm>
                <a:off x="5357314" y="3856662"/>
                <a:ext cx="1042200" cy="6091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EE276CE-9AED-62A4-B866-B2DDF68AD6D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348314" y="3847662"/>
                  <a:ext cx="105984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201373C-CBA7-BF1C-000B-FC6E5FF71E93}"/>
                    </a:ext>
                  </a:extLst>
                </p14:cNvPr>
                <p14:cNvContentPartPr/>
                <p14:nvPr/>
              </p14:nvContentPartPr>
              <p14:xfrm>
                <a:off x="5368834" y="4390182"/>
                <a:ext cx="126000" cy="1458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201373C-CBA7-BF1C-000B-FC6E5FF71E93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359808" y="4381204"/>
                  <a:ext cx="143691" cy="1633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8023101-1DB2-5948-5F98-D63AB1847D8F}"/>
                    </a:ext>
                  </a:extLst>
                </p14:cNvPr>
                <p14:cNvContentPartPr/>
                <p14:nvPr/>
              </p14:nvContentPartPr>
              <p14:xfrm>
                <a:off x="6461074" y="3691782"/>
                <a:ext cx="277560" cy="1875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8023101-1DB2-5948-5F98-D63AB1847D8F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452074" y="3682782"/>
                  <a:ext cx="295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E00EF0B-52F2-A477-D3D1-EAD5850FEAFD}"/>
                    </a:ext>
                  </a:extLst>
                </p14:cNvPr>
                <p14:cNvContentPartPr/>
                <p14:nvPr/>
              </p14:nvContentPartPr>
              <p14:xfrm>
                <a:off x="6768874" y="3701862"/>
                <a:ext cx="30240" cy="234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E00EF0B-52F2-A477-D3D1-EAD5850FEAFD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759874" y="3692721"/>
                  <a:ext cx="47880" cy="413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086F57C-49B7-E48B-EB18-5DFE6D281193}"/>
                    </a:ext>
                  </a:extLst>
                </p14:cNvPr>
                <p14:cNvContentPartPr/>
                <p14:nvPr/>
              </p14:nvContentPartPr>
              <p14:xfrm>
                <a:off x="6553954" y="3722742"/>
                <a:ext cx="48240" cy="1231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086F57C-49B7-E48B-EB18-5DFE6D28119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544954" y="3713742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814AC50-25DB-7635-A212-531661AAA584}"/>
                    </a:ext>
                  </a:extLst>
                </p14:cNvPr>
                <p14:cNvContentPartPr/>
                <p14:nvPr/>
              </p14:nvContentPartPr>
              <p14:xfrm>
                <a:off x="6737914" y="3719142"/>
                <a:ext cx="99000" cy="185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814AC50-25DB-7635-A212-531661AAA584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728914" y="3710142"/>
                  <a:ext cx="116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7F0B5C3A-7A57-8045-9DE4-3804A6135EAC}"/>
                    </a:ext>
                  </a:extLst>
                </p14:cNvPr>
                <p14:cNvContentPartPr/>
                <p14:nvPr/>
              </p14:nvContentPartPr>
              <p14:xfrm>
                <a:off x="6835834" y="3490902"/>
                <a:ext cx="198000" cy="271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7F0B5C3A-7A57-8045-9DE4-3804A6135EAC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826818" y="3481902"/>
                  <a:ext cx="215672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990D325-EE78-5EE9-4609-E5C280490F7F}"/>
                    </a:ext>
                  </a:extLst>
                </p14:cNvPr>
                <p14:cNvContentPartPr/>
                <p14:nvPr/>
              </p14:nvContentPartPr>
              <p14:xfrm>
                <a:off x="7105114" y="3521862"/>
                <a:ext cx="15480" cy="1458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990D325-EE78-5EE9-4609-E5C280490F7F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7096114" y="3512840"/>
                  <a:ext cx="33120" cy="163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3B6DCF6E-BD02-7A04-6301-D6FE9F5FBBF2}"/>
                    </a:ext>
                  </a:extLst>
                </p14:cNvPr>
                <p14:cNvContentPartPr/>
                <p14:nvPr/>
              </p14:nvContentPartPr>
              <p14:xfrm>
                <a:off x="5171194" y="4532022"/>
                <a:ext cx="360" cy="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3B6DCF6E-BD02-7A04-6301-D6FE9F5FBBF2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162194" y="45230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8400E81-03A9-08FD-0AF9-EDEC9BEF9890}"/>
                    </a:ext>
                  </a:extLst>
                </p14:cNvPr>
                <p14:cNvContentPartPr/>
                <p14:nvPr/>
              </p14:nvContentPartPr>
              <p14:xfrm>
                <a:off x="5180914" y="4541022"/>
                <a:ext cx="12600" cy="1080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8400E81-03A9-08FD-0AF9-EDEC9BEF9890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171914" y="4532022"/>
                  <a:ext cx="30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47AD54D-B113-5562-8013-8752C4250811}"/>
                    </a:ext>
                  </a:extLst>
                </p14:cNvPr>
                <p14:cNvContentPartPr/>
                <p14:nvPr/>
              </p14:nvContentPartPr>
              <p14:xfrm>
                <a:off x="5469274" y="4283262"/>
                <a:ext cx="1080" cy="39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47AD54D-B113-5562-8013-8752C4250811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5455774" y="4274262"/>
                  <a:ext cx="275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D841018-07FD-5B1B-5FFC-60F61F67C8E8}"/>
                    </a:ext>
                  </a:extLst>
                </p14:cNvPr>
                <p14:cNvContentPartPr/>
                <p14:nvPr/>
              </p14:nvContentPartPr>
              <p14:xfrm>
                <a:off x="5403394" y="3739302"/>
                <a:ext cx="84960" cy="1022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D841018-07FD-5B1B-5FFC-60F61F67C8E8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5394394" y="3730334"/>
                  <a:ext cx="102600" cy="11981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F71B29D1-1775-A3DF-A7C1-38CAFF8EECAE}"/>
              </a:ext>
            </a:extLst>
          </p:cNvPr>
          <p:cNvGrpSpPr/>
          <p:nvPr/>
        </p:nvGrpSpPr>
        <p:grpSpPr>
          <a:xfrm>
            <a:off x="5386834" y="3215502"/>
            <a:ext cx="405360" cy="389160"/>
            <a:chOff x="5386834" y="3215502"/>
            <a:chExt cx="40536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43A48586-0B61-9037-FBDD-95CA38A390A2}"/>
                    </a:ext>
                  </a:extLst>
                </p14:cNvPr>
                <p14:cNvContentPartPr/>
                <p14:nvPr/>
              </p14:nvContentPartPr>
              <p14:xfrm>
                <a:off x="5386834" y="3412062"/>
                <a:ext cx="168840" cy="1926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43A48586-0B61-9037-FBDD-95CA38A390A2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5377834" y="3403045"/>
                  <a:ext cx="186480" cy="2102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55074B2-99D8-01DA-29F3-6F47ADF1937A}"/>
                    </a:ext>
                  </a:extLst>
                </p14:cNvPr>
                <p14:cNvContentPartPr/>
                <p14:nvPr/>
              </p14:nvContentPartPr>
              <p14:xfrm>
                <a:off x="5404474" y="3449862"/>
                <a:ext cx="176040" cy="9036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55074B2-99D8-01DA-29F3-6F47ADF1937A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5395492" y="3440862"/>
                  <a:ext cx="193644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4D372229-081B-CCC5-8E0E-5A303357A34D}"/>
                    </a:ext>
                  </a:extLst>
                </p14:cNvPr>
                <p14:cNvContentPartPr/>
                <p14:nvPr/>
              </p14:nvContentPartPr>
              <p14:xfrm>
                <a:off x="5569714" y="3274902"/>
                <a:ext cx="38880" cy="1713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4D372229-081B-CCC5-8E0E-5A303357A34D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5560714" y="3265921"/>
                  <a:ext cx="56520" cy="188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9385A42-B571-E1F8-78D5-6E972733916E}"/>
                    </a:ext>
                  </a:extLst>
                </p14:cNvPr>
                <p14:cNvContentPartPr/>
                <p14:nvPr/>
              </p14:nvContentPartPr>
              <p14:xfrm>
                <a:off x="5623714" y="3309462"/>
                <a:ext cx="121680" cy="1098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9385A42-B571-E1F8-78D5-6E972733916E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614714" y="3300462"/>
                  <a:ext cx="139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68A34A1-6727-430A-B84C-03707E082866}"/>
                    </a:ext>
                  </a:extLst>
                </p14:cNvPr>
                <p14:cNvContentPartPr/>
                <p14:nvPr/>
              </p14:nvContentPartPr>
              <p14:xfrm>
                <a:off x="5731354" y="3215502"/>
                <a:ext cx="60840" cy="1990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68A34A1-6727-430A-B84C-03707E082866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722407" y="3206518"/>
                  <a:ext cx="78376" cy="2166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FE874A7A-0EDC-AD4E-4B35-18E984F5D4B8}"/>
              </a:ext>
            </a:extLst>
          </p:cNvPr>
          <p:cNvGrpSpPr/>
          <p:nvPr/>
        </p:nvGrpSpPr>
        <p:grpSpPr>
          <a:xfrm>
            <a:off x="7895674" y="1657422"/>
            <a:ext cx="759240" cy="347040"/>
            <a:chOff x="7895674" y="1657422"/>
            <a:chExt cx="75924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7B83668-8B7C-0A6D-9828-05382D77A296}"/>
                    </a:ext>
                  </a:extLst>
                </p14:cNvPr>
                <p14:cNvContentPartPr/>
                <p14:nvPr/>
              </p14:nvContentPartPr>
              <p14:xfrm>
                <a:off x="7895674" y="1799982"/>
                <a:ext cx="216360" cy="20448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7B83668-8B7C-0A6D-9828-05382D77A296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886674" y="1790982"/>
                  <a:ext cx="234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1CD8BC0-6FA3-0E15-B328-5E06B30F1135}"/>
                    </a:ext>
                  </a:extLst>
                </p14:cNvPr>
                <p14:cNvContentPartPr/>
                <p14:nvPr/>
              </p14:nvContentPartPr>
              <p14:xfrm>
                <a:off x="8147314" y="1891782"/>
                <a:ext cx="109440" cy="86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1CD8BC0-6FA3-0E15-B328-5E06B30F1135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138284" y="1882782"/>
                  <a:ext cx="127138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0C51294C-D608-8A60-D955-801A0DB1ADD9}"/>
                    </a:ext>
                  </a:extLst>
                </p14:cNvPr>
                <p14:cNvContentPartPr/>
                <p14:nvPr/>
              </p14:nvContentPartPr>
              <p14:xfrm>
                <a:off x="8186554" y="1918782"/>
                <a:ext cx="94680" cy="11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0C51294C-D608-8A60-D955-801A0DB1ADD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177554" y="1909782"/>
                  <a:ext cx="11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88C5554B-652A-8A3E-BD20-4AF9CBCC90DE}"/>
                    </a:ext>
                  </a:extLst>
                </p14:cNvPr>
                <p14:cNvContentPartPr/>
                <p14:nvPr/>
              </p14:nvContentPartPr>
              <p14:xfrm>
                <a:off x="8351074" y="1657422"/>
                <a:ext cx="269640" cy="3009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88C5554B-652A-8A3E-BD20-4AF9CBCC90DE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342074" y="1648433"/>
                  <a:ext cx="287280" cy="318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DBFDE2AC-CEBD-8F48-D416-CAE01D6D7010}"/>
                    </a:ext>
                  </a:extLst>
                </p14:cNvPr>
                <p14:cNvContentPartPr/>
                <p14:nvPr/>
              </p14:nvContentPartPr>
              <p14:xfrm>
                <a:off x="8501914" y="1790622"/>
                <a:ext cx="153000" cy="1389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DBFDE2AC-CEBD-8F48-D416-CAE01D6D7010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492893" y="1781622"/>
                  <a:ext cx="170682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F93CC002-AEC3-7D97-5222-824D82CD8C8F}"/>
              </a:ext>
            </a:extLst>
          </p:cNvPr>
          <p:cNvGrpSpPr/>
          <p:nvPr/>
        </p:nvGrpSpPr>
        <p:grpSpPr>
          <a:xfrm>
            <a:off x="8123194" y="3433662"/>
            <a:ext cx="908280" cy="369720"/>
            <a:chOff x="8123194" y="3433662"/>
            <a:chExt cx="90828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1569B23-A197-3632-A6B4-144B21FE28EE}"/>
                    </a:ext>
                  </a:extLst>
                </p14:cNvPr>
                <p14:cNvContentPartPr/>
                <p14:nvPr/>
              </p14:nvContentPartPr>
              <p14:xfrm>
                <a:off x="8123194" y="3433662"/>
                <a:ext cx="136800" cy="3697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1569B23-A197-3632-A6B4-144B21FE28EE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114194" y="3424662"/>
                  <a:ext cx="154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E0EF3B28-F4A9-5D70-FAB3-00BFA2F9E773}"/>
                    </a:ext>
                  </a:extLst>
                </p14:cNvPr>
                <p14:cNvContentPartPr/>
                <p14:nvPr/>
              </p14:nvContentPartPr>
              <p14:xfrm>
                <a:off x="8162074" y="3654342"/>
                <a:ext cx="133200" cy="500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E0EF3B28-F4A9-5D70-FAB3-00BFA2F9E773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8153074" y="3645277"/>
                  <a:ext cx="150840" cy="67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3A6602A6-8B82-AAA2-A64A-C7449A2C06EB}"/>
                    </a:ext>
                  </a:extLst>
                </p14:cNvPr>
                <p14:cNvContentPartPr/>
                <p14:nvPr/>
              </p14:nvContentPartPr>
              <p14:xfrm>
                <a:off x="8362594" y="3434382"/>
                <a:ext cx="48240" cy="2916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3A6602A6-8B82-AAA2-A64A-C7449A2C06E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8353594" y="3425382"/>
                  <a:ext cx="65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9C1E7E0-03DB-FD61-0327-A3409D331878}"/>
                    </a:ext>
                  </a:extLst>
                </p14:cNvPr>
                <p14:cNvContentPartPr/>
                <p14:nvPr/>
              </p14:nvContentPartPr>
              <p14:xfrm>
                <a:off x="8468434" y="3537342"/>
                <a:ext cx="94680" cy="1476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9C1E7E0-03DB-FD61-0327-A3409D331878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8459434" y="3528342"/>
                  <a:ext cx="112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4C65DB90-F3F8-2DE8-A0B3-B3699CE0BF34}"/>
                    </a:ext>
                  </a:extLst>
                </p14:cNvPr>
                <p14:cNvContentPartPr/>
                <p14:nvPr/>
              </p14:nvContentPartPr>
              <p14:xfrm>
                <a:off x="8610994" y="3663702"/>
                <a:ext cx="28080" cy="9900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4C65DB90-F3F8-2DE8-A0B3-B3699CE0BF34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601994" y="3654702"/>
                  <a:ext cx="45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EFD2DD4-45F5-84CE-2EAB-3706A8105249}"/>
                    </a:ext>
                  </a:extLst>
                </p14:cNvPr>
                <p14:cNvContentPartPr/>
                <p14:nvPr/>
              </p14:nvContentPartPr>
              <p14:xfrm>
                <a:off x="8659594" y="3526542"/>
                <a:ext cx="40320" cy="1684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EFD2DD4-45F5-84CE-2EAB-3706A8105249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650594" y="3517561"/>
                  <a:ext cx="57960" cy="186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84443C20-90F4-CBA6-15F4-9CAF70CB0040}"/>
                    </a:ext>
                  </a:extLst>
                </p14:cNvPr>
                <p14:cNvContentPartPr/>
                <p14:nvPr/>
              </p14:nvContentPartPr>
              <p14:xfrm>
                <a:off x="8717554" y="3475422"/>
                <a:ext cx="1440" cy="3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84443C20-90F4-CBA6-15F4-9CAF70CB004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8708554" y="3466422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C58F2A9-C59F-491D-B691-441A34396192}"/>
                    </a:ext>
                  </a:extLst>
                </p14:cNvPr>
                <p14:cNvContentPartPr/>
                <p14:nvPr/>
              </p14:nvContentPartPr>
              <p14:xfrm>
                <a:off x="8730154" y="3445542"/>
                <a:ext cx="104760" cy="2815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C58F2A9-C59F-491D-B691-441A34396192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8721154" y="3436542"/>
                  <a:ext cx="1224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B064C98-DB98-3AE5-9D10-16BEFD2BC9B8}"/>
                    </a:ext>
                  </a:extLst>
                </p14:cNvPr>
                <p14:cNvContentPartPr/>
                <p14:nvPr/>
              </p14:nvContentPartPr>
              <p14:xfrm>
                <a:off x="8902594" y="3558942"/>
                <a:ext cx="128880" cy="838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B064C98-DB98-3AE5-9D10-16BEFD2BC9B8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8893619" y="3549942"/>
                  <a:ext cx="146471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7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533B9F26-5317-31A8-7959-DF18E0950E9E}"/>
                  </a:ext>
                </a:extLst>
              </p14:cNvPr>
              <p14:cNvContentPartPr/>
              <p14:nvPr/>
            </p14:nvContentPartPr>
            <p14:xfrm>
              <a:off x="9181234" y="3529062"/>
              <a:ext cx="164160" cy="19872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533B9F26-5317-31A8-7959-DF18E0950E9E}"/>
                  </a:ext>
                </a:extLst>
              </p:cNvPr>
              <p:cNvPicPr/>
              <p:nvPr/>
            </p:nvPicPr>
            <p:blipFill>
              <a:blip r:embed="rId668"/>
              <a:stretch>
                <a:fillRect/>
              </a:stretch>
            </p:blipFill>
            <p:spPr>
              <a:xfrm>
                <a:off x="9172234" y="3520062"/>
                <a:ext cx="181800" cy="21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1" name="Group 450">
            <a:extLst>
              <a:ext uri="{FF2B5EF4-FFF2-40B4-BE49-F238E27FC236}">
                <a16:creationId xmlns:a16="http://schemas.microsoft.com/office/drawing/2014/main" id="{B5C2ACE8-70A8-D543-1434-F2F5B2464F64}"/>
              </a:ext>
            </a:extLst>
          </p:cNvPr>
          <p:cNvGrpSpPr/>
          <p:nvPr/>
        </p:nvGrpSpPr>
        <p:grpSpPr>
          <a:xfrm>
            <a:off x="6081634" y="31662"/>
            <a:ext cx="1838520" cy="1238400"/>
            <a:chOff x="6081634" y="31662"/>
            <a:chExt cx="1838520" cy="12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930DB97-1541-E5CE-41FB-E6A3A52C37F4}"/>
                    </a:ext>
                  </a:extLst>
                </p14:cNvPr>
                <p14:cNvContentPartPr/>
                <p14:nvPr/>
              </p14:nvContentPartPr>
              <p14:xfrm>
                <a:off x="6081634" y="646182"/>
                <a:ext cx="87480" cy="55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930DB97-1541-E5CE-41FB-E6A3A52C37F4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072597" y="637182"/>
                  <a:ext cx="105193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D566BE-2ECD-12C9-6FA9-BB7588C1B806}"/>
                    </a:ext>
                  </a:extLst>
                </p14:cNvPr>
                <p14:cNvContentPartPr/>
                <p14:nvPr/>
              </p14:nvContentPartPr>
              <p14:xfrm>
                <a:off x="6280354" y="407862"/>
                <a:ext cx="109440" cy="389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D566BE-2ECD-12C9-6FA9-BB7588C1B806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6271384" y="398862"/>
                  <a:ext cx="127022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D331AC-22F5-479B-714A-A35CDEA87F53}"/>
                    </a:ext>
                  </a:extLst>
                </p14:cNvPr>
                <p14:cNvContentPartPr/>
                <p14:nvPr/>
              </p14:nvContentPartPr>
              <p14:xfrm>
                <a:off x="6439834" y="514422"/>
                <a:ext cx="90000" cy="214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D331AC-22F5-479B-714A-A35CDEA87F53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430798" y="505437"/>
                  <a:ext cx="107711" cy="2321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B4B7F8-932F-EB38-5C59-7FCB5983AF5D}"/>
                    </a:ext>
                  </a:extLst>
                </p14:cNvPr>
                <p14:cNvContentPartPr/>
                <p14:nvPr/>
              </p14:nvContentPartPr>
              <p14:xfrm>
                <a:off x="6590314" y="669942"/>
                <a:ext cx="20160" cy="92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B4B7F8-932F-EB38-5C59-7FCB5983AF5D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6581314" y="660942"/>
                  <a:ext cx="3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50E353C-6289-556E-25CF-B56BA1541B6A}"/>
                    </a:ext>
                  </a:extLst>
                </p14:cNvPr>
                <p14:cNvContentPartPr/>
                <p14:nvPr/>
              </p14:nvContentPartPr>
              <p14:xfrm>
                <a:off x="6655114" y="507582"/>
                <a:ext cx="78480" cy="194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50E353C-6289-556E-25CF-B56BA1541B6A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646114" y="498582"/>
                  <a:ext cx="96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981C0B6-6A35-AB5E-99CF-E86718CF2A45}"/>
                    </a:ext>
                  </a:extLst>
                </p14:cNvPr>
                <p14:cNvContentPartPr/>
                <p14:nvPr/>
              </p14:nvContentPartPr>
              <p14:xfrm>
                <a:off x="6752314" y="433422"/>
                <a:ext cx="130680" cy="357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981C0B6-6A35-AB5E-99CF-E86718CF2A4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743314" y="424413"/>
                  <a:ext cx="148320" cy="374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733348-53D7-E7CB-AB58-E0C59426E4D4}"/>
                    </a:ext>
                  </a:extLst>
                </p14:cNvPr>
                <p14:cNvContentPartPr/>
                <p14:nvPr/>
              </p14:nvContentPartPr>
              <p14:xfrm>
                <a:off x="7345954" y="584622"/>
                <a:ext cx="78480" cy="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733348-53D7-E7CB-AB58-E0C59426E4D4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7336954" y="575622"/>
                  <a:ext cx="96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E95B2C3-FF22-C5EC-A0E9-480D23AD058E}"/>
                    </a:ext>
                  </a:extLst>
                </p14:cNvPr>
                <p14:cNvContentPartPr/>
                <p14:nvPr/>
              </p14:nvContentPartPr>
              <p14:xfrm>
                <a:off x="7313914" y="639342"/>
                <a:ext cx="116280" cy="16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E95B2C3-FF22-C5EC-A0E9-480D23AD058E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7304886" y="630342"/>
                  <a:ext cx="133975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1E7B882-F28F-3873-BD32-A2695A4F615D}"/>
                    </a:ext>
                  </a:extLst>
                </p14:cNvPr>
                <p14:cNvContentPartPr/>
                <p14:nvPr/>
              </p14:nvContentPartPr>
              <p14:xfrm>
                <a:off x="7481314" y="524142"/>
                <a:ext cx="181080" cy="326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1E7B882-F28F-3873-BD32-A2695A4F615D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7472314" y="515142"/>
                  <a:ext cx="1987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CD527B-51ED-AD58-84F9-C39A56A94B90}"/>
                    </a:ext>
                  </a:extLst>
                </p14:cNvPr>
                <p14:cNvContentPartPr/>
                <p14:nvPr/>
              </p14:nvContentPartPr>
              <p14:xfrm>
                <a:off x="7676434" y="355662"/>
                <a:ext cx="54360" cy="160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CD527B-51ED-AD58-84F9-C39A56A94B90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7667374" y="346662"/>
                  <a:ext cx="72118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334590-BB58-185E-0E5C-274E0596AE11}"/>
                    </a:ext>
                  </a:extLst>
                </p14:cNvPr>
                <p14:cNvContentPartPr/>
                <p14:nvPr/>
              </p14:nvContentPartPr>
              <p14:xfrm>
                <a:off x="7777594" y="350622"/>
                <a:ext cx="41040" cy="126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334590-BB58-185E-0E5C-274E0596AE11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7768594" y="341622"/>
                  <a:ext cx="58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D5B06C9-3DB0-7018-0A4D-835FEB26A24C}"/>
                    </a:ext>
                  </a:extLst>
                </p14:cNvPr>
                <p14:cNvContentPartPr/>
                <p14:nvPr/>
              </p14:nvContentPartPr>
              <p14:xfrm>
                <a:off x="7862554" y="332262"/>
                <a:ext cx="57600" cy="207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D5B06C9-3DB0-7018-0A4D-835FEB26A24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853554" y="323262"/>
                  <a:ext cx="75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A793DCF-6024-70B6-79FF-B57603C9119E}"/>
                    </a:ext>
                  </a:extLst>
                </p14:cNvPr>
                <p14:cNvContentPartPr/>
                <p14:nvPr/>
              </p14:nvContentPartPr>
              <p14:xfrm>
                <a:off x="6596794" y="977742"/>
                <a:ext cx="23040" cy="279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A793DCF-6024-70B6-79FF-B57603C9119E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6587651" y="968742"/>
                  <a:ext cx="40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42795F-AF2B-DE17-1E3A-4EFC26D898C5}"/>
                    </a:ext>
                  </a:extLst>
                </p14:cNvPr>
                <p14:cNvContentPartPr/>
                <p14:nvPr/>
              </p14:nvContentPartPr>
              <p14:xfrm>
                <a:off x="6712714" y="939222"/>
                <a:ext cx="14400" cy="330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42795F-AF2B-DE17-1E3A-4EFC26D898C5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6703483" y="930212"/>
                  <a:ext cx="32492" cy="348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BF68B93-CB3F-AEB4-6102-D83762BBD361}"/>
                    </a:ext>
                  </a:extLst>
                </p14:cNvPr>
                <p14:cNvContentPartPr/>
                <p14:nvPr/>
              </p14:nvContentPartPr>
              <p14:xfrm>
                <a:off x="6879394" y="966582"/>
                <a:ext cx="138240" cy="239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BF68B93-CB3F-AEB4-6102-D83762BBD361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6870394" y="957582"/>
                  <a:ext cx="155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8E181BD-B4DC-B6DD-C4B1-D3B38541D2D7}"/>
                    </a:ext>
                  </a:extLst>
                </p14:cNvPr>
                <p14:cNvContentPartPr/>
                <p14:nvPr/>
              </p14:nvContentPartPr>
              <p14:xfrm>
                <a:off x="7098994" y="922662"/>
                <a:ext cx="35640" cy="144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8E181BD-B4DC-B6DD-C4B1-D3B38541D2D7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7089994" y="913662"/>
                  <a:ext cx="53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A9EB6C8-E8F4-DCE5-58CA-E25AE7952F57}"/>
                    </a:ext>
                  </a:extLst>
                </p14:cNvPr>
                <p14:cNvContentPartPr/>
                <p14:nvPr/>
              </p14:nvContentPartPr>
              <p14:xfrm>
                <a:off x="7180354" y="946422"/>
                <a:ext cx="31320" cy="95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A9EB6C8-E8F4-DCE5-58CA-E25AE7952F57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7171249" y="937456"/>
                  <a:ext cx="49165" cy="113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3185A25-A549-8EF6-5E58-2769D2D546D7}"/>
                    </a:ext>
                  </a:extLst>
                </p14:cNvPr>
                <p14:cNvContentPartPr/>
                <p14:nvPr/>
              </p14:nvContentPartPr>
              <p14:xfrm>
                <a:off x="7268914" y="912222"/>
                <a:ext cx="26640" cy="123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3185A25-A549-8EF6-5E58-2769D2D546D7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7259914" y="903222"/>
                  <a:ext cx="4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0CF85BD-F417-F64B-FBE5-CFC0056B4E54}"/>
                    </a:ext>
                  </a:extLst>
                </p14:cNvPr>
                <p14:cNvContentPartPr/>
                <p14:nvPr/>
              </p14:nvContentPartPr>
              <p14:xfrm>
                <a:off x="7408954" y="914742"/>
                <a:ext cx="38880" cy="327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0CF85BD-F417-F64B-FBE5-CFC0056B4E54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7399954" y="905742"/>
                  <a:ext cx="565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7573866-B81F-6762-408A-600CBE20C043}"/>
                    </a:ext>
                  </a:extLst>
                </p14:cNvPr>
                <p14:cNvContentPartPr/>
                <p14:nvPr/>
              </p14:nvContentPartPr>
              <p14:xfrm>
                <a:off x="7500034" y="947862"/>
                <a:ext cx="25560" cy="285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7573866-B81F-6762-408A-600CBE20C043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7491034" y="938851"/>
                  <a:ext cx="43200" cy="3031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4D2DCE3-F8CB-4BA6-A8AA-9DEF798DB214}"/>
                    </a:ext>
                  </a:extLst>
                </p14:cNvPr>
                <p14:cNvContentPartPr/>
                <p14:nvPr/>
              </p14:nvContentPartPr>
              <p14:xfrm>
                <a:off x="7815394" y="1095102"/>
                <a:ext cx="51480" cy="20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4D2DCE3-F8CB-4BA6-A8AA-9DEF798DB214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7806394" y="1086102"/>
                  <a:ext cx="69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AD9E84F-7A90-F688-7390-5EB7CA01F14C}"/>
                    </a:ext>
                  </a:extLst>
                </p14:cNvPr>
                <p14:cNvContentPartPr/>
                <p14:nvPr/>
              </p14:nvContentPartPr>
              <p14:xfrm>
                <a:off x="7812154" y="1129302"/>
                <a:ext cx="66600" cy="48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AD9E84F-7A90-F688-7390-5EB7CA01F14C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7803154" y="1120302"/>
                  <a:ext cx="84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CB5489D-893F-315A-753B-595F529CF1A1}"/>
                    </a:ext>
                  </a:extLst>
                </p14:cNvPr>
                <p14:cNvContentPartPr/>
                <p14:nvPr/>
              </p14:nvContentPartPr>
              <p14:xfrm>
                <a:off x="6199354" y="31662"/>
                <a:ext cx="118440" cy="35388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CB5489D-893F-315A-753B-595F529CF1A1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6190354" y="22653"/>
                  <a:ext cx="136080" cy="3715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D0CA82FE-F19E-D6B2-0439-AAFD3140E2FD}"/>
                    </a:ext>
                  </a:extLst>
                </p14:cNvPr>
                <p14:cNvContentPartPr/>
                <p14:nvPr/>
              </p14:nvContentPartPr>
              <p14:xfrm>
                <a:off x="6214114" y="254862"/>
                <a:ext cx="132480" cy="30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D0CA82FE-F19E-D6B2-0439-AAFD3140E2FD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6205138" y="245862"/>
                  <a:ext cx="150072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FCF67597-716E-A110-F147-5E6BA0E72687}"/>
                    </a:ext>
                  </a:extLst>
                </p14:cNvPr>
                <p14:cNvContentPartPr/>
                <p14:nvPr/>
              </p14:nvContentPartPr>
              <p14:xfrm>
                <a:off x="6458914" y="92502"/>
                <a:ext cx="34200" cy="2145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FCF67597-716E-A110-F147-5E6BA0E72687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6449914" y="83517"/>
                  <a:ext cx="51840" cy="2321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01CBD8F-C922-F798-CA7A-64F561753F97}"/>
                    </a:ext>
                  </a:extLst>
                </p14:cNvPr>
                <p14:cNvContentPartPr/>
                <p14:nvPr/>
              </p14:nvContentPartPr>
              <p14:xfrm>
                <a:off x="6543874" y="147582"/>
                <a:ext cx="57600" cy="1317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01CBD8F-C922-F798-CA7A-64F561753F97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6534930" y="138582"/>
                  <a:ext cx="7513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69AB46B3-6E1E-C3FE-C0E7-BD55F9B5A584}"/>
                    </a:ext>
                  </a:extLst>
                </p14:cNvPr>
                <p14:cNvContentPartPr/>
                <p14:nvPr/>
              </p14:nvContentPartPr>
              <p14:xfrm>
                <a:off x="6637114" y="249822"/>
                <a:ext cx="36720" cy="864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69AB46B3-6E1E-C3FE-C0E7-BD55F9B5A584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6628114" y="240822"/>
                  <a:ext cx="54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F36808F-8E51-5FAF-F264-F0F1067905E6}"/>
                    </a:ext>
                  </a:extLst>
                </p14:cNvPr>
                <p14:cNvContentPartPr/>
                <p14:nvPr/>
              </p14:nvContentPartPr>
              <p14:xfrm>
                <a:off x="6746554" y="155502"/>
                <a:ext cx="150120" cy="11808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F36808F-8E51-5FAF-F264-F0F1067905E6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6737532" y="146502"/>
                  <a:ext cx="167802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448775C-61F7-5769-CF09-779B01388414}"/>
                    </a:ext>
                  </a:extLst>
                </p14:cNvPr>
                <p14:cNvContentPartPr/>
                <p14:nvPr/>
              </p14:nvContentPartPr>
              <p14:xfrm>
                <a:off x="6935554" y="95742"/>
                <a:ext cx="119160" cy="2271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448775C-61F7-5769-CF09-779B01388414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6926554" y="86742"/>
                  <a:ext cx="136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9C917E9-012D-C120-EA7B-4606FF32CACF}"/>
                    </a:ext>
                  </a:extLst>
                </p14:cNvPr>
                <p14:cNvContentPartPr/>
                <p14:nvPr/>
              </p14:nvContentPartPr>
              <p14:xfrm>
                <a:off x="7136794" y="209142"/>
                <a:ext cx="106560" cy="637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9C917E9-012D-C120-EA7B-4606FF32CACF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7127794" y="200091"/>
                  <a:ext cx="124200" cy="81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6271920-0791-CCE9-B716-9C8BC5CB09A3}"/>
                    </a:ext>
                  </a:extLst>
                </p14:cNvPr>
                <p14:cNvContentPartPr/>
                <p14:nvPr/>
              </p14:nvContentPartPr>
              <p14:xfrm>
                <a:off x="7318234" y="123822"/>
                <a:ext cx="112680" cy="24444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6271920-0791-CCE9-B716-9C8BC5CB09A3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7309205" y="114822"/>
                  <a:ext cx="130377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1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CF72D312-3125-0A88-0BDE-DDEF8174ABE2}"/>
                  </a:ext>
                </a:extLst>
              </p14:cNvPr>
              <p14:cNvContentPartPr/>
              <p14:nvPr/>
            </p14:nvContentPartPr>
            <p14:xfrm>
              <a:off x="7203034" y="125622"/>
              <a:ext cx="265680" cy="17316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CF72D312-3125-0A88-0BDE-DDEF8174ABE2}"/>
                  </a:ext>
                </a:extLst>
              </p:cNvPr>
              <p:cNvPicPr/>
              <p:nvPr/>
            </p:nvPicPr>
            <p:blipFill>
              <a:blip r:embed="rId732"/>
              <a:stretch>
                <a:fillRect/>
              </a:stretch>
            </p:blipFill>
            <p:spPr>
              <a:xfrm>
                <a:off x="7149034" y="17622"/>
                <a:ext cx="37332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3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72308B9A-A708-AFEC-B4C9-30D30E43E3AB}"/>
                  </a:ext>
                </a:extLst>
              </p14:cNvPr>
              <p14:cNvContentPartPr/>
              <p14:nvPr/>
            </p14:nvContentPartPr>
            <p14:xfrm>
              <a:off x="9139474" y="3525102"/>
              <a:ext cx="223920" cy="1904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72308B9A-A708-AFEC-B4C9-30D30E43E3AB}"/>
                  </a:ext>
                </a:extLst>
              </p:cNvPr>
              <p:cNvPicPr/>
              <p:nvPr/>
            </p:nvPicPr>
            <p:blipFill>
              <a:blip r:embed="rId734"/>
              <a:stretch>
                <a:fillRect/>
              </a:stretch>
            </p:blipFill>
            <p:spPr>
              <a:xfrm>
                <a:off x="9085474" y="3417102"/>
                <a:ext cx="331560" cy="40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889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5BD1-249B-47DC-877D-480FF4BB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Gradient Descent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D9EE9-3795-4D08-8BEF-8B533D23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Applying gradient descent </a:t>
            </a: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and line search on 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Rosenbrock</a:t>
            </a:r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function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2A6CE5-9F6B-40F7-A074-426A04FD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3093" y="1474220"/>
            <a:ext cx="5000708" cy="50007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57AFD-6805-4615-A48F-4A037450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5222E7-9150-359D-7FE3-31914AE06653}"/>
                  </a:ext>
                </a:extLst>
              </p14:cNvPr>
              <p14:cNvContentPartPr/>
              <p14:nvPr/>
            </p14:nvContentPartPr>
            <p14:xfrm>
              <a:off x="9793234" y="3277062"/>
              <a:ext cx="45720" cy="6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5222E7-9150-359D-7FE3-31914AE066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4163" y="3268115"/>
                <a:ext cx="63500" cy="78376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A01FC0C-4B8F-9EF7-14CA-9BBCE2A007D5}"/>
              </a:ext>
            </a:extLst>
          </p:cNvPr>
          <p:cNvGrpSpPr/>
          <p:nvPr/>
        </p:nvGrpSpPr>
        <p:grpSpPr>
          <a:xfrm>
            <a:off x="7804234" y="4857462"/>
            <a:ext cx="621720" cy="266760"/>
            <a:chOff x="7804234" y="4857462"/>
            <a:chExt cx="6217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46842C-D830-5AE1-DF7B-99482F6EAB26}"/>
                    </a:ext>
                  </a:extLst>
                </p14:cNvPr>
                <p14:cNvContentPartPr/>
                <p14:nvPr/>
              </p14:nvContentPartPr>
              <p14:xfrm>
                <a:off x="7804234" y="4947462"/>
                <a:ext cx="86040" cy="74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46842C-D830-5AE1-DF7B-99482F6EAB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95234" y="4938462"/>
                  <a:ext cx="103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7065EB-6273-CB35-1618-8F6E7D3ADD7D}"/>
                    </a:ext>
                  </a:extLst>
                </p14:cNvPr>
                <p14:cNvContentPartPr/>
                <p14:nvPr/>
              </p14:nvContentPartPr>
              <p14:xfrm>
                <a:off x="7835194" y="4951422"/>
                <a:ext cx="49320" cy="42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7065EB-6273-CB35-1618-8F6E7D3ADD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26194" y="4942344"/>
                  <a:ext cx="66960" cy="599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52D65C-E5D1-58EE-9B1A-FF7FE937C31B}"/>
                    </a:ext>
                  </a:extLst>
                </p14:cNvPr>
                <p14:cNvContentPartPr/>
                <p14:nvPr/>
              </p14:nvContentPartPr>
              <p14:xfrm>
                <a:off x="7887034" y="4857462"/>
                <a:ext cx="538920" cy="26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52D65C-E5D1-58EE-9B1A-FF7FE937C3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78034" y="4848462"/>
                  <a:ext cx="5565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3F9E8D-A1DE-85A6-B1E9-C1FA266C4B64}"/>
              </a:ext>
            </a:extLst>
          </p:cNvPr>
          <p:cNvGrpSpPr/>
          <p:nvPr/>
        </p:nvGrpSpPr>
        <p:grpSpPr>
          <a:xfrm>
            <a:off x="8882794" y="4534182"/>
            <a:ext cx="374040" cy="291600"/>
            <a:chOff x="8882794" y="4534182"/>
            <a:chExt cx="37404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035240-690B-3D25-6732-B26AD775BBB0}"/>
                    </a:ext>
                  </a:extLst>
                </p14:cNvPr>
                <p14:cNvContentPartPr/>
                <p14:nvPr/>
              </p14:nvContentPartPr>
              <p14:xfrm>
                <a:off x="8882794" y="4615902"/>
                <a:ext cx="117720" cy="20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035240-690B-3D25-6732-B26AD775BB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73794" y="4606887"/>
                  <a:ext cx="135360" cy="227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8A32B74-DDE7-8B6D-2624-5FA2E70575E8}"/>
                    </a:ext>
                  </a:extLst>
                </p14:cNvPr>
                <p14:cNvContentPartPr/>
                <p14:nvPr/>
              </p14:nvContentPartPr>
              <p14:xfrm>
                <a:off x="9083314" y="4538862"/>
                <a:ext cx="45000" cy="156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8A32B74-DDE7-8B6D-2624-5FA2E70575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74314" y="4529862"/>
                  <a:ext cx="62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1364762-E88A-981B-929D-93992808D753}"/>
                    </a:ext>
                  </a:extLst>
                </p14:cNvPr>
                <p14:cNvContentPartPr/>
                <p14:nvPr/>
              </p14:nvContentPartPr>
              <p14:xfrm>
                <a:off x="9145234" y="4579902"/>
                <a:ext cx="19080" cy="97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1364762-E88A-981B-929D-93992808D7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36401" y="4570902"/>
                  <a:ext cx="36393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86DEBB-384E-ED7B-5031-E3835B3DAA28}"/>
                    </a:ext>
                  </a:extLst>
                </p14:cNvPr>
                <p14:cNvContentPartPr/>
                <p14:nvPr/>
              </p14:nvContentPartPr>
              <p14:xfrm>
                <a:off x="9222274" y="4534182"/>
                <a:ext cx="34560" cy="16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86DEBB-384E-ED7B-5031-E3835B3DAA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13179" y="4525182"/>
                  <a:ext cx="52386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A736D2-E51A-FC82-E41A-1FD99DE3338A}"/>
              </a:ext>
            </a:extLst>
          </p:cNvPr>
          <p:cNvGrpSpPr/>
          <p:nvPr/>
        </p:nvGrpSpPr>
        <p:grpSpPr>
          <a:xfrm>
            <a:off x="9061714" y="3603942"/>
            <a:ext cx="763560" cy="718200"/>
            <a:chOff x="9061714" y="3603942"/>
            <a:chExt cx="763560" cy="71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05D0FA6-1460-B7D7-DD78-61132991B7B0}"/>
                    </a:ext>
                  </a:extLst>
                </p14:cNvPr>
                <p14:cNvContentPartPr/>
                <p14:nvPr/>
              </p14:nvContentPartPr>
              <p14:xfrm>
                <a:off x="9061714" y="3923982"/>
                <a:ext cx="133920" cy="22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05D0FA6-1460-B7D7-DD78-61132991B7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52714" y="3914996"/>
                  <a:ext cx="151560" cy="242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8049482-6EF5-D60D-9993-29B1A82C9BDF}"/>
                    </a:ext>
                  </a:extLst>
                </p14:cNvPr>
                <p14:cNvContentPartPr/>
                <p14:nvPr/>
              </p14:nvContentPartPr>
              <p14:xfrm>
                <a:off x="9152434" y="3647862"/>
                <a:ext cx="196560" cy="67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8049482-6EF5-D60D-9993-29B1A82C9B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43417" y="3638862"/>
                  <a:ext cx="214232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B66109-709B-8B3D-5F01-20725C2181C8}"/>
                    </a:ext>
                  </a:extLst>
                </p14:cNvPr>
                <p14:cNvContentPartPr/>
                <p14:nvPr/>
              </p14:nvContentPartPr>
              <p14:xfrm>
                <a:off x="9283834" y="3612582"/>
                <a:ext cx="143280" cy="91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B66109-709B-8B3D-5F01-20725C2181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74834" y="3603582"/>
                  <a:ext cx="1609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A54DDA-3A93-DAA9-4B37-58EAA865BDB3}"/>
                    </a:ext>
                  </a:extLst>
                </p14:cNvPr>
                <p14:cNvContentPartPr/>
                <p14:nvPr/>
              </p14:nvContentPartPr>
              <p14:xfrm>
                <a:off x="9427114" y="3814902"/>
                <a:ext cx="97200" cy="23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A54DDA-3A93-DAA9-4B37-58EAA865BD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18114" y="3805902"/>
                  <a:ext cx="1148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519338-ACCF-745E-7585-89F47411A6C9}"/>
                    </a:ext>
                  </a:extLst>
                </p14:cNvPr>
                <p14:cNvContentPartPr/>
                <p14:nvPr/>
              </p14:nvContentPartPr>
              <p14:xfrm>
                <a:off x="9599914" y="3758022"/>
                <a:ext cx="26640" cy="124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519338-ACCF-745E-7585-89F47411A6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0914" y="3749022"/>
                  <a:ext cx="44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49F1AC1-E4B5-07F9-4151-5DBA7DF7E715}"/>
                    </a:ext>
                  </a:extLst>
                </p14:cNvPr>
                <p14:cNvContentPartPr/>
                <p14:nvPr/>
              </p14:nvContentPartPr>
              <p14:xfrm>
                <a:off x="9656434" y="3751182"/>
                <a:ext cx="92160" cy="77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49F1AC1-E4B5-07F9-4151-5DBA7DF7E7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47434" y="3742224"/>
                  <a:ext cx="109800" cy="94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FB43F8-C3C4-7A95-F969-0BF7B8D8E676}"/>
                    </a:ext>
                  </a:extLst>
                </p14:cNvPr>
                <p14:cNvContentPartPr/>
                <p14:nvPr/>
              </p14:nvContentPartPr>
              <p14:xfrm>
                <a:off x="9755434" y="3701502"/>
                <a:ext cx="69840" cy="174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FB43F8-C3C4-7A95-F969-0BF7B8D8E6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46434" y="3692521"/>
                  <a:ext cx="87480" cy="191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FC96EF-EA21-9F03-586E-CF1ACE5837EB}"/>
                    </a:ext>
                  </a:extLst>
                </p14:cNvPr>
                <p14:cNvContentPartPr/>
                <p14:nvPr/>
              </p14:nvContentPartPr>
              <p14:xfrm>
                <a:off x="9212914" y="4135662"/>
                <a:ext cx="140040" cy="18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FC96EF-EA21-9F03-586E-CF1ACE5837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03914" y="4126662"/>
                  <a:ext cx="157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0B4AD0-7CA5-8A59-5334-48D9561CA2E8}"/>
                    </a:ext>
                  </a:extLst>
                </p14:cNvPr>
                <p14:cNvContentPartPr/>
                <p14:nvPr/>
              </p14:nvContentPartPr>
              <p14:xfrm>
                <a:off x="9282394" y="3807702"/>
                <a:ext cx="103680" cy="152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0B4AD0-7CA5-8A59-5334-48D9561CA2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73394" y="3798702"/>
                  <a:ext cx="121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8C2F99-9D62-0474-CACD-FB34A2BE67FC}"/>
                    </a:ext>
                  </a:extLst>
                </p14:cNvPr>
                <p14:cNvContentPartPr/>
                <p14:nvPr/>
              </p14:nvContentPartPr>
              <p14:xfrm>
                <a:off x="9509554" y="3603942"/>
                <a:ext cx="84240" cy="10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8C2F99-9D62-0474-CACD-FB34A2BE67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00554" y="3594910"/>
                  <a:ext cx="101880" cy="1206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7AE987D-F57E-6756-3F96-16CD1ED30425}"/>
              </a:ext>
            </a:extLst>
          </p:cNvPr>
          <p:cNvGrpSpPr/>
          <p:nvPr/>
        </p:nvGrpSpPr>
        <p:grpSpPr>
          <a:xfrm>
            <a:off x="1392634" y="3686742"/>
            <a:ext cx="511560" cy="399600"/>
            <a:chOff x="1392634" y="3686742"/>
            <a:chExt cx="51156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6858E4-CC49-FDE9-B284-30A022F772DD}"/>
                    </a:ext>
                  </a:extLst>
                </p14:cNvPr>
                <p14:cNvContentPartPr/>
                <p14:nvPr/>
              </p14:nvContentPartPr>
              <p14:xfrm>
                <a:off x="1392634" y="3755502"/>
                <a:ext cx="146160" cy="330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6858E4-CC49-FDE9-B284-30A022F772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83612" y="3746492"/>
                  <a:ext cx="163844" cy="348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9D18B6E-9C41-D12A-5A64-2CC29931CA25}"/>
                    </a:ext>
                  </a:extLst>
                </p14:cNvPr>
                <p14:cNvContentPartPr/>
                <p14:nvPr/>
              </p14:nvContentPartPr>
              <p14:xfrm>
                <a:off x="1612234" y="3686742"/>
                <a:ext cx="19080" cy="200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9D18B6E-9C41-D12A-5A64-2CC29931CA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03234" y="3677742"/>
                  <a:ext cx="36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0DD8EC-6D7B-1F61-96AE-F7F05CFE3354}"/>
                    </a:ext>
                  </a:extLst>
                </p14:cNvPr>
                <p14:cNvContentPartPr/>
                <p14:nvPr/>
              </p14:nvContentPartPr>
              <p14:xfrm>
                <a:off x="1682434" y="3734262"/>
                <a:ext cx="31680" cy="118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0DD8EC-6D7B-1F61-96AE-F7F05CFE33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73434" y="3725262"/>
                  <a:ext cx="49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FCF46E-CACB-AF66-5C38-553707C7F5AA}"/>
                    </a:ext>
                  </a:extLst>
                </p14:cNvPr>
                <p14:cNvContentPartPr/>
                <p14:nvPr/>
              </p14:nvContentPartPr>
              <p14:xfrm>
                <a:off x="1753714" y="3695022"/>
                <a:ext cx="53640" cy="203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FCF46E-CACB-AF66-5C38-553707C7F5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44714" y="3686022"/>
                  <a:ext cx="71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25AD50-E917-46BC-7B6A-F04ACF1FC941}"/>
                    </a:ext>
                  </a:extLst>
                </p14:cNvPr>
                <p14:cNvContentPartPr/>
                <p14:nvPr/>
              </p14:nvContentPartPr>
              <p14:xfrm>
                <a:off x="1900234" y="3973662"/>
                <a:ext cx="3960" cy="2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25AD50-E917-46BC-7B6A-F04ACF1FC9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91234" y="3964662"/>
                  <a:ext cx="216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F5EC7E-A950-ECD3-59F3-0EFABA72A55B}"/>
              </a:ext>
            </a:extLst>
          </p:cNvPr>
          <p:cNvGrpSpPr/>
          <p:nvPr/>
        </p:nvGrpSpPr>
        <p:grpSpPr>
          <a:xfrm>
            <a:off x="2075194" y="3642462"/>
            <a:ext cx="885240" cy="330120"/>
            <a:chOff x="2075194" y="3642462"/>
            <a:chExt cx="8852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70A8A1-86F3-E3FB-6880-D2AAC69AD4E2}"/>
                    </a:ext>
                  </a:extLst>
                </p14:cNvPr>
                <p14:cNvContentPartPr/>
                <p14:nvPr/>
              </p14:nvContentPartPr>
              <p14:xfrm>
                <a:off x="2075194" y="3718782"/>
                <a:ext cx="144000" cy="250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70A8A1-86F3-E3FB-6880-D2AAC69AD4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66194" y="3709782"/>
                  <a:ext cx="161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64B337F-E6A2-1742-64B8-9933A05A94EA}"/>
                    </a:ext>
                  </a:extLst>
                </p14:cNvPr>
                <p14:cNvContentPartPr/>
                <p14:nvPr/>
              </p14:nvContentPartPr>
              <p14:xfrm>
                <a:off x="2310274" y="3642462"/>
                <a:ext cx="33480" cy="18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64B337F-E6A2-1742-64B8-9933A05A94E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01274" y="3633480"/>
                  <a:ext cx="51120" cy="1976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1418085-0D8C-7B50-7D9B-14B67DEFFE5B}"/>
                    </a:ext>
                  </a:extLst>
                </p14:cNvPr>
                <p14:cNvContentPartPr/>
                <p14:nvPr/>
              </p14:nvContentPartPr>
              <p14:xfrm>
                <a:off x="2373994" y="3704022"/>
                <a:ext cx="109080" cy="84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1418085-0D8C-7B50-7D9B-14B67DEFFE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64994" y="3694984"/>
                  <a:ext cx="126720" cy="102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4EF7F3-846E-9B1B-064F-8156AD53DFD1}"/>
                    </a:ext>
                  </a:extLst>
                </p14:cNvPr>
                <p14:cNvContentPartPr/>
                <p14:nvPr/>
              </p14:nvContentPartPr>
              <p14:xfrm>
                <a:off x="2480194" y="3656502"/>
                <a:ext cx="55080" cy="150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4EF7F3-846E-9B1B-064F-8156AD53DFD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1194" y="3647502"/>
                  <a:ext cx="727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3FE229-43F2-4B21-3C1B-F5F086B6F783}"/>
                    </a:ext>
                  </a:extLst>
                </p14:cNvPr>
                <p14:cNvContentPartPr/>
                <p14:nvPr/>
              </p14:nvContentPartPr>
              <p14:xfrm>
                <a:off x="2623114" y="3901302"/>
                <a:ext cx="137880" cy="71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3FE229-43F2-4B21-3C1B-F5F086B6F7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14090" y="3892302"/>
                  <a:ext cx="155566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E43507E-2F56-F64F-7B81-3938D21EEAA3}"/>
                    </a:ext>
                  </a:extLst>
                </p14:cNvPr>
                <p14:cNvContentPartPr/>
                <p14:nvPr/>
              </p14:nvContentPartPr>
              <p14:xfrm>
                <a:off x="2836594" y="3772062"/>
                <a:ext cx="123840" cy="163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E43507E-2F56-F64F-7B81-3938D21EEA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7594" y="3763062"/>
                  <a:ext cx="14148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6D870EC-2681-EFFE-15EA-3F6A62EC1EC6}"/>
                  </a:ext>
                </a:extLst>
              </p14:cNvPr>
              <p14:cNvContentPartPr/>
              <p14:nvPr/>
            </p14:nvContentPartPr>
            <p14:xfrm>
              <a:off x="9442954" y="3917142"/>
              <a:ext cx="70560" cy="70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6D870EC-2681-EFFE-15EA-3F6A62EC1EC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34000" y="3908142"/>
                <a:ext cx="8811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6FD52EF-EAB3-6594-008F-55CEA26C28A0}"/>
              </a:ext>
            </a:extLst>
          </p:cNvPr>
          <p:cNvGrpSpPr/>
          <p:nvPr/>
        </p:nvGrpSpPr>
        <p:grpSpPr>
          <a:xfrm>
            <a:off x="9589834" y="3425022"/>
            <a:ext cx="228600" cy="223920"/>
            <a:chOff x="9589834" y="3425022"/>
            <a:chExt cx="22860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D6215F-3CBF-2572-A949-BF587EAC13BF}"/>
                    </a:ext>
                  </a:extLst>
                </p14:cNvPr>
                <p14:cNvContentPartPr/>
                <p14:nvPr/>
              </p14:nvContentPartPr>
              <p14:xfrm>
                <a:off x="9678034" y="3599262"/>
                <a:ext cx="44280" cy="49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D6215F-3CBF-2572-A949-BF587EAC13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68960" y="3590262"/>
                  <a:ext cx="62065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6AFBD3-BFCB-A32E-93CD-590509F0705E}"/>
                    </a:ext>
                  </a:extLst>
                </p14:cNvPr>
                <p14:cNvContentPartPr/>
                <p14:nvPr/>
              </p14:nvContentPartPr>
              <p14:xfrm>
                <a:off x="9589834" y="3476862"/>
                <a:ext cx="35280" cy="3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6AFBD3-BFCB-A32E-93CD-590509F070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0834" y="3467862"/>
                  <a:ext cx="52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E78432-AA5D-7778-E75F-854B458198BD}"/>
                    </a:ext>
                  </a:extLst>
                </p14:cNvPr>
                <p14:cNvContentPartPr/>
                <p14:nvPr/>
              </p14:nvContentPartPr>
              <p14:xfrm>
                <a:off x="9797194" y="3425022"/>
                <a:ext cx="21240" cy="30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E78432-AA5D-7778-E75F-854B458198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88039" y="3416127"/>
                  <a:ext cx="39184" cy="480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91D74DA-78A4-78E7-CFEF-EAB0983544A1}"/>
                  </a:ext>
                </a:extLst>
              </p14:cNvPr>
              <p14:cNvContentPartPr/>
              <p14:nvPr/>
            </p14:nvContentPartPr>
            <p14:xfrm>
              <a:off x="9915634" y="3218742"/>
              <a:ext cx="26640" cy="51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91D74DA-78A4-78E7-CFEF-EAB0983544A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906511" y="3209804"/>
                <a:ext cx="44522" cy="69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AD50ED4-9D02-5C94-8F44-422CAA9FD626}"/>
                  </a:ext>
                </a:extLst>
              </p14:cNvPr>
              <p14:cNvContentPartPr/>
              <p14:nvPr/>
            </p14:nvContentPartPr>
            <p14:xfrm>
              <a:off x="7833754" y="4975182"/>
              <a:ext cx="16560" cy="29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AD50ED4-9D02-5C94-8F44-422CAA9FD62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79754" y="4867182"/>
                <a:ext cx="12420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1364739F-810A-725F-BE93-1A0E9559D8B0}"/>
              </a:ext>
            </a:extLst>
          </p:cNvPr>
          <p:cNvGrpSpPr/>
          <p:nvPr/>
        </p:nvGrpSpPr>
        <p:grpSpPr>
          <a:xfrm>
            <a:off x="7830874" y="4114782"/>
            <a:ext cx="1877748" cy="1601566"/>
            <a:chOff x="7830874" y="4114782"/>
            <a:chExt cx="1877748" cy="160156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68521E-5BC3-8442-DD07-0ECC91472C57}"/>
                    </a:ext>
                  </a:extLst>
                </p14:cNvPr>
                <p14:cNvContentPartPr/>
                <p14:nvPr/>
              </p14:nvContentPartPr>
              <p14:xfrm>
                <a:off x="9066034" y="4120542"/>
                <a:ext cx="73800" cy="5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68521E-5BC3-8442-DD07-0ECC91472C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7034" y="4111484"/>
                  <a:ext cx="91440" cy="73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364FCE-F75E-FD2B-334D-C560440BE3E7}"/>
                    </a:ext>
                  </a:extLst>
                </p14:cNvPr>
                <p14:cNvContentPartPr/>
                <p14:nvPr/>
              </p14:nvContentPartPr>
              <p14:xfrm>
                <a:off x="9071434" y="4114782"/>
                <a:ext cx="41400" cy="62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364FCE-F75E-FD2B-334D-C560440BE3E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62434" y="4105782"/>
                  <a:ext cx="59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81A736B-6C40-B14A-1A3B-66BB9103110E}"/>
                    </a:ext>
                  </a:extLst>
                </p14:cNvPr>
                <p14:cNvContentPartPr/>
                <p14:nvPr/>
              </p14:nvContentPartPr>
              <p14:xfrm>
                <a:off x="7830874" y="4676022"/>
                <a:ext cx="1711800" cy="63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81A736B-6C40-B14A-1A3B-66BB910311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21874" y="4667027"/>
                  <a:ext cx="1729440" cy="656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7395C9-1AE2-C6EA-C57A-BAEB20091098}"/>
                    </a:ext>
                  </a:extLst>
                </p14:cNvPr>
                <p14:cNvContentPartPr/>
                <p14:nvPr/>
              </p14:nvContentPartPr>
              <p14:xfrm>
                <a:off x="9442234" y="4259502"/>
                <a:ext cx="72720" cy="412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7395C9-1AE2-C6EA-C57A-BAEB200910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33234" y="4250494"/>
                  <a:ext cx="90360" cy="43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6C5643-4012-EBA4-F7A6-44BDF6EDAB34}"/>
                    </a:ext>
                  </a:extLst>
                </p14:cNvPr>
                <p14:cNvContentPartPr/>
                <p14:nvPr/>
              </p14:nvContentPartPr>
              <p14:xfrm>
                <a:off x="9390034" y="4322502"/>
                <a:ext cx="3960" cy="1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6C5643-4012-EBA4-F7A6-44BDF6EDAB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81034" y="4313252"/>
                  <a:ext cx="21600" cy="31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03FCF3-824A-06B5-BEA7-BEB32A5704A0}"/>
                    </a:ext>
                  </a:extLst>
                </p14:cNvPr>
                <p14:cNvContentPartPr/>
                <p14:nvPr/>
              </p14:nvContentPartPr>
              <p14:xfrm>
                <a:off x="9323074" y="4659822"/>
                <a:ext cx="211680" cy="153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03FCF3-824A-06B5-BEA7-BEB32A5704A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4074" y="4650822"/>
                  <a:ext cx="229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5D3FE9-1B1F-E12D-EBD3-1E387CB99031}"/>
                    </a:ext>
                  </a:extLst>
                </p14:cNvPr>
                <p14:cNvContentPartPr/>
                <p14:nvPr/>
              </p14:nvContentPartPr>
              <p14:xfrm>
                <a:off x="8464822" y="5100388"/>
                <a:ext cx="739080" cy="615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5D3FE9-1B1F-E12D-EBD3-1E387CB990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55822" y="5091388"/>
                  <a:ext cx="75672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13E028-22AB-35DE-82EE-7C491889A12F}"/>
                    </a:ext>
                  </a:extLst>
                </p14:cNvPr>
                <p14:cNvContentPartPr/>
                <p14:nvPr/>
              </p14:nvContentPartPr>
              <p14:xfrm>
                <a:off x="8045782" y="4883392"/>
                <a:ext cx="1662840" cy="510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13E028-22AB-35DE-82EE-7C491889A1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36780" y="4874392"/>
                  <a:ext cx="1680484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0F2DC5-8AA2-6C99-02BD-E8E1634F2200}"/>
                    </a:ext>
                  </a:extLst>
                </p14:cNvPr>
                <p14:cNvContentPartPr/>
                <p14:nvPr/>
              </p14:nvContentPartPr>
              <p14:xfrm>
                <a:off x="9130822" y="5195512"/>
                <a:ext cx="197280" cy="15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0F2DC5-8AA2-6C99-02BD-E8E1634F22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21822" y="5186512"/>
                  <a:ext cx="214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D1D67B-D569-7353-34F1-E7973F85704C}"/>
                    </a:ext>
                  </a:extLst>
                </p14:cNvPr>
                <p14:cNvContentPartPr/>
                <p14:nvPr/>
              </p14:nvContentPartPr>
              <p14:xfrm>
                <a:off x="9379942" y="5094712"/>
                <a:ext cx="78840" cy="64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D1D67B-D569-7353-34F1-E7973F8570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70942" y="5085712"/>
                  <a:ext cx="96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88EEAF-EFCD-FC61-4E24-C63943BB1E8B}"/>
                    </a:ext>
                  </a:extLst>
                </p14:cNvPr>
                <p14:cNvContentPartPr/>
                <p14:nvPr/>
              </p14:nvContentPartPr>
              <p14:xfrm>
                <a:off x="9365182" y="5231872"/>
                <a:ext cx="113400" cy="3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88EEAF-EFCD-FC61-4E24-C63943BB1E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56182" y="5222872"/>
                  <a:ext cx="131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C76ED0-CD24-F640-A42C-EE1E6D42EEE9}"/>
                    </a:ext>
                  </a:extLst>
                </p14:cNvPr>
                <p14:cNvContentPartPr/>
                <p14:nvPr/>
              </p14:nvContentPartPr>
              <p14:xfrm>
                <a:off x="9432142" y="5231152"/>
                <a:ext cx="98640" cy="43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C76ED0-CD24-F640-A42C-EE1E6D42EE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23142" y="5222152"/>
                  <a:ext cx="116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93686C-FA07-31DC-1B5F-08A6185F8DD8}"/>
                    </a:ext>
                  </a:extLst>
                </p14:cNvPr>
                <p14:cNvContentPartPr/>
                <p14:nvPr/>
              </p14:nvContentPartPr>
              <p14:xfrm>
                <a:off x="9541582" y="5009032"/>
                <a:ext cx="95400" cy="169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93686C-FA07-31DC-1B5F-08A6185F8D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32582" y="5000032"/>
                  <a:ext cx="1130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A5F6D6-828E-7857-801C-BD79BEEB183A}"/>
                    </a:ext>
                  </a:extLst>
                </p14:cNvPr>
                <p14:cNvContentPartPr/>
                <p14:nvPr/>
              </p14:nvContentPartPr>
              <p14:xfrm>
                <a:off x="9613582" y="5256712"/>
                <a:ext cx="29880" cy="5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A5F6D6-828E-7857-801C-BD79BEEB18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04582" y="5247712"/>
                  <a:ext cx="4752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6320F57-3088-072E-565E-3E53C505F552}"/>
                  </a:ext>
                </a:extLst>
              </p14:cNvPr>
              <p14:cNvContentPartPr/>
              <p14:nvPr/>
            </p14:nvContentPartPr>
            <p14:xfrm>
              <a:off x="8454022" y="412552"/>
              <a:ext cx="983160" cy="606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6320F57-3088-072E-565E-3E53C505F5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445022" y="403552"/>
                <a:ext cx="1000800" cy="62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E7D846C9-76D5-A7FC-64AD-D04BE81D111E}"/>
              </a:ext>
            </a:extLst>
          </p:cNvPr>
          <p:cNvGrpSpPr/>
          <p:nvPr/>
        </p:nvGrpSpPr>
        <p:grpSpPr>
          <a:xfrm>
            <a:off x="8331262" y="331912"/>
            <a:ext cx="1150920" cy="891720"/>
            <a:chOff x="8331262" y="331912"/>
            <a:chExt cx="1150920" cy="89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1F28ED-0D32-946E-1EA1-12D9FF0FAAD5}"/>
                    </a:ext>
                  </a:extLst>
                </p14:cNvPr>
                <p14:cNvContentPartPr/>
                <p14:nvPr/>
              </p14:nvContentPartPr>
              <p14:xfrm>
                <a:off x="8469142" y="446392"/>
                <a:ext cx="231840" cy="19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1F28ED-0D32-946E-1EA1-12D9FF0FAA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60142" y="437392"/>
                  <a:ext cx="249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ED3AA8-1317-8D7E-8930-4EF4C40C0EEF}"/>
                    </a:ext>
                  </a:extLst>
                </p14:cNvPr>
                <p14:cNvContentPartPr/>
                <p14:nvPr/>
              </p14:nvContentPartPr>
              <p14:xfrm>
                <a:off x="8375182" y="331912"/>
                <a:ext cx="372960" cy="301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ED3AA8-1317-8D7E-8930-4EF4C40C0E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66182" y="322912"/>
                  <a:ext cx="390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F0CEE0B-27D2-5916-E551-AD2EF61BB71A}"/>
                    </a:ext>
                  </a:extLst>
                </p14:cNvPr>
                <p14:cNvContentPartPr/>
                <p14:nvPr/>
              </p14:nvContentPartPr>
              <p14:xfrm>
                <a:off x="8490022" y="479512"/>
                <a:ext cx="447120" cy="367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F0CEE0B-27D2-5916-E551-AD2EF61BB71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1022" y="470512"/>
                  <a:ext cx="464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027E719-8304-9795-FF2E-2DCBF34880AE}"/>
                    </a:ext>
                  </a:extLst>
                </p14:cNvPr>
                <p14:cNvContentPartPr/>
                <p14:nvPr/>
              </p14:nvContentPartPr>
              <p14:xfrm>
                <a:off x="8896822" y="506152"/>
                <a:ext cx="132840" cy="314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027E719-8304-9795-FF2E-2DCBF34880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87822" y="497142"/>
                  <a:ext cx="150480" cy="332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ACF55B-CDA0-8119-3691-CA8494048779}"/>
                    </a:ext>
                  </a:extLst>
                </p14:cNvPr>
                <p14:cNvContentPartPr/>
                <p14:nvPr/>
              </p14:nvContentPartPr>
              <p14:xfrm>
                <a:off x="8954422" y="617392"/>
                <a:ext cx="213480" cy="186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ACF55B-CDA0-8119-3691-CA849404877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45422" y="608392"/>
                  <a:ext cx="231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113EEE-A405-0B75-21C1-8AF8E9BA22A2}"/>
                    </a:ext>
                  </a:extLst>
                </p14:cNvPr>
                <p14:cNvContentPartPr/>
                <p14:nvPr/>
              </p14:nvContentPartPr>
              <p14:xfrm>
                <a:off x="9108502" y="673912"/>
                <a:ext cx="29520" cy="203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113EEE-A405-0B75-21C1-8AF8E9BA22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99502" y="664912"/>
                  <a:ext cx="471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569C8E-14A6-4C97-4419-1AF75E5F64B1}"/>
                    </a:ext>
                  </a:extLst>
                </p14:cNvPr>
                <p14:cNvContentPartPr/>
                <p14:nvPr/>
              </p14:nvContentPartPr>
              <p14:xfrm>
                <a:off x="9171862" y="671752"/>
                <a:ext cx="133920" cy="264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569C8E-14A6-4C97-4419-1AF75E5F64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2862" y="662752"/>
                  <a:ext cx="1515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8E992C-12F7-7B37-13B7-A65370F7BB65}"/>
                    </a:ext>
                  </a:extLst>
                </p14:cNvPr>
                <p14:cNvContentPartPr/>
                <p14:nvPr/>
              </p14:nvContentPartPr>
              <p14:xfrm>
                <a:off x="9282382" y="725032"/>
                <a:ext cx="199800" cy="227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8E992C-12F7-7B37-13B7-A65370F7BB6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73398" y="716032"/>
                  <a:ext cx="217408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2804AE-F020-AC73-495C-368FFF9AF97D}"/>
                    </a:ext>
                  </a:extLst>
                </p14:cNvPr>
                <p14:cNvContentPartPr/>
                <p14:nvPr/>
              </p14:nvContentPartPr>
              <p14:xfrm>
                <a:off x="8331262" y="666712"/>
                <a:ext cx="882360" cy="556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2804AE-F020-AC73-495C-368FFF9AF9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22262" y="657712"/>
                  <a:ext cx="900000" cy="57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8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76FE7-7FC7-D541-CE27-B66D8B08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75028"/>
            <a:ext cx="10905066" cy="31079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6D7287-6353-709C-40E7-E00922C4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7DB162-4689-FFF5-2D1C-8A8051BDDC25}"/>
                  </a:ext>
                </a:extLst>
              </p14:cNvPr>
              <p14:cNvContentPartPr/>
              <p14:nvPr/>
            </p14:nvContentPartPr>
            <p14:xfrm>
              <a:off x="4726582" y="2537632"/>
              <a:ext cx="1760760" cy="81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7DB162-4689-FFF5-2D1C-8A8051BDDC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7582" y="2528632"/>
                <a:ext cx="177840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91F9012-D978-E00B-B558-728882F76854}"/>
              </a:ext>
            </a:extLst>
          </p:cNvPr>
          <p:cNvGrpSpPr/>
          <p:nvPr/>
        </p:nvGrpSpPr>
        <p:grpSpPr>
          <a:xfrm>
            <a:off x="1700782" y="2812312"/>
            <a:ext cx="227880" cy="180000"/>
            <a:chOff x="1700782" y="2812312"/>
            <a:chExt cx="22788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2CC5A3-1FED-6386-CFD5-B10F1502D568}"/>
                    </a:ext>
                  </a:extLst>
                </p14:cNvPr>
                <p14:cNvContentPartPr/>
                <p14:nvPr/>
              </p14:nvContentPartPr>
              <p14:xfrm>
                <a:off x="1700782" y="2812312"/>
                <a:ext cx="196560" cy="7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2CC5A3-1FED-6386-CFD5-B10F1502D5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91782" y="2803312"/>
                  <a:ext cx="214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ED6496-1E89-46DA-3FF0-A95E0E3C207C}"/>
                    </a:ext>
                  </a:extLst>
                </p14:cNvPr>
                <p14:cNvContentPartPr/>
                <p14:nvPr/>
              </p14:nvContentPartPr>
              <p14:xfrm>
                <a:off x="1753342" y="2897272"/>
                <a:ext cx="175320" cy="9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ED6496-1E89-46DA-3FF0-A95E0E3C207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44342" y="2888272"/>
                  <a:ext cx="19296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EB32D8-4A29-D15E-8BA3-5F1DD6981D54}"/>
                  </a:ext>
                </a:extLst>
              </p14:cNvPr>
              <p14:cNvContentPartPr/>
              <p14:nvPr/>
            </p14:nvContentPartPr>
            <p14:xfrm>
              <a:off x="2138182" y="2948032"/>
              <a:ext cx="115920" cy="194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EB32D8-4A29-D15E-8BA3-5F1DD6981D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29182" y="2939032"/>
                <a:ext cx="13356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934B8F3-A559-9682-4248-5751D23A9AB3}"/>
              </a:ext>
            </a:extLst>
          </p:cNvPr>
          <p:cNvGrpSpPr/>
          <p:nvPr/>
        </p:nvGrpSpPr>
        <p:grpSpPr>
          <a:xfrm>
            <a:off x="4784902" y="2852992"/>
            <a:ext cx="1121400" cy="274680"/>
            <a:chOff x="4784902" y="2852992"/>
            <a:chExt cx="11214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5A4178-97CC-EEBB-4519-42FECCC12F0A}"/>
                    </a:ext>
                  </a:extLst>
                </p14:cNvPr>
                <p14:cNvContentPartPr/>
                <p14:nvPr/>
              </p14:nvContentPartPr>
              <p14:xfrm>
                <a:off x="4784902" y="2900512"/>
                <a:ext cx="162000" cy="22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5A4178-97CC-EEBB-4519-42FECCC12F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75922" y="2891512"/>
                  <a:ext cx="179601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DED5D8-D0B3-29DB-0E94-CA574EF24A95}"/>
                    </a:ext>
                  </a:extLst>
                </p14:cNvPr>
                <p14:cNvContentPartPr/>
                <p14:nvPr/>
              </p14:nvContentPartPr>
              <p14:xfrm>
                <a:off x="5300422" y="2854792"/>
                <a:ext cx="142560" cy="243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DED5D8-D0B3-29DB-0E94-CA574EF24A9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91422" y="2845792"/>
                  <a:ext cx="160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725CFD-C2BA-5937-84DB-A50B9ECE54A4}"/>
                    </a:ext>
                  </a:extLst>
                </p14:cNvPr>
                <p14:cNvContentPartPr/>
                <p14:nvPr/>
              </p14:nvContentPartPr>
              <p14:xfrm>
                <a:off x="5763742" y="2852992"/>
                <a:ext cx="142560" cy="22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725CFD-C2BA-5937-84DB-A50B9ECE54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54719" y="2843992"/>
                  <a:ext cx="160245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7560EA-5C3E-0499-0E71-4F3A4AA1493B}"/>
              </a:ext>
            </a:extLst>
          </p:cNvPr>
          <p:cNvGrpSpPr/>
          <p:nvPr/>
        </p:nvGrpSpPr>
        <p:grpSpPr>
          <a:xfrm>
            <a:off x="1338262" y="3346192"/>
            <a:ext cx="2826720" cy="1100160"/>
            <a:chOff x="1338262" y="3346192"/>
            <a:chExt cx="2826720" cy="11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0CC96A-8D2C-DD8E-85F4-C8D6BBCE5CD8}"/>
                    </a:ext>
                  </a:extLst>
                </p14:cNvPr>
                <p14:cNvContentPartPr/>
                <p14:nvPr/>
              </p14:nvContentPartPr>
              <p14:xfrm>
                <a:off x="1338262" y="3346192"/>
                <a:ext cx="259560" cy="141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0CC96A-8D2C-DD8E-85F4-C8D6BBCE5C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29262" y="3337192"/>
                  <a:ext cx="277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C4092E-81EF-36CE-79D2-C7DFF07E1F4E}"/>
                    </a:ext>
                  </a:extLst>
                </p14:cNvPr>
                <p14:cNvContentPartPr/>
                <p14:nvPr/>
              </p14:nvContentPartPr>
              <p14:xfrm>
                <a:off x="1446982" y="3407032"/>
                <a:ext cx="171720" cy="89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C4092E-81EF-36CE-79D2-C7DFF07E1F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37982" y="3398032"/>
                  <a:ext cx="189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807E91-4D2E-6D4A-2056-8B6E1FB422BB}"/>
                    </a:ext>
                  </a:extLst>
                </p14:cNvPr>
                <p14:cNvContentPartPr/>
                <p14:nvPr/>
              </p14:nvContentPartPr>
              <p14:xfrm>
                <a:off x="1912822" y="3918952"/>
                <a:ext cx="13320" cy="8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807E91-4D2E-6D4A-2056-8B6E1FB422B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03822" y="3909952"/>
                  <a:ext cx="30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0AA53B-EE93-D540-6C03-9F2BD0D70539}"/>
                    </a:ext>
                  </a:extLst>
                </p14:cNvPr>
                <p14:cNvContentPartPr/>
                <p14:nvPr/>
              </p14:nvContentPartPr>
              <p14:xfrm>
                <a:off x="1785382" y="3901672"/>
                <a:ext cx="1080" cy="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0AA53B-EE93-D540-6C03-9F2BD0D705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76382" y="3890872"/>
                  <a:ext cx="18720" cy="23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348360-0663-A881-C8E4-67AB12948A30}"/>
                    </a:ext>
                  </a:extLst>
                </p14:cNvPr>
                <p14:cNvContentPartPr/>
                <p14:nvPr/>
              </p14:nvContentPartPr>
              <p14:xfrm>
                <a:off x="2200102" y="3926152"/>
                <a:ext cx="28440" cy="1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348360-0663-A881-C8E4-67AB12948A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91102" y="3917152"/>
                  <a:ext cx="46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63490B-3A17-9B26-1DB6-9AFEDA006443}"/>
                    </a:ext>
                  </a:extLst>
                </p14:cNvPr>
                <p14:cNvContentPartPr/>
                <p14:nvPr/>
              </p14:nvContentPartPr>
              <p14:xfrm>
                <a:off x="2619862" y="3629512"/>
                <a:ext cx="521280" cy="45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63490B-3A17-9B26-1DB6-9AFEDA00644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10862" y="3620512"/>
                  <a:ext cx="5389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EFBD1D-4F43-86DA-8DD1-D4FD5B2ED464}"/>
                    </a:ext>
                  </a:extLst>
                </p14:cNvPr>
                <p14:cNvContentPartPr/>
                <p14:nvPr/>
              </p14:nvContentPartPr>
              <p14:xfrm>
                <a:off x="3253822" y="3578752"/>
                <a:ext cx="911160" cy="48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EFBD1D-4F43-86DA-8DD1-D4FD5B2ED4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44822" y="3569759"/>
                  <a:ext cx="928800" cy="5011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2C9E0F-F56F-88E0-41FC-C10685FF86C2}"/>
                    </a:ext>
                  </a:extLst>
                </p14:cNvPr>
                <p14:cNvContentPartPr/>
                <p14:nvPr/>
              </p14:nvContentPartPr>
              <p14:xfrm>
                <a:off x="2608702" y="3898072"/>
                <a:ext cx="1288440" cy="54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2C9E0F-F56F-88E0-41FC-C10685FF86C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99702" y="3889072"/>
                  <a:ext cx="1306080" cy="56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3FD7F7-A09A-47A6-0B32-F52098D2F527}"/>
              </a:ext>
            </a:extLst>
          </p:cNvPr>
          <p:cNvGrpSpPr/>
          <p:nvPr/>
        </p:nvGrpSpPr>
        <p:grpSpPr>
          <a:xfrm>
            <a:off x="6944542" y="342712"/>
            <a:ext cx="21240" cy="119880"/>
            <a:chOff x="6944542" y="342712"/>
            <a:chExt cx="2124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881711-D7F8-A06E-71E7-11BF113EB4DD}"/>
                    </a:ext>
                  </a:extLst>
                </p14:cNvPr>
                <p14:cNvContentPartPr/>
                <p14:nvPr/>
              </p14:nvContentPartPr>
              <p14:xfrm>
                <a:off x="6950662" y="413272"/>
                <a:ext cx="15120" cy="49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881711-D7F8-A06E-71E7-11BF113EB4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41662" y="404272"/>
                  <a:ext cx="32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BC70C5-F4E6-047A-21FE-69A4B7394A8B}"/>
                    </a:ext>
                  </a:extLst>
                </p14:cNvPr>
                <p14:cNvContentPartPr/>
                <p14:nvPr/>
              </p14:nvContentPartPr>
              <p14:xfrm>
                <a:off x="6944542" y="342712"/>
                <a:ext cx="3240" cy="64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BC70C5-F4E6-047A-21FE-69A4B7394A8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35542" y="333661"/>
                  <a:ext cx="20880" cy="8217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646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Addresses common convergence issues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Some functions have regions with very small gradients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22550C-A29B-49D0-979B-E854D1A58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367" y="2951921"/>
            <a:ext cx="5459233" cy="37553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4D001-2C63-4416-A9ED-E5FE313B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C035CB-CECA-4451-5E54-73033F0A682D}"/>
                  </a:ext>
                </a:extLst>
              </p14:cNvPr>
              <p14:cNvContentPartPr/>
              <p14:nvPr/>
            </p14:nvContentPartPr>
            <p14:xfrm>
              <a:off x="4434982" y="3170512"/>
              <a:ext cx="698040" cy="87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C035CB-CECA-4451-5E54-73033F0A68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0954" y="3062512"/>
                <a:ext cx="805736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F830CD-4983-3EA0-B06B-0E7710B2311C}"/>
                  </a:ext>
                </a:extLst>
              </p14:cNvPr>
              <p14:cNvContentPartPr/>
              <p14:nvPr/>
            </p14:nvContentPartPr>
            <p14:xfrm>
              <a:off x="7208782" y="3162952"/>
              <a:ext cx="714240" cy="75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F830CD-4983-3EA0-B06B-0E7710B231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4809" y="3054952"/>
                <a:ext cx="821826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B923ED-BD86-9154-78FC-940F76C8E359}"/>
                  </a:ext>
                </a:extLst>
              </p14:cNvPr>
              <p14:cNvContentPartPr/>
              <p14:nvPr/>
            </p14:nvContentPartPr>
            <p14:xfrm>
              <a:off x="4523902" y="3165832"/>
              <a:ext cx="559800" cy="37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B923ED-BD86-9154-78FC-940F76C8E3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69902" y="3057832"/>
                <a:ext cx="667440" cy="2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ADE2DCE-652F-C186-C8FE-A696202D45A9}"/>
              </a:ext>
            </a:extLst>
          </p:cNvPr>
          <p:cNvGrpSpPr/>
          <p:nvPr/>
        </p:nvGrpSpPr>
        <p:grpSpPr>
          <a:xfrm>
            <a:off x="4590502" y="3026512"/>
            <a:ext cx="1257480" cy="732960"/>
            <a:chOff x="4590502" y="3026512"/>
            <a:chExt cx="125748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C5B326-DA09-87FA-57DF-BBA035BD1EF1}"/>
                    </a:ext>
                  </a:extLst>
                </p14:cNvPr>
                <p14:cNvContentPartPr/>
                <p14:nvPr/>
              </p14:nvContentPartPr>
              <p14:xfrm>
                <a:off x="4590502" y="3026512"/>
                <a:ext cx="754560" cy="12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C5B326-DA09-87FA-57DF-BBA035BD1E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1502" y="3017512"/>
                  <a:ext cx="772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1FE882-D636-F6F9-5070-CCFDEC4EEC49}"/>
                    </a:ext>
                  </a:extLst>
                </p14:cNvPr>
                <p14:cNvContentPartPr/>
                <p14:nvPr/>
              </p14:nvContentPartPr>
              <p14:xfrm>
                <a:off x="4594102" y="3161152"/>
                <a:ext cx="31680" cy="126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A1FE882-D636-F6F9-5070-CCFDEC4EEC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5102" y="3152152"/>
                  <a:ext cx="49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1C48A2-D5E0-0F7A-DFE8-465DBE753737}"/>
                    </a:ext>
                  </a:extLst>
                </p14:cNvPr>
                <p14:cNvContentPartPr/>
                <p14:nvPr/>
              </p14:nvContentPartPr>
              <p14:xfrm>
                <a:off x="4691662" y="3160432"/>
                <a:ext cx="18720" cy="54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1C48A2-D5E0-0F7A-DFE8-465DBE7537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82832" y="3151372"/>
                  <a:ext cx="36027" cy="721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61FAD6-F6A0-AFBF-4F57-B7CC69FDE09A}"/>
                    </a:ext>
                  </a:extLst>
                </p14:cNvPr>
                <p14:cNvContentPartPr/>
                <p14:nvPr/>
              </p14:nvContentPartPr>
              <p14:xfrm>
                <a:off x="4631182" y="3153232"/>
                <a:ext cx="102240" cy="10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61FAD6-F6A0-AFBF-4F57-B7CC69FDE0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22182" y="3144232"/>
                  <a:ext cx="119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DB98E0-2A94-7870-3148-13E18DEFF4FC}"/>
                    </a:ext>
                  </a:extLst>
                </p14:cNvPr>
                <p14:cNvContentPartPr/>
                <p14:nvPr/>
              </p14:nvContentPartPr>
              <p14:xfrm>
                <a:off x="4728382" y="3097072"/>
                <a:ext cx="114120" cy="14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DB98E0-2A94-7870-3148-13E18DEFF4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19382" y="3088072"/>
                  <a:ext cx="131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644512-218C-CB9C-7DAD-5C973A9E3D9F}"/>
                    </a:ext>
                  </a:extLst>
                </p14:cNvPr>
                <p14:cNvContentPartPr/>
                <p14:nvPr/>
              </p14:nvContentPartPr>
              <p14:xfrm>
                <a:off x="4843222" y="3101752"/>
                <a:ext cx="110520" cy="14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644512-218C-CB9C-7DAD-5C973A9E3D9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4222" y="3092752"/>
                  <a:ext cx="128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2FDDBCD-7A43-7726-AA40-99F927A44C2A}"/>
                    </a:ext>
                  </a:extLst>
                </p14:cNvPr>
                <p14:cNvContentPartPr/>
                <p14:nvPr/>
              </p14:nvContentPartPr>
              <p14:xfrm>
                <a:off x="4970302" y="3066472"/>
                <a:ext cx="95760" cy="162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2FDDBCD-7A43-7726-AA40-99F927A44C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61302" y="3057472"/>
                  <a:ext cx="11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17B298-B831-4D32-F206-6A60A67CD3AC}"/>
                    </a:ext>
                  </a:extLst>
                </p14:cNvPr>
                <p14:cNvContentPartPr/>
                <p14:nvPr/>
              </p14:nvContentPartPr>
              <p14:xfrm>
                <a:off x="5077942" y="3041992"/>
                <a:ext cx="169560" cy="172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17B298-B831-4D32-F206-6A60A67CD3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68942" y="3032992"/>
                  <a:ext cx="187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E63A8E-0DD9-F8A5-93D3-0FE0378055F2}"/>
                    </a:ext>
                  </a:extLst>
                </p14:cNvPr>
                <p14:cNvContentPartPr/>
                <p14:nvPr/>
              </p14:nvContentPartPr>
              <p14:xfrm>
                <a:off x="5152462" y="3086272"/>
                <a:ext cx="264600" cy="166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E63A8E-0DD9-F8A5-93D3-0FE0378055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3462" y="3077272"/>
                  <a:ext cx="282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26F801-5DCF-120D-DA0C-E4E9B6313736}"/>
                    </a:ext>
                  </a:extLst>
                </p14:cNvPr>
                <p14:cNvContentPartPr/>
                <p14:nvPr/>
              </p14:nvContentPartPr>
              <p14:xfrm>
                <a:off x="5322022" y="3076192"/>
                <a:ext cx="430200" cy="63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26F801-5DCF-120D-DA0C-E4E9B63137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13022" y="3067192"/>
                  <a:ext cx="4478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39BBB9-32A5-252F-52D9-9CCB98CFB5C4}"/>
                    </a:ext>
                  </a:extLst>
                </p14:cNvPr>
                <p14:cNvContentPartPr/>
                <p14:nvPr/>
              </p14:nvContentPartPr>
              <p14:xfrm>
                <a:off x="5669422" y="3553912"/>
                <a:ext cx="178560" cy="20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39BBB9-32A5-252F-52D9-9CCB98CFB5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60422" y="3544928"/>
                  <a:ext cx="196200" cy="22316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0BF7F8-A210-18D3-D4BF-793F00B1D50B}"/>
                  </a:ext>
                </a:extLst>
              </p14:cNvPr>
              <p14:cNvContentPartPr/>
              <p14:nvPr/>
            </p14:nvContentPartPr>
            <p14:xfrm>
              <a:off x="6166582" y="5401792"/>
              <a:ext cx="93960" cy="101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0BF7F8-A210-18D3-D4BF-793F00B1D50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57582" y="5392760"/>
                <a:ext cx="111600" cy="1188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651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Momentum update equations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2F4EBBC-2B66-49BE-908D-B47BBA7431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046" t="9931" r="35696" b="75347"/>
          <a:stretch/>
        </p:blipFill>
        <p:spPr>
          <a:xfrm>
            <a:off x="3014869" y="1759225"/>
            <a:ext cx="6162262" cy="40127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BAC6D-B725-461C-98C2-5441319A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EB1128-8BE8-D075-28C4-B7EDDA28B13E}"/>
              </a:ext>
            </a:extLst>
          </p:cNvPr>
          <p:cNvGrpSpPr/>
          <p:nvPr/>
        </p:nvGrpSpPr>
        <p:grpSpPr>
          <a:xfrm>
            <a:off x="3963742" y="3146032"/>
            <a:ext cx="1295280" cy="341280"/>
            <a:chOff x="3963742" y="3146032"/>
            <a:chExt cx="129528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7A2003-33E1-2DF7-20AE-B74E82F544D3}"/>
                    </a:ext>
                  </a:extLst>
                </p14:cNvPr>
                <p14:cNvContentPartPr/>
                <p14:nvPr/>
              </p14:nvContentPartPr>
              <p14:xfrm>
                <a:off x="3963742" y="3201472"/>
                <a:ext cx="1273680" cy="28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7A2003-33E1-2DF7-20AE-B74E82F544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54742" y="3192472"/>
                  <a:ext cx="1291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51D042-002B-A82D-DA39-46B7545EF652}"/>
                    </a:ext>
                  </a:extLst>
                </p14:cNvPr>
                <p14:cNvContentPartPr/>
                <p14:nvPr/>
              </p14:nvContentPartPr>
              <p14:xfrm>
                <a:off x="5185942" y="3207232"/>
                <a:ext cx="52200" cy="146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51D042-002B-A82D-DA39-46B7545EF6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76942" y="3198232"/>
                  <a:ext cx="69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CCD87C-656B-1E68-23FD-E0F146DA17E9}"/>
                    </a:ext>
                  </a:extLst>
                </p14:cNvPr>
                <p14:cNvContentPartPr/>
                <p14:nvPr/>
              </p14:nvContentPartPr>
              <p14:xfrm>
                <a:off x="5167222" y="3146032"/>
                <a:ext cx="91800" cy="185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CCD87C-656B-1E68-23FD-E0F146DA17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58222" y="3137032"/>
                  <a:ext cx="10944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9633A7-98D7-01B8-D94B-582EBA1F1C3E}"/>
              </a:ext>
            </a:extLst>
          </p:cNvPr>
          <p:cNvGrpSpPr/>
          <p:nvPr/>
        </p:nvGrpSpPr>
        <p:grpSpPr>
          <a:xfrm>
            <a:off x="7005022" y="4973032"/>
            <a:ext cx="622800" cy="101160"/>
            <a:chOff x="7005022" y="4973032"/>
            <a:chExt cx="6228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B6C8AF-CA81-77F9-06DC-600C31DCD5E6}"/>
                    </a:ext>
                  </a:extLst>
                </p14:cNvPr>
                <p14:cNvContentPartPr/>
                <p14:nvPr/>
              </p14:nvContentPartPr>
              <p14:xfrm>
                <a:off x="7005022" y="4973032"/>
                <a:ext cx="564120" cy="40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B6C8AF-CA81-77F9-06DC-600C31DCD5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96022" y="4964032"/>
                  <a:ext cx="58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E06517-2D23-9099-D9DA-0267E185AE65}"/>
                    </a:ext>
                  </a:extLst>
                </p14:cNvPr>
                <p14:cNvContentPartPr/>
                <p14:nvPr/>
              </p14:nvContentPartPr>
              <p14:xfrm>
                <a:off x="7053262" y="5028472"/>
                <a:ext cx="574560" cy="45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E06517-2D23-9099-D9DA-0267E185AE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44262" y="5019472"/>
                  <a:ext cx="5922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8CA1ED-4134-169B-44EF-8242581D86A9}"/>
              </a:ext>
            </a:extLst>
          </p:cNvPr>
          <p:cNvGrpSpPr/>
          <p:nvPr/>
        </p:nvGrpSpPr>
        <p:grpSpPr>
          <a:xfrm>
            <a:off x="7529182" y="3230992"/>
            <a:ext cx="452520" cy="137880"/>
            <a:chOff x="7529182" y="3230992"/>
            <a:chExt cx="452520" cy="1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B8F853-964F-D010-2B53-32C0A0CE18BF}"/>
                    </a:ext>
                  </a:extLst>
                </p14:cNvPr>
                <p14:cNvContentPartPr/>
                <p14:nvPr/>
              </p14:nvContentPartPr>
              <p14:xfrm>
                <a:off x="7529182" y="3230992"/>
                <a:ext cx="452520" cy="97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B8F853-964F-D010-2B53-32C0A0CE18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20175" y="3221992"/>
                  <a:ext cx="470174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3F57EE-F384-FB8B-01BE-66A590ED1F46}"/>
                    </a:ext>
                  </a:extLst>
                </p14:cNvPr>
                <p14:cNvContentPartPr/>
                <p14:nvPr/>
              </p14:nvContentPartPr>
              <p14:xfrm>
                <a:off x="7595782" y="3311992"/>
                <a:ext cx="244800" cy="56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3F57EE-F384-FB8B-01BE-66A590ED1F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86782" y="3302992"/>
                  <a:ext cx="262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053004-0E62-631A-A568-81C08D66C542}"/>
              </a:ext>
            </a:extLst>
          </p:cNvPr>
          <p:cNvGrpSpPr/>
          <p:nvPr/>
        </p:nvGrpSpPr>
        <p:grpSpPr>
          <a:xfrm>
            <a:off x="5801902" y="3160072"/>
            <a:ext cx="705240" cy="222840"/>
            <a:chOff x="5801902" y="3160072"/>
            <a:chExt cx="70524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4678C3-E9B0-FD1B-8097-28745BFA132D}"/>
                    </a:ext>
                  </a:extLst>
                </p14:cNvPr>
                <p14:cNvContentPartPr/>
                <p14:nvPr/>
              </p14:nvContentPartPr>
              <p14:xfrm>
                <a:off x="5801902" y="3253312"/>
                <a:ext cx="292320" cy="44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4678C3-E9B0-FD1B-8097-28745BFA13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92902" y="3244312"/>
                  <a:ext cx="309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C83FA20-0239-37CB-1B72-8364BA5F23E4}"/>
                    </a:ext>
                  </a:extLst>
                </p14:cNvPr>
                <p14:cNvContentPartPr/>
                <p14:nvPr/>
              </p14:nvContentPartPr>
              <p14:xfrm>
                <a:off x="5846902" y="3335752"/>
                <a:ext cx="208800" cy="4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C83FA20-0239-37CB-1B72-8364BA5F23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7902" y="3326820"/>
                  <a:ext cx="226440" cy="646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78B5FF-C019-2727-C0EA-D53925AA224F}"/>
                    </a:ext>
                  </a:extLst>
                </p14:cNvPr>
                <p14:cNvContentPartPr/>
                <p14:nvPr/>
              </p14:nvContentPartPr>
              <p14:xfrm>
                <a:off x="6166222" y="3160072"/>
                <a:ext cx="340920" cy="128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78B5FF-C019-2727-C0EA-D53925AA22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57222" y="3151047"/>
                  <a:ext cx="358560" cy="1462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8DB6B7-6C2C-32C0-DD01-7C3927363AC0}"/>
                    </a:ext>
                  </a:extLst>
                </p14:cNvPr>
                <p14:cNvContentPartPr/>
                <p14:nvPr/>
              </p14:nvContentPartPr>
              <p14:xfrm>
                <a:off x="6241822" y="3236032"/>
                <a:ext cx="250560" cy="9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8DB6B7-6C2C-32C0-DD01-7C3927363A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32822" y="3227067"/>
                  <a:ext cx="268200" cy="10937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E20D385-B75B-5F65-B432-93386B48A350}"/>
                  </a:ext>
                </a:extLst>
              </p14:cNvPr>
              <p14:cNvContentPartPr/>
              <p14:nvPr/>
            </p14:nvContentPartPr>
            <p14:xfrm>
              <a:off x="6939862" y="4181032"/>
              <a:ext cx="1343160" cy="1292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E20D385-B75B-5F65-B432-93386B48A3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30862" y="4172032"/>
                <a:ext cx="136080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93FD44-452B-93D9-76D5-F3EE7FC40383}"/>
                  </a:ext>
                </a:extLst>
              </p14:cNvPr>
              <p14:cNvContentPartPr/>
              <p14:nvPr/>
            </p14:nvContentPartPr>
            <p14:xfrm>
              <a:off x="5729902" y="2390752"/>
              <a:ext cx="1092960" cy="128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93FD44-452B-93D9-76D5-F3EE7FC403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20902" y="2381752"/>
                <a:ext cx="1110600" cy="13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52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4B809E-5599-F788-C429-2B8DA990D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75360"/>
            <a:ext cx="10905066" cy="49072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160D7-E7CA-59B4-55EC-2C695588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EACF52-807F-E300-C804-57886F7E4EB6}"/>
                  </a:ext>
                </a:extLst>
              </p14:cNvPr>
              <p14:cNvContentPartPr/>
              <p14:nvPr/>
            </p14:nvContentPartPr>
            <p14:xfrm>
              <a:off x="1753342" y="3359872"/>
              <a:ext cx="357120" cy="5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EACF52-807F-E300-C804-57886F7E4E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4333" y="3350872"/>
                <a:ext cx="374778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DC26AF-3150-6A38-81FB-271FBCEA45AD}"/>
                  </a:ext>
                </a:extLst>
              </p14:cNvPr>
              <p14:cNvContentPartPr/>
              <p14:nvPr/>
            </p14:nvContentPartPr>
            <p14:xfrm>
              <a:off x="2618782" y="3394072"/>
              <a:ext cx="720360" cy="6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DC26AF-3150-6A38-81FB-271FBCEA45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09782" y="3385072"/>
                <a:ext cx="7380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107995-BB14-6DD1-19F7-887D8739FC2A}"/>
                  </a:ext>
                </a:extLst>
              </p14:cNvPr>
              <p14:cNvContentPartPr/>
              <p14:nvPr/>
            </p14:nvContentPartPr>
            <p14:xfrm>
              <a:off x="1753702" y="4574872"/>
              <a:ext cx="205200" cy="51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107995-BB14-6DD1-19F7-887D8739FC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4702" y="4565872"/>
                <a:ext cx="2228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666E26-6908-9814-1CEB-D45338806330}"/>
                  </a:ext>
                </a:extLst>
              </p14:cNvPr>
              <p14:cNvContentPartPr/>
              <p14:nvPr/>
            </p14:nvContentPartPr>
            <p14:xfrm>
              <a:off x="2168782" y="4583152"/>
              <a:ext cx="284400" cy="26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666E26-6908-9814-1CEB-D453388063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9782" y="4574152"/>
                <a:ext cx="302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A6B1BA-954C-6E2A-574B-23053F91E476}"/>
                  </a:ext>
                </a:extLst>
              </p14:cNvPr>
              <p14:cNvContentPartPr/>
              <p14:nvPr/>
            </p14:nvContentPartPr>
            <p14:xfrm>
              <a:off x="6140662" y="4379032"/>
              <a:ext cx="25560" cy="3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A6B1BA-954C-6E2A-574B-23053F91E4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31533" y="4370032"/>
                <a:ext cx="43452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440DFAF2-1D6E-F4A9-62B6-4118B68FB789}"/>
              </a:ext>
            </a:extLst>
          </p:cNvPr>
          <p:cNvGrpSpPr/>
          <p:nvPr/>
        </p:nvGrpSpPr>
        <p:grpSpPr>
          <a:xfrm>
            <a:off x="2831542" y="4465792"/>
            <a:ext cx="3592800" cy="212400"/>
            <a:chOff x="2831542" y="4465792"/>
            <a:chExt cx="359280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40FE7D-D4AB-3F42-3812-DB40E88571D7}"/>
                    </a:ext>
                  </a:extLst>
                </p14:cNvPr>
                <p14:cNvContentPartPr/>
                <p14:nvPr/>
              </p14:nvContentPartPr>
              <p14:xfrm>
                <a:off x="2831542" y="4573792"/>
                <a:ext cx="150840" cy="20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40FE7D-D4AB-3F42-3812-DB40E88571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22542" y="4564792"/>
                  <a:ext cx="168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BFABCB-1ADA-040F-0998-08BB888C2A5D}"/>
                    </a:ext>
                  </a:extLst>
                </p14:cNvPr>
                <p14:cNvContentPartPr/>
                <p14:nvPr/>
              </p14:nvContentPartPr>
              <p14:xfrm>
                <a:off x="3212062" y="4578832"/>
                <a:ext cx="89640" cy="2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BFABCB-1ADA-040F-0998-08BB888C2A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03062" y="4569832"/>
                  <a:ext cx="107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71C8A5-95A4-7D40-C108-6F888A6A4DFA}"/>
                    </a:ext>
                  </a:extLst>
                </p14:cNvPr>
                <p14:cNvContentPartPr/>
                <p14:nvPr/>
              </p14:nvContentPartPr>
              <p14:xfrm>
                <a:off x="3490342" y="4546432"/>
                <a:ext cx="1956240" cy="131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71C8A5-95A4-7D40-C108-6F888A6A4DF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81342" y="4537432"/>
                  <a:ext cx="1973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2345C6-A0EB-C174-6066-B10CABC25BA8}"/>
                    </a:ext>
                  </a:extLst>
                </p14:cNvPr>
                <p14:cNvContentPartPr/>
                <p14:nvPr/>
              </p14:nvContentPartPr>
              <p14:xfrm>
                <a:off x="5674102" y="4565872"/>
                <a:ext cx="750240" cy="5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2345C6-A0EB-C174-6066-B10CABC25BA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65102" y="4556872"/>
                  <a:ext cx="767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0AC74F-DE02-AA82-5F06-9586BB8C6A7A}"/>
                    </a:ext>
                  </a:extLst>
                </p14:cNvPr>
                <p14:cNvContentPartPr/>
                <p14:nvPr/>
              </p14:nvContentPartPr>
              <p14:xfrm>
                <a:off x="3078142" y="4553992"/>
                <a:ext cx="2556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0AC74F-DE02-AA82-5F06-9586BB8C6A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69142" y="4544429"/>
                  <a:ext cx="43200" cy="24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1C0297-3553-1154-C07D-48C108C3531A}"/>
                    </a:ext>
                  </a:extLst>
                </p14:cNvPr>
                <p14:cNvContentPartPr/>
                <p14:nvPr/>
              </p14:nvContentPartPr>
              <p14:xfrm>
                <a:off x="5663662" y="4537432"/>
                <a:ext cx="92520" cy="3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1C0297-3553-1154-C07D-48C108C353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54662" y="4528532"/>
                  <a:ext cx="110160" cy="49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4211C5-09FE-02ED-E7B9-7BD686BEF24E}"/>
                    </a:ext>
                  </a:extLst>
                </p14:cNvPr>
                <p14:cNvContentPartPr/>
                <p14:nvPr/>
              </p14:nvContentPartPr>
              <p14:xfrm>
                <a:off x="5879662" y="4465792"/>
                <a:ext cx="3240" cy="74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4211C5-09FE-02ED-E7B9-7BD686BEF24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0662" y="4456792"/>
                  <a:ext cx="20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AA7527-3A34-90E5-A03A-A33E2B42912A}"/>
                    </a:ext>
                  </a:extLst>
                </p14:cNvPr>
                <p14:cNvContentPartPr/>
                <p14:nvPr/>
              </p14:nvContentPartPr>
              <p14:xfrm>
                <a:off x="5590582" y="4641832"/>
                <a:ext cx="2520" cy="4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AA7527-3A34-90E5-A03A-A33E2B42912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81582" y="4632014"/>
                  <a:ext cx="20160" cy="23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396C6D-1BD6-102F-6FA6-A7DF564E9079}"/>
                    </a:ext>
                  </a:extLst>
                </p14:cNvPr>
                <p14:cNvContentPartPr/>
                <p14:nvPr/>
              </p14:nvContentPartPr>
              <p14:xfrm>
                <a:off x="6078742" y="4496032"/>
                <a:ext cx="30600" cy="1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396C6D-1BD6-102F-6FA6-A7DF564E90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69742" y="4487246"/>
                  <a:ext cx="48240" cy="319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27220E5-A635-154A-66CE-785D45A1D3DD}"/>
                  </a:ext>
                </a:extLst>
              </p14:cNvPr>
              <p14:cNvContentPartPr/>
              <p14:nvPr/>
            </p14:nvContentPartPr>
            <p14:xfrm>
              <a:off x="6047062" y="4099672"/>
              <a:ext cx="3600" cy="8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27220E5-A635-154A-66CE-785D45A1D3D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38062" y="4091032"/>
                <a:ext cx="21240" cy="25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E2DAF15-084B-0A4E-3E33-EEA7A1E06524}"/>
                  </a:ext>
                </a:extLst>
              </p14:cNvPr>
              <p14:cNvContentPartPr/>
              <p14:nvPr/>
            </p14:nvContentPartPr>
            <p14:xfrm>
              <a:off x="1833262" y="4767112"/>
              <a:ext cx="2520" cy="7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E2DAF15-084B-0A4E-3E33-EEA7A1E0652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24262" y="4758112"/>
                <a:ext cx="201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B9A85D-46DC-D150-4EB2-EB1A8CC95E03}"/>
                  </a:ext>
                </a:extLst>
              </p14:cNvPr>
              <p14:cNvContentPartPr/>
              <p14:nvPr/>
            </p14:nvContentPartPr>
            <p14:xfrm>
              <a:off x="3581782" y="4711672"/>
              <a:ext cx="73080" cy="145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B9A85D-46DC-D150-4EB2-EB1A8CC95E0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572782" y="4702650"/>
                <a:ext cx="90720" cy="163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8E1C601-F8DA-4A99-E4C7-35D41360565F}"/>
                  </a:ext>
                </a:extLst>
              </p14:cNvPr>
              <p14:cNvContentPartPr/>
              <p14:nvPr/>
            </p14:nvContentPartPr>
            <p14:xfrm>
              <a:off x="2706262" y="5165992"/>
              <a:ext cx="264600" cy="20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8E1C601-F8DA-4A99-E4C7-35D41360565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97250" y="5156992"/>
                <a:ext cx="282264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D16B111-FC21-6163-AC61-56843B30998E}"/>
                  </a:ext>
                </a:extLst>
              </p14:cNvPr>
              <p14:cNvContentPartPr/>
              <p14:nvPr/>
            </p14:nvContentPartPr>
            <p14:xfrm>
              <a:off x="3290902" y="5154832"/>
              <a:ext cx="123120" cy="594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D16B111-FC21-6163-AC61-56843B30998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281928" y="5145832"/>
                <a:ext cx="140709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40C6931-5D33-7580-AE24-EE03C8EC829F}"/>
                  </a:ext>
                </a:extLst>
              </p14:cNvPr>
              <p14:cNvContentPartPr/>
              <p14:nvPr/>
            </p14:nvContentPartPr>
            <p14:xfrm>
              <a:off x="3426982" y="5087872"/>
              <a:ext cx="28800" cy="2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40C6931-5D33-7580-AE24-EE03C8EC829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417982" y="5077072"/>
                <a:ext cx="46440" cy="23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80D575B-E3F9-B1C0-6818-921E00993348}"/>
                  </a:ext>
                </a:extLst>
              </p14:cNvPr>
              <p14:cNvContentPartPr/>
              <p14:nvPr/>
            </p14:nvContentPartPr>
            <p14:xfrm>
              <a:off x="2646142" y="4914712"/>
              <a:ext cx="39960" cy="77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80D575B-E3F9-B1C0-6818-921E00993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637142" y="4905754"/>
                <a:ext cx="57600" cy="94958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AA292AF-5905-14B4-BFF3-BDB10EA8D6F6}"/>
              </a:ext>
            </a:extLst>
          </p:cNvPr>
          <p:cNvGrpSpPr/>
          <p:nvPr/>
        </p:nvGrpSpPr>
        <p:grpSpPr>
          <a:xfrm>
            <a:off x="2396662" y="4698352"/>
            <a:ext cx="533160" cy="203040"/>
            <a:chOff x="2396662" y="4698352"/>
            <a:chExt cx="53316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796EE6-C9E7-FE04-B2C8-25C96B188013}"/>
                    </a:ext>
                  </a:extLst>
                </p14:cNvPr>
                <p14:cNvContentPartPr/>
                <p14:nvPr/>
              </p14:nvContentPartPr>
              <p14:xfrm>
                <a:off x="2927302" y="4698352"/>
                <a:ext cx="2520" cy="6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796EE6-C9E7-FE04-B2C8-25C96B18801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18302" y="4689352"/>
                  <a:ext cx="20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D421FB-1D7D-EB82-BB29-F2CB20D41534}"/>
                    </a:ext>
                  </a:extLst>
                </p14:cNvPr>
                <p14:cNvContentPartPr/>
                <p14:nvPr/>
              </p14:nvContentPartPr>
              <p14:xfrm>
                <a:off x="2507182" y="4834792"/>
                <a:ext cx="19080" cy="1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D421FB-1D7D-EB82-BB29-F2CB20D4153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498349" y="4825792"/>
                  <a:ext cx="36393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693D72-BC7F-9315-166D-04AC42DB7BBE}"/>
                    </a:ext>
                  </a:extLst>
                </p14:cNvPr>
                <p14:cNvContentPartPr/>
                <p14:nvPr/>
              </p14:nvContentPartPr>
              <p14:xfrm>
                <a:off x="2789422" y="4818592"/>
                <a:ext cx="23760" cy="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693D72-BC7F-9315-166D-04AC42DB7BB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80422" y="4809952"/>
                  <a:ext cx="41400" cy="25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5F7C4C2-1FFA-B4A4-FC5F-1FBA35545FFF}"/>
                    </a:ext>
                  </a:extLst>
                </p14:cNvPr>
                <p14:cNvContentPartPr/>
                <p14:nvPr/>
              </p14:nvContentPartPr>
              <p14:xfrm>
                <a:off x="2396662" y="4756312"/>
                <a:ext cx="521280" cy="145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5F7C4C2-1FFA-B4A4-FC5F-1FBA35545F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87662" y="4747312"/>
                  <a:ext cx="5389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4988DD-C322-3013-333F-705324FFA0E6}"/>
              </a:ext>
            </a:extLst>
          </p:cNvPr>
          <p:cNvGrpSpPr/>
          <p:nvPr/>
        </p:nvGrpSpPr>
        <p:grpSpPr>
          <a:xfrm>
            <a:off x="3223222" y="4733632"/>
            <a:ext cx="574920" cy="142200"/>
            <a:chOff x="3223222" y="4733632"/>
            <a:chExt cx="57492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BA23426-F563-1D0A-0D12-55FEFA68ECBC}"/>
                    </a:ext>
                  </a:extLst>
                </p14:cNvPr>
                <p14:cNvContentPartPr/>
                <p14:nvPr/>
              </p14:nvContentPartPr>
              <p14:xfrm>
                <a:off x="3275782" y="4852792"/>
                <a:ext cx="22680" cy="16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BA23426-F563-1D0A-0D12-55FEFA68EC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66782" y="4843792"/>
                  <a:ext cx="40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FA4110-F907-25DF-4BCD-8A72239021C1}"/>
                    </a:ext>
                  </a:extLst>
                </p14:cNvPr>
                <p14:cNvContentPartPr/>
                <p14:nvPr/>
              </p14:nvContentPartPr>
              <p14:xfrm>
                <a:off x="3223222" y="4823632"/>
                <a:ext cx="574920" cy="32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FA4110-F907-25DF-4BCD-8A72239021C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14222" y="4814632"/>
                  <a:ext cx="592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88B06F-BB4E-B679-B9F2-4259A6AF15E3}"/>
                    </a:ext>
                  </a:extLst>
                </p14:cNvPr>
                <p14:cNvContentPartPr/>
                <p14:nvPr/>
              </p14:nvContentPartPr>
              <p14:xfrm>
                <a:off x="3227542" y="4733632"/>
                <a:ext cx="568080" cy="142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88B06F-BB4E-B679-B9F2-4259A6AF15E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18542" y="4724609"/>
                  <a:ext cx="585720" cy="159885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504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EA59-E586-44B6-8C34-007E4BE6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7B5B-027B-4F8C-A0DA-241B95DBE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601863" cy="4351338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Some functions cause gradient descent to get stuck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Momentum overcomes these issues by replicating the effect of physical momentum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63E798-6EC3-4AE4-B294-994A463E0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9182" y="3320210"/>
            <a:ext cx="9693635" cy="33333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CFCE3-1DDB-4355-B182-CCF29A39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5B3666-4E75-8A95-B7DE-C380AA884FA8}"/>
              </a:ext>
            </a:extLst>
          </p:cNvPr>
          <p:cNvGrpSpPr/>
          <p:nvPr/>
        </p:nvGrpSpPr>
        <p:grpSpPr>
          <a:xfrm>
            <a:off x="2447782" y="3842992"/>
            <a:ext cx="690120" cy="859680"/>
            <a:chOff x="2447782" y="3842992"/>
            <a:chExt cx="69012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8AD6C1-32FA-98D2-E26E-9398ED7E16B7}"/>
                    </a:ext>
                  </a:extLst>
                </p14:cNvPr>
                <p14:cNvContentPartPr/>
                <p14:nvPr/>
              </p14:nvContentPartPr>
              <p14:xfrm>
                <a:off x="2447782" y="4180312"/>
                <a:ext cx="239040" cy="245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8AD6C1-32FA-98D2-E26E-9398ED7E16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8782" y="4171312"/>
                  <a:ext cx="256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881B71-2F2C-ACC9-6E36-877C19AD698C}"/>
                    </a:ext>
                  </a:extLst>
                </p14:cNvPr>
                <p14:cNvContentPartPr/>
                <p14:nvPr/>
              </p14:nvContentPartPr>
              <p14:xfrm>
                <a:off x="2475142" y="3842992"/>
                <a:ext cx="662760" cy="85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881B71-2F2C-ACC9-6E36-877C19AD69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6142" y="3833992"/>
                  <a:ext cx="680400" cy="87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D0C60E-A65B-544F-13EF-DD01EE0A18DE}"/>
              </a:ext>
            </a:extLst>
          </p:cNvPr>
          <p:cNvGrpSpPr/>
          <p:nvPr/>
        </p:nvGrpSpPr>
        <p:grpSpPr>
          <a:xfrm>
            <a:off x="2418622" y="3990232"/>
            <a:ext cx="3846240" cy="2208240"/>
            <a:chOff x="2418622" y="3990232"/>
            <a:chExt cx="3846240" cy="22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82FF55-7AD0-6AF9-9E1B-2A6E63CBC986}"/>
                    </a:ext>
                  </a:extLst>
                </p14:cNvPr>
                <p14:cNvContentPartPr/>
                <p14:nvPr/>
              </p14:nvContentPartPr>
              <p14:xfrm>
                <a:off x="3411502" y="5120272"/>
                <a:ext cx="321120" cy="10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82FF55-7AD0-6AF9-9E1B-2A6E63CBC9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02502" y="5111272"/>
                  <a:ext cx="338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ADA8BA-64E1-8D87-F41A-C8CCBF982F3E}"/>
                    </a:ext>
                  </a:extLst>
                </p14:cNvPr>
                <p14:cNvContentPartPr/>
                <p14:nvPr/>
              </p14:nvContentPartPr>
              <p14:xfrm>
                <a:off x="6087022" y="5696632"/>
                <a:ext cx="101880" cy="169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ADA8BA-64E1-8D87-F41A-C8CCBF982F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78022" y="5687632"/>
                  <a:ext cx="119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B18FA2-770F-B412-66F0-BFAA464C624D}"/>
                    </a:ext>
                  </a:extLst>
                </p14:cNvPr>
                <p14:cNvContentPartPr/>
                <p14:nvPr/>
              </p14:nvContentPartPr>
              <p14:xfrm>
                <a:off x="4380622" y="5527072"/>
                <a:ext cx="491040" cy="165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B18FA2-770F-B412-66F0-BFAA464C62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1622" y="5518052"/>
                  <a:ext cx="508680" cy="1836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8D2128-4426-A80C-B0DD-8BAD456BA228}"/>
                    </a:ext>
                  </a:extLst>
                </p14:cNvPr>
                <p14:cNvContentPartPr/>
                <p14:nvPr/>
              </p14:nvContentPartPr>
              <p14:xfrm>
                <a:off x="6251182" y="5839552"/>
                <a:ext cx="13680" cy="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8D2128-4426-A80C-B0DD-8BAD456BA2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2182" y="5830552"/>
                  <a:ext cx="31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7F90ED-E027-C48E-2A03-8EE42E48C571}"/>
                    </a:ext>
                  </a:extLst>
                </p14:cNvPr>
                <p14:cNvContentPartPr/>
                <p14:nvPr/>
              </p14:nvContentPartPr>
              <p14:xfrm>
                <a:off x="2418622" y="4375432"/>
                <a:ext cx="165240" cy="10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7F90ED-E027-C48E-2A03-8EE42E48C5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9622" y="4366432"/>
                  <a:ext cx="182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18444C-F630-D53F-8954-FC161562995C}"/>
                    </a:ext>
                  </a:extLst>
                </p14:cNvPr>
                <p14:cNvContentPartPr/>
                <p14:nvPr/>
              </p14:nvContentPartPr>
              <p14:xfrm>
                <a:off x="2885542" y="3990232"/>
                <a:ext cx="177480" cy="26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18444C-F630-D53F-8954-FC16156299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6542" y="3981232"/>
                  <a:ext cx="19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6D1655-80F5-5179-A5E6-954613F60368}"/>
                    </a:ext>
                  </a:extLst>
                </p14:cNvPr>
                <p14:cNvContentPartPr/>
                <p14:nvPr/>
              </p14:nvContentPartPr>
              <p14:xfrm>
                <a:off x="2450662" y="4712752"/>
                <a:ext cx="106560" cy="76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6D1655-80F5-5179-A5E6-954613F603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41662" y="4703752"/>
                  <a:ext cx="124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55F4ED-4904-202A-5500-FE6BEA31D091}"/>
                    </a:ext>
                  </a:extLst>
                </p14:cNvPr>
                <p14:cNvContentPartPr/>
                <p14:nvPr/>
              </p14:nvContentPartPr>
              <p14:xfrm>
                <a:off x="2726062" y="4427992"/>
                <a:ext cx="330120" cy="36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55F4ED-4904-202A-5500-FE6BEA31D0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7062" y="4418983"/>
                  <a:ext cx="347760" cy="3787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F24C5D-E9DC-F943-0A41-DB14E0C57D56}"/>
                    </a:ext>
                  </a:extLst>
                </p14:cNvPr>
                <p14:cNvContentPartPr/>
                <p14:nvPr/>
              </p14:nvContentPartPr>
              <p14:xfrm>
                <a:off x="2873302" y="4519072"/>
                <a:ext cx="296640" cy="29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F24C5D-E9DC-F943-0A41-DB14E0C57D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4302" y="4510072"/>
                  <a:ext cx="314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AFCA57-A724-F6FE-D009-2FFA2B1006E6}"/>
                    </a:ext>
                  </a:extLst>
                </p14:cNvPr>
                <p14:cNvContentPartPr/>
                <p14:nvPr/>
              </p14:nvContentPartPr>
              <p14:xfrm>
                <a:off x="2961142" y="4687912"/>
                <a:ext cx="228960" cy="251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AFCA57-A724-F6FE-D009-2FFA2B1006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52142" y="4678912"/>
                  <a:ext cx="24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2765A6-0D94-86BE-232D-E2C87D3E8A99}"/>
                    </a:ext>
                  </a:extLst>
                </p14:cNvPr>
                <p14:cNvContentPartPr/>
                <p14:nvPr/>
              </p14:nvContentPartPr>
              <p14:xfrm>
                <a:off x="3110182" y="4634992"/>
                <a:ext cx="183600" cy="19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2765A6-0D94-86BE-232D-E2C87D3E8A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01182" y="4625992"/>
                  <a:ext cx="201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CBB114-6E0C-C120-73F9-218AA97B3232}"/>
                    </a:ext>
                  </a:extLst>
                </p14:cNvPr>
                <p14:cNvContentPartPr/>
                <p14:nvPr/>
              </p14:nvContentPartPr>
              <p14:xfrm>
                <a:off x="2835142" y="4331152"/>
                <a:ext cx="74880" cy="86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CBB114-6E0C-C120-73F9-218AA97B32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26142" y="4322152"/>
                  <a:ext cx="92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5EC4B4-275F-5EDA-9F9D-7C4C003EAF64}"/>
                    </a:ext>
                  </a:extLst>
                </p14:cNvPr>
                <p14:cNvContentPartPr/>
                <p14:nvPr/>
              </p14:nvContentPartPr>
              <p14:xfrm>
                <a:off x="3360742" y="4817152"/>
                <a:ext cx="828360" cy="57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5EC4B4-275F-5EDA-9F9D-7C4C003EAF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51742" y="4808152"/>
                  <a:ext cx="84600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85CC34-5CCE-2C74-601D-09D8D0B09D3B}"/>
                    </a:ext>
                  </a:extLst>
                </p14:cNvPr>
                <p14:cNvContentPartPr/>
                <p14:nvPr/>
              </p14:nvContentPartPr>
              <p14:xfrm>
                <a:off x="3135742" y="4656592"/>
                <a:ext cx="137880" cy="13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85CC34-5CCE-2C74-601D-09D8D0B09D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26742" y="4647592"/>
                  <a:ext cx="155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4EB816-F82B-A530-FDA7-A0839AFEFB38}"/>
                    </a:ext>
                  </a:extLst>
                </p14:cNvPr>
                <p14:cNvContentPartPr/>
                <p14:nvPr/>
              </p14:nvContentPartPr>
              <p14:xfrm>
                <a:off x="3210262" y="4781512"/>
                <a:ext cx="10440" cy="1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4EB816-F82B-A530-FDA7-A0839AFEFB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01262" y="4772512"/>
                  <a:ext cx="2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518DF8-07BD-4D74-E890-7493076789B6}"/>
                    </a:ext>
                  </a:extLst>
                </p14:cNvPr>
                <p14:cNvContentPartPr/>
                <p14:nvPr/>
              </p14:nvContentPartPr>
              <p14:xfrm>
                <a:off x="3147262" y="4688632"/>
                <a:ext cx="146160" cy="10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518DF8-07BD-4D74-E890-7493076789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38262" y="4679602"/>
                  <a:ext cx="163800" cy="125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56071B-A243-7F0C-22E6-114FD15B6063}"/>
                    </a:ext>
                  </a:extLst>
                </p14:cNvPr>
                <p14:cNvContentPartPr/>
                <p14:nvPr/>
              </p14:nvContentPartPr>
              <p14:xfrm>
                <a:off x="3202342" y="4735072"/>
                <a:ext cx="6480" cy="1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56071B-A243-7F0C-22E6-114FD15B60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3342" y="4726072"/>
                  <a:ext cx="24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0B35805-C063-09BD-37E0-A63F2343C7F0}"/>
                    </a:ext>
                  </a:extLst>
                </p14:cNvPr>
                <p14:cNvContentPartPr/>
                <p14:nvPr/>
              </p14:nvContentPartPr>
              <p14:xfrm>
                <a:off x="3187222" y="4736512"/>
                <a:ext cx="50760" cy="64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0B35805-C063-09BD-37E0-A63F2343C7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8158" y="4727512"/>
                  <a:ext cx="68526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ADEFA6-BD1A-767A-A8FD-3696F93258F3}"/>
                    </a:ext>
                  </a:extLst>
                </p14:cNvPr>
                <p14:cNvContentPartPr/>
                <p14:nvPr/>
              </p14:nvContentPartPr>
              <p14:xfrm>
                <a:off x="3007942" y="4928392"/>
                <a:ext cx="2721600" cy="1157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ADEFA6-BD1A-767A-A8FD-3696F93258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98942" y="4919392"/>
                  <a:ext cx="273924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F6C925-E464-8B9F-2743-30A315C02577}"/>
                    </a:ext>
                  </a:extLst>
                </p14:cNvPr>
                <p14:cNvContentPartPr/>
                <p14:nvPr/>
              </p14:nvContentPartPr>
              <p14:xfrm>
                <a:off x="5622622" y="5980312"/>
                <a:ext cx="87480" cy="21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F6C925-E464-8B9F-2743-30A315C025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13622" y="5971312"/>
                  <a:ext cx="105120" cy="23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212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5CB3-A6BD-4920-8AC3-E167FAE2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 err="1">
                <a:latin typeface="TeXGyrePagella-Italic" panose="02000603020200000004" pitchFamily="50" charset="0"/>
              </a:rPr>
              <a:t>Nesterov</a:t>
            </a:r>
            <a:r>
              <a:rPr lang="en-US" b="0" i="1" u="none" strike="noStrike" baseline="0" dirty="0">
                <a:latin typeface="TeXGyrePagella-Italic" panose="02000603020200000004" pitchFamily="50" charset="0"/>
              </a:rPr>
              <a:t> Momentum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2C407B-CC9C-4856-B8D3-79B1C0B67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9874" y="3122298"/>
            <a:ext cx="9672251" cy="31896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266056-783D-435F-A27F-4A822C5740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805" t="30763" r="34811" b="62366"/>
          <a:stretch/>
        </p:blipFill>
        <p:spPr>
          <a:xfrm>
            <a:off x="2896261" y="1825625"/>
            <a:ext cx="6399475" cy="18729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ACBDE-801D-4566-AD18-16E94BE8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10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C77140-BFC0-4B16-A43C-CB05D6250D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5894" t="11710" r="31794" b="80671"/>
          <a:stretch/>
        </p:blipFill>
        <p:spPr>
          <a:xfrm>
            <a:off x="1447136" y="1073261"/>
            <a:ext cx="7941518" cy="18504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50C5D3-AAF0-43D1-E167-D9230526984E}"/>
                  </a:ext>
                </a:extLst>
              </p14:cNvPr>
              <p14:cNvContentPartPr/>
              <p14:nvPr/>
            </p14:nvContentPartPr>
            <p14:xfrm>
              <a:off x="7064782" y="1587592"/>
              <a:ext cx="6120" cy="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50C5D3-AAF0-43D1-E167-D923052698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55782" y="1574092"/>
                <a:ext cx="2376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4646E2-63D0-E66D-FFF3-123A1F1921CB}"/>
                  </a:ext>
                </a:extLst>
              </p14:cNvPr>
              <p14:cNvContentPartPr/>
              <p14:nvPr/>
            </p14:nvContentPartPr>
            <p14:xfrm>
              <a:off x="2748022" y="3909592"/>
              <a:ext cx="282600" cy="327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4646E2-63D0-E66D-FFF3-123A1F1921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9022" y="3900592"/>
                <a:ext cx="3002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C51F45-ABAC-E7DB-819A-921ABE336AD9}"/>
                  </a:ext>
                </a:extLst>
              </p14:cNvPr>
              <p14:cNvContentPartPr/>
              <p14:nvPr/>
            </p14:nvContentPartPr>
            <p14:xfrm>
              <a:off x="3416902" y="4688632"/>
              <a:ext cx="444240" cy="373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C51F45-ABAC-E7DB-819A-921ABE336A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07902" y="4679641"/>
                <a:ext cx="461880" cy="391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FCD3989-0151-6099-9852-0DB8C9F2209A}"/>
                  </a:ext>
                </a:extLst>
              </p14:cNvPr>
              <p14:cNvContentPartPr/>
              <p14:nvPr/>
            </p14:nvContentPartPr>
            <p14:xfrm>
              <a:off x="4163182" y="5227552"/>
              <a:ext cx="56160" cy="28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CD3989-0151-6099-9852-0DB8C9F220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54182" y="5218552"/>
                <a:ext cx="738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1574576-189C-EBBF-F235-912C78B4E9B8}"/>
                  </a:ext>
                </a:extLst>
              </p14:cNvPr>
              <p14:cNvContentPartPr/>
              <p14:nvPr/>
            </p14:nvContentPartPr>
            <p14:xfrm>
              <a:off x="3295222" y="4594312"/>
              <a:ext cx="167400" cy="111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1574576-189C-EBBF-F235-912C78B4E9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86203" y="4585341"/>
                <a:ext cx="185078" cy="129183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3A63E20-F081-D196-A0BA-DC459C9B8AA0}"/>
              </a:ext>
            </a:extLst>
          </p:cNvPr>
          <p:cNvGrpSpPr/>
          <p:nvPr/>
        </p:nvGrpSpPr>
        <p:grpSpPr>
          <a:xfrm>
            <a:off x="6605062" y="5229712"/>
            <a:ext cx="144360" cy="155520"/>
            <a:chOff x="6605062" y="5229712"/>
            <a:chExt cx="14436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7EBC0F-EB43-F632-617F-4724E8406240}"/>
                    </a:ext>
                  </a:extLst>
                </p14:cNvPr>
                <p14:cNvContentPartPr/>
                <p14:nvPr/>
              </p14:nvContentPartPr>
              <p14:xfrm>
                <a:off x="6679942" y="5229712"/>
                <a:ext cx="19800" cy="53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7EBC0F-EB43-F632-617F-4724E84062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70942" y="5220712"/>
                  <a:ext cx="37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E463F8-EAEE-E011-CAE7-726A6DFDCE01}"/>
                    </a:ext>
                  </a:extLst>
                </p14:cNvPr>
                <p14:cNvContentPartPr/>
                <p14:nvPr/>
              </p14:nvContentPartPr>
              <p14:xfrm>
                <a:off x="6605062" y="5244112"/>
                <a:ext cx="144360" cy="14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E463F8-EAEE-E011-CAE7-726A6DFDCE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6062" y="5235112"/>
                  <a:ext cx="162000" cy="15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147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26A8-7B6F-4527-B861-4F036C15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 err="1">
                <a:latin typeface="TeXGyrePagella-Italic" panose="02000603020200000004" pitchFamily="50" charset="0"/>
              </a:rPr>
              <a:t>Adagrad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F131-F4BE-4B99-9CBB-FE15E8C2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Instead of using the same learning rate for all components of </a:t>
            </a:r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Adaptive 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Subgradient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method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(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Adagrad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) adapts the learning rate for each component of </a:t>
            </a:r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each component of x, the update equation is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DA49A7-064D-4BE8-AFA2-0A3F0DEB61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13" r="38348" b="82956"/>
          <a:stretch/>
        </p:blipFill>
        <p:spPr>
          <a:xfrm>
            <a:off x="2597426" y="2651380"/>
            <a:ext cx="7123119" cy="352558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85C19A-7464-4F89-962A-3B98012C13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0348" r="45652" b="82956"/>
          <a:stretch/>
        </p:blipFill>
        <p:spPr>
          <a:xfrm>
            <a:off x="2883047" y="4118774"/>
            <a:ext cx="4412974" cy="35255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019E55-97FA-4FF4-9D06-153A48CAB207}"/>
                  </a:ext>
                </a:extLst>
              </p:cNvPr>
              <p:cNvSpPr txBox="1"/>
              <p:nvPr/>
            </p:nvSpPr>
            <p:spPr>
              <a:xfrm>
                <a:off x="7001199" y="5653743"/>
                <a:ext cx="27193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ϵ</m:t>
                      </m:r>
                      <m:r>
                        <a:rPr lang="en-US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019E55-97FA-4FF4-9D06-153A48CA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99" y="5653743"/>
                <a:ext cx="27193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3B94E-97F3-40E6-B92D-7E954609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D13F-D3DF-49D4-8F47-BED015E7B67B}" type="slidenum">
              <a:rPr lang="en-US" smtClean="0"/>
              <a:t>11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0D871D-F54C-DA4A-8E3E-069A4D7671F6}"/>
              </a:ext>
            </a:extLst>
          </p:cNvPr>
          <p:cNvGrpSpPr/>
          <p:nvPr/>
        </p:nvGrpSpPr>
        <p:grpSpPr>
          <a:xfrm>
            <a:off x="869542" y="1116352"/>
            <a:ext cx="988200" cy="432000"/>
            <a:chOff x="869542" y="1116352"/>
            <a:chExt cx="98820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1EA56C-B14C-6889-87EA-6733475B9A0B}"/>
                    </a:ext>
                  </a:extLst>
                </p14:cNvPr>
                <p14:cNvContentPartPr/>
                <p14:nvPr/>
              </p14:nvContentPartPr>
              <p14:xfrm>
                <a:off x="1815622" y="1116352"/>
                <a:ext cx="10080" cy="139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1EA56C-B14C-6889-87EA-6733475B9A0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6622" y="1107352"/>
                  <a:ext cx="27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76B569-01ED-DA51-5787-44200C07F71F}"/>
                    </a:ext>
                  </a:extLst>
                </p14:cNvPr>
                <p14:cNvContentPartPr/>
                <p14:nvPr/>
              </p14:nvContentPartPr>
              <p14:xfrm>
                <a:off x="1839022" y="1392472"/>
                <a:ext cx="18720" cy="107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76B569-01ED-DA51-5787-44200C07F7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0022" y="1383442"/>
                  <a:ext cx="36360" cy="125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CB0219-4B8A-7210-5370-C4CCDA840699}"/>
                    </a:ext>
                  </a:extLst>
                </p14:cNvPr>
                <p14:cNvContentPartPr/>
                <p14:nvPr/>
              </p14:nvContentPartPr>
              <p14:xfrm>
                <a:off x="927862" y="1418032"/>
                <a:ext cx="805320" cy="93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CB0219-4B8A-7210-5370-C4CCDA8406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8862" y="1408997"/>
                  <a:ext cx="822960" cy="111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758728-8BFD-78BB-47D5-A748370B6068}"/>
                    </a:ext>
                  </a:extLst>
                </p14:cNvPr>
                <p14:cNvContentPartPr/>
                <p14:nvPr/>
              </p14:nvContentPartPr>
              <p14:xfrm>
                <a:off x="869542" y="1187272"/>
                <a:ext cx="984240" cy="36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758728-8BFD-78BB-47D5-A748370B60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0539" y="1178263"/>
                  <a:ext cx="1001886" cy="37873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CAF4FF-5ABC-6DF2-5350-79C7B97A8E30}"/>
              </a:ext>
            </a:extLst>
          </p:cNvPr>
          <p:cNvGrpSpPr/>
          <p:nvPr/>
        </p:nvGrpSpPr>
        <p:grpSpPr>
          <a:xfrm>
            <a:off x="5380342" y="4414312"/>
            <a:ext cx="3012840" cy="809640"/>
            <a:chOff x="5380342" y="4414312"/>
            <a:chExt cx="3012840" cy="80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1B2D59-0816-88C7-7935-E4ECAFB51793}"/>
                    </a:ext>
                  </a:extLst>
                </p14:cNvPr>
                <p14:cNvContentPartPr/>
                <p14:nvPr/>
              </p14:nvContentPartPr>
              <p14:xfrm>
                <a:off x="6265222" y="4771432"/>
                <a:ext cx="1500480" cy="452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1B2D59-0816-88C7-7935-E4ECAFB517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56222" y="4762432"/>
                  <a:ext cx="15181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D67068-1E85-DB1A-AB75-C673C536AC62}"/>
                    </a:ext>
                  </a:extLst>
                </p14:cNvPr>
                <p14:cNvContentPartPr/>
                <p14:nvPr/>
              </p14:nvContentPartPr>
              <p14:xfrm>
                <a:off x="7839862" y="4414312"/>
                <a:ext cx="553320" cy="358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D67068-1E85-DB1A-AB75-C673C536AC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30862" y="4405312"/>
                  <a:ext cx="570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DD4B9D-CF54-6645-074A-76FBA3699D6B}"/>
                    </a:ext>
                  </a:extLst>
                </p14:cNvPr>
                <p14:cNvContentPartPr/>
                <p14:nvPr/>
              </p14:nvContentPartPr>
              <p14:xfrm>
                <a:off x="8335222" y="4516912"/>
                <a:ext cx="360" cy="1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DD4B9D-CF54-6645-074A-76FBA3699D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26222" y="4503412"/>
                  <a:ext cx="18000" cy="27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BB7F2EB-15B9-CB2B-FF3E-65F7267CD890}"/>
                    </a:ext>
                  </a:extLst>
                </p14:cNvPr>
                <p14:cNvContentPartPr/>
                <p14:nvPr/>
              </p14:nvContentPartPr>
              <p14:xfrm>
                <a:off x="5380342" y="4512592"/>
                <a:ext cx="461160" cy="22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BB7F2EB-15B9-CB2B-FF3E-65F7267CD89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71342" y="4503577"/>
                  <a:ext cx="478800" cy="23834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FD62186-128A-FDE1-9FDD-B010DF3CEF5E}"/>
                  </a:ext>
                </a:extLst>
              </p14:cNvPr>
              <p14:cNvContentPartPr/>
              <p14:nvPr/>
            </p14:nvContentPartPr>
            <p14:xfrm>
              <a:off x="3728662" y="5812192"/>
              <a:ext cx="2909880" cy="732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FD62186-128A-FDE1-9FDD-B010DF3CEF5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19663" y="5803192"/>
                <a:ext cx="2927518" cy="7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9E6ACA6-5828-FD77-839D-2409E7DFAD0A}"/>
                  </a:ext>
                </a:extLst>
              </p14:cNvPr>
              <p14:cNvContentPartPr/>
              <p14:nvPr/>
            </p14:nvContentPartPr>
            <p14:xfrm>
              <a:off x="4908742" y="5229352"/>
              <a:ext cx="342000" cy="457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9E6ACA6-5828-FD77-839D-2409E7DFAD0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99742" y="5220352"/>
                <a:ext cx="35964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D124B3-F2D8-E260-E997-39CD0D380AE1}"/>
                  </a:ext>
                </a:extLst>
              </p14:cNvPr>
              <p14:cNvContentPartPr/>
              <p14:nvPr/>
            </p14:nvContentPartPr>
            <p14:xfrm>
              <a:off x="5333182" y="6520312"/>
              <a:ext cx="15480" cy="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D124B3-F2D8-E260-E997-39CD0D380AE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24182" y="6511312"/>
                <a:ext cx="3312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FDCE40F-7658-4878-41C8-3CD178216291}"/>
              </a:ext>
            </a:extLst>
          </p:cNvPr>
          <p:cNvGrpSpPr/>
          <p:nvPr/>
        </p:nvGrpSpPr>
        <p:grpSpPr>
          <a:xfrm>
            <a:off x="5140582" y="6106312"/>
            <a:ext cx="246600" cy="210600"/>
            <a:chOff x="5140582" y="6106312"/>
            <a:chExt cx="24660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9918FA-8B95-05FF-3EF8-013E04908959}"/>
                    </a:ext>
                  </a:extLst>
                </p14:cNvPr>
                <p14:cNvContentPartPr/>
                <p14:nvPr/>
              </p14:nvContentPartPr>
              <p14:xfrm>
                <a:off x="5347222" y="6106312"/>
                <a:ext cx="39960" cy="210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9918FA-8B95-05FF-3EF8-013E049089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38222" y="6097312"/>
                  <a:ext cx="5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D9BD45-3BB3-5194-E8A5-02AE6E39326D}"/>
                    </a:ext>
                  </a:extLst>
                </p14:cNvPr>
                <p14:cNvContentPartPr/>
                <p14:nvPr/>
              </p14:nvContentPartPr>
              <p14:xfrm>
                <a:off x="5140582" y="6180472"/>
                <a:ext cx="92160" cy="51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D9BD45-3BB3-5194-E8A5-02AE6E39326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31582" y="6171472"/>
                  <a:ext cx="10980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9E2FEF-A6B0-D52E-359D-253CFD767F79}"/>
                  </a:ext>
                </a:extLst>
              </p14:cNvPr>
              <p14:cNvContentPartPr/>
              <p14:nvPr/>
            </p14:nvContentPartPr>
            <p14:xfrm>
              <a:off x="6209422" y="4354912"/>
              <a:ext cx="747360" cy="706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9E2FEF-A6B0-D52E-359D-253CFD767F7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200422" y="4345912"/>
                <a:ext cx="765000" cy="7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8C1FE20-0268-333D-8CD8-A211CDA0113D}"/>
                  </a:ext>
                </a:extLst>
              </p14:cNvPr>
              <p14:cNvContentPartPr/>
              <p14:nvPr/>
            </p14:nvContentPartPr>
            <p14:xfrm>
              <a:off x="7165222" y="5568832"/>
              <a:ext cx="622800" cy="6447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8C1FE20-0268-333D-8CD8-A211CDA0113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56222" y="5559832"/>
                <a:ext cx="64044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7235721-2C31-54E9-1A27-4AE22A6A52A6}"/>
                  </a:ext>
                </a:extLst>
              </p14:cNvPr>
              <p14:cNvContentPartPr/>
              <p14:nvPr/>
            </p14:nvContentPartPr>
            <p14:xfrm>
              <a:off x="6810982" y="3703672"/>
              <a:ext cx="583560" cy="483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7235721-2C31-54E9-1A27-4AE22A6A52A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01982" y="3694672"/>
                <a:ext cx="601200" cy="50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476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5ACDB2F-7751-6C9C-5D3B-6F0FA3CCF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75360"/>
            <a:ext cx="10905066" cy="49072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B86582-AD60-285C-A542-CAFC37E8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E2D769-9AD6-17EE-F088-83C35D68E4A8}"/>
                  </a:ext>
                </a:extLst>
              </p14:cNvPr>
              <p14:cNvContentPartPr/>
              <p14:nvPr/>
            </p14:nvContentPartPr>
            <p14:xfrm>
              <a:off x="1571902" y="1756432"/>
              <a:ext cx="4320" cy="27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E2D769-9AD6-17EE-F088-83C35D68E4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2902" y="1747312"/>
                <a:ext cx="21960" cy="452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531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119</Words>
  <Application>Microsoft Macintosh PowerPoint</Application>
  <PresentationFormat>Widescreen</PresentationFormat>
  <Paragraphs>37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TeXGyrePagella-Italic</vt:lpstr>
      <vt:lpstr>TeXGyrePagella-Regular</vt:lpstr>
      <vt:lpstr>Office Theme</vt:lpstr>
      <vt:lpstr>First-Order Methods</vt:lpstr>
      <vt:lpstr>Gradient Descent</vt:lpstr>
      <vt:lpstr>PowerPoint Presentation</vt:lpstr>
      <vt:lpstr>Gradient Descent</vt:lpstr>
      <vt:lpstr>PowerPoint Presentation</vt:lpstr>
      <vt:lpstr>Momentum</vt:lpstr>
      <vt:lpstr>Momentum</vt:lpstr>
      <vt:lpstr>PowerPoint Presentation</vt:lpstr>
      <vt:lpstr>Momentum</vt:lpstr>
      <vt:lpstr>Nesterov Momentum</vt:lpstr>
      <vt:lpstr>Adagrad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26</cp:revision>
  <dcterms:created xsi:type="dcterms:W3CDTF">2019-02-03T01:23:24Z</dcterms:created>
  <dcterms:modified xsi:type="dcterms:W3CDTF">2025-12-18T16:33:16Z</dcterms:modified>
</cp:coreProperties>
</file>