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notesSlides/notesSlide2.xml" ContentType="application/vnd.openxmlformats-officedocument.presentationml.notesSlide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64" r:id="rId4"/>
    <p:sldId id="261" r:id="rId5"/>
    <p:sldId id="267" r:id="rId6"/>
    <p:sldId id="262" r:id="rId7"/>
    <p:sldId id="268" r:id="rId8"/>
    <p:sldId id="260" r:id="rId9"/>
    <p:sldId id="263" r:id="rId10"/>
    <p:sldId id="265" r:id="rId11"/>
    <p:sldId id="258" r:id="rId12"/>
    <p:sldId id="259" r:id="rId13"/>
  </p:sldIdLst>
  <p:sldSz cx="12192000" cy="6858000"/>
  <p:notesSz cx="9312275" cy="7026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12D2E3-488C-4398-93D3-5C82D9EC198B}" v="189" dt="2025-12-18T16:32:45.941"/>
    <p1510:client id="{76126540-DEDE-8241-848A-31499EF0DA5B}" v="1" dt="2025-12-18T13:48:28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957" autoAdjust="0"/>
  </p:normalViewPr>
  <p:slideViewPr>
    <p:cSldViewPr snapToGrid="0">
      <p:cViewPr>
        <p:scale>
          <a:sx n="81" d="100"/>
          <a:sy n="81" d="100"/>
        </p:scale>
        <p:origin x="30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ica Ioana Lung" userId="64ee56e8d7162e1e" providerId="LiveId" clId="{FBA19D0F-677B-56B8-863E-85AFCD084619}"/>
    <pc:docChg chg="undo custSel addSld delSld modSld">
      <pc:chgData name="Rodica Ioana Lung" userId="64ee56e8d7162e1e" providerId="LiveId" clId="{FBA19D0F-677B-56B8-863E-85AFCD084619}" dt="2025-12-18T13:48:31.839" v="6" actId="1076"/>
      <pc:docMkLst>
        <pc:docMk/>
      </pc:docMkLst>
      <pc:sldChg chg="addSp delSp mod">
        <pc:chgData name="Rodica Ioana Lung" userId="64ee56e8d7162e1e" providerId="LiveId" clId="{FBA19D0F-677B-56B8-863E-85AFCD084619}" dt="2025-12-18T13:48:05.404" v="3" actId="22"/>
        <pc:sldMkLst>
          <pc:docMk/>
          <pc:sldMk cId="2841442740" sldId="263"/>
        </pc:sldMkLst>
        <pc:spChg chg="add del">
          <ac:chgData name="Rodica Ioana Lung" userId="64ee56e8d7162e1e" providerId="LiveId" clId="{FBA19D0F-677B-56B8-863E-85AFCD084619}" dt="2025-12-18T13:48:05.404" v="3" actId="22"/>
          <ac:spMkLst>
            <pc:docMk/>
            <pc:sldMk cId="2841442740" sldId="263"/>
            <ac:spMk id="6" creationId="{8E397367-D2F4-9188-65E6-3515203B4B81}"/>
          </ac:spMkLst>
        </pc:spChg>
      </pc:sldChg>
      <pc:sldChg chg="addSp modSp new mod">
        <pc:chgData name="Rodica Ioana Lung" userId="64ee56e8d7162e1e" providerId="LiveId" clId="{FBA19D0F-677B-56B8-863E-85AFCD084619}" dt="2025-12-18T13:48:31.839" v="6" actId="1076"/>
        <pc:sldMkLst>
          <pc:docMk/>
          <pc:sldMk cId="2763260131" sldId="265"/>
        </pc:sldMkLst>
        <pc:picChg chg="add mod">
          <ac:chgData name="Rodica Ioana Lung" userId="64ee56e8d7162e1e" providerId="LiveId" clId="{FBA19D0F-677B-56B8-863E-85AFCD084619}" dt="2025-12-18T13:48:31.839" v="6" actId="1076"/>
          <ac:picMkLst>
            <pc:docMk/>
            <pc:sldMk cId="2763260131" sldId="265"/>
            <ac:picMk id="3" creationId="{617742A2-2129-7DC1-5C9B-88D9C7DAC450}"/>
          </ac:picMkLst>
        </pc:picChg>
      </pc:sldChg>
      <pc:sldChg chg="del">
        <pc:chgData name="Rodica Ioana Lung" userId="64ee56e8d7162e1e" providerId="LiveId" clId="{FBA19D0F-677B-56B8-863E-85AFCD084619}" dt="2025-12-18T12:41:01.465" v="0" actId="2696"/>
        <pc:sldMkLst>
          <pc:docMk/>
          <pc:sldMk cId="4199244160" sldId="265"/>
        </pc:sldMkLst>
      </pc:sldChg>
      <pc:sldChg chg="del">
        <pc:chgData name="Rodica Ioana Lung" userId="64ee56e8d7162e1e" providerId="LiveId" clId="{FBA19D0F-677B-56B8-863E-85AFCD084619}" dt="2025-12-18T12:41:03.662" v="1" actId="2696"/>
        <pc:sldMkLst>
          <pc:docMk/>
          <pc:sldMk cId="3391160802" sldId="266"/>
        </pc:sldMkLst>
      </pc:sldChg>
    </pc:docChg>
  </pc:docChgLst>
  <pc:docChgLst>
    <pc:chgData name="Rodica Ioana Lung" userId="64ee56e8d7162e1e" providerId="LiveId" clId="{0F6830A5-18AB-4F1B-8BBB-DA235794CEC1}"/>
    <pc:docChg chg="addSld modSld">
      <pc:chgData name="Rodica Ioana Lung" userId="64ee56e8d7162e1e" providerId="LiveId" clId="{0F6830A5-18AB-4F1B-8BBB-DA235794CEC1}" dt="2025-12-18T16:32:45.939" v="1126"/>
      <pc:docMkLst>
        <pc:docMk/>
      </pc:docMkLst>
      <pc:sldChg chg="addSp mod">
        <pc:chgData name="Rodica Ioana Lung" userId="64ee56e8d7162e1e" providerId="LiveId" clId="{0F6830A5-18AB-4F1B-8BBB-DA235794CEC1}" dt="2025-12-18T16:29:30.805" v="1056" actId="9405"/>
        <pc:sldMkLst>
          <pc:docMk/>
          <pc:sldMk cId="1362470259" sldId="260"/>
        </pc:sldMkLst>
        <pc:inkChg chg="add">
          <ac:chgData name="Rodica Ioana Lung" userId="64ee56e8d7162e1e" providerId="LiveId" clId="{0F6830A5-18AB-4F1B-8BBB-DA235794CEC1}" dt="2025-12-18T16:28:16.070" v="1039" actId="9405"/>
          <ac:inkMkLst>
            <pc:docMk/>
            <pc:sldMk cId="1362470259" sldId="260"/>
            <ac:inkMk id="5" creationId="{63017331-CB54-07F6-547D-19C0E1F00900}"/>
          </ac:inkMkLst>
        </pc:inkChg>
        <pc:inkChg chg="add">
          <ac:chgData name="Rodica Ioana Lung" userId="64ee56e8d7162e1e" providerId="LiveId" clId="{0F6830A5-18AB-4F1B-8BBB-DA235794CEC1}" dt="2025-12-18T16:28:35.619" v="1041" actId="9405"/>
          <ac:inkMkLst>
            <pc:docMk/>
            <pc:sldMk cId="1362470259" sldId="260"/>
            <ac:inkMk id="6" creationId="{F26514A4-6EF9-41CC-ADEF-03007DBFD05D}"/>
          </ac:inkMkLst>
        </pc:inkChg>
        <pc:inkChg chg="add">
          <ac:chgData name="Rodica Ioana Lung" userId="64ee56e8d7162e1e" providerId="LiveId" clId="{0F6830A5-18AB-4F1B-8BBB-DA235794CEC1}" dt="2025-12-18T16:28:37.272" v="1042" actId="9405"/>
          <ac:inkMkLst>
            <pc:docMk/>
            <pc:sldMk cId="1362470259" sldId="260"/>
            <ac:inkMk id="7" creationId="{3FB6DACF-1E59-CF8F-DACB-ADD803B592B6}"/>
          </ac:inkMkLst>
        </pc:inkChg>
        <pc:inkChg chg="add">
          <ac:chgData name="Rodica Ioana Lung" userId="64ee56e8d7162e1e" providerId="LiveId" clId="{0F6830A5-18AB-4F1B-8BBB-DA235794CEC1}" dt="2025-12-18T16:28:38.465" v="1043" actId="9405"/>
          <ac:inkMkLst>
            <pc:docMk/>
            <pc:sldMk cId="1362470259" sldId="260"/>
            <ac:inkMk id="9" creationId="{749656DC-91A3-DAD1-8BE7-075F35CF23C9}"/>
          </ac:inkMkLst>
        </pc:inkChg>
        <pc:inkChg chg="add">
          <ac:chgData name="Rodica Ioana Lung" userId="64ee56e8d7162e1e" providerId="LiveId" clId="{0F6830A5-18AB-4F1B-8BBB-DA235794CEC1}" dt="2025-12-18T16:28:41.501" v="1044" actId="9405"/>
          <ac:inkMkLst>
            <pc:docMk/>
            <pc:sldMk cId="1362470259" sldId="260"/>
            <ac:inkMk id="10" creationId="{8DAB552F-40B2-D759-FE74-1672B4920556}"/>
          </ac:inkMkLst>
        </pc:inkChg>
        <pc:inkChg chg="add">
          <ac:chgData name="Rodica Ioana Lung" userId="64ee56e8d7162e1e" providerId="LiveId" clId="{0F6830A5-18AB-4F1B-8BBB-DA235794CEC1}" dt="2025-12-18T16:29:20.777" v="1051" actId="9405"/>
          <ac:inkMkLst>
            <pc:docMk/>
            <pc:sldMk cId="1362470259" sldId="260"/>
            <ac:inkMk id="11" creationId="{66B3791F-2E38-B617-FFF3-69E8247565E4}"/>
          </ac:inkMkLst>
        </pc:inkChg>
        <pc:inkChg chg="add">
          <ac:chgData name="Rodica Ioana Lung" userId="64ee56e8d7162e1e" providerId="LiveId" clId="{0F6830A5-18AB-4F1B-8BBB-DA235794CEC1}" dt="2025-12-18T16:29:26.592" v="1052" actId="9405"/>
          <ac:inkMkLst>
            <pc:docMk/>
            <pc:sldMk cId="1362470259" sldId="260"/>
            <ac:inkMk id="12" creationId="{A4988AA3-AAF8-98AB-BE2F-765235B41E25}"/>
          </ac:inkMkLst>
        </pc:inkChg>
        <pc:inkChg chg="add">
          <ac:chgData name="Rodica Ioana Lung" userId="64ee56e8d7162e1e" providerId="LiveId" clId="{0F6830A5-18AB-4F1B-8BBB-DA235794CEC1}" dt="2025-12-18T16:29:28.187" v="1053" actId="9405"/>
          <ac:inkMkLst>
            <pc:docMk/>
            <pc:sldMk cId="1362470259" sldId="260"/>
            <ac:inkMk id="13" creationId="{261D19FF-370A-58BB-CA61-1DFE0B010844}"/>
          </ac:inkMkLst>
        </pc:inkChg>
        <pc:inkChg chg="add">
          <ac:chgData name="Rodica Ioana Lung" userId="64ee56e8d7162e1e" providerId="LiveId" clId="{0F6830A5-18AB-4F1B-8BBB-DA235794CEC1}" dt="2025-12-18T16:29:29.019" v="1054" actId="9405"/>
          <ac:inkMkLst>
            <pc:docMk/>
            <pc:sldMk cId="1362470259" sldId="260"/>
            <ac:inkMk id="14" creationId="{15C3F9FE-2253-4B35-7C42-A0CAB25E04CA}"/>
          </ac:inkMkLst>
        </pc:inkChg>
        <pc:inkChg chg="add">
          <ac:chgData name="Rodica Ioana Lung" userId="64ee56e8d7162e1e" providerId="LiveId" clId="{0F6830A5-18AB-4F1B-8BBB-DA235794CEC1}" dt="2025-12-18T16:29:30.178" v="1055" actId="9405"/>
          <ac:inkMkLst>
            <pc:docMk/>
            <pc:sldMk cId="1362470259" sldId="260"/>
            <ac:inkMk id="15" creationId="{CAFBAE19-A5F6-5D8D-7217-824A74D0ED04}"/>
          </ac:inkMkLst>
        </pc:inkChg>
        <pc:inkChg chg="add">
          <ac:chgData name="Rodica Ioana Lung" userId="64ee56e8d7162e1e" providerId="LiveId" clId="{0F6830A5-18AB-4F1B-8BBB-DA235794CEC1}" dt="2025-12-18T16:29:30.805" v="1056" actId="9405"/>
          <ac:inkMkLst>
            <pc:docMk/>
            <pc:sldMk cId="1362470259" sldId="260"/>
            <ac:inkMk id="16" creationId="{8DEE272F-08EB-CAFC-AEAF-09F99CD49CDB}"/>
          </ac:inkMkLst>
        </pc:inkChg>
      </pc:sldChg>
      <pc:sldChg chg="addSp delSp modSp mod">
        <pc:chgData name="Rodica Ioana Lung" userId="64ee56e8d7162e1e" providerId="LiveId" clId="{0F6830A5-18AB-4F1B-8BBB-DA235794CEC1}" dt="2025-12-18T16:28:55.233" v="1050" actId="9405"/>
        <pc:sldMkLst>
          <pc:docMk/>
          <pc:sldMk cId="1482094474" sldId="261"/>
        </pc:sldMkLst>
        <pc:grpChg chg="del mod">
          <ac:chgData name="Rodica Ioana Lung" userId="64ee56e8d7162e1e" providerId="LiveId" clId="{0F6830A5-18AB-4F1B-8BBB-DA235794CEC1}" dt="2025-12-18T16:06:50.459" v="172"/>
          <ac:grpSpMkLst>
            <pc:docMk/>
            <pc:sldMk cId="1482094474" sldId="261"/>
            <ac:grpSpMk id="12" creationId="{B94987A2-8167-821F-1BCD-F124CB4C9878}"/>
          </ac:grpSpMkLst>
        </pc:grpChg>
        <pc:grpChg chg="del mod">
          <ac:chgData name="Rodica Ioana Lung" userId="64ee56e8d7162e1e" providerId="LiveId" clId="{0F6830A5-18AB-4F1B-8BBB-DA235794CEC1}" dt="2025-12-18T16:06:00" v="142"/>
          <ac:grpSpMkLst>
            <pc:docMk/>
            <pc:sldMk cId="1482094474" sldId="261"/>
            <ac:grpSpMk id="15" creationId="{C20D7521-C36A-A03B-2E7C-3CB7FF71EA5E}"/>
          </ac:grpSpMkLst>
        </pc:grpChg>
        <pc:grpChg chg="del mod">
          <ac:chgData name="Rodica Ioana Lung" userId="64ee56e8d7162e1e" providerId="LiveId" clId="{0F6830A5-18AB-4F1B-8BBB-DA235794CEC1}" dt="2025-12-18T16:06:50.460" v="178"/>
          <ac:grpSpMkLst>
            <pc:docMk/>
            <pc:sldMk cId="1482094474" sldId="261"/>
            <ac:grpSpMk id="19" creationId="{AB25C733-A154-B947-5FD0-D7D94A26DBEA}"/>
          </ac:grpSpMkLst>
        </pc:grpChg>
        <pc:grpChg chg="del mod">
          <ac:chgData name="Rodica Ioana Lung" userId="64ee56e8d7162e1e" providerId="LiveId" clId="{0F6830A5-18AB-4F1B-8BBB-DA235794CEC1}" dt="2025-12-18T16:06:47.167" v="164"/>
          <ac:grpSpMkLst>
            <pc:docMk/>
            <pc:sldMk cId="1482094474" sldId="261"/>
            <ac:grpSpMk id="22" creationId="{B6545F7A-DDD3-AD12-3A68-494523839720}"/>
          </ac:grpSpMkLst>
        </pc:grpChg>
        <pc:grpChg chg="del mod">
          <ac:chgData name="Rodica Ioana Lung" userId="64ee56e8d7162e1e" providerId="LiveId" clId="{0F6830A5-18AB-4F1B-8BBB-DA235794CEC1}" dt="2025-12-18T16:06:50.459" v="170"/>
          <ac:grpSpMkLst>
            <pc:docMk/>
            <pc:sldMk cId="1482094474" sldId="261"/>
            <ac:grpSpMk id="25" creationId="{194D9BDA-37A1-E7DA-B8BD-FD54794D31ED}"/>
          </ac:grpSpMkLst>
        </pc:grpChg>
        <pc:grpChg chg="del mod">
          <ac:chgData name="Rodica Ioana Lung" userId="64ee56e8d7162e1e" providerId="LiveId" clId="{0F6830A5-18AB-4F1B-8BBB-DA235794CEC1}" dt="2025-12-18T16:06:37.179" v="163"/>
          <ac:grpSpMkLst>
            <pc:docMk/>
            <pc:sldMk cId="1482094474" sldId="261"/>
            <ac:grpSpMk id="35" creationId="{24430E52-270C-DE26-B284-0AB90002FDC6}"/>
          </ac:grpSpMkLst>
        </pc:grpChg>
        <pc:grpChg chg="del mod">
          <ac:chgData name="Rodica Ioana Lung" userId="64ee56e8d7162e1e" providerId="LiveId" clId="{0F6830A5-18AB-4F1B-8BBB-DA235794CEC1}" dt="2025-12-18T16:06:54.636" v="188"/>
          <ac:grpSpMkLst>
            <pc:docMk/>
            <pc:sldMk cId="1482094474" sldId="261"/>
            <ac:grpSpMk id="40" creationId="{68FDAEE4-EA2E-5237-ACC9-6254520E6417}"/>
          </ac:grpSpMkLst>
        </pc:grpChg>
        <pc:grpChg chg="del mod">
          <ac:chgData name="Rodica Ioana Lung" userId="64ee56e8d7162e1e" providerId="LiveId" clId="{0F6830A5-18AB-4F1B-8BBB-DA235794CEC1}" dt="2025-12-18T16:07:10.702" v="195"/>
          <ac:grpSpMkLst>
            <pc:docMk/>
            <pc:sldMk cId="1482094474" sldId="261"/>
            <ac:grpSpMk id="43" creationId="{D241A9FF-D825-EC24-E12F-6FE115B65576}"/>
          </ac:grpSpMkLst>
        </pc:grpChg>
        <pc:grpChg chg="mod">
          <ac:chgData name="Rodica Ioana Lung" userId="64ee56e8d7162e1e" providerId="LiveId" clId="{0F6830A5-18AB-4F1B-8BBB-DA235794CEC1}" dt="2025-12-18T16:07:10.702" v="195"/>
          <ac:grpSpMkLst>
            <pc:docMk/>
            <pc:sldMk cId="1482094474" sldId="261"/>
            <ac:grpSpMk id="46" creationId="{9B944A7F-A96B-E678-892E-FDA5F62701C5}"/>
          </ac:grpSpMkLst>
        </pc:grpChg>
        <pc:grpChg chg="mod">
          <ac:chgData name="Rodica Ioana Lung" userId="64ee56e8d7162e1e" providerId="LiveId" clId="{0F6830A5-18AB-4F1B-8BBB-DA235794CEC1}" dt="2025-12-18T16:07:33.495" v="206"/>
          <ac:grpSpMkLst>
            <pc:docMk/>
            <pc:sldMk cId="1482094474" sldId="261"/>
            <ac:grpSpMk id="57" creationId="{FE8E127E-9EAA-34EC-924E-C0D09F462032}"/>
          </ac:grpSpMkLst>
        </pc:grpChg>
        <pc:grpChg chg="del mod">
          <ac:chgData name="Rodica Ioana Lung" userId="64ee56e8d7162e1e" providerId="LiveId" clId="{0F6830A5-18AB-4F1B-8BBB-DA235794CEC1}" dt="2025-12-18T16:07:52.273" v="237"/>
          <ac:grpSpMkLst>
            <pc:docMk/>
            <pc:sldMk cId="1482094474" sldId="261"/>
            <ac:grpSpMk id="63" creationId="{B8F28693-3ECE-A0B4-0157-DE77F399DC27}"/>
          </ac:grpSpMkLst>
        </pc:grpChg>
        <pc:grpChg chg="del mod">
          <ac:chgData name="Rodica Ioana Lung" userId="64ee56e8d7162e1e" providerId="LiveId" clId="{0F6830A5-18AB-4F1B-8BBB-DA235794CEC1}" dt="2025-12-18T16:07:54.754" v="244"/>
          <ac:grpSpMkLst>
            <pc:docMk/>
            <pc:sldMk cId="1482094474" sldId="261"/>
            <ac:grpSpMk id="88" creationId="{5FD76443-4D98-6793-C6E8-4F57E73B0BAC}"/>
          </ac:grpSpMkLst>
        </pc:grpChg>
        <pc:grpChg chg="del mod">
          <ac:chgData name="Rodica Ioana Lung" userId="64ee56e8d7162e1e" providerId="LiveId" clId="{0F6830A5-18AB-4F1B-8BBB-DA235794CEC1}" dt="2025-12-18T16:07:57.542" v="247"/>
          <ac:grpSpMkLst>
            <pc:docMk/>
            <pc:sldMk cId="1482094474" sldId="261"/>
            <ac:grpSpMk id="89" creationId="{7DB6F111-3F27-2389-57D4-DCD997035114}"/>
          </ac:grpSpMkLst>
        </pc:grpChg>
        <pc:grpChg chg="mod">
          <ac:chgData name="Rodica Ioana Lung" userId="64ee56e8d7162e1e" providerId="LiveId" clId="{0F6830A5-18AB-4F1B-8BBB-DA235794CEC1}" dt="2025-12-18T16:07:52.273" v="237"/>
          <ac:grpSpMkLst>
            <pc:docMk/>
            <pc:sldMk cId="1482094474" sldId="261"/>
            <ac:grpSpMk id="90" creationId="{4EDBE1BF-434C-420D-C18F-0A9B7D7EDD21}"/>
          </ac:grpSpMkLst>
        </pc:grpChg>
        <pc:grpChg chg="del mod">
          <ac:chgData name="Rodica Ioana Lung" userId="64ee56e8d7162e1e" providerId="LiveId" clId="{0F6830A5-18AB-4F1B-8BBB-DA235794CEC1}" dt="2025-12-18T16:07:57.542" v="247"/>
          <ac:grpSpMkLst>
            <pc:docMk/>
            <pc:sldMk cId="1482094474" sldId="261"/>
            <ac:grpSpMk id="97" creationId="{265711EF-8DF0-1C2A-2D79-60D534EB60A1}"/>
          </ac:grpSpMkLst>
        </pc:grpChg>
        <pc:grpChg chg="mod">
          <ac:chgData name="Rodica Ioana Lung" userId="64ee56e8d7162e1e" providerId="LiveId" clId="{0F6830A5-18AB-4F1B-8BBB-DA235794CEC1}" dt="2025-12-18T16:07:57.542" v="247"/>
          <ac:grpSpMkLst>
            <pc:docMk/>
            <pc:sldMk cId="1482094474" sldId="261"/>
            <ac:grpSpMk id="100" creationId="{DDCDCA2D-058C-0290-DE4A-2B87A0F6D0D5}"/>
          </ac:grpSpMkLst>
        </pc:grpChg>
        <pc:inkChg chg="add">
          <ac:chgData name="Rodica Ioana Lung" userId="64ee56e8d7162e1e" providerId="LiveId" clId="{0F6830A5-18AB-4F1B-8BBB-DA235794CEC1}" dt="2025-12-18T16:05:21.983" v="130" actId="9405"/>
          <ac:inkMkLst>
            <pc:docMk/>
            <pc:sldMk cId="1482094474" sldId="261"/>
            <ac:inkMk id="5" creationId="{6405955F-00CF-14B1-AA1D-D19EA659A136}"/>
          </ac:inkMkLst>
        </pc:inkChg>
        <pc:inkChg chg="add del mod">
          <ac:chgData name="Rodica Ioana Lung" userId="64ee56e8d7162e1e" providerId="LiveId" clId="{0F6830A5-18AB-4F1B-8BBB-DA235794CEC1}" dt="2025-12-18T16:06:50.458" v="168"/>
          <ac:inkMkLst>
            <pc:docMk/>
            <pc:sldMk cId="1482094474" sldId="261"/>
            <ac:inkMk id="6" creationId="{5C7E009E-48D9-50B3-1C65-8328A05D901C}"/>
          </ac:inkMkLst>
        </pc:inkChg>
        <pc:inkChg chg="add del mod">
          <ac:chgData name="Rodica Ioana Lung" userId="64ee56e8d7162e1e" providerId="LiveId" clId="{0F6830A5-18AB-4F1B-8BBB-DA235794CEC1}" dt="2025-12-18T16:06:50.460" v="176"/>
          <ac:inkMkLst>
            <pc:docMk/>
            <pc:sldMk cId="1482094474" sldId="261"/>
            <ac:inkMk id="8" creationId="{C8A4BFD3-9866-81A2-7603-D5EEA1017D6D}"/>
          </ac:inkMkLst>
        </pc:inkChg>
        <pc:inkChg chg="add del mod">
          <ac:chgData name="Rodica Ioana Lung" userId="64ee56e8d7162e1e" providerId="LiveId" clId="{0F6830A5-18AB-4F1B-8BBB-DA235794CEC1}" dt="2025-12-18T16:06:50.460" v="177"/>
          <ac:inkMkLst>
            <pc:docMk/>
            <pc:sldMk cId="1482094474" sldId="261"/>
            <ac:inkMk id="9" creationId="{5AFDB435-47D0-24B8-1E5B-10BE7EC5C1B2}"/>
          </ac:inkMkLst>
        </pc:inkChg>
        <pc:inkChg chg="add del mod">
          <ac:chgData name="Rodica Ioana Lung" userId="64ee56e8d7162e1e" providerId="LiveId" clId="{0F6830A5-18AB-4F1B-8BBB-DA235794CEC1}" dt="2025-12-18T16:06:50.459" v="172"/>
          <ac:inkMkLst>
            <pc:docMk/>
            <pc:sldMk cId="1482094474" sldId="261"/>
            <ac:inkMk id="11" creationId="{7468771C-3C15-473D-DE76-385BAD4F8A16}"/>
          </ac:inkMkLst>
        </pc:inkChg>
        <pc:inkChg chg="add del mod">
          <ac:chgData name="Rodica Ioana Lung" userId="64ee56e8d7162e1e" providerId="LiveId" clId="{0F6830A5-18AB-4F1B-8BBB-DA235794CEC1}" dt="2025-12-18T16:06:50.461" v="179"/>
          <ac:inkMkLst>
            <pc:docMk/>
            <pc:sldMk cId="1482094474" sldId="261"/>
            <ac:inkMk id="13" creationId="{99933143-994D-4777-A1AB-2A593BD30251}"/>
          </ac:inkMkLst>
        </pc:inkChg>
        <pc:inkChg chg="add del mod">
          <ac:chgData name="Rodica Ioana Lung" userId="64ee56e8d7162e1e" providerId="LiveId" clId="{0F6830A5-18AB-4F1B-8BBB-DA235794CEC1}" dt="2025-12-18T16:06:50.459" v="171"/>
          <ac:inkMkLst>
            <pc:docMk/>
            <pc:sldMk cId="1482094474" sldId="261"/>
            <ac:inkMk id="14" creationId="{82ECF214-5272-C3D0-A9BE-29B9B2BFE704}"/>
          </ac:inkMkLst>
        </pc:inkChg>
        <pc:inkChg chg="add del mod">
          <ac:chgData name="Rodica Ioana Lung" userId="64ee56e8d7162e1e" providerId="LiveId" clId="{0F6830A5-18AB-4F1B-8BBB-DA235794CEC1}" dt="2025-12-18T16:06:50.460" v="178"/>
          <ac:inkMkLst>
            <pc:docMk/>
            <pc:sldMk cId="1482094474" sldId="261"/>
            <ac:inkMk id="16" creationId="{EFB4A2DE-79C7-48B1-45E1-ED0ACFF506DA}"/>
          </ac:inkMkLst>
        </pc:inkChg>
        <pc:inkChg chg="add del mod">
          <ac:chgData name="Rodica Ioana Lung" userId="64ee56e8d7162e1e" providerId="LiveId" clId="{0F6830A5-18AB-4F1B-8BBB-DA235794CEC1}" dt="2025-12-18T16:06:50.458" v="169"/>
          <ac:inkMkLst>
            <pc:docMk/>
            <pc:sldMk cId="1482094474" sldId="261"/>
            <ac:inkMk id="17" creationId="{1239A2E4-6A78-7B2E-8AD0-FEA8B26EE575}"/>
          </ac:inkMkLst>
        </pc:inkChg>
        <pc:inkChg chg="add del mod">
          <ac:chgData name="Rodica Ioana Lung" userId="64ee56e8d7162e1e" providerId="LiveId" clId="{0F6830A5-18AB-4F1B-8BBB-DA235794CEC1}" dt="2025-12-18T16:06:50.460" v="174"/>
          <ac:inkMkLst>
            <pc:docMk/>
            <pc:sldMk cId="1482094474" sldId="261"/>
            <ac:inkMk id="18" creationId="{90B751B4-67B0-D20B-009F-E7520CA9894A}"/>
          </ac:inkMkLst>
        </pc:inkChg>
        <pc:inkChg chg="add del mod">
          <ac:chgData name="Rodica Ioana Lung" userId="64ee56e8d7162e1e" providerId="LiveId" clId="{0F6830A5-18AB-4F1B-8BBB-DA235794CEC1}" dt="2025-12-18T16:06:47.167" v="164"/>
          <ac:inkMkLst>
            <pc:docMk/>
            <pc:sldMk cId="1482094474" sldId="261"/>
            <ac:inkMk id="20" creationId="{A1EB9857-473E-2D21-498B-18CAA78754DB}"/>
          </ac:inkMkLst>
        </pc:inkChg>
        <pc:inkChg chg="add del mod">
          <ac:chgData name="Rodica Ioana Lung" userId="64ee56e8d7162e1e" providerId="LiveId" clId="{0F6830A5-18AB-4F1B-8BBB-DA235794CEC1}" dt="2025-12-18T16:06:50.459" v="173"/>
          <ac:inkMkLst>
            <pc:docMk/>
            <pc:sldMk cId="1482094474" sldId="261"/>
            <ac:inkMk id="21" creationId="{B558B772-7E43-A866-9B44-3F66FC2092D7}"/>
          </ac:inkMkLst>
        </pc:inkChg>
        <pc:inkChg chg="add del mod">
          <ac:chgData name="Rodica Ioana Lung" userId="64ee56e8d7162e1e" providerId="LiveId" clId="{0F6830A5-18AB-4F1B-8BBB-DA235794CEC1}" dt="2025-12-18T16:06:50.459" v="170"/>
          <ac:inkMkLst>
            <pc:docMk/>
            <pc:sldMk cId="1482094474" sldId="261"/>
            <ac:inkMk id="23" creationId="{BFA514D2-BA01-5FDA-EBAB-922F66248EA1}"/>
          </ac:inkMkLst>
        </pc:inkChg>
        <pc:inkChg chg="add del mod">
          <ac:chgData name="Rodica Ioana Lung" userId="64ee56e8d7162e1e" providerId="LiveId" clId="{0F6830A5-18AB-4F1B-8BBB-DA235794CEC1}" dt="2025-12-18T16:06:50.460" v="175"/>
          <ac:inkMkLst>
            <pc:docMk/>
            <pc:sldMk cId="1482094474" sldId="261"/>
            <ac:inkMk id="24" creationId="{1FD67BDA-6AFA-BDB1-F03B-B3A42B31D323}"/>
          </ac:inkMkLst>
        </pc:inkChg>
        <pc:inkChg chg="add del">
          <ac:chgData name="Rodica Ioana Lung" userId="64ee56e8d7162e1e" providerId="LiveId" clId="{0F6830A5-18AB-4F1B-8BBB-DA235794CEC1}" dt="2025-12-18T16:06:47.168" v="166"/>
          <ac:inkMkLst>
            <pc:docMk/>
            <pc:sldMk cId="1482094474" sldId="261"/>
            <ac:inkMk id="26" creationId="{952D93F3-73E2-135F-A401-449F81413EC7}"/>
          </ac:inkMkLst>
        </pc:inkChg>
        <pc:inkChg chg="add del">
          <ac:chgData name="Rodica Ioana Lung" userId="64ee56e8d7162e1e" providerId="LiveId" clId="{0F6830A5-18AB-4F1B-8BBB-DA235794CEC1}" dt="2025-12-18T16:06:47.168" v="167"/>
          <ac:inkMkLst>
            <pc:docMk/>
            <pc:sldMk cId="1482094474" sldId="261"/>
            <ac:inkMk id="27" creationId="{BBF0357E-5976-BCBD-F932-F5DDE3E7F729}"/>
          </ac:inkMkLst>
        </pc:inkChg>
        <pc:inkChg chg="add del">
          <ac:chgData name="Rodica Ioana Lung" userId="64ee56e8d7162e1e" providerId="LiveId" clId="{0F6830A5-18AB-4F1B-8BBB-DA235794CEC1}" dt="2025-12-18T16:06:47.167" v="165"/>
          <ac:inkMkLst>
            <pc:docMk/>
            <pc:sldMk cId="1482094474" sldId="261"/>
            <ac:inkMk id="28" creationId="{5852B68F-99B7-8059-2A39-7225EAFE9995}"/>
          </ac:inkMkLst>
        </pc:inkChg>
        <pc:inkChg chg="add del">
          <ac:chgData name="Rodica Ioana Lung" userId="64ee56e8d7162e1e" providerId="LiveId" clId="{0F6830A5-18AB-4F1B-8BBB-DA235794CEC1}" dt="2025-12-18T16:06:52.213" v="180"/>
          <ac:inkMkLst>
            <pc:docMk/>
            <pc:sldMk cId="1482094474" sldId="261"/>
            <ac:inkMk id="29" creationId="{05A3CFB6-10FC-1479-77F6-78D451C64C77}"/>
          </ac:inkMkLst>
        </pc:inkChg>
        <pc:inkChg chg="add del mod">
          <ac:chgData name="Rodica Ioana Lung" userId="64ee56e8d7162e1e" providerId="LiveId" clId="{0F6830A5-18AB-4F1B-8BBB-DA235794CEC1}" dt="2025-12-18T16:06:54.635" v="182"/>
          <ac:inkMkLst>
            <pc:docMk/>
            <pc:sldMk cId="1482094474" sldId="261"/>
            <ac:inkMk id="30" creationId="{FEDEBBFF-B37B-CA10-EC96-F95BE8C753A1}"/>
          </ac:inkMkLst>
        </pc:inkChg>
        <pc:inkChg chg="add del mod">
          <ac:chgData name="Rodica Ioana Lung" userId="64ee56e8d7162e1e" providerId="LiveId" clId="{0F6830A5-18AB-4F1B-8BBB-DA235794CEC1}" dt="2025-12-18T16:06:54.635" v="185"/>
          <ac:inkMkLst>
            <pc:docMk/>
            <pc:sldMk cId="1482094474" sldId="261"/>
            <ac:inkMk id="31" creationId="{513AFD7F-9203-24EE-AEF5-D2D8D34BF308}"/>
          </ac:inkMkLst>
        </pc:inkChg>
        <pc:inkChg chg="add del mod">
          <ac:chgData name="Rodica Ioana Lung" userId="64ee56e8d7162e1e" providerId="LiveId" clId="{0F6830A5-18AB-4F1B-8BBB-DA235794CEC1}" dt="2025-12-18T16:06:54.636" v="187"/>
          <ac:inkMkLst>
            <pc:docMk/>
            <pc:sldMk cId="1482094474" sldId="261"/>
            <ac:inkMk id="32" creationId="{C44B2BD3-9CA6-3600-A9A2-56A25964C4CD}"/>
          </ac:inkMkLst>
        </pc:inkChg>
        <pc:inkChg chg="add del mod">
          <ac:chgData name="Rodica Ioana Lung" userId="64ee56e8d7162e1e" providerId="LiveId" clId="{0F6830A5-18AB-4F1B-8BBB-DA235794CEC1}" dt="2025-12-18T16:06:54.636" v="189"/>
          <ac:inkMkLst>
            <pc:docMk/>
            <pc:sldMk cId="1482094474" sldId="261"/>
            <ac:inkMk id="33" creationId="{D5E4AC0D-1BC1-D6EB-AAC2-EB13A5A89C9F}"/>
          </ac:inkMkLst>
        </pc:inkChg>
        <pc:inkChg chg="add del mod">
          <ac:chgData name="Rodica Ioana Lung" userId="64ee56e8d7162e1e" providerId="LiveId" clId="{0F6830A5-18AB-4F1B-8BBB-DA235794CEC1}" dt="2025-12-18T16:06:54.636" v="188"/>
          <ac:inkMkLst>
            <pc:docMk/>
            <pc:sldMk cId="1482094474" sldId="261"/>
            <ac:inkMk id="34" creationId="{49B1019D-7FEC-92A7-4277-34D4F8185712}"/>
          </ac:inkMkLst>
        </pc:inkChg>
        <pc:inkChg chg="add del mod">
          <ac:chgData name="Rodica Ioana Lung" userId="64ee56e8d7162e1e" providerId="LiveId" clId="{0F6830A5-18AB-4F1B-8BBB-DA235794CEC1}" dt="2025-12-18T16:06:54.635" v="183"/>
          <ac:inkMkLst>
            <pc:docMk/>
            <pc:sldMk cId="1482094474" sldId="261"/>
            <ac:inkMk id="36" creationId="{8C4EE589-474B-3EBA-0EC0-B403A5A03925}"/>
          </ac:inkMkLst>
        </pc:inkChg>
        <pc:inkChg chg="add del mod">
          <ac:chgData name="Rodica Ioana Lung" userId="64ee56e8d7162e1e" providerId="LiveId" clId="{0F6830A5-18AB-4F1B-8BBB-DA235794CEC1}" dt="2025-12-18T16:06:54.634" v="181"/>
          <ac:inkMkLst>
            <pc:docMk/>
            <pc:sldMk cId="1482094474" sldId="261"/>
            <ac:inkMk id="37" creationId="{B4E10F55-6BF6-5CAD-E65C-915D16E23E64}"/>
          </ac:inkMkLst>
        </pc:inkChg>
        <pc:inkChg chg="add del mod">
          <ac:chgData name="Rodica Ioana Lung" userId="64ee56e8d7162e1e" providerId="LiveId" clId="{0F6830A5-18AB-4F1B-8BBB-DA235794CEC1}" dt="2025-12-18T16:06:54.635" v="184"/>
          <ac:inkMkLst>
            <pc:docMk/>
            <pc:sldMk cId="1482094474" sldId="261"/>
            <ac:inkMk id="38" creationId="{B106CA5F-4D72-84F4-BCA4-786221401D6E}"/>
          </ac:inkMkLst>
        </pc:inkChg>
        <pc:inkChg chg="add del mod">
          <ac:chgData name="Rodica Ioana Lung" userId="64ee56e8d7162e1e" providerId="LiveId" clId="{0F6830A5-18AB-4F1B-8BBB-DA235794CEC1}" dt="2025-12-18T16:06:54.636" v="186"/>
          <ac:inkMkLst>
            <pc:docMk/>
            <pc:sldMk cId="1482094474" sldId="261"/>
            <ac:inkMk id="39" creationId="{B963FB7D-C6E6-40FE-A863-74BCAD14A582}"/>
          </ac:inkMkLst>
        </pc:inkChg>
        <pc:inkChg chg="add mod">
          <ac:chgData name="Rodica Ioana Lung" userId="64ee56e8d7162e1e" providerId="LiveId" clId="{0F6830A5-18AB-4F1B-8BBB-DA235794CEC1}" dt="2025-12-18T16:07:10.702" v="195"/>
          <ac:inkMkLst>
            <pc:docMk/>
            <pc:sldMk cId="1482094474" sldId="261"/>
            <ac:inkMk id="41" creationId="{48CC675F-E9B3-DF1A-0B69-C20E08DE66F1}"/>
          </ac:inkMkLst>
        </pc:inkChg>
        <pc:inkChg chg="add mod">
          <ac:chgData name="Rodica Ioana Lung" userId="64ee56e8d7162e1e" providerId="LiveId" clId="{0F6830A5-18AB-4F1B-8BBB-DA235794CEC1}" dt="2025-12-18T16:07:10.702" v="195"/>
          <ac:inkMkLst>
            <pc:docMk/>
            <pc:sldMk cId="1482094474" sldId="261"/>
            <ac:inkMk id="42" creationId="{BE3C89BC-7BB1-3FFA-DE0F-83E9C5B85C88}"/>
          </ac:inkMkLst>
        </pc:inkChg>
        <pc:inkChg chg="add">
          <ac:chgData name="Rodica Ioana Lung" userId="64ee56e8d7162e1e" providerId="LiveId" clId="{0F6830A5-18AB-4F1B-8BBB-DA235794CEC1}" dt="2025-12-18T16:07:02.800" v="193" actId="9405"/>
          <ac:inkMkLst>
            <pc:docMk/>
            <pc:sldMk cId="1482094474" sldId="261"/>
            <ac:inkMk id="44" creationId="{E5C8DF48-E83F-B0E2-E837-5C3C7143900D}"/>
          </ac:inkMkLst>
        </pc:inkChg>
        <pc:inkChg chg="add mod">
          <ac:chgData name="Rodica Ioana Lung" userId="64ee56e8d7162e1e" providerId="LiveId" clId="{0F6830A5-18AB-4F1B-8BBB-DA235794CEC1}" dt="2025-12-18T16:07:10.702" v="195"/>
          <ac:inkMkLst>
            <pc:docMk/>
            <pc:sldMk cId="1482094474" sldId="261"/>
            <ac:inkMk id="45" creationId="{4694D1F5-127C-D34A-C00D-C9EA3CF69C37}"/>
          </ac:inkMkLst>
        </pc:inkChg>
        <pc:inkChg chg="add">
          <ac:chgData name="Rodica Ioana Lung" userId="64ee56e8d7162e1e" providerId="LiveId" clId="{0F6830A5-18AB-4F1B-8BBB-DA235794CEC1}" dt="2025-12-18T16:07:19.829" v="196" actId="9405"/>
          <ac:inkMkLst>
            <pc:docMk/>
            <pc:sldMk cId="1482094474" sldId="261"/>
            <ac:inkMk id="47" creationId="{9676378F-42A8-539E-D146-D5BBE8221349}"/>
          </ac:inkMkLst>
        </pc:inkChg>
        <pc:inkChg chg="add">
          <ac:chgData name="Rodica Ioana Lung" userId="64ee56e8d7162e1e" providerId="LiveId" clId="{0F6830A5-18AB-4F1B-8BBB-DA235794CEC1}" dt="2025-12-18T16:07:25.162" v="197" actId="9405"/>
          <ac:inkMkLst>
            <pc:docMk/>
            <pc:sldMk cId="1482094474" sldId="261"/>
            <ac:inkMk id="48" creationId="{4AA0AC25-E30F-2564-3FD7-BEB1787BF5FB}"/>
          </ac:inkMkLst>
        </pc:inkChg>
        <pc:inkChg chg="add">
          <ac:chgData name="Rodica Ioana Lung" userId="64ee56e8d7162e1e" providerId="LiveId" clId="{0F6830A5-18AB-4F1B-8BBB-DA235794CEC1}" dt="2025-12-18T16:07:25.469" v="198" actId="9405"/>
          <ac:inkMkLst>
            <pc:docMk/>
            <pc:sldMk cId="1482094474" sldId="261"/>
            <ac:inkMk id="49" creationId="{25F06A6A-1B28-B871-F5D5-F904DD1F3EDC}"/>
          </ac:inkMkLst>
        </pc:inkChg>
        <pc:inkChg chg="add">
          <ac:chgData name="Rodica Ioana Lung" userId="64ee56e8d7162e1e" providerId="LiveId" clId="{0F6830A5-18AB-4F1B-8BBB-DA235794CEC1}" dt="2025-12-18T16:07:27.907" v="199" actId="9405"/>
          <ac:inkMkLst>
            <pc:docMk/>
            <pc:sldMk cId="1482094474" sldId="261"/>
            <ac:inkMk id="50" creationId="{8CAD8CE8-5773-0E6E-D115-F89CBD330157}"/>
          </ac:inkMkLst>
        </pc:inkChg>
        <pc:inkChg chg="add mod">
          <ac:chgData name="Rodica Ioana Lung" userId="64ee56e8d7162e1e" providerId="LiveId" clId="{0F6830A5-18AB-4F1B-8BBB-DA235794CEC1}" dt="2025-12-18T16:07:33.495" v="206"/>
          <ac:inkMkLst>
            <pc:docMk/>
            <pc:sldMk cId="1482094474" sldId="261"/>
            <ac:inkMk id="51" creationId="{04044754-E77C-08C9-8ADB-BC62EF4063A3}"/>
          </ac:inkMkLst>
        </pc:inkChg>
        <pc:inkChg chg="add mod">
          <ac:chgData name="Rodica Ioana Lung" userId="64ee56e8d7162e1e" providerId="LiveId" clId="{0F6830A5-18AB-4F1B-8BBB-DA235794CEC1}" dt="2025-12-18T16:07:33.495" v="206"/>
          <ac:inkMkLst>
            <pc:docMk/>
            <pc:sldMk cId="1482094474" sldId="261"/>
            <ac:inkMk id="52" creationId="{AB55A3BF-B69F-F6B7-9FC3-255BEA371004}"/>
          </ac:inkMkLst>
        </pc:inkChg>
        <pc:inkChg chg="add mod">
          <ac:chgData name="Rodica Ioana Lung" userId="64ee56e8d7162e1e" providerId="LiveId" clId="{0F6830A5-18AB-4F1B-8BBB-DA235794CEC1}" dt="2025-12-18T16:07:33.495" v="206"/>
          <ac:inkMkLst>
            <pc:docMk/>
            <pc:sldMk cId="1482094474" sldId="261"/>
            <ac:inkMk id="53" creationId="{33C00485-AC5B-3A17-9D74-CA284CFFC6FA}"/>
          </ac:inkMkLst>
        </pc:inkChg>
        <pc:inkChg chg="add mod">
          <ac:chgData name="Rodica Ioana Lung" userId="64ee56e8d7162e1e" providerId="LiveId" clId="{0F6830A5-18AB-4F1B-8BBB-DA235794CEC1}" dt="2025-12-18T16:07:33.495" v="206"/>
          <ac:inkMkLst>
            <pc:docMk/>
            <pc:sldMk cId="1482094474" sldId="261"/>
            <ac:inkMk id="54" creationId="{90546651-1D5F-97EA-31B4-3DFE163DCF33}"/>
          </ac:inkMkLst>
        </pc:inkChg>
        <pc:inkChg chg="add mod">
          <ac:chgData name="Rodica Ioana Lung" userId="64ee56e8d7162e1e" providerId="LiveId" clId="{0F6830A5-18AB-4F1B-8BBB-DA235794CEC1}" dt="2025-12-18T16:07:33.495" v="206"/>
          <ac:inkMkLst>
            <pc:docMk/>
            <pc:sldMk cId="1482094474" sldId="261"/>
            <ac:inkMk id="55" creationId="{82879893-A07C-EB22-E1A6-3E4242E729D1}"/>
          </ac:inkMkLst>
        </pc:inkChg>
        <pc:inkChg chg="add mod">
          <ac:chgData name="Rodica Ioana Lung" userId="64ee56e8d7162e1e" providerId="LiveId" clId="{0F6830A5-18AB-4F1B-8BBB-DA235794CEC1}" dt="2025-12-18T16:07:33.495" v="206"/>
          <ac:inkMkLst>
            <pc:docMk/>
            <pc:sldMk cId="1482094474" sldId="261"/>
            <ac:inkMk id="56" creationId="{9E16EE31-54B4-4786-2132-7802FA969CA4}"/>
          </ac:inkMkLst>
        </pc:inkChg>
        <pc:inkChg chg="add">
          <ac:chgData name="Rodica Ioana Lung" userId="64ee56e8d7162e1e" providerId="LiveId" clId="{0F6830A5-18AB-4F1B-8BBB-DA235794CEC1}" dt="2025-12-18T16:07:35.071" v="207" actId="9405"/>
          <ac:inkMkLst>
            <pc:docMk/>
            <pc:sldMk cId="1482094474" sldId="261"/>
            <ac:inkMk id="58" creationId="{96C44A0F-E819-51B5-2F84-B35ACABDFD72}"/>
          </ac:inkMkLst>
        </pc:inkChg>
        <pc:inkChg chg="add">
          <ac:chgData name="Rodica Ioana Lung" userId="64ee56e8d7162e1e" providerId="LiveId" clId="{0F6830A5-18AB-4F1B-8BBB-DA235794CEC1}" dt="2025-12-18T16:07:37.477" v="208" actId="9405"/>
          <ac:inkMkLst>
            <pc:docMk/>
            <pc:sldMk cId="1482094474" sldId="261"/>
            <ac:inkMk id="59" creationId="{5693F3C4-4BEF-28A1-A1E1-6B592AEEDAC3}"/>
          </ac:inkMkLst>
        </pc:inkChg>
        <pc:inkChg chg="add">
          <ac:chgData name="Rodica Ioana Lung" userId="64ee56e8d7162e1e" providerId="LiveId" clId="{0F6830A5-18AB-4F1B-8BBB-DA235794CEC1}" dt="2025-12-18T16:07:40.369" v="209" actId="9405"/>
          <ac:inkMkLst>
            <pc:docMk/>
            <pc:sldMk cId="1482094474" sldId="261"/>
            <ac:inkMk id="60" creationId="{04FFCB4D-AD33-871E-2CE3-5F99266D0AC4}"/>
          </ac:inkMkLst>
        </pc:inkChg>
        <pc:inkChg chg="add mod">
          <ac:chgData name="Rodica Ioana Lung" userId="64ee56e8d7162e1e" providerId="LiveId" clId="{0F6830A5-18AB-4F1B-8BBB-DA235794CEC1}" dt="2025-12-18T16:07:52.273" v="237"/>
          <ac:inkMkLst>
            <pc:docMk/>
            <pc:sldMk cId="1482094474" sldId="261"/>
            <ac:inkMk id="61" creationId="{50FD6921-3B4F-04AC-9CCA-D5ECFBAE6E62}"/>
          </ac:inkMkLst>
        </pc:inkChg>
        <pc:inkChg chg="add mod">
          <ac:chgData name="Rodica Ioana Lung" userId="64ee56e8d7162e1e" providerId="LiveId" clId="{0F6830A5-18AB-4F1B-8BBB-DA235794CEC1}" dt="2025-12-18T16:07:43.261" v="212"/>
          <ac:inkMkLst>
            <pc:docMk/>
            <pc:sldMk cId="1482094474" sldId="261"/>
            <ac:inkMk id="62" creationId="{1A076EF4-FC14-F094-95FA-AA1AB9801303}"/>
          </ac:inkMkLst>
        </pc:inkChg>
        <pc:inkChg chg="add">
          <ac:chgData name="Rodica Ioana Lung" userId="64ee56e8d7162e1e" providerId="LiveId" clId="{0F6830A5-18AB-4F1B-8BBB-DA235794CEC1}" dt="2025-12-18T16:07:43.804" v="213" actId="9405"/>
          <ac:inkMkLst>
            <pc:docMk/>
            <pc:sldMk cId="1482094474" sldId="261"/>
            <ac:inkMk id="64" creationId="{D33399AD-CD5F-320D-4694-3865B9AEF4B7}"/>
          </ac:inkMkLst>
        </pc:inkChg>
        <pc:inkChg chg="add">
          <ac:chgData name="Rodica Ioana Lung" userId="64ee56e8d7162e1e" providerId="LiveId" clId="{0F6830A5-18AB-4F1B-8BBB-DA235794CEC1}" dt="2025-12-18T16:07:44.019" v="214" actId="9405"/>
          <ac:inkMkLst>
            <pc:docMk/>
            <pc:sldMk cId="1482094474" sldId="261"/>
            <ac:inkMk id="65" creationId="{8CCBF83C-8E89-0B50-39F9-2B7E7FC82723}"/>
          </ac:inkMkLst>
        </pc:inkChg>
        <pc:inkChg chg="add mod">
          <ac:chgData name="Rodica Ioana Lung" userId="64ee56e8d7162e1e" providerId="LiveId" clId="{0F6830A5-18AB-4F1B-8BBB-DA235794CEC1}" dt="2025-12-18T16:07:52.273" v="237"/>
          <ac:inkMkLst>
            <pc:docMk/>
            <pc:sldMk cId="1482094474" sldId="261"/>
            <ac:inkMk id="66" creationId="{C91D6C80-961E-968E-C94E-266F7D2F460E}"/>
          </ac:inkMkLst>
        </pc:inkChg>
        <pc:inkChg chg="add">
          <ac:chgData name="Rodica Ioana Lung" userId="64ee56e8d7162e1e" providerId="LiveId" clId="{0F6830A5-18AB-4F1B-8BBB-DA235794CEC1}" dt="2025-12-18T16:07:44.691" v="216" actId="9405"/>
          <ac:inkMkLst>
            <pc:docMk/>
            <pc:sldMk cId="1482094474" sldId="261"/>
            <ac:inkMk id="67" creationId="{940CFA66-B243-53A8-AE9C-095869BBEA56}"/>
          </ac:inkMkLst>
        </pc:inkChg>
        <pc:inkChg chg="add mod">
          <ac:chgData name="Rodica Ioana Lung" userId="64ee56e8d7162e1e" providerId="LiveId" clId="{0F6830A5-18AB-4F1B-8BBB-DA235794CEC1}" dt="2025-12-18T16:07:52.273" v="237"/>
          <ac:inkMkLst>
            <pc:docMk/>
            <pc:sldMk cId="1482094474" sldId="261"/>
            <ac:inkMk id="68" creationId="{E721B3C7-1AD8-3BD1-3E03-0CA311DE3AB5}"/>
          </ac:inkMkLst>
        </pc:inkChg>
        <pc:inkChg chg="add">
          <ac:chgData name="Rodica Ioana Lung" userId="64ee56e8d7162e1e" providerId="LiveId" clId="{0F6830A5-18AB-4F1B-8BBB-DA235794CEC1}" dt="2025-12-18T16:07:45.141" v="218" actId="9405"/>
          <ac:inkMkLst>
            <pc:docMk/>
            <pc:sldMk cId="1482094474" sldId="261"/>
            <ac:inkMk id="69" creationId="{C7962C16-0859-B547-FB66-0EA53FBAA475}"/>
          </ac:inkMkLst>
        </pc:inkChg>
        <pc:inkChg chg="add mod">
          <ac:chgData name="Rodica Ioana Lung" userId="64ee56e8d7162e1e" providerId="LiveId" clId="{0F6830A5-18AB-4F1B-8BBB-DA235794CEC1}" dt="2025-12-18T16:07:57.542" v="247"/>
          <ac:inkMkLst>
            <pc:docMk/>
            <pc:sldMk cId="1482094474" sldId="261"/>
            <ac:inkMk id="70" creationId="{27EA6FF6-4D7C-0447-5AED-B9287C5A62D5}"/>
          </ac:inkMkLst>
        </pc:inkChg>
        <pc:inkChg chg="add">
          <ac:chgData name="Rodica Ioana Lung" userId="64ee56e8d7162e1e" providerId="LiveId" clId="{0F6830A5-18AB-4F1B-8BBB-DA235794CEC1}" dt="2025-12-18T16:07:46.415" v="220" actId="9405"/>
          <ac:inkMkLst>
            <pc:docMk/>
            <pc:sldMk cId="1482094474" sldId="261"/>
            <ac:inkMk id="71" creationId="{68515754-067E-D4AE-5F39-4C5D190CA99C}"/>
          </ac:inkMkLst>
        </pc:inkChg>
        <pc:inkChg chg="add">
          <ac:chgData name="Rodica Ioana Lung" userId="64ee56e8d7162e1e" providerId="LiveId" clId="{0F6830A5-18AB-4F1B-8BBB-DA235794CEC1}" dt="2025-12-18T16:07:46.999" v="221" actId="9405"/>
          <ac:inkMkLst>
            <pc:docMk/>
            <pc:sldMk cId="1482094474" sldId="261"/>
            <ac:inkMk id="72" creationId="{E6593273-4A6A-962D-7487-D96AEAC4D214}"/>
          </ac:inkMkLst>
        </pc:inkChg>
        <pc:inkChg chg="add">
          <ac:chgData name="Rodica Ioana Lung" userId="64ee56e8d7162e1e" providerId="LiveId" clId="{0F6830A5-18AB-4F1B-8BBB-DA235794CEC1}" dt="2025-12-18T16:07:47.156" v="222" actId="9405"/>
          <ac:inkMkLst>
            <pc:docMk/>
            <pc:sldMk cId="1482094474" sldId="261"/>
            <ac:inkMk id="73" creationId="{14C32A5A-475C-A256-545C-5ADFC82DA35D}"/>
          </ac:inkMkLst>
        </pc:inkChg>
        <pc:inkChg chg="add">
          <ac:chgData name="Rodica Ioana Lung" userId="64ee56e8d7162e1e" providerId="LiveId" clId="{0F6830A5-18AB-4F1B-8BBB-DA235794CEC1}" dt="2025-12-18T16:07:47.391" v="223" actId="9405"/>
          <ac:inkMkLst>
            <pc:docMk/>
            <pc:sldMk cId="1482094474" sldId="261"/>
            <ac:inkMk id="74" creationId="{90F90451-6DF2-AC1F-9C56-7A429E042DBC}"/>
          </ac:inkMkLst>
        </pc:inkChg>
        <pc:inkChg chg="add">
          <ac:chgData name="Rodica Ioana Lung" userId="64ee56e8d7162e1e" providerId="LiveId" clId="{0F6830A5-18AB-4F1B-8BBB-DA235794CEC1}" dt="2025-12-18T16:07:47.546" v="224" actId="9405"/>
          <ac:inkMkLst>
            <pc:docMk/>
            <pc:sldMk cId="1482094474" sldId="261"/>
            <ac:inkMk id="75" creationId="{75E5F668-C1AB-8904-C90B-0FDFEF4FB9F2}"/>
          </ac:inkMkLst>
        </pc:inkChg>
        <pc:inkChg chg="add mod">
          <ac:chgData name="Rodica Ioana Lung" userId="64ee56e8d7162e1e" providerId="LiveId" clId="{0F6830A5-18AB-4F1B-8BBB-DA235794CEC1}" dt="2025-12-18T16:07:57.542" v="247"/>
          <ac:inkMkLst>
            <pc:docMk/>
            <pc:sldMk cId="1482094474" sldId="261"/>
            <ac:inkMk id="76" creationId="{7781AE64-3217-5FF3-507D-CB194AF1A42F}"/>
          </ac:inkMkLst>
        </pc:inkChg>
        <pc:inkChg chg="add">
          <ac:chgData name="Rodica Ioana Lung" userId="64ee56e8d7162e1e" providerId="LiveId" clId="{0F6830A5-18AB-4F1B-8BBB-DA235794CEC1}" dt="2025-12-18T16:07:48.340" v="226" actId="9405"/>
          <ac:inkMkLst>
            <pc:docMk/>
            <pc:sldMk cId="1482094474" sldId="261"/>
            <ac:inkMk id="77" creationId="{2D9EDAA1-1E58-33C2-45A9-4105704DAC16}"/>
          </ac:inkMkLst>
        </pc:inkChg>
        <pc:inkChg chg="add">
          <ac:chgData name="Rodica Ioana Lung" userId="64ee56e8d7162e1e" providerId="LiveId" clId="{0F6830A5-18AB-4F1B-8BBB-DA235794CEC1}" dt="2025-12-18T16:07:48.506" v="227" actId="9405"/>
          <ac:inkMkLst>
            <pc:docMk/>
            <pc:sldMk cId="1482094474" sldId="261"/>
            <ac:inkMk id="78" creationId="{84390648-50D2-A8BC-1B9C-E524EAD59077}"/>
          </ac:inkMkLst>
        </pc:inkChg>
        <pc:inkChg chg="add">
          <ac:chgData name="Rodica Ioana Lung" userId="64ee56e8d7162e1e" providerId="LiveId" clId="{0F6830A5-18AB-4F1B-8BBB-DA235794CEC1}" dt="2025-12-18T16:07:48.726" v="228" actId="9405"/>
          <ac:inkMkLst>
            <pc:docMk/>
            <pc:sldMk cId="1482094474" sldId="261"/>
            <ac:inkMk id="79" creationId="{534E377C-2820-D579-D389-2D2B8DFFA187}"/>
          </ac:inkMkLst>
        </pc:inkChg>
        <pc:inkChg chg="add mod">
          <ac:chgData name="Rodica Ioana Lung" userId="64ee56e8d7162e1e" providerId="LiveId" clId="{0F6830A5-18AB-4F1B-8BBB-DA235794CEC1}" dt="2025-12-18T16:07:57.542" v="247"/>
          <ac:inkMkLst>
            <pc:docMk/>
            <pc:sldMk cId="1482094474" sldId="261"/>
            <ac:inkMk id="80" creationId="{B40EC406-5816-1648-9A53-FA1E62BF0C21}"/>
          </ac:inkMkLst>
        </pc:inkChg>
        <pc:inkChg chg="add">
          <ac:chgData name="Rodica Ioana Lung" userId="64ee56e8d7162e1e" providerId="LiveId" clId="{0F6830A5-18AB-4F1B-8BBB-DA235794CEC1}" dt="2025-12-18T16:07:49.367" v="230" actId="9405"/>
          <ac:inkMkLst>
            <pc:docMk/>
            <pc:sldMk cId="1482094474" sldId="261"/>
            <ac:inkMk id="81" creationId="{2A1A4980-FFD7-D4ED-EB20-438D79AA7006}"/>
          </ac:inkMkLst>
        </pc:inkChg>
        <pc:inkChg chg="add">
          <ac:chgData name="Rodica Ioana Lung" userId="64ee56e8d7162e1e" providerId="LiveId" clId="{0F6830A5-18AB-4F1B-8BBB-DA235794CEC1}" dt="2025-12-18T16:07:49.717" v="231" actId="9405"/>
          <ac:inkMkLst>
            <pc:docMk/>
            <pc:sldMk cId="1482094474" sldId="261"/>
            <ac:inkMk id="82" creationId="{ED606B1D-5463-DD4E-9CF8-385FA6D891B5}"/>
          </ac:inkMkLst>
        </pc:inkChg>
        <pc:inkChg chg="add">
          <ac:chgData name="Rodica Ioana Lung" userId="64ee56e8d7162e1e" providerId="LiveId" clId="{0F6830A5-18AB-4F1B-8BBB-DA235794CEC1}" dt="2025-12-18T16:07:50.084" v="232" actId="9405"/>
          <ac:inkMkLst>
            <pc:docMk/>
            <pc:sldMk cId="1482094474" sldId="261"/>
            <ac:inkMk id="83" creationId="{E4DD60E4-C8BB-462F-24BD-24C07F8351FA}"/>
          </ac:inkMkLst>
        </pc:inkChg>
        <pc:inkChg chg="add mod">
          <ac:chgData name="Rodica Ioana Lung" userId="64ee56e8d7162e1e" providerId="LiveId" clId="{0F6830A5-18AB-4F1B-8BBB-DA235794CEC1}" dt="2025-12-18T16:07:54.754" v="244"/>
          <ac:inkMkLst>
            <pc:docMk/>
            <pc:sldMk cId="1482094474" sldId="261"/>
            <ac:inkMk id="84" creationId="{1289F4E5-F816-869E-3458-F1B45FD8CD93}"/>
          </ac:inkMkLst>
        </pc:inkChg>
        <pc:inkChg chg="add mod">
          <ac:chgData name="Rodica Ioana Lung" userId="64ee56e8d7162e1e" providerId="LiveId" clId="{0F6830A5-18AB-4F1B-8BBB-DA235794CEC1}" dt="2025-12-18T16:07:54.754" v="244"/>
          <ac:inkMkLst>
            <pc:docMk/>
            <pc:sldMk cId="1482094474" sldId="261"/>
            <ac:inkMk id="85" creationId="{F0CFA733-E3AC-44A9-ABE3-53463EE3EEF7}"/>
          </ac:inkMkLst>
        </pc:inkChg>
        <pc:inkChg chg="add mod">
          <ac:chgData name="Rodica Ioana Lung" userId="64ee56e8d7162e1e" providerId="LiveId" clId="{0F6830A5-18AB-4F1B-8BBB-DA235794CEC1}" dt="2025-12-18T16:07:54.754" v="244"/>
          <ac:inkMkLst>
            <pc:docMk/>
            <pc:sldMk cId="1482094474" sldId="261"/>
            <ac:inkMk id="86" creationId="{F40835C4-2D9E-1FFA-7111-19B2332A97B0}"/>
          </ac:inkMkLst>
        </pc:inkChg>
        <pc:inkChg chg="add mod">
          <ac:chgData name="Rodica Ioana Lung" userId="64ee56e8d7162e1e" providerId="LiveId" clId="{0F6830A5-18AB-4F1B-8BBB-DA235794CEC1}" dt="2025-12-18T16:07:57.542" v="247"/>
          <ac:inkMkLst>
            <pc:docMk/>
            <pc:sldMk cId="1482094474" sldId="261"/>
            <ac:inkMk id="87" creationId="{C3F1C2D4-BFCE-5B7D-9B1E-B0DB01BF856F}"/>
          </ac:inkMkLst>
        </pc:inkChg>
        <pc:inkChg chg="add mod">
          <ac:chgData name="Rodica Ioana Lung" userId="64ee56e8d7162e1e" providerId="LiveId" clId="{0F6830A5-18AB-4F1B-8BBB-DA235794CEC1}" dt="2025-12-18T16:07:54.754" v="244"/>
          <ac:inkMkLst>
            <pc:docMk/>
            <pc:sldMk cId="1482094474" sldId="261"/>
            <ac:inkMk id="91" creationId="{337F34B6-BFFD-B3AD-4ED8-F080CCD60EA4}"/>
          </ac:inkMkLst>
        </pc:inkChg>
        <pc:inkChg chg="add mod">
          <ac:chgData name="Rodica Ioana Lung" userId="64ee56e8d7162e1e" providerId="LiveId" clId="{0F6830A5-18AB-4F1B-8BBB-DA235794CEC1}" dt="2025-12-18T16:07:54.754" v="244"/>
          <ac:inkMkLst>
            <pc:docMk/>
            <pc:sldMk cId="1482094474" sldId="261"/>
            <ac:inkMk id="92" creationId="{8C98B3E7-DBAA-D84D-A440-A9FFB03B0BDE}"/>
          </ac:inkMkLst>
        </pc:inkChg>
        <pc:inkChg chg="add mod">
          <ac:chgData name="Rodica Ioana Lung" userId="64ee56e8d7162e1e" providerId="LiveId" clId="{0F6830A5-18AB-4F1B-8BBB-DA235794CEC1}" dt="2025-12-18T16:07:54.754" v="244"/>
          <ac:inkMkLst>
            <pc:docMk/>
            <pc:sldMk cId="1482094474" sldId="261"/>
            <ac:inkMk id="93" creationId="{3865C09E-3522-8D9A-50A6-FB10E39F5363}"/>
          </ac:inkMkLst>
        </pc:inkChg>
        <pc:inkChg chg="add mod">
          <ac:chgData name="Rodica Ioana Lung" userId="64ee56e8d7162e1e" providerId="LiveId" clId="{0F6830A5-18AB-4F1B-8BBB-DA235794CEC1}" dt="2025-12-18T16:07:54.754" v="244"/>
          <ac:inkMkLst>
            <pc:docMk/>
            <pc:sldMk cId="1482094474" sldId="261"/>
            <ac:inkMk id="94" creationId="{B6526454-4355-8878-55E1-88D59CA73276}"/>
          </ac:inkMkLst>
        </pc:inkChg>
        <pc:inkChg chg="add mod">
          <ac:chgData name="Rodica Ioana Lung" userId="64ee56e8d7162e1e" providerId="LiveId" clId="{0F6830A5-18AB-4F1B-8BBB-DA235794CEC1}" dt="2025-12-18T16:07:57.542" v="247"/>
          <ac:inkMkLst>
            <pc:docMk/>
            <pc:sldMk cId="1482094474" sldId="261"/>
            <ac:inkMk id="95" creationId="{19027A86-465C-207B-D481-6246BADD43DD}"/>
          </ac:inkMkLst>
        </pc:inkChg>
        <pc:inkChg chg="add">
          <ac:chgData name="Rodica Ioana Lung" userId="64ee56e8d7162e1e" providerId="LiveId" clId="{0F6830A5-18AB-4F1B-8BBB-DA235794CEC1}" dt="2025-12-18T16:07:54.181" v="243" actId="9405"/>
          <ac:inkMkLst>
            <pc:docMk/>
            <pc:sldMk cId="1482094474" sldId="261"/>
            <ac:inkMk id="96" creationId="{B84AC7DC-FE7D-D5E8-171B-12A5A50F6513}"/>
          </ac:inkMkLst>
        </pc:inkChg>
        <pc:inkChg chg="add mod">
          <ac:chgData name="Rodica Ioana Lung" userId="64ee56e8d7162e1e" providerId="LiveId" clId="{0F6830A5-18AB-4F1B-8BBB-DA235794CEC1}" dt="2025-12-18T16:07:57.542" v="247"/>
          <ac:inkMkLst>
            <pc:docMk/>
            <pc:sldMk cId="1482094474" sldId="261"/>
            <ac:inkMk id="98" creationId="{25E7D670-D275-9A5C-7099-F5347B91622F}"/>
          </ac:inkMkLst>
        </pc:inkChg>
        <pc:inkChg chg="add mod">
          <ac:chgData name="Rodica Ioana Lung" userId="64ee56e8d7162e1e" providerId="LiveId" clId="{0F6830A5-18AB-4F1B-8BBB-DA235794CEC1}" dt="2025-12-18T16:07:57.542" v="247"/>
          <ac:inkMkLst>
            <pc:docMk/>
            <pc:sldMk cId="1482094474" sldId="261"/>
            <ac:inkMk id="99" creationId="{EE16A86A-9F65-553B-203D-A2F191071BA1}"/>
          </ac:inkMkLst>
        </pc:inkChg>
        <pc:inkChg chg="add">
          <ac:chgData name="Rodica Ioana Lung" userId="64ee56e8d7162e1e" providerId="LiveId" clId="{0F6830A5-18AB-4F1B-8BBB-DA235794CEC1}" dt="2025-12-18T16:07:59.937" v="248" actId="9405"/>
          <ac:inkMkLst>
            <pc:docMk/>
            <pc:sldMk cId="1482094474" sldId="261"/>
            <ac:inkMk id="101" creationId="{8609B9D0-5E0D-A906-0D39-F8E0064C3B04}"/>
          </ac:inkMkLst>
        </pc:inkChg>
        <pc:inkChg chg="add">
          <ac:chgData name="Rodica Ioana Lung" userId="64ee56e8d7162e1e" providerId="LiveId" clId="{0F6830A5-18AB-4F1B-8BBB-DA235794CEC1}" dt="2025-12-18T16:28:27.834" v="1040" actId="9405"/>
          <ac:inkMkLst>
            <pc:docMk/>
            <pc:sldMk cId="1482094474" sldId="261"/>
            <ac:inkMk id="102" creationId="{DFE8C357-1B5B-1F94-ABF5-DD12100013BD}"/>
          </ac:inkMkLst>
        </pc:inkChg>
        <pc:inkChg chg="add">
          <ac:chgData name="Rodica Ioana Lung" userId="64ee56e8d7162e1e" providerId="LiveId" clId="{0F6830A5-18AB-4F1B-8BBB-DA235794CEC1}" dt="2025-12-18T16:28:49.695" v="1045" actId="9405"/>
          <ac:inkMkLst>
            <pc:docMk/>
            <pc:sldMk cId="1482094474" sldId="261"/>
            <ac:inkMk id="103" creationId="{5D2C54E9-40B6-49BC-DFE4-631712989483}"/>
          </ac:inkMkLst>
        </pc:inkChg>
        <pc:inkChg chg="add">
          <ac:chgData name="Rodica Ioana Lung" userId="64ee56e8d7162e1e" providerId="LiveId" clId="{0F6830A5-18AB-4F1B-8BBB-DA235794CEC1}" dt="2025-12-18T16:28:50.174" v="1046" actId="9405"/>
          <ac:inkMkLst>
            <pc:docMk/>
            <pc:sldMk cId="1482094474" sldId="261"/>
            <ac:inkMk id="104" creationId="{B8210ADB-97FF-C1BF-A554-3E5F6E82C546}"/>
          </ac:inkMkLst>
        </pc:inkChg>
        <pc:inkChg chg="add">
          <ac:chgData name="Rodica Ioana Lung" userId="64ee56e8d7162e1e" providerId="LiveId" clId="{0F6830A5-18AB-4F1B-8BBB-DA235794CEC1}" dt="2025-12-18T16:28:52.288" v="1047" actId="9405"/>
          <ac:inkMkLst>
            <pc:docMk/>
            <pc:sldMk cId="1482094474" sldId="261"/>
            <ac:inkMk id="105" creationId="{E507E4E2-9645-1D82-90F0-64F502560699}"/>
          </ac:inkMkLst>
        </pc:inkChg>
        <pc:inkChg chg="add">
          <ac:chgData name="Rodica Ioana Lung" userId="64ee56e8d7162e1e" providerId="LiveId" clId="{0F6830A5-18AB-4F1B-8BBB-DA235794CEC1}" dt="2025-12-18T16:28:53.084" v="1048" actId="9405"/>
          <ac:inkMkLst>
            <pc:docMk/>
            <pc:sldMk cId="1482094474" sldId="261"/>
            <ac:inkMk id="106" creationId="{C3395761-44CA-C160-359F-0E874E8F8147}"/>
          </ac:inkMkLst>
        </pc:inkChg>
        <pc:inkChg chg="add">
          <ac:chgData name="Rodica Ioana Lung" userId="64ee56e8d7162e1e" providerId="LiveId" clId="{0F6830A5-18AB-4F1B-8BBB-DA235794CEC1}" dt="2025-12-18T16:28:54.213" v="1049" actId="9405"/>
          <ac:inkMkLst>
            <pc:docMk/>
            <pc:sldMk cId="1482094474" sldId="261"/>
            <ac:inkMk id="107" creationId="{B33887AE-EB4C-9AF3-E46F-95E9BAD08EA4}"/>
          </ac:inkMkLst>
        </pc:inkChg>
        <pc:inkChg chg="add">
          <ac:chgData name="Rodica Ioana Lung" userId="64ee56e8d7162e1e" providerId="LiveId" clId="{0F6830A5-18AB-4F1B-8BBB-DA235794CEC1}" dt="2025-12-18T16:28:55.233" v="1050" actId="9405"/>
          <ac:inkMkLst>
            <pc:docMk/>
            <pc:sldMk cId="1482094474" sldId="261"/>
            <ac:inkMk id="108" creationId="{2D34464D-9499-38C5-A22A-A9060EC4BEFB}"/>
          </ac:inkMkLst>
        </pc:inkChg>
      </pc:sldChg>
      <pc:sldChg chg="addSp delSp modSp mod">
        <pc:chgData name="Rodica Ioana Lung" userId="64ee56e8d7162e1e" providerId="LiveId" clId="{0F6830A5-18AB-4F1B-8BBB-DA235794CEC1}" dt="2025-12-18T16:15:09.668" v="516"/>
        <pc:sldMkLst>
          <pc:docMk/>
          <pc:sldMk cId="3161096955" sldId="262"/>
        </pc:sldMkLst>
        <pc:grpChg chg="del mod">
          <ac:chgData name="Rodica Ioana Lung" userId="64ee56e8d7162e1e" providerId="LiveId" clId="{0F6830A5-18AB-4F1B-8BBB-DA235794CEC1}" dt="2025-12-18T16:13:35.914" v="486"/>
          <ac:grpSpMkLst>
            <pc:docMk/>
            <pc:sldMk cId="3161096955" sldId="262"/>
            <ac:grpSpMk id="8" creationId="{C9821D2D-560C-EA59-D881-095F68E2B310}"/>
          </ac:grpSpMkLst>
        </pc:grpChg>
        <pc:grpChg chg="mod">
          <ac:chgData name="Rodica Ioana Lung" userId="64ee56e8d7162e1e" providerId="LiveId" clId="{0F6830A5-18AB-4F1B-8BBB-DA235794CEC1}" dt="2025-12-18T16:13:35.914" v="486"/>
          <ac:grpSpMkLst>
            <pc:docMk/>
            <pc:sldMk cId="3161096955" sldId="262"/>
            <ac:grpSpMk id="10" creationId="{9BD1C998-B11E-28F4-90DB-3B655A17D25A}"/>
          </ac:grpSpMkLst>
        </pc:grpChg>
        <pc:grpChg chg="mod">
          <ac:chgData name="Rodica Ioana Lung" userId="64ee56e8d7162e1e" providerId="LiveId" clId="{0F6830A5-18AB-4F1B-8BBB-DA235794CEC1}" dt="2025-12-18T16:14:14.999" v="502"/>
          <ac:grpSpMkLst>
            <pc:docMk/>
            <pc:sldMk cId="3161096955" sldId="262"/>
            <ac:grpSpMk id="27" creationId="{20A5EDC8-E64E-E0E7-3FDB-EB3F2C30DE74}"/>
          </ac:grpSpMkLst>
        </pc:grpChg>
        <pc:grpChg chg="mod">
          <ac:chgData name="Rodica Ioana Lung" userId="64ee56e8d7162e1e" providerId="LiveId" clId="{0F6830A5-18AB-4F1B-8BBB-DA235794CEC1}" dt="2025-12-18T16:14:40.887" v="506"/>
          <ac:grpSpMkLst>
            <pc:docMk/>
            <pc:sldMk cId="3161096955" sldId="262"/>
            <ac:grpSpMk id="31" creationId="{C3EDA112-5E4C-A477-49CE-26BF12ECDC68}"/>
          </ac:grpSpMkLst>
        </pc:grpChg>
        <pc:grpChg chg="mod">
          <ac:chgData name="Rodica Ioana Lung" userId="64ee56e8d7162e1e" providerId="LiveId" clId="{0F6830A5-18AB-4F1B-8BBB-DA235794CEC1}" dt="2025-12-18T16:14:49.633" v="511"/>
          <ac:grpSpMkLst>
            <pc:docMk/>
            <pc:sldMk cId="3161096955" sldId="262"/>
            <ac:grpSpMk id="36" creationId="{650F330E-5660-2C47-3A75-3DAA8510A520}"/>
          </ac:grpSpMkLst>
        </pc:grpChg>
        <pc:grpChg chg="mod">
          <ac:chgData name="Rodica Ioana Lung" userId="64ee56e8d7162e1e" providerId="LiveId" clId="{0F6830A5-18AB-4F1B-8BBB-DA235794CEC1}" dt="2025-12-18T16:15:09.668" v="516"/>
          <ac:grpSpMkLst>
            <pc:docMk/>
            <pc:sldMk cId="3161096955" sldId="262"/>
            <ac:grpSpMk id="41" creationId="{A50F1AD9-FC5A-1727-F948-04B33A56AACF}"/>
          </ac:grpSpMkLst>
        </pc:grpChg>
        <pc:inkChg chg="add mod">
          <ac:chgData name="Rodica Ioana Lung" userId="64ee56e8d7162e1e" providerId="LiveId" clId="{0F6830A5-18AB-4F1B-8BBB-DA235794CEC1}" dt="2025-12-18T16:13:35.914" v="486"/>
          <ac:inkMkLst>
            <pc:docMk/>
            <pc:sldMk cId="3161096955" sldId="262"/>
            <ac:inkMk id="5" creationId="{2D5A25B0-1C55-60A3-8FDD-439B0D506955}"/>
          </ac:inkMkLst>
        </pc:inkChg>
        <pc:inkChg chg="add mod">
          <ac:chgData name="Rodica Ioana Lung" userId="64ee56e8d7162e1e" providerId="LiveId" clId="{0F6830A5-18AB-4F1B-8BBB-DA235794CEC1}" dt="2025-12-18T16:13:35.914" v="486"/>
          <ac:inkMkLst>
            <pc:docMk/>
            <pc:sldMk cId="3161096955" sldId="262"/>
            <ac:inkMk id="7" creationId="{D107A8E8-0C04-FDCA-F39B-EC12BB90F6EA}"/>
          </ac:inkMkLst>
        </pc:inkChg>
        <pc:inkChg chg="add mod">
          <ac:chgData name="Rodica Ioana Lung" userId="64ee56e8d7162e1e" providerId="LiveId" clId="{0F6830A5-18AB-4F1B-8BBB-DA235794CEC1}" dt="2025-12-18T16:13:35.914" v="486"/>
          <ac:inkMkLst>
            <pc:docMk/>
            <pc:sldMk cId="3161096955" sldId="262"/>
            <ac:inkMk id="9" creationId="{635A5B67-8870-CC89-B5DA-008A630E1E15}"/>
          </ac:inkMkLst>
        </pc:inkChg>
        <pc:inkChg chg="add">
          <ac:chgData name="Rodica Ioana Lung" userId="64ee56e8d7162e1e" providerId="LiveId" clId="{0F6830A5-18AB-4F1B-8BBB-DA235794CEC1}" dt="2025-12-18T16:13:42.958" v="487" actId="9405"/>
          <ac:inkMkLst>
            <pc:docMk/>
            <pc:sldMk cId="3161096955" sldId="262"/>
            <ac:inkMk id="12" creationId="{5A457FD6-A935-DFBC-641A-180A37D8118B}"/>
          </ac:inkMkLst>
        </pc:inkChg>
        <pc:inkChg chg="add">
          <ac:chgData name="Rodica Ioana Lung" userId="64ee56e8d7162e1e" providerId="LiveId" clId="{0F6830A5-18AB-4F1B-8BBB-DA235794CEC1}" dt="2025-12-18T16:13:46.140" v="488" actId="9405"/>
          <ac:inkMkLst>
            <pc:docMk/>
            <pc:sldMk cId="3161096955" sldId="262"/>
            <ac:inkMk id="13" creationId="{1B51544A-9DFD-65B7-37F9-D7A720BCBB86}"/>
          </ac:inkMkLst>
        </pc:inkChg>
        <pc:inkChg chg="add">
          <ac:chgData name="Rodica Ioana Lung" userId="64ee56e8d7162e1e" providerId="LiveId" clId="{0F6830A5-18AB-4F1B-8BBB-DA235794CEC1}" dt="2025-12-18T16:13:55.281" v="489" actId="9405"/>
          <ac:inkMkLst>
            <pc:docMk/>
            <pc:sldMk cId="3161096955" sldId="262"/>
            <ac:inkMk id="14" creationId="{1BA20268-EB3E-676D-9BDF-A0F0B25AC3B4}"/>
          </ac:inkMkLst>
        </pc:inkChg>
        <pc:inkChg chg="add">
          <ac:chgData name="Rodica Ioana Lung" userId="64ee56e8d7162e1e" providerId="LiveId" clId="{0F6830A5-18AB-4F1B-8BBB-DA235794CEC1}" dt="2025-12-18T16:14:08.537" v="490" actId="9405"/>
          <ac:inkMkLst>
            <pc:docMk/>
            <pc:sldMk cId="3161096955" sldId="262"/>
            <ac:inkMk id="15" creationId="{E4F37003-7717-8F5C-01BA-E3BA56D159DA}"/>
          </ac:inkMkLst>
        </pc:inkChg>
        <pc:inkChg chg="add mod">
          <ac:chgData name="Rodica Ioana Lung" userId="64ee56e8d7162e1e" providerId="LiveId" clId="{0F6830A5-18AB-4F1B-8BBB-DA235794CEC1}" dt="2025-12-18T16:14:14.999" v="502"/>
          <ac:inkMkLst>
            <pc:docMk/>
            <pc:sldMk cId="3161096955" sldId="262"/>
            <ac:inkMk id="16" creationId="{687F6473-2821-601A-36D2-D5F8806CB1E1}"/>
          </ac:inkMkLst>
        </pc:inkChg>
        <pc:inkChg chg="add mod">
          <ac:chgData name="Rodica Ioana Lung" userId="64ee56e8d7162e1e" providerId="LiveId" clId="{0F6830A5-18AB-4F1B-8BBB-DA235794CEC1}" dt="2025-12-18T16:14:14.999" v="502"/>
          <ac:inkMkLst>
            <pc:docMk/>
            <pc:sldMk cId="3161096955" sldId="262"/>
            <ac:inkMk id="17" creationId="{2B3FAE36-55D6-D9C3-1B63-7844D338FFF7}"/>
          </ac:inkMkLst>
        </pc:inkChg>
        <pc:inkChg chg="add mod">
          <ac:chgData name="Rodica Ioana Lung" userId="64ee56e8d7162e1e" providerId="LiveId" clId="{0F6830A5-18AB-4F1B-8BBB-DA235794CEC1}" dt="2025-12-18T16:14:14.999" v="502"/>
          <ac:inkMkLst>
            <pc:docMk/>
            <pc:sldMk cId="3161096955" sldId="262"/>
            <ac:inkMk id="18" creationId="{C312971B-FCFC-9562-BA69-CB2B2D2E4362}"/>
          </ac:inkMkLst>
        </pc:inkChg>
        <pc:inkChg chg="add mod">
          <ac:chgData name="Rodica Ioana Lung" userId="64ee56e8d7162e1e" providerId="LiveId" clId="{0F6830A5-18AB-4F1B-8BBB-DA235794CEC1}" dt="2025-12-18T16:14:14.999" v="502"/>
          <ac:inkMkLst>
            <pc:docMk/>
            <pc:sldMk cId="3161096955" sldId="262"/>
            <ac:inkMk id="19" creationId="{EE571011-7F2E-B32C-39D7-AB52044688D6}"/>
          </ac:inkMkLst>
        </pc:inkChg>
        <pc:inkChg chg="add mod">
          <ac:chgData name="Rodica Ioana Lung" userId="64ee56e8d7162e1e" providerId="LiveId" clId="{0F6830A5-18AB-4F1B-8BBB-DA235794CEC1}" dt="2025-12-18T16:14:14.999" v="502"/>
          <ac:inkMkLst>
            <pc:docMk/>
            <pc:sldMk cId="3161096955" sldId="262"/>
            <ac:inkMk id="20" creationId="{9ED0956A-F126-D0E5-3B4B-D93E456FAD0A}"/>
          </ac:inkMkLst>
        </pc:inkChg>
        <pc:inkChg chg="add">
          <ac:chgData name="Rodica Ioana Lung" userId="64ee56e8d7162e1e" providerId="LiveId" clId="{0F6830A5-18AB-4F1B-8BBB-DA235794CEC1}" dt="2025-12-18T16:14:12.129" v="496" actId="9405"/>
          <ac:inkMkLst>
            <pc:docMk/>
            <pc:sldMk cId="3161096955" sldId="262"/>
            <ac:inkMk id="21" creationId="{19465296-9567-12E7-518F-02A4689ED18B}"/>
          </ac:inkMkLst>
        </pc:inkChg>
        <pc:inkChg chg="add">
          <ac:chgData name="Rodica Ioana Lung" userId="64ee56e8d7162e1e" providerId="LiveId" clId="{0F6830A5-18AB-4F1B-8BBB-DA235794CEC1}" dt="2025-12-18T16:14:12.341" v="497" actId="9405"/>
          <ac:inkMkLst>
            <pc:docMk/>
            <pc:sldMk cId="3161096955" sldId="262"/>
            <ac:inkMk id="22" creationId="{B89E6141-8984-BCCC-4B4A-A015B627EC70}"/>
          </ac:inkMkLst>
        </pc:inkChg>
        <pc:inkChg chg="add mod">
          <ac:chgData name="Rodica Ioana Lung" userId="64ee56e8d7162e1e" providerId="LiveId" clId="{0F6830A5-18AB-4F1B-8BBB-DA235794CEC1}" dt="2025-12-18T16:14:14.999" v="502"/>
          <ac:inkMkLst>
            <pc:docMk/>
            <pc:sldMk cId="3161096955" sldId="262"/>
            <ac:inkMk id="23" creationId="{39B33D55-44CF-519E-E09B-3D47C363A477}"/>
          </ac:inkMkLst>
        </pc:inkChg>
        <pc:inkChg chg="add mod">
          <ac:chgData name="Rodica Ioana Lung" userId="64ee56e8d7162e1e" providerId="LiveId" clId="{0F6830A5-18AB-4F1B-8BBB-DA235794CEC1}" dt="2025-12-18T16:14:14.999" v="502"/>
          <ac:inkMkLst>
            <pc:docMk/>
            <pc:sldMk cId="3161096955" sldId="262"/>
            <ac:inkMk id="24" creationId="{E6D8FCF3-610D-68B6-5300-1D2A0184D13C}"/>
          </ac:inkMkLst>
        </pc:inkChg>
        <pc:inkChg chg="add mod">
          <ac:chgData name="Rodica Ioana Lung" userId="64ee56e8d7162e1e" providerId="LiveId" clId="{0F6830A5-18AB-4F1B-8BBB-DA235794CEC1}" dt="2025-12-18T16:14:14.999" v="502"/>
          <ac:inkMkLst>
            <pc:docMk/>
            <pc:sldMk cId="3161096955" sldId="262"/>
            <ac:inkMk id="25" creationId="{48E0F58F-F19E-CBDD-293F-AE4EAC07DECA}"/>
          </ac:inkMkLst>
        </pc:inkChg>
        <pc:inkChg chg="add mod">
          <ac:chgData name="Rodica Ioana Lung" userId="64ee56e8d7162e1e" providerId="LiveId" clId="{0F6830A5-18AB-4F1B-8BBB-DA235794CEC1}" dt="2025-12-18T16:14:14.999" v="502"/>
          <ac:inkMkLst>
            <pc:docMk/>
            <pc:sldMk cId="3161096955" sldId="262"/>
            <ac:inkMk id="26" creationId="{0B35FB41-40E8-D58E-098D-B22A439B6835}"/>
          </ac:inkMkLst>
        </pc:inkChg>
        <pc:inkChg chg="add">
          <ac:chgData name="Rodica Ioana Lung" userId="64ee56e8d7162e1e" providerId="LiveId" clId="{0F6830A5-18AB-4F1B-8BBB-DA235794CEC1}" dt="2025-12-18T16:14:25.897" v="503" actId="9405"/>
          <ac:inkMkLst>
            <pc:docMk/>
            <pc:sldMk cId="3161096955" sldId="262"/>
            <ac:inkMk id="28" creationId="{B2781388-73BE-413F-07D2-E87FD96A89C9}"/>
          </ac:inkMkLst>
        </pc:inkChg>
        <pc:inkChg chg="add mod">
          <ac:chgData name="Rodica Ioana Lung" userId="64ee56e8d7162e1e" providerId="LiveId" clId="{0F6830A5-18AB-4F1B-8BBB-DA235794CEC1}" dt="2025-12-18T16:14:40.887" v="506"/>
          <ac:inkMkLst>
            <pc:docMk/>
            <pc:sldMk cId="3161096955" sldId="262"/>
            <ac:inkMk id="29" creationId="{4B517289-994E-8BBA-A153-24E2F553B459}"/>
          </ac:inkMkLst>
        </pc:inkChg>
        <pc:inkChg chg="add mod">
          <ac:chgData name="Rodica Ioana Lung" userId="64ee56e8d7162e1e" providerId="LiveId" clId="{0F6830A5-18AB-4F1B-8BBB-DA235794CEC1}" dt="2025-12-18T16:14:40.887" v="506"/>
          <ac:inkMkLst>
            <pc:docMk/>
            <pc:sldMk cId="3161096955" sldId="262"/>
            <ac:inkMk id="30" creationId="{928F325B-5464-6F05-0BD0-9424B32A800C}"/>
          </ac:inkMkLst>
        </pc:inkChg>
        <pc:inkChg chg="add mod">
          <ac:chgData name="Rodica Ioana Lung" userId="64ee56e8d7162e1e" providerId="LiveId" clId="{0F6830A5-18AB-4F1B-8BBB-DA235794CEC1}" dt="2025-12-18T16:14:49.633" v="511"/>
          <ac:inkMkLst>
            <pc:docMk/>
            <pc:sldMk cId="3161096955" sldId="262"/>
            <ac:inkMk id="32" creationId="{B222F4E3-DFA2-E7FF-5162-A43E525AB18D}"/>
          </ac:inkMkLst>
        </pc:inkChg>
        <pc:inkChg chg="add mod">
          <ac:chgData name="Rodica Ioana Lung" userId="64ee56e8d7162e1e" providerId="LiveId" clId="{0F6830A5-18AB-4F1B-8BBB-DA235794CEC1}" dt="2025-12-18T16:14:49.633" v="511"/>
          <ac:inkMkLst>
            <pc:docMk/>
            <pc:sldMk cId="3161096955" sldId="262"/>
            <ac:inkMk id="33" creationId="{4B82C26A-C785-8494-6776-34B0CF45B264}"/>
          </ac:inkMkLst>
        </pc:inkChg>
        <pc:inkChg chg="add mod">
          <ac:chgData name="Rodica Ioana Lung" userId="64ee56e8d7162e1e" providerId="LiveId" clId="{0F6830A5-18AB-4F1B-8BBB-DA235794CEC1}" dt="2025-12-18T16:14:49.633" v="511"/>
          <ac:inkMkLst>
            <pc:docMk/>
            <pc:sldMk cId="3161096955" sldId="262"/>
            <ac:inkMk id="34" creationId="{AD6BC251-810A-B90A-53DA-4EC493150089}"/>
          </ac:inkMkLst>
        </pc:inkChg>
        <pc:inkChg chg="add mod">
          <ac:chgData name="Rodica Ioana Lung" userId="64ee56e8d7162e1e" providerId="LiveId" clId="{0F6830A5-18AB-4F1B-8BBB-DA235794CEC1}" dt="2025-12-18T16:14:49.633" v="511"/>
          <ac:inkMkLst>
            <pc:docMk/>
            <pc:sldMk cId="3161096955" sldId="262"/>
            <ac:inkMk id="35" creationId="{B515F8C0-B1DA-998C-58D0-673BDE3C35BB}"/>
          </ac:inkMkLst>
        </pc:inkChg>
        <pc:inkChg chg="add mod">
          <ac:chgData name="Rodica Ioana Lung" userId="64ee56e8d7162e1e" providerId="LiveId" clId="{0F6830A5-18AB-4F1B-8BBB-DA235794CEC1}" dt="2025-12-18T16:15:09.668" v="516"/>
          <ac:inkMkLst>
            <pc:docMk/>
            <pc:sldMk cId="3161096955" sldId="262"/>
            <ac:inkMk id="37" creationId="{BDE6691E-16E0-BA8D-EE87-CB7F352C64E2}"/>
          </ac:inkMkLst>
        </pc:inkChg>
        <pc:inkChg chg="add mod">
          <ac:chgData name="Rodica Ioana Lung" userId="64ee56e8d7162e1e" providerId="LiveId" clId="{0F6830A5-18AB-4F1B-8BBB-DA235794CEC1}" dt="2025-12-18T16:15:09.668" v="516"/>
          <ac:inkMkLst>
            <pc:docMk/>
            <pc:sldMk cId="3161096955" sldId="262"/>
            <ac:inkMk id="38" creationId="{FDBC5F6E-E4DD-A0EB-2DB1-8D8E1B14BAB0}"/>
          </ac:inkMkLst>
        </pc:inkChg>
        <pc:inkChg chg="add mod">
          <ac:chgData name="Rodica Ioana Lung" userId="64ee56e8d7162e1e" providerId="LiveId" clId="{0F6830A5-18AB-4F1B-8BBB-DA235794CEC1}" dt="2025-12-18T16:15:09.668" v="516"/>
          <ac:inkMkLst>
            <pc:docMk/>
            <pc:sldMk cId="3161096955" sldId="262"/>
            <ac:inkMk id="39" creationId="{ED335D49-21DB-78CF-5CA9-42D4EF295B19}"/>
          </ac:inkMkLst>
        </pc:inkChg>
        <pc:inkChg chg="add mod">
          <ac:chgData name="Rodica Ioana Lung" userId="64ee56e8d7162e1e" providerId="LiveId" clId="{0F6830A5-18AB-4F1B-8BBB-DA235794CEC1}" dt="2025-12-18T16:15:09.668" v="516"/>
          <ac:inkMkLst>
            <pc:docMk/>
            <pc:sldMk cId="3161096955" sldId="262"/>
            <ac:inkMk id="40" creationId="{FEF323E3-6666-792B-6260-25D2E9F20560}"/>
          </ac:inkMkLst>
        </pc:inkChg>
      </pc:sldChg>
      <pc:sldChg chg="addSp mod">
        <pc:chgData name="Rodica Ioana Lung" userId="64ee56e8d7162e1e" providerId="LiveId" clId="{0F6830A5-18AB-4F1B-8BBB-DA235794CEC1}" dt="2025-12-18T16:31:29.180" v="1079" actId="9405"/>
        <pc:sldMkLst>
          <pc:docMk/>
          <pc:sldMk cId="2841442740" sldId="263"/>
        </pc:sldMkLst>
        <pc:inkChg chg="add">
          <ac:chgData name="Rodica Ioana Lung" userId="64ee56e8d7162e1e" providerId="LiveId" clId="{0F6830A5-18AB-4F1B-8BBB-DA235794CEC1}" dt="2025-12-18T16:30:37.656" v="1057" actId="9405"/>
          <ac:inkMkLst>
            <pc:docMk/>
            <pc:sldMk cId="2841442740" sldId="263"/>
            <ac:inkMk id="5" creationId="{A578A06E-EC51-7691-172F-922F118347DE}"/>
          </ac:inkMkLst>
        </pc:inkChg>
        <pc:inkChg chg="add">
          <ac:chgData name="Rodica Ioana Lung" userId="64ee56e8d7162e1e" providerId="LiveId" clId="{0F6830A5-18AB-4F1B-8BBB-DA235794CEC1}" dt="2025-12-18T16:30:43.812" v="1058" actId="9405"/>
          <ac:inkMkLst>
            <pc:docMk/>
            <pc:sldMk cId="2841442740" sldId="263"/>
            <ac:inkMk id="6" creationId="{E4A0819E-655B-B5E2-E34F-FC85A8478B78}"/>
          </ac:inkMkLst>
        </pc:inkChg>
        <pc:inkChg chg="add">
          <ac:chgData name="Rodica Ioana Lung" userId="64ee56e8d7162e1e" providerId="LiveId" clId="{0F6830A5-18AB-4F1B-8BBB-DA235794CEC1}" dt="2025-12-18T16:30:45.223" v="1059" actId="9405"/>
          <ac:inkMkLst>
            <pc:docMk/>
            <pc:sldMk cId="2841442740" sldId="263"/>
            <ac:inkMk id="7" creationId="{D108AA45-5EE4-74C5-C197-8EB5AE473369}"/>
          </ac:inkMkLst>
        </pc:inkChg>
        <pc:inkChg chg="add">
          <ac:chgData name="Rodica Ioana Lung" userId="64ee56e8d7162e1e" providerId="LiveId" clId="{0F6830A5-18AB-4F1B-8BBB-DA235794CEC1}" dt="2025-12-18T16:30:49.354" v="1060" actId="9405"/>
          <ac:inkMkLst>
            <pc:docMk/>
            <pc:sldMk cId="2841442740" sldId="263"/>
            <ac:inkMk id="8" creationId="{0F381A68-295F-2745-8A02-8FE7520E1C70}"/>
          </ac:inkMkLst>
        </pc:inkChg>
        <pc:inkChg chg="add">
          <ac:chgData name="Rodica Ioana Lung" userId="64ee56e8d7162e1e" providerId="LiveId" clId="{0F6830A5-18AB-4F1B-8BBB-DA235794CEC1}" dt="2025-12-18T16:30:50.097" v="1061" actId="9405"/>
          <ac:inkMkLst>
            <pc:docMk/>
            <pc:sldMk cId="2841442740" sldId="263"/>
            <ac:inkMk id="10" creationId="{AD6A80A1-A867-D12C-9786-79C9C03A26A5}"/>
          </ac:inkMkLst>
        </pc:inkChg>
        <pc:inkChg chg="add">
          <ac:chgData name="Rodica Ioana Lung" userId="64ee56e8d7162e1e" providerId="LiveId" clId="{0F6830A5-18AB-4F1B-8BBB-DA235794CEC1}" dt="2025-12-18T16:30:52.356" v="1062" actId="9405"/>
          <ac:inkMkLst>
            <pc:docMk/>
            <pc:sldMk cId="2841442740" sldId="263"/>
            <ac:inkMk id="11" creationId="{3F460CC5-73C6-8EA0-7C0B-60F66ED515E7}"/>
          </ac:inkMkLst>
        </pc:inkChg>
        <pc:inkChg chg="add">
          <ac:chgData name="Rodica Ioana Lung" userId="64ee56e8d7162e1e" providerId="LiveId" clId="{0F6830A5-18AB-4F1B-8BBB-DA235794CEC1}" dt="2025-12-18T16:30:52.729" v="1063" actId="9405"/>
          <ac:inkMkLst>
            <pc:docMk/>
            <pc:sldMk cId="2841442740" sldId="263"/>
            <ac:inkMk id="12" creationId="{19B91023-BBE4-FA0E-44CF-2D85A23A689D}"/>
          </ac:inkMkLst>
        </pc:inkChg>
        <pc:inkChg chg="add">
          <ac:chgData name="Rodica Ioana Lung" userId="64ee56e8d7162e1e" providerId="LiveId" clId="{0F6830A5-18AB-4F1B-8BBB-DA235794CEC1}" dt="2025-12-18T16:30:56.870" v="1064" actId="9405"/>
          <ac:inkMkLst>
            <pc:docMk/>
            <pc:sldMk cId="2841442740" sldId="263"/>
            <ac:inkMk id="13" creationId="{5D6DC8D2-BAF3-D35A-62AC-FF37F7B74189}"/>
          </ac:inkMkLst>
        </pc:inkChg>
        <pc:inkChg chg="add">
          <ac:chgData name="Rodica Ioana Lung" userId="64ee56e8d7162e1e" providerId="LiveId" clId="{0F6830A5-18AB-4F1B-8BBB-DA235794CEC1}" dt="2025-12-18T16:30:58.294" v="1065" actId="9405"/>
          <ac:inkMkLst>
            <pc:docMk/>
            <pc:sldMk cId="2841442740" sldId="263"/>
            <ac:inkMk id="14" creationId="{B5CF5397-07D9-A21B-8FC2-3462B20D6620}"/>
          </ac:inkMkLst>
        </pc:inkChg>
        <pc:inkChg chg="add">
          <ac:chgData name="Rodica Ioana Lung" userId="64ee56e8d7162e1e" providerId="LiveId" clId="{0F6830A5-18AB-4F1B-8BBB-DA235794CEC1}" dt="2025-12-18T16:30:59.495" v="1066" actId="9405"/>
          <ac:inkMkLst>
            <pc:docMk/>
            <pc:sldMk cId="2841442740" sldId="263"/>
            <ac:inkMk id="15" creationId="{C6E6A643-FB8B-774C-E22B-FFD6C324D1C2}"/>
          </ac:inkMkLst>
        </pc:inkChg>
        <pc:inkChg chg="add">
          <ac:chgData name="Rodica Ioana Lung" userId="64ee56e8d7162e1e" providerId="LiveId" clId="{0F6830A5-18AB-4F1B-8BBB-DA235794CEC1}" dt="2025-12-18T16:31:00.865" v="1067" actId="9405"/>
          <ac:inkMkLst>
            <pc:docMk/>
            <pc:sldMk cId="2841442740" sldId="263"/>
            <ac:inkMk id="16" creationId="{D8CB5901-43E3-9C58-C761-5BD81E348198}"/>
          </ac:inkMkLst>
        </pc:inkChg>
        <pc:inkChg chg="add">
          <ac:chgData name="Rodica Ioana Lung" userId="64ee56e8d7162e1e" providerId="LiveId" clId="{0F6830A5-18AB-4F1B-8BBB-DA235794CEC1}" dt="2025-12-18T16:31:01.590" v="1068" actId="9405"/>
          <ac:inkMkLst>
            <pc:docMk/>
            <pc:sldMk cId="2841442740" sldId="263"/>
            <ac:inkMk id="17" creationId="{6745467A-4271-0871-874B-78E77819CD21}"/>
          </ac:inkMkLst>
        </pc:inkChg>
        <pc:inkChg chg="add">
          <ac:chgData name="Rodica Ioana Lung" userId="64ee56e8d7162e1e" providerId="LiveId" clId="{0F6830A5-18AB-4F1B-8BBB-DA235794CEC1}" dt="2025-12-18T16:31:04.814" v="1069" actId="9405"/>
          <ac:inkMkLst>
            <pc:docMk/>
            <pc:sldMk cId="2841442740" sldId="263"/>
            <ac:inkMk id="18" creationId="{4B5C982E-DE71-ADEC-0A5A-4529E7166902}"/>
          </ac:inkMkLst>
        </pc:inkChg>
        <pc:inkChg chg="add">
          <ac:chgData name="Rodica Ioana Lung" userId="64ee56e8d7162e1e" providerId="LiveId" clId="{0F6830A5-18AB-4F1B-8BBB-DA235794CEC1}" dt="2025-12-18T16:31:06.443" v="1070" actId="9405"/>
          <ac:inkMkLst>
            <pc:docMk/>
            <pc:sldMk cId="2841442740" sldId="263"/>
            <ac:inkMk id="19" creationId="{4897E2B6-470D-E21A-A5BD-CDD3351FEE53}"/>
          </ac:inkMkLst>
        </pc:inkChg>
        <pc:inkChg chg="add">
          <ac:chgData name="Rodica Ioana Lung" userId="64ee56e8d7162e1e" providerId="LiveId" clId="{0F6830A5-18AB-4F1B-8BBB-DA235794CEC1}" dt="2025-12-18T16:31:08.227" v="1071" actId="9405"/>
          <ac:inkMkLst>
            <pc:docMk/>
            <pc:sldMk cId="2841442740" sldId="263"/>
            <ac:inkMk id="20" creationId="{E665687A-D5B2-7A43-82D4-82188D9C22F1}"/>
          </ac:inkMkLst>
        </pc:inkChg>
        <pc:inkChg chg="add">
          <ac:chgData name="Rodica Ioana Lung" userId="64ee56e8d7162e1e" providerId="LiveId" clId="{0F6830A5-18AB-4F1B-8BBB-DA235794CEC1}" dt="2025-12-18T16:31:09.762" v="1072" actId="9405"/>
          <ac:inkMkLst>
            <pc:docMk/>
            <pc:sldMk cId="2841442740" sldId="263"/>
            <ac:inkMk id="21" creationId="{0E941242-B380-4CCF-56AD-75F28E1131CA}"/>
          </ac:inkMkLst>
        </pc:inkChg>
        <pc:inkChg chg="add">
          <ac:chgData name="Rodica Ioana Lung" userId="64ee56e8d7162e1e" providerId="LiveId" clId="{0F6830A5-18AB-4F1B-8BBB-DA235794CEC1}" dt="2025-12-18T16:31:15.199" v="1073" actId="9405"/>
          <ac:inkMkLst>
            <pc:docMk/>
            <pc:sldMk cId="2841442740" sldId="263"/>
            <ac:inkMk id="22" creationId="{9323DE37-A7FD-B49F-1F45-EE5FD9B95EEF}"/>
          </ac:inkMkLst>
        </pc:inkChg>
        <pc:inkChg chg="add">
          <ac:chgData name="Rodica Ioana Lung" userId="64ee56e8d7162e1e" providerId="LiveId" clId="{0F6830A5-18AB-4F1B-8BBB-DA235794CEC1}" dt="2025-12-18T16:31:20.199" v="1074" actId="9405"/>
          <ac:inkMkLst>
            <pc:docMk/>
            <pc:sldMk cId="2841442740" sldId="263"/>
            <ac:inkMk id="23" creationId="{4FF68CF2-EF08-F5E9-EB2D-5432BE3BE000}"/>
          </ac:inkMkLst>
        </pc:inkChg>
        <pc:inkChg chg="add">
          <ac:chgData name="Rodica Ioana Lung" userId="64ee56e8d7162e1e" providerId="LiveId" clId="{0F6830A5-18AB-4F1B-8BBB-DA235794CEC1}" dt="2025-12-18T16:31:24.458" v="1075" actId="9405"/>
          <ac:inkMkLst>
            <pc:docMk/>
            <pc:sldMk cId="2841442740" sldId="263"/>
            <ac:inkMk id="24" creationId="{35F54978-62D2-569C-6B25-86AA831D303D}"/>
          </ac:inkMkLst>
        </pc:inkChg>
        <pc:inkChg chg="add">
          <ac:chgData name="Rodica Ioana Lung" userId="64ee56e8d7162e1e" providerId="LiveId" clId="{0F6830A5-18AB-4F1B-8BBB-DA235794CEC1}" dt="2025-12-18T16:31:26.464" v="1076" actId="9405"/>
          <ac:inkMkLst>
            <pc:docMk/>
            <pc:sldMk cId="2841442740" sldId="263"/>
            <ac:inkMk id="25" creationId="{FBF77A73-0713-3BD2-1180-71AE2BA66C36}"/>
          </ac:inkMkLst>
        </pc:inkChg>
        <pc:inkChg chg="add">
          <ac:chgData name="Rodica Ioana Lung" userId="64ee56e8d7162e1e" providerId="LiveId" clId="{0F6830A5-18AB-4F1B-8BBB-DA235794CEC1}" dt="2025-12-18T16:31:26.694" v="1077" actId="9405"/>
          <ac:inkMkLst>
            <pc:docMk/>
            <pc:sldMk cId="2841442740" sldId="263"/>
            <ac:inkMk id="26" creationId="{F3CB98F5-9A5C-C976-7411-9EAEC963CA54}"/>
          </ac:inkMkLst>
        </pc:inkChg>
        <pc:inkChg chg="add">
          <ac:chgData name="Rodica Ioana Lung" userId="64ee56e8d7162e1e" providerId="LiveId" clId="{0F6830A5-18AB-4F1B-8BBB-DA235794CEC1}" dt="2025-12-18T16:31:28.809" v="1078" actId="9405"/>
          <ac:inkMkLst>
            <pc:docMk/>
            <pc:sldMk cId="2841442740" sldId="263"/>
            <ac:inkMk id="27" creationId="{50C06E37-6BD2-5E3F-5A88-DA7F87805CE6}"/>
          </ac:inkMkLst>
        </pc:inkChg>
        <pc:inkChg chg="add">
          <ac:chgData name="Rodica Ioana Lung" userId="64ee56e8d7162e1e" providerId="LiveId" clId="{0F6830A5-18AB-4F1B-8BBB-DA235794CEC1}" dt="2025-12-18T16:31:29.180" v="1079" actId="9405"/>
          <ac:inkMkLst>
            <pc:docMk/>
            <pc:sldMk cId="2841442740" sldId="263"/>
            <ac:inkMk id="28" creationId="{953416EC-D460-7D69-ED99-3356023427F0}"/>
          </ac:inkMkLst>
        </pc:inkChg>
      </pc:sldChg>
      <pc:sldChg chg="addSp modSp mod">
        <pc:chgData name="Rodica Ioana Lung" userId="64ee56e8d7162e1e" providerId="LiveId" clId="{0F6830A5-18AB-4F1B-8BBB-DA235794CEC1}" dt="2025-12-18T16:05:11.540" v="129"/>
        <pc:sldMkLst>
          <pc:docMk/>
          <pc:sldMk cId="3787688531" sldId="264"/>
        </pc:sldMkLst>
        <pc:grpChg chg="mod">
          <ac:chgData name="Rodica Ioana Lung" userId="64ee56e8d7162e1e" providerId="LiveId" clId="{0F6830A5-18AB-4F1B-8BBB-DA235794CEC1}" dt="2025-12-18T16:05:11.540" v="129"/>
          <ac:grpSpMkLst>
            <pc:docMk/>
            <pc:sldMk cId="3787688531" sldId="264"/>
            <ac:grpSpMk id="13" creationId="{ABBCA30F-DCE6-6B34-F0E9-6E18A24865C6}"/>
          </ac:grpSpMkLst>
        </pc:grpChg>
        <pc:inkChg chg="add">
          <ac:chgData name="Rodica Ioana Lung" userId="64ee56e8d7162e1e" providerId="LiveId" clId="{0F6830A5-18AB-4F1B-8BBB-DA235794CEC1}" dt="2025-12-18T16:04:40.395" v="122" actId="9405"/>
          <ac:inkMkLst>
            <pc:docMk/>
            <pc:sldMk cId="3787688531" sldId="264"/>
            <ac:inkMk id="6" creationId="{9750108B-53D9-0E7E-D873-8C53A4591160}"/>
          </ac:inkMkLst>
        </pc:inkChg>
        <pc:inkChg chg="add mod">
          <ac:chgData name="Rodica Ioana Lung" userId="64ee56e8d7162e1e" providerId="LiveId" clId="{0F6830A5-18AB-4F1B-8BBB-DA235794CEC1}" dt="2025-12-18T16:05:11.540" v="129"/>
          <ac:inkMkLst>
            <pc:docMk/>
            <pc:sldMk cId="3787688531" sldId="264"/>
            <ac:inkMk id="7" creationId="{FC3070FC-97C0-BEC3-096C-B5908BB9188A}"/>
          </ac:inkMkLst>
        </pc:inkChg>
        <pc:inkChg chg="add mod">
          <ac:chgData name="Rodica Ioana Lung" userId="64ee56e8d7162e1e" providerId="LiveId" clId="{0F6830A5-18AB-4F1B-8BBB-DA235794CEC1}" dt="2025-12-18T16:05:11.540" v="129"/>
          <ac:inkMkLst>
            <pc:docMk/>
            <pc:sldMk cId="3787688531" sldId="264"/>
            <ac:inkMk id="8" creationId="{651AF7D4-7D9E-8D67-0042-137014D2F426}"/>
          </ac:inkMkLst>
        </pc:inkChg>
        <pc:inkChg chg="add mod">
          <ac:chgData name="Rodica Ioana Lung" userId="64ee56e8d7162e1e" providerId="LiveId" clId="{0F6830A5-18AB-4F1B-8BBB-DA235794CEC1}" dt="2025-12-18T16:05:11.540" v="129"/>
          <ac:inkMkLst>
            <pc:docMk/>
            <pc:sldMk cId="3787688531" sldId="264"/>
            <ac:inkMk id="9" creationId="{33783BDB-43E7-BD86-93A7-0B340DC24554}"/>
          </ac:inkMkLst>
        </pc:inkChg>
        <pc:inkChg chg="add mod">
          <ac:chgData name="Rodica Ioana Lung" userId="64ee56e8d7162e1e" providerId="LiveId" clId="{0F6830A5-18AB-4F1B-8BBB-DA235794CEC1}" dt="2025-12-18T16:05:11.540" v="129"/>
          <ac:inkMkLst>
            <pc:docMk/>
            <pc:sldMk cId="3787688531" sldId="264"/>
            <ac:inkMk id="10" creationId="{DB1EF486-D9F9-C91D-CC1C-5BD83E740CC1}"/>
          </ac:inkMkLst>
        </pc:inkChg>
        <pc:inkChg chg="add mod">
          <ac:chgData name="Rodica Ioana Lung" userId="64ee56e8d7162e1e" providerId="LiveId" clId="{0F6830A5-18AB-4F1B-8BBB-DA235794CEC1}" dt="2025-12-18T16:05:11.540" v="129"/>
          <ac:inkMkLst>
            <pc:docMk/>
            <pc:sldMk cId="3787688531" sldId="264"/>
            <ac:inkMk id="11" creationId="{F640E071-49B1-3FCB-62A8-5FC573C2B1DE}"/>
          </ac:inkMkLst>
        </pc:inkChg>
        <pc:inkChg chg="add mod">
          <ac:chgData name="Rodica Ioana Lung" userId="64ee56e8d7162e1e" providerId="LiveId" clId="{0F6830A5-18AB-4F1B-8BBB-DA235794CEC1}" dt="2025-12-18T16:05:11.540" v="129"/>
          <ac:inkMkLst>
            <pc:docMk/>
            <pc:sldMk cId="3787688531" sldId="264"/>
            <ac:inkMk id="12" creationId="{FB679550-793D-0D77-2BC6-DADA5E87AF09}"/>
          </ac:inkMkLst>
        </pc:inkChg>
      </pc:sldChg>
      <pc:sldChg chg="addSp modSp mod">
        <pc:chgData name="Rodica Ioana Lung" userId="64ee56e8d7162e1e" providerId="LiveId" clId="{0F6830A5-18AB-4F1B-8BBB-DA235794CEC1}" dt="2025-12-18T16:32:45.939" v="1126"/>
        <pc:sldMkLst>
          <pc:docMk/>
          <pc:sldMk cId="2763260131" sldId="265"/>
        </pc:sldMkLst>
        <pc:grpChg chg="mod">
          <ac:chgData name="Rodica Ioana Lung" userId="64ee56e8d7162e1e" providerId="LiveId" clId="{0F6830A5-18AB-4F1B-8BBB-DA235794CEC1}" dt="2025-12-18T16:32:21.698" v="1094"/>
          <ac:grpSpMkLst>
            <pc:docMk/>
            <pc:sldMk cId="2763260131" sldId="265"/>
            <ac:grpSpMk id="16" creationId="{27E87D20-D4F4-39DB-E225-95A809FD78D1}"/>
          </ac:grpSpMkLst>
        </pc:grpChg>
        <pc:grpChg chg="mod">
          <ac:chgData name="Rodica Ioana Lung" userId="64ee56e8d7162e1e" providerId="LiveId" clId="{0F6830A5-18AB-4F1B-8BBB-DA235794CEC1}" dt="2025-12-18T16:32:27.625" v="1099"/>
          <ac:grpSpMkLst>
            <pc:docMk/>
            <pc:sldMk cId="2763260131" sldId="265"/>
            <ac:grpSpMk id="21" creationId="{5D1C814B-B3C6-8FD3-9ADB-4837321BBB3F}"/>
          </ac:grpSpMkLst>
        </pc:grpChg>
        <pc:grpChg chg="mod">
          <ac:chgData name="Rodica Ioana Lung" userId="64ee56e8d7162e1e" providerId="LiveId" clId="{0F6830A5-18AB-4F1B-8BBB-DA235794CEC1}" dt="2025-12-18T16:32:33.141" v="1104"/>
          <ac:grpSpMkLst>
            <pc:docMk/>
            <pc:sldMk cId="2763260131" sldId="265"/>
            <ac:grpSpMk id="26" creationId="{23BB0CAA-F49C-4770-1389-F07585751E84}"/>
          </ac:grpSpMkLst>
        </pc:grpChg>
        <pc:grpChg chg="mod">
          <ac:chgData name="Rodica Ioana Lung" userId="64ee56e8d7162e1e" providerId="LiveId" clId="{0F6830A5-18AB-4F1B-8BBB-DA235794CEC1}" dt="2025-12-18T16:32:38.240" v="1111"/>
          <ac:grpSpMkLst>
            <pc:docMk/>
            <pc:sldMk cId="2763260131" sldId="265"/>
            <ac:grpSpMk id="33" creationId="{6AD85608-6C0E-DFFB-18FE-6EEF4E3AE8FD}"/>
          </ac:grpSpMkLst>
        </pc:grpChg>
        <pc:grpChg chg="mod">
          <ac:chgData name="Rodica Ioana Lung" userId="64ee56e8d7162e1e" providerId="LiveId" clId="{0F6830A5-18AB-4F1B-8BBB-DA235794CEC1}" dt="2025-12-18T16:32:45.939" v="1126"/>
          <ac:grpSpMkLst>
            <pc:docMk/>
            <pc:sldMk cId="2763260131" sldId="265"/>
            <ac:grpSpMk id="48" creationId="{8F0C955C-ADB6-B143-5448-8BA965E19795}"/>
          </ac:grpSpMkLst>
        </pc:grpChg>
        <pc:picChg chg="mod">
          <ac:chgData name="Rodica Ioana Lung" userId="64ee56e8d7162e1e" providerId="LiveId" clId="{0F6830A5-18AB-4F1B-8BBB-DA235794CEC1}" dt="2025-12-18T16:31:48.901" v="1081" actId="1076"/>
          <ac:picMkLst>
            <pc:docMk/>
            <pc:sldMk cId="2763260131" sldId="265"/>
            <ac:picMk id="3" creationId="{617742A2-2129-7DC1-5C9B-88D9C7DAC450}"/>
          </ac:picMkLst>
        </pc:picChg>
        <pc:inkChg chg="add">
          <ac:chgData name="Rodica Ioana Lung" userId="64ee56e8d7162e1e" providerId="LiveId" clId="{0F6830A5-18AB-4F1B-8BBB-DA235794CEC1}" dt="2025-12-18T16:32:04.888" v="1082" actId="9405"/>
          <ac:inkMkLst>
            <pc:docMk/>
            <pc:sldMk cId="2763260131" sldId="265"/>
            <ac:inkMk id="4" creationId="{32728263-BF51-84D0-85D5-47A042C93881}"/>
          </ac:inkMkLst>
        </pc:inkChg>
        <pc:inkChg chg="add">
          <ac:chgData name="Rodica Ioana Lung" userId="64ee56e8d7162e1e" providerId="LiveId" clId="{0F6830A5-18AB-4F1B-8BBB-DA235794CEC1}" dt="2025-12-18T16:32:09.842" v="1083" actId="9405"/>
          <ac:inkMkLst>
            <pc:docMk/>
            <pc:sldMk cId="2763260131" sldId="265"/>
            <ac:inkMk id="5" creationId="{E39AB72F-CE5E-96AE-9BD4-49C43BF2D5DD}"/>
          </ac:inkMkLst>
        </pc:inkChg>
        <pc:inkChg chg="add">
          <ac:chgData name="Rodica Ioana Lung" userId="64ee56e8d7162e1e" providerId="LiveId" clId="{0F6830A5-18AB-4F1B-8BBB-DA235794CEC1}" dt="2025-12-18T16:32:12.054" v="1084" actId="9405"/>
          <ac:inkMkLst>
            <pc:docMk/>
            <pc:sldMk cId="2763260131" sldId="265"/>
            <ac:inkMk id="6" creationId="{209746B3-8F36-0D47-1662-64F47DF02657}"/>
          </ac:inkMkLst>
        </pc:inkChg>
        <pc:inkChg chg="add">
          <ac:chgData name="Rodica Ioana Lung" userId="64ee56e8d7162e1e" providerId="LiveId" clId="{0F6830A5-18AB-4F1B-8BBB-DA235794CEC1}" dt="2025-12-18T16:32:12.969" v="1085" actId="9405"/>
          <ac:inkMkLst>
            <pc:docMk/>
            <pc:sldMk cId="2763260131" sldId="265"/>
            <ac:inkMk id="7" creationId="{5252B29C-574D-F330-2A57-D65AEE82D590}"/>
          </ac:inkMkLst>
        </pc:inkChg>
        <pc:inkChg chg="add mod">
          <ac:chgData name="Rodica Ioana Lung" userId="64ee56e8d7162e1e" providerId="LiveId" clId="{0F6830A5-18AB-4F1B-8BBB-DA235794CEC1}" dt="2025-12-18T16:32:21.698" v="1094"/>
          <ac:inkMkLst>
            <pc:docMk/>
            <pc:sldMk cId="2763260131" sldId="265"/>
            <ac:inkMk id="8" creationId="{1C8255B2-DDB0-6D0D-82A2-BFE06657EFC9}"/>
          </ac:inkMkLst>
        </pc:inkChg>
        <pc:inkChg chg="add mod">
          <ac:chgData name="Rodica Ioana Lung" userId="64ee56e8d7162e1e" providerId="LiveId" clId="{0F6830A5-18AB-4F1B-8BBB-DA235794CEC1}" dt="2025-12-18T16:32:21.698" v="1094"/>
          <ac:inkMkLst>
            <pc:docMk/>
            <pc:sldMk cId="2763260131" sldId="265"/>
            <ac:inkMk id="9" creationId="{7C416D2A-9137-F91F-7DF2-697A2EFB8A0D}"/>
          </ac:inkMkLst>
        </pc:inkChg>
        <pc:inkChg chg="add mod">
          <ac:chgData name="Rodica Ioana Lung" userId="64ee56e8d7162e1e" providerId="LiveId" clId="{0F6830A5-18AB-4F1B-8BBB-DA235794CEC1}" dt="2025-12-18T16:32:21.698" v="1094"/>
          <ac:inkMkLst>
            <pc:docMk/>
            <pc:sldMk cId="2763260131" sldId="265"/>
            <ac:inkMk id="10" creationId="{0D99A0F8-1E67-3520-BEB7-B93CE5120E9E}"/>
          </ac:inkMkLst>
        </pc:inkChg>
        <pc:inkChg chg="add mod">
          <ac:chgData name="Rodica Ioana Lung" userId="64ee56e8d7162e1e" providerId="LiveId" clId="{0F6830A5-18AB-4F1B-8BBB-DA235794CEC1}" dt="2025-12-18T16:32:21.698" v="1094"/>
          <ac:inkMkLst>
            <pc:docMk/>
            <pc:sldMk cId="2763260131" sldId="265"/>
            <ac:inkMk id="11" creationId="{B5BEC287-F83E-85E7-7147-3DC0CAC34C00}"/>
          </ac:inkMkLst>
        </pc:inkChg>
        <pc:inkChg chg="add mod">
          <ac:chgData name="Rodica Ioana Lung" userId="64ee56e8d7162e1e" providerId="LiveId" clId="{0F6830A5-18AB-4F1B-8BBB-DA235794CEC1}" dt="2025-12-18T16:32:21.698" v="1094"/>
          <ac:inkMkLst>
            <pc:docMk/>
            <pc:sldMk cId="2763260131" sldId="265"/>
            <ac:inkMk id="12" creationId="{AB9502A2-531D-46DD-2EC3-9C925C639BB9}"/>
          </ac:inkMkLst>
        </pc:inkChg>
        <pc:inkChg chg="add mod">
          <ac:chgData name="Rodica Ioana Lung" userId="64ee56e8d7162e1e" providerId="LiveId" clId="{0F6830A5-18AB-4F1B-8BBB-DA235794CEC1}" dt="2025-12-18T16:32:21.698" v="1094"/>
          <ac:inkMkLst>
            <pc:docMk/>
            <pc:sldMk cId="2763260131" sldId="265"/>
            <ac:inkMk id="13" creationId="{6C1B3CE1-FA84-D31B-DA50-4F33D1755DB7}"/>
          </ac:inkMkLst>
        </pc:inkChg>
        <pc:inkChg chg="add mod">
          <ac:chgData name="Rodica Ioana Lung" userId="64ee56e8d7162e1e" providerId="LiveId" clId="{0F6830A5-18AB-4F1B-8BBB-DA235794CEC1}" dt="2025-12-18T16:32:21.698" v="1094"/>
          <ac:inkMkLst>
            <pc:docMk/>
            <pc:sldMk cId="2763260131" sldId="265"/>
            <ac:inkMk id="14" creationId="{004D4C36-553F-87FA-DF5C-45E1F22027FC}"/>
          </ac:inkMkLst>
        </pc:inkChg>
        <pc:inkChg chg="add mod">
          <ac:chgData name="Rodica Ioana Lung" userId="64ee56e8d7162e1e" providerId="LiveId" clId="{0F6830A5-18AB-4F1B-8BBB-DA235794CEC1}" dt="2025-12-18T16:32:21.698" v="1094"/>
          <ac:inkMkLst>
            <pc:docMk/>
            <pc:sldMk cId="2763260131" sldId="265"/>
            <ac:inkMk id="15" creationId="{3D4B1209-93E8-A1D9-BAB6-0F5ED6FE787D}"/>
          </ac:inkMkLst>
        </pc:inkChg>
        <pc:inkChg chg="add mod">
          <ac:chgData name="Rodica Ioana Lung" userId="64ee56e8d7162e1e" providerId="LiveId" clId="{0F6830A5-18AB-4F1B-8BBB-DA235794CEC1}" dt="2025-12-18T16:32:27.625" v="1099"/>
          <ac:inkMkLst>
            <pc:docMk/>
            <pc:sldMk cId="2763260131" sldId="265"/>
            <ac:inkMk id="17" creationId="{BF680DA5-CD2A-D615-7269-5EDC4AF3221D}"/>
          </ac:inkMkLst>
        </pc:inkChg>
        <pc:inkChg chg="add mod">
          <ac:chgData name="Rodica Ioana Lung" userId="64ee56e8d7162e1e" providerId="LiveId" clId="{0F6830A5-18AB-4F1B-8BBB-DA235794CEC1}" dt="2025-12-18T16:32:27.625" v="1099"/>
          <ac:inkMkLst>
            <pc:docMk/>
            <pc:sldMk cId="2763260131" sldId="265"/>
            <ac:inkMk id="18" creationId="{975DB7F5-CAC4-2A48-EA07-D5C4E811BF58}"/>
          </ac:inkMkLst>
        </pc:inkChg>
        <pc:inkChg chg="add mod">
          <ac:chgData name="Rodica Ioana Lung" userId="64ee56e8d7162e1e" providerId="LiveId" clId="{0F6830A5-18AB-4F1B-8BBB-DA235794CEC1}" dt="2025-12-18T16:32:27.625" v="1099"/>
          <ac:inkMkLst>
            <pc:docMk/>
            <pc:sldMk cId="2763260131" sldId="265"/>
            <ac:inkMk id="19" creationId="{40AD9F17-A4A4-FCD0-92B4-192852961102}"/>
          </ac:inkMkLst>
        </pc:inkChg>
        <pc:inkChg chg="add mod">
          <ac:chgData name="Rodica Ioana Lung" userId="64ee56e8d7162e1e" providerId="LiveId" clId="{0F6830A5-18AB-4F1B-8BBB-DA235794CEC1}" dt="2025-12-18T16:32:27.625" v="1099"/>
          <ac:inkMkLst>
            <pc:docMk/>
            <pc:sldMk cId="2763260131" sldId="265"/>
            <ac:inkMk id="20" creationId="{C6ED57AE-764C-DC76-9217-9C67D83A1E18}"/>
          </ac:inkMkLst>
        </pc:inkChg>
        <pc:inkChg chg="add mod">
          <ac:chgData name="Rodica Ioana Lung" userId="64ee56e8d7162e1e" providerId="LiveId" clId="{0F6830A5-18AB-4F1B-8BBB-DA235794CEC1}" dt="2025-12-18T16:32:33.141" v="1104"/>
          <ac:inkMkLst>
            <pc:docMk/>
            <pc:sldMk cId="2763260131" sldId="265"/>
            <ac:inkMk id="22" creationId="{CD39E69A-7E68-F671-68D9-2C6892B8ACA1}"/>
          </ac:inkMkLst>
        </pc:inkChg>
        <pc:inkChg chg="add mod">
          <ac:chgData name="Rodica Ioana Lung" userId="64ee56e8d7162e1e" providerId="LiveId" clId="{0F6830A5-18AB-4F1B-8BBB-DA235794CEC1}" dt="2025-12-18T16:32:33.141" v="1104"/>
          <ac:inkMkLst>
            <pc:docMk/>
            <pc:sldMk cId="2763260131" sldId="265"/>
            <ac:inkMk id="23" creationId="{CAD4860E-EAF0-9097-51FA-EE87E7AB90A5}"/>
          </ac:inkMkLst>
        </pc:inkChg>
        <pc:inkChg chg="add mod">
          <ac:chgData name="Rodica Ioana Lung" userId="64ee56e8d7162e1e" providerId="LiveId" clId="{0F6830A5-18AB-4F1B-8BBB-DA235794CEC1}" dt="2025-12-18T16:32:33.141" v="1104"/>
          <ac:inkMkLst>
            <pc:docMk/>
            <pc:sldMk cId="2763260131" sldId="265"/>
            <ac:inkMk id="24" creationId="{9DC68F00-7FE9-C4CF-8640-BDAD92373930}"/>
          </ac:inkMkLst>
        </pc:inkChg>
        <pc:inkChg chg="add mod">
          <ac:chgData name="Rodica Ioana Lung" userId="64ee56e8d7162e1e" providerId="LiveId" clId="{0F6830A5-18AB-4F1B-8BBB-DA235794CEC1}" dt="2025-12-18T16:32:33.141" v="1104"/>
          <ac:inkMkLst>
            <pc:docMk/>
            <pc:sldMk cId="2763260131" sldId="265"/>
            <ac:inkMk id="25" creationId="{C143CC38-4879-9FD3-11FC-840667AAB61A}"/>
          </ac:inkMkLst>
        </pc:inkChg>
        <pc:inkChg chg="add">
          <ac:chgData name="Rodica Ioana Lung" userId="64ee56e8d7162e1e" providerId="LiveId" clId="{0F6830A5-18AB-4F1B-8BBB-DA235794CEC1}" dt="2025-12-18T16:32:34.790" v="1105" actId="9405"/>
          <ac:inkMkLst>
            <pc:docMk/>
            <pc:sldMk cId="2763260131" sldId="265"/>
            <ac:inkMk id="27" creationId="{44CD02D3-1D1C-D263-EE83-F67F2B8C0D64}"/>
          </ac:inkMkLst>
        </pc:inkChg>
        <pc:inkChg chg="add">
          <ac:chgData name="Rodica Ioana Lung" userId="64ee56e8d7162e1e" providerId="LiveId" clId="{0F6830A5-18AB-4F1B-8BBB-DA235794CEC1}" dt="2025-12-18T16:32:35.813" v="1106" actId="9405"/>
          <ac:inkMkLst>
            <pc:docMk/>
            <pc:sldMk cId="2763260131" sldId="265"/>
            <ac:inkMk id="28" creationId="{1A013C24-D6B3-DC2C-A22C-CBE1256484C8}"/>
          </ac:inkMkLst>
        </pc:inkChg>
        <pc:inkChg chg="add mod">
          <ac:chgData name="Rodica Ioana Lung" userId="64ee56e8d7162e1e" providerId="LiveId" clId="{0F6830A5-18AB-4F1B-8BBB-DA235794CEC1}" dt="2025-12-18T16:32:38.240" v="1111"/>
          <ac:inkMkLst>
            <pc:docMk/>
            <pc:sldMk cId="2763260131" sldId="265"/>
            <ac:inkMk id="29" creationId="{22F6C92E-A9F6-AD30-D606-C4D597E19EBC}"/>
          </ac:inkMkLst>
        </pc:inkChg>
        <pc:inkChg chg="add mod">
          <ac:chgData name="Rodica Ioana Lung" userId="64ee56e8d7162e1e" providerId="LiveId" clId="{0F6830A5-18AB-4F1B-8BBB-DA235794CEC1}" dt="2025-12-18T16:32:38.240" v="1111"/>
          <ac:inkMkLst>
            <pc:docMk/>
            <pc:sldMk cId="2763260131" sldId="265"/>
            <ac:inkMk id="30" creationId="{692D3191-041D-F7AD-B835-3E0BF3FFD293}"/>
          </ac:inkMkLst>
        </pc:inkChg>
        <pc:inkChg chg="add mod">
          <ac:chgData name="Rodica Ioana Lung" userId="64ee56e8d7162e1e" providerId="LiveId" clId="{0F6830A5-18AB-4F1B-8BBB-DA235794CEC1}" dt="2025-12-18T16:32:38.240" v="1111"/>
          <ac:inkMkLst>
            <pc:docMk/>
            <pc:sldMk cId="2763260131" sldId="265"/>
            <ac:inkMk id="31" creationId="{42108DE9-64D9-7D31-2EE7-617EFFCD06D7}"/>
          </ac:inkMkLst>
        </pc:inkChg>
        <pc:inkChg chg="add mod">
          <ac:chgData name="Rodica Ioana Lung" userId="64ee56e8d7162e1e" providerId="LiveId" clId="{0F6830A5-18AB-4F1B-8BBB-DA235794CEC1}" dt="2025-12-18T16:32:38.240" v="1111"/>
          <ac:inkMkLst>
            <pc:docMk/>
            <pc:sldMk cId="2763260131" sldId="265"/>
            <ac:inkMk id="32" creationId="{B63A2562-5167-7667-2B5F-F604CFB3951B}"/>
          </ac:inkMkLst>
        </pc:inkChg>
        <pc:inkChg chg="add">
          <ac:chgData name="Rodica Ioana Lung" userId="64ee56e8d7162e1e" providerId="LiveId" clId="{0F6830A5-18AB-4F1B-8BBB-DA235794CEC1}" dt="2025-12-18T16:32:39.989" v="1112" actId="9405"/>
          <ac:inkMkLst>
            <pc:docMk/>
            <pc:sldMk cId="2763260131" sldId="265"/>
            <ac:inkMk id="34" creationId="{3AB0070A-225E-E72B-F522-4967AEF7A93A}"/>
          </ac:inkMkLst>
        </pc:inkChg>
        <pc:inkChg chg="add mod">
          <ac:chgData name="Rodica Ioana Lung" userId="64ee56e8d7162e1e" providerId="LiveId" clId="{0F6830A5-18AB-4F1B-8BBB-DA235794CEC1}" dt="2025-12-18T16:32:45.939" v="1126"/>
          <ac:inkMkLst>
            <pc:docMk/>
            <pc:sldMk cId="2763260131" sldId="265"/>
            <ac:inkMk id="35" creationId="{C8746CEE-8A50-F6C4-23BD-648C754D0270}"/>
          </ac:inkMkLst>
        </pc:inkChg>
        <pc:inkChg chg="add">
          <ac:chgData name="Rodica Ioana Lung" userId="64ee56e8d7162e1e" providerId="LiveId" clId="{0F6830A5-18AB-4F1B-8BBB-DA235794CEC1}" dt="2025-12-18T16:32:41.048" v="1114" actId="9405"/>
          <ac:inkMkLst>
            <pc:docMk/>
            <pc:sldMk cId="2763260131" sldId="265"/>
            <ac:inkMk id="36" creationId="{2EE519BA-C9BA-6B03-8D8E-C0377A64A129}"/>
          </ac:inkMkLst>
        </pc:inkChg>
        <pc:inkChg chg="add">
          <ac:chgData name="Rodica Ioana Lung" userId="64ee56e8d7162e1e" providerId="LiveId" clId="{0F6830A5-18AB-4F1B-8BBB-DA235794CEC1}" dt="2025-12-18T16:32:41.583" v="1115" actId="9405"/>
          <ac:inkMkLst>
            <pc:docMk/>
            <pc:sldMk cId="2763260131" sldId="265"/>
            <ac:inkMk id="37" creationId="{0BA13B60-CCF8-B5CD-03A6-5EEF362114E6}"/>
          </ac:inkMkLst>
        </pc:inkChg>
        <pc:inkChg chg="add mod">
          <ac:chgData name="Rodica Ioana Lung" userId="64ee56e8d7162e1e" providerId="LiveId" clId="{0F6830A5-18AB-4F1B-8BBB-DA235794CEC1}" dt="2025-12-18T16:32:45.939" v="1126"/>
          <ac:inkMkLst>
            <pc:docMk/>
            <pc:sldMk cId="2763260131" sldId="265"/>
            <ac:inkMk id="38" creationId="{A10E29D9-F9CC-B533-0F67-C6A86984BC08}"/>
          </ac:inkMkLst>
        </pc:inkChg>
        <pc:inkChg chg="add mod">
          <ac:chgData name="Rodica Ioana Lung" userId="64ee56e8d7162e1e" providerId="LiveId" clId="{0F6830A5-18AB-4F1B-8BBB-DA235794CEC1}" dt="2025-12-18T16:32:45.939" v="1126"/>
          <ac:inkMkLst>
            <pc:docMk/>
            <pc:sldMk cId="2763260131" sldId="265"/>
            <ac:inkMk id="39" creationId="{9EAE8F5A-1655-1A47-0112-C49ED812B319}"/>
          </ac:inkMkLst>
        </pc:inkChg>
        <pc:inkChg chg="add">
          <ac:chgData name="Rodica Ioana Lung" userId="64ee56e8d7162e1e" providerId="LiveId" clId="{0F6830A5-18AB-4F1B-8BBB-DA235794CEC1}" dt="2025-12-18T16:32:42.904" v="1118" actId="9405"/>
          <ac:inkMkLst>
            <pc:docMk/>
            <pc:sldMk cId="2763260131" sldId="265"/>
            <ac:inkMk id="40" creationId="{69B98FCF-11E3-A803-48B3-9C58FEA03DA2}"/>
          </ac:inkMkLst>
        </pc:inkChg>
        <pc:inkChg chg="add mod">
          <ac:chgData name="Rodica Ioana Lung" userId="64ee56e8d7162e1e" providerId="LiveId" clId="{0F6830A5-18AB-4F1B-8BBB-DA235794CEC1}" dt="2025-12-18T16:32:45.939" v="1126"/>
          <ac:inkMkLst>
            <pc:docMk/>
            <pc:sldMk cId="2763260131" sldId="265"/>
            <ac:inkMk id="41" creationId="{0EA20220-AA47-CBD2-CC99-8018D3D57FFE}"/>
          </ac:inkMkLst>
        </pc:inkChg>
        <pc:inkChg chg="add mod">
          <ac:chgData name="Rodica Ioana Lung" userId="64ee56e8d7162e1e" providerId="LiveId" clId="{0F6830A5-18AB-4F1B-8BBB-DA235794CEC1}" dt="2025-12-18T16:32:45.939" v="1126"/>
          <ac:inkMkLst>
            <pc:docMk/>
            <pc:sldMk cId="2763260131" sldId="265"/>
            <ac:inkMk id="42" creationId="{2BC60388-8805-7767-53BF-9F0CDA56E35D}"/>
          </ac:inkMkLst>
        </pc:inkChg>
        <pc:inkChg chg="add">
          <ac:chgData name="Rodica Ioana Lung" userId="64ee56e8d7162e1e" providerId="LiveId" clId="{0F6830A5-18AB-4F1B-8BBB-DA235794CEC1}" dt="2025-12-18T16:32:43.598" v="1121" actId="9405"/>
          <ac:inkMkLst>
            <pc:docMk/>
            <pc:sldMk cId="2763260131" sldId="265"/>
            <ac:inkMk id="43" creationId="{7398BC5F-7975-C371-2070-DDC0DC785DC7}"/>
          </ac:inkMkLst>
        </pc:inkChg>
        <pc:inkChg chg="add mod">
          <ac:chgData name="Rodica Ioana Lung" userId="64ee56e8d7162e1e" providerId="LiveId" clId="{0F6830A5-18AB-4F1B-8BBB-DA235794CEC1}" dt="2025-12-18T16:32:45.939" v="1126"/>
          <ac:inkMkLst>
            <pc:docMk/>
            <pc:sldMk cId="2763260131" sldId="265"/>
            <ac:inkMk id="44" creationId="{F7538813-354D-E08C-FDB3-8F161BB27D68}"/>
          </ac:inkMkLst>
        </pc:inkChg>
        <pc:inkChg chg="add mod">
          <ac:chgData name="Rodica Ioana Lung" userId="64ee56e8d7162e1e" providerId="LiveId" clId="{0F6830A5-18AB-4F1B-8BBB-DA235794CEC1}" dt="2025-12-18T16:32:45.939" v="1126"/>
          <ac:inkMkLst>
            <pc:docMk/>
            <pc:sldMk cId="2763260131" sldId="265"/>
            <ac:inkMk id="45" creationId="{4552ACF1-A318-4F6D-511E-74F263558D3C}"/>
          </ac:inkMkLst>
        </pc:inkChg>
        <pc:inkChg chg="add mod">
          <ac:chgData name="Rodica Ioana Lung" userId="64ee56e8d7162e1e" providerId="LiveId" clId="{0F6830A5-18AB-4F1B-8BBB-DA235794CEC1}" dt="2025-12-18T16:32:45.939" v="1126"/>
          <ac:inkMkLst>
            <pc:docMk/>
            <pc:sldMk cId="2763260131" sldId="265"/>
            <ac:inkMk id="46" creationId="{CA57D59F-C424-B899-E236-08CEC1F471E5}"/>
          </ac:inkMkLst>
        </pc:inkChg>
        <pc:inkChg chg="add mod">
          <ac:chgData name="Rodica Ioana Lung" userId="64ee56e8d7162e1e" providerId="LiveId" clId="{0F6830A5-18AB-4F1B-8BBB-DA235794CEC1}" dt="2025-12-18T16:32:45.939" v="1126"/>
          <ac:inkMkLst>
            <pc:docMk/>
            <pc:sldMk cId="2763260131" sldId="265"/>
            <ac:inkMk id="47" creationId="{566BCE98-D1C9-6B87-2F2E-23953F45CA16}"/>
          </ac:inkMkLst>
        </pc:inkChg>
      </pc:sldChg>
      <pc:sldChg chg="addSp delSp modSp new mod">
        <pc:chgData name="Rodica Ioana Lung" userId="64ee56e8d7162e1e" providerId="LiveId" clId="{0F6830A5-18AB-4F1B-8BBB-DA235794CEC1}" dt="2025-12-18T16:04:30.044" v="121"/>
        <pc:sldMkLst>
          <pc:docMk/>
          <pc:sldMk cId="2679949906" sldId="266"/>
        </pc:sldMkLst>
        <pc:grpChg chg="mod">
          <ac:chgData name="Rodica Ioana Lung" userId="64ee56e8d7162e1e" providerId="LiveId" clId="{0F6830A5-18AB-4F1B-8BBB-DA235794CEC1}" dt="2025-12-18T16:01:26.310" v="8"/>
          <ac:grpSpMkLst>
            <pc:docMk/>
            <pc:sldMk cId="2679949906" sldId="266"/>
            <ac:grpSpMk id="10" creationId="{BF147E3F-113C-CEA2-FE4C-3286D42EACA5}"/>
          </ac:grpSpMkLst>
        </pc:grpChg>
        <pc:grpChg chg="mod">
          <ac:chgData name="Rodica Ioana Lung" userId="64ee56e8d7162e1e" providerId="LiveId" clId="{0F6830A5-18AB-4F1B-8BBB-DA235794CEC1}" dt="2025-12-18T16:01:55.686" v="19"/>
          <ac:grpSpMkLst>
            <pc:docMk/>
            <pc:sldMk cId="2679949906" sldId="266"/>
            <ac:grpSpMk id="21" creationId="{30D58BFF-3208-C588-7916-0BAB83E9C5EA}"/>
          </ac:grpSpMkLst>
        </pc:grpChg>
        <pc:grpChg chg="mod">
          <ac:chgData name="Rodica Ioana Lung" userId="64ee56e8d7162e1e" providerId="LiveId" clId="{0F6830A5-18AB-4F1B-8BBB-DA235794CEC1}" dt="2025-12-18T16:01:57.045" v="22"/>
          <ac:grpSpMkLst>
            <pc:docMk/>
            <pc:sldMk cId="2679949906" sldId="266"/>
            <ac:grpSpMk id="24" creationId="{8253DCE8-F2C6-C1C1-BABB-70BF5CC021F3}"/>
          </ac:grpSpMkLst>
        </pc:grpChg>
        <pc:grpChg chg="mod">
          <ac:chgData name="Rodica Ioana Lung" userId="64ee56e8d7162e1e" providerId="LiveId" clId="{0F6830A5-18AB-4F1B-8BBB-DA235794CEC1}" dt="2025-12-18T16:01:58.738" v="26"/>
          <ac:grpSpMkLst>
            <pc:docMk/>
            <pc:sldMk cId="2679949906" sldId="266"/>
            <ac:grpSpMk id="28" creationId="{53E3DDED-1405-84C7-CAF8-3840FD8B54E7}"/>
          </ac:grpSpMkLst>
        </pc:grpChg>
        <pc:grpChg chg="del mod">
          <ac:chgData name="Rodica Ioana Lung" userId="64ee56e8d7162e1e" providerId="LiveId" clId="{0F6830A5-18AB-4F1B-8BBB-DA235794CEC1}" dt="2025-12-18T16:02:22.402" v="44"/>
          <ac:grpSpMkLst>
            <pc:docMk/>
            <pc:sldMk cId="2679949906" sldId="266"/>
            <ac:grpSpMk id="31" creationId="{305C4885-F2EC-E4D4-C670-8D10516B3368}"/>
          </ac:grpSpMkLst>
        </pc:grpChg>
        <pc:grpChg chg="del mod">
          <ac:chgData name="Rodica Ioana Lung" userId="64ee56e8d7162e1e" providerId="LiveId" clId="{0F6830A5-18AB-4F1B-8BBB-DA235794CEC1}" dt="2025-12-18T16:02:26.682" v="47"/>
          <ac:grpSpMkLst>
            <pc:docMk/>
            <pc:sldMk cId="2679949906" sldId="266"/>
            <ac:grpSpMk id="46" creationId="{1C78D418-1386-5749-B74B-4D6C1BDFEE25}"/>
          </ac:grpSpMkLst>
        </pc:grpChg>
        <pc:grpChg chg="del mod">
          <ac:chgData name="Rodica Ioana Lung" userId="64ee56e8d7162e1e" providerId="LiveId" clId="{0F6830A5-18AB-4F1B-8BBB-DA235794CEC1}" dt="2025-12-18T16:02:32.257" v="50"/>
          <ac:grpSpMkLst>
            <pc:docMk/>
            <pc:sldMk cId="2679949906" sldId="266"/>
            <ac:grpSpMk id="49" creationId="{05563488-9F0C-CAEF-F86B-83A014825087}"/>
          </ac:grpSpMkLst>
        </pc:grpChg>
        <pc:grpChg chg="del mod">
          <ac:chgData name="Rodica Ioana Lung" userId="64ee56e8d7162e1e" providerId="LiveId" clId="{0F6830A5-18AB-4F1B-8BBB-DA235794CEC1}" dt="2025-12-18T16:02:37.574" v="59"/>
          <ac:grpSpMkLst>
            <pc:docMk/>
            <pc:sldMk cId="2679949906" sldId="266"/>
            <ac:grpSpMk id="52" creationId="{D72549BA-B916-FB73-00B3-3A8F6D3A68DA}"/>
          </ac:grpSpMkLst>
        </pc:grpChg>
        <pc:grpChg chg="del mod">
          <ac:chgData name="Rodica Ioana Lung" userId="64ee56e8d7162e1e" providerId="LiveId" clId="{0F6830A5-18AB-4F1B-8BBB-DA235794CEC1}" dt="2025-12-18T16:02:40.435" v="63"/>
          <ac:grpSpMkLst>
            <pc:docMk/>
            <pc:sldMk cId="2679949906" sldId="266"/>
            <ac:grpSpMk id="61" creationId="{24F87A65-1BAA-2C83-F754-09BD9680B598}"/>
          </ac:grpSpMkLst>
        </pc:grpChg>
        <pc:grpChg chg="del mod">
          <ac:chgData name="Rodica Ioana Lung" userId="64ee56e8d7162e1e" providerId="LiveId" clId="{0F6830A5-18AB-4F1B-8BBB-DA235794CEC1}" dt="2025-12-18T16:02:43.147" v="65"/>
          <ac:grpSpMkLst>
            <pc:docMk/>
            <pc:sldMk cId="2679949906" sldId="266"/>
            <ac:grpSpMk id="65" creationId="{BF9F1313-E035-B64C-6F7C-ED00ACB49245}"/>
          </ac:grpSpMkLst>
        </pc:grpChg>
        <pc:grpChg chg="del mod">
          <ac:chgData name="Rodica Ioana Lung" userId="64ee56e8d7162e1e" providerId="LiveId" clId="{0F6830A5-18AB-4F1B-8BBB-DA235794CEC1}" dt="2025-12-18T16:02:51.567" v="68"/>
          <ac:grpSpMkLst>
            <pc:docMk/>
            <pc:sldMk cId="2679949906" sldId="266"/>
            <ac:grpSpMk id="67" creationId="{8E846189-15CD-064F-6D7F-85914B3257C6}"/>
          </ac:grpSpMkLst>
        </pc:grpChg>
        <pc:grpChg chg="mod">
          <ac:chgData name="Rodica Ioana Lung" userId="64ee56e8d7162e1e" providerId="LiveId" clId="{0F6830A5-18AB-4F1B-8BBB-DA235794CEC1}" dt="2025-12-18T16:02:51.567" v="68"/>
          <ac:grpSpMkLst>
            <pc:docMk/>
            <pc:sldMk cId="2679949906" sldId="266"/>
            <ac:grpSpMk id="70" creationId="{A0B68AB6-313C-9F02-C644-FA766EE191E4}"/>
          </ac:grpSpMkLst>
        </pc:grpChg>
        <pc:grpChg chg="del mod">
          <ac:chgData name="Rodica Ioana Lung" userId="64ee56e8d7162e1e" providerId="LiveId" clId="{0F6830A5-18AB-4F1B-8BBB-DA235794CEC1}" dt="2025-12-18T16:03:43.134" v="74"/>
          <ac:grpSpMkLst>
            <pc:docMk/>
            <pc:sldMk cId="2679949906" sldId="266"/>
            <ac:grpSpMk id="75" creationId="{454B417F-A340-42E7-459C-F608981615A8}"/>
          </ac:grpSpMkLst>
        </pc:grpChg>
        <pc:grpChg chg="del mod">
          <ac:chgData name="Rodica Ioana Lung" userId="64ee56e8d7162e1e" providerId="LiveId" clId="{0F6830A5-18AB-4F1B-8BBB-DA235794CEC1}" dt="2025-12-18T16:04:03.681" v="88"/>
          <ac:grpSpMkLst>
            <pc:docMk/>
            <pc:sldMk cId="2679949906" sldId="266"/>
            <ac:grpSpMk id="83" creationId="{302C5F89-F500-67AA-ADC3-466E5BD891A6}"/>
          </ac:grpSpMkLst>
        </pc:grpChg>
        <pc:grpChg chg="del mod">
          <ac:chgData name="Rodica Ioana Lung" userId="64ee56e8d7162e1e" providerId="LiveId" clId="{0F6830A5-18AB-4F1B-8BBB-DA235794CEC1}" dt="2025-12-18T16:04:10.671" v="90"/>
          <ac:grpSpMkLst>
            <pc:docMk/>
            <pc:sldMk cId="2679949906" sldId="266"/>
            <ac:grpSpMk id="88" creationId="{99673218-7186-F7EE-F380-E8EA568ED1BD}"/>
          </ac:grpSpMkLst>
        </pc:grpChg>
        <pc:grpChg chg="del mod">
          <ac:chgData name="Rodica Ioana Lung" userId="64ee56e8d7162e1e" providerId="LiveId" clId="{0F6830A5-18AB-4F1B-8BBB-DA235794CEC1}" dt="2025-12-18T16:04:30.044" v="121"/>
          <ac:grpSpMkLst>
            <pc:docMk/>
            <pc:sldMk cId="2679949906" sldId="266"/>
            <ac:grpSpMk id="90" creationId="{CFB318F6-F25C-9DCB-AB4F-8098B8A44984}"/>
          </ac:grpSpMkLst>
        </pc:grpChg>
        <pc:grpChg chg="del mod">
          <ac:chgData name="Rodica Ioana Lung" userId="64ee56e8d7162e1e" providerId="LiveId" clId="{0F6830A5-18AB-4F1B-8BBB-DA235794CEC1}" dt="2025-12-18T16:04:20.135" v="100"/>
          <ac:grpSpMkLst>
            <pc:docMk/>
            <pc:sldMk cId="2679949906" sldId="266"/>
            <ac:grpSpMk id="95" creationId="{79CFED5C-C0AA-920F-03CE-EFD47911960C}"/>
          </ac:grpSpMkLst>
        </pc:grpChg>
        <pc:grpChg chg="del mod">
          <ac:chgData name="Rodica Ioana Lung" userId="64ee56e8d7162e1e" providerId="LiveId" clId="{0F6830A5-18AB-4F1B-8BBB-DA235794CEC1}" dt="2025-12-18T16:04:30.042" v="118"/>
          <ac:grpSpMkLst>
            <pc:docMk/>
            <pc:sldMk cId="2679949906" sldId="266"/>
            <ac:grpSpMk id="100" creationId="{357DEA14-99BA-4090-DACF-A46B0E645CE5}"/>
          </ac:grpSpMkLst>
        </pc:grpChg>
        <pc:picChg chg="add">
          <ac:chgData name="Rodica Ioana Lung" userId="64ee56e8d7162e1e" providerId="LiveId" clId="{0F6830A5-18AB-4F1B-8BBB-DA235794CEC1}" dt="2025-12-18T16:01:07.649" v="1"/>
          <ac:picMkLst>
            <pc:docMk/>
            <pc:sldMk cId="2679949906" sldId="266"/>
            <ac:picMk id="3" creationId="{1DB9027E-2A47-4621-4F59-363985EF2128}"/>
          </ac:picMkLst>
        </pc:picChg>
        <pc:inkChg chg="add mod">
          <ac:chgData name="Rodica Ioana Lung" userId="64ee56e8d7162e1e" providerId="LiveId" clId="{0F6830A5-18AB-4F1B-8BBB-DA235794CEC1}" dt="2025-12-18T16:01:26.310" v="8"/>
          <ac:inkMkLst>
            <pc:docMk/>
            <pc:sldMk cId="2679949906" sldId="266"/>
            <ac:inkMk id="4" creationId="{6200E5F7-5316-670A-F1C0-640E22078FE6}"/>
          </ac:inkMkLst>
        </pc:inkChg>
        <pc:inkChg chg="add mod">
          <ac:chgData name="Rodica Ioana Lung" userId="64ee56e8d7162e1e" providerId="LiveId" clId="{0F6830A5-18AB-4F1B-8BBB-DA235794CEC1}" dt="2025-12-18T16:01:26.310" v="8"/>
          <ac:inkMkLst>
            <pc:docMk/>
            <pc:sldMk cId="2679949906" sldId="266"/>
            <ac:inkMk id="5" creationId="{F4958F9D-94C8-7709-8D46-7EEC5D27F7DF}"/>
          </ac:inkMkLst>
        </pc:inkChg>
        <pc:inkChg chg="add mod">
          <ac:chgData name="Rodica Ioana Lung" userId="64ee56e8d7162e1e" providerId="LiveId" clId="{0F6830A5-18AB-4F1B-8BBB-DA235794CEC1}" dt="2025-12-18T16:01:26.310" v="8"/>
          <ac:inkMkLst>
            <pc:docMk/>
            <pc:sldMk cId="2679949906" sldId="266"/>
            <ac:inkMk id="6" creationId="{043B30F8-1294-7DC7-8829-A81D77B3F73D}"/>
          </ac:inkMkLst>
        </pc:inkChg>
        <pc:inkChg chg="add mod">
          <ac:chgData name="Rodica Ioana Lung" userId="64ee56e8d7162e1e" providerId="LiveId" clId="{0F6830A5-18AB-4F1B-8BBB-DA235794CEC1}" dt="2025-12-18T16:01:26.310" v="8"/>
          <ac:inkMkLst>
            <pc:docMk/>
            <pc:sldMk cId="2679949906" sldId="266"/>
            <ac:inkMk id="7" creationId="{B47BCF3D-AADE-F3D1-52EE-24577D9E62C9}"/>
          </ac:inkMkLst>
        </pc:inkChg>
        <pc:inkChg chg="add mod">
          <ac:chgData name="Rodica Ioana Lung" userId="64ee56e8d7162e1e" providerId="LiveId" clId="{0F6830A5-18AB-4F1B-8BBB-DA235794CEC1}" dt="2025-12-18T16:01:26.310" v="8"/>
          <ac:inkMkLst>
            <pc:docMk/>
            <pc:sldMk cId="2679949906" sldId="266"/>
            <ac:inkMk id="8" creationId="{3BA54A78-6D5E-D6C7-05E3-ED9366EB8895}"/>
          </ac:inkMkLst>
        </pc:inkChg>
        <pc:inkChg chg="add mod">
          <ac:chgData name="Rodica Ioana Lung" userId="64ee56e8d7162e1e" providerId="LiveId" clId="{0F6830A5-18AB-4F1B-8BBB-DA235794CEC1}" dt="2025-12-18T16:01:26.310" v="8"/>
          <ac:inkMkLst>
            <pc:docMk/>
            <pc:sldMk cId="2679949906" sldId="266"/>
            <ac:inkMk id="9" creationId="{1A45893F-36BA-9377-460C-6236F1E09E08}"/>
          </ac:inkMkLst>
        </pc:inkChg>
        <pc:inkChg chg="add mod">
          <ac:chgData name="Rodica Ioana Lung" userId="64ee56e8d7162e1e" providerId="LiveId" clId="{0F6830A5-18AB-4F1B-8BBB-DA235794CEC1}" dt="2025-12-18T16:01:55.686" v="19"/>
          <ac:inkMkLst>
            <pc:docMk/>
            <pc:sldMk cId="2679949906" sldId="266"/>
            <ac:inkMk id="11" creationId="{47740615-4AF5-286F-BA89-7C4FA6966461}"/>
          </ac:inkMkLst>
        </pc:inkChg>
        <pc:inkChg chg="add mod">
          <ac:chgData name="Rodica Ioana Lung" userId="64ee56e8d7162e1e" providerId="LiveId" clId="{0F6830A5-18AB-4F1B-8BBB-DA235794CEC1}" dt="2025-12-18T16:01:55.686" v="19"/>
          <ac:inkMkLst>
            <pc:docMk/>
            <pc:sldMk cId="2679949906" sldId="266"/>
            <ac:inkMk id="12" creationId="{1882CC28-DE15-F3E6-86A6-720E4E75715F}"/>
          </ac:inkMkLst>
        </pc:inkChg>
        <pc:inkChg chg="add">
          <ac:chgData name="Rodica Ioana Lung" userId="64ee56e8d7162e1e" providerId="LiveId" clId="{0F6830A5-18AB-4F1B-8BBB-DA235794CEC1}" dt="2025-12-18T16:01:51.782" v="11" actId="9405"/>
          <ac:inkMkLst>
            <pc:docMk/>
            <pc:sldMk cId="2679949906" sldId="266"/>
            <ac:inkMk id="13" creationId="{43F8D502-8E5A-7676-2107-3114C65F599F}"/>
          </ac:inkMkLst>
        </pc:inkChg>
        <pc:inkChg chg="add mod">
          <ac:chgData name="Rodica Ioana Lung" userId="64ee56e8d7162e1e" providerId="LiveId" clId="{0F6830A5-18AB-4F1B-8BBB-DA235794CEC1}" dt="2025-12-18T16:01:55.686" v="19"/>
          <ac:inkMkLst>
            <pc:docMk/>
            <pc:sldMk cId="2679949906" sldId="266"/>
            <ac:inkMk id="14" creationId="{CA1A5B0A-F845-30BE-844A-B292A9644F47}"/>
          </ac:inkMkLst>
        </pc:inkChg>
        <pc:inkChg chg="add mod">
          <ac:chgData name="Rodica Ioana Lung" userId="64ee56e8d7162e1e" providerId="LiveId" clId="{0F6830A5-18AB-4F1B-8BBB-DA235794CEC1}" dt="2025-12-18T16:01:55.686" v="19"/>
          <ac:inkMkLst>
            <pc:docMk/>
            <pc:sldMk cId="2679949906" sldId="266"/>
            <ac:inkMk id="15" creationId="{525090D3-2CC8-5E52-4371-F4176BD35F98}"/>
          </ac:inkMkLst>
        </pc:inkChg>
        <pc:inkChg chg="add mod">
          <ac:chgData name="Rodica Ioana Lung" userId="64ee56e8d7162e1e" providerId="LiveId" clId="{0F6830A5-18AB-4F1B-8BBB-DA235794CEC1}" dt="2025-12-18T16:01:55.686" v="19"/>
          <ac:inkMkLst>
            <pc:docMk/>
            <pc:sldMk cId="2679949906" sldId="266"/>
            <ac:inkMk id="16" creationId="{6CBC3C80-43BB-3696-466F-6EA30A0C3D1B}"/>
          </ac:inkMkLst>
        </pc:inkChg>
        <pc:inkChg chg="add mod">
          <ac:chgData name="Rodica Ioana Lung" userId="64ee56e8d7162e1e" providerId="LiveId" clId="{0F6830A5-18AB-4F1B-8BBB-DA235794CEC1}" dt="2025-12-18T16:01:55.686" v="19"/>
          <ac:inkMkLst>
            <pc:docMk/>
            <pc:sldMk cId="2679949906" sldId="266"/>
            <ac:inkMk id="17" creationId="{A5AF3CBD-8914-406B-7AC6-AB1859194883}"/>
          </ac:inkMkLst>
        </pc:inkChg>
        <pc:inkChg chg="add mod">
          <ac:chgData name="Rodica Ioana Lung" userId="64ee56e8d7162e1e" providerId="LiveId" clId="{0F6830A5-18AB-4F1B-8BBB-DA235794CEC1}" dt="2025-12-18T16:01:55.686" v="19"/>
          <ac:inkMkLst>
            <pc:docMk/>
            <pc:sldMk cId="2679949906" sldId="266"/>
            <ac:inkMk id="18" creationId="{AAA5EF8B-98C8-596C-8D7B-E122B8E7DB3C}"/>
          </ac:inkMkLst>
        </pc:inkChg>
        <pc:inkChg chg="add mod">
          <ac:chgData name="Rodica Ioana Lung" userId="64ee56e8d7162e1e" providerId="LiveId" clId="{0F6830A5-18AB-4F1B-8BBB-DA235794CEC1}" dt="2025-12-18T16:01:55.686" v="19"/>
          <ac:inkMkLst>
            <pc:docMk/>
            <pc:sldMk cId="2679949906" sldId="266"/>
            <ac:inkMk id="19" creationId="{F586D7B4-E581-F0B0-5983-7AEADC7C92F4}"/>
          </ac:inkMkLst>
        </pc:inkChg>
        <pc:inkChg chg="add mod">
          <ac:chgData name="Rodica Ioana Lung" userId="64ee56e8d7162e1e" providerId="LiveId" clId="{0F6830A5-18AB-4F1B-8BBB-DA235794CEC1}" dt="2025-12-18T16:01:55.686" v="19"/>
          <ac:inkMkLst>
            <pc:docMk/>
            <pc:sldMk cId="2679949906" sldId="266"/>
            <ac:inkMk id="20" creationId="{16A98AF6-85B5-ED7C-B6F6-C9BD0EE1D4C5}"/>
          </ac:inkMkLst>
        </pc:inkChg>
        <pc:inkChg chg="add mod">
          <ac:chgData name="Rodica Ioana Lung" userId="64ee56e8d7162e1e" providerId="LiveId" clId="{0F6830A5-18AB-4F1B-8BBB-DA235794CEC1}" dt="2025-12-18T16:01:57.045" v="22"/>
          <ac:inkMkLst>
            <pc:docMk/>
            <pc:sldMk cId="2679949906" sldId="266"/>
            <ac:inkMk id="22" creationId="{0B0F6DBF-799D-F2DF-9799-0C972849CBEA}"/>
          </ac:inkMkLst>
        </pc:inkChg>
        <pc:inkChg chg="add mod">
          <ac:chgData name="Rodica Ioana Lung" userId="64ee56e8d7162e1e" providerId="LiveId" clId="{0F6830A5-18AB-4F1B-8BBB-DA235794CEC1}" dt="2025-12-18T16:01:57.045" v="22"/>
          <ac:inkMkLst>
            <pc:docMk/>
            <pc:sldMk cId="2679949906" sldId="266"/>
            <ac:inkMk id="23" creationId="{7301559E-0C34-7281-F310-32D8D373A324}"/>
          </ac:inkMkLst>
        </pc:inkChg>
        <pc:inkChg chg="add mod">
          <ac:chgData name="Rodica Ioana Lung" userId="64ee56e8d7162e1e" providerId="LiveId" clId="{0F6830A5-18AB-4F1B-8BBB-DA235794CEC1}" dt="2025-12-18T16:01:58.738" v="26"/>
          <ac:inkMkLst>
            <pc:docMk/>
            <pc:sldMk cId="2679949906" sldId="266"/>
            <ac:inkMk id="25" creationId="{19497EDB-7B95-1DD7-277C-D9C6FB413794}"/>
          </ac:inkMkLst>
        </pc:inkChg>
        <pc:inkChg chg="add mod">
          <ac:chgData name="Rodica Ioana Lung" userId="64ee56e8d7162e1e" providerId="LiveId" clId="{0F6830A5-18AB-4F1B-8BBB-DA235794CEC1}" dt="2025-12-18T16:01:58.738" v="26"/>
          <ac:inkMkLst>
            <pc:docMk/>
            <pc:sldMk cId="2679949906" sldId="266"/>
            <ac:inkMk id="26" creationId="{09BD19FA-C9B5-E442-952B-96C8E995CE5E}"/>
          </ac:inkMkLst>
        </pc:inkChg>
        <pc:inkChg chg="add mod">
          <ac:chgData name="Rodica Ioana Lung" userId="64ee56e8d7162e1e" providerId="LiveId" clId="{0F6830A5-18AB-4F1B-8BBB-DA235794CEC1}" dt="2025-12-18T16:01:58.738" v="26"/>
          <ac:inkMkLst>
            <pc:docMk/>
            <pc:sldMk cId="2679949906" sldId="266"/>
            <ac:inkMk id="27" creationId="{65A39BE5-DE07-3695-BD50-42F11D8F5E82}"/>
          </ac:inkMkLst>
        </pc:inkChg>
        <pc:inkChg chg="add mod">
          <ac:chgData name="Rodica Ioana Lung" userId="64ee56e8d7162e1e" providerId="LiveId" clId="{0F6830A5-18AB-4F1B-8BBB-DA235794CEC1}" dt="2025-12-18T16:02:51.567" v="68"/>
          <ac:inkMkLst>
            <pc:docMk/>
            <pc:sldMk cId="2679949906" sldId="266"/>
            <ac:inkMk id="29" creationId="{5ED6CD6B-593A-765A-B934-740F239E20C3}"/>
          </ac:inkMkLst>
        </pc:inkChg>
        <pc:inkChg chg="add mod">
          <ac:chgData name="Rodica Ioana Lung" userId="64ee56e8d7162e1e" providerId="LiveId" clId="{0F6830A5-18AB-4F1B-8BBB-DA235794CEC1}" dt="2025-12-18T16:02:01.876" v="29"/>
          <ac:inkMkLst>
            <pc:docMk/>
            <pc:sldMk cId="2679949906" sldId="266"/>
            <ac:inkMk id="30" creationId="{4B5317A7-3D43-50C0-2948-5C71281DC64C}"/>
          </ac:inkMkLst>
        </pc:inkChg>
        <pc:inkChg chg="add">
          <ac:chgData name="Rodica Ioana Lung" userId="64ee56e8d7162e1e" providerId="LiveId" clId="{0F6830A5-18AB-4F1B-8BBB-DA235794CEC1}" dt="2025-12-18T16:02:04.262" v="30" actId="9405"/>
          <ac:inkMkLst>
            <pc:docMk/>
            <pc:sldMk cId="2679949906" sldId="266"/>
            <ac:inkMk id="32" creationId="{D068A038-D6A3-4661-E616-6E6FA3F56D58}"/>
          </ac:inkMkLst>
        </pc:inkChg>
        <pc:inkChg chg="add">
          <ac:chgData name="Rodica Ioana Lung" userId="64ee56e8d7162e1e" providerId="LiveId" clId="{0F6830A5-18AB-4F1B-8BBB-DA235794CEC1}" dt="2025-12-18T16:02:10.065" v="31" actId="9405"/>
          <ac:inkMkLst>
            <pc:docMk/>
            <pc:sldMk cId="2679949906" sldId="266"/>
            <ac:inkMk id="33" creationId="{3D86DE10-650B-4B94-3AD6-B4BA29CF8E06}"/>
          </ac:inkMkLst>
        </pc:inkChg>
        <pc:inkChg chg="add">
          <ac:chgData name="Rodica Ioana Lung" userId="64ee56e8d7162e1e" providerId="LiveId" clId="{0F6830A5-18AB-4F1B-8BBB-DA235794CEC1}" dt="2025-12-18T16:02:11.433" v="32" actId="9405"/>
          <ac:inkMkLst>
            <pc:docMk/>
            <pc:sldMk cId="2679949906" sldId="266"/>
            <ac:inkMk id="34" creationId="{8E01E7EF-E0EE-4139-7C49-7A6372426073}"/>
          </ac:inkMkLst>
        </pc:inkChg>
        <pc:inkChg chg="add">
          <ac:chgData name="Rodica Ioana Lung" userId="64ee56e8d7162e1e" providerId="LiveId" clId="{0F6830A5-18AB-4F1B-8BBB-DA235794CEC1}" dt="2025-12-18T16:02:11.710" v="33" actId="9405"/>
          <ac:inkMkLst>
            <pc:docMk/>
            <pc:sldMk cId="2679949906" sldId="266"/>
            <ac:inkMk id="35" creationId="{820EA126-7E32-77BC-6E24-1DEBF9ECE162}"/>
          </ac:inkMkLst>
        </pc:inkChg>
        <pc:inkChg chg="add mod">
          <ac:chgData name="Rodica Ioana Lung" userId="64ee56e8d7162e1e" providerId="LiveId" clId="{0F6830A5-18AB-4F1B-8BBB-DA235794CEC1}" dt="2025-12-18T16:02:32.257" v="50"/>
          <ac:inkMkLst>
            <pc:docMk/>
            <pc:sldMk cId="2679949906" sldId="266"/>
            <ac:inkMk id="36" creationId="{EC383A48-00CF-4F0F-AE91-8C5AEB3F3DF5}"/>
          </ac:inkMkLst>
        </pc:inkChg>
        <pc:inkChg chg="add mod">
          <ac:chgData name="Rodica Ioana Lung" userId="64ee56e8d7162e1e" providerId="LiveId" clId="{0F6830A5-18AB-4F1B-8BBB-DA235794CEC1}" dt="2025-12-18T16:02:51.567" v="68"/>
          <ac:inkMkLst>
            <pc:docMk/>
            <pc:sldMk cId="2679949906" sldId="266"/>
            <ac:inkMk id="37" creationId="{F36D2661-D84D-FFF7-F73F-F1B7B0930A0F}"/>
          </ac:inkMkLst>
        </pc:inkChg>
        <pc:inkChg chg="add mod">
          <ac:chgData name="Rodica Ioana Lung" userId="64ee56e8d7162e1e" providerId="LiveId" clId="{0F6830A5-18AB-4F1B-8BBB-DA235794CEC1}" dt="2025-12-18T16:02:51.567" v="68"/>
          <ac:inkMkLst>
            <pc:docMk/>
            <pc:sldMk cId="2679949906" sldId="266"/>
            <ac:inkMk id="38" creationId="{2DE271E8-1A4B-0027-7D83-C1718D633697}"/>
          </ac:inkMkLst>
        </pc:inkChg>
        <pc:inkChg chg="add mod">
          <ac:chgData name="Rodica Ioana Lung" userId="64ee56e8d7162e1e" providerId="LiveId" clId="{0F6830A5-18AB-4F1B-8BBB-DA235794CEC1}" dt="2025-12-18T16:02:51.567" v="68"/>
          <ac:inkMkLst>
            <pc:docMk/>
            <pc:sldMk cId="2679949906" sldId="266"/>
            <ac:inkMk id="39" creationId="{0391DF19-106D-EE2D-6C32-41A9A93FE27D}"/>
          </ac:inkMkLst>
        </pc:inkChg>
        <pc:inkChg chg="add">
          <ac:chgData name="Rodica Ioana Lung" userId="64ee56e8d7162e1e" providerId="LiveId" clId="{0F6830A5-18AB-4F1B-8BBB-DA235794CEC1}" dt="2025-12-18T16:02:19.750" v="38" actId="9405"/>
          <ac:inkMkLst>
            <pc:docMk/>
            <pc:sldMk cId="2679949906" sldId="266"/>
            <ac:inkMk id="40" creationId="{5BB4ADDF-C4CF-9D42-864D-13E21B01DC95}"/>
          </ac:inkMkLst>
        </pc:inkChg>
        <pc:inkChg chg="add mod">
          <ac:chgData name="Rodica Ioana Lung" userId="64ee56e8d7162e1e" providerId="LiveId" clId="{0F6830A5-18AB-4F1B-8BBB-DA235794CEC1}" dt="2025-12-18T16:02:32.257" v="50"/>
          <ac:inkMkLst>
            <pc:docMk/>
            <pc:sldMk cId="2679949906" sldId="266"/>
            <ac:inkMk id="41" creationId="{81D40432-5F69-3F13-4A3D-2B44F2D14F8E}"/>
          </ac:inkMkLst>
        </pc:inkChg>
        <pc:inkChg chg="add mod">
          <ac:chgData name="Rodica Ioana Lung" userId="64ee56e8d7162e1e" providerId="LiveId" clId="{0F6830A5-18AB-4F1B-8BBB-DA235794CEC1}" dt="2025-12-18T16:02:32.257" v="50"/>
          <ac:inkMkLst>
            <pc:docMk/>
            <pc:sldMk cId="2679949906" sldId="266"/>
            <ac:inkMk id="42" creationId="{36471367-C321-D9B7-D287-02A39F603E9E}"/>
          </ac:inkMkLst>
        </pc:inkChg>
        <pc:inkChg chg="add mod">
          <ac:chgData name="Rodica Ioana Lung" userId="64ee56e8d7162e1e" providerId="LiveId" clId="{0F6830A5-18AB-4F1B-8BBB-DA235794CEC1}" dt="2025-12-18T16:02:32.257" v="50"/>
          <ac:inkMkLst>
            <pc:docMk/>
            <pc:sldMk cId="2679949906" sldId="266"/>
            <ac:inkMk id="43" creationId="{95CEC5AC-3271-273E-EAE8-7E9B3511F180}"/>
          </ac:inkMkLst>
        </pc:inkChg>
        <pc:inkChg chg="add mod">
          <ac:chgData name="Rodica Ioana Lung" userId="64ee56e8d7162e1e" providerId="LiveId" clId="{0F6830A5-18AB-4F1B-8BBB-DA235794CEC1}" dt="2025-12-18T16:02:51.567" v="68"/>
          <ac:inkMkLst>
            <pc:docMk/>
            <pc:sldMk cId="2679949906" sldId="266"/>
            <ac:inkMk id="44" creationId="{0FBD7F5E-FD77-A9E1-4D7C-D255D1C1B513}"/>
          </ac:inkMkLst>
        </pc:inkChg>
        <pc:inkChg chg="add">
          <ac:chgData name="Rodica Ioana Lung" userId="64ee56e8d7162e1e" providerId="LiveId" clId="{0F6830A5-18AB-4F1B-8BBB-DA235794CEC1}" dt="2025-12-18T16:02:21.820" v="43" actId="9405"/>
          <ac:inkMkLst>
            <pc:docMk/>
            <pc:sldMk cId="2679949906" sldId="266"/>
            <ac:inkMk id="45" creationId="{A204308D-9F1C-C2C1-149A-8E16A40242D0}"/>
          </ac:inkMkLst>
        </pc:inkChg>
        <pc:inkChg chg="add">
          <ac:chgData name="Rodica Ioana Lung" userId="64ee56e8d7162e1e" providerId="LiveId" clId="{0F6830A5-18AB-4F1B-8BBB-DA235794CEC1}" dt="2025-12-18T16:02:24.728" v="45" actId="9405"/>
          <ac:inkMkLst>
            <pc:docMk/>
            <pc:sldMk cId="2679949906" sldId="266"/>
            <ac:inkMk id="47" creationId="{AAC986D5-6C46-6B6D-917D-8076FBCE901B}"/>
          </ac:inkMkLst>
        </pc:inkChg>
        <pc:inkChg chg="add">
          <ac:chgData name="Rodica Ioana Lung" userId="64ee56e8d7162e1e" providerId="LiveId" clId="{0F6830A5-18AB-4F1B-8BBB-DA235794CEC1}" dt="2025-12-18T16:02:25.949" v="46" actId="9405"/>
          <ac:inkMkLst>
            <pc:docMk/>
            <pc:sldMk cId="2679949906" sldId="266"/>
            <ac:inkMk id="48" creationId="{558C9604-5FD7-190F-689A-69FC90341A38}"/>
          </ac:inkMkLst>
        </pc:inkChg>
        <pc:inkChg chg="add mod">
          <ac:chgData name="Rodica Ioana Lung" userId="64ee56e8d7162e1e" providerId="LiveId" clId="{0F6830A5-18AB-4F1B-8BBB-DA235794CEC1}" dt="2025-12-18T16:02:51.567" v="68"/>
          <ac:inkMkLst>
            <pc:docMk/>
            <pc:sldMk cId="2679949906" sldId="266"/>
            <ac:inkMk id="50" creationId="{7B48D2F0-4220-554F-82D1-BA5AC2CA3F85}"/>
          </ac:inkMkLst>
        </pc:inkChg>
        <pc:inkChg chg="add">
          <ac:chgData name="Rodica Ioana Lung" userId="64ee56e8d7162e1e" providerId="LiveId" clId="{0F6830A5-18AB-4F1B-8BBB-DA235794CEC1}" dt="2025-12-18T16:02:31.623" v="49" actId="9405"/>
          <ac:inkMkLst>
            <pc:docMk/>
            <pc:sldMk cId="2679949906" sldId="266"/>
            <ac:inkMk id="51" creationId="{093F46FA-D49D-1983-C3A8-045F18944109}"/>
          </ac:inkMkLst>
        </pc:inkChg>
        <pc:inkChg chg="add mod">
          <ac:chgData name="Rodica Ioana Lung" userId="64ee56e8d7162e1e" providerId="LiveId" clId="{0F6830A5-18AB-4F1B-8BBB-DA235794CEC1}" dt="2025-12-18T16:02:43.147" v="65"/>
          <ac:inkMkLst>
            <pc:docMk/>
            <pc:sldMk cId="2679949906" sldId="266"/>
            <ac:inkMk id="53" creationId="{300150CD-AF55-491A-EE69-02154FDF057D}"/>
          </ac:inkMkLst>
        </pc:inkChg>
        <pc:inkChg chg="add">
          <ac:chgData name="Rodica Ioana Lung" userId="64ee56e8d7162e1e" providerId="LiveId" clId="{0F6830A5-18AB-4F1B-8BBB-DA235794CEC1}" dt="2025-12-18T16:02:34.202" v="52" actId="9405"/>
          <ac:inkMkLst>
            <pc:docMk/>
            <pc:sldMk cId="2679949906" sldId="266"/>
            <ac:inkMk id="54" creationId="{C2BC83AF-524D-5AF2-2B7D-5628BF499AAF}"/>
          </ac:inkMkLst>
        </pc:inkChg>
        <pc:inkChg chg="add">
          <ac:chgData name="Rodica Ioana Lung" userId="64ee56e8d7162e1e" providerId="LiveId" clId="{0F6830A5-18AB-4F1B-8BBB-DA235794CEC1}" dt="2025-12-18T16:02:35.088" v="53" actId="9405"/>
          <ac:inkMkLst>
            <pc:docMk/>
            <pc:sldMk cId="2679949906" sldId="266"/>
            <ac:inkMk id="55" creationId="{2F6D5144-1390-3CC8-16F3-1EDB536FA3AE}"/>
          </ac:inkMkLst>
        </pc:inkChg>
        <pc:inkChg chg="add">
          <ac:chgData name="Rodica Ioana Lung" userId="64ee56e8d7162e1e" providerId="LiveId" clId="{0F6830A5-18AB-4F1B-8BBB-DA235794CEC1}" dt="2025-12-18T16:02:36.011" v="54" actId="9405"/>
          <ac:inkMkLst>
            <pc:docMk/>
            <pc:sldMk cId="2679949906" sldId="266"/>
            <ac:inkMk id="56" creationId="{8E8C530B-CBE8-6406-A332-42A85B50C01E}"/>
          </ac:inkMkLst>
        </pc:inkChg>
        <pc:inkChg chg="add">
          <ac:chgData name="Rodica Ioana Lung" userId="64ee56e8d7162e1e" providerId="LiveId" clId="{0F6830A5-18AB-4F1B-8BBB-DA235794CEC1}" dt="2025-12-18T16:02:36.217" v="55" actId="9405"/>
          <ac:inkMkLst>
            <pc:docMk/>
            <pc:sldMk cId="2679949906" sldId="266"/>
            <ac:inkMk id="57" creationId="{E22C9884-CF8F-6C2A-C29C-9CABD9ACDED9}"/>
          </ac:inkMkLst>
        </pc:inkChg>
        <pc:inkChg chg="add">
          <ac:chgData name="Rodica Ioana Lung" userId="64ee56e8d7162e1e" providerId="LiveId" clId="{0F6830A5-18AB-4F1B-8BBB-DA235794CEC1}" dt="2025-12-18T16:02:36.451" v="56" actId="9405"/>
          <ac:inkMkLst>
            <pc:docMk/>
            <pc:sldMk cId="2679949906" sldId="266"/>
            <ac:inkMk id="58" creationId="{297F404C-9D22-D09A-FB44-5B6405B42C01}"/>
          </ac:inkMkLst>
        </pc:inkChg>
        <pc:inkChg chg="add">
          <ac:chgData name="Rodica Ioana Lung" userId="64ee56e8d7162e1e" providerId="LiveId" clId="{0F6830A5-18AB-4F1B-8BBB-DA235794CEC1}" dt="2025-12-18T16:02:36.834" v="57" actId="9405"/>
          <ac:inkMkLst>
            <pc:docMk/>
            <pc:sldMk cId="2679949906" sldId="266"/>
            <ac:inkMk id="59" creationId="{9C942E58-457B-76D7-0F41-A3F10CEE2549}"/>
          </ac:inkMkLst>
        </pc:inkChg>
        <pc:inkChg chg="add mod">
          <ac:chgData name="Rodica Ioana Lung" userId="64ee56e8d7162e1e" providerId="LiveId" clId="{0F6830A5-18AB-4F1B-8BBB-DA235794CEC1}" dt="2025-12-18T16:02:51.567" v="68"/>
          <ac:inkMkLst>
            <pc:docMk/>
            <pc:sldMk cId="2679949906" sldId="266"/>
            <ac:inkMk id="60" creationId="{F0170710-174D-D894-7324-236CDC57583B}"/>
          </ac:inkMkLst>
        </pc:inkChg>
        <pc:inkChg chg="add">
          <ac:chgData name="Rodica Ioana Lung" userId="64ee56e8d7162e1e" providerId="LiveId" clId="{0F6830A5-18AB-4F1B-8BBB-DA235794CEC1}" dt="2025-12-18T16:02:38.438" v="60" actId="9405"/>
          <ac:inkMkLst>
            <pc:docMk/>
            <pc:sldMk cId="2679949906" sldId="266"/>
            <ac:inkMk id="62" creationId="{184F747E-3B2D-C602-8654-716C88403C92}"/>
          </ac:inkMkLst>
        </pc:inkChg>
        <pc:inkChg chg="add">
          <ac:chgData name="Rodica Ioana Lung" userId="64ee56e8d7162e1e" providerId="LiveId" clId="{0F6830A5-18AB-4F1B-8BBB-DA235794CEC1}" dt="2025-12-18T16:02:38.812" v="61" actId="9405"/>
          <ac:inkMkLst>
            <pc:docMk/>
            <pc:sldMk cId="2679949906" sldId="266"/>
            <ac:inkMk id="63" creationId="{8B076C6B-45C8-11BD-3863-9DD6620036CC}"/>
          </ac:inkMkLst>
        </pc:inkChg>
        <pc:inkChg chg="add">
          <ac:chgData name="Rodica Ioana Lung" userId="64ee56e8d7162e1e" providerId="LiveId" clId="{0F6830A5-18AB-4F1B-8BBB-DA235794CEC1}" dt="2025-12-18T16:02:39.514" v="62" actId="9405"/>
          <ac:inkMkLst>
            <pc:docMk/>
            <pc:sldMk cId="2679949906" sldId="266"/>
            <ac:inkMk id="64" creationId="{6C839B4B-32FE-4493-1B8B-D3D40B94F7A6}"/>
          </ac:inkMkLst>
        </pc:inkChg>
        <pc:inkChg chg="add">
          <ac:chgData name="Rodica Ioana Lung" userId="64ee56e8d7162e1e" providerId="LiveId" clId="{0F6830A5-18AB-4F1B-8BBB-DA235794CEC1}" dt="2025-12-18T16:02:42.128" v="64" actId="9405"/>
          <ac:inkMkLst>
            <pc:docMk/>
            <pc:sldMk cId="2679949906" sldId="266"/>
            <ac:inkMk id="66" creationId="{9A3D4AE6-B008-C2DE-8C84-A12F3C0A900D}"/>
          </ac:inkMkLst>
        </pc:inkChg>
        <pc:inkChg chg="add">
          <ac:chgData name="Rodica Ioana Lung" userId="64ee56e8d7162e1e" providerId="LiveId" clId="{0F6830A5-18AB-4F1B-8BBB-DA235794CEC1}" dt="2025-12-18T16:02:49.280" v="66" actId="9405"/>
          <ac:inkMkLst>
            <pc:docMk/>
            <pc:sldMk cId="2679949906" sldId="266"/>
            <ac:inkMk id="68" creationId="{D9FD8AAA-E20F-C2B3-27BB-B34E6C4BDECD}"/>
          </ac:inkMkLst>
        </pc:inkChg>
        <pc:inkChg chg="add mod">
          <ac:chgData name="Rodica Ioana Lung" userId="64ee56e8d7162e1e" providerId="LiveId" clId="{0F6830A5-18AB-4F1B-8BBB-DA235794CEC1}" dt="2025-12-18T16:02:51.567" v="68"/>
          <ac:inkMkLst>
            <pc:docMk/>
            <pc:sldMk cId="2679949906" sldId="266"/>
            <ac:inkMk id="69" creationId="{05017421-CA89-8F1F-F4AE-81C29F25CC0C}"/>
          </ac:inkMkLst>
        </pc:inkChg>
        <pc:inkChg chg="add del mod">
          <ac:chgData name="Rodica Ioana Lung" userId="64ee56e8d7162e1e" providerId="LiveId" clId="{0F6830A5-18AB-4F1B-8BBB-DA235794CEC1}" dt="2025-12-18T16:04:28.015" v="114"/>
          <ac:inkMkLst>
            <pc:docMk/>
            <pc:sldMk cId="2679949906" sldId="266"/>
            <ac:inkMk id="71" creationId="{8866804B-FCCC-CDAD-A54A-F314C263979B}"/>
          </ac:inkMkLst>
        </pc:inkChg>
        <pc:inkChg chg="add del mod">
          <ac:chgData name="Rodica Ioana Lung" userId="64ee56e8d7162e1e" providerId="LiveId" clId="{0F6830A5-18AB-4F1B-8BBB-DA235794CEC1}" dt="2025-12-18T16:04:26.782" v="101"/>
          <ac:inkMkLst>
            <pc:docMk/>
            <pc:sldMk cId="2679949906" sldId="266"/>
            <ac:inkMk id="72" creationId="{7DA6BCB5-55EF-D92A-C5BA-DD2E65ECBAB7}"/>
          </ac:inkMkLst>
        </pc:inkChg>
        <pc:inkChg chg="add del mod">
          <ac:chgData name="Rodica Ioana Lung" userId="64ee56e8d7162e1e" providerId="LiveId" clId="{0F6830A5-18AB-4F1B-8BBB-DA235794CEC1}" dt="2025-12-18T16:03:43.134" v="74"/>
          <ac:inkMkLst>
            <pc:docMk/>
            <pc:sldMk cId="2679949906" sldId="266"/>
            <ac:inkMk id="73" creationId="{E38A328F-1810-5D68-FA45-AB82772AA9A4}"/>
          </ac:inkMkLst>
        </pc:inkChg>
        <pc:inkChg chg="add del mod">
          <ac:chgData name="Rodica Ioana Lung" userId="64ee56e8d7162e1e" providerId="LiveId" clId="{0F6830A5-18AB-4F1B-8BBB-DA235794CEC1}" dt="2025-12-18T16:03:46.026" v="75"/>
          <ac:inkMkLst>
            <pc:docMk/>
            <pc:sldMk cId="2679949906" sldId="266"/>
            <ac:inkMk id="74" creationId="{2A0DAF17-F0A4-41B3-08FF-63D736C0A0A2}"/>
          </ac:inkMkLst>
        </pc:inkChg>
        <pc:inkChg chg="add del mod">
          <ac:chgData name="Rodica Ioana Lung" userId="64ee56e8d7162e1e" providerId="LiveId" clId="{0F6830A5-18AB-4F1B-8BBB-DA235794CEC1}" dt="2025-12-18T16:04:30.043" v="119"/>
          <ac:inkMkLst>
            <pc:docMk/>
            <pc:sldMk cId="2679949906" sldId="266"/>
            <ac:inkMk id="76" creationId="{A1E64B85-DCB3-24BA-7B18-DBB9671775BB}"/>
          </ac:inkMkLst>
        </pc:inkChg>
        <pc:inkChg chg="add del mod">
          <ac:chgData name="Rodica Ioana Lung" userId="64ee56e8d7162e1e" providerId="LiveId" clId="{0F6830A5-18AB-4F1B-8BBB-DA235794CEC1}" dt="2025-12-18T16:04:26.783" v="103"/>
          <ac:inkMkLst>
            <pc:docMk/>
            <pc:sldMk cId="2679949906" sldId="266"/>
            <ac:inkMk id="77" creationId="{5A297373-5135-2AE2-B440-E0EA27BE8AA0}"/>
          </ac:inkMkLst>
        </pc:inkChg>
        <pc:inkChg chg="add del mod">
          <ac:chgData name="Rodica Ioana Lung" userId="64ee56e8d7162e1e" providerId="LiveId" clId="{0F6830A5-18AB-4F1B-8BBB-DA235794CEC1}" dt="2025-12-18T16:04:26.786" v="106"/>
          <ac:inkMkLst>
            <pc:docMk/>
            <pc:sldMk cId="2679949906" sldId="266"/>
            <ac:inkMk id="78" creationId="{FC152140-0EB8-17DC-CE7B-F41D86EC4F11}"/>
          </ac:inkMkLst>
        </pc:inkChg>
        <pc:inkChg chg="add del mod">
          <ac:chgData name="Rodica Ioana Lung" userId="64ee56e8d7162e1e" providerId="LiveId" clId="{0F6830A5-18AB-4F1B-8BBB-DA235794CEC1}" dt="2025-12-18T16:04:30.044" v="121"/>
          <ac:inkMkLst>
            <pc:docMk/>
            <pc:sldMk cId="2679949906" sldId="266"/>
            <ac:inkMk id="79" creationId="{E41780CA-FCD3-0AE8-02BC-D0B5A0779963}"/>
          </ac:inkMkLst>
        </pc:inkChg>
        <pc:inkChg chg="add del mod">
          <ac:chgData name="Rodica Ioana Lung" userId="64ee56e8d7162e1e" providerId="LiveId" clId="{0F6830A5-18AB-4F1B-8BBB-DA235794CEC1}" dt="2025-12-18T16:04:26.789" v="109"/>
          <ac:inkMkLst>
            <pc:docMk/>
            <pc:sldMk cId="2679949906" sldId="266"/>
            <ac:inkMk id="80" creationId="{5A7A70C0-04A5-535F-4C0F-CFFCE7A53D1C}"/>
          </ac:inkMkLst>
        </pc:inkChg>
        <pc:inkChg chg="add del mod">
          <ac:chgData name="Rodica Ioana Lung" userId="64ee56e8d7162e1e" providerId="LiveId" clId="{0F6830A5-18AB-4F1B-8BBB-DA235794CEC1}" dt="2025-12-18T16:04:26.790" v="110"/>
          <ac:inkMkLst>
            <pc:docMk/>
            <pc:sldMk cId="2679949906" sldId="266"/>
            <ac:inkMk id="81" creationId="{3F06EAAD-1347-B290-6FB5-ADA1F890F2BE}"/>
          </ac:inkMkLst>
        </pc:inkChg>
        <pc:inkChg chg="add del mod">
          <ac:chgData name="Rodica Ioana Lung" userId="64ee56e8d7162e1e" providerId="LiveId" clId="{0F6830A5-18AB-4F1B-8BBB-DA235794CEC1}" dt="2025-12-18T16:04:26.786" v="105"/>
          <ac:inkMkLst>
            <pc:docMk/>
            <pc:sldMk cId="2679949906" sldId="266"/>
            <ac:inkMk id="82" creationId="{7E2A40D4-0903-0349-0EEE-A80CC8CFDF44}"/>
          </ac:inkMkLst>
        </pc:inkChg>
        <pc:inkChg chg="add del mod">
          <ac:chgData name="Rodica Ioana Lung" userId="64ee56e8d7162e1e" providerId="LiveId" clId="{0F6830A5-18AB-4F1B-8BBB-DA235794CEC1}" dt="2025-12-18T16:04:26.791" v="111"/>
          <ac:inkMkLst>
            <pc:docMk/>
            <pc:sldMk cId="2679949906" sldId="266"/>
            <ac:inkMk id="84" creationId="{A1E8FDA5-9E1D-ADB7-5C00-D12EFC4AFEF1}"/>
          </ac:inkMkLst>
        </pc:inkChg>
        <pc:inkChg chg="add del mod">
          <ac:chgData name="Rodica Ioana Lung" userId="64ee56e8d7162e1e" providerId="LiveId" clId="{0F6830A5-18AB-4F1B-8BBB-DA235794CEC1}" dt="2025-12-18T16:04:26.793" v="112"/>
          <ac:inkMkLst>
            <pc:docMk/>
            <pc:sldMk cId="2679949906" sldId="266"/>
            <ac:inkMk id="85" creationId="{5FE5A1CA-DBCB-7F97-FEF7-CCE717F24CB7}"/>
          </ac:inkMkLst>
        </pc:inkChg>
        <pc:inkChg chg="add del mod">
          <ac:chgData name="Rodica Ioana Lung" userId="64ee56e8d7162e1e" providerId="LiveId" clId="{0F6830A5-18AB-4F1B-8BBB-DA235794CEC1}" dt="2025-12-18T16:04:26.785" v="104"/>
          <ac:inkMkLst>
            <pc:docMk/>
            <pc:sldMk cId="2679949906" sldId="266"/>
            <ac:inkMk id="86" creationId="{DED85B03-B1B4-5347-3281-F77CBEC294FB}"/>
          </ac:inkMkLst>
        </pc:inkChg>
        <pc:inkChg chg="add">
          <ac:chgData name="Rodica Ioana Lung" userId="64ee56e8d7162e1e" providerId="LiveId" clId="{0F6830A5-18AB-4F1B-8BBB-DA235794CEC1}" dt="2025-12-18T16:04:02.711" v="87" actId="9405"/>
          <ac:inkMkLst>
            <pc:docMk/>
            <pc:sldMk cId="2679949906" sldId="266"/>
            <ac:inkMk id="87" creationId="{6BFD97CC-5FA4-0D84-F57E-AE15E9FFAA7D}"/>
          </ac:inkMkLst>
        </pc:inkChg>
        <pc:inkChg chg="add mod">
          <ac:chgData name="Rodica Ioana Lung" userId="64ee56e8d7162e1e" providerId="LiveId" clId="{0F6830A5-18AB-4F1B-8BBB-DA235794CEC1}" dt="2025-12-18T16:04:30.044" v="121"/>
          <ac:inkMkLst>
            <pc:docMk/>
            <pc:sldMk cId="2679949906" sldId="266"/>
            <ac:inkMk id="89" creationId="{FECDD248-2EDE-BB0D-5E68-B27699501C2C}"/>
          </ac:inkMkLst>
        </pc:inkChg>
        <pc:inkChg chg="add del">
          <ac:chgData name="Rodica Ioana Lung" userId="64ee56e8d7162e1e" providerId="LiveId" clId="{0F6830A5-18AB-4F1B-8BBB-DA235794CEC1}" dt="2025-12-18T16:04:30.038" v="116"/>
          <ac:inkMkLst>
            <pc:docMk/>
            <pc:sldMk cId="2679949906" sldId="266"/>
            <ac:inkMk id="91" creationId="{4A45E760-26E2-3E16-6D04-B03F4C024CF1}"/>
          </ac:inkMkLst>
        </pc:inkChg>
        <pc:inkChg chg="add del mod">
          <ac:chgData name="Rodica Ioana Lung" userId="64ee56e8d7162e1e" providerId="LiveId" clId="{0F6830A5-18AB-4F1B-8BBB-DA235794CEC1}" dt="2025-12-18T16:04:30.042" v="118"/>
          <ac:inkMkLst>
            <pc:docMk/>
            <pc:sldMk cId="2679949906" sldId="266"/>
            <ac:inkMk id="92" creationId="{C9DCDC4D-85BB-615C-A199-F6CFEC04C1F9}"/>
          </ac:inkMkLst>
        </pc:inkChg>
        <pc:inkChg chg="add del mod">
          <ac:chgData name="Rodica Ioana Lung" userId="64ee56e8d7162e1e" providerId="LiveId" clId="{0F6830A5-18AB-4F1B-8BBB-DA235794CEC1}" dt="2025-12-18T16:04:26.796" v="113"/>
          <ac:inkMkLst>
            <pc:docMk/>
            <pc:sldMk cId="2679949906" sldId="266"/>
            <ac:inkMk id="93" creationId="{F0C84262-1468-4736-9FC0-9F716604582A}"/>
          </ac:inkMkLst>
        </pc:inkChg>
        <pc:inkChg chg="add del mod">
          <ac:chgData name="Rodica Ioana Lung" userId="64ee56e8d7162e1e" providerId="LiveId" clId="{0F6830A5-18AB-4F1B-8BBB-DA235794CEC1}" dt="2025-12-18T16:04:26.788" v="108"/>
          <ac:inkMkLst>
            <pc:docMk/>
            <pc:sldMk cId="2679949906" sldId="266"/>
            <ac:inkMk id="94" creationId="{5C20C5D8-6757-EC22-B6F4-B54B00ECF20B}"/>
          </ac:inkMkLst>
        </pc:inkChg>
        <pc:inkChg chg="add del mod">
          <ac:chgData name="Rodica Ioana Lung" userId="64ee56e8d7162e1e" providerId="LiveId" clId="{0F6830A5-18AB-4F1B-8BBB-DA235794CEC1}" dt="2025-12-18T16:04:26.787" v="107"/>
          <ac:inkMkLst>
            <pc:docMk/>
            <pc:sldMk cId="2679949906" sldId="266"/>
            <ac:inkMk id="96" creationId="{9E178561-59B0-C202-AD5D-0FA57866633D}"/>
          </ac:inkMkLst>
        </pc:inkChg>
        <pc:inkChg chg="add del mod">
          <ac:chgData name="Rodica Ioana Lung" userId="64ee56e8d7162e1e" providerId="LiveId" clId="{0F6830A5-18AB-4F1B-8BBB-DA235794CEC1}" dt="2025-12-18T16:04:28.016" v="115"/>
          <ac:inkMkLst>
            <pc:docMk/>
            <pc:sldMk cId="2679949906" sldId="266"/>
            <ac:inkMk id="97" creationId="{C3F3B2F7-4704-A339-ABC6-8E6142A3208B}"/>
          </ac:inkMkLst>
        </pc:inkChg>
        <pc:inkChg chg="add del mod">
          <ac:chgData name="Rodica Ioana Lung" userId="64ee56e8d7162e1e" providerId="LiveId" clId="{0F6830A5-18AB-4F1B-8BBB-DA235794CEC1}" dt="2025-12-18T16:04:30.043" v="120"/>
          <ac:inkMkLst>
            <pc:docMk/>
            <pc:sldMk cId="2679949906" sldId="266"/>
            <ac:inkMk id="98" creationId="{22937BA1-715E-3B93-D3E4-5EE17306723E}"/>
          </ac:inkMkLst>
        </pc:inkChg>
        <pc:inkChg chg="add del mod">
          <ac:chgData name="Rodica Ioana Lung" userId="64ee56e8d7162e1e" providerId="LiveId" clId="{0F6830A5-18AB-4F1B-8BBB-DA235794CEC1}" dt="2025-12-18T16:04:30.040" v="117"/>
          <ac:inkMkLst>
            <pc:docMk/>
            <pc:sldMk cId="2679949906" sldId="266"/>
            <ac:inkMk id="99" creationId="{E892C291-2682-4B89-0E5A-E3E61E0110BF}"/>
          </ac:inkMkLst>
        </pc:inkChg>
      </pc:sldChg>
      <pc:sldChg chg="addSp delSp modSp new mod">
        <pc:chgData name="Rodica Ioana Lung" userId="64ee56e8d7162e1e" providerId="LiveId" clId="{0F6830A5-18AB-4F1B-8BBB-DA235794CEC1}" dt="2025-12-18T16:12:46.621" v="481"/>
        <pc:sldMkLst>
          <pc:docMk/>
          <pc:sldMk cId="1499104062" sldId="267"/>
        </pc:sldMkLst>
        <pc:grpChg chg="mod">
          <ac:chgData name="Rodica Ioana Lung" userId="64ee56e8d7162e1e" providerId="LiveId" clId="{0F6830A5-18AB-4F1B-8BBB-DA235794CEC1}" dt="2025-12-18T16:09:02.289" v="252"/>
          <ac:grpSpMkLst>
            <pc:docMk/>
            <pc:sldMk cId="1499104062" sldId="267"/>
            <ac:grpSpMk id="5" creationId="{BEB86646-E1F9-45A8-9303-FCB5DE32E209}"/>
          </ac:grpSpMkLst>
        </pc:grpChg>
        <pc:grpChg chg="mod">
          <ac:chgData name="Rodica Ioana Lung" userId="64ee56e8d7162e1e" providerId="LiveId" clId="{0F6830A5-18AB-4F1B-8BBB-DA235794CEC1}" dt="2025-12-18T16:09:08.947" v="265"/>
          <ac:grpSpMkLst>
            <pc:docMk/>
            <pc:sldMk cId="1499104062" sldId="267"/>
            <ac:grpSpMk id="18" creationId="{B07F689A-4123-7AEF-BD29-42652A706D82}"/>
          </ac:grpSpMkLst>
        </pc:grpChg>
        <pc:grpChg chg="mod">
          <ac:chgData name="Rodica Ioana Lung" userId="64ee56e8d7162e1e" providerId="LiveId" clId="{0F6830A5-18AB-4F1B-8BBB-DA235794CEC1}" dt="2025-12-18T16:09:08.947" v="265"/>
          <ac:grpSpMkLst>
            <pc:docMk/>
            <pc:sldMk cId="1499104062" sldId="267"/>
            <ac:grpSpMk id="19" creationId="{9DC3BA6C-7831-EF87-A397-7C31CFED6921}"/>
          </ac:grpSpMkLst>
        </pc:grpChg>
        <pc:grpChg chg="mod">
          <ac:chgData name="Rodica Ioana Lung" userId="64ee56e8d7162e1e" providerId="LiveId" clId="{0F6830A5-18AB-4F1B-8BBB-DA235794CEC1}" dt="2025-12-18T16:09:19.670" v="274"/>
          <ac:grpSpMkLst>
            <pc:docMk/>
            <pc:sldMk cId="1499104062" sldId="267"/>
            <ac:grpSpMk id="28" creationId="{AB27C4EE-8ED5-87FD-F3DF-2F1687F88713}"/>
          </ac:grpSpMkLst>
        </pc:grpChg>
        <pc:grpChg chg="mod">
          <ac:chgData name="Rodica Ioana Lung" userId="64ee56e8d7162e1e" providerId="LiveId" clId="{0F6830A5-18AB-4F1B-8BBB-DA235794CEC1}" dt="2025-12-18T16:09:19.670" v="274"/>
          <ac:grpSpMkLst>
            <pc:docMk/>
            <pc:sldMk cId="1499104062" sldId="267"/>
            <ac:grpSpMk id="29" creationId="{EC9E46A9-B226-7780-95D2-155F04424E17}"/>
          </ac:grpSpMkLst>
        </pc:grpChg>
        <pc:grpChg chg="del mod">
          <ac:chgData name="Rodica Ioana Lung" userId="64ee56e8d7162e1e" providerId="LiveId" clId="{0F6830A5-18AB-4F1B-8BBB-DA235794CEC1}" dt="2025-12-18T16:09:39.573" v="307"/>
          <ac:grpSpMkLst>
            <pc:docMk/>
            <pc:sldMk cId="1499104062" sldId="267"/>
            <ac:grpSpMk id="33" creationId="{106CD6EE-E815-F906-E463-38CF381A2394}"/>
          </ac:grpSpMkLst>
        </pc:grpChg>
        <pc:grpChg chg="del mod">
          <ac:chgData name="Rodica Ioana Lung" userId="64ee56e8d7162e1e" providerId="LiveId" clId="{0F6830A5-18AB-4F1B-8BBB-DA235794CEC1}" dt="2025-12-18T16:09:39.573" v="307"/>
          <ac:grpSpMkLst>
            <pc:docMk/>
            <pc:sldMk cId="1499104062" sldId="267"/>
            <ac:grpSpMk id="40" creationId="{D3B51B60-2ED2-A099-6AAD-7627DE69B1F1}"/>
          </ac:grpSpMkLst>
        </pc:grpChg>
        <pc:grpChg chg="mod">
          <ac:chgData name="Rodica Ioana Lung" userId="64ee56e8d7162e1e" providerId="LiveId" clId="{0F6830A5-18AB-4F1B-8BBB-DA235794CEC1}" dt="2025-12-18T16:09:39.573" v="307"/>
          <ac:grpSpMkLst>
            <pc:docMk/>
            <pc:sldMk cId="1499104062" sldId="267"/>
            <ac:grpSpMk id="62" creationId="{4E2A6FF1-034C-C103-2520-735963BF09AF}"/>
          </ac:grpSpMkLst>
        </pc:grpChg>
        <pc:grpChg chg="mod">
          <ac:chgData name="Rodica Ioana Lung" userId="64ee56e8d7162e1e" providerId="LiveId" clId="{0F6830A5-18AB-4F1B-8BBB-DA235794CEC1}" dt="2025-12-18T16:09:39.573" v="307"/>
          <ac:grpSpMkLst>
            <pc:docMk/>
            <pc:sldMk cId="1499104062" sldId="267"/>
            <ac:grpSpMk id="63" creationId="{1B1D909A-3FE9-0F09-DE4B-2F336ABE4A72}"/>
          </ac:grpSpMkLst>
        </pc:grpChg>
        <pc:grpChg chg="mod">
          <ac:chgData name="Rodica Ioana Lung" userId="64ee56e8d7162e1e" providerId="LiveId" clId="{0F6830A5-18AB-4F1B-8BBB-DA235794CEC1}" dt="2025-12-18T16:09:39.573" v="307"/>
          <ac:grpSpMkLst>
            <pc:docMk/>
            <pc:sldMk cId="1499104062" sldId="267"/>
            <ac:grpSpMk id="64" creationId="{A76E369A-C905-3DF5-8BDE-FCCA7A5703FD}"/>
          </ac:grpSpMkLst>
        </pc:grpChg>
        <pc:grpChg chg="mod">
          <ac:chgData name="Rodica Ioana Lung" userId="64ee56e8d7162e1e" providerId="LiveId" clId="{0F6830A5-18AB-4F1B-8BBB-DA235794CEC1}" dt="2025-12-18T16:09:39.573" v="307"/>
          <ac:grpSpMkLst>
            <pc:docMk/>
            <pc:sldMk cId="1499104062" sldId="267"/>
            <ac:grpSpMk id="65" creationId="{2FDDD66A-CD6F-9A12-9BBD-8DC9F2547E3E}"/>
          </ac:grpSpMkLst>
        </pc:grpChg>
        <pc:grpChg chg="mod">
          <ac:chgData name="Rodica Ioana Lung" userId="64ee56e8d7162e1e" providerId="LiveId" clId="{0F6830A5-18AB-4F1B-8BBB-DA235794CEC1}" dt="2025-12-18T16:09:45.638" v="319"/>
          <ac:grpSpMkLst>
            <pc:docMk/>
            <pc:sldMk cId="1499104062" sldId="267"/>
            <ac:grpSpMk id="77" creationId="{03C79219-FD36-9798-E356-6C12F864EE73}"/>
          </ac:grpSpMkLst>
        </pc:grpChg>
        <pc:grpChg chg="mod">
          <ac:chgData name="Rodica Ioana Lung" userId="64ee56e8d7162e1e" providerId="LiveId" clId="{0F6830A5-18AB-4F1B-8BBB-DA235794CEC1}" dt="2025-12-18T16:09:54.580" v="334"/>
          <ac:grpSpMkLst>
            <pc:docMk/>
            <pc:sldMk cId="1499104062" sldId="267"/>
            <ac:grpSpMk id="92" creationId="{0822F3C4-76C0-1573-5EE7-9848B2EE5596}"/>
          </ac:grpSpMkLst>
        </pc:grpChg>
        <pc:grpChg chg="mod">
          <ac:chgData name="Rodica Ioana Lung" userId="64ee56e8d7162e1e" providerId="LiveId" clId="{0F6830A5-18AB-4F1B-8BBB-DA235794CEC1}" dt="2025-12-18T16:09:54.580" v="334"/>
          <ac:grpSpMkLst>
            <pc:docMk/>
            <pc:sldMk cId="1499104062" sldId="267"/>
            <ac:grpSpMk id="93" creationId="{738460FE-6F04-0681-1E01-FE046070E502}"/>
          </ac:grpSpMkLst>
        </pc:grpChg>
        <pc:grpChg chg="mod">
          <ac:chgData name="Rodica Ioana Lung" userId="64ee56e8d7162e1e" providerId="LiveId" clId="{0F6830A5-18AB-4F1B-8BBB-DA235794CEC1}" dt="2025-12-18T16:10:03.936" v="348"/>
          <ac:grpSpMkLst>
            <pc:docMk/>
            <pc:sldMk cId="1499104062" sldId="267"/>
            <ac:grpSpMk id="107" creationId="{EA81092B-542B-4CC0-D46C-A78522B6A56F}"/>
          </ac:grpSpMkLst>
        </pc:grpChg>
        <pc:grpChg chg="del mod">
          <ac:chgData name="Rodica Ioana Lung" userId="64ee56e8d7162e1e" providerId="LiveId" clId="{0F6830A5-18AB-4F1B-8BBB-DA235794CEC1}" dt="2025-12-18T16:11:46.487" v="442"/>
          <ac:grpSpMkLst>
            <pc:docMk/>
            <pc:sldMk cId="1499104062" sldId="267"/>
            <ac:grpSpMk id="111" creationId="{DF6F4996-3658-642C-CF37-F02DA7593BCC}"/>
          </ac:grpSpMkLst>
        </pc:grpChg>
        <pc:grpChg chg="del mod">
          <ac:chgData name="Rodica Ioana Lung" userId="64ee56e8d7162e1e" providerId="LiveId" clId="{0F6830A5-18AB-4F1B-8BBB-DA235794CEC1}" dt="2025-12-18T16:10:32.783" v="392"/>
          <ac:grpSpMkLst>
            <pc:docMk/>
            <pc:sldMk cId="1499104062" sldId="267"/>
            <ac:grpSpMk id="130" creationId="{899F4CBB-AFE0-90D2-70FF-959465B2DB26}"/>
          </ac:grpSpMkLst>
        </pc:grpChg>
        <pc:grpChg chg="mod">
          <ac:chgData name="Rodica Ioana Lung" userId="64ee56e8d7162e1e" providerId="LiveId" clId="{0F6830A5-18AB-4F1B-8BBB-DA235794CEC1}" dt="2025-12-18T16:10:25.301" v="371"/>
          <ac:grpSpMkLst>
            <pc:docMk/>
            <pc:sldMk cId="1499104062" sldId="267"/>
            <ac:grpSpMk id="131" creationId="{1F13E480-3C67-5215-AD7B-ECCE4A5E9C0D}"/>
          </ac:grpSpMkLst>
        </pc:grpChg>
        <pc:grpChg chg="mod">
          <ac:chgData name="Rodica Ioana Lung" userId="64ee56e8d7162e1e" providerId="LiveId" clId="{0F6830A5-18AB-4F1B-8BBB-DA235794CEC1}" dt="2025-12-18T16:10:25.301" v="371"/>
          <ac:grpSpMkLst>
            <pc:docMk/>
            <pc:sldMk cId="1499104062" sldId="267"/>
            <ac:grpSpMk id="132" creationId="{A602E8AC-2A2B-FD44-0BC9-0FB0C874EA45}"/>
          </ac:grpSpMkLst>
        </pc:grpChg>
        <pc:grpChg chg="mod">
          <ac:chgData name="Rodica Ioana Lung" userId="64ee56e8d7162e1e" providerId="LiveId" clId="{0F6830A5-18AB-4F1B-8BBB-DA235794CEC1}" dt="2025-12-18T16:10:25.301" v="371"/>
          <ac:grpSpMkLst>
            <pc:docMk/>
            <pc:sldMk cId="1499104062" sldId="267"/>
            <ac:grpSpMk id="133" creationId="{1E967857-17CA-2D54-7F50-126CF9E70002}"/>
          </ac:grpSpMkLst>
        </pc:grpChg>
        <pc:grpChg chg="mod">
          <ac:chgData name="Rodica Ioana Lung" userId="64ee56e8d7162e1e" providerId="LiveId" clId="{0F6830A5-18AB-4F1B-8BBB-DA235794CEC1}" dt="2025-12-18T16:10:32.783" v="392"/>
          <ac:grpSpMkLst>
            <pc:docMk/>
            <pc:sldMk cId="1499104062" sldId="267"/>
            <ac:grpSpMk id="154" creationId="{EF60C20C-7B41-B363-DAD9-45ED487C9282}"/>
          </ac:grpSpMkLst>
        </pc:grpChg>
        <pc:grpChg chg="mod">
          <ac:chgData name="Rodica Ioana Lung" userId="64ee56e8d7162e1e" providerId="LiveId" clId="{0F6830A5-18AB-4F1B-8BBB-DA235794CEC1}" dt="2025-12-18T16:10:40.442" v="399"/>
          <ac:grpSpMkLst>
            <pc:docMk/>
            <pc:sldMk cId="1499104062" sldId="267"/>
            <ac:grpSpMk id="161" creationId="{E602C06A-3D26-E0F1-5006-F83B7AE91770}"/>
          </ac:grpSpMkLst>
        </pc:grpChg>
        <pc:grpChg chg="mod">
          <ac:chgData name="Rodica Ioana Lung" userId="64ee56e8d7162e1e" providerId="LiveId" clId="{0F6830A5-18AB-4F1B-8BBB-DA235794CEC1}" dt="2025-12-18T16:10:51.658" v="405"/>
          <ac:grpSpMkLst>
            <pc:docMk/>
            <pc:sldMk cId="1499104062" sldId="267"/>
            <ac:grpSpMk id="167" creationId="{14010533-AD06-C002-E043-9674742758EF}"/>
          </ac:grpSpMkLst>
        </pc:grpChg>
        <pc:grpChg chg="del mod">
          <ac:chgData name="Rodica Ioana Lung" userId="64ee56e8d7162e1e" providerId="LiveId" clId="{0F6830A5-18AB-4F1B-8BBB-DA235794CEC1}" dt="2025-12-18T16:11:06.563" v="419"/>
          <ac:grpSpMkLst>
            <pc:docMk/>
            <pc:sldMk cId="1499104062" sldId="267"/>
            <ac:grpSpMk id="171" creationId="{115D119F-BBC2-BBA7-1B41-1F758E79B3E6}"/>
          </ac:grpSpMkLst>
        </pc:grpChg>
        <pc:grpChg chg="del mod">
          <ac:chgData name="Rodica Ioana Lung" userId="64ee56e8d7162e1e" providerId="LiveId" clId="{0F6830A5-18AB-4F1B-8BBB-DA235794CEC1}" dt="2025-12-18T16:12:14.974" v="463"/>
          <ac:grpSpMkLst>
            <pc:docMk/>
            <pc:sldMk cId="1499104062" sldId="267"/>
            <ac:grpSpMk id="181" creationId="{BDFB3382-79A8-6734-8F35-D7ADB1381552}"/>
          </ac:grpSpMkLst>
        </pc:grpChg>
        <pc:grpChg chg="del mod">
          <ac:chgData name="Rodica Ioana Lung" userId="64ee56e8d7162e1e" providerId="LiveId" clId="{0F6830A5-18AB-4F1B-8BBB-DA235794CEC1}" dt="2025-12-18T16:12:14.974" v="463"/>
          <ac:grpSpMkLst>
            <pc:docMk/>
            <pc:sldMk cId="1499104062" sldId="267"/>
            <ac:grpSpMk id="193" creationId="{09E991D7-2D33-B05E-7FEF-FE66CED9321D}"/>
          </ac:grpSpMkLst>
        </pc:grpChg>
        <pc:grpChg chg="del mod">
          <ac:chgData name="Rodica Ioana Lung" userId="64ee56e8d7162e1e" providerId="LiveId" clId="{0F6830A5-18AB-4F1B-8BBB-DA235794CEC1}" dt="2025-12-18T16:12:14.974" v="463"/>
          <ac:grpSpMkLst>
            <pc:docMk/>
            <pc:sldMk cId="1499104062" sldId="267"/>
            <ac:grpSpMk id="201" creationId="{3E6B1423-7872-63F1-3B8E-12AD974F931C}"/>
          </ac:grpSpMkLst>
        </pc:grpChg>
        <pc:grpChg chg="del mod">
          <ac:chgData name="Rodica Ioana Lung" userId="64ee56e8d7162e1e" providerId="LiveId" clId="{0F6830A5-18AB-4F1B-8BBB-DA235794CEC1}" dt="2025-12-18T16:12:14.974" v="463"/>
          <ac:grpSpMkLst>
            <pc:docMk/>
            <pc:sldMk cId="1499104062" sldId="267"/>
            <ac:grpSpMk id="202" creationId="{54506866-F86B-1179-E0AA-106972774DE4}"/>
          </ac:grpSpMkLst>
        </pc:grpChg>
        <pc:grpChg chg="mod">
          <ac:chgData name="Rodica Ioana Lung" userId="64ee56e8d7162e1e" providerId="LiveId" clId="{0F6830A5-18AB-4F1B-8BBB-DA235794CEC1}" dt="2025-12-18T16:11:46.487" v="442"/>
          <ac:grpSpMkLst>
            <pc:docMk/>
            <pc:sldMk cId="1499104062" sldId="267"/>
            <ac:grpSpMk id="205" creationId="{4289E8DE-487F-BB71-E0B1-64A34F6355F8}"/>
          </ac:grpSpMkLst>
        </pc:grpChg>
        <pc:grpChg chg="del mod">
          <ac:chgData name="Rodica Ioana Lung" userId="64ee56e8d7162e1e" providerId="LiveId" clId="{0F6830A5-18AB-4F1B-8BBB-DA235794CEC1}" dt="2025-12-18T16:12:14.974" v="463"/>
          <ac:grpSpMkLst>
            <pc:docMk/>
            <pc:sldMk cId="1499104062" sldId="267"/>
            <ac:grpSpMk id="214" creationId="{8AA875A2-E123-4E7B-2408-11B7097FDD1A}"/>
          </ac:grpSpMkLst>
        </pc:grpChg>
        <pc:grpChg chg="del mod">
          <ac:chgData name="Rodica Ioana Lung" userId="64ee56e8d7162e1e" providerId="LiveId" clId="{0F6830A5-18AB-4F1B-8BBB-DA235794CEC1}" dt="2025-12-18T16:12:14.974" v="463"/>
          <ac:grpSpMkLst>
            <pc:docMk/>
            <pc:sldMk cId="1499104062" sldId="267"/>
            <ac:grpSpMk id="226" creationId="{3C8EACE1-DBFE-8B1B-F4A1-F04157B4E34B}"/>
          </ac:grpSpMkLst>
        </pc:grpChg>
        <pc:grpChg chg="mod">
          <ac:chgData name="Rodica Ioana Lung" userId="64ee56e8d7162e1e" providerId="LiveId" clId="{0F6830A5-18AB-4F1B-8BBB-DA235794CEC1}" dt="2025-12-18T16:12:14.974" v="463"/>
          <ac:grpSpMkLst>
            <pc:docMk/>
            <pc:sldMk cId="1499104062" sldId="267"/>
            <ac:grpSpMk id="227" creationId="{2F107396-7A31-D50E-6675-F76F26D99C4B}"/>
          </ac:grpSpMkLst>
        </pc:grpChg>
        <pc:grpChg chg="del mod">
          <ac:chgData name="Rodica Ioana Lung" userId="64ee56e8d7162e1e" providerId="LiveId" clId="{0F6830A5-18AB-4F1B-8BBB-DA235794CEC1}" dt="2025-12-18T16:12:28.135" v="473"/>
          <ac:grpSpMkLst>
            <pc:docMk/>
            <pc:sldMk cId="1499104062" sldId="267"/>
            <ac:grpSpMk id="231" creationId="{6A35CC12-3E4A-78C8-C11C-F1E24627E97D}"/>
          </ac:grpSpMkLst>
        </pc:grpChg>
        <pc:grpChg chg="mod">
          <ac:chgData name="Rodica Ioana Lung" userId="64ee56e8d7162e1e" providerId="LiveId" clId="{0F6830A5-18AB-4F1B-8BBB-DA235794CEC1}" dt="2025-12-18T16:12:28.135" v="473"/>
          <ac:grpSpMkLst>
            <pc:docMk/>
            <pc:sldMk cId="1499104062" sldId="267"/>
            <ac:grpSpMk id="237" creationId="{4ACEB2E6-83A4-E633-F278-1CC1F85BF2B0}"/>
          </ac:grpSpMkLst>
        </pc:grpChg>
        <pc:grpChg chg="del mod">
          <ac:chgData name="Rodica Ioana Lung" userId="64ee56e8d7162e1e" providerId="LiveId" clId="{0F6830A5-18AB-4F1B-8BBB-DA235794CEC1}" dt="2025-12-18T16:12:46.621" v="481"/>
          <ac:grpSpMkLst>
            <pc:docMk/>
            <pc:sldMk cId="1499104062" sldId="267"/>
            <ac:grpSpMk id="242" creationId="{9AD4BC0E-EB42-A631-ED23-D7648A7C3593}"/>
          </ac:grpSpMkLst>
        </pc:grpChg>
        <pc:grpChg chg="mod">
          <ac:chgData name="Rodica Ioana Lung" userId="64ee56e8d7162e1e" providerId="LiveId" clId="{0F6830A5-18AB-4F1B-8BBB-DA235794CEC1}" dt="2025-12-18T16:12:46.621" v="481"/>
          <ac:grpSpMkLst>
            <pc:docMk/>
            <pc:sldMk cId="1499104062" sldId="267"/>
            <ac:grpSpMk id="245" creationId="{03319ED6-57AA-BCE1-C8EE-A34BDA7DB744}"/>
          </ac:grpSpMkLst>
        </pc:grpChg>
        <pc:inkChg chg="add mod">
          <ac:chgData name="Rodica Ioana Lung" userId="64ee56e8d7162e1e" providerId="LiveId" clId="{0F6830A5-18AB-4F1B-8BBB-DA235794CEC1}" dt="2025-12-18T16:09:02.289" v="252"/>
          <ac:inkMkLst>
            <pc:docMk/>
            <pc:sldMk cId="1499104062" sldId="267"/>
            <ac:inkMk id="3" creationId="{7CB99FE4-BAC8-0D78-1957-4C9015F4F29A}"/>
          </ac:inkMkLst>
        </pc:inkChg>
        <pc:inkChg chg="add mod">
          <ac:chgData name="Rodica Ioana Lung" userId="64ee56e8d7162e1e" providerId="LiveId" clId="{0F6830A5-18AB-4F1B-8BBB-DA235794CEC1}" dt="2025-12-18T16:09:02.289" v="252"/>
          <ac:inkMkLst>
            <pc:docMk/>
            <pc:sldMk cId="1499104062" sldId="267"/>
            <ac:inkMk id="4" creationId="{6F2F6A3C-9A90-0056-0001-EEC08F6374E9}"/>
          </ac:inkMkLst>
        </pc:inkChg>
        <pc:inkChg chg="add mod">
          <ac:chgData name="Rodica Ioana Lung" userId="64ee56e8d7162e1e" providerId="LiveId" clId="{0F6830A5-18AB-4F1B-8BBB-DA235794CEC1}" dt="2025-12-18T16:09:08.947" v="265"/>
          <ac:inkMkLst>
            <pc:docMk/>
            <pc:sldMk cId="1499104062" sldId="267"/>
            <ac:inkMk id="6" creationId="{6AFBB986-839D-AD94-D503-973332240A8E}"/>
          </ac:inkMkLst>
        </pc:inkChg>
        <pc:inkChg chg="add mod">
          <ac:chgData name="Rodica Ioana Lung" userId="64ee56e8d7162e1e" providerId="LiveId" clId="{0F6830A5-18AB-4F1B-8BBB-DA235794CEC1}" dt="2025-12-18T16:09:08.947" v="265"/>
          <ac:inkMkLst>
            <pc:docMk/>
            <pc:sldMk cId="1499104062" sldId="267"/>
            <ac:inkMk id="7" creationId="{6502F840-38A7-3CDC-A291-BC2A29190888}"/>
          </ac:inkMkLst>
        </pc:inkChg>
        <pc:inkChg chg="add mod">
          <ac:chgData name="Rodica Ioana Lung" userId="64ee56e8d7162e1e" providerId="LiveId" clId="{0F6830A5-18AB-4F1B-8BBB-DA235794CEC1}" dt="2025-12-18T16:09:08.947" v="265"/>
          <ac:inkMkLst>
            <pc:docMk/>
            <pc:sldMk cId="1499104062" sldId="267"/>
            <ac:inkMk id="8" creationId="{00D4DC1A-B7C6-81CD-3535-99D552D9E7B0}"/>
          </ac:inkMkLst>
        </pc:inkChg>
        <pc:inkChg chg="add mod">
          <ac:chgData name="Rodica Ioana Lung" userId="64ee56e8d7162e1e" providerId="LiveId" clId="{0F6830A5-18AB-4F1B-8BBB-DA235794CEC1}" dt="2025-12-18T16:09:08.947" v="265"/>
          <ac:inkMkLst>
            <pc:docMk/>
            <pc:sldMk cId="1499104062" sldId="267"/>
            <ac:inkMk id="9" creationId="{F6087BE2-5C25-BEDA-9C9F-A603ACE26677}"/>
          </ac:inkMkLst>
        </pc:inkChg>
        <pc:inkChg chg="add mod">
          <ac:chgData name="Rodica Ioana Lung" userId="64ee56e8d7162e1e" providerId="LiveId" clId="{0F6830A5-18AB-4F1B-8BBB-DA235794CEC1}" dt="2025-12-18T16:09:08.947" v="265"/>
          <ac:inkMkLst>
            <pc:docMk/>
            <pc:sldMk cId="1499104062" sldId="267"/>
            <ac:inkMk id="10" creationId="{B31F7062-D665-E7C8-E138-20AB2934983F}"/>
          </ac:inkMkLst>
        </pc:inkChg>
        <pc:inkChg chg="add">
          <ac:chgData name="Rodica Ioana Lung" userId="64ee56e8d7162e1e" providerId="LiveId" clId="{0F6830A5-18AB-4F1B-8BBB-DA235794CEC1}" dt="2025-12-18T16:09:04.967" v="258" actId="9405"/>
          <ac:inkMkLst>
            <pc:docMk/>
            <pc:sldMk cId="1499104062" sldId="267"/>
            <ac:inkMk id="11" creationId="{37C95BAC-CA27-13C8-9198-3D3432928BD8}"/>
          </ac:inkMkLst>
        </pc:inkChg>
        <pc:inkChg chg="add">
          <ac:chgData name="Rodica Ioana Lung" userId="64ee56e8d7162e1e" providerId="LiveId" clId="{0F6830A5-18AB-4F1B-8BBB-DA235794CEC1}" dt="2025-12-18T16:09:05.658" v="259" actId="9405"/>
          <ac:inkMkLst>
            <pc:docMk/>
            <pc:sldMk cId="1499104062" sldId="267"/>
            <ac:inkMk id="12" creationId="{6E0035C7-09E8-DC8A-8E02-B413FECF246D}"/>
          </ac:inkMkLst>
        </pc:inkChg>
        <pc:inkChg chg="add mod">
          <ac:chgData name="Rodica Ioana Lung" userId="64ee56e8d7162e1e" providerId="LiveId" clId="{0F6830A5-18AB-4F1B-8BBB-DA235794CEC1}" dt="2025-12-18T16:09:08.947" v="265"/>
          <ac:inkMkLst>
            <pc:docMk/>
            <pc:sldMk cId="1499104062" sldId="267"/>
            <ac:inkMk id="13" creationId="{ACB7E146-93CA-2EF4-10C5-FC4BA9188C3F}"/>
          </ac:inkMkLst>
        </pc:inkChg>
        <pc:inkChg chg="add mod">
          <ac:chgData name="Rodica Ioana Lung" userId="64ee56e8d7162e1e" providerId="LiveId" clId="{0F6830A5-18AB-4F1B-8BBB-DA235794CEC1}" dt="2025-12-18T16:09:08.947" v="265"/>
          <ac:inkMkLst>
            <pc:docMk/>
            <pc:sldMk cId="1499104062" sldId="267"/>
            <ac:inkMk id="14" creationId="{6AFE1F88-DED0-CAA9-42A4-72B1BC8826DF}"/>
          </ac:inkMkLst>
        </pc:inkChg>
        <pc:inkChg chg="add">
          <ac:chgData name="Rodica Ioana Lung" userId="64ee56e8d7162e1e" providerId="LiveId" clId="{0F6830A5-18AB-4F1B-8BBB-DA235794CEC1}" dt="2025-12-18T16:09:07.079" v="262" actId="9405"/>
          <ac:inkMkLst>
            <pc:docMk/>
            <pc:sldMk cId="1499104062" sldId="267"/>
            <ac:inkMk id="15" creationId="{103C755B-FAF3-EECC-CC19-6C92B3195DA1}"/>
          </ac:inkMkLst>
        </pc:inkChg>
        <pc:inkChg chg="add">
          <ac:chgData name="Rodica Ioana Lung" userId="64ee56e8d7162e1e" providerId="LiveId" clId="{0F6830A5-18AB-4F1B-8BBB-DA235794CEC1}" dt="2025-12-18T16:09:07.277" v="263" actId="9405"/>
          <ac:inkMkLst>
            <pc:docMk/>
            <pc:sldMk cId="1499104062" sldId="267"/>
            <ac:inkMk id="16" creationId="{06DB3BD6-C51D-1F94-E07B-315C784108E8}"/>
          </ac:inkMkLst>
        </pc:inkChg>
        <pc:inkChg chg="add mod">
          <ac:chgData name="Rodica Ioana Lung" userId="64ee56e8d7162e1e" providerId="LiveId" clId="{0F6830A5-18AB-4F1B-8BBB-DA235794CEC1}" dt="2025-12-18T16:09:08.947" v="265"/>
          <ac:inkMkLst>
            <pc:docMk/>
            <pc:sldMk cId="1499104062" sldId="267"/>
            <ac:inkMk id="17" creationId="{B86C961B-67EF-DAF9-5F27-565493A28D52}"/>
          </ac:inkMkLst>
        </pc:inkChg>
        <pc:inkChg chg="add mod">
          <ac:chgData name="Rodica Ioana Lung" userId="64ee56e8d7162e1e" providerId="LiveId" clId="{0F6830A5-18AB-4F1B-8BBB-DA235794CEC1}" dt="2025-12-18T16:09:19.670" v="274"/>
          <ac:inkMkLst>
            <pc:docMk/>
            <pc:sldMk cId="1499104062" sldId="267"/>
            <ac:inkMk id="20" creationId="{D44BA3EE-018E-4F99-3FFF-209A16D467EC}"/>
          </ac:inkMkLst>
        </pc:inkChg>
        <pc:inkChg chg="add mod">
          <ac:chgData name="Rodica Ioana Lung" userId="64ee56e8d7162e1e" providerId="LiveId" clId="{0F6830A5-18AB-4F1B-8BBB-DA235794CEC1}" dt="2025-12-18T16:09:19.670" v="274"/>
          <ac:inkMkLst>
            <pc:docMk/>
            <pc:sldMk cId="1499104062" sldId="267"/>
            <ac:inkMk id="21" creationId="{9DCB76AE-55A5-F431-97C9-8649C503742D}"/>
          </ac:inkMkLst>
        </pc:inkChg>
        <pc:inkChg chg="add mod">
          <ac:chgData name="Rodica Ioana Lung" userId="64ee56e8d7162e1e" providerId="LiveId" clId="{0F6830A5-18AB-4F1B-8BBB-DA235794CEC1}" dt="2025-12-18T16:09:19.670" v="274"/>
          <ac:inkMkLst>
            <pc:docMk/>
            <pc:sldMk cId="1499104062" sldId="267"/>
            <ac:inkMk id="22" creationId="{8D437DF2-9A80-C4F2-655F-4F260D2EAB8A}"/>
          </ac:inkMkLst>
        </pc:inkChg>
        <pc:inkChg chg="add mod">
          <ac:chgData name="Rodica Ioana Lung" userId="64ee56e8d7162e1e" providerId="LiveId" clId="{0F6830A5-18AB-4F1B-8BBB-DA235794CEC1}" dt="2025-12-18T16:09:19.670" v="274"/>
          <ac:inkMkLst>
            <pc:docMk/>
            <pc:sldMk cId="1499104062" sldId="267"/>
            <ac:inkMk id="23" creationId="{5B27AC5F-BD69-350E-7BDB-6F9301B703E7}"/>
          </ac:inkMkLst>
        </pc:inkChg>
        <pc:inkChg chg="add mod">
          <ac:chgData name="Rodica Ioana Lung" userId="64ee56e8d7162e1e" providerId="LiveId" clId="{0F6830A5-18AB-4F1B-8BBB-DA235794CEC1}" dt="2025-12-18T16:09:19.670" v="274"/>
          <ac:inkMkLst>
            <pc:docMk/>
            <pc:sldMk cId="1499104062" sldId="267"/>
            <ac:inkMk id="24" creationId="{009C419A-4051-22E3-ECF9-F937C416E34B}"/>
          </ac:inkMkLst>
        </pc:inkChg>
        <pc:inkChg chg="add mod">
          <ac:chgData name="Rodica Ioana Lung" userId="64ee56e8d7162e1e" providerId="LiveId" clId="{0F6830A5-18AB-4F1B-8BBB-DA235794CEC1}" dt="2025-12-18T16:09:19.670" v="274"/>
          <ac:inkMkLst>
            <pc:docMk/>
            <pc:sldMk cId="1499104062" sldId="267"/>
            <ac:inkMk id="25" creationId="{D33CAD34-4D7B-D721-014F-DA13D1AC2A4A}"/>
          </ac:inkMkLst>
        </pc:inkChg>
        <pc:inkChg chg="add mod">
          <ac:chgData name="Rodica Ioana Lung" userId="64ee56e8d7162e1e" providerId="LiveId" clId="{0F6830A5-18AB-4F1B-8BBB-DA235794CEC1}" dt="2025-12-18T16:09:19.670" v="274"/>
          <ac:inkMkLst>
            <pc:docMk/>
            <pc:sldMk cId="1499104062" sldId="267"/>
            <ac:inkMk id="26" creationId="{A4DD396E-0C00-FDBD-6055-D37BC34F3761}"/>
          </ac:inkMkLst>
        </pc:inkChg>
        <pc:inkChg chg="add">
          <ac:chgData name="Rodica Ioana Lung" userId="64ee56e8d7162e1e" providerId="LiveId" clId="{0F6830A5-18AB-4F1B-8BBB-DA235794CEC1}" dt="2025-12-18T16:09:18.765" v="273" actId="9405"/>
          <ac:inkMkLst>
            <pc:docMk/>
            <pc:sldMk cId="1499104062" sldId="267"/>
            <ac:inkMk id="27" creationId="{2E8A99CD-24AF-C2F5-66C0-964447FDAB53}"/>
          </ac:inkMkLst>
        </pc:inkChg>
        <pc:inkChg chg="add mod">
          <ac:chgData name="Rodica Ioana Lung" userId="64ee56e8d7162e1e" providerId="LiveId" clId="{0F6830A5-18AB-4F1B-8BBB-DA235794CEC1}" dt="2025-12-18T16:09:39.573" v="307"/>
          <ac:inkMkLst>
            <pc:docMk/>
            <pc:sldMk cId="1499104062" sldId="267"/>
            <ac:inkMk id="30" creationId="{769FC764-5387-3784-2408-D5B3FA030DC3}"/>
          </ac:inkMkLst>
        </pc:inkChg>
        <pc:inkChg chg="add mod">
          <ac:chgData name="Rodica Ioana Lung" userId="64ee56e8d7162e1e" providerId="LiveId" clId="{0F6830A5-18AB-4F1B-8BBB-DA235794CEC1}" dt="2025-12-18T16:09:27.229" v="278"/>
          <ac:inkMkLst>
            <pc:docMk/>
            <pc:sldMk cId="1499104062" sldId="267"/>
            <ac:inkMk id="31" creationId="{DE0E1D3F-1336-5F54-6C75-A5B8BF079908}"/>
          </ac:inkMkLst>
        </pc:inkChg>
        <pc:inkChg chg="add mod">
          <ac:chgData name="Rodica Ioana Lung" userId="64ee56e8d7162e1e" providerId="LiveId" clId="{0F6830A5-18AB-4F1B-8BBB-DA235794CEC1}" dt="2025-12-18T16:09:27.229" v="278"/>
          <ac:inkMkLst>
            <pc:docMk/>
            <pc:sldMk cId="1499104062" sldId="267"/>
            <ac:inkMk id="32" creationId="{5158F850-9117-B7F7-3E14-1E07EEE4805D}"/>
          </ac:inkMkLst>
        </pc:inkChg>
        <pc:inkChg chg="add mod">
          <ac:chgData name="Rodica Ioana Lung" userId="64ee56e8d7162e1e" providerId="LiveId" clId="{0F6830A5-18AB-4F1B-8BBB-DA235794CEC1}" dt="2025-12-18T16:09:30.426" v="285"/>
          <ac:inkMkLst>
            <pc:docMk/>
            <pc:sldMk cId="1499104062" sldId="267"/>
            <ac:inkMk id="34" creationId="{AF99658A-2F76-A9BC-921B-C1EE904B3224}"/>
          </ac:inkMkLst>
        </pc:inkChg>
        <pc:inkChg chg="add mod">
          <ac:chgData name="Rodica Ioana Lung" userId="64ee56e8d7162e1e" providerId="LiveId" clId="{0F6830A5-18AB-4F1B-8BBB-DA235794CEC1}" dt="2025-12-18T16:09:30.426" v="285"/>
          <ac:inkMkLst>
            <pc:docMk/>
            <pc:sldMk cId="1499104062" sldId="267"/>
            <ac:inkMk id="35" creationId="{BBB0FC75-14C8-9DBF-0BEC-D102EFA7B90D}"/>
          </ac:inkMkLst>
        </pc:inkChg>
        <pc:inkChg chg="add mod">
          <ac:chgData name="Rodica Ioana Lung" userId="64ee56e8d7162e1e" providerId="LiveId" clId="{0F6830A5-18AB-4F1B-8BBB-DA235794CEC1}" dt="2025-12-18T16:09:30.426" v="285"/>
          <ac:inkMkLst>
            <pc:docMk/>
            <pc:sldMk cId="1499104062" sldId="267"/>
            <ac:inkMk id="36" creationId="{862BE71E-E9B3-823A-50B1-5840E6DBA031}"/>
          </ac:inkMkLst>
        </pc:inkChg>
        <pc:inkChg chg="add mod">
          <ac:chgData name="Rodica Ioana Lung" userId="64ee56e8d7162e1e" providerId="LiveId" clId="{0F6830A5-18AB-4F1B-8BBB-DA235794CEC1}" dt="2025-12-18T16:09:30.426" v="285"/>
          <ac:inkMkLst>
            <pc:docMk/>
            <pc:sldMk cId="1499104062" sldId="267"/>
            <ac:inkMk id="37" creationId="{6A8A52BC-DE9C-ACE4-562F-AEB2439F4A00}"/>
          </ac:inkMkLst>
        </pc:inkChg>
        <pc:inkChg chg="add mod">
          <ac:chgData name="Rodica Ioana Lung" userId="64ee56e8d7162e1e" providerId="LiveId" clId="{0F6830A5-18AB-4F1B-8BBB-DA235794CEC1}" dt="2025-12-18T16:09:30.426" v="285"/>
          <ac:inkMkLst>
            <pc:docMk/>
            <pc:sldMk cId="1499104062" sldId="267"/>
            <ac:inkMk id="38" creationId="{85A14FB6-705F-0F49-AAF8-B8C2C6340324}"/>
          </ac:inkMkLst>
        </pc:inkChg>
        <pc:inkChg chg="add mod">
          <ac:chgData name="Rodica Ioana Lung" userId="64ee56e8d7162e1e" providerId="LiveId" clId="{0F6830A5-18AB-4F1B-8BBB-DA235794CEC1}" dt="2025-12-18T16:09:30.426" v="285"/>
          <ac:inkMkLst>
            <pc:docMk/>
            <pc:sldMk cId="1499104062" sldId="267"/>
            <ac:inkMk id="39" creationId="{CBF9AB55-476B-9518-CEED-53A2256139C6}"/>
          </ac:inkMkLst>
        </pc:inkChg>
        <pc:inkChg chg="add mod">
          <ac:chgData name="Rodica Ioana Lung" userId="64ee56e8d7162e1e" providerId="LiveId" clId="{0F6830A5-18AB-4F1B-8BBB-DA235794CEC1}" dt="2025-12-18T16:09:39.573" v="307"/>
          <ac:inkMkLst>
            <pc:docMk/>
            <pc:sldMk cId="1499104062" sldId="267"/>
            <ac:inkMk id="41" creationId="{A8FE6BDE-CA7A-6813-D024-B2542B408933}"/>
          </ac:inkMkLst>
        </pc:inkChg>
        <pc:inkChg chg="add">
          <ac:chgData name="Rodica Ioana Lung" userId="64ee56e8d7162e1e" providerId="LiveId" clId="{0F6830A5-18AB-4F1B-8BBB-DA235794CEC1}" dt="2025-12-18T16:09:31.799" v="287" actId="9405"/>
          <ac:inkMkLst>
            <pc:docMk/>
            <pc:sldMk cId="1499104062" sldId="267"/>
            <ac:inkMk id="42" creationId="{EF8FAB24-7C35-50B8-4A56-676896620A51}"/>
          </ac:inkMkLst>
        </pc:inkChg>
        <pc:inkChg chg="add">
          <ac:chgData name="Rodica Ioana Lung" userId="64ee56e8d7162e1e" providerId="LiveId" clId="{0F6830A5-18AB-4F1B-8BBB-DA235794CEC1}" dt="2025-12-18T16:09:32.010" v="288" actId="9405"/>
          <ac:inkMkLst>
            <pc:docMk/>
            <pc:sldMk cId="1499104062" sldId="267"/>
            <ac:inkMk id="43" creationId="{BB798085-8D11-95ED-AAA9-F158C3093DFE}"/>
          </ac:inkMkLst>
        </pc:inkChg>
        <pc:inkChg chg="add">
          <ac:chgData name="Rodica Ioana Lung" userId="64ee56e8d7162e1e" providerId="LiveId" clId="{0F6830A5-18AB-4F1B-8BBB-DA235794CEC1}" dt="2025-12-18T16:09:32.172" v="289" actId="9405"/>
          <ac:inkMkLst>
            <pc:docMk/>
            <pc:sldMk cId="1499104062" sldId="267"/>
            <ac:inkMk id="44" creationId="{32711DC9-1B72-91B3-94EC-BF04DB82DA2E}"/>
          </ac:inkMkLst>
        </pc:inkChg>
        <pc:inkChg chg="add">
          <ac:chgData name="Rodica Ioana Lung" userId="64ee56e8d7162e1e" providerId="LiveId" clId="{0F6830A5-18AB-4F1B-8BBB-DA235794CEC1}" dt="2025-12-18T16:09:32.560" v="290" actId="9405"/>
          <ac:inkMkLst>
            <pc:docMk/>
            <pc:sldMk cId="1499104062" sldId="267"/>
            <ac:inkMk id="45" creationId="{441B835B-6768-B458-C800-E8309AF4D7E5}"/>
          </ac:inkMkLst>
        </pc:inkChg>
        <pc:inkChg chg="add">
          <ac:chgData name="Rodica Ioana Lung" userId="64ee56e8d7162e1e" providerId="LiveId" clId="{0F6830A5-18AB-4F1B-8BBB-DA235794CEC1}" dt="2025-12-18T16:09:32.858" v="291" actId="9405"/>
          <ac:inkMkLst>
            <pc:docMk/>
            <pc:sldMk cId="1499104062" sldId="267"/>
            <ac:inkMk id="46" creationId="{1EC15443-5C62-73C0-F184-71468CAFF1B1}"/>
          </ac:inkMkLst>
        </pc:inkChg>
        <pc:inkChg chg="add">
          <ac:chgData name="Rodica Ioana Lung" userId="64ee56e8d7162e1e" providerId="LiveId" clId="{0F6830A5-18AB-4F1B-8BBB-DA235794CEC1}" dt="2025-12-18T16:09:33.370" v="292" actId="9405"/>
          <ac:inkMkLst>
            <pc:docMk/>
            <pc:sldMk cId="1499104062" sldId="267"/>
            <ac:inkMk id="47" creationId="{9680720F-5580-F2A4-D963-FEFD492A1106}"/>
          </ac:inkMkLst>
        </pc:inkChg>
        <pc:inkChg chg="add">
          <ac:chgData name="Rodica Ioana Lung" userId="64ee56e8d7162e1e" providerId="LiveId" clId="{0F6830A5-18AB-4F1B-8BBB-DA235794CEC1}" dt="2025-12-18T16:09:33.680" v="293" actId="9405"/>
          <ac:inkMkLst>
            <pc:docMk/>
            <pc:sldMk cId="1499104062" sldId="267"/>
            <ac:inkMk id="48" creationId="{59C6616D-5557-AD96-B715-47D781489E62}"/>
          </ac:inkMkLst>
        </pc:inkChg>
        <pc:inkChg chg="add">
          <ac:chgData name="Rodica Ioana Lung" userId="64ee56e8d7162e1e" providerId="LiveId" clId="{0F6830A5-18AB-4F1B-8BBB-DA235794CEC1}" dt="2025-12-18T16:09:34.129" v="294" actId="9405"/>
          <ac:inkMkLst>
            <pc:docMk/>
            <pc:sldMk cId="1499104062" sldId="267"/>
            <ac:inkMk id="49" creationId="{93F9D7C3-A238-D27F-CEE0-999042DB7C17}"/>
          </ac:inkMkLst>
        </pc:inkChg>
        <pc:inkChg chg="add mod">
          <ac:chgData name="Rodica Ioana Lung" userId="64ee56e8d7162e1e" providerId="LiveId" clId="{0F6830A5-18AB-4F1B-8BBB-DA235794CEC1}" dt="2025-12-18T16:09:39.573" v="307"/>
          <ac:inkMkLst>
            <pc:docMk/>
            <pc:sldMk cId="1499104062" sldId="267"/>
            <ac:inkMk id="50" creationId="{D59E56CD-C8B4-84A6-7BB9-5D31F4730293}"/>
          </ac:inkMkLst>
        </pc:inkChg>
        <pc:inkChg chg="add">
          <ac:chgData name="Rodica Ioana Lung" userId="64ee56e8d7162e1e" providerId="LiveId" clId="{0F6830A5-18AB-4F1B-8BBB-DA235794CEC1}" dt="2025-12-18T16:09:34.461" v="296" actId="9405"/>
          <ac:inkMkLst>
            <pc:docMk/>
            <pc:sldMk cId="1499104062" sldId="267"/>
            <ac:inkMk id="51" creationId="{ACA36495-2252-3E7D-7E01-E1C5339003DA}"/>
          </ac:inkMkLst>
        </pc:inkChg>
        <pc:inkChg chg="add">
          <ac:chgData name="Rodica Ioana Lung" userId="64ee56e8d7162e1e" providerId="LiveId" clId="{0F6830A5-18AB-4F1B-8BBB-DA235794CEC1}" dt="2025-12-18T16:09:34.908" v="297" actId="9405"/>
          <ac:inkMkLst>
            <pc:docMk/>
            <pc:sldMk cId="1499104062" sldId="267"/>
            <ac:inkMk id="52" creationId="{BF390C3C-BC18-BB72-2FAC-68C6AA1F52B2}"/>
          </ac:inkMkLst>
        </pc:inkChg>
        <pc:inkChg chg="add mod">
          <ac:chgData name="Rodica Ioana Lung" userId="64ee56e8d7162e1e" providerId="LiveId" clId="{0F6830A5-18AB-4F1B-8BBB-DA235794CEC1}" dt="2025-12-18T16:09:39.573" v="307"/>
          <ac:inkMkLst>
            <pc:docMk/>
            <pc:sldMk cId="1499104062" sldId="267"/>
            <ac:inkMk id="53" creationId="{05B43878-6CAB-D357-B618-C09CC501E105}"/>
          </ac:inkMkLst>
        </pc:inkChg>
        <pc:inkChg chg="add">
          <ac:chgData name="Rodica Ioana Lung" userId="64ee56e8d7162e1e" providerId="LiveId" clId="{0F6830A5-18AB-4F1B-8BBB-DA235794CEC1}" dt="2025-12-18T16:09:35.920" v="299" actId="9405"/>
          <ac:inkMkLst>
            <pc:docMk/>
            <pc:sldMk cId="1499104062" sldId="267"/>
            <ac:inkMk id="54" creationId="{F4CB32C5-99CD-73A1-3667-02C8480C1C19}"/>
          </ac:inkMkLst>
        </pc:inkChg>
        <pc:inkChg chg="add">
          <ac:chgData name="Rodica Ioana Lung" userId="64ee56e8d7162e1e" providerId="LiveId" clId="{0F6830A5-18AB-4F1B-8BBB-DA235794CEC1}" dt="2025-12-18T16:09:36.292" v="300" actId="9405"/>
          <ac:inkMkLst>
            <pc:docMk/>
            <pc:sldMk cId="1499104062" sldId="267"/>
            <ac:inkMk id="55" creationId="{4AC0BC83-195E-3D86-78B8-278990EF4739}"/>
          </ac:inkMkLst>
        </pc:inkChg>
        <pc:inkChg chg="add">
          <ac:chgData name="Rodica Ioana Lung" userId="64ee56e8d7162e1e" providerId="LiveId" clId="{0F6830A5-18AB-4F1B-8BBB-DA235794CEC1}" dt="2025-12-18T16:09:36.564" v="301" actId="9405"/>
          <ac:inkMkLst>
            <pc:docMk/>
            <pc:sldMk cId="1499104062" sldId="267"/>
            <ac:inkMk id="56" creationId="{A9E830FC-479E-E911-4013-95B9F8ECACDB}"/>
          </ac:inkMkLst>
        </pc:inkChg>
        <pc:inkChg chg="add">
          <ac:chgData name="Rodica Ioana Lung" userId="64ee56e8d7162e1e" providerId="LiveId" clId="{0F6830A5-18AB-4F1B-8BBB-DA235794CEC1}" dt="2025-12-18T16:09:37.036" v="302" actId="9405"/>
          <ac:inkMkLst>
            <pc:docMk/>
            <pc:sldMk cId="1499104062" sldId="267"/>
            <ac:inkMk id="57" creationId="{D4DE9B27-91E8-AEB3-9470-47329B48DF2E}"/>
          </ac:inkMkLst>
        </pc:inkChg>
        <pc:inkChg chg="add">
          <ac:chgData name="Rodica Ioana Lung" userId="64ee56e8d7162e1e" providerId="LiveId" clId="{0F6830A5-18AB-4F1B-8BBB-DA235794CEC1}" dt="2025-12-18T16:09:37.209" v="303" actId="9405"/>
          <ac:inkMkLst>
            <pc:docMk/>
            <pc:sldMk cId="1499104062" sldId="267"/>
            <ac:inkMk id="58" creationId="{0D73BDD3-1AE9-2029-3A10-12DB05E158D8}"/>
          </ac:inkMkLst>
        </pc:inkChg>
        <pc:inkChg chg="add">
          <ac:chgData name="Rodica Ioana Lung" userId="64ee56e8d7162e1e" providerId="LiveId" clId="{0F6830A5-18AB-4F1B-8BBB-DA235794CEC1}" dt="2025-12-18T16:09:37.400" v="304" actId="9405"/>
          <ac:inkMkLst>
            <pc:docMk/>
            <pc:sldMk cId="1499104062" sldId="267"/>
            <ac:inkMk id="59" creationId="{34F30853-6A2C-A6A1-17C0-E19A0EB9E75D}"/>
          </ac:inkMkLst>
        </pc:inkChg>
        <pc:inkChg chg="add">
          <ac:chgData name="Rodica Ioana Lung" userId="64ee56e8d7162e1e" providerId="LiveId" clId="{0F6830A5-18AB-4F1B-8BBB-DA235794CEC1}" dt="2025-12-18T16:09:38.413" v="305" actId="9405"/>
          <ac:inkMkLst>
            <pc:docMk/>
            <pc:sldMk cId="1499104062" sldId="267"/>
            <ac:inkMk id="60" creationId="{EC80232F-BCEA-8D74-23D7-63E86B6D5562}"/>
          </ac:inkMkLst>
        </pc:inkChg>
        <pc:inkChg chg="add">
          <ac:chgData name="Rodica Ioana Lung" userId="64ee56e8d7162e1e" providerId="LiveId" clId="{0F6830A5-18AB-4F1B-8BBB-DA235794CEC1}" dt="2025-12-18T16:09:38.773" v="306" actId="9405"/>
          <ac:inkMkLst>
            <pc:docMk/>
            <pc:sldMk cId="1499104062" sldId="267"/>
            <ac:inkMk id="61" creationId="{979032ED-72C9-FF43-6F0A-CA45C285F9B0}"/>
          </ac:inkMkLst>
        </pc:inkChg>
        <pc:inkChg chg="add mod">
          <ac:chgData name="Rodica Ioana Lung" userId="64ee56e8d7162e1e" providerId="LiveId" clId="{0F6830A5-18AB-4F1B-8BBB-DA235794CEC1}" dt="2025-12-18T16:09:45.638" v="319"/>
          <ac:inkMkLst>
            <pc:docMk/>
            <pc:sldMk cId="1499104062" sldId="267"/>
            <ac:inkMk id="66" creationId="{5828D6AE-D299-293F-CD5D-69CFD2103161}"/>
          </ac:inkMkLst>
        </pc:inkChg>
        <pc:inkChg chg="add mod">
          <ac:chgData name="Rodica Ioana Lung" userId="64ee56e8d7162e1e" providerId="LiveId" clId="{0F6830A5-18AB-4F1B-8BBB-DA235794CEC1}" dt="2025-12-18T16:09:45.638" v="319"/>
          <ac:inkMkLst>
            <pc:docMk/>
            <pc:sldMk cId="1499104062" sldId="267"/>
            <ac:inkMk id="67" creationId="{8C5C49DA-0942-02A0-08F8-AAB754C26912}"/>
          </ac:inkMkLst>
        </pc:inkChg>
        <pc:inkChg chg="add mod">
          <ac:chgData name="Rodica Ioana Lung" userId="64ee56e8d7162e1e" providerId="LiveId" clId="{0F6830A5-18AB-4F1B-8BBB-DA235794CEC1}" dt="2025-12-18T16:09:45.638" v="319"/>
          <ac:inkMkLst>
            <pc:docMk/>
            <pc:sldMk cId="1499104062" sldId="267"/>
            <ac:inkMk id="68" creationId="{A9C7C274-D8DC-DE1A-7BAE-E10DA7A7BCE4}"/>
          </ac:inkMkLst>
        </pc:inkChg>
        <pc:inkChg chg="add mod">
          <ac:chgData name="Rodica Ioana Lung" userId="64ee56e8d7162e1e" providerId="LiveId" clId="{0F6830A5-18AB-4F1B-8BBB-DA235794CEC1}" dt="2025-12-18T16:09:45.638" v="319"/>
          <ac:inkMkLst>
            <pc:docMk/>
            <pc:sldMk cId="1499104062" sldId="267"/>
            <ac:inkMk id="69" creationId="{AB1BDB75-F489-8AAB-75BB-745CDC465619}"/>
          </ac:inkMkLst>
        </pc:inkChg>
        <pc:inkChg chg="add mod">
          <ac:chgData name="Rodica Ioana Lung" userId="64ee56e8d7162e1e" providerId="LiveId" clId="{0F6830A5-18AB-4F1B-8BBB-DA235794CEC1}" dt="2025-12-18T16:09:45.638" v="319"/>
          <ac:inkMkLst>
            <pc:docMk/>
            <pc:sldMk cId="1499104062" sldId="267"/>
            <ac:inkMk id="70" creationId="{6D39051D-5DBA-1506-0A23-FCEDD48B766F}"/>
          </ac:inkMkLst>
        </pc:inkChg>
        <pc:inkChg chg="add">
          <ac:chgData name="Rodica Ioana Lung" userId="64ee56e8d7162e1e" providerId="LiveId" clId="{0F6830A5-18AB-4F1B-8BBB-DA235794CEC1}" dt="2025-12-18T16:09:43.002" v="313" actId="9405"/>
          <ac:inkMkLst>
            <pc:docMk/>
            <pc:sldMk cId="1499104062" sldId="267"/>
            <ac:inkMk id="71" creationId="{92C83A23-9EFC-FC5D-65EC-B4A8346BE82E}"/>
          </ac:inkMkLst>
        </pc:inkChg>
        <pc:inkChg chg="add mod">
          <ac:chgData name="Rodica Ioana Lung" userId="64ee56e8d7162e1e" providerId="LiveId" clId="{0F6830A5-18AB-4F1B-8BBB-DA235794CEC1}" dt="2025-12-18T16:09:45.638" v="319"/>
          <ac:inkMkLst>
            <pc:docMk/>
            <pc:sldMk cId="1499104062" sldId="267"/>
            <ac:inkMk id="72" creationId="{EC08C284-6325-BB0D-F7C8-923B404CE95B}"/>
          </ac:inkMkLst>
        </pc:inkChg>
        <pc:inkChg chg="add mod">
          <ac:chgData name="Rodica Ioana Lung" userId="64ee56e8d7162e1e" providerId="LiveId" clId="{0F6830A5-18AB-4F1B-8BBB-DA235794CEC1}" dt="2025-12-18T16:09:45.638" v="319"/>
          <ac:inkMkLst>
            <pc:docMk/>
            <pc:sldMk cId="1499104062" sldId="267"/>
            <ac:inkMk id="73" creationId="{7309B44F-9A1A-3888-53DB-740E5DE367F6}"/>
          </ac:inkMkLst>
        </pc:inkChg>
        <pc:inkChg chg="add mod">
          <ac:chgData name="Rodica Ioana Lung" userId="64ee56e8d7162e1e" providerId="LiveId" clId="{0F6830A5-18AB-4F1B-8BBB-DA235794CEC1}" dt="2025-12-18T16:09:45.638" v="319"/>
          <ac:inkMkLst>
            <pc:docMk/>
            <pc:sldMk cId="1499104062" sldId="267"/>
            <ac:inkMk id="74" creationId="{DDBA0BBE-C2CD-0803-767A-851EADA39B92}"/>
          </ac:inkMkLst>
        </pc:inkChg>
        <pc:inkChg chg="add mod">
          <ac:chgData name="Rodica Ioana Lung" userId="64ee56e8d7162e1e" providerId="LiveId" clId="{0F6830A5-18AB-4F1B-8BBB-DA235794CEC1}" dt="2025-12-18T16:09:45.638" v="319"/>
          <ac:inkMkLst>
            <pc:docMk/>
            <pc:sldMk cId="1499104062" sldId="267"/>
            <ac:inkMk id="75" creationId="{083B4195-81C2-A664-5C8C-D85B7A3CDF43}"/>
          </ac:inkMkLst>
        </pc:inkChg>
        <pc:inkChg chg="add">
          <ac:chgData name="Rodica Ioana Lung" userId="64ee56e8d7162e1e" providerId="LiveId" clId="{0F6830A5-18AB-4F1B-8BBB-DA235794CEC1}" dt="2025-12-18T16:09:44.861" v="318" actId="9405"/>
          <ac:inkMkLst>
            <pc:docMk/>
            <pc:sldMk cId="1499104062" sldId="267"/>
            <ac:inkMk id="76" creationId="{6B5E869A-495A-18D1-765F-F09B5FA83322}"/>
          </ac:inkMkLst>
        </pc:inkChg>
        <pc:inkChg chg="add mod">
          <ac:chgData name="Rodica Ioana Lung" userId="64ee56e8d7162e1e" providerId="LiveId" clId="{0F6830A5-18AB-4F1B-8BBB-DA235794CEC1}" dt="2025-12-18T16:09:54.580" v="334"/>
          <ac:inkMkLst>
            <pc:docMk/>
            <pc:sldMk cId="1499104062" sldId="267"/>
            <ac:inkMk id="78" creationId="{C45947A5-E4C5-CE58-690D-E9A0154BADB1}"/>
          </ac:inkMkLst>
        </pc:inkChg>
        <pc:inkChg chg="add mod">
          <ac:chgData name="Rodica Ioana Lung" userId="64ee56e8d7162e1e" providerId="LiveId" clId="{0F6830A5-18AB-4F1B-8BBB-DA235794CEC1}" dt="2025-12-18T16:09:54.580" v="334"/>
          <ac:inkMkLst>
            <pc:docMk/>
            <pc:sldMk cId="1499104062" sldId="267"/>
            <ac:inkMk id="79" creationId="{3BB191DD-7358-C524-009B-B4C434C08850}"/>
          </ac:inkMkLst>
        </pc:inkChg>
        <pc:inkChg chg="add mod">
          <ac:chgData name="Rodica Ioana Lung" userId="64ee56e8d7162e1e" providerId="LiveId" clId="{0F6830A5-18AB-4F1B-8BBB-DA235794CEC1}" dt="2025-12-18T16:09:54.580" v="334"/>
          <ac:inkMkLst>
            <pc:docMk/>
            <pc:sldMk cId="1499104062" sldId="267"/>
            <ac:inkMk id="80" creationId="{85C8E663-398D-1D7E-FD90-C2D6CB2B9C51}"/>
          </ac:inkMkLst>
        </pc:inkChg>
        <pc:inkChg chg="add mod">
          <ac:chgData name="Rodica Ioana Lung" userId="64ee56e8d7162e1e" providerId="LiveId" clId="{0F6830A5-18AB-4F1B-8BBB-DA235794CEC1}" dt="2025-12-18T16:09:54.580" v="334"/>
          <ac:inkMkLst>
            <pc:docMk/>
            <pc:sldMk cId="1499104062" sldId="267"/>
            <ac:inkMk id="81" creationId="{9574BE5E-0E0F-E16C-97BB-137D882D5667}"/>
          </ac:inkMkLst>
        </pc:inkChg>
        <pc:inkChg chg="add">
          <ac:chgData name="Rodica Ioana Lung" userId="64ee56e8d7162e1e" providerId="LiveId" clId="{0F6830A5-18AB-4F1B-8BBB-DA235794CEC1}" dt="2025-12-18T16:09:51.177" v="324" actId="9405"/>
          <ac:inkMkLst>
            <pc:docMk/>
            <pc:sldMk cId="1499104062" sldId="267"/>
            <ac:inkMk id="82" creationId="{4A301875-A370-A852-5A0B-EFD79B253F41}"/>
          </ac:inkMkLst>
        </pc:inkChg>
        <pc:inkChg chg="add">
          <ac:chgData name="Rodica Ioana Lung" userId="64ee56e8d7162e1e" providerId="LiveId" clId="{0F6830A5-18AB-4F1B-8BBB-DA235794CEC1}" dt="2025-12-18T16:09:51.336" v="325" actId="9405"/>
          <ac:inkMkLst>
            <pc:docMk/>
            <pc:sldMk cId="1499104062" sldId="267"/>
            <ac:inkMk id="83" creationId="{916401FA-8E04-2D97-BD9D-B58BD566F133}"/>
          </ac:inkMkLst>
        </pc:inkChg>
        <pc:inkChg chg="add">
          <ac:chgData name="Rodica Ioana Lung" userId="64ee56e8d7162e1e" providerId="LiveId" clId="{0F6830A5-18AB-4F1B-8BBB-DA235794CEC1}" dt="2025-12-18T16:09:51.617" v="326" actId="9405"/>
          <ac:inkMkLst>
            <pc:docMk/>
            <pc:sldMk cId="1499104062" sldId="267"/>
            <ac:inkMk id="84" creationId="{9C5474AF-C2A6-E430-4F61-32D7C308B6B9}"/>
          </ac:inkMkLst>
        </pc:inkChg>
        <pc:inkChg chg="add mod">
          <ac:chgData name="Rodica Ioana Lung" userId="64ee56e8d7162e1e" providerId="LiveId" clId="{0F6830A5-18AB-4F1B-8BBB-DA235794CEC1}" dt="2025-12-18T16:09:54.580" v="334"/>
          <ac:inkMkLst>
            <pc:docMk/>
            <pc:sldMk cId="1499104062" sldId="267"/>
            <ac:inkMk id="85" creationId="{8152EDE7-B011-0808-DA2C-77D5B9FC66D1}"/>
          </ac:inkMkLst>
        </pc:inkChg>
        <pc:inkChg chg="add mod">
          <ac:chgData name="Rodica Ioana Lung" userId="64ee56e8d7162e1e" providerId="LiveId" clId="{0F6830A5-18AB-4F1B-8BBB-DA235794CEC1}" dt="2025-12-18T16:09:54.580" v="334"/>
          <ac:inkMkLst>
            <pc:docMk/>
            <pc:sldMk cId="1499104062" sldId="267"/>
            <ac:inkMk id="86" creationId="{810EDCA1-E297-E29A-7ECE-48843EBE1E0D}"/>
          </ac:inkMkLst>
        </pc:inkChg>
        <pc:inkChg chg="add mod">
          <ac:chgData name="Rodica Ioana Lung" userId="64ee56e8d7162e1e" providerId="LiveId" clId="{0F6830A5-18AB-4F1B-8BBB-DA235794CEC1}" dt="2025-12-18T16:09:54.580" v="334"/>
          <ac:inkMkLst>
            <pc:docMk/>
            <pc:sldMk cId="1499104062" sldId="267"/>
            <ac:inkMk id="87" creationId="{B765D97C-8A01-CBFE-A66C-3A06E058C53A}"/>
          </ac:inkMkLst>
        </pc:inkChg>
        <pc:inkChg chg="add mod">
          <ac:chgData name="Rodica Ioana Lung" userId="64ee56e8d7162e1e" providerId="LiveId" clId="{0F6830A5-18AB-4F1B-8BBB-DA235794CEC1}" dt="2025-12-18T16:09:54.580" v="334"/>
          <ac:inkMkLst>
            <pc:docMk/>
            <pc:sldMk cId="1499104062" sldId="267"/>
            <ac:inkMk id="88" creationId="{1747A838-006D-F3C0-02BF-B2FCCBE6A1EF}"/>
          </ac:inkMkLst>
        </pc:inkChg>
        <pc:inkChg chg="add">
          <ac:chgData name="Rodica Ioana Lung" userId="64ee56e8d7162e1e" providerId="LiveId" clId="{0F6830A5-18AB-4F1B-8BBB-DA235794CEC1}" dt="2025-12-18T16:09:52.925" v="331" actId="9405"/>
          <ac:inkMkLst>
            <pc:docMk/>
            <pc:sldMk cId="1499104062" sldId="267"/>
            <ac:inkMk id="89" creationId="{8939C11B-C76B-5A50-4240-42E2CFC503B9}"/>
          </ac:inkMkLst>
        </pc:inkChg>
        <pc:inkChg chg="add">
          <ac:chgData name="Rodica Ioana Lung" userId="64ee56e8d7162e1e" providerId="LiveId" clId="{0F6830A5-18AB-4F1B-8BBB-DA235794CEC1}" dt="2025-12-18T16:09:53.263" v="332" actId="9405"/>
          <ac:inkMkLst>
            <pc:docMk/>
            <pc:sldMk cId="1499104062" sldId="267"/>
            <ac:inkMk id="90" creationId="{B66CAF17-A9EC-476D-80F5-1F12D4D9B6D0}"/>
          </ac:inkMkLst>
        </pc:inkChg>
        <pc:inkChg chg="add">
          <ac:chgData name="Rodica Ioana Lung" userId="64ee56e8d7162e1e" providerId="LiveId" clId="{0F6830A5-18AB-4F1B-8BBB-DA235794CEC1}" dt="2025-12-18T16:09:53.843" v="333" actId="9405"/>
          <ac:inkMkLst>
            <pc:docMk/>
            <pc:sldMk cId="1499104062" sldId="267"/>
            <ac:inkMk id="91" creationId="{97673D40-4D12-A1B1-7E34-ED6AE7BBAE1C}"/>
          </ac:inkMkLst>
        </pc:inkChg>
        <pc:inkChg chg="add">
          <ac:chgData name="Rodica Ioana Lung" userId="64ee56e8d7162e1e" providerId="LiveId" clId="{0F6830A5-18AB-4F1B-8BBB-DA235794CEC1}" dt="2025-12-18T16:09:57.189" v="335" actId="9405"/>
          <ac:inkMkLst>
            <pc:docMk/>
            <pc:sldMk cId="1499104062" sldId="267"/>
            <ac:inkMk id="94" creationId="{91C1FDF7-BF85-E3EC-71C2-92CADB820894}"/>
          </ac:inkMkLst>
        </pc:inkChg>
        <pc:inkChg chg="add mod">
          <ac:chgData name="Rodica Ioana Lung" userId="64ee56e8d7162e1e" providerId="LiveId" clId="{0F6830A5-18AB-4F1B-8BBB-DA235794CEC1}" dt="2025-12-18T16:10:03.936" v="348"/>
          <ac:inkMkLst>
            <pc:docMk/>
            <pc:sldMk cId="1499104062" sldId="267"/>
            <ac:inkMk id="95" creationId="{65AB8A8A-7DCF-E3DA-12DE-F650B0DDC2E5}"/>
          </ac:inkMkLst>
        </pc:inkChg>
        <pc:inkChg chg="add mod">
          <ac:chgData name="Rodica Ioana Lung" userId="64ee56e8d7162e1e" providerId="LiveId" clId="{0F6830A5-18AB-4F1B-8BBB-DA235794CEC1}" dt="2025-12-18T16:10:03.936" v="348"/>
          <ac:inkMkLst>
            <pc:docMk/>
            <pc:sldMk cId="1499104062" sldId="267"/>
            <ac:inkMk id="96" creationId="{87D709D0-954C-FC2A-EA84-F6BFB57E08B0}"/>
          </ac:inkMkLst>
        </pc:inkChg>
        <pc:inkChg chg="add mod">
          <ac:chgData name="Rodica Ioana Lung" userId="64ee56e8d7162e1e" providerId="LiveId" clId="{0F6830A5-18AB-4F1B-8BBB-DA235794CEC1}" dt="2025-12-18T16:10:03.936" v="348"/>
          <ac:inkMkLst>
            <pc:docMk/>
            <pc:sldMk cId="1499104062" sldId="267"/>
            <ac:inkMk id="97" creationId="{0B1BDC74-72E5-0B3A-8EC9-F17C65875B5F}"/>
          </ac:inkMkLst>
        </pc:inkChg>
        <pc:inkChg chg="add mod">
          <ac:chgData name="Rodica Ioana Lung" userId="64ee56e8d7162e1e" providerId="LiveId" clId="{0F6830A5-18AB-4F1B-8BBB-DA235794CEC1}" dt="2025-12-18T16:10:03.936" v="348"/>
          <ac:inkMkLst>
            <pc:docMk/>
            <pc:sldMk cId="1499104062" sldId="267"/>
            <ac:inkMk id="98" creationId="{8EB280C8-7A47-F515-410E-FF4471E0553A}"/>
          </ac:inkMkLst>
        </pc:inkChg>
        <pc:inkChg chg="add mod">
          <ac:chgData name="Rodica Ioana Lung" userId="64ee56e8d7162e1e" providerId="LiveId" clId="{0F6830A5-18AB-4F1B-8BBB-DA235794CEC1}" dt="2025-12-18T16:10:03.936" v="348"/>
          <ac:inkMkLst>
            <pc:docMk/>
            <pc:sldMk cId="1499104062" sldId="267"/>
            <ac:inkMk id="99" creationId="{EB94EF8F-5F3A-0CE9-7768-EEF4C2CFD65E}"/>
          </ac:inkMkLst>
        </pc:inkChg>
        <pc:inkChg chg="add">
          <ac:chgData name="Rodica Ioana Lung" userId="64ee56e8d7162e1e" providerId="LiveId" clId="{0F6830A5-18AB-4F1B-8BBB-DA235794CEC1}" dt="2025-12-18T16:10:01.673" v="341" actId="9405"/>
          <ac:inkMkLst>
            <pc:docMk/>
            <pc:sldMk cId="1499104062" sldId="267"/>
            <ac:inkMk id="100" creationId="{A1D84293-2788-5394-813F-CCF05A634F80}"/>
          </ac:inkMkLst>
        </pc:inkChg>
        <pc:inkChg chg="add">
          <ac:chgData name="Rodica Ioana Lung" userId="64ee56e8d7162e1e" providerId="LiveId" clId="{0F6830A5-18AB-4F1B-8BBB-DA235794CEC1}" dt="2025-12-18T16:10:01.847" v="342" actId="9405"/>
          <ac:inkMkLst>
            <pc:docMk/>
            <pc:sldMk cId="1499104062" sldId="267"/>
            <ac:inkMk id="101" creationId="{0CA7B884-C7A8-2ECE-FDC8-95D0DBF5517E}"/>
          </ac:inkMkLst>
        </pc:inkChg>
        <pc:inkChg chg="add mod">
          <ac:chgData name="Rodica Ioana Lung" userId="64ee56e8d7162e1e" providerId="LiveId" clId="{0F6830A5-18AB-4F1B-8BBB-DA235794CEC1}" dt="2025-12-18T16:10:03.936" v="348"/>
          <ac:inkMkLst>
            <pc:docMk/>
            <pc:sldMk cId="1499104062" sldId="267"/>
            <ac:inkMk id="102" creationId="{64A6E744-25CF-54E4-7933-C6FD748BCD34}"/>
          </ac:inkMkLst>
        </pc:inkChg>
        <pc:inkChg chg="add mod">
          <ac:chgData name="Rodica Ioana Lung" userId="64ee56e8d7162e1e" providerId="LiveId" clId="{0F6830A5-18AB-4F1B-8BBB-DA235794CEC1}" dt="2025-12-18T16:10:03.936" v="348"/>
          <ac:inkMkLst>
            <pc:docMk/>
            <pc:sldMk cId="1499104062" sldId="267"/>
            <ac:inkMk id="103" creationId="{8D8E273F-C700-43A2-F7CC-194D1A668B9D}"/>
          </ac:inkMkLst>
        </pc:inkChg>
        <pc:inkChg chg="add mod">
          <ac:chgData name="Rodica Ioana Lung" userId="64ee56e8d7162e1e" providerId="LiveId" clId="{0F6830A5-18AB-4F1B-8BBB-DA235794CEC1}" dt="2025-12-18T16:10:03.936" v="348"/>
          <ac:inkMkLst>
            <pc:docMk/>
            <pc:sldMk cId="1499104062" sldId="267"/>
            <ac:inkMk id="104" creationId="{53ABBB7E-CD42-2DD0-67C5-6E8FDF73D57F}"/>
          </ac:inkMkLst>
        </pc:inkChg>
        <pc:inkChg chg="add mod">
          <ac:chgData name="Rodica Ioana Lung" userId="64ee56e8d7162e1e" providerId="LiveId" clId="{0F6830A5-18AB-4F1B-8BBB-DA235794CEC1}" dt="2025-12-18T16:10:03.936" v="348"/>
          <ac:inkMkLst>
            <pc:docMk/>
            <pc:sldMk cId="1499104062" sldId="267"/>
            <ac:inkMk id="105" creationId="{E2F2A652-D606-AAF3-B77F-74B5B9EACA07}"/>
          </ac:inkMkLst>
        </pc:inkChg>
        <pc:inkChg chg="add">
          <ac:chgData name="Rodica Ioana Lung" userId="64ee56e8d7162e1e" providerId="LiveId" clId="{0F6830A5-18AB-4F1B-8BBB-DA235794CEC1}" dt="2025-12-18T16:10:03.340" v="347" actId="9405"/>
          <ac:inkMkLst>
            <pc:docMk/>
            <pc:sldMk cId="1499104062" sldId="267"/>
            <ac:inkMk id="106" creationId="{D4C92C5F-A4E2-F8FE-2016-23B0864E43A9}"/>
          </ac:inkMkLst>
        </pc:inkChg>
        <pc:inkChg chg="add mod">
          <ac:chgData name="Rodica Ioana Lung" userId="64ee56e8d7162e1e" providerId="LiveId" clId="{0F6830A5-18AB-4F1B-8BBB-DA235794CEC1}" dt="2025-12-18T16:11:46.487" v="442"/>
          <ac:inkMkLst>
            <pc:docMk/>
            <pc:sldMk cId="1499104062" sldId="267"/>
            <ac:inkMk id="108" creationId="{81338299-4B9A-B73D-2E7B-5C79B84E166F}"/>
          </ac:inkMkLst>
        </pc:inkChg>
        <pc:inkChg chg="add mod">
          <ac:chgData name="Rodica Ioana Lung" userId="64ee56e8d7162e1e" providerId="LiveId" clId="{0F6830A5-18AB-4F1B-8BBB-DA235794CEC1}" dt="2025-12-18T16:11:46.487" v="442"/>
          <ac:inkMkLst>
            <pc:docMk/>
            <pc:sldMk cId="1499104062" sldId="267"/>
            <ac:inkMk id="109" creationId="{0ACC04DF-8C5D-B2E8-82F0-BE311A2535E1}"/>
          </ac:inkMkLst>
        </pc:inkChg>
        <pc:inkChg chg="add mod">
          <ac:chgData name="Rodica Ioana Lung" userId="64ee56e8d7162e1e" providerId="LiveId" clId="{0F6830A5-18AB-4F1B-8BBB-DA235794CEC1}" dt="2025-12-18T16:11:46.487" v="442"/>
          <ac:inkMkLst>
            <pc:docMk/>
            <pc:sldMk cId="1499104062" sldId="267"/>
            <ac:inkMk id="110" creationId="{F3597930-E723-B41D-1AE3-37A051D4D5B9}"/>
          </ac:inkMkLst>
        </pc:inkChg>
        <pc:inkChg chg="add">
          <ac:chgData name="Rodica Ioana Lung" userId="64ee56e8d7162e1e" providerId="LiveId" clId="{0F6830A5-18AB-4F1B-8BBB-DA235794CEC1}" dt="2025-12-18T16:10:18.329" v="353" actId="9405"/>
          <ac:inkMkLst>
            <pc:docMk/>
            <pc:sldMk cId="1499104062" sldId="267"/>
            <ac:inkMk id="112" creationId="{C6BA34F6-78A3-1D86-0BEC-F837FD426DE2}"/>
          </ac:inkMkLst>
        </pc:inkChg>
        <pc:inkChg chg="add mod">
          <ac:chgData name="Rodica Ioana Lung" userId="64ee56e8d7162e1e" providerId="LiveId" clId="{0F6830A5-18AB-4F1B-8BBB-DA235794CEC1}" dt="2025-12-18T16:10:25.301" v="371"/>
          <ac:inkMkLst>
            <pc:docMk/>
            <pc:sldMk cId="1499104062" sldId="267"/>
            <ac:inkMk id="113" creationId="{8F506B40-0FA8-1706-116C-64BA528AF54B}"/>
          </ac:inkMkLst>
        </pc:inkChg>
        <pc:inkChg chg="add">
          <ac:chgData name="Rodica Ioana Lung" userId="64ee56e8d7162e1e" providerId="LiveId" clId="{0F6830A5-18AB-4F1B-8BBB-DA235794CEC1}" dt="2025-12-18T16:10:18.755" v="355" actId="9405"/>
          <ac:inkMkLst>
            <pc:docMk/>
            <pc:sldMk cId="1499104062" sldId="267"/>
            <ac:inkMk id="114" creationId="{FD50F34B-D515-9378-897A-E9480EB7091E}"/>
          </ac:inkMkLst>
        </pc:inkChg>
        <pc:inkChg chg="add">
          <ac:chgData name="Rodica Ioana Lung" userId="64ee56e8d7162e1e" providerId="LiveId" clId="{0F6830A5-18AB-4F1B-8BBB-DA235794CEC1}" dt="2025-12-18T16:10:19.093" v="356" actId="9405"/>
          <ac:inkMkLst>
            <pc:docMk/>
            <pc:sldMk cId="1499104062" sldId="267"/>
            <ac:inkMk id="115" creationId="{35838A11-A445-3B3D-2CF4-05ED90914180}"/>
          </ac:inkMkLst>
        </pc:inkChg>
        <pc:inkChg chg="add">
          <ac:chgData name="Rodica Ioana Lung" userId="64ee56e8d7162e1e" providerId="LiveId" clId="{0F6830A5-18AB-4F1B-8BBB-DA235794CEC1}" dt="2025-12-18T16:10:19.333" v="357" actId="9405"/>
          <ac:inkMkLst>
            <pc:docMk/>
            <pc:sldMk cId="1499104062" sldId="267"/>
            <ac:inkMk id="116" creationId="{D037C366-9565-2F1D-F862-D7DFD458E764}"/>
          </ac:inkMkLst>
        </pc:inkChg>
        <pc:inkChg chg="add">
          <ac:chgData name="Rodica Ioana Lung" userId="64ee56e8d7162e1e" providerId="LiveId" clId="{0F6830A5-18AB-4F1B-8BBB-DA235794CEC1}" dt="2025-12-18T16:10:19.768" v="358" actId="9405"/>
          <ac:inkMkLst>
            <pc:docMk/>
            <pc:sldMk cId="1499104062" sldId="267"/>
            <ac:inkMk id="117" creationId="{27E1B1BA-2374-1090-72B8-AD3922334F8D}"/>
          </ac:inkMkLst>
        </pc:inkChg>
        <pc:inkChg chg="add">
          <ac:chgData name="Rodica Ioana Lung" userId="64ee56e8d7162e1e" providerId="LiveId" clId="{0F6830A5-18AB-4F1B-8BBB-DA235794CEC1}" dt="2025-12-18T16:10:19.934" v="359" actId="9405"/>
          <ac:inkMkLst>
            <pc:docMk/>
            <pc:sldMk cId="1499104062" sldId="267"/>
            <ac:inkMk id="118" creationId="{8AD8D0FC-E48B-781E-D468-512B1C7E8F00}"/>
          </ac:inkMkLst>
        </pc:inkChg>
        <pc:inkChg chg="add mod">
          <ac:chgData name="Rodica Ioana Lung" userId="64ee56e8d7162e1e" providerId="LiveId" clId="{0F6830A5-18AB-4F1B-8BBB-DA235794CEC1}" dt="2025-12-18T16:10:25.301" v="371"/>
          <ac:inkMkLst>
            <pc:docMk/>
            <pc:sldMk cId="1499104062" sldId="267"/>
            <ac:inkMk id="119" creationId="{77D2AADE-C05B-654E-D9EC-AB0F0E92144F}"/>
          </ac:inkMkLst>
        </pc:inkChg>
        <pc:inkChg chg="add">
          <ac:chgData name="Rodica Ioana Lung" userId="64ee56e8d7162e1e" providerId="LiveId" clId="{0F6830A5-18AB-4F1B-8BBB-DA235794CEC1}" dt="2025-12-18T16:10:20.908" v="361" actId="9405"/>
          <ac:inkMkLst>
            <pc:docMk/>
            <pc:sldMk cId="1499104062" sldId="267"/>
            <ac:inkMk id="120" creationId="{BDA27A80-EE4D-4AFA-8279-82EA07B7D298}"/>
          </ac:inkMkLst>
        </pc:inkChg>
        <pc:inkChg chg="add mod">
          <ac:chgData name="Rodica Ioana Lung" userId="64ee56e8d7162e1e" providerId="LiveId" clId="{0F6830A5-18AB-4F1B-8BBB-DA235794CEC1}" dt="2025-12-18T16:10:25.301" v="371"/>
          <ac:inkMkLst>
            <pc:docMk/>
            <pc:sldMk cId="1499104062" sldId="267"/>
            <ac:inkMk id="121" creationId="{321283D0-B24E-7534-6A84-5E37717A2854}"/>
          </ac:inkMkLst>
        </pc:inkChg>
        <pc:inkChg chg="add mod">
          <ac:chgData name="Rodica Ioana Lung" userId="64ee56e8d7162e1e" providerId="LiveId" clId="{0F6830A5-18AB-4F1B-8BBB-DA235794CEC1}" dt="2025-12-18T16:10:25.301" v="371"/>
          <ac:inkMkLst>
            <pc:docMk/>
            <pc:sldMk cId="1499104062" sldId="267"/>
            <ac:inkMk id="122" creationId="{F989D57B-4612-AD17-1694-BD22DC49B61E}"/>
          </ac:inkMkLst>
        </pc:inkChg>
        <pc:inkChg chg="add">
          <ac:chgData name="Rodica Ioana Lung" userId="64ee56e8d7162e1e" providerId="LiveId" clId="{0F6830A5-18AB-4F1B-8BBB-DA235794CEC1}" dt="2025-12-18T16:10:21.880" v="364" actId="9405"/>
          <ac:inkMkLst>
            <pc:docMk/>
            <pc:sldMk cId="1499104062" sldId="267"/>
            <ac:inkMk id="123" creationId="{4915A8BF-7528-C234-6F37-20089F0D1775}"/>
          </ac:inkMkLst>
        </pc:inkChg>
        <pc:inkChg chg="add">
          <ac:chgData name="Rodica Ioana Lung" userId="64ee56e8d7162e1e" providerId="LiveId" clId="{0F6830A5-18AB-4F1B-8BBB-DA235794CEC1}" dt="2025-12-18T16:10:22.016" v="365" actId="9405"/>
          <ac:inkMkLst>
            <pc:docMk/>
            <pc:sldMk cId="1499104062" sldId="267"/>
            <ac:inkMk id="124" creationId="{EC0518CD-259A-BAC7-DA48-5439D7996B8C}"/>
          </ac:inkMkLst>
        </pc:inkChg>
        <pc:inkChg chg="add">
          <ac:chgData name="Rodica Ioana Lung" userId="64ee56e8d7162e1e" providerId="LiveId" clId="{0F6830A5-18AB-4F1B-8BBB-DA235794CEC1}" dt="2025-12-18T16:10:22.615" v="366" actId="9405"/>
          <ac:inkMkLst>
            <pc:docMk/>
            <pc:sldMk cId="1499104062" sldId="267"/>
            <ac:inkMk id="125" creationId="{0BC363FD-C950-0CA3-3F28-7C6C6D9C7001}"/>
          </ac:inkMkLst>
        </pc:inkChg>
        <pc:inkChg chg="add">
          <ac:chgData name="Rodica Ioana Lung" userId="64ee56e8d7162e1e" providerId="LiveId" clId="{0F6830A5-18AB-4F1B-8BBB-DA235794CEC1}" dt="2025-12-18T16:10:23.319" v="367" actId="9405"/>
          <ac:inkMkLst>
            <pc:docMk/>
            <pc:sldMk cId="1499104062" sldId="267"/>
            <ac:inkMk id="126" creationId="{9FD44819-B7AB-E01E-4D8B-2EA8E4E42894}"/>
          </ac:inkMkLst>
        </pc:inkChg>
        <pc:inkChg chg="add">
          <ac:chgData name="Rodica Ioana Lung" userId="64ee56e8d7162e1e" providerId="LiveId" clId="{0F6830A5-18AB-4F1B-8BBB-DA235794CEC1}" dt="2025-12-18T16:10:24.215" v="368" actId="9405"/>
          <ac:inkMkLst>
            <pc:docMk/>
            <pc:sldMk cId="1499104062" sldId="267"/>
            <ac:inkMk id="127" creationId="{692B3831-8C83-AE0A-69D3-16B9F2122B92}"/>
          </ac:inkMkLst>
        </pc:inkChg>
        <pc:inkChg chg="add mod">
          <ac:chgData name="Rodica Ioana Lung" userId="64ee56e8d7162e1e" providerId="LiveId" clId="{0F6830A5-18AB-4F1B-8BBB-DA235794CEC1}" dt="2025-12-18T16:10:32.783" v="392"/>
          <ac:inkMkLst>
            <pc:docMk/>
            <pc:sldMk cId="1499104062" sldId="267"/>
            <ac:inkMk id="128" creationId="{8BBAB2F6-938C-A88A-508D-CD4915E03479}"/>
          </ac:inkMkLst>
        </pc:inkChg>
        <pc:inkChg chg="add mod">
          <ac:chgData name="Rodica Ioana Lung" userId="64ee56e8d7162e1e" providerId="LiveId" clId="{0F6830A5-18AB-4F1B-8BBB-DA235794CEC1}" dt="2025-12-18T16:10:32.783" v="392"/>
          <ac:inkMkLst>
            <pc:docMk/>
            <pc:sldMk cId="1499104062" sldId="267"/>
            <ac:inkMk id="129" creationId="{12E0CC75-C874-B91B-3580-B316F36D3BC8}"/>
          </ac:inkMkLst>
        </pc:inkChg>
        <pc:inkChg chg="add">
          <ac:chgData name="Rodica Ioana Lung" userId="64ee56e8d7162e1e" providerId="LiveId" clId="{0F6830A5-18AB-4F1B-8BBB-DA235794CEC1}" dt="2025-12-18T16:10:25.308" v="372" actId="9405"/>
          <ac:inkMkLst>
            <pc:docMk/>
            <pc:sldMk cId="1499104062" sldId="267"/>
            <ac:inkMk id="134" creationId="{89D4184A-AA77-1BCC-56C8-48643CB1CA45}"/>
          </ac:inkMkLst>
        </pc:inkChg>
        <pc:inkChg chg="add">
          <ac:chgData name="Rodica Ioana Lung" userId="64ee56e8d7162e1e" providerId="LiveId" clId="{0F6830A5-18AB-4F1B-8BBB-DA235794CEC1}" dt="2025-12-18T16:10:26.396" v="373" actId="9405"/>
          <ac:inkMkLst>
            <pc:docMk/>
            <pc:sldMk cId="1499104062" sldId="267"/>
            <ac:inkMk id="135" creationId="{BBC29C47-0709-958F-26EE-3CF01BD36759}"/>
          </ac:inkMkLst>
        </pc:inkChg>
        <pc:inkChg chg="add">
          <ac:chgData name="Rodica Ioana Lung" userId="64ee56e8d7162e1e" providerId="LiveId" clId="{0F6830A5-18AB-4F1B-8BBB-DA235794CEC1}" dt="2025-12-18T16:10:26.552" v="374" actId="9405"/>
          <ac:inkMkLst>
            <pc:docMk/>
            <pc:sldMk cId="1499104062" sldId="267"/>
            <ac:inkMk id="136" creationId="{2CCB2B30-B78A-0C7D-B5A2-550206328082}"/>
          </ac:inkMkLst>
        </pc:inkChg>
        <pc:inkChg chg="add mod">
          <ac:chgData name="Rodica Ioana Lung" userId="64ee56e8d7162e1e" providerId="LiveId" clId="{0F6830A5-18AB-4F1B-8BBB-DA235794CEC1}" dt="2025-12-18T16:10:32.783" v="392"/>
          <ac:inkMkLst>
            <pc:docMk/>
            <pc:sldMk cId="1499104062" sldId="267"/>
            <ac:inkMk id="137" creationId="{C5918D05-FC7C-A8DF-56D7-09D6E8B39F68}"/>
          </ac:inkMkLst>
        </pc:inkChg>
        <pc:inkChg chg="add mod">
          <ac:chgData name="Rodica Ioana Lung" userId="64ee56e8d7162e1e" providerId="LiveId" clId="{0F6830A5-18AB-4F1B-8BBB-DA235794CEC1}" dt="2025-12-18T16:10:32.783" v="392"/>
          <ac:inkMkLst>
            <pc:docMk/>
            <pc:sldMk cId="1499104062" sldId="267"/>
            <ac:inkMk id="138" creationId="{84CD83DC-0C07-7D83-05B1-266329D11C2B}"/>
          </ac:inkMkLst>
        </pc:inkChg>
        <pc:inkChg chg="add">
          <ac:chgData name="Rodica Ioana Lung" userId="64ee56e8d7162e1e" providerId="LiveId" clId="{0F6830A5-18AB-4F1B-8BBB-DA235794CEC1}" dt="2025-12-18T16:10:27.208" v="377" actId="9405"/>
          <ac:inkMkLst>
            <pc:docMk/>
            <pc:sldMk cId="1499104062" sldId="267"/>
            <ac:inkMk id="139" creationId="{18AE968E-8DBF-AD3C-3578-3A616980F895}"/>
          </ac:inkMkLst>
        </pc:inkChg>
        <pc:inkChg chg="add">
          <ac:chgData name="Rodica Ioana Lung" userId="64ee56e8d7162e1e" providerId="LiveId" clId="{0F6830A5-18AB-4F1B-8BBB-DA235794CEC1}" dt="2025-12-18T16:10:27.505" v="378" actId="9405"/>
          <ac:inkMkLst>
            <pc:docMk/>
            <pc:sldMk cId="1499104062" sldId="267"/>
            <ac:inkMk id="140" creationId="{AA983E68-D57D-091D-1507-32A5D35D3CF8}"/>
          </ac:inkMkLst>
        </pc:inkChg>
        <pc:inkChg chg="add">
          <ac:chgData name="Rodica Ioana Lung" userId="64ee56e8d7162e1e" providerId="LiveId" clId="{0F6830A5-18AB-4F1B-8BBB-DA235794CEC1}" dt="2025-12-18T16:10:28.048" v="379" actId="9405"/>
          <ac:inkMkLst>
            <pc:docMk/>
            <pc:sldMk cId="1499104062" sldId="267"/>
            <ac:inkMk id="141" creationId="{7FAF506C-9B88-C1FA-29F8-F5F81AFA1A53}"/>
          </ac:inkMkLst>
        </pc:inkChg>
        <pc:inkChg chg="add">
          <ac:chgData name="Rodica Ioana Lung" userId="64ee56e8d7162e1e" providerId="LiveId" clId="{0F6830A5-18AB-4F1B-8BBB-DA235794CEC1}" dt="2025-12-18T16:10:28.679" v="380" actId="9405"/>
          <ac:inkMkLst>
            <pc:docMk/>
            <pc:sldMk cId="1499104062" sldId="267"/>
            <ac:inkMk id="142" creationId="{6AA6F8B1-9197-03DB-976D-141F61AE05E4}"/>
          </ac:inkMkLst>
        </pc:inkChg>
        <pc:inkChg chg="add mod">
          <ac:chgData name="Rodica Ioana Lung" userId="64ee56e8d7162e1e" providerId="LiveId" clId="{0F6830A5-18AB-4F1B-8BBB-DA235794CEC1}" dt="2025-12-18T16:10:32.783" v="392"/>
          <ac:inkMkLst>
            <pc:docMk/>
            <pc:sldMk cId="1499104062" sldId="267"/>
            <ac:inkMk id="143" creationId="{6B164336-2BFE-60D8-21CB-5617DB113EAE}"/>
          </ac:inkMkLst>
        </pc:inkChg>
        <pc:inkChg chg="add">
          <ac:chgData name="Rodica Ioana Lung" userId="64ee56e8d7162e1e" providerId="LiveId" clId="{0F6830A5-18AB-4F1B-8BBB-DA235794CEC1}" dt="2025-12-18T16:10:29.094" v="382" actId="9405"/>
          <ac:inkMkLst>
            <pc:docMk/>
            <pc:sldMk cId="1499104062" sldId="267"/>
            <ac:inkMk id="144" creationId="{CC540785-5F64-3A4F-06A2-8A181D6B2999}"/>
          </ac:inkMkLst>
        </pc:inkChg>
        <pc:inkChg chg="add mod">
          <ac:chgData name="Rodica Ioana Lung" userId="64ee56e8d7162e1e" providerId="LiveId" clId="{0F6830A5-18AB-4F1B-8BBB-DA235794CEC1}" dt="2025-12-18T16:10:32.783" v="392"/>
          <ac:inkMkLst>
            <pc:docMk/>
            <pc:sldMk cId="1499104062" sldId="267"/>
            <ac:inkMk id="145" creationId="{505F2073-5FF2-0EE7-21B7-BA1C24714022}"/>
          </ac:inkMkLst>
        </pc:inkChg>
        <pc:inkChg chg="add mod">
          <ac:chgData name="Rodica Ioana Lung" userId="64ee56e8d7162e1e" providerId="LiveId" clId="{0F6830A5-18AB-4F1B-8BBB-DA235794CEC1}" dt="2025-12-18T16:10:32.783" v="392"/>
          <ac:inkMkLst>
            <pc:docMk/>
            <pc:sldMk cId="1499104062" sldId="267"/>
            <ac:inkMk id="146" creationId="{F719C1B1-CA38-2C97-A1C8-BA54AF62BD57}"/>
          </ac:inkMkLst>
        </pc:inkChg>
        <pc:inkChg chg="add">
          <ac:chgData name="Rodica Ioana Lung" userId="64ee56e8d7162e1e" providerId="LiveId" clId="{0F6830A5-18AB-4F1B-8BBB-DA235794CEC1}" dt="2025-12-18T16:10:29.941" v="385" actId="9405"/>
          <ac:inkMkLst>
            <pc:docMk/>
            <pc:sldMk cId="1499104062" sldId="267"/>
            <ac:inkMk id="147" creationId="{993A9432-419A-79D1-8FBB-773F271F0644}"/>
          </ac:inkMkLst>
        </pc:inkChg>
        <pc:inkChg chg="add">
          <ac:chgData name="Rodica Ioana Lung" userId="64ee56e8d7162e1e" providerId="LiveId" clId="{0F6830A5-18AB-4F1B-8BBB-DA235794CEC1}" dt="2025-12-18T16:10:30.103" v="386" actId="9405"/>
          <ac:inkMkLst>
            <pc:docMk/>
            <pc:sldMk cId="1499104062" sldId="267"/>
            <ac:inkMk id="148" creationId="{1DB37D16-BA05-A2BC-8F7C-14E7CC2FB958}"/>
          </ac:inkMkLst>
        </pc:inkChg>
        <pc:inkChg chg="add">
          <ac:chgData name="Rodica Ioana Lung" userId="64ee56e8d7162e1e" providerId="LiveId" clId="{0F6830A5-18AB-4F1B-8BBB-DA235794CEC1}" dt="2025-12-18T16:10:30.368" v="387" actId="9405"/>
          <ac:inkMkLst>
            <pc:docMk/>
            <pc:sldMk cId="1499104062" sldId="267"/>
            <ac:inkMk id="149" creationId="{270BE3DB-FA7F-E3A7-6960-31BB378F1321}"/>
          </ac:inkMkLst>
        </pc:inkChg>
        <pc:inkChg chg="add mod">
          <ac:chgData name="Rodica Ioana Lung" userId="64ee56e8d7162e1e" providerId="LiveId" clId="{0F6830A5-18AB-4F1B-8BBB-DA235794CEC1}" dt="2025-12-18T16:10:32.783" v="392"/>
          <ac:inkMkLst>
            <pc:docMk/>
            <pc:sldMk cId="1499104062" sldId="267"/>
            <ac:inkMk id="150" creationId="{55BE64FA-2636-AB9D-565F-200015234A21}"/>
          </ac:inkMkLst>
        </pc:inkChg>
        <pc:inkChg chg="add">
          <ac:chgData name="Rodica Ioana Lung" userId="64ee56e8d7162e1e" providerId="LiveId" clId="{0F6830A5-18AB-4F1B-8BBB-DA235794CEC1}" dt="2025-12-18T16:10:30.905" v="389" actId="9405"/>
          <ac:inkMkLst>
            <pc:docMk/>
            <pc:sldMk cId="1499104062" sldId="267"/>
            <ac:inkMk id="151" creationId="{C59E8FF2-60EF-EB1E-CC2B-D1AC96E009A4}"/>
          </ac:inkMkLst>
        </pc:inkChg>
        <pc:inkChg chg="add">
          <ac:chgData name="Rodica Ioana Lung" userId="64ee56e8d7162e1e" providerId="LiveId" clId="{0F6830A5-18AB-4F1B-8BBB-DA235794CEC1}" dt="2025-12-18T16:10:31.281" v="390" actId="9405"/>
          <ac:inkMkLst>
            <pc:docMk/>
            <pc:sldMk cId="1499104062" sldId="267"/>
            <ac:inkMk id="152" creationId="{095BEA20-2CC7-D2DC-94BE-DC37914D04C2}"/>
          </ac:inkMkLst>
        </pc:inkChg>
        <pc:inkChg chg="add">
          <ac:chgData name="Rodica Ioana Lung" userId="64ee56e8d7162e1e" providerId="LiveId" clId="{0F6830A5-18AB-4F1B-8BBB-DA235794CEC1}" dt="2025-12-18T16:10:32.075" v="391" actId="9405"/>
          <ac:inkMkLst>
            <pc:docMk/>
            <pc:sldMk cId="1499104062" sldId="267"/>
            <ac:inkMk id="153" creationId="{60DA44D4-6F42-F074-2128-A8B95054D7E3}"/>
          </ac:inkMkLst>
        </pc:inkChg>
        <pc:inkChg chg="add">
          <ac:chgData name="Rodica Ioana Lung" userId="64ee56e8d7162e1e" providerId="LiveId" clId="{0F6830A5-18AB-4F1B-8BBB-DA235794CEC1}" dt="2025-12-18T16:10:36.476" v="393" actId="9405"/>
          <ac:inkMkLst>
            <pc:docMk/>
            <pc:sldMk cId="1499104062" sldId="267"/>
            <ac:inkMk id="155" creationId="{E7F920DB-9702-BFD1-5052-5CC4861EE429}"/>
          </ac:inkMkLst>
        </pc:inkChg>
        <pc:inkChg chg="add">
          <ac:chgData name="Rodica Ioana Lung" userId="64ee56e8d7162e1e" providerId="LiveId" clId="{0F6830A5-18AB-4F1B-8BBB-DA235794CEC1}" dt="2025-12-18T16:10:36.856" v="394" actId="9405"/>
          <ac:inkMkLst>
            <pc:docMk/>
            <pc:sldMk cId="1499104062" sldId="267"/>
            <ac:inkMk id="156" creationId="{380C2133-653F-4EA5-8C10-8DE5822E2E5E}"/>
          </ac:inkMkLst>
        </pc:inkChg>
        <pc:inkChg chg="add mod">
          <ac:chgData name="Rodica Ioana Lung" userId="64ee56e8d7162e1e" providerId="LiveId" clId="{0F6830A5-18AB-4F1B-8BBB-DA235794CEC1}" dt="2025-12-18T16:10:40.442" v="399"/>
          <ac:inkMkLst>
            <pc:docMk/>
            <pc:sldMk cId="1499104062" sldId="267"/>
            <ac:inkMk id="157" creationId="{BB5021E2-0C31-0B64-73C9-C932AC6B5B50}"/>
          </ac:inkMkLst>
        </pc:inkChg>
        <pc:inkChg chg="add mod">
          <ac:chgData name="Rodica Ioana Lung" userId="64ee56e8d7162e1e" providerId="LiveId" clId="{0F6830A5-18AB-4F1B-8BBB-DA235794CEC1}" dt="2025-12-18T16:10:40.442" v="399"/>
          <ac:inkMkLst>
            <pc:docMk/>
            <pc:sldMk cId="1499104062" sldId="267"/>
            <ac:inkMk id="158" creationId="{C0623198-5DAC-B8B7-3CAB-83AA19C3C858}"/>
          </ac:inkMkLst>
        </pc:inkChg>
        <pc:inkChg chg="add mod">
          <ac:chgData name="Rodica Ioana Lung" userId="64ee56e8d7162e1e" providerId="LiveId" clId="{0F6830A5-18AB-4F1B-8BBB-DA235794CEC1}" dt="2025-12-18T16:10:40.442" v="399"/>
          <ac:inkMkLst>
            <pc:docMk/>
            <pc:sldMk cId="1499104062" sldId="267"/>
            <ac:inkMk id="159" creationId="{ADA28BB4-629A-CF51-E75F-A9A159F1732B}"/>
          </ac:inkMkLst>
        </pc:inkChg>
        <pc:inkChg chg="add">
          <ac:chgData name="Rodica Ioana Lung" userId="64ee56e8d7162e1e" providerId="LiveId" clId="{0F6830A5-18AB-4F1B-8BBB-DA235794CEC1}" dt="2025-12-18T16:10:39.688" v="398" actId="9405"/>
          <ac:inkMkLst>
            <pc:docMk/>
            <pc:sldMk cId="1499104062" sldId="267"/>
            <ac:inkMk id="160" creationId="{5CFD6F9B-8EE1-1F67-B8F6-5D4E79AD8935}"/>
          </ac:inkMkLst>
        </pc:inkChg>
        <pc:inkChg chg="add">
          <ac:chgData name="Rodica Ioana Lung" userId="64ee56e8d7162e1e" providerId="LiveId" clId="{0F6830A5-18AB-4F1B-8BBB-DA235794CEC1}" dt="2025-12-18T16:10:41.709" v="400" actId="9405"/>
          <ac:inkMkLst>
            <pc:docMk/>
            <pc:sldMk cId="1499104062" sldId="267"/>
            <ac:inkMk id="162" creationId="{71D4EAF8-E36A-A39A-91E9-F1C6B6884F00}"/>
          </ac:inkMkLst>
        </pc:inkChg>
        <pc:inkChg chg="add mod">
          <ac:chgData name="Rodica Ioana Lung" userId="64ee56e8d7162e1e" providerId="LiveId" clId="{0F6830A5-18AB-4F1B-8BBB-DA235794CEC1}" dt="2025-12-18T16:10:51.658" v="405"/>
          <ac:inkMkLst>
            <pc:docMk/>
            <pc:sldMk cId="1499104062" sldId="267"/>
            <ac:inkMk id="163" creationId="{579DB62A-B1C6-DB93-71D2-C9C5F04AD276}"/>
          </ac:inkMkLst>
        </pc:inkChg>
        <pc:inkChg chg="add mod">
          <ac:chgData name="Rodica Ioana Lung" userId="64ee56e8d7162e1e" providerId="LiveId" clId="{0F6830A5-18AB-4F1B-8BBB-DA235794CEC1}" dt="2025-12-18T16:10:51.658" v="405"/>
          <ac:inkMkLst>
            <pc:docMk/>
            <pc:sldMk cId="1499104062" sldId="267"/>
            <ac:inkMk id="164" creationId="{E6B2C94C-59B8-750F-9A9B-4FFB503B2BCC}"/>
          </ac:inkMkLst>
        </pc:inkChg>
        <pc:inkChg chg="add mod">
          <ac:chgData name="Rodica Ioana Lung" userId="64ee56e8d7162e1e" providerId="LiveId" clId="{0F6830A5-18AB-4F1B-8BBB-DA235794CEC1}" dt="2025-12-18T16:10:51.658" v="405"/>
          <ac:inkMkLst>
            <pc:docMk/>
            <pc:sldMk cId="1499104062" sldId="267"/>
            <ac:inkMk id="165" creationId="{0199D423-74AB-9012-7C08-F7CE3EE2ED1E}"/>
          </ac:inkMkLst>
        </pc:inkChg>
        <pc:inkChg chg="add mod">
          <ac:chgData name="Rodica Ioana Lung" userId="64ee56e8d7162e1e" providerId="LiveId" clId="{0F6830A5-18AB-4F1B-8BBB-DA235794CEC1}" dt="2025-12-18T16:10:51.658" v="405"/>
          <ac:inkMkLst>
            <pc:docMk/>
            <pc:sldMk cId="1499104062" sldId="267"/>
            <ac:inkMk id="166" creationId="{6D2F0CA0-0661-17E2-9C80-FEF439787F80}"/>
          </ac:inkMkLst>
        </pc:inkChg>
        <pc:inkChg chg="add mod">
          <ac:chgData name="Rodica Ioana Lung" userId="64ee56e8d7162e1e" providerId="LiveId" clId="{0F6830A5-18AB-4F1B-8BBB-DA235794CEC1}" dt="2025-12-18T16:11:06.563" v="419"/>
          <ac:inkMkLst>
            <pc:docMk/>
            <pc:sldMk cId="1499104062" sldId="267"/>
            <ac:inkMk id="168" creationId="{8BB233F1-0469-92CA-89C5-662A490D178B}"/>
          </ac:inkMkLst>
        </pc:inkChg>
        <pc:inkChg chg="add mod">
          <ac:chgData name="Rodica Ioana Lung" userId="64ee56e8d7162e1e" providerId="LiveId" clId="{0F6830A5-18AB-4F1B-8BBB-DA235794CEC1}" dt="2025-12-18T16:11:06.563" v="419"/>
          <ac:inkMkLst>
            <pc:docMk/>
            <pc:sldMk cId="1499104062" sldId="267"/>
            <ac:inkMk id="169" creationId="{AC792EB0-B394-39E7-CFD9-C905A7241594}"/>
          </ac:inkMkLst>
        </pc:inkChg>
        <pc:inkChg chg="add mod">
          <ac:chgData name="Rodica Ioana Lung" userId="64ee56e8d7162e1e" providerId="LiveId" clId="{0F6830A5-18AB-4F1B-8BBB-DA235794CEC1}" dt="2025-12-18T16:11:02.371" v="409"/>
          <ac:inkMkLst>
            <pc:docMk/>
            <pc:sldMk cId="1499104062" sldId="267"/>
            <ac:inkMk id="170" creationId="{7EC1BB15-0CDA-918E-9701-5674707B2C67}"/>
          </ac:inkMkLst>
        </pc:inkChg>
        <pc:inkChg chg="add mod">
          <ac:chgData name="Rodica Ioana Lung" userId="64ee56e8d7162e1e" providerId="LiveId" clId="{0F6830A5-18AB-4F1B-8BBB-DA235794CEC1}" dt="2025-12-18T16:11:06.563" v="419"/>
          <ac:inkMkLst>
            <pc:docMk/>
            <pc:sldMk cId="1499104062" sldId="267"/>
            <ac:inkMk id="172" creationId="{35437786-CD88-6D3D-320E-5A62E1346D4B}"/>
          </ac:inkMkLst>
        </pc:inkChg>
        <pc:inkChg chg="add">
          <ac:chgData name="Rodica Ioana Lung" userId="64ee56e8d7162e1e" providerId="LiveId" clId="{0F6830A5-18AB-4F1B-8BBB-DA235794CEC1}" dt="2025-12-18T16:11:03.760" v="411" actId="9405"/>
          <ac:inkMkLst>
            <pc:docMk/>
            <pc:sldMk cId="1499104062" sldId="267"/>
            <ac:inkMk id="173" creationId="{08C972C3-A630-4A16-348E-EDA6282AB62B}"/>
          </ac:inkMkLst>
        </pc:inkChg>
        <pc:inkChg chg="add mod">
          <ac:chgData name="Rodica Ioana Lung" userId="64ee56e8d7162e1e" providerId="LiveId" clId="{0F6830A5-18AB-4F1B-8BBB-DA235794CEC1}" dt="2025-12-18T16:11:06.563" v="419"/>
          <ac:inkMkLst>
            <pc:docMk/>
            <pc:sldMk cId="1499104062" sldId="267"/>
            <ac:inkMk id="174" creationId="{C9510712-119F-53CB-7F5D-8714794B20DB}"/>
          </ac:inkMkLst>
        </pc:inkChg>
        <pc:inkChg chg="add">
          <ac:chgData name="Rodica Ioana Lung" userId="64ee56e8d7162e1e" providerId="LiveId" clId="{0F6830A5-18AB-4F1B-8BBB-DA235794CEC1}" dt="2025-12-18T16:11:04.311" v="413" actId="9405"/>
          <ac:inkMkLst>
            <pc:docMk/>
            <pc:sldMk cId="1499104062" sldId="267"/>
            <ac:inkMk id="175" creationId="{4E32550A-D39F-C82A-4FFF-CC29C1C0C528}"/>
          </ac:inkMkLst>
        </pc:inkChg>
        <pc:inkChg chg="add mod">
          <ac:chgData name="Rodica Ioana Lung" userId="64ee56e8d7162e1e" providerId="LiveId" clId="{0F6830A5-18AB-4F1B-8BBB-DA235794CEC1}" dt="2025-12-18T16:11:06.563" v="419"/>
          <ac:inkMkLst>
            <pc:docMk/>
            <pc:sldMk cId="1499104062" sldId="267"/>
            <ac:inkMk id="176" creationId="{882849A5-18F2-D917-93F5-A639F8C19D5A}"/>
          </ac:inkMkLst>
        </pc:inkChg>
        <pc:inkChg chg="add mod">
          <ac:chgData name="Rodica Ioana Lung" userId="64ee56e8d7162e1e" providerId="LiveId" clId="{0F6830A5-18AB-4F1B-8BBB-DA235794CEC1}" dt="2025-12-18T16:11:06.563" v="419"/>
          <ac:inkMkLst>
            <pc:docMk/>
            <pc:sldMk cId="1499104062" sldId="267"/>
            <ac:inkMk id="177" creationId="{4A66C0FF-2172-CD66-F2F7-BF96F80B6A50}"/>
          </ac:inkMkLst>
        </pc:inkChg>
        <pc:inkChg chg="add mod">
          <ac:chgData name="Rodica Ioana Lung" userId="64ee56e8d7162e1e" providerId="LiveId" clId="{0F6830A5-18AB-4F1B-8BBB-DA235794CEC1}" dt="2025-12-18T16:11:06.563" v="419"/>
          <ac:inkMkLst>
            <pc:docMk/>
            <pc:sldMk cId="1499104062" sldId="267"/>
            <ac:inkMk id="178" creationId="{7D26772F-E06D-4326-0375-D7D1F079F173}"/>
          </ac:inkMkLst>
        </pc:inkChg>
        <pc:inkChg chg="add mod">
          <ac:chgData name="Rodica Ioana Lung" userId="64ee56e8d7162e1e" providerId="LiveId" clId="{0F6830A5-18AB-4F1B-8BBB-DA235794CEC1}" dt="2025-12-18T16:11:06.563" v="419"/>
          <ac:inkMkLst>
            <pc:docMk/>
            <pc:sldMk cId="1499104062" sldId="267"/>
            <ac:inkMk id="179" creationId="{5D3C8C6C-8A8B-24C4-5355-1975479BDDC6}"/>
          </ac:inkMkLst>
        </pc:inkChg>
        <pc:inkChg chg="add">
          <ac:chgData name="Rodica Ioana Lung" userId="64ee56e8d7162e1e" providerId="LiveId" clId="{0F6830A5-18AB-4F1B-8BBB-DA235794CEC1}" dt="2025-12-18T16:11:05.927" v="418" actId="9405"/>
          <ac:inkMkLst>
            <pc:docMk/>
            <pc:sldMk cId="1499104062" sldId="267"/>
            <ac:inkMk id="180" creationId="{EF06A7CC-FED9-3460-07FF-19520E21730A}"/>
          </ac:inkMkLst>
        </pc:inkChg>
        <pc:inkChg chg="add mod">
          <ac:chgData name="Rodica Ioana Lung" userId="64ee56e8d7162e1e" providerId="LiveId" clId="{0F6830A5-18AB-4F1B-8BBB-DA235794CEC1}" dt="2025-12-18T16:11:13.451" v="431"/>
          <ac:inkMkLst>
            <pc:docMk/>
            <pc:sldMk cId="1499104062" sldId="267"/>
            <ac:inkMk id="182" creationId="{E4922B46-1DC5-F294-9070-B4F40AF24996}"/>
          </ac:inkMkLst>
        </pc:inkChg>
        <pc:inkChg chg="add mod">
          <ac:chgData name="Rodica Ioana Lung" userId="64ee56e8d7162e1e" providerId="LiveId" clId="{0F6830A5-18AB-4F1B-8BBB-DA235794CEC1}" dt="2025-12-18T16:11:13.451" v="431"/>
          <ac:inkMkLst>
            <pc:docMk/>
            <pc:sldMk cId="1499104062" sldId="267"/>
            <ac:inkMk id="183" creationId="{4A6FC466-8156-FA5F-0F65-024BEE7C5722}"/>
          </ac:inkMkLst>
        </pc:inkChg>
        <pc:inkChg chg="add mod">
          <ac:chgData name="Rodica Ioana Lung" userId="64ee56e8d7162e1e" providerId="LiveId" clId="{0F6830A5-18AB-4F1B-8BBB-DA235794CEC1}" dt="2025-12-18T16:11:13.451" v="431"/>
          <ac:inkMkLst>
            <pc:docMk/>
            <pc:sldMk cId="1499104062" sldId="267"/>
            <ac:inkMk id="184" creationId="{9B6C675D-BA95-706C-2D85-7A2F2A7A5B49}"/>
          </ac:inkMkLst>
        </pc:inkChg>
        <pc:inkChg chg="add mod">
          <ac:chgData name="Rodica Ioana Lung" userId="64ee56e8d7162e1e" providerId="LiveId" clId="{0F6830A5-18AB-4F1B-8BBB-DA235794CEC1}" dt="2025-12-18T16:11:13.451" v="431"/>
          <ac:inkMkLst>
            <pc:docMk/>
            <pc:sldMk cId="1499104062" sldId="267"/>
            <ac:inkMk id="185" creationId="{BCDA5E07-18E7-B0DF-9AB8-431366A50C2A}"/>
          </ac:inkMkLst>
        </pc:inkChg>
        <pc:inkChg chg="add mod">
          <ac:chgData name="Rodica Ioana Lung" userId="64ee56e8d7162e1e" providerId="LiveId" clId="{0F6830A5-18AB-4F1B-8BBB-DA235794CEC1}" dt="2025-12-18T16:11:13.451" v="431"/>
          <ac:inkMkLst>
            <pc:docMk/>
            <pc:sldMk cId="1499104062" sldId="267"/>
            <ac:inkMk id="186" creationId="{66B9AE4D-CC3F-74F8-AF4A-8C495CD72FA3}"/>
          </ac:inkMkLst>
        </pc:inkChg>
        <pc:inkChg chg="add mod">
          <ac:chgData name="Rodica Ioana Lung" userId="64ee56e8d7162e1e" providerId="LiveId" clId="{0F6830A5-18AB-4F1B-8BBB-DA235794CEC1}" dt="2025-12-18T16:11:13.451" v="431"/>
          <ac:inkMkLst>
            <pc:docMk/>
            <pc:sldMk cId="1499104062" sldId="267"/>
            <ac:inkMk id="187" creationId="{EB66C6E3-B9F1-0817-AD76-51147C29DEFC}"/>
          </ac:inkMkLst>
        </pc:inkChg>
        <pc:inkChg chg="add mod">
          <ac:chgData name="Rodica Ioana Lung" userId="64ee56e8d7162e1e" providerId="LiveId" clId="{0F6830A5-18AB-4F1B-8BBB-DA235794CEC1}" dt="2025-12-18T16:11:13.451" v="431"/>
          <ac:inkMkLst>
            <pc:docMk/>
            <pc:sldMk cId="1499104062" sldId="267"/>
            <ac:inkMk id="188" creationId="{03ED16B2-E8DB-AF79-B7C4-522811820A03}"/>
          </ac:inkMkLst>
        </pc:inkChg>
        <pc:inkChg chg="add">
          <ac:chgData name="Rodica Ioana Lung" userId="64ee56e8d7162e1e" providerId="LiveId" clId="{0F6830A5-18AB-4F1B-8BBB-DA235794CEC1}" dt="2025-12-18T16:11:11.157" v="427" actId="9405"/>
          <ac:inkMkLst>
            <pc:docMk/>
            <pc:sldMk cId="1499104062" sldId="267"/>
            <ac:inkMk id="189" creationId="{7F61E18A-EC86-6FB7-5291-D5AD3AAC18E5}"/>
          </ac:inkMkLst>
        </pc:inkChg>
        <pc:inkChg chg="add">
          <ac:chgData name="Rodica Ioana Lung" userId="64ee56e8d7162e1e" providerId="LiveId" clId="{0F6830A5-18AB-4F1B-8BBB-DA235794CEC1}" dt="2025-12-18T16:11:12.285" v="428" actId="9405"/>
          <ac:inkMkLst>
            <pc:docMk/>
            <pc:sldMk cId="1499104062" sldId="267"/>
            <ac:inkMk id="190" creationId="{1EA34634-630F-4982-E68E-9ECE022326E5}"/>
          </ac:inkMkLst>
        </pc:inkChg>
        <pc:inkChg chg="add mod">
          <ac:chgData name="Rodica Ioana Lung" userId="64ee56e8d7162e1e" providerId="LiveId" clId="{0F6830A5-18AB-4F1B-8BBB-DA235794CEC1}" dt="2025-12-18T16:11:13.451" v="431"/>
          <ac:inkMkLst>
            <pc:docMk/>
            <pc:sldMk cId="1499104062" sldId="267"/>
            <ac:inkMk id="191" creationId="{2498C97C-D940-3913-FD8F-931408AF8BA6}"/>
          </ac:inkMkLst>
        </pc:inkChg>
        <pc:inkChg chg="add mod">
          <ac:chgData name="Rodica Ioana Lung" userId="64ee56e8d7162e1e" providerId="LiveId" clId="{0F6830A5-18AB-4F1B-8BBB-DA235794CEC1}" dt="2025-12-18T16:12:14.974" v="463"/>
          <ac:inkMkLst>
            <pc:docMk/>
            <pc:sldMk cId="1499104062" sldId="267"/>
            <ac:inkMk id="192" creationId="{7062DDE0-BB58-6065-544F-FFA4919C5FF2}"/>
          </ac:inkMkLst>
        </pc:inkChg>
        <pc:inkChg chg="add mod">
          <ac:chgData name="Rodica Ioana Lung" userId="64ee56e8d7162e1e" providerId="LiveId" clId="{0F6830A5-18AB-4F1B-8BBB-DA235794CEC1}" dt="2025-12-18T16:11:35.596" v="439"/>
          <ac:inkMkLst>
            <pc:docMk/>
            <pc:sldMk cId="1499104062" sldId="267"/>
            <ac:inkMk id="194" creationId="{F8385D7F-2AC8-5E65-A59F-A06976854C0E}"/>
          </ac:inkMkLst>
        </pc:inkChg>
        <pc:inkChg chg="add mod">
          <ac:chgData name="Rodica Ioana Lung" userId="64ee56e8d7162e1e" providerId="LiveId" clId="{0F6830A5-18AB-4F1B-8BBB-DA235794CEC1}" dt="2025-12-18T16:11:35.596" v="439"/>
          <ac:inkMkLst>
            <pc:docMk/>
            <pc:sldMk cId="1499104062" sldId="267"/>
            <ac:inkMk id="195" creationId="{E9DCFF5A-3E46-0695-25A7-79FB0B1E6D44}"/>
          </ac:inkMkLst>
        </pc:inkChg>
        <pc:inkChg chg="add mod">
          <ac:chgData name="Rodica Ioana Lung" userId="64ee56e8d7162e1e" providerId="LiveId" clId="{0F6830A5-18AB-4F1B-8BBB-DA235794CEC1}" dt="2025-12-18T16:11:35.596" v="439"/>
          <ac:inkMkLst>
            <pc:docMk/>
            <pc:sldMk cId="1499104062" sldId="267"/>
            <ac:inkMk id="196" creationId="{BBCD6B5A-A171-9F1C-7565-353DD074B69D}"/>
          </ac:inkMkLst>
        </pc:inkChg>
        <pc:inkChg chg="add mod">
          <ac:chgData name="Rodica Ioana Lung" userId="64ee56e8d7162e1e" providerId="LiveId" clId="{0F6830A5-18AB-4F1B-8BBB-DA235794CEC1}" dt="2025-12-18T16:12:14.974" v="463"/>
          <ac:inkMkLst>
            <pc:docMk/>
            <pc:sldMk cId="1499104062" sldId="267"/>
            <ac:inkMk id="197" creationId="{1C2C5B0B-F399-543D-D132-DC95F16F75C4}"/>
          </ac:inkMkLst>
        </pc:inkChg>
        <pc:inkChg chg="add mod">
          <ac:chgData name="Rodica Ioana Lung" userId="64ee56e8d7162e1e" providerId="LiveId" clId="{0F6830A5-18AB-4F1B-8BBB-DA235794CEC1}" dt="2025-12-18T16:11:35.596" v="439"/>
          <ac:inkMkLst>
            <pc:docMk/>
            <pc:sldMk cId="1499104062" sldId="267"/>
            <ac:inkMk id="198" creationId="{9167590E-B9CC-0DD8-F815-144606450021}"/>
          </ac:inkMkLst>
        </pc:inkChg>
        <pc:inkChg chg="add mod">
          <ac:chgData name="Rodica Ioana Lung" userId="64ee56e8d7162e1e" providerId="LiveId" clId="{0F6830A5-18AB-4F1B-8BBB-DA235794CEC1}" dt="2025-12-18T16:11:35.596" v="439"/>
          <ac:inkMkLst>
            <pc:docMk/>
            <pc:sldMk cId="1499104062" sldId="267"/>
            <ac:inkMk id="199" creationId="{D595E188-157C-96B2-FC3A-FFF43E47B4E7}"/>
          </ac:inkMkLst>
        </pc:inkChg>
        <pc:inkChg chg="add mod">
          <ac:chgData name="Rodica Ioana Lung" userId="64ee56e8d7162e1e" providerId="LiveId" clId="{0F6830A5-18AB-4F1B-8BBB-DA235794CEC1}" dt="2025-12-18T16:11:35.596" v="439"/>
          <ac:inkMkLst>
            <pc:docMk/>
            <pc:sldMk cId="1499104062" sldId="267"/>
            <ac:inkMk id="200" creationId="{565C889C-3A86-A1A0-0D45-BDCB9AC5FB60}"/>
          </ac:inkMkLst>
        </pc:inkChg>
        <pc:inkChg chg="add mod">
          <ac:chgData name="Rodica Ioana Lung" userId="64ee56e8d7162e1e" providerId="LiveId" clId="{0F6830A5-18AB-4F1B-8BBB-DA235794CEC1}" dt="2025-12-18T16:11:46.487" v="442"/>
          <ac:inkMkLst>
            <pc:docMk/>
            <pc:sldMk cId="1499104062" sldId="267"/>
            <ac:inkMk id="203" creationId="{98233B20-0AE7-53A3-2B84-5A8A9A701B28}"/>
          </ac:inkMkLst>
        </pc:inkChg>
        <pc:inkChg chg="add mod">
          <ac:chgData name="Rodica Ioana Lung" userId="64ee56e8d7162e1e" providerId="LiveId" clId="{0F6830A5-18AB-4F1B-8BBB-DA235794CEC1}" dt="2025-12-18T16:11:46.487" v="442"/>
          <ac:inkMkLst>
            <pc:docMk/>
            <pc:sldMk cId="1499104062" sldId="267"/>
            <ac:inkMk id="204" creationId="{9CD1A7C6-9044-FB59-E132-72CFD8DB6B7D}"/>
          </ac:inkMkLst>
        </pc:inkChg>
        <pc:inkChg chg="add">
          <ac:chgData name="Rodica Ioana Lung" userId="64ee56e8d7162e1e" providerId="LiveId" clId="{0F6830A5-18AB-4F1B-8BBB-DA235794CEC1}" dt="2025-12-18T16:11:47.945" v="443" actId="9405"/>
          <ac:inkMkLst>
            <pc:docMk/>
            <pc:sldMk cId="1499104062" sldId="267"/>
            <ac:inkMk id="206" creationId="{156C2C2C-78D5-1B8E-3F3F-4DB9784FA947}"/>
          </ac:inkMkLst>
        </pc:inkChg>
        <pc:inkChg chg="add">
          <ac:chgData name="Rodica Ioana Lung" userId="64ee56e8d7162e1e" providerId="LiveId" clId="{0F6830A5-18AB-4F1B-8BBB-DA235794CEC1}" dt="2025-12-18T16:11:49.795" v="444" actId="9405"/>
          <ac:inkMkLst>
            <pc:docMk/>
            <pc:sldMk cId="1499104062" sldId="267"/>
            <ac:inkMk id="207" creationId="{DB1B45D2-E4A7-7347-76E9-9E70EFF8DB3E}"/>
          </ac:inkMkLst>
        </pc:inkChg>
        <pc:inkChg chg="add mod">
          <ac:chgData name="Rodica Ioana Lung" userId="64ee56e8d7162e1e" providerId="LiveId" clId="{0F6830A5-18AB-4F1B-8BBB-DA235794CEC1}" dt="2025-12-18T16:12:14.974" v="463"/>
          <ac:inkMkLst>
            <pc:docMk/>
            <pc:sldMk cId="1499104062" sldId="267"/>
            <ac:inkMk id="208" creationId="{93D4085D-2C00-0AE4-429B-D63CEEC87A8B}"/>
          </ac:inkMkLst>
        </pc:inkChg>
        <pc:inkChg chg="add mod">
          <ac:chgData name="Rodica Ioana Lung" userId="64ee56e8d7162e1e" providerId="LiveId" clId="{0F6830A5-18AB-4F1B-8BBB-DA235794CEC1}" dt="2025-12-18T16:12:04.268" v="451"/>
          <ac:inkMkLst>
            <pc:docMk/>
            <pc:sldMk cId="1499104062" sldId="267"/>
            <ac:inkMk id="209" creationId="{F9A471FF-B55C-0F65-FC14-281E300E741A}"/>
          </ac:inkMkLst>
        </pc:inkChg>
        <pc:inkChg chg="add mod">
          <ac:chgData name="Rodica Ioana Lung" userId="64ee56e8d7162e1e" providerId="LiveId" clId="{0F6830A5-18AB-4F1B-8BBB-DA235794CEC1}" dt="2025-12-18T16:12:04.268" v="451"/>
          <ac:inkMkLst>
            <pc:docMk/>
            <pc:sldMk cId="1499104062" sldId="267"/>
            <ac:inkMk id="210" creationId="{444B2A68-63C1-B2E9-AF3E-F9D76167FA98}"/>
          </ac:inkMkLst>
        </pc:inkChg>
        <pc:inkChg chg="add mod">
          <ac:chgData name="Rodica Ioana Lung" userId="64ee56e8d7162e1e" providerId="LiveId" clId="{0F6830A5-18AB-4F1B-8BBB-DA235794CEC1}" dt="2025-12-18T16:12:04.268" v="451"/>
          <ac:inkMkLst>
            <pc:docMk/>
            <pc:sldMk cId="1499104062" sldId="267"/>
            <ac:inkMk id="211" creationId="{A5170A36-D450-AE4D-9D91-2520B3BD91FC}"/>
          </ac:inkMkLst>
        </pc:inkChg>
        <pc:inkChg chg="add mod">
          <ac:chgData name="Rodica Ioana Lung" userId="64ee56e8d7162e1e" providerId="LiveId" clId="{0F6830A5-18AB-4F1B-8BBB-DA235794CEC1}" dt="2025-12-18T16:12:04.268" v="451"/>
          <ac:inkMkLst>
            <pc:docMk/>
            <pc:sldMk cId="1499104062" sldId="267"/>
            <ac:inkMk id="212" creationId="{FEAC38C4-5938-5AAF-F795-44EBF730EA6F}"/>
          </ac:inkMkLst>
        </pc:inkChg>
        <pc:inkChg chg="add mod">
          <ac:chgData name="Rodica Ioana Lung" userId="64ee56e8d7162e1e" providerId="LiveId" clId="{0F6830A5-18AB-4F1B-8BBB-DA235794CEC1}" dt="2025-12-18T16:12:04.268" v="451"/>
          <ac:inkMkLst>
            <pc:docMk/>
            <pc:sldMk cId="1499104062" sldId="267"/>
            <ac:inkMk id="213" creationId="{25D81B09-AE4D-D24A-0F46-A5CB37F1461B}"/>
          </ac:inkMkLst>
        </pc:inkChg>
        <pc:inkChg chg="add">
          <ac:chgData name="Rodica Ioana Lung" userId="64ee56e8d7162e1e" providerId="LiveId" clId="{0F6830A5-18AB-4F1B-8BBB-DA235794CEC1}" dt="2025-12-18T16:12:07.469" v="452" actId="9405"/>
          <ac:inkMkLst>
            <pc:docMk/>
            <pc:sldMk cId="1499104062" sldId="267"/>
            <ac:inkMk id="215" creationId="{CDC55D27-2BFE-EAE9-7C0F-4F685465EB44}"/>
          </ac:inkMkLst>
        </pc:inkChg>
        <pc:inkChg chg="add">
          <ac:chgData name="Rodica Ioana Lung" userId="64ee56e8d7162e1e" providerId="LiveId" clId="{0F6830A5-18AB-4F1B-8BBB-DA235794CEC1}" dt="2025-12-18T16:12:08.433" v="453" actId="9405"/>
          <ac:inkMkLst>
            <pc:docMk/>
            <pc:sldMk cId="1499104062" sldId="267"/>
            <ac:inkMk id="216" creationId="{21927663-C76E-6676-6425-3A23885DC684}"/>
          </ac:inkMkLst>
        </pc:inkChg>
        <pc:inkChg chg="add">
          <ac:chgData name="Rodica Ioana Lung" userId="64ee56e8d7162e1e" providerId="LiveId" clId="{0F6830A5-18AB-4F1B-8BBB-DA235794CEC1}" dt="2025-12-18T16:12:08.931" v="454" actId="9405"/>
          <ac:inkMkLst>
            <pc:docMk/>
            <pc:sldMk cId="1499104062" sldId="267"/>
            <ac:inkMk id="217" creationId="{07E2A6A4-4ED5-20D7-30BC-9517F7873D5F}"/>
          </ac:inkMkLst>
        </pc:inkChg>
        <pc:inkChg chg="add">
          <ac:chgData name="Rodica Ioana Lung" userId="64ee56e8d7162e1e" providerId="LiveId" clId="{0F6830A5-18AB-4F1B-8BBB-DA235794CEC1}" dt="2025-12-18T16:12:09.292" v="455" actId="9405"/>
          <ac:inkMkLst>
            <pc:docMk/>
            <pc:sldMk cId="1499104062" sldId="267"/>
            <ac:inkMk id="218" creationId="{94BC6D01-147E-48C5-8739-24AFB3A945AD}"/>
          </ac:inkMkLst>
        </pc:inkChg>
        <pc:inkChg chg="add">
          <ac:chgData name="Rodica Ioana Lung" userId="64ee56e8d7162e1e" providerId="LiveId" clId="{0F6830A5-18AB-4F1B-8BBB-DA235794CEC1}" dt="2025-12-18T16:12:09.565" v="456" actId="9405"/>
          <ac:inkMkLst>
            <pc:docMk/>
            <pc:sldMk cId="1499104062" sldId="267"/>
            <ac:inkMk id="219" creationId="{B69DF710-F788-7615-550E-AAAAA35E9B3B}"/>
          </ac:inkMkLst>
        </pc:inkChg>
        <pc:inkChg chg="add">
          <ac:chgData name="Rodica Ioana Lung" userId="64ee56e8d7162e1e" providerId="LiveId" clId="{0F6830A5-18AB-4F1B-8BBB-DA235794CEC1}" dt="2025-12-18T16:12:10.458" v="457" actId="9405"/>
          <ac:inkMkLst>
            <pc:docMk/>
            <pc:sldMk cId="1499104062" sldId="267"/>
            <ac:inkMk id="220" creationId="{7E1A910F-135B-A9FB-2219-1A3976290ADE}"/>
          </ac:inkMkLst>
        </pc:inkChg>
        <pc:inkChg chg="add">
          <ac:chgData name="Rodica Ioana Lung" userId="64ee56e8d7162e1e" providerId="LiveId" clId="{0F6830A5-18AB-4F1B-8BBB-DA235794CEC1}" dt="2025-12-18T16:12:11.562" v="458" actId="9405"/>
          <ac:inkMkLst>
            <pc:docMk/>
            <pc:sldMk cId="1499104062" sldId="267"/>
            <ac:inkMk id="221" creationId="{23208595-7A90-2D6B-F5DD-C8C52B5F8E26}"/>
          </ac:inkMkLst>
        </pc:inkChg>
        <pc:inkChg chg="add">
          <ac:chgData name="Rodica Ioana Lung" userId="64ee56e8d7162e1e" providerId="LiveId" clId="{0F6830A5-18AB-4F1B-8BBB-DA235794CEC1}" dt="2025-12-18T16:12:12.652" v="459" actId="9405"/>
          <ac:inkMkLst>
            <pc:docMk/>
            <pc:sldMk cId="1499104062" sldId="267"/>
            <ac:inkMk id="222" creationId="{063E0CF2-719A-6111-0127-1F72C40149F5}"/>
          </ac:inkMkLst>
        </pc:inkChg>
        <pc:inkChg chg="add">
          <ac:chgData name="Rodica Ioana Lung" userId="64ee56e8d7162e1e" providerId="LiveId" clId="{0F6830A5-18AB-4F1B-8BBB-DA235794CEC1}" dt="2025-12-18T16:12:13.463" v="460" actId="9405"/>
          <ac:inkMkLst>
            <pc:docMk/>
            <pc:sldMk cId="1499104062" sldId="267"/>
            <ac:inkMk id="223" creationId="{52F80627-3DBB-1B37-965D-B73A21ABB043}"/>
          </ac:inkMkLst>
        </pc:inkChg>
        <pc:inkChg chg="add">
          <ac:chgData name="Rodica Ioana Lung" userId="64ee56e8d7162e1e" providerId="LiveId" clId="{0F6830A5-18AB-4F1B-8BBB-DA235794CEC1}" dt="2025-12-18T16:12:13.813" v="461" actId="9405"/>
          <ac:inkMkLst>
            <pc:docMk/>
            <pc:sldMk cId="1499104062" sldId="267"/>
            <ac:inkMk id="224" creationId="{9B0EE7B9-269D-B1A8-CEC8-49A29937BB29}"/>
          </ac:inkMkLst>
        </pc:inkChg>
        <pc:inkChg chg="add">
          <ac:chgData name="Rodica Ioana Lung" userId="64ee56e8d7162e1e" providerId="LiveId" clId="{0F6830A5-18AB-4F1B-8BBB-DA235794CEC1}" dt="2025-12-18T16:12:13.948" v="462" actId="9405"/>
          <ac:inkMkLst>
            <pc:docMk/>
            <pc:sldMk cId="1499104062" sldId="267"/>
            <ac:inkMk id="225" creationId="{966EDB7C-F295-92F0-F871-86DD5B9FD6D5}"/>
          </ac:inkMkLst>
        </pc:inkChg>
        <pc:inkChg chg="add mod">
          <ac:chgData name="Rodica Ioana Lung" userId="64ee56e8d7162e1e" providerId="LiveId" clId="{0F6830A5-18AB-4F1B-8BBB-DA235794CEC1}" dt="2025-12-18T16:12:28.135" v="473"/>
          <ac:inkMkLst>
            <pc:docMk/>
            <pc:sldMk cId="1499104062" sldId="267"/>
            <ac:inkMk id="228" creationId="{53623CF6-26AA-78C0-F604-DD297FCC44F5}"/>
          </ac:inkMkLst>
        </pc:inkChg>
        <pc:inkChg chg="add mod">
          <ac:chgData name="Rodica Ioana Lung" userId="64ee56e8d7162e1e" providerId="LiveId" clId="{0F6830A5-18AB-4F1B-8BBB-DA235794CEC1}" dt="2025-12-18T16:12:28.135" v="473"/>
          <ac:inkMkLst>
            <pc:docMk/>
            <pc:sldMk cId="1499104062" sldId="267"/>
            <ac:inkMk id="229" creationId="{0318AAE0-4A43-C71C-6571-1DDE84CEF0E5}"/>
          </ac:inkMkLst>
        </pc:inkChg>
        <pc:inkChg chg="add mod">
          <ac:chgData name="Rodica Ioana Lung" userId="64ee56e8d7162e1e" providerId="LiveId" clId="{0F6830A5-18AB-4F1B-8BBB-DA235794CEC1}" dt="2025-12-18T16:12:28.135" v="473"/>
          <ac:inkMkLst>
            <pc:docMk/>
            <pc:sldMk cId="1499104062" sldId="267"/>
            <ac:inkMk id="230" creationId="{D1D258C8-0AB5-1938-8AA3-4DC3E4C44B8D}"/>
          </ac:inkMkLst>
        </pc:inkChg>
        <pc:inkChg chg="add mod">
          <ac:chgData name="Rodica Ioana Lung" userId="64ee56e8d7162e1e" providerId="LiveId" clId="{0F6830A5-18AB-4F1B-8BBB-DA235794CEC1}" dt="2025-12-18T16:12:28.135" v="473"/>
          <ac:inkMkLst>
            <pc:docMk/>
            <pc:sldMk cId="1499104062" sldId="267"/>
            <ac:inkMk id="232" creationId="{F332193D-8CFC-8F23-DBC6-BFB17F17A374}"/>
          </ac:inkMkLst>
        </pc:inkChg>
        <pc:inkChg chg="add mod">
          <ac:chgData name="Rodica Ioana Lung" userId="64ee56e8d7162e1e" providerId="LiveId" clId="{0F6830A5-18AB-4F1B-8BBB-DA235794CEC1}" dt="2025-12-18T16:12:28.135" v="473"/>
          <ac:inkMkLst>
            <pc:docMk/>
            <pc:sldMk cId="1499104062" sldId="267"/>
            <ac:inkMk id="233" creationId="{84148213-A6FD-E84F-A845-1AF05FAAB16F}"/>
          </ac:inkMkLst>
        </pc:inkChg>
        <pc:inkChg chg="add mod">
          <ac:chgData name="Rodica Ioana Lung" userId="64ee56e8d7162e1e" providerId="LiveId" clId="{0F6830A5-18AB-4F1B-8BBB-DA235794CEC1}" dt="2025-12-18T16:12:28.135" v="473"/>
          <ac:inkMkLst>
            <pc:docMk/>
            <pc:sldMk cId="1499104062" sldId="267"/>
            <ac:inkMk id="234" creationId="{3F2B202B-C72C-B016-3D13-B2086AFF7E9D}"/>
          </ac:inkMkLst>
        </pc:inkChg>
        <pc:inkChg chg="add mod">
          <ac:chgData name="Rodica Ioana Lung" userId="64ee56e8d7162e1e" providerId="LiveId" clId="{0F6830A5-18AB-4F1B-8BBB-DA235794CEC1}" dt="2025-12-18T16:12:28.135" v="473"/>
          <ac:inkMkLst>
            <pc:docMk/>
            <pc:sldMk cId="1499104062" sldId="267"/>
            <ac:inkMk id="235" creationId="{64AA5222-AD29-449D-B5CD-B460A7B87593}"/>
          </ac:inkMkLst>
        </pc:inkChg>
        <pc:inkChg chg="add mod">
          <ac:chgData name="Rodica Ioana Lung" userId="64ee56e8d7162e1e" providerId="LiveId" clId="{0F6830A5-18AB-4F1B-8BBB-DA235794CEC1}" dt="2025-12-18T16:12:28.135" v="473"/>
          <ac:inkMkLst>
            <pc:docMk/>
            <pc:sldMk cId="1499104062" sldId="267"/>
            <ac:inkMk id="236" creationId="{36ED50A5-F5CC-092F-A399-F4E755313A8E}"/>
          </ac:inkMkLst>
        </pc:inkChg>
        <pc:inkChg chg="add">
          <ac:chgData name="Rodica Ioana Lung" userId="64ee56e8d7162e1e" providerId="LiveId" clId="{0F6830A5-18AB-4F1B-8BBB-DA235794CEC1}" dt="2025-12-18T16:12:34.316" v="474" actId="9405"/>
          <ac:inkMkLst>
            <pc:docMk/>
            <pc:sldMk cId="1499104062" sldId="267"/>
            <ac:inkMk id="238" creationId="{EDE0932B-B8F8-3251-E96B-496DB9350240}"/>
          </ac:inkMkLst>
        </pc:inkChg>
        <pc:inkChg chg="add">
          <ac:chgData name="Rodica Ioana Lung" userId="64ee56e8d7162e1e" providerId="LiveId" clId="{0F6830A5-18AB-4F1B-8BBB-DA235794CEC1}" dt="2025-12-18T16:12:37.558" v="475" actId="9405"/>
          <ac:inkMkLst>
            <pc:docMk/>
            <pc:sldMk cId="1499104062" sldId="267"/>
            <ac:inkMk id="239" creationId="{99143A12-190A-9AC7-5E5D-0A819D85E774}"/>
          </ac:inkMkLst>
        </pc:inkChg>
        <pc:inkChg chg="add mod">
          <ac:chgData name="Rodica Ioana Lung" userId="64ee56e8d7162e1e" providerId="LiveId" clId="{0F6830A5-18AB-4F1B-8BBB-DA235794CEC1}" dt="2025-12-18T16:12:46.621" v="481"/>
          <ac:inkMkLst>
            <pc:docMk/>
            <pc:sldMk cId="1499104062" sldId="267"/>
            <ac:inkMk id="240" creationId="{4A4FE344-3881-1EAE-81DF-1409F9E8D419}"/>
          </ac:inkMkLst>
        </pc:inkChg>
        <pc:inkChg chg="add mod">
          <ac:chgData name="Rodica Ioana Lung" userId="64ee56e8d7162e1e" providerId="LiveId" clId="{0F6830A5-18AB-4F1B-8BBB-DA235794CEC1}" dt="2025-12-18T16:12:46.621" v="481"/>
          <ac:inkMkLst>
            <pc:docMk/>
            <pc:sldMk cId="1499104062" sldId="267"/>
            <ac:inkMk id="241" creationId="{9A3552DB-F9DC-3592-3157-F77D291F547A}"/>
          </ac:inkMkLst>
        </pc:inkChg>
        <pc:inkChg chg="add mod">
          <ac:chgData name="Rodica Ioana Lung" userId="64ee56e8d7162e1e" providerId="LiveId" clId="{0F6830A5-18AB-4F1B-8BBB-DA235794CEC1}" dt="2025-12-18T16:12:46.621" v="481"/>
          <ac:inkMkLst>
            <pc:docMk/>
            <pc:sldMk cId="1499104062" sldId="267"/>
            <ac:inkMk id="243" creationId="{0F08BCF9-BFCD-36F0-8A62-6FFD83A44EE2}"/>
          </ac:inkMkLst>
        </pc:inkChg>
        <pc:inkChg chg="add mod">
          <ac:chgData name="Rodica Ioana Lung" userId="64ee56e8d7162e1e" providerId="LiveId" clId="{0F6830A5-18AB-4F1B-8BBB-DA235794CEC1}" dt="2025-12-18T16:12:46.621" v="481"/>
          <ac:inkMkLst>
            <pc:docMk/>
            <pc:sldMk cId="1499104062" sldId="267"/>
            <ac:inkMk id="244" creationId="{085B05B7-E2BD-6E98-F131-E88A6710C784}"/>
          </ac:inkMkLst>
        </pc:inkChg>
      </pc:sldChg>
      <pc:sldChg chg="addSp delSp modSp new mod">
        <pc:chgData name="Rodica Ioana Lung" userId="64ee56e8d7162e1e" providerId="LiveId" clId="{0F6830A5-18AB-4F1B-8BBB-DA235794CEC1}" dt="2025-12-18T16:26:59.249" v="1038"/>
        <pc:sldMkLst>
          <pc:docMk/>
          <pc:sldMk cId="500398256" sldId="268"/>
        </pc:sldMkLst>
        <pc:grpChg chg="mod">
          <ac:chgData name="Rodica Ioana Lung" userId="64ee56e8d7162e1e" providerId="LiveId" clId="{0F6830A5-18AB-4F1B-8BBB-DA235794CEC1}" dt="2025-12-18T16:16:01.463" v="524"/>
          <ac:grpSpMkLst>
            <pc:docMk/>
            <pc:sldMk cId="500398256" sldId="268"/>
            <ac:grpSpMk id="9" creationId="{68F699B6-9417-D022-CC88-EA8CE3A063BA}"/>
          </ac:grpSpMkLst>
        </pc:grpChg>
        <pc:grpChg chg="mod">
          <ac:chgData name="Rodica Ioana Lung" userId="64ee56e8d7162e1e" providerId="LiveId" clId="{0F6830A5-18AB-4F1B-8BBB-DA235794CEC1}" dt="2025-12-18T16:16:03.255" v="528"/>
          <ac:grpSpMkLst>
            <pc:docMk/>
            <pc:sldMk cId="500398256" sldId="268"/>
            <ac:grpSpMk id="13" creationId="{DF551BE8-D8AE-A23A-9C70-FF293FB9AADA}"/>
          </ac:grpSpMkLst>
        </pc:grpChg>
        <pc:grpChg chg="del mod">
          <ac:chgData name="Rodica Ioana Lung" userId="64ee56e8d7162e1e" providerId="LiveId" clId="{0F6830A5-18AB-4F1B-8BBB-DA235794CEC1}" dt="2025-12-18T16:25:54.580" v="1024"/>
          <ac:grpSpMkLst>
            <pc:docMk/>
            <pc:sldMk cId="500398256" sldId="268"/>
            <ac:grpSpMk id="45" creationId="{5824A5D0-9FA1-9B5C-6F47-FF05A3B223D4}"/>
          </ac:grpSpMkLst>
        </pc:grpChg>
        <pc:grpChg chg="mod">
          <ac:chgData name="Rodica Ioana Lung" userId="64ee56e8d7162e1e" providerId="LiveId" clId="{0F6830A5-18AB-4F1B-8BBB-DA235794CEC1}" dt="2025-12-18T16:16:14.256" v="560"/>
          <ac:grpSpMkLst>
            <pc:docMk/>
            <pc:sldMk cId="500398256" sldId="268"/>
            <ac:grpSpMk id="46" creationId="{B22A4831-EFD1-7134-26D1-40AB07B83BEA}"/>
          </ac:grpSpMkLst>
        </pc:grpChg>
        <pc:grpChg chg="mod">
          <ac:chgData name="Rodica Ioana Lung" userId="64ee56e8d7162e1e" providerId="LiveId" clId="{0F6830A5-18AB-4F1B-8BBB-DA235794CEC1}" dt="2025-12-18T16:16:14.256" v="560"/>
          <ac:grpSpMkLst>
            <pc:docMk/>
            <pc:sldMk cId="500398256" sldId="268"/>
            <ac:grpSpMk id="47" creationId="{370383F5-0774-220B-9D63-98C7AAC6E2AB}"/>
          </ac:grpSpMkLst>
        </pc:grpChg>
        <pc:grpChg chg="del mod">
          <ac:chgData name="Rodica Ioana Lung" userId="64ee56e8d7162e1e" providerId="LiveId" clId="{0F6830A5-18AB-4F1B-8BBB-DA235794CEC1}" dt="2025-12-18T16:18:04.400" v="600"/>
          <ac:grpSpMkLst>
            <pc:docMk/>
            <pc:sldMk cId="500398256" sldId="268"/>
            <ac:grpSpMk id="48" creationId="{B8E5C81C-2B2F-99D8-0124-08489AE31259}"/>
          </ac:grpSpMkLst>
        </pc:grpChg>
        <pc:grpChg chg="del mod">
          <ac:chgData name="Rodica Ioana Lung" userId="64ee56e8d7162e1e" providerId="LiveId" clId="{0F6830A5-18AB-4F1B-8BBB-DA235794CEC1}" dt="2025-12-18T16:17:14.452" v="580"/>
          <ac:grpSpMkLst>
            <pc:docMk/>
            <pc:sldMk cId="500398256" sldId="268"/>
            <ac:grpSpMk id="59" creationId="{6F8E2E5D-4961-C479-FD45-CE8C8DBDED46}"/>
          </ac:grpSpMkLst>
        </pc:grpChg>
        <pc:grpChg chg="mod">
          <ac:chgData name="Rodica Ioana Lung" userId="64ee56e8d7162e1e" providerId="LiveId" clId="{0F6830A5-18AB-4F1B-8BBB-DA235794CEC1}" dt="2025-12-18T16:17:14.452" v="580"/>
          <ac:grpSpMkLst>
            <pc:docMk/>
            <pc:sldMk cId="500398256" sldId="268"/>
            <ac:grpSpMk id="68" creationId="{43CBF3B7-95DC-8F0D-1510-73C2C8B05166}"/>
          </ac:grpSpMkLst>
        </pc:grpChg>
        <pc:grpChg chg="del mod">
          <ac:chgData name="Rodica Ioana Lung" userId="64ee56e8d7162e1e" providerId="LiveId" clId="{0F6830A5-18AB-4F1B-8BBB-DA235794CEC1}" dt="2025-12-18T16:25:54.580" v="1024"/>
          <ac:grpSpMkLst>
            <pc:docMk/>
            <pc:sldMk cId="500398256" sldId="268"/>
            <ac:grpSpMk id="69" creationId="{2DCD138A-CC78-7F50-FA77-42486C6C7A94}"/>
          </ac:grpSpMkLst>
        </pc:grpChg>
        <pc:grpChg chg="mod">
          <ac:chgData name="Rodica Ioana Lung" userId="64ee56e8d7162e1e" providerId="LiveId" clId="{0F6830A5-18AB-4F1B-8BBB-DA235794CEC1}" dt="2025-12-18T16:17:18.579" v="587"/>
          <ac:grpSpMkLst>
            <pc:docMk/>
            <pc:sldMk cId="500398256" sldId="268"/>
            <ac:grpSpMk id="76" creationId="{AD8758B8-3938-A58B-88CC-053F7148F9C3}"/>
          </ac:grpSpMkLst>
        </pc:grpChg>
        <pc:grpChg chg="mod">
          <ac:chgData name="Rodica Ioana Lung" userId="64ee56e8d7162e1e" providerId="LiveId" clId="{0F6830A5-18AB-4F1B-8BBB-DA235794CEC1}" dt="2025-12-18T16:17:57.429" v="598"/>
          <ac:grpSpMkLst>
            <pc:docMk/>
            <pc:sldMk cId="500398256" sldId="268"/>
            <ac:grpSpMk id="87" creationId="{B8D19FB2-9DB0-E71E-603D-3101264452CB}"/>
          </ac:grpSpMkLst>
        </pc:grpChg>
        <pc:grpChg chg="mod">
          <ac:chgData name="Rodica Ioana Lung" userId="64ee56e8d7162e1e" providerId="LiveId" clId="{0F6830A5-18AB-4F1B-8BBB-DA235794CEC1}" dt="2025-12-18T16:17:57.429" v="598"/>
          <ac:grpSpMkLst>
            <pc:docMk/>
            <pc:sldMk cId="500398256" sldId="268"/>
            <ac:grpSpMk id="88" creationId="{4EDA5BC0-60F6-CF3B-9468-22CEDFEC491D}"/>
          </ac:grpSpMkLst>
        </pc:grpChg>
        <pc:grpChg chg="mod">
          <ac:chgData name="Rodica Ioana Lung" userId="64ee56e8d7162e1e" providerId="LiveId" clId="{0F6830A5-18AB-4F1B-8BBB-DA235794CEC1}" dt="2025-12-18T16:18:04.400" v="600"/>
          <ac:grpSpMkLst>
            <pc:docMk/>
            <pc:sldMk cId="500398256" sldId="268"/>
            <ac:grpSpMk id="90" creationId="{E1434705-99D8-343A-915E-BBFE2BB6FDA7}"/>
          </ac:grpSpMkLst>
        </pc:grpChg>
        <pc:grpChg chg="del mod">
          <ac:chgData name="Rodica Ioana Lung" userId="64ee56e8d7162e1e" providerId="LiveId" clId="{0F6830A5-18AB-4F1B-8BBB-DA235794CEC1}" dt="2025-12-18T16:25:54.580" v="1024"/>
          <ac:grpSpMkLst>
            <pc:docMk/>
            <pc:sldMk cId="500398256" sldId="268"/>
            <ac:grpSpMk id="93" creationId="{C30C667F-FAEE-94A3-0199-2DB42DCF476F}"/>
          </ac:grpSpMkLst>
        </pc:grpChg>
        <pc:grpChg chg="mod">
          <ac:chgData name="Rodica Ioana Lung" userId="64ee56e8d7162e1e" providerId="LiveId" clId="{0F6830A5-18AB-4F1B-8BBB-DA235794CEC1}" dt="2025-12-18T16:18:14.323" v="606"/>
          <ac:grpSpMkLst>
            <pc:docMk/>
            <pc:sldMk cId="500398256" sldId="268"/>
            <ac:grpSpMk id="96" creationId="{9C315C40-6995-0091-7385-3EA4ADA496AA}"/>
          </ac:grpSpMkLst>
        </pc:grpChg>
        <pc:grpChg chg="mod">
          <ac:chgData name="Rodica Ioana Lung" userId="64ee56e8d7162e1e" providerId="LiveId" clId="{0F6830A5-18AB-4F1B-8BBB-DA235794CEC1}" dt="2025-12-18T16:18:22.157" v="623"/>
          <ac:grpSpMkLst>
            <pc:docMk/>
            <pc:sldMk cId="500398256" sldId="268"/>
            <ac:grpSpMk id="113" creationId="{7403AAB1-F87B-47E2-B967-1288B9DF6921}"/>
          </ac:grpSpMkLst>
        </pc:grpChg>
        <pc:grpChg chg="mod">
          <ac:chgData name="Rodica Ioana Lung" userId="64ee56e8d7162e1e" providerId="LiveId" clId="{0F6830A5-18AB-4F1B-8BBB-DA235794CEC1}" dt="2025-12-18T16:18:22.157" v="623"/>
          <ac:grpSpMkLst>
            <pc:docMk/>
            <pc:sldMk cId="500398256" sldId="268"/>
            <ac:grpSpMk id="114" creationId="{01F32900-5CD7-CF27-7AC9-051F55647E74}"/>
          </ac:grpSpMkLst>
        </pc:grpChg>
        <pc:grpChg chg="del mod">
          <ac:chgData name="Rodica Ioana Lung" userId="64ee56e8d7162e1e" providerId="LiveId" clId="{0F6830A5-18AB-4F1B-8BBB-DA235794CEC1}" dt="2025-12-18T16:18:31.286" v="644"/>
          <ac:grpSpMkLst>
            <pc:docMk/>
            <pc:sldMk cId="500398256" sldId="268"/>
            <ac:grpSpMk id="117" creationId="{4C7950AD-2A76-FE13-152A-DC2092D7268C}"/>
          </ac:grpSpMkLst>
        </pc:grpChg>
        <pc:grpChg chg="mod">
          <ac:chgData name="Rodica Ioana Lung" userId="64ee56e8d7162e1e" providerId="LiveId" clId="{0F6830A5-18AB-4F1B-8BBB-DA235794CEC1}" dt="2025-12-18T16:18:31.286" v="644"/>
          <ac:grpSpMkLst>
            <pc:docMk/>
            <pc:sldMk cId="500398256" sldId="268"/>
            <ac:grpSpMk id="135" creationId="{159E617B-1B63-C81B-AD74-180A2FFEEBF4}"/>
          </ac:grpSpMkLst>
        </pc:grpChg>
        <pc:grpChg chg="mod">
          <ac:chgData name="Rodica Ioana Lung" userId="64ee56e8d7162e1e" providerId="LiveId" clId="{0F6830A5-18AB-4F1B-8BBB-DA235794CEC1}" dt="2025-12-18T16:18:31.286" v="644"/>
          <ac:grpSpMkLst>
            <pc:docMk/>
            <pc:sldMk cId="500398256" sldId="268"/>
            <ac:grpSpMk id="136" creationId="{2DA4CBA0-9E19-A604-2222-D1BA12A668B3}"/>
          </ac:grpSpMkLst>
        </pc:grpChg>
        <pc:grpChg chg="mod">
          <ac:chgData name="Rodica Ioana Lung" userId="64ee56e8d7162e1e" providerId="LiveId" clId="{0F6830A5-18AB-4F1B-8BBB-DA235794CEC1}" dt="2025-12-18T16:18:31.286" v="644"/>
          <ac:grpSpMkLst>
            <pc:docMk/>
            <pc:sldMk cId="500398256" sldId="268"/>
            <ac:grpSpMk id="137" creationId="{17DF03AE-729F-BF36-9E6B-D53623FEAB10}"/>
          </ac:grpSpMkLst>
        </pc:grpChg>
        <pc:grpChg chg="del mod">
          <ac:chgData name="Rodica Ioana Lung" userId="64ee56e8d7162e1e" providerId="LiveId" clId="{0F6830A5-18AB-4F1B-8BBB-DA235794CEC1}" dt="2025-12-18T16:18:41.796" v="661"/>
          <ac:grpSpMkLst>
            <pc:docMk/>
            <pc:sldMk cId="500398256" sldId="268"/>
            <ac:grpSpMk id="147" creationId="{66660FEC-E582-A745-2BAE-64B2575D4881}"/>
          </ac:grpSpMkLst>
        </pc:grpChg>
        <pc:grpChg chg="mod">
          <ac:chgData name="Rodica Ioana Lung" userId="64ee56e8d7162e1e" providerId="LiveId" clId="{0F6830A5-18AB-4F1B-8BBB-DA235794CEC1}" dt="2025-12-18T16:18:38.120" v="654"/>
          <ac:grpSpMkLst>
            <pc:docMk/>
            <pc:sldMk cId="500398256" sldId="268"/>
            <ac:grpSpMk id="148" creationId="{B60BB128-99D5-3FD7-D14D-688EC98B5815}"/>
          </ac:grpSpMkLst>
        </pc:grpChg>
        <pc:grpChg chg="mod">
          <ac:chgData name="Rodica Ioana Lung" userId="64ee56e8d7162e1e" providerId="LiveId" clId="{0F6830A5-18AB-4F1B-8BBB-DA235794CEC1}" dt="2025-12-18T16:18:41.796" v="661"/>
          <ac:grpSpMkLst>
            <pc:docMk/>
            <pc:sldMk cId="500398256" sldId="268"/>
            <ac:grpSpMk id="155" creationId="{801B6502-252B-22B4-FDE8-16C647C51C40}"/>
          </ac:grpSpMkLst>
        </pc:grpChg>
        <pc:grpChg chg="mod">
          <ac:chgData name="Rodica Ioana Lung" userId="64ee56e8d7162e1e" providerId="LiveId" clId="{0F6830A5-18AB-4F1B-8BBB-DA235794CEC1}" dt="2025-12-18T16:18:41.796" v="661"/>
          <ac:grpSpMkLst>
            <pc:docMk/>
            <pc:sldMk cId="500398256" sldId="268"/>
            <ac:grpSpMk id="156" creationId="{29B3EAA3-72A6-AF37-5381-66D423CD8E5E}"/>
          </ac:grpSpMkLst>
        </pc:grpChg>
        <pc:grpChg chg="del mod">
          <ac:chgData name="Rodica Ioana Lung" userId="64ee56e8d7162e1e" providerId="LiveId" clId="{0F6830A5-18AB-4F1B-8BBB-DA235794CEC1}" dt="2025-12-18T16:25:54.580" v="1024"/>
          <ac:grpSpMkLst>
            <pc:docMk/>
            <pc:sldMk cId="500398256" sldId="268"/>
            <ac:grpSpMk id="159" creationId="{35F5DF41-BFDB-88E2-9B63-0BE4606D54FE}"/>
          </ac:grpSpMkLst>
        </pc:grpChg>
        <pc:grpChg chg="del mod">
          <ac:chgData name="Rodica Ioana Lung" userId="64ee56e8d7162e1e" providerId="LiveId" clId="{0F6830A5-18AB-4F1B-8BBB-DA235794CEC1}" dt="2025-12-18T16:25:54.580" v="1024"/>
          <ac:grpSpMkLst>
            <pc:docMk/>
            <pc:sldMk cId="500398256" sldId="268"/>
            <ac:grpSpMk id="165" creationId="{3D470A84-5867-2D25-ADF9-E83AD00561D7}"/>
          </ac:grpSpMkLst>
        </pc:grpChg>
        <pc:grpChg chg="mod">
          <ac:chgData name="Rodica Ioana Lung" userId="64ee56e8d7162e1e" providerId="LiveId" clId="{0F6830A5-18AB-4F1B-8BBB-DA235794CEC1}" dt="2025-12-18T16:19:05.896" v="677"/>
          <ac:grpSpMkLst>
            <pc:docMk/>
            <pc:sldMk cId="500398256" sldId="268"/>
            <ac:grpSpMk id="172" creationId="{97BFA2B3-2559-A01A-A33A-EC2480F35DC6}"/>
          </ac:grpSpMkLst>
        </pc:grpChg>
        <pc:grpChg chg="mod">
          <ac:chgData name="Rodica Ioana Lung" userId="64ee56e8d7162e1e" providerId="LiveId" clId="{0F6830A5-18AB-4F1B-8BBB-DA235794CEC1}" dt="2025-12-18T16:19:13.279" v="681"/>
          <ac:grpSpMkLst>
            <pc:docMk/>
            <pc:sldMk cId="500398256" sldId="268"/>
            <ac:grpSpMk id="176" creationId="{A2F4E063-22C9-58DD-08F9-31B9E8C66D68}"/>
          </ac:grpSpMkLst>
        </pc:grpChg>
        <pc:grpChg chg="del mod">
          <ac:chgData name="Rodica Ioana Lung" userId="64ee56e8d7162e1e" providerId="LiveId" clId="{0F6830A5-18AB-4F1B-8BBB-DA235794CEC1}" dt="2025-12-18T16:25:54.580" v="1024"/>
          <ac:grpSpMkLst>
            <pc:docMk/>
            <pc:sldMk cId="500398256" sldId="268"/>
            <ac:grpSpMk id="186" creationId="{F368FEE9-060D-271F-4055-57EE0A67B2D1}"/>
          </ac:grpSpMkLst>
        </pc:grpChg>
        <pc:grpChg chg="mod">
          <ac:chgData name="Rodica Ioana Lung" userId="64ee56e8d7162e1e" providerId="LiveId" clId="{0F6830A5-18AB-4F1B-8BBB-DA235794CEC1}" dt="2025-12-18T16:19:25.906" v="710"/>
          <ac:grpSpMkLst>
            <pc:docMk/>
            <pc:sldMk cId="500398256" sldId="268"/>
            <ac:grpSpMk id="205" creationId="{A9910F52-AC8D-BF61-7692-5D7971A74A52}"/>
          </ac:grpSpMkLst>
        </pc:grpChg>
        <pc:grpChg chg="mod">
          <ac:chgData name="Rodica Ioana Lung" userId="64ee56e8d7162e1e" providerId="LiveId" clId="{0F6830A5-18AB-4F1B-8BBB-DA235794CEC1}" dt="2025-12-18T16:19:25.906" v="710"/>
          <ac:grpSpMkLst>
            <pc:docMk/>
            <pc:sldMk cId="500398256" sldId="268"/>
            <ac:grpSpMk id="206" creationId="{6BEE2B89-6CAC-64EA-DA6D-BAE96DBD4FED}"/>
          </ac:grpSpMkLst>
        </pc:grpChg>
        <pc:grpChg chg="del mod">
          <ac:chgData name="Rodica Ioana Lung" userId="64ee56e8d7162e1e" providerId="LiveId" clId="{0F6830A5-18AB-4F1B-8BBB-DA235794CEC1}" dt="2025-12-18T16:20:12.910" v="786"/>
          <ac:grpSpMkLst>
            <pc:docMk/>
            <pc:sldMk cId="500398256" sldId="268"/>
            <ac:grpSpMk id="232" creationId="{FA1C4EC2-0ACF-6F47-FA36-26EF97242EC9}"/>
          </ac:grpSpMkLst>
        </pc:grpChg>
        <pc:grpChg chg="mod">
          <ac:chgData name="Rodica Ioana Lung" userId="64ee56e8d7162e1e" providerId="LiveId" clId="{0F6830A5-18AB-4F1B-8BBB-DA235794CEC1}" dt="2025-12-18T16:19:44.952" v="736"/>
          <ac:grpSpMkLst>
            <pc:docMk/>
            <pc:sldMk cId="500398256" sldId="268"/>
            <ac:grpSpMk id="233" creationId="{968E70BD-C251-3FC7-29A0-EEB670FC2C69}"/>
          </ac:grpSpMkLst>
        </pc:grpChg>
        <pc:grpChg chg="del mod">
          <ac:chgData name="Rodica Ioana Lung" userId="64ee56e8d7162e1e" providerId="LiveId" clId="{0F6830A5-18AB-4F1B-8BBB-DA235794CEC1}" dt="2025-12-18T16:20:12.910" v="786"/>
          <ac:grpSpMkLst>
            <pc:docMk/>
            <pc:sldMk cId="500398256" sldId="268"/>
            <ac:grpSpMk id="239" creationId="{2414B17F-BBD1-316B-7269-41BAB02A67D7}"/>
          </ac:grpSpMkLst>
        </pc:grpChg>
        <pc:grpChg chg="del mod">
          <ac:chgData name="Rodica Ioana Lung" userId="64ee56e8d7162e1e" providerId="LiveId" clId="{0F6830A5-18AB-4F1B-8BBB-DA235794CEC1}" dt="2025-12-18T16:20:12.910" v="786"/>
          <ac:grpSpMkLst>
            <pc:docMk/>
            <pc:sldMk cId="500398256" sldId="268"/>
            <ac:grpSpMk id="243" creationId="{0772577E-FEA7-564F-87E1-E8F8BDE0B07A}"/>
          </ac:grpSpMkLst>
        </pc:grpChg>
        <pc:grpChg chg="del mod">
          <ac:chgData name="Rodica Ioana Lung" userId="64ee56e8d7162e1e" providerId="LiveId" clId="{0F6830A5-18AB-4F1B-8BBB-DA235794CEC1}" dt="2025-12-18T16:20:07.179" v="770"/>
          <ac:grpSpMkLst>
            <pc:docMk/>
            <pc:sldMk cId="500398256" sldId="268"/>
            <ac:grpSpMk id="250" creationId="{C6124430-EDA6-696B-1A14-DAF4195991EF}"/>
          </ac:grpSpMkLst>
        </pc:grpChg>
        <pc:grpChg chg="mod">
          <ac:chgData name="Rodica Ioana Lung" userId="64ee56e8d7162e1e" providerId="LiveId" clId="{0F6830A5-18AB-4F1B-8BBB-DA235794CEC1}" dt="2025-12-18T16:20:00.404" v="753"/>
          <ac:grpSpMkLst>
            <pc:docMk/>
            <pc:sldMk cId="500398256" sldId="268"/>
            <ac:grpSpMk id="251" creationId="{10F6CAF1-70E7-69B1-383B-34FC32F40BAA}"/>
          </ac:grpSpMkLst>
        </pc:grpChg>
        <pc:grpChg chg="del mod">
          <ac:chgData name="Rodica Ioana Lung" userId="64ee56e8d7162e1e" providerId="LiveId" clId="{0F6830A5-18AB-4F1B-8BBB-DA235794CEC1}" dt="2025-12-18T16:20:12.910" v="786"/>
          <ac:grpSpMkLst>
            <pc:docMk/>
            <pc:sldMk cId="500398256" sldId="268"/>
            <ac:grpSpMk id="268" creationId="{1C5BFF10-E421-8FC2-1F63-AFE465B9D4F2}"/>
          </ac:grpSpMkLst>
        </pc:grpChg>
        <pc:grpChg chg="mod">
          <ac:chgData name="Rodica Ioana Lung" userId="64ee56e8d7162e1e" providerId="LiveId" clId="{0F6830A5-18AB-4F1B-8BBB-DA235794CEC1}" dt="2025-12-18T16:20:12.910" v="786"/>
          <ac:grpSpMkLst>
            <pc:docMk/>
            <pc:sldMk cId="500398256" sldId="268"/>
            <ac:grpSpMk id="284" creationId="{8BF29A61-7A90-4E63-E964-E39ECA062C45}"/>
          </ac:grpSpMkLst>
        </pc:grpChg>
        <pc:grpChg chg="mod">
          <ac:chgData name="Rodica Ioana Lung" userId="64ee56e8d7162e1e" providerId="LiveId" clId="{0F6830A5-18AB-4F1B-8BBB-DA235794CEC1}" dt="2025-12-18T16:20:29.607" v="799"/>
          <ac:grpSpMkLst>
            <pc:docMk/>
            <pc:sldMk cId="500398256" sldId="268"/>
            <ac:grpSpMk id="297" creationId="{C7E8D901-2359-1D83-4370-FC4A87BC120D}"/>
          </ac:grpSpMkLst>
        </pc:grpChg>
        <pc:grpChg chg="mod">
          <ac:chgData name="Rodica Ioana Lung" userId="64ee56e8d7162e1e" providerId="LiveId" clId="{0F6830A5-18AB-4F1B-8BBB-DA235794CEC1}" dt="2025-12-18T16:20:29.607" v="799"/>
          <ac:grpSpMkLst>
            <pc:docMk/>
            <pc:sldMk cId="500398256" sldId="268"/>
            <ac:grpSpMk id="298" creationId="{6D7C608B-1EF1-8BBB-C8FE-C9B0DD468385}"/>
          </ac:grpSpMkLst>
        </pc:grpChg>
        <pc:grpChg chg="del mod">
          <ac:chgData name="Rodica Ioana Lung" userId="64ee56e8d7162e1e" providerId="LiveId" clId="{0F6830A5-18AB-4F1B-8BBB-DA235794CEC1}" dt="2025-12-18T16:25:54.580" v="1024"/>
          <ac:grpSpMkLst>
            <pc:docMk/>
            <pc:sldMk cId="500398256" sldId="268"/>
            <ac:grpSpMk id="302" creationId="{A0D236F1-1A5E-36AA-0F94-FC2E51666BF8}"/>
          </ac:grpSpMkLst>
        </pc:grpChg>
        <pc:grpChg chg="mod">
          <ac:chgData name="Rodica Ioana Lung" userId="64ee56e8d7162e1e" providerId="LiveId" clId="{0F6830A5-18AB-4F1B-8BBB-DA235794CEC1}" dt="2025-12-18T16:20:41.089" v="808"/>
          <ac:grpSpMkLst>
            <pc:docMk/>
            <pc:sldMk cId="500398256" sldId="268"/>
            <ac:grpSpMk id="307" creationId="{39AD650F-469F-D474-2180-EA97360AC446}"/>
          </ac:grpSpMkLst>
        </pc:grpChg>
        <pc:grpChg chg="del mod">
          <ac:chgData name="Rodica Ioana Lung" userId="64ee56e8d7162e1e" providerId="LiveId" clId="{0F6830A5-18AB-4F1B-8BBB-DA235794CEC1}" dt="2025-12-18T16:25:54.580" v="1024"/>
          <ac:grpSpMkLst>
            <pc:docMk/>
            <pc:sldMk cId="500398256" sldId="268"/>
            <ac:grpSpMk id="314" creationId="{5CB50705-7606-3731-6755-DBDD5D0A2086}"/>
          </ac:grpSpMkLst>
        </pc:grpChg>
        <pc:grpChg chg="del mod">
          <ac:chgData name="Rodica Ioana Lung" userId="64ee56e8d7162e1e" providerId="LiveId" clId="{0F6830A5-18AB-4F1B-8BBB-DA235794CEC1}" dt="2025-12-18T16:22:42.303" v="915"/>
          <ac:grpSpMkLst>
            <pc:docMk/>
            <pc:sldMk cId="500398256" sldId="268"/>
            <ac:grpSpMk id="323" creationId="{90F98165-B325-7E49-C154-D82B1E1F0C4F}"/>
          </ac:grpSpMkLst>
        </pc:grpChg>
        <pc:grpChg chg="del mod">
          <ac:chgData name="Rodica Ioana Lung" userId="64ee56e8d7162e1e" providerId="LiveId" clId="{0F6830A5-18AB-4F1B-8BBB-DA235794CEC1}" dt="2025-12-18T16:22:06.979" v="888"/>
          <ac:grpSpMkLst>
            <pc:docMk/>
            <pc:sldMk cId="500398256" sldId="268"/>
            <ac:grpSpMk id="335" creationId="{AA0ACE49-53AB-B722-2844-CBD30B32B840}"/>
          </ac:grpSpMkLst>
        </pc:grpChg>
        <pc:grpChg chg="del mod">
          <ac:chgData name="Rodica Ioana Lung" userId="64ee56e8d7162e1e" providerId="LiveId" clId="{0F6830A5-18AB-4F1B-8BBB-DA235794CEC1}" dt="2025-12-18T16:21:29.262" v="842"/>
          <ac:grpSpMkLst>
            <pc:docMk/>
            <pc:sldMk cId="500398256" sldId="268"/>
            <ac:grpSpMk id="338" creationId="{74682C96-D57E-821E-17DD-4924A8421ADA}"/>
          </ac:grpSpMkLst>
        </pc:grpChg>
        <pc:grpChg chg="del mod">
          <ac:chgData name="Rodica Ioana Lung" userId="64ee56e8d7162e1e" providerId="LiveId" clId="{0F6830A5-18AB-4F1B-8BBB-DA235794CEC1}" dt="2025-12-18T16:22:06.979" v="888"/>
          <ac:grpSpMkLst>
            <pc:docMk/>
            <pc:sldMk cId="500398256" sldId="268"/>
            <ac:grpSpMk id="341" creationId="{6EBFB86E-A405-F0F4-6FA1-B3938260DF0E}"/>
          </ac:grpSpMkLst>
        </pc:grpChg>
        <pc:grpChg chg="del mod">
          <ac:chgData name="Rodica Ioana Lung" userId="64ee56e8d7162e1e" providerId="LiveId" clId="{0F6830A5-18AB-4F1B-8BBB-DA235794CEC1}" dt="2025-12-18T16:21:46.037" v="852"/>
          <ac:grpSpMkLst>
            <pc:docMk/>
            <pc:sldMk cId="500398256" sldId="268"/>
            <ac:grpSpMk id="347" creationId="{3F8B107C-23A4-73AB-DDF6-BF32A097E054}"/>
          </ac:grpSpMkLst>
        </pc:grpChg>
        <pc:grpChg chg="del mod">
          <ac:chgData name="Rodica Ioana Lung" userId="64ee56e8d7162e1e" providerId="LiveId" clId="{0F6830A5-18AB-4F1B-8BBB-DA235794CEC1}" dt="2025-12-18T16:21:59.232" v="873"/>
          <ac:grpSpMkLst>
            <pc:docMk/>
            <pc:sldMk cId="500398256" sldId="268"/>
            <ac:grpSpMk id="363" creationId="{9FAD9CCB-9202-C8A7-D283-38339ACAD1ED}"/>
          </ac:grpSpMkLst>
        </pc:grpChg>
        <pc:grpChg chg="del mod">
          <ac:chgData name="Rodica Ioana Lung" userId="64ee56e8d7162e1e" providerId="LiveId" clId="{0F6830A5-18AB-4F1B-8BBB-DA235794CEC1}" dt="2025-12-18T16:22:37.345" v="909"/>
          <ac:grpSpMkLst>
            <pc:docMk/>
            <pc:sldMk cId="500398256" sldId="268"/>
            <ac:grpSpMk id="367" creationId="{000DEAB8-302D-BA3A-9BD6-1BF165628E7C}"/>
          </ac:grpSpMkLst>
        </pc:grpChg>
        <pc:grpChg chg="mod">
          <ac:chgData name="Rodica Ioana Lung" userId="64ee56e8d7162e1e" providerId="LiveId" clId="{0F6830A5-18AB-4F1B-8BBB-DA235794CEC1}" dt="2025-12-18T16:22:06.979" v="888"/>
          <ac:grpSpMkLst>
            <pc:docMk/>
            <pc:sldMk cId="500398256" sldId="268"/>
            <ac:grpSpMk id="382" creationId="{CA486211-04DD-0D43-20D9-D0808C203E37}"/>
          </ac:grpSpMkLst>
        </pc:grpChg>
        <pc:grpChg chg="mod">
          <ac:chgData name="Rodica Ioana Lung" userId="64ee56e8d7162e1e" providerId="LiveId" clId="{0F6830A5-18AB-4F1B-8BBB-DA235794CEC1}" dt="2025-12-18T16:22:11.774" v="891"/>
          <ac:grpSpMkLst>
            <pc:docMk/>
            <pc:sldMk cId="500398256" sldId="268"/>
            <ac:grpSpMk id="385" creationId="{38D73472-15D4-99BA-5A55-C215F7423BA7}"/>
          </ac:grpSpMkLst>
        </pc:grpChg>
        <pc:grpChg chg="del mod">
          <ac:chgData name="Rodica Ioana Lung" userId="64ee56e8d7162e1e" providerId="LiveId" clId="{0F6830A5-18AB-4F1B-8BBB-DA235794CEC1}" dt="2025-12-18T16:22:37.345" v="909"/>
          <ac:grpSpMkLst>
            <pc:docMk/>
            <pc:sldMk cId="500398256" sldId="268"/>
            <ac:grpSpMk id="399" creationId="{2F7D7C78-8B34-C512-D3CB-3133599CDBBF}"/>
          </ac:grpSpMkLst>
        </pc:grpChg>
        <pc:grpChg chg="mod">
          <ac:chgData name="Rodica Ioana Lung" userId="64ee56e8d7162e1e" providerId="LiveId" clId="{0F6830A5-18AB-4F1B-8BBB-DA235794CEC1}" dt="2025-12-18T16:22:37.345" v="909"/>
          <ac:grpSpMkLst>
            <pc:docMk/>
            <pc:sldMk cId="500398256" sldId="268"/>
            <ac:grpSpMk id="403" creationId="{762AFE73-F62F-B910-B845-BFB7C987E675}"/>
          </ac:grpSpMkLst>
        </pc:grpChg>
        <pc:grpChg chg="mod">
          <ac:chgData name="Rodica Ioana Lung" userId="64ee56e8d7162e1e" providerId="LiveId" clId="{0F6830A5-18AB-4F1B-8BBB-DA235794CEC1}" dt="2025-12-18T16:22:39.500" v="913"/>
          <ac:grpSpMkLst>
            <pc:docMk/>
            <pc:sldMk cId="500398256" sldId="268"/>
            <ac:grpSpMk id="407" creationId="{E68C9306-57BB-5FCF-307D-406476812285}"/>
          </ac:grpSpMkLst>
        </pc:grpChg>
        <pc:grpChg chg="del mod">
          <ac:chgData name="Rodica Ioana Lung" userId="64ee56e8d7162e1e" providerId="LiveId" clId="{0F6830A5-18AB-4F1B-8BBB-DA235794CEC1}" dt="2025-12-18T16:22:53.548" v="925"/>
          <ac:grpSpMkLst>
            <pc:docMk/>
            <pc:sldMk cId="500398256" sldId="268"/>
            <ac:grpSpMk id="409" creationId="{FAF174E7-B71D-6C29-C282-7369A68AA949}"/>
          </ac:grpSpMkLst>
        </pc:grpChg>
        <pc:grpChg chg="mod">
          <ac:chgData name="Rodica Ioana Lung" userId="64ee56e8d7162e1e" providerId="LiveId" clId="{0F6830A5-18AB-4F1B-8BBB-DA235794CEC1}" dt="2025-12-18T16:22:48.648" v="923"/>
          <ac:grpSpMkLst>
            <pc:docMk/>
            <pc:sldMk cId="500398256" sldId="268"/>
            <ac:grpSpMk id="417" creationId="{1181F121-3825-3D96-7B36-6D8DC20C1874}"/>
          </ac:grpSpMkLst>
        </pc:grpChg>
        <pc:grpChg chg="mod">
          <ac:chgData name="Rodica Ioana Lung" userId="64ee56e8d7162e1e" providerId="LiveId" clId="{0F6830A5-18AB-4F1B-8BBB-DA235794CEC1}" dt="2025-12-18T16:22:48.648" v="923"/>
          <ac:grpSpMkLst>
            <pc:docMk/>
            <pc:sldMk cId="500398256" sldId="268"/>
            <ac:grpSpMk id="418" creationId="{973A189E-D750-D465-2BA1-13EFFE7FDF6B}"/>
          </ac:grpSpMkLst>
        </pc:grpChg>
        <pc:grpChg chg="mod">
          <ac:chgData name="Rodica Ioana Lung" userId="64ee56e8d7162e1e" providerId="LiveId" clId="{0F6830A5-18AB-4F1B-8BBB-DA235794CEC1}" dt="2025-12-18T16:22:53.548" v="925"/>
          <ac:grpSpMkLst>
            <pc:docMk/>
            <pc:sldMk cId="500398256" sldId="268"/>
            <ac:grpSpMk id="420" creationId="{D27C4431-59D5-6236-8E56-7A96E2DEC2EF}"/>
          </ac:grpSpMkLst>
        </pc:grpChg>
        <pc:grpChg chg="mod">
          <ac:chgData name="Rodica Ioana Lung" userId="64ee56e8d7162e1e" providerId="LiveId" clId="{0F6830A5-18AB-4F1B-8BBB-DA235794CEC1}" dt="2025-12-18T16:23:05.982" v="934"/>
          <ac:grpSpMkLst>
            <pc:docMk/>
            <pc:sldMk cId="500398256" sldId="268"/>
            <ac:grpSpMk id="429" creationId="{874585C2-D1D7-7B38-8925-EEF5B89E4F56}"/>
          </ac:grpSpMkLst>
        </pc:grpChg>
        <pc:grpChg chg="del mod">
          <ac:chgData name="Rodica Ioana Lung" userId="64ee56e8d7162e1e" providerId="LiveId" clId="{0F6830A5-18AB-4F1B-8BBB-DA235794CEC1}" dt="2025-12-18T16:23:11.497" v="940"/>
          <ac:grpSpMkLst>
            <pc:docMk/>
            <pc:sldMk cId="500398256" sldId="268"/>
            <ac:grpSpMk id="433" creationId="{D6FBCD91-DC2D-F291-5264-09EC3F04AE5B}"/>
          </ac:grpSpMkLst>
        </pc:grpChg>
        <pc:grpChg chg="mod">
          <ac:chgData name="Rodica Ioana Lung" userId="64ee56e8d7162e1e" providerId="LiveId" clId="{0F6830A5-18AB-4F1B-8BBB-DA235794CEC1}" dt="2025-12-18T16:23:17.774" v="947"/>
          <ac:grpSpMkLst>
            <pc:docMk/>
            <pc:sldMk cId="500398256" sldId="268"/>
            <ac:grpSpMk id="440" creationId="{82ABBBC9-8150-B383-E53E-08C9EC73E00B}"/>
          </ac:grpSpMkLst>
        </pc:grpChg>
        <pc:grpChg chg="del mod">
          <ac:chgData name="Rodica Ioana Lung" userId="64ee56e8d7162e1e" providerId="LiveId" clId="{0F6830A5-18AB-4F1B-8BBB-DA235794CEC1}" dt="2025-12-18T16:23:42.803" v="964"/>
          <ac:grpSpMkLst>
            <pc:docMk/>
            <pc:sldMk cId="500398256" sldId="268"/>
            <ac:grpSpMk id="453" creationId="{5B36815A-626C-0C8C-861F-83A8589D368D}"/>
          </ac:grpSpMkLst>
        </pc:grpChg>
        <pc:grpChg chg="del mod">
          <ac:chgData name="Rodica Ioana Lung" userId="64ee56e8d7162e1e" providerId="LiveId" clId="{0F6830A5-18AB-4F1B-8BBB-DA235794CEC1}" dt="2025-12-18T16:23:42.803" v="964"/>
          <ac:grpSpMkLst>
            <pc:docMk/>
            <pc:sldMk cId="500398256" sldId="268"/>
            <ac:grpSpMk id="457" creationId="{3DF5EC35-9130-81E2-FCDA-4318E32ACFA5}"/>
          </ac:grpSpMkLst>
        </pc:grpChg>
        <pc:grpChg chg="del mod">
          <ac:chgData name="Rodica Ioana Lung" userId="64ee56e8d7162e1e" providerId="LiveId" clId="{0F6830A5-18AB-4F1B-8BBB-DA235794CEC1}" dt="2025-12-18T16:23:47.134" v="970"/>
          <ac:grpSpMkLst>
            <pc:docMk/>
            <pc:sldMk cId="500398256" sldId="268"/>
            <ac:grpSpMk id="458" creationId="{7ADCA9DE-E97B-1DB9-53F1-51E0609B49C2}"/>
          </ac:grpSpMkLst>
        </pc:grpChg>
        <pc:grpChg chg="mod">
          <ac:chgData name="Rodica Ioana Lung" userId="64ee56e8d7162e1e" providerId="LiveId" clId="{0F6830A5-18AB-4F1B-8BBB-DA235794CEC1}" dt="2025-12-18T16:23:47.134" v="970"/>
          <ac:grpSpMkLst>
            <pc:docMk/>
            <pc:sldMk cId="500398256" sldId="268"/>
            <ac:grpSpMk id="464" creationId="{0F5A7C70-9F93-5B6A-D82C-3579BABE7F9A}"/>
          </ac:grpSpMkLst>
        </pc:grpChg>
        <pc:grpChg chg="mod">
          <ac:chgData name="Rodica Ioana Lung" userId="64ee56e8d7162e1e" providerId="LiveId" clId="{0F6830A5-18AB-4F1B-8BBB-DA235794CEC1}" dt="2025-12-18T16:23:52.972" v="978"/>
          <ac:grpSpMkLst>
            <pc:docMk/>
            <pc:sldMk cId="500398256" sldId="268"/>
            <ac:grpSpMk id="472" creationId="{AAEC5094-1E66-65C3-4D84-FB2FC1057499}"/>
          </ac:grpSpMkLst>
        </pc:grpChg>
        <pc:grpChg chg="mod">
          <ac:chgData name="Rodica Ioana Lung" userId="64ee56e8d7162e1e" providerId="LiveId" clId="{0F6830A5-18AB-4F1B-8BBB-DA235794CEC1}" dt="2025-12-18T16:23:52.972" v="978"/>
          <ac:grpSpMkLst>
            <pc:docMk/>
            <pc:sldMk cId="500398256" sldId="268"/>
            <ac:grpSpMk id="473" creationId="{1A21959D-8EE2-D387-A581-8C2A79B72070}"/>
          </ac:grpSpMkLst>
        </pc:grpChg>
        <pc:grpChg chg="mod">
          <ac:chgData name="Rodica Ioana Lung" userId="64ee56e8d7162e1e" providerId="LiveId" clId="{0F6830A5-18AB-4F1B-8BBB-DA235794CEC1}" dt="2025-12-18T16:23:52.972" v="978"/>
          <ac:grpSpMkLst>
            <pc:docMk/>
            <pc:sldMk cId="500398256" sldId="268"/>
            <ac:grpSpMk id="474" creationId="{504C2CFC-9675-1352-91BE-BCA1FA6CCB7E}"/>
          </ac:grpSpMkLst>
        </pc:grpChg>
        <pc:grpChg chg="mod">
          <ac:chgData name="Rodica Ioana Lung" userId="64ee56e8d7162e1e" providerId="LiveId" clId="{0F6830A5-18AB-4F1B-8BBB-DA235794CEC1}" dt="2025-12-18T16:24:00.477" v="989"/>
          <ac:grpSpMkLst>
            <pc:docMk/>
            <pc:sldMk cId="500398256" sldId="268"/>
            <ac:grpSpMk id="485" creationId="{5DD8750F-B2FD-BC96-920B-4CCCAEED4FCF}"/>
          </ac:grpSpMkLst>
        </pc:grpChg>
        <pc:grpChg chg="del mod">
          <ac:chgData name="Rodica Ioana Lung" userId="64ee56e8d7162e1e" providerId="LiveId" clId="{0F6830A5-18AB-4F1B-8BBB-DA235794CEC1}" dt="2025-12-18T16:25:54.580" v="1024"/>
          <ac:grpSpMkLst>
            <pc:docMk/>
            <pc:sldMk cId="500398256" sldId="268"/>
            <ac:grpSpMk id="486" creationId="{564A1B94-C5C4-9E3D-53F1-F7184A98DB71}"/>
          </ac:grpSpMkLst>
        </pc:grpChg>
        <pc:grpChg chg="mod">
          <ac:chgData name="Rodica Ioana Lung" userId="64ee56e8d7162e1e" providerId="LiveId" clId="{0F6830A5-18AB-4F1B-8BBB-DA235794CEC1}" dt="2025-12-18T16:24:08.428" v="999"/>
          <ac:grpSpMkLst>
            <pc:docMk/>
            <pc:sldMk cId="500398256" sldId="268"/>
            <ac:grpSpMk id="496" creationId="{98303613-BAB6-EEA5-2B4D-DE35381624AC}"/>
          </ac:grpSpMkLst>
        </pc:grpChg>
        <pc:grpChg chg="del mod">
          <ac:chgData name="Rodica Ioana Lung" userId="64ee56e8d7162e1e" providerId="LiveId" clId="{0F6830A5-18AB-4F1B-8BBB-DA235794CEC1}" dt="2025-12-18T16:25:14.701" v="1009"/>
          <ac:grpSpMkLst>
            <pc:docMk/>
            <pc:sldMk cId="500398256" sldId="268"/>
            <ac:grpSpMk id="503" creationId="{7FC8E491-1617-0862-59FF-D1B3190AECF4}"/>
          </ac:grpSpMkLst>
        </pc:grpChg>
        <pc:grpChg chg="mod">
          <ac:chgData name="Rodica Ioana Lung" userId="64ee56e8d7162e1e" providerId="LiveId" clId="{0F6830A5-18AB-4F1B-8BBB-DA235794CEC1}" dt="2025-12-18T16:25:14.701" v="1009"/>
          <ac:grpSpMkLst>
            <pc:docMk/>
            <pc:sldMk cId="500398256" sldId="268"/>
            <ac:grpSpMk id="506" creationId="{9CD343CD-88A2-AC56-E54C-C5EA73F17810}"/>
          </ac:grpSpMkLst>
        </pc:grpChg>
        <pc:grpChg chg="del mod">
          <ac:chgData name="Rodica Ioana Lung" userId="64ee56e8d7162e1e" providerId="LiveId" clId="{0F6830A5-18AB-4F1B-8BBB-DA235794CEC1}" dt="2025-12-18T16:25:43.811" v="1022"/>
          <ac:grpSpMkLst>
            <pc:docMk/>
            <pc:sldMk cId="500398256" sldId="268"/>
            <ac:grpSpMk id="512" creationId="{1DE418B6-F042-E194-68D4-715743EAD4F8}"/>
          </ac:grpSpMkLst>
        </pc:grpChg>
        <pc:grpChg chg="mod">
          <ac:chgData name="Rodica Ioana Lung" userId="64ee56e8d7162e1e" providerId="LiveId" clId="{0F6830A5-18AB-4F1B-8BBB-DA235794CEC1}" dt="2025-12-18T16:25:43.811" v="1022"/>
          <ac:grpSpMkLst>
            <pc:docMk/>
            <pc:sldMk cId="500398256" sldId="268"/>
            <ac:grpSpMk id="519" creationId="{271FCF60-AE0E-496A-1BAF-BF2B4D8B41E8}"/>
          </ac:grpSpMkLst>
        </pc:grpChg>
        <pc:grpChg chg="mod">
          <ac:chgData name="Rodica Ioana Lung" userId="64ee56e8d7162e1e" providerId="LiveId" clId="{0F6830A5-18AB-4F1B-8BBB-DA235794CEC1}" dt="2025-12-18T16:25:54.580" v="1024"/>
          <ac:grpSpMkLst>
            <pc:docMk/>
            <pc:sldMk cId="500398256" sldId="268"/>
            <ac:grpSpMk id="521" creationId="{FAFF6BDE-DDFA-3CAC-01B9-6024D115C766}"/>
          </ac:grpSpMkLst>
        </pc:grpChg>
        <pc:grpChg chg="mod">
          <ac:chgData name="Rodica Ioana Lung" userId="64ee56e8d7162e1e" providerId="LiveId" clId="{0F6830A5-18AB-4F1B-8BBB-DA235794CEC1}" dt="2025-12-18T16:26:05.228" v="1027"/>
          <ac:grpSpMkLst>
            <pc:docMk/>
            <pc:sldMk cId="500398256" sldId="268"/>
            <ac:grpSpMk id="524" creationId="{88335157-429A-C778-9DAF-519E01964267}"/>
          </ac:grpSpMkLst>
        </pc:grpChg>
        <pc:grpChg chg="mod">
          <ac:chgData name="Rodica Ioana Lung" userId="64ee56e8d7162e1e" providerId="LiveId" clId="{0F6830A5-18AB-4F1B-8BBB-DA235794CEC1}" dt="2025-12-18T16:26:11.843" v="1030"/>
          <ac:grpSpMkLst>
            <pc:docMk/>
            <pc:sldMk cId="500398256" sldId="268"/>
            <ac:grpSpMk id="527" creationId="{0D5EF009-F72A-FEA0-9BF3-7DD805B50ECF}"/>
          </ac:grpSpMkLst>
        </pc:grpChg>
        <pc:grpChg chg="mod">
          <ac:chgData name="Rodica Ioana Lung" userId="64ee56e8d7162e1e" providerId="LiveId" clId="{0F6830A5-18AB-4F1B-8BBB-DA235794CEC1}" dt="2025-12-18T16:26:59.249" v="1038"/>
          <ac:grpSpMkLst>
            <pc:docMk/>
            <pc:sldMk cId="500398256" sldId="268"/>
            <ac:grpSpMk id="535" creationId="{77E40087-0CF8-6CAE-EEB1-070D0A37379E}"/>
          </ac:grpSpMkLst>
        </pc:grpChg>
        <pc:inkChg chg="add mod">
          <ac:chgData name="Rodica Ioana Lung" userId="64ee56e8d7162e1e" providerId="LiveId" clId="{0F6830A5-18AB-4F1B-8BBB-DA235794CEC1}" dt="2025-12-18T16:16:01.463" v="524"/>
          <ac:inkMkLst>
            <pc:docMk/>
            <pc:sldMk cId="500398256" sldId="268"/>
            <ac:inkMk id="3" creationId="{DD8D0732-33D1-F6ED-EAA8-AF7462B77017}"/>
          </ac:inkMkLst>
        </pc:inkChg>
        <pc:inkChg chg="add mod">
          <ac:chgData name="Rodica Ioana Lung" userId="64ee56e8d7162e1e" providerId="LiveId" clId="{0F6830A5-18AB-4F1B-8BBB-DA235794CEC1}" dt="2025-12-18T16:16:01.463" v="524"/>
          <ac:inkMkLst>
            <pc:docMk/>
            <pc:sldMk cId="500398256" sldId="268"/>
            <ac:inkMk id="4" creationId="{0FE278F4-ED26-7A12-1740-82C7924804E9}"/>
          </ac:inkMkLst>
        </pc:inkChg>
        <pc:inkChg chg="add mod">
          <ac:chgData name="Rodica Ioana Lung" userId="64ee56e8d7162e1e" providerId="LiveId" clId="{0F6830A5-18AB-4F1B-8BBB-DA235794CEC1}" dt="2025-12-18T16:16:01.463" v="524"/>
          <ac:inkMkLst>
            <pc:docMk/>
            <pc:sldMk cId="500398256" sldId="268"/>
            <ac:inkMk id="5" creationId="{1CF8EB5A-32F9-DC75-2EC4-1C89C475328B}"/>
          </ac:inkMkLst>
        </pc:inkChg>
        <pc:inkChg chg="add mod">
          <ac:chgData name="Rodica Ioana Lung" userId="64ee56e8d7162e1e" providerId="LiveId" clId="{0F6830A5-18AB-4F1B-8BBB-DA235794CEC1}" dt="2025-12-18T16:16:01.463" v="524"/>
          <ac:inkMkLst>
            <pc:docMk/>
            <pc:sldMk cId="500398256" sldId="268"/>
            <ac:inkMk id="6" creationId="{F9971BB8-0A6E-D5BE-4D6B-E07E989CC9D1}"/>
          </ac:inkMkLst>
        </pc:inkChg>
        <pc:inkChg chg="add mod">
          <ac:chgData name="Rodica Ioana Lung" userId="64ee56e8d7162e1e" providerId="LiveId" clId="{0F6830A5-18AB-4F1B-8BBB-DA235794CEC1}" dt="2025-12-18T16:16:01.463" v="524"/>
          <ac:inkMkLst>
            <pc:docMk/>
            <pc:sldMk cId="500398256" sldId="268"/>
            <ac:inkMk id="7" creationId="{DFF8F136-0786-4E40-62B9-922857C5BA80}"/>
          </ac:inkMkLst>
        </pc:inkChg>
        <pc:inkChg chg="add mod">
          <ac:chgData name="Rodica Ioana Lung" userId="64ee56e8d7162e1e" providerId="LiveId" clId="{0F6830A5-18AB-4F1B-8BBB-DA235794CEC1}" dt="2025-12-18T16:16:01.463" v="524"/>
          <ac:inkMkLst>
            <pc:docMk/>
            <pc:sldMk cId="500398256" sldId="268"/>
            <ac:inkMk id="8" creationId="{7AB44D53-BB90-532B-FB47-7DE892F7B915}"/>
          </ac:inkMkLst>
        </pc:inkChg>
        <pc:inkChg chg="add mod">
          <ac:chgData name="Rodica Ioana Lung" userId="64ee56e8d7162e1e" providerId="LiveId" clId="{0F6830A5-18AB-4F1B-8BBB-DA235794CEC1}" dt="2025-12-18T16:16:03.255" v="528"/>
          <ac:inkMkLst>
            <pc:docMk/>
            <pc:sldMk cId="500398256" sldId="268"/>
            <ac:inkMk id="10" creationId="{E1F76009-6CDF-3EBD-DF90-47D9EA817A3B}"/>
          </ac:inkMkLst>
        </pc:inkChg>
        <pc:inkChg chg="add mod">
          <ac:chgData name="Rodica Ioana Lung" userId="64ee56e8d7162e1e" providerId="LiveId" clId="{0F6830A5-18AB-4F1B-8BBB-DA235794CEC1}" dt="2025-12-18T16:16:03.255" v="528"/>
          <ac:inkMkLst>
            <pc:docMk/>
            <pc:sldMk cId="500398256" sldId="268"/>
            <ac:inkMk id="11" creationId="{EB464B54-FD5A-20A9-3362-52BED7A1392D}"/>
          </ac:inkMkLst>
        </pc:inkChg>
        <pc:inkChg chg="add mod">
          <ac:chgData name="Rodica Ioana Lung" userId="64ee56e8d7162e1e" providerId="LiveId" clId="{0F6830A5-18AB-4F1B-8BBB-DA235794CEC1}" dt="2025-12-18T16:18:04.400" v="600"/>
          <ac:inkMkLst>
            <pc:docMk/>
            <pc:sldMk cId="500398256" sldId="268"/>
            <ac:inkMk id="12" creationId="{475A8E0C-B0C4-B993-DFF3-DA53D503D520}"/>
          </ac:inkMkLst>
        </pc:inkChg>
        <pc:inkChg chg="add mod">
          <ac:chgData name="Rodica Ioana Lung" userId="64ee56e8d7162e1e" providerId="LiveId" clId="{0F6830A5-18AB-4F1B-8BBB-DA235794CEC1}" dt="2025-12-18T16:18:04.400" v="600"/>
          <ac:inkMkLst>
            <pc:docMk/>
            <pc:sldMk cId="500398256" sldId="268"/>
            <ac:inkMk id="14" creationId="{F81AD53A-0295-FB80-181F-8670A4AACE8D}"/>
          </ac:inkMkLst>
        </pc:inkChg>
        <pc:inkChg chg="add">
          <ac:chgData name="Rodica Ioana Lung" userId="64ee56e8d7162e1e" providerId="LiveId" clId="{0F6830A5-18AB-4F1B-8BBB-DA235794CEC1}" dt="2025-12-18T16:16:03.512" v="530" actId="9405"/>
          <ac:inkMkLst>
            <pc:docMk/>
            <pc:sldMk cId="500398256" sldId="268"/>
            <ac:inkMk id="15" creationId="{274D7B84-10B8-0302-F24D-48C3521E1EA7}"/>
          </ac:inkMkLst>
        </pc:inkChg>
        <pc:inkChg chg="add mod">
          <ac:chgData name="Rodica Ioana Lung" userId="64ee56e8d7162e1e" providerId="LiveId" clId="{0F6830A5-18AB-4F1B-8BBB-DA235794CEC1}" dt="2025-12-18T16:18:04.400" v="600"/>
          <ac:inkMkLst>
            <pc:docMk/>
            <pc:sldMk cId="500398256" sldId="268"/>
            <ac:inkMk id="16" creationId="{F5261F7A-F7B1-F774-0FC7-FF6D259BF33F}"/>
          </ac:inkMkLst>
        </pc:inkChg>
        <pc:inkChg chg="add mod">
          <ac:chgData name="Rodica Ioana Lung" userId="64ee56e8d7162e1e" providerId="LiveId" clId="{0F6830A5-18AB-4F1B-8BBB-DA235794CEC1}" dt="2025-12-18T16:18:04.400" v="600"/>
          <ac:inkMkLst>
            <pc:docMk/>
            <pc:sldMk cId="500398256" sldId="268"/>
            <ac:inkMk id="17" creationId="{8B7AEA08-5F5D-4854-46E7-DD34B6B29E2E}"/>
          </ac:inkMkLst>
        </pc:inkChg>
        <pc:inkChg chg="add">
          <ac:chgData name="Rodica Ioana Lung" userId="64ee56e8d7162e1e" providerId="LiveId" clId="{0F6830A5-18AB-4F1B-8BBB-DA235794CEC1}" dt="2025-12-18T16:16:04.438" v="533" actId="9405"/>
          <ac:inkMkLst>
            <pc:docMk/>
            <pc:sldMk cId="500398256" sldId="268"/>
            <ac:inkMk id="18" creationId="{F41FE0B8-1283-840C-A172-7B341ED24E7C}"/>
          </ac:inkMkLst>
        </pc:inkChg>
        <pc:inkChg chg="add mod">
          <ac:chgData name="Rodica Ioana Lung" userId="64ee56e8d7162e1e" providerId="LiveId" clId="{0F6830A5-18AB-4F1B-8BBB-DA235794CEC1}" dt="2025-12-18T16:18:04.400" v="600"/>
          <ac:inkMkLst>
            <pc:docMk/>
            <pc:sldMk cId="500398256" sldId="268"/>
            <ac:inkMk id="19" creationId="{33355338-B6BC-975C-7BCE-6338BD7D6638}"/>
          </ac:inkMkLst>
        </pc:inkChg>
        <pc:inkChg chg="add mod">
          <ac:chgData name="Rodica Ioana Lung" userId="64ee56e8d7162e1e" providerId="LiveId" clId="{0F6830A5-18AB-4F1B-8BBB-DA235794CEC1}" dt="2025-12-18T16:18:04.400" v="600"/>
          <ac:inkMkLst>
            <pc:docMk/>
            <pc:sldMk cId="500398256" sldId="268"/>
            <ac:inkMk id="20" creationId="{571FD265-2E13-DBF1-41F9-6F31A810A2AC}"/>
          </ac:inkMkLst>
        </pc:inkChg>
        <pc:inkChg chg="add">
          <ac:chgData name="Rodica Ioana Lung" userId="64ee56e8d7162e1e" providerId="LiveId" clId="{0F6830A5-18AB-4F1B-8BBB-DA235794CEC1}" dt="2025-12-18T16:16:05.686" v="536" actId="9405"/>
          <ac:inkMkLst>
            <pc:docMk/>
            <pc:sldMk cId="500398256" sldId="268"/>
            <ac:inkMk id="21" creationId="{6E0DA0AD-F430-D4E7-DF09-93E647FACA05}"/>
          </ac:inkMkLst>
        </pc:inkChg>
        <pc:inkChg chg="add">
          <ac:chgData name="Rodica Ioana Lung" userId="64ee56e8d7162e1e" providerId="LiveId" clId="{0F6830A5-18AB-4F1B-8BBB-DA235794CEC1}" dt="2025-12-18T16:16:05.961" v="537" actId="9405"/>
          <ac:inkMkLst>
            <pc:docMk/>
            <pc:sldMk cId="500398256" sldId="268"/>
            <ac:inkMk id="22" creationId="{20E14775-D6B7-CA4B-F4AB-602188B03E63}"/>
          </ac:inkMkLst>
        </pc:inkChg>
        <pc:inkChg chg="add">
          <ac:chgData name="Rodica Ioana Lung" userId="64ee56e8d7162e1e" providerId="LiveId" clId="{0F6830A5-18AB-4F1B-8BBB-DA235794CEC1}" dt="2025-12-18T16:16:06.194" v="538" actId="9405"/>
          <ac:inkMkLst>
            <pc:docMk/>
            <pc:sldMk cId="500398256" sldId="268"/>
            <ac:inkMk id="23" creationId="{203031FF-F5E2-DC0F-37EF-40B9696B2A9F}"/>
          </ac:inkMkLst>
        </pc:inkChg>
        <pc:inkChg chg="add">
          <ac:chgData name="Rodica Ioana Lung" userId="64ee56e8d7162e1e" providerId="LiveId" clId="{0F6830A5-18AB-4F1B-8BBB-DA235794CEC1}" dt="2025-12-18T16:16:06.625" v="539" actId="9405"/>
          <ac:inkMkLst>
            <pc:docMk/>
            <pc:sldMk cId="500398256" sldId="268"/>
            <ac:inkMk id="24" creationId="{2DBB7067-5938-9334-3DC5-47AE70A63F13}"/>
          </ac:inkMkLst>
        </pc:inkChg>
        <pc:inkChg chg="add">
          <ac:chgData name="Rodica Ioana Lung" userId="64ee56e8d7162e1e" providerId="LiveId" clId="{0F6830A5-18AB-4F1B-8BBB-DA235794CEC1}" dt="2025-12-18T16:16:06.806" v="540" actId="9405"/>
          <ac:inkMkLst>
            <pc:docMk/>
            <pc:sldMk cId="500398256" sldId="268"/>
            <ac:inkMk id="25" creationId="{C428F778-0764-8412-F079-AF41B6FB86C0}"/>
          </ac:inkMkLst>
        </pc:inkChg>
        <pc:inkChg chg="add mod">
          <ac:chgData name="Rodica Ioana Lung" userId="64ee56e8d7162e1e" providerId="LiveId" clId="{0F6830A5-18AB-4F1B-8BBB-DA235794CEC1}" dt="2025-12-18T16:18:04.400" v="600"/>
          <ac:inkMkLst>
            <pc:docMk/>
            <pc:sldMk cId="500398256" sldId="268"/>
            <ac:inkMk id="26" creationId="{95A84426-0173-6420-A26F-C4F8DB5BA112}"/>
          </ac:inkMkLst>
        </pc:inkChg>
        <pc:inkChg chg="add">
          <ac:chgData name="Rodica Ioana Lung" userId="64ee56e8d7162e1e" providerId="LiveId" clId="{0F6830A5-18AB-4F1B-8BBB-DA235794CEC1}" dt="2025-12-18T16:16:07.481" v="542" actId="9405"/>
          <ac:inkMkLst>
            <pc:docMk/>
            <pc:sldMk cId="500398256" sldId="268"/>
            <ac:inkMk id="27" creationId="{555CFE12-7A8C-882A-2FB2-6BE8FC8A0B89}"/>
          </ac:inkMkLst>
        </pc:inkChg>
        <pc:inkChg chg="add">
          <ac:chgData name="Rodica Ioana Lung" userId="64ee56e8d7162e1e" providerId="LiveId" clId="{0F6830A5-18AB-4F1B-8BBB-DA235794CEC1}" dt="2025-12-18T16:16:08.324" v="543" actId="9405"/>
          <ac:inkMkLst>
            <pc:docMk/>
            <pc:sldMk cId="500398256" sldId="268"/>
            <ac:inkMk id="28" creationId="{22FFD1A2-FAFE-8D65-C1DE-DE55A5169393}"/>
          </ac:inkMkLst>
        </pc:inkChg>
        <pc:inkChg chg="add mod">
          <ac:chgData name="Rodica Ioana Lung" userId="64ee56e8d7162e1e" providerId="LiveId" clId="{0F6830A5-18AB-4F1B-8BBB-DA235794CEC1}" dt="2025-12-18T16:16:14.256" v="560"/>
          <ac:inkMkLst>
            <pc:docMk/>
            <pc:sldMk cId="500398256" sldId="268"/>
            <ac:inkMk id="29" creationId="{C5297A32-0523-7EC7-7BDD-ECAF29D5D03F}"/>
          </ac:inkMkLst>
        </pc:inkChg>
        <pc:inkChg chg="add mod">
          <ac:chgData name="Rodica Ioana Lung" userId="64ee56e8d7162e1e" providerId="LiveId" clId="{0F6830A5-18AB-4F1B-8BBB-DA235794CEC1}" dt="2025-12-18T16:16:14.256" v="560"/>
          <ac:inkMkLst>
            <pc:docMk/>
            <pc:sldMk cId="500398256" sldId="268"/>
            <ac:inkMk id="30" creationId="{97CAB1D0-4320-7787-9157-46E79CBD120B}"/>
          </ac:inkMkLst>
        </pc:inkChg>
        <pc:inkChg chg="add">
          <ac:chgData name="Rodica Ioana Lung" userId="64ee56e8d7162e1e" providerId="LiveId" clId="{0F6830A5-18AB-4F1B-8BBB-DA235794CEC1}" dt="2025-12-18T16:16:09.131" v="546" actId="9405"/>
          <ac:inkMkLst>
            <pc:docMk/>
            <pc:sldMk cId="500398256" sldId="268"/>
            <ac:inkMk id="31" creationId="{8E97276B-2F03-0CE5-49E6-E2B9A8176082}"/>
          </ac:inkMkLst>
        </pc:inkChg>
        <pc:inkChg chg="add mod">
          <ac:chgData name="Rodica Ioana Lung" userId="64ee56e8d7162e1e" providerId="LiveId" clId="{0F6830A5-18AB-4F1B-8BBB-DA235794CEC1}" dt="2025-12-18T16:16:14.256" v="560"/>
          <ac:inkMkLst>
            <pc:docMk/>
            <pc:sldMk cId="500398256" sldId="268"/>
            <ac:inkMk id="32" creationId="{01210F1F-EF16-A5BC-1B15-F803785FEBE7}"/>
          </ac:inkMkLst>
        </pc:inkChg>
        <pc:inkChg chg="add">
          <ac:chgData name="Rodica Ioana Lung" userId="64ee56e8d7162e1e" providerId="LiveId" clId="{0F6830A5-18AB-4F1B-8BBB-DA235794CEC1}" dt="2025-12-18T16:16:09.858" v="548" actId="9405"/>
          <ac:inkMkLst>
            <pc:docMk/>
            <pc:sldMk cId="500398256" sldId="268"/>
            <ac:inkMk id="33" creationId="{CFE0C787-2B7C-EB9A-1B4B-9AE2199B2162}"/>
          </ac:inkMkLst>
        </pc:inkChg>
        <pc:inkChg chg="add">
          <ac:chgData name="Rodica Ioana Lung" userId="64ee56e8d7162e1e" providerId="LiveId" clId="{0F6830A5-18AB-4F1B-8BBB-DA235794CEC1}" dt="2025-12-18T16:16:10.046" v="549" actId="9405"/>
          <ac:inkMkLst>
            <pc:docMk/>
            <pc:sldMk cId="500398256" sldId="268"/>
            <ac:inkMk id="34" creationId="{2A42833F-B2A8-F690-1F85-981EA9BB8FCC}"/>
          </ac:inkMkLst>
        </pc:inkChg>
        <pc:inkChg chg="add">
          <ac:chgData name="Rodica Ioana Lung" userId="64ee56e8d7162e1e" providerId="LiveId" clId="{0F6830A5-18AB-4F1B-8BBB-DA235794CEC1}" dt="2025-12-18T16:16:10.302" v="550" actId="9405"/>
          <ac:inkMkLst>
            <pc:docMk/>
            <pc:sldMk cId="500398256" sldId="268"/>
            <ac:inkMk id="35" creationId="{65992F67-BD45-8C92-EF96-7F90E5EE8843}"/>
          </ac:inkMkLst>
        </pc:inkChg>
        <pc:inkChg chg="add">
          <ac:chgData name="Rodica Ioana Lung" userId="64ee56e8d7162e1e" providerId="LiveId" clId="{0F6830A5-18AB-4F1B-8BBB-DA235794CEC1}" dt="2025-12-18T16:16:10.543" v="551" actId="9405"/>
          <ac:inkMkLst>
            <pc:docMk/>
            <pc:sldMk cId="500398256" sldId="268"/>
            <ac:inkMk id="36" creationId="{6088DC9B-658A-0154-3466-7595535167B2}"/>
          </ac:inkMkLst>
        </pc:inkChg>
        <pc:inkChg chg="add">
          <ac:chgData name="Rodica Ioana Lung" userId="64ee56e8d7162e1e" providerId="LiveId" clId="{0F6830A5-18AB-4F1B-8BBB-DA235794CEC1}" dt="2025-12-18T16:16:11.177" v="552" actId="9405"/>
          <ac:inkMkLst>
            <pc:docMk/>
            <pc:sldMk cId="500398256" sldId="268"/>
            <ac:inkMk id="37" creationId="{C389B021-9852-247B-F4CC-3735E40C0835}"/>
          </ac:inkMkLst>
        </pc:inkChg>
        <pc:inkChg chg="add mod">
          <ac:chgData name="Rodica Ioana Lung" userId="64ee56e8d7162e1e" providerId="LiveId" clId="{0F6830A5-18AB-4F1B-8BBB-DA235794CEC1}" dt="2025-12-18T16:16:14.256" v="560"/>
          <ac:inkMkLst>
            <pc:docMk/>
            <pc:sldMk cId="500398256" sldId="268"/>
            <ac:inkMk id="38" creationId="{AFE7CCE6-8E67-9CE4-6C4E-F4E7AC7704C7}"/>
          </ac:inkMkLst>
        </pc:inkChg>
        <pc:inkChg chg="add">
          <ac:chgData name="Rodica Ioana Lung" userId="64ee56e8d7162e1e" providerId="LiveId" clId="{0F6830A5-18AB-4F1B-8BBB-DA235794CEC1}" dt="2025-12-18T16:16:11.728" v="554" actId="9405"/>
          <ac:inkMkLst>
            <pc:docMk/>
            <pc:sldMk cId="500398256" sldId="268"/>
            <ac:inkMk id="39" creationId="{256373B4-2F78-4980-0FF4-CF08AF2C3403}"/>
          </ac:inkMkLst>
        </pc:inkChg>
        <pc:inkChg chg="add">
          <ac:chgData name="Rodica Ioana Lung" userId="64ee56e8d7162e1e" providerId="LiveId" clId="{0F6830A5-18AB-4F1B-8BBB-DA235794CEC1}" dt="2025-12-18T16:16:12.110" v="555" actId="9405"/>
          <ac:inkMkLst>
            <pc:docMk/>
            <pc:sldMk cId="500398256" sldId="268"/>
            <ac:inkMk id="40" creationId="{FC5D5EE8-550E-E209-E997-C992054AA809}"/>
          </ac:inkMkLst>
        </pc:inkChg>
        <pc:inkChg chg="add">
          <ac:chgData name="Rodica Ioana Lung" userId="64ee56e8d7162e1e" providerId="LiveId" clId="{0F6830A5-18AB-4F1B-8BBB-DA235794CEC1}" dt="2025-12-18T16:16:12.722" v="556" actId="9405"/>
          <ac:inkMkLst>
            <pc:docMk/>
            <pc:sldMk cId="500398256" sldId="268"/>
            <ac:inkMk id="41" creationId="{C968B32D-4805-F07E-4BF4-72F411B87827}"/>
          </ac:inkMkLst>
        </pc:inkChg>
        <pc:inkChg chg="add">
          <ac:chgData name="Rodica Ioana Lung" userId="64ee56e8d7162e1e" providerId="LiveId" clId="{0F6830A5-18AB-4F1B-8BBB-DA235794CEC1}" dt="2025-12-18T16:16:12.939" v="557" actId="9405"/>
          <ac:inkMkLst>
            <pc:docMk/>
            <pc:sldMk cId="500398256" sldId="268"/>
            <ac:inkMk id="42" creationId="{6F35D896-5F75-75BB-6C7B-5B0DE0506CF5}"/>
          </ac:inkMkLst>
        </pc:inkChg>
        <pc:inkChg chg="add">
          <ac:chgData name="Rodica Ioana Lung" userId="64ee56e8d7162e1e" providerId="LiveId" clId="{0F6830A5-18AB-4F1B-8BBB-DA235794CEC1}" dt="2025-12-18T16:16:13.170" v="558" actId="9405"/>
          <ac:inkMkLst>
            <pc:docMk/>
            <pc:sldMk cId="500398256" sldId="268"/>
            <ac:inkMk id="43" creationId="{BC3EF713-13CA-EFEE-7C3A-6CD928BDBFDC}"/>
          </ac:inkMkLst>
        </pc:inkChg>
        <pc:inkChg chg="add">
          <ac:chgData name="Rodica Ioana Lung" userId="64ee56e8d7162e1e" providerId="LiveId" clId="{0F6830A5-18AB-4F1B-8BBB-DA235794CEC1}" dt="2025-12-18T16:16:13.457" v="559" actId="9405"/>
          <ac:inkMkLst>
            <pc:docMk/>
            <pc:sldMk cId="500398256" sldId="268"/>
            <ac:inkMk id="44" creationId="{E84B62B0-7C15-B4D8-20AE-7A1DB4A4B52D}"/>
          </ac:inkMkLst>
        </pc:inkChg>
        <pc:inkChg chg="add mod">
          <ac:chgData name="Rodica Ioana Lung" userId="64ee56e8d7162e1e" providerId="LiveId" clId="{0F6830A5-18AB-4F1B-8BBB-DA235794CEC1}" dt="2025-12-18T16:17:08.862" v="571"/>
          <ac:inkMkLst>
            <pc:docMk/>
            <pc:sldMk cId="500398256" sldId="268"/>
            <ac:inkMk id="49" creationId="{097CFD77-CF88-E98B-D96F-D77CC47E2E93}"/>
          </ac:inkMkLst>
        </pc:inkChg>
        <pc:inkChg chg="add mod">
          <ac:chgData name="Rodica Ioana Lung" userId="64ee56e8d7162e1e" providerId="LiveId" clId="{0F6830A5-18AB-4F1B-8BBB-DA235794CEC1}" dt="2025-12-18T16:17:08.862" v="571"/>
          <ac:inkMkLst>
            <pc:docMk/>
            <pc:sldMk cId="500398256" sldId="268"/>
            <ac:inkMk id="50" creationId="{30D60377-9991-3BB7-0504-1B5100586513}"/>
          </ac:inkMkLst>
        </pc:inkChg>
        <pc:inkChg chg="add mod">
          <ac:chgData name="Rodica Ioana Lung" userId="64ee56e8d7162e1e" providerId="LiveId" clId="{0F6830A5-18AB-4F1B-8BBB-DA235794CEC1}" dt="2025-12-18T16:17:08.862" v="571"/>
          <ac:inkMkLst>
            <pc:docMk/>
            <pc:sldMk cId="500398256" sldId="268"/>
            <ac:inkMk id="51" creationId="{6F9B54B4-1C12-CC6D-C5C5-B5C7A98A6DF0}"/>
          </ac:inkMkLst>
        </pc:inkChg>
        <pc:inkChg chg="add mod">
          <ac:chgData name="Rodica Ioana Lung" userId="64ee56e8d7162e1e" providerId="LiveId" clId="{0F6830A5-18AB-4F1B-8BBB-DA235794CEC1}" dt="2025-12-18T16:17:08.862" v="571"/>
          <ac:inkMkLst>
            <pc:docMk/>
            <pc:sldMk cId="500398256" sldId="268"/>
            <ac:inkMk id="52" creationId="{F66E329D-5C3E-89BF-86D1-E2933F0FC392}"/>
          </ac:inkMkLst>
        </pc:inkChg>
        <pc:inkChg chg="add mod">
          <ac:chgData name="Rodica Ioana Lung" userId="64ee56e8d7162e1e" providerId="LiveId" clId="{0F6830A5-18AB-4F1B-8BBB-DA235794CEC1}" dt="2025-12-18T16:17:08.862" v="571"/>
          <ac:inkMkLst>
            <pc:docMk/>
            <pc:sldMk cId="500398256" sldId="268"/>
            <ac:inkMk id="53" creationId="{8CF9F58F-B96B-1710-A47D-1BB238F00F4E}"/>
          </ac:inkMkLst>
        </pc:inkChg>
        <pc:inkChg chg="add mod">
          <ac:chgData name="Rodica Ioana Lung" userId="64ee56e8d7162e1e" providerId="LiveId" clId="{0F6830A5-18AB-4F1B-8BBB-DA235794CEC1}" dt="2025-12-18T16:17:08.862" v="571"/>
          <ac:inkMkLst>
            <pc:docMk/>
            <pc:sldMk cId="500398256" sldId="268"/>
            <ac:inkMk id="54" creationId="{47F08150-B243-7637-C84A-0327AF9E36E0}"/>
          </ac:inkMkLst>
        </pc:inkChg>
        <pc:inkChg chg="add mod">
          <ac:chgData name="Rodica Ioana Lung" userId="64ee56e8d7162e1e" providerId="LiveId" clId="{0F6830A5-18AB-4F1B-8BBB-DA235794CEC1}" dt="2025-12-18T16:17:14.452" v="580"/>
          <ac:inkMkLst>
            <pc:docMk/>
            <pc:sldMk cId="500398256" sldId="268"/>
            <ac:inkMk id="55" creationId="{C5A04CF4-CCB5-FC47-945C-FFDDC0F80DDA}"/>
          </ac:inkMkLst>
        </pc:inkChg>
        <pc:inkChg chg="add mod">
          <ac:chgData name="Rodica Ioana Lung" userId="64ee56e8d7162e1e" providerId="LiveId" clId="{0F6830A5-18AB-4F1B-8BBB-DA235794CEC1}" dt="2025-12-18T16:17:08.862" v="571"/>
          <ac:inkMkLst>
            <pc:docMk/>
            <pc:sldMk cId="500398256" sldId="268"/>
            <ac:inkMk id="56" creationId="{6FBE0085-FA36-A934-65F2-BEAE56114861}"/>
          </ac:inkMkLst>
        </pc:inkChg>
        <pc:inkChg chg="add mod">
          <ac:chgData name="Rodica Ioana Lung" userId="64ee56e8d7162e1e" providerId="LiveId" clId="{0F6830A5-18AB-4F1B-8BBB-DA235794CEC1}" dt="2025-12-18T16:17:14.452" v="580"/>
          <ac:inkMkLst>
            <pc:docMk/>
            <pc:sldMk cId="500398256" sldId="268"/>
            <ac:inkMk id="57" creationId="{6E88AE1F-C4AB-0D02-A2BC-3B4C1642BD56}"/>
          </ac:inkMkLst>
        </pc:inkChg>
        <pc:inkChg chg="add mod">
          <ac:chgData name="Rodica Ioana Lung" userId="64ee56e8d7162e1e" providerId="LiveId" clId="{0F6830A5-18AB-4F1B-8BBB-DA235794CEC1}" dt="2025-12-18T16:17:14.452" v="580"/>
          <ac:inkMkLst>
            <pc:docMk/>
            <pc:sldMk cId="500398256" sldId="268"/>
            <ac:inkMk id="58" creationId="{1F8D8D9A-16C4-1707-3438-122E6551BE3D}"/>
          </ac:inkMkLst>
        </pc:inkChg>
        <pc:inkChg chg="add">
          <ac:chgData name="Rodica Ioana Lung" userId="64ee56e8d7162e1e" providerId="LiveId" clId="{0F6830A5-18AB-4F1B-8BBB-DA235794CEC1}" dt="2025-12-18T16:17:11.488" v="572" actId="9405"/>
          <ac:inkMkLst>
            <pc:docMk/>
            <pc:sldMk cId="500398256" sldId="268"/>
            <ac:inkMk id="60" creationId="{519F186E-B5DF-7DC2-F6EE-57562449C0A0}"/>
          </ac:inkMkLst>
        </pc:inkChg>
        <pc:inkChg chg="add mod">
          <ac:chgData name="Rodica Ioana Lung" userId="64ee56e8d7162e1e" providerId="LiveId" clId="{0F6830A5-18AB-4F1B-8BBB-DA235794CEC1}" dt="2025-12-18T16:17:14.452" v="580"/>
          <ac:inkMkLst>
            <pc:docMk/>
            <pc:sldMk cId="500398256" sldId="268"/>
            <ac:inkMk id="61" creationId="{5B59E9C4-9E4D-DD7C-3F4E-9E0BB5A49F4D}"/>
          </ac:inkMkLst>
        </pc:inkChg>
        <pc:inkChg chg="add mod">
          <ac:chgData name="Rodica Ioana Lung" userId="64ee56e8d7162e1e" providerId="LiveId" clId="{0F6830A5-18AB-4F1B-8BBB-DA235794CEC1}" dt="2025-12-18T16:17:14.452" v="580"/>
          <ac:inkMkLst>
            <pc:docMk/>
            <pc:sldMk cId="500398256" sldId="268"/>
            <ac:inkMk id="62" creationId="{A00E4E06-1239-DCA2-ECE7-3300D2A26216}"/>
          </ac:inkMkLst>
        </pc:inkChg>
        <pc:inkChg chg="add">
          <ac:chgData name="Rodica Ioana Lung" userId="64ee56e8d7162e1e" providerId="LiveId" clId="{0F6830A5-18AB-4F1B-8BBB-DA235794CEC1}" dt="2025-12-18T16:17:12.902" v="575" actId="9405"/>
          <ac:inkMkLst>
            <pc:docMk/>
            <pc:sldMk cId="500398256" sldId="268"/>
            <ac:inkMk id="63" creationId="{AB32CE6F-C49D-5E7B-6CFF-BBDC5A2D1FE0}"/>
          </ac:inkMkLst>
        </pc:inkChg>
        <pc:inkChg chg="add">
          <ac:chgData name="Rodica Ioana Lung" userId="64ee56e8d7162e1e" providerId="LiveId" clId="{0F6830A5-18AB-4F1B-8BBB-DA235794CEC1}" dt="2025-12-18T16:17:13.081" v="576" actId="9405"/>
          <ac:inkMkLst>
            <pc:docMk/>
            <pc:sldMk cId="500398256" sldId="268"/>
            <ac:inkMk id="64" creationId="{16EB28F9-2318-6964-9279-88CEEFDFF689}"/>
          </ac:inkMkLst>
        </pc:inkChg>
        <pc:inkChg chg="add">
          <ac:chgData name="Rodica Ioana Lung" userId="64ee56e8d7162e1e" providerId="LiveId" clId="{0F6830A5-18AB-4F1B-8BBB-DA235794CEC1}" dt="2025-12-18T16:17:13.330" v="577" actId="9405"/>
          <ac:inkMkLst>
            <pc:docMk/>
            <pc:sldMk cId="500398256" sldId="268"/>
            <ac:inkMk id="65" creationId="{1C9A9ADB-7245-95FF-E187-D048C0765792}"/>
          </ac:inkMkLst>
        </pc:inkChg>
        <pc:inkChg chg="add mod">
          <ac:chgData name="Rodica Ioana Lung" userId="64ee56e8d7162e1e" providerId="LiveId" clId="{0F6830A5-18AB-4F1B-8BBB-DA235794CEC1}" dt="2025-12-18T16:17:14.452" v="580"/>
          <ac:inkMkLst>
            <pc:docMk/>
            <pc:sldMk cId="500398256" sldId="268"/>
            <ac:inkMk id="66" creationId="{15E7D7B4-3277-3376-9E88-C9BEFA9331DA}"/>
          </ac:inkMkLst>
        </pc:inkChg>
        <pc:inkChg chg="add mod">
          <ac:chgData name="Rodica Ioana Lung" userId="64ee56e8d7162e1e" providerId="LiveId" clId="{0F6830A5-18AB-4F1B-8BBB-DA235794CEC1}" dt="2025-12-18T16:17:14.452" v="580"/>
          <ac:inkMkLst>
            <pc:docMk/>
            <pc:sldMk cId="500398256" sldId="268"/>
            <ac:inkMk id="67" creationId="{548CAA43-73C9-50BC-01AF-675D8C814365}"/>
          </ac:inkMkLst>
        </pc:inkChg>
        <pc:inkChg chg="add mod">
          <ac:chgData name="Rodica Ioana Lung" userId="64ee56e8d7162e1e" providerId="LiveId" clId="{0F6830A5-18AB-4F1B-8BBB-DA235794CEC1}" dt="2025-12-18T16:17:18.579" v="587"/>
          <ac:inkMkLst>
            <pc:docMk/>
            <pc:sldMk cId="500398256" sldId="268"/>
            <ac:inkMk id="70" creationId="{BEC36C0D-EA75-E393-9A70-620BE46B64A1}"/>
          </ac:inkMkLst>
        </pc:inkChg>
        <pc:inkChg chg="add mod">
          <ac:chgData name="Rodica Ioana Lung" userId="64ee56e8d7162e1e" providerId="LiveId" clId="{0F6830A5-18AB-4F1B-8BBB-DA235794CEC1}" dt="2025-12-18T16:17:18.579" v="587"/>
          <ac:inkMkLst>
            <pc:docMk/>
            <pc:sldMk cId="500398256" sldId="268"/>
            <ac:inkMk id="71" creationId="{6FC41F3B-2DFB-A9DF-63FC-E33FA756E024}"/>
          </ac:inkMkLst>
        </pc:inkChg>
        <pc:inkChg chg="add mod">
          <ac:chgData name="Rodica Ioana Lung" userId="64ee56e8d7162e1e" providerId="LiveId" clId="{0F6830A5-18AB-4F1B-8BBB-DA235794CEC1}" dt="2025-12-18T16:17:18.579" v="587"/>
          <ac:inkMkLst>
            <pc:docMk/>
            <pc:sldMk cId="500398256" sldId="268"/>
            <ac:inkMk id="72" creationId="{34F739D9-46DB-EE66-0F87-BE062D2759C2}"/>
          </ac:inkMkLst>
        </pc:inkChg>
        <pc:inkChg chg="add mod">
          <ac:chgData name="Rodica Ioana Lung" userId="64ee56e8d7162e1e" providerId="LiveId" clId="{0F6830A5-18AB-4F1B-8BBB-DA235794CEC1}" dt="2025-12-18T16:17:18.579" v="587"/>
          <ac:inkMkLst>
            <pc:docMk/>
            <pc:sldMk cId="500398256" sldId="268"/>
            <ac:inkMk id="73" creationId="{E310F11E-2F45-2AB6-501D-C6231ADF3581}"/>
          </ac:inkMkLst>
        </pc:inkChg>
        <pc:inkChg chg="add mod">
          <ac:chgData name="Rodica Ioana Lung" userId="64ee56e8d7162e1e" providerId="LiveId" clId="{0F6830A5-18AB-4F1B-8BBB-DA235794CEC1}" dt="2025-12-18T16:17:18.579" v="587"/>
          <ac:inkMkLst>
            <pc:docMk/>
            <pc:sldMk cId="500398256" sldId="268"/>
            <ac:inkMk id="74" creationId="{FE411D7A-68E3-FD42-A09C-402BA9AA7A2B}"/>
          </ac:inkMkLst>
        </pc:inkChg>
        <pc:inkChg chg="add mod">
          <ac:chgData name="Rodica Ioana Lung" userId="64ee56e8d7162e1e" providerId="LiveId" clId="{0F6830A5-18AB-4F1B-8BBB-DA235794CEC1}" dt="2025-12-18T16:17:18.579" v="587"/>
          <ac:inkMkLst>
            <pc:docMk/>
            <pc:sldMk cId="500398256" sldId="268"/>
            <ac:inkMk id="75" creationId="{9926255B-5EF6-0C99-330D-8C01269FFF81}"/>
          </ac:inkMkLst>
        </pc:inkChg>
        <pc:inkChg chg="add mod">
          <ac:chgData name="Rodica Ioana Lung" userId="64ee56e8d7162e1e" providerId="LiveId" clId="{0F6830A5-18AB-4F1B-8BBB-DA235794CEC1}" dt="2025-12-18T16:17:57.429" v="598"/>
          <ac:inkMkLst>
            <pc:docMk/>
            <pc:sldMk cId="500398256" sldId="268"/>
            <ac:inkMk id="77" creationId="{937982B7-52D8-5323-5F5B-7FB8091AF5C5}"/>
          </ac:inkMkLst>
        </pc:inkChg>
        <pc:inkChg chg="add mod">
          <ac:chgData name="Rodica Ioana Lung" userId="64ee56e8d7162e1e" providerId="LiveId" clId="{0F6830A5-18AB-4F1B-8BBB-DA235794CEC1}" dt="2025-12-18T16:17:57.429" v="598"/>
          <ac:inkMkLst>
            <pc:docMk/>
            <pc:sldMk cId="500398256" sldId="268"/>
            <ac:inkMk id="78" creationId="{52876674-A66D-680F-3647-C10EB6CECF92}"/>
          </ac:inkMkLst>
        </pc:inkChg>
        <pc:inkChg chg="add mod">
          <ac:chgData name="Rodica Ioana Lung" userId="64ee56e8d7162e1e" providerId="LiveId" clId="{0F6830A5-18AB-4F1B-8BBB-DA235794CEC1}" dt="2025-12-18T16:17:57.429" v="598"/>
          <ac:inkMkLst>
            <pc:docMk/>
            <pc:sldMk cId="500398256" sldId="268"/>
            <ac:inkMk id="79" creationId="{F86AA4F1-09C3-1390-D8CF-A421F4899276}"/>
          </ac:inkMkLst>
        </pc:inkChg>
        <pc:inkChg chg="add">
          <ac:chgData name="Rodica Ioana Lung" userId="64ee56e8d7162e1e" providerId="LiveId" clId="{0F6830A5-18AB-4F1B-8BBB-DA235794CEC1}" dt="2025-12-18T16:17:54.513" v="591" actId="9405"/>
          <ac:inkMkLst>
            <pc:docMk/>
            <pc:sldMk cId="500398256" sldId="268"/>
            <ac:inkMk id="80" creationId="{F18F4DD2-A46A-0D33-559E-FCFEB92C3EC7}"/>
          </ac:inkMkLst>
        </pc:inkChg>
        <pc:inkChg chg="add">
          <ac:chgData name="Rodica Ioana Lung" userId="64ee56e8d7162e1e" providerId="LiveId" clId="{0F6830A5-18AB-4F1B-8BBB-DA235794CEC1}" dt="2025-12-18T16:17:55.155" v="592" actId="9405"/>
          <ac:inkMkLst>
            <pc:docMk/>
            <pc:sldMk cId="500398256" sldId="268"/>
            <ac:inkMk id="81" creationId="{94B1BA27-070E-9960-C167-89728CBCC86B}"/>
          </ac:inkMkLst>
        </pc:inkChg>
        <pc:inkChg chg="add mod">
          <ac:chgData name="Rodica Ioana Lung" userId="64ee56e8d7162e1e" providerId="LiveId" clId="{0F6830A5-18AB-4F1B-8BBB-DA235794CEC1}" dt="2025-12-18T16:17:57.429" v="598"/>
          <ac:inkMkLst>
            <pc:docMk/>
            <pc:sldMk cId="500398256" sldId="268"/>
            <ac:inkMk id="82" creationId="{D2DCCA65-1F97-B60B-DB4B-EE867CA1B6C5}"/>
          </ac:inkMkLst>
        </pc:inkChg>
        <pc:inkChg chg="add mod">
          <ac:chgData name="Rodica Ioana Lung" userId="64ee56e8d7162e1e" providerId="LiveId" clId="{0F6830A5-18AB-4F1B-8BBB-DA235794CEC1}" dt="2025-12-18T16:17:57.429" v="598"/>
          <ac:inkMkLst>
            <pc:docMk/>
            <pc:sldMk cId="500398256" sldId="268"/>
            <ac:inkMk id="83" creationId="{DAF96981-14FF-C060-AA14-C25E508D9B34}"/>
          </ac:inkMkLst>
        </pc:inkChg>
        <pc:inkChg chg="add mod">
          <ac:chgData name="Rodica Ioana Lung" userId="64ee56e8d7162e1e" providerId="LiveId" clId="{0F6830A5-18AB-4F1B-8BBB-DA235794CEC1}" dt="2025-12-18T16:17:57.429" v="598"/>
          <ac:inkMkLst>
            <pc:docMk/>
            <pc:sldMk cId="500398256" sldId="268"/>
            <ac:inkMk id="84" creationId="{BA93706B-EBBE-C8B4-FFEB-1DC4970C1781}"/>
          </ac:inkMkLst>
        </pc:inkChg>
        <pc:inkChg chg="add mod">
          <ac:chgData name="Rodica Ioana Lung" userId="64ee56e8d7162e1e" providerId="LiveId" clId="{0F6830A5-18AB-4F1B-8BBB-DA235794CEC1}" dt="2025-12-18T16:17:57.429" v="598"/>
          <ac:inkMkLst>
            <pc:docMk/>
            <pc:sldMk cId="500398256" sldId="268"/>
            <ac:inkMk id="85" creationId="{A0F46FD7-716E-E780-24F0-11350AE74C5C}"/>
          </ac:inkMkLst>
        </pc:inkChg>
        <pc:inkChg chg="add mod">
          <ac:chgData name="Rodica Ioana Lung" userId="64ee56e8d7162e1e" providerId="LiveId" clId="{0F6830A5-18AB-4F1B-8BBB-DA235794CEC1}" dt="2025-12-18T16:17:57.429" v="598"/>
          <ac:inkMkLst>
            <pc:docMk/>
            <pc:sldMk cId="500398256" sldId="268"/>
            <ac:inkMk id="86" creationId="{6C28133D-890C-B823-E624-6BA25F61BAC2}"/>
          </ac:inkMkLst>
        </pc:inkChg>
        <pc:inkChg chg="add mod">
          <ac:chgData name="Rodica Ioana Lung" userId="64ee56e8d7162e1e" providerId="LiveId" clId="{0F6830A5-18AB-4F1B-8BBB-DA235794CEC1}" dt="2025-12-18T16:18:04.400" v="600"/>
          <ac:inkMkLst>
            <pc:docMk/>
            <pc:sldMk cId="500398256" sldId="268"/>
            <ac:inkMk id="89" creationId="{0C60B345-8C6D-735B-CE8C-F3550C2D823F}"/>
          </ac:inkMkLst>
        </pc:inkChg>
        <pc:inkChg chg="add mod">
          <ac:chgData name="Rodica Ioana Lung" userId="64ee56e8d7162e1e" providerId="LiveId" clId="{0F6830A5-18AB-4F1B-8BBB-DA235794CEC1}" dt="2025-12-18T16:18:07.465" v="603"/>
          <ac:inkMkLst>
            <pc:docMk/>
            <pc:sldMk cId="500398256" sldId="268"/>
            <ac:inkMk id="91" creationId="{4037E3B7-DAB9-4FE6-2276-68EB19BA2EDB}"/>
          </ac:inkMkLst>
        </pc:inkChg>
        <pc:inkChg chg="add mod">
          <ac:chgData name="Rodica Ioana Lung" userId="64ee56e8d7162e1e" providerId="LiveId" clId="{0F6830A5-18AB-4F1B-8BBB-DA235794CEC1}" dt="2025-12-18T16:18:07.465" v="603"/>
          <ac:inkMkLst>
            <pc:docMk/>
            <pc:sldMk cId="500398256" sldId="268"/>
            <ac:inkMk id="92" creationId="{FBAAD33D-4DBC-CAD1-6392-75566B288A7A}"/>
          </ac:inkMkLst>
        </pc:inkChg>
        <pc:inkChg chg="add mod">
          <ac:chgData name="Rodica Ioana Lung" userId="64ee56e8d7162e1e" providerId="LiveId" clId="{0F6830A5-18AB-4F1B-8BBB-DA235794CEC1}" dt="2025-12-18T16:18:14.323" v="606"/>
          <ac:inkMkLst>
            <pc:docMk/>
            <pc:sldMk cId="500398256" sldId="268"/>
            <ac:inkMk id="94" creationId="{961941E7-A8F1-C896-5A16-23EFD6F49ED2}"/>
          </ac:inkMkLst>
        </pc:inkChg>
        <pc:inkChg chg="add mod">
          <ac:chgData name="Rodica Ioana Lung" userId="64ee56e8d7162e1e" providerId="LiveId" clId="{0F6830A5-18AB-4F1B-8BBB-DA235794CEC1}" dt="2025-12-18T16:18:14.323" v="606"/>
          <ac:inkMkLst>
            <pc:docMk/>
            <pc:sldMk cId="500398256" sldId="268"/>
            <ac:inkMk id="95" creationId="{70BD48FC-656A-8B1A-BB0A-8D2ECA3E0D84}"/>
          </ac:inkMkLst>
        </pc:inkChg>
        <pc:inkChg chg="add mod">
          <ac:chgData name="Rodica Ioana Lung" userId="64ee56e8d7162e1e" providerId="LiveId" clId="{0F6830A5-18AB-4F1B-8BBB-DA235794CEC1}" dt="2025-12-18T16:18:22.157" v="623"/>
          <ac:inkMkLst>
            <pc:docMk/>
            <pc:sldMk cId="500398256" sldId="268"/>
            <ac:inkMk id="97" creationId="{3D408D70-C103-95B0-F044-E013F70D72A4}"/>
          </ac:inkMkLst>
        </pc:inkChg>
        <pc:inkChg chg="add">
          <ac:chgData name="Rodica Ioana Lung" userId="64ee56e8d7162e1e" providerId="LiveId" clId="{0F6830A5-18AB-4F1B-8BBB-DA235794CEC1}" dt="2025-12-18T16:18:17.216" v="608" actId="9405"/>
          <ac:inkMkLst>
            <pc:docMk/>
            <pc:sldMk cId="500398256" sldId="268"/>
            <ac:inkMk id="98" creationId="{6FCA496B-C149-30D1-AFCD-3336A26DA14A}"/>
          </ac:inkMkLst>
        </pc:inkChg>
        <pc:inkChg chg="add">
          <ac:chgData name="Rodica Ioana Lung" userId="64ee56e8d7162e1e" providerId="LiveId" clId="{0F6830A5-18AB-4F1B-8BBB-DA235794CEC1}" dt="2025-12-18T16:18:17.402" v="609" actId="9405"/>
          <ac:inkMkLst>
            <pc:docMk/>
            <pc:sldMk cId="500398256" sldId="268"/>
            <ac:inkMk id="99" creationId="{FAB30BE8-1A07-794B-413C-21F4276271AB}"/>
          </ac:inkMkLst>
        </pc:inkChg>
        <pc:inkChg chg="add">
          <ac:chgData name="Rodica Ioana Lung" userId="64ee56e8d7162e1e" providerId="LiveId" clId="{0F6830A5-18AB-4F1B-8BBB-DA235794CEC1}" dt="2025-12-18T16:18:17.621" v="610" actId="9405"/>
          <ac:inkMkLst>
            <pc:docMk/>
            <pc:sldMk cId="500398256" sldId="268"/>
            <ac:inkMk id="100" creationId="{67F8364B-B412-BF76-CE2B-8D749E402925}"/>
          </ac:inkMkLst>
        </pc:inkChg>
        <pc:inkChg chg="add mod">
          <ac:chgData name="Rodica Ioana Lung" userId="64ee56e8d7162e1e" providerId="LiveId" clId="{0F6830A5-18AB-4F1B-8BBB-DA235794CEC1}" dt="2025-12-18T16:18:22.157" v="623"/>
          <ac:inkMkLst>
            <pc:docMk/>
            <pc:sldMk cId="500398256" sldId="268"/>
            <ac:inkMk id="101" creationId="{F37947FB-4DB4-A6A8-406C-65E01FE91324}"/>
          </ac:inkMkLst>
        </pc:inkChg>
        <pc:inkChg chg="add">
          <ac:chgData name="Rodica Ioana Lung" userId="64ee56e8d7162e1e" providerId="LiveId" clId="{0F6830A5-18AB-4F1B-8BBB-DA235794CEC1}" dt="2025-12-18T16:18:18.215" v="612" actId="9405"/>
          <ac:inkMkLst>
            <pc:docMk/>
            <pc:sldMk cId="500398256" sldId="268"/>
            <ac:inkMk id="102" creationId="{B9EAC3E0-A27C-3E35-EB95-7E7161B785D7}"/>
          </ac:inkMkLst>
        </pc:inkChg>
        <pc:inkChg chg="add mod">
          <ac:chgData name="Rodica Ioana Lung" userId="64ee56e8d7162e1e" providerId="LiveId" clId="{0F6830A5-18AB-4F1B-8BBB-DA235794CEC1}" dt="2025-12-18T16:18:22.157" v="623"/>
          <ac:inkMkLst>
            <pc:docMk/>
            <pc:sldMk cId="500398256" sldId="268"/>
            <ac:inkMk id="103" creationId="{B1A0EBBD-003F-C563-E472-089A1FD9283F}"/>
          </ac:inkMkLst>
        </pc:inkChg>
        <pc:inkChg chg="add">
          <ac:chgData name="Rodica Ioana Lung" userId="64ee56e8d7162e1e" providerId="LiveId" clId="{0F6830A5-18AB-4F1B-8BBB-DA235794CEC1}" dt="2025-12-18T16:18:19.136" v="614" actId="9405"/>
          <ac:inkMkLst>
            <pc:docMk/>
            <pc:sldMk cId="500398256" sldId="268"/>
            <ac:inkMk id="104" creationId="{DFC7A3A5-289E-06D7-960B-769A3A99F2C9}"/>
          </ac:inkMkLst>
        </pc:inkChg>
        <pc:inkChg chg="add">
          <ac:chgData name="Rodica Ioana Lung" userId="64ee56e8d7162e1e" providerId="LiveId" clId="{0F6830A5-18AB-4F1B-8BBB-DA235794CEC1}" dt="2025-12-18T16:18:19.318" v="615" actId="9405"/>
          <ac:inkMkLst>
            <pc:docMk/>
            <pc:sldMk cId="500398256" sldId="268"/>
            <ac:inkMk id="105" creationId="{5D51A52E-9DBD-2B6B-3A3A-3567C233D5D3}"/>
          </ac:inkMkLst>
        </pc:inkChg>
        <pc:inkChg chg="add mod">
          <ac:chgData name="Rodica Ioana Lung" userId="64ee56e8d7162e1e" providerId="LiveId" clId="{0F6830A5-18AB-4F1B-8BBB-DA235794CEC1}" dt="2025-12-18T16:18:22.157" v="623"/>
          <ac:inkMkLst>
            <pc:docMk/>
            <pc:sldMk cId="500398256" sldId="268"/>
            <ac:inkMk id="106" creationId="{7E2F7C25-AE79-6001-AD29-554E364FA30F}"/>
          </ac:inkMkLst>
        </pc:inkChg>
        <pc:inkChg chg="add mod">
          <ac:chgData name="Rodica Ioana Lung" userId="64ee56e8d7162e1e" providerId="LiveId" clId="{0F6830A5-18AB-4F1B-8BBB-DA235794CEC1}" dt="2025-12-18T16:18:22.157" v="623"/>
          <ac:inkMkLst>
            <pc:docMk/>
            <pc:sldMk cId="500398256" sldId="268"/>
            <ac:inkMk id="107" creationId="{6AECD9D1-106E-E39D-2E89-50434F5B5EAD}"/>
          </ac:inkMkLst>
        </pc:inkChg>
        <pc:inkChg chg="add mod">
          <ac:chgData name="Rodica Ioana Lung" userId="64ee56e8d7162e1e" providerId="LiveId" clId="{0F6830A5-18AB-4F1B-8BBB-DA235794CEC1}" dt="2025-12-18T16:18:22.157" v="623"/>
          <ac:inkMkLst>
            <pc:docMk/>
            <pc:sldMk cId="500398256" sldId="268"/>
            <ac:inkMk id="108" creationId="{66D78678-10C3-C933-CDC1-2A19E6F2F2FE}"/>
          </ac:inkMkLst>
        </pc:inkChg>
        <pc:inkChg chg="add mod">
          <ac:chgData name="Rodica Ioana Lung" userId="64ee56e8d7162e1e" providerId="LiveId" clId="{0F6830A5-18AB-4F1B-8BBB-DA235794CEC1}" dt="2025-12-18T16:18:22.157" v="623"/>
          <ac:inkMkLst>
            <pc:docMk/>
            <pc:sldMk cId="500398256" sldId="268"/>
            <ac:inkMk id="109" creationId="{85E9E6E3-099F-7BEC-4DB3-EE785E2AEA78}"/>
          </ac:inkMkLst>
        </pc:inkChg>
        <pc:inkChg chg="add">
          <ac:chgData name="Rodica Ioana Lung" userId="64ee56e8d7162e1e" providerId="LiveId" clId="{0F6830A5-18AB-4F1B-8BBB-DA235794CEC1}" dt="2025-12-18T16:18:20.726" v="620" actId="9405"/>
          <ac:inkMkLst>
            <pc:docMk/>
            <pc:sldMk cId="500398256" sldId="268"/>
            <ac:inkMk id="110" creationId="{E21FA005-C3BA-29F7-B2B6-F93CC8431A5D}"/>
          </ac:inkMkLst>
        </pc:inkChg>
        <pc:inkChg chg="add">
          <ac:chgData name="Rodica Ioana Lung" userId="64ee56e8d7162e1e" providerId="LiveId" clId="{0F6830A5-18AB-4F1B-8BBB-DA235794CEC1}" dt="2025-12-18T16:18:21.172" v="621" actId="9405"/>
          <ac:inkMkLst>
            <pc:docMk/>
            <pc:sldMk cId="500398256" sldId="268"/>
            <ac:inkMk id="111" creationId="{20CB7506-78A9-A458-F00E-9A75EF5205DE}"/>
          </ac:inkMkLst>
        </pc:inkChg>
        <pc:inkChg chg="add mod">
          <ac:chgData name="Rodica Ioana Lung" userId="64ee56e8d7162e1e" providerId="LiveId" clId="{0F6830A5-18AB-4F1B-8BBB-DA235794CEC1}" dt="2025-12-18T16:18:22.157" v="623"/>
          <ac:inkMkLst>
            <pc:docMk/>
            <pc:sldMk cId="500398256" sldId="268"/>
            <ac:inkMk id="112" creationId="{9EF48D3D-762B-DF7C-4B40-5EF12156E3E0}"/>
          </ac:inkMkLst>
        </pc:inkChg>
        <pc:inkChg chg="add mod">
          <ac:chgData name="Rodica Ioana Lung" userId="64ee56e8d7162e1e" providerId="LiveId" clId="{0F6830A5-18AB-4F1B-8BBB-DA235794CEC1}" dt="2025-12-18T16:18:24.134" v="626"/>
          <ac:inkMkLst>
            <pc:docMk/>
            <pc:sldMk cId="500398256" sldId="268"/>
            <ac:inkMk id="115" creationId="{39BAEDBD-B40E-C935-5FF9-61D4D3EB0D2B}"/>
          </ac:inkMkLst>
        </pc:inkChg>
        <pc:inkChg chg="add mod">
          <ac:chgData name="Rodica Ioana Lung" userId="64ee56e8d7162e1e" providerId="LiveId" clId="{0F6830A5-18AB-4F1B-8BBB-DA235794CEC1}" dt="2025-12-18T16:18:24.134" v="626"/>
          <ac:inkMkLst>
            <pc:docMk/>
            <pc:sldMk cId="500398256" sldId="268"/>
            <ac:inkMk id="116" creationId="{4EACF41C-F333-C4CE-4625-031D402D6E60}"/>
          </ac:inkMkLst>
        </pc:inkChg>
        <pc:inkChg chg="add">
          <ac:chgData name="Rodica Ioana Lung" userId="64ee56e8d7162e1e" providerId="LiveId" clId="{0F6830A5-18AB-4F1B-8BBB-DA235794CEC1}" dt="2025-12-18T16:18:24.202" v="627" actId="9405"/>
          <ac:inkMkLst>
            <pc:docMk/>
            <pc:sldMk cId="500398256" sldId="268"/>
            <ac:inkMk id="118" creationId="{E67548B1-20D0-CF3E-8CF9-1492E2C1B5B0}"/>
          </ac:inkMkLst>
        </pc:inkChg>
        <pc:inkChg chg="add">
          <ac:chgData name="Rodica Ioana Lung" userId="64ee56e8d7162e1e" providerId="LiveId" clId="{0F6830A5-18AB-4F1B-8BBB-DA235794CEC1}" dt="2025-12-18T16:18:25.543" v="628" actId="9405"/>
          <ac:inkMkLst>
            <pc:docMk/>
            <pc:sldMk cId="500398256" sldId="268"/>
            <ac:inkMk id="119" creationId="{6FFC7C9F-7793-2C1A-7921-83A59648CE0A}"/>
          </ac:inkMkLst>
        </pc:inkChg>
        <pc:inkChg chg="add">
          <ac:chgData name="Rodica Ioana Lung" userId="64ee56e8d7162e1e" providerId="LiveId" clId="{0F6830A5-18AB-4F1B-8BBB-DA235794CEC1}" dt="2025-12-18T16:18:25.795" v="629" actId="9405"/>
          <ac:inkMkLst>
            <pc:docMk/>
            <pc:sldMk cId="500398256" sldId="268"/>
            <ac:inkMk id="120" creationId="{56705FBD-4B99-C596-68AF-C50AEBA076F0}"/>
          </ac:inkMkLst>
        </pc:inkChg>
        <pc:inkChg chg="add">
          <ac:chgData name="Rodica Ioana Lung" userId="64ee56e8d7162e1e" providerId="LiveId" clId="{0F6830A5-18AB-4F1B-8BBB-DA235794CEC1}" dt="2025-12-18T16:18:26.796" v="630" actId="9405"/>
          <ac:inkMkLst>
            <pc:docMk/>
            <pc:sldMk cId="500398256" sldId="268"/>
            <ac:inkMk id="121" creationId="{452C71ED-9E0A-0C4C-C4B3-36A169383C50}"/>
          </ac:inkMkLst>
        </pc:inkChg>
        <pc:inkChg chg="add">
          <ac:chgData name="Rodica Ioana Lung" userId="64ee56e8d7162e1e" providerId="LiveId" clId="{0F6830A5-18AB-4F1B-8BBB-DA235794CEC1}" dt="2025-12-18T16:18:27.241" v="631" actId="9405"/>
          <ac:inkMkLst>
            <pc:docMk/>
            <pc:sldMk cId="500398256" sldId="268"/>
            <ac:inkMk id="122" creationId="{E0068D87-E7C7-607D-DC62-EE44786F4ECB}"/>
          </ac:inkMkLst>
        </pc:inkChg>
        <pc:inkChg chg="add mod">
          <ac:chgData name="Rodica Ioana Lung" userId="64ee56e8d7162e1e" providerId="LiveId" clId="{0F6830A5-18AB-4F1B-8BBB-DA235794CEC1}" dt="2025-12-18T16:18:31.286" v="644"/>
          <ac:inkMkLst>
            <pc:docMk/>
            <pc:sldMk cId="500398256" sldId="268"/>
            <ac:inkMk id="123" creationId="{CABF4D61-F193-8E66-484D-BECF02970B76}"/>
          </ac:inkMkLst>
        </pc:inkChg>
        <pc:inkChg chg="add">
          <ac:chgData name="Rodica Ioana Lung" userId="64ee56e8d7162e1e" providerId="LiveId" clId="{0F6830A5-18AB-4F1B-8BBB-DA235794CEC1}" dt="2025-12-18T16:18:28.237" v="633" actId="9405"/>
          <ac:inkMkLst>
            <pc:docMk/>
            <pc:sldMk cId="500398256" sldId="268"/>
            <ac:inkMk id="124" creationId="{98F7D953-329A-EA22-6962-5673BD5178EE}"/>
          </ac:inkMkLst>
        </pc:inkChg>
        <pc:inkChg chg="add mod">
          <ac:chgData name="Rodica Ioana Lung" userId="64ee56e8d7162e1e" providerId="LiveId" clId="{0F6830A5-18AB-4F1B-8BBB-DA235794CEC1}" dt="2025-12-18T16:18:31.286" v="644"/>
          <ac:inkMkLst>
            <pc:docMk/>
            <pc:sldMk cId="500398256" sldId="268"/>
            <ac:inkMk id="125" creationId="{3AE07553-0598-A322-B9FE-298E66EC96E7}"/>
          </ac:inkMkLst>
        </pc:inkChg>
        <pc:inkChg chg="add mod">
          <ac:chgData name="Rodica Ioana Lung" userId="64ee56e8d7162e1e" providerId="LiveId" clId="{0F6830A5-18AB-4F1B-8BBB-DA235794CEC1}" dt="2025-12-18T16:18:31.286" v="644"/>
          <ac:inkMkLst>
            <pc:docMk/>
            <pc:sldMk cId="500398256" sldId="268"/>
            <ac:inkMk id="126" creationId="{09BDAB8D-7DB5-9C0B-05E6-795B876C1A97}"/>
          </ac:inkMkLst>
        </pc:inkChg>
        <pc:inkChg chg="add">
          <ac:chgData name="Rodica Ioana Lung" userId="64ee56e8d7162e1e" providerId="LiveId" clId="{0F6830A5-18AB-4F1B-8BBB-DA235794CEC1}" dt="2025-12-18T16:18:28.849" v="636" actId="9405"/>
          <ac:inkMkLst>
            <pc:docMk/>
            <pc:sldMk cId="500398256" sldId="268"/>
            <ac:inkMk id="127" creationId="{D422C1B3-7950-F933-D785-AA5BACA688A5}"/>
          </ac:inkMkLst>
        </pc:inkChg>
        <pc:inkChg chg="add">
          <ac:chgData name="Rodica Ioana Lung" userId="64ee56e8d7162e1e" providerId="LiveId" clId="{0F6830A5-18AB-4F1B-8BBB-DA235794CEC1}" dt="2025-12-18T16:18:29.454" v="637" actId="9405"/>
          <ac:inkMkLst>
            <pc:docMk/>
            <pc:sldMk cId="500398256" sldId="268"/>
            <ac:inkMk id="128" creationId="{150AC778-5578-1A20-EAC6-0DF219F39CE2}"/>
          </ac:inkMkLst>
        </pc:inkChg>
        <pc:inkChg chg="add">
          <ac:chgData name="Rodica Ioana Lung" userId="64ee56e8d7162e1e" providerId="LiveId" clId="{0F6830A5-18AB-4F1B-8BBB-DA235794CEC1}" dt="2025-12-18T16:18:29.613" v="638" actId="9405"/>
          <ac:inkMkLst>
            <pc:docMk/>
            <pc:sldMk cId="500398256" sldId="268"/>
            <ac:inkMk id="129" creationId="{BF3EE88C-8E54-140E-4B1D-9D4DA528CEFE}"/>
          </ac:inkMkLst>
        </pc:inkChg>
        <pc:inkChg chg="add mod">
          <ac:chgData name="Rodica Ioana Lung" userId="64ee56e8d7162e1e" providerId="LiveId" clId="{0F6830A5-18AB-4F1B-8BBB-DA235794CEC1}" dt="2025-12-18T16:18:31.286" v="644"/>
          <ac:inkMkLst>
            <pc:docMk/>
            <pc:sldMk cId="500398256" sldId="268"/>
            <ac:inkMk id="130" creationId="{F7DB3A2F-5FE5-ADDF-140C-7AA39F934E9D}"/>
          </ac:inkMkLst>
        </pc:inkChg>
        <pc:inkChg chg="add mod">
          <ac:chgData name="Rodica Ioana Lung" userId="64ee56e8d7162e1e" providerId="LiveId" clId="{0F6830A5-18AB-4F1B-8BBB-DA235794CEC1}" dt="2025-12-18T16:18:31.286" v="644"/>
          <ac:inkMkLst>
            <pc:docMk/>
            <pc:sldMk cId="500398256" sldId="268"/>
            <ac:inkMk id="131" creationId="{D82A57BE-8E4F-EBCE-5420-EC7DA94CF281}"/>
          </ac:inkMkLst>
        </pc:inkChg>
        <pc:inkChg chg="add">
          <ac:chgData name="Rodica Ioana Lung" userId="64ee56e8d7162e1e" providerId="LiveId" clId="{0F6830A5-18AB-4F1B-8BBB-DA235794CEC1}" dt="2025-12-18T16:18:30.362" v="641" actId="9405"/>
          <ac:inkMkLst>
            <pc:docMk/>
            <pc:sldMk cId="500398256" sldId="268"/>
            <ac:inkMk id="132" creationId="{F759EB78-1896-8FE0-F7CE-D74E88617D0D}"/>
          </ac:inkMkLst>
        </pc:inkChg>
        <pc:inkChg chg="add">
          <ac:chgData name="Rodica Ioana Lung" userId="64ee56e8d7162e1e" providerId="LiveId" clId="{0F6830A5-18AB-4F1B-8BBB-DA235794CEC1}" dt="2025-12-18T16:18:30.540" v="642" actId="9405"/>
          <ac:inkMkLst>
            <pc:docMk/>
            <pc:sldMk cId="500398256" sldId="268"/>
            <ac:inkMk id="133" creationId="{CADA5C03-2AFC-818A-064B-1761CA404C43}"/>
          </ac:inkMkLst>
        </pc:inkChg>
        <pc:inkChg chg="add mod">
          <ac:chgData name="Rodica Ioana Lung" userId="64ee56e8d7162e1e" providerId="LiveId" clId="{0F6830A5-18AB-4F1B-8BBB-DA235794CEC1}" dt="2025-12-18T16:18:31.286" v="644"/>
          <ac:inkMkLst>
            <pc:docMk/>
            <pc:sldMk cId="500398256" sldId="268"/>
            <ac:inkMk id="134" creationId="{A8F8C241-9162-107F-5336-32E426C34926}"/>
          </ac:inkMkLst>
        </pc:inkChg>
        <pc:inkChg chg="add mod">
          <ac:chgData name="Rodica Ioana Lung" userId="64ee56e8d7162e1e" providerId="LiveId" clId="{0F6830A5-18AB-4F1B-8BBB-DA235794CEC1}" dt="2025-12-18T16:18:38.120" v="654"/>
          <ac:inkMkLst>
            <pc:docMk/>
            <pc:sldMk cId="500398256" sldId="268"/>
            <ac:inkMk id="138" creationId="{C839343A-CE7B-A999-C478-F085BD9EF190}"/>
          </ac:inkMkLst>
        </pc:inkChg>
        <pc:inkChg chg="add">
          <ac:chgData name="Rodica Ioana Lung" userId="64ee56e8d7162e1e" providerId="LiveId" clId="{0F6830A5-18AB-4F1B-8BBB-DA235794CEC1}" dt="2025-12-18T16:18:35.105" v="646" actId="9405"/>
          <ac:inkMkLst>
            <pc:docMk/>
            <pc:sldMk cId="500398256" sldId="268"/>
            <ac:inkMk id="139" creationId="{BA2CA25D-7CD0-3509-8238-C4022D2A2110}"/>
          </ac:inkMkLst>
        </pc:inkChg>
        <pc:inkChg chg="add mod">
          <ac:chgData name="Rodica Ioana Lung" userId="64ee56e8d7162e1e" providerId="LiveId" clId="{0F6830A5-18AB-4F1B-8BBB-DA235794CEC1}" dt="2025-12-18T16:18:38.120" v="654"/>
          <ac:inkMkLst>
            <pc:docMk/>
            <pc:sldMk cId="500398256" sldId="268"/>
            <ac:inkMk id="140" creationId="{F652D5F9-6A75-B2E3-EF56-BC1AFF840401}"/>
          </ac:inkMkLst>
        </pc:inkChg>
        <pc:inkChg chg="add mod">
          <ac:chgData name="Rodica Ioana Lung" userId="64ee56e8d7162e1e" providerId="LiveId" clId="{0F6830A5-18AB-4F1B-8BBB-DA235794CEC1}" dt="2025-12-18T16:18:38.120" v="654"/>
          <ac:inkMkLst>
            <pc:docMk/>
            <pc:sldMk cId="500398256" sldId="268"/>
            <ac:inkMk id="141" creationId="{4EA38532-4C7E-F8AD-62F9-FD6FB6019AA6}"/>
          </ac:inkMkLst>
        </pc:inkChg>
        <pc:inkChg chg="add mod">
          <ac:chgData name="Rodica Ioana Lung" userId="64ee56e8d7162e1e" providerId="LiveId" clId="{0F6830A5-18AB-4F1B-8BBB-DA235794CEC1}" dt="2025-12-18T16:18:38.120" v="654"/>
          <ac:inkMkLst>
            <pc:docMk/>
            <pc:sldMk cId="500398256" sldId="268"/>
            <ac:inkMk id="142" creationId="{A75A5B6F-D541-9C34-52BA-952A725C6350}"/>
          </ac:inkMkLst>
        </pc:inkChg>
        <pc:inkChg chg="add mod">
          <ac:chgData name="Rodica Ioana Lung" userId="64ee56e8d7162e1e" providerId="LiveId" clId="{0F6830A5-18AB-4F1B-8BBB-DA235794CEC1}" dt="2025-12-18T16:18:38.120" v="654"/>
          <ac:inkMkLst>
            <pc:docMk/>
            <pc:sldMk cId="500398256" sldId="268"/>
            <ac:inkMk id="143" creationId="{78EF067F-828A-8BA7-B5EA-6370097EFDC4}"/>
          </ac:inkMkLst>
        </pc:inkChg>
        <pc:inkChg chg="add mod">
          <ac:chgData name="Rodica Ioana Lung" userId="64ee56e8d7162e1e" providerId="LiveId" clId="{0F6830A5-18AB-4F1B-8BBB-DA235794CEC1}" dt="2025-12-18T16:18:41.796" v="661"/>
          <ac:inkMkLst>
            <pc:docMk/>
            <pc:sldMk cId="500398256" sldId="268"/>
            <ac:inkMk id="144" creationId="{A1651B13-4F26-5E8A-D219-CCF521F04E15}"/>
          </ac:inkMkLst>
        </pc:inkChg>
        <pc:inkChg chg="add mod">
          <ac:chgData name="Rodica Ioana Lung" userId="64ee56e8d7162e1e" providerId="LiveId" clId="{0F6830A5-18AB-4F1B-8BBB-DA235794CEC1}" dt="2025-12-18T16:18:41.796" v="661"/>
          <ac:inkMkLst>
            <pc:docMk/>
            <pc:sldMk cId="500398256" sldId="268"/>
            <ac:inkMk id="145" creationId="{DACBC6BD-7DAF-46EF-974A-EAABECDA9189}"/>
          </ac:inkMkLst>
        </pc:inkChg>
        <pc:inkChg chg="add mod">
          <ac:chgData name="Rodica Ioana Lung" userId="64ee56e8d7162e1e" providerId="LiveId" clId="{0F6830A5-18AB-4F1B-8BBB-DA235794CEC1}" dt="2025-12-18T16:18:38.120" v="654"/>
          <ac:inkMkLst>
            <pc:docMk/>
            <pc:sldMk cId="500398256" sldId="268"/>
            <ac:inkMk id="146" creationId="{E770541B-90CC-B86F-CBC5-603727888133}"/>
          </ac:inkMkLst>
        </pc:inkChg>
        <pc:inkChg chg="add mod">
          <ac:chgData name="Rodica Ioana Lung" userId="64ee56e8d7162e1e" providerId="LiveId" clId="{0F6830A5-18AB-4F1B-8BBB-DA235794CEC1}" dt="2025-12-18T16:18:41.796" v="661"/>
          <ac:inkMkLst>
            <pc:docMk/>
            <pc:sldMk cId="500398256" sldId="268"/>
            <ac:inkMk id="149" creationId="{CE28659B-AAD1-6264-11A0-CDF88ADAA354}"/>
          </ac:inkMkLst>
        </pc:inkChg>
        <pc:inkChg chg="add">
          <ac:chgData name="Rodica Ioana Lung" userId="64ee56e8d7162e1e" providerId="LiveId" clId="{0F6830A5-18AB-4F1B-8BBB-DA235794CEC1}" dt="2025-12-18T16:18:39.531" v="656" actId="9405"/>
          <ac:inkMkLst>
            <pc:docMk/>
            <pc:sldMk cId="500398256" sldId="268"/>
            <ac:inkMk id="150" creationId="{67FA199F-7A56-0859-7333-6AB385001FE5}"/>
          </ac:inkMkLst>
        </pc:inkChg>
        <pc:inkChg chg="add mod">
          <ac:chgData name="Rodica Ioana Lung" userId="64ee56e8d7162e1e" providerId="LiveId" clId="{0F6830A5-18AB-4F1B-8BBB-DA235794CEC1}" dt="2025-12-18T16:18:41.796" v="661"/>
          <ac:inkMkLst>
            <pc:docMk/>
            <pc:sldMk cId="500398256" sldId="268"/>
            <ac:inkMk id="151" creationId="{A506412F-1D80-1C9E-D08C-351FAECF1EA1}"/>
          </ac:inkMkLst>
        </pc:inkChg>
        <pc:inkChg chg="add mod">
          <ac:chgData name="Rodica Ioana Lung" userId="64ee56e8d7162e1e" providerId="LiveId" clId="{0F6830A5-18AB-4F1B-8BBB-DA235794CEC1}" dt="2025-12-18T16:18:41.796" v="661"/>
          <ac:inkMkLst>
            <pc:docMk/>
            <pc:sldMk cId="500398256" sldId="268"/>
            <ac:inkMk id="152" creationId="{AD393093-2A08-F800-BEE7-CA9A135E01E4}"/>
          </ac:inkMkLst>
        </pc:inkChg>
        <pc:inkChg chg="add mod">
          <ac:chgData name="Rodica Ioana Lung" userId="64ee56e8d7162e1e" providerId="LiveId" clId="{0F6830A5-18AB-4F1B-8BBB-DA235794CEC1}" dt="2025-12-18T16:18:41.796" v="661"/>
          <ac:inkMkLst>
            <pc:docMk/>
            <pc:sldMk cId="500398256" sldId="268"/>
            <ac:inkMk id="153" creationId="{52149057-990C-46C9-0258-0D5F57E52E7E}"/>
          </ac:inkMkLst>
        </pc:inkChg>
        <pc:inkChg chg="add mod">
          <ac:chgData name="Rodica Ioana Lung" userId="64ee56e8d7162e1e" providerId="LiveId" clId="{0F6830A5-18AB-4F1B-8BBB-DA235794CEC1}" dt="2025-12-18T16:18:41.796" v="661"/>
          <ac:inkMkLst>
            <pc:docMk/>
            <pc:sldMk cId="500398256" sldId="268"/>
            <ac:inkMk id="154" creationId="{7D026D60-04FA-43DB-015F-5476BAA1C3DC}"/>
          </ac:inkMkLst>
        </pc:inkChg>
        <pc:inkChg chg="add mod">
          <ac:chgData name="Rodica Ioana Lung" userId="64ee56e8d7162e1e" providerId="LiveId" clId="{0F6830A5-18AB-4F1B-8BBB-DA235794CEC1}" dt="2025-12-18T16:18:45.551" v="664"/>
          <ac:inkMkLst>
            <pc:docMk/>
            <pc:sldMk cId="500398256" sldId="268"/>
            <ac:inkMk id="157" creationId="{EBE7AD4D-6A43-7C02-81CC-637104F28A04}"/>
          </ac:inkMkLst>
        </pc:inkChg>
        <pc:inkChg chg="add mod">
          <ac:chgData name="Rodica Ioana Lung" userId="64ee56e8d7162e1e" providerId="LiveId" clId="{0F6830A5-18AB-4F1B-8BBB-DA235794CEC1}" dt="2025-12-18T16:18:45.551" v="664"/>
          <ac:inkMkLst>
            <pc:docMk/>
            <pc:sldMk cId="500398256" sldId="268"/>
            <ac:inkMk id="158" creationId="{757D240D-C745-8B3F-73B3-F4D9CBACB9E4}"/>
          </ac:inkMkLst>
        </pc:inkChg>
        <pc:inkChg chg="add mod">
          <ac:chgData name="Rodica Ioana Lung" userId="64ee56e8d7162e1e" providerId="LiveId" clId="{0F6830A5-18AB-4F1B-8BBB-DA235794CEC1}" dt="2025-12-18T16:19:01.187" v="670"/>
          <ac:inkMkLst>
            <pc:docMk/>
            <pc:sldMk cId="500398256" sldId="268"/>
            <ac:inkMk id="160" creationId="{C5DE74E8-E782-3EFC-FAC7-FEE4DEA31B70}"/>
          </ac:inkMkLst>
        </pc:inkChg>
        <pc:inkChg chg="add mod">
          <ac:chgData name="Rodica Ioana Lung" userId="64ee56e8d7162e1e" providerId="LiveId" clId="{0F6830A5-18AB-4F1B-8BBB-DA235794CEC1}" dt="2025-12-18T16:19:01.187" v="670"/>
          <ac:inkMkLst>
            <pc:docMk/>
            <pc:sldMk cId="500398256" sldId="268"/>
            <ac:inkMk id="161" creationId="{874DD390-EFB0-E6E0-4B65-76C862A8A433}"/>
          </ac:inkMkLst>
        </pc:inkChg>
        <pc:inkChg chg="add mod">
          <ac:chgData name="Rodica Ioana Lung" userId="64ee56e8d7162e1e" providerId="LiveId" clId="{0F6830A5-18AB-4F1B-8BBB-DA235794CEC1}" dt="2025-12-18T16:19:01.187" v="670"/>
          <ac:inkMkLst>
            <pc:docMk/>
            <pc:sldMk cId="500398256" sldId="268"/>
            <ac:inkMk id="162" creationId="{C4427536-2F94-5F52-BAA6-8B9BC3C0158D}"/>
          </ac:inkMkLst>
        </pc:inkChg>
        <pc:inkChg chg="add mod">
          <ac:chgData name="Rodica Ioana Lung" userId="64ee56e8d7162e1e" providerId="LiveId" clId="{0F6830A5-18AB-4F1B-8BBB-DA235794CEC1}" dt="2025-12-18T16:19:01.187" v="670"/>
          <ac:inkMkLst>
            <pc:docMk/>
            <pc:sldMk cId="500398256" sldId="268"/>
            <ac:inkMk id="163" creationId="{AE545199-DF8F-4347-1503-7770638A88BE}"/>
          </ac:inkMkLst>
        </pc:inkChg>
        <pc:inkChg chg="add mod">
          <ac:chgData name="Rodica Ioana Lung" userId="64ee56e8d7162e1e" providerId="LiveId" clId="{0F6830A5-18AB-4F1B-8BBB-DA235794CEC1}" dt="2025-12-18T16:19:01.187" v="670"/>
          <ac:inkMkLst>
            <pc:docMk/>
            <pc:sldMk cId="500398256" sldId="268"/>
            <ac:inkMk id="164" creationId="{F0ADE71F-B75E-1C08-00F2-C801798AF854}"/>
          </ac:inkMkLst>
        </pc:inkChg>
        <pc:inkChg chg="add mod">
          <ac:chgData name="Rodica Ioana Lung" userId="64ee56e8d7162e1e" providerId="LiveId" clId="{0F6830A5-18AB-4F1B-8BBB-DA235794CEC1}" dt="2025-12-18T16:19:05.896" v="677"/>
          <ac:inkMkLst>
            <pc:docMk/>
            <pc:sldMk cId="500398256" sldId="268"/>
            <ac:inkMk id="166" creationId="{D4993D09-C513-2C39-E74D-7AF64FC28FA2}"/>
          </ac:inkMkLst>
        </pc:inkChg>
        <pc:inkChg chg="add mod">
          <ac:chgData name="Rodica Ioana Lung" userId="64ee56e8d7162e1e" providerId="LiveId" clId="{0F6830A5-18AB-4F1B-8BBB-DA235794CEC1}" dt="2025-12-18T16:19:05.896" v="677"/>
          <ac:inkMkLst>
            <pc:docMk/>
            <pc:sldMk cId="500398256" sldId="268"/>
            <ac:inkMk id="167" creationId="{D648C91F-F5A1-FF76-544E-36E3C07E6CC3}"/>
          </ac:inkMkLst>
        </pc:inkChg>
        <pc:inkChg chg="add mod">
          <ac:chgData name="Rodica Ioana Lung" userId="64ee56e8d7162e1e" providerId="LiveId" clId="{0F6830A5-18AB-4F1B-8BBB-DA235794CEC1}" dt="2025-12-18T16:19:05.896" v="677"/>
          <ac:inkMkLst>
            <pc:docMk/>
            <pc:sldMk cId="500398256" sldId="268"/>
            <ac:inkMk id="168" creationId="{9B4E9874-C50F-28EB-806A-894D3DB93B5A}"/>
          </ac:inkMkLst>
        </pc:inkChg>
        <pc:inkChg chg="add mod">
          <ac:chgData name="Rodica Ioana Lung" userId="64ee56e8d7162e1e" providerId="LiveId" clId="{0F6830A5-18AB-4F1B-8BBB-DA235794CEC1}" dt="2025-12-18T16:19:05.896" v="677"/>
          <ac:inkMkLst>
            <pc:docMk/>
            <pc:sldMk cId="500398256" sldId="268"/>
            <ac:inkMk id="169" creationId="{3826FD28-2023-42A7-A0A5-39EE08602765}"/>
          </ac:inkMkLst>
        </pc:inkChg>
        <pc:inkChg chg="add mod">
          <ac:chgData name="Rodica Ioana Lung" userId="64ee56e8d7162e1e" providerId="LiveId" clId="{0F6830A5-18AB-4F1B-8BBB-DA235794CEC1}" dt="2025-12-18T16:19:05.896" v="677"/>
          <ac:inkMkLst>
            <pc:docMk/>
            <pc:sldMk cId="500398256" sldId="268"/>
            <ac:inkMk id="170" creationId="{7652733B-2507-EB22-5DE2-E369587A02DF}"/>
          </ac:inkMkLst>
        </pc:inkChg>
        <pc:inkChg chg="add mod">
          <ac:chgData name="Rodica Ioana Lung" userId="64ee56e8d7162e1e" providerId="LiveId" clId="{0F6830A5-18AB-4F1B-8BBB-DA235794CEC1}" dt="2025-12-18T16:19:05.896" v="677"/>
          <ac:inkMkLst>
            <pc:docMk/>
            <pc:sldMk cId="500398256" sldId="268"/>
            <ac:inkMk id="171" creationId="{019A778D-D400-3EA7-F003-B6E035C4EEAF}"/>
          </ac:inkMkLst>
        </pc:inkChg>
        <pc:inkChg chg="add mod">
          <ac:chgData name="Rodica Ioana Lung" userId="64ee56e8d7162e1e" providerId="LiveId" clId="{0F6830A5-18AB-4F1B-8BBB-DA235794CEC1}" dt="2025-12-18T16:19:13.279" v="681"/>
          <ac:inkMkLst>
            <pc:docMk/>
            <pc:sldMk cId="500398256" sldId="268"/>
            <ac:inkMk id="173" creationId="{A15D8FF5-0A1B-8DB2-9552-D0C55F075FEC}"/>
          </ac:inkMkLst>
        </pc:inkChg>
        <pc:inkChg chg="add mod">
          <ac:chgData name="Rodica Ioana Lung" userId="64ee56e8d7162e1e" providerId="LiveId" clId="{0F6830A5-18AB-4F1B-8BBB-DA235794CEC1}" dt="2025-12-18T16:19:13.279" v="681"/>
          <ac:inkMkLst>
            <pc:docMk/>
            <pc:sldMk cId="500398256" sldId="268"/>
            <ac:inkMk id="174" creationId="{A8D2BE8B-476C-FE77-4D24-D5BE52C1527A}"/>
          </ac:inkMkLst>
        </pc:inkChg>
        <pc:inkChg chg="add mod">
          <ac:chgData name="Rodica Ioana Lung" userId="64ee56e8d7162e1e" providerId="LiveId" clId="{0F6830A5-18AB-4F1B-8BBB-DA235794CEC1}" dt="2025-12-18T16:19:13.279" v="681"/>
          <ac:inkMkLst>
            <pc:docMk/>
            <pc:sldMk cId="500398256" sldId="268"/>
            <ac:inkMk id="175" creationId="{608D8221-352C-6F14-5AE4-B3FCF663BAF9}"/>
          </ac:inkMkLst>
        </pc:inkChg>
        <pc:inkChg chg="add mod">
          <ac:chgData name="Rodica Ioana Lung" userId="64ee56e8d7162e1e" providerId="LiveId" clId="{0F6830A5-18AB-4F1B-8BBB-DA235794CEC1}" dt="2025-12-18T16:19:17.926" v="691"/>
          <ac:inkMkLst>
            <pc:docMk/>
            <pc:sldMk cId="500398256" sldId="268"/>
            <ac:inkMk id="177" creationId="{84D2F0B5-2FDF-22BD-A7B3-7974B90853B1}"/>
          </ac:inkMkLst>
        </pc:inkChg>
        <pc:inkChg chg="add mod">
          <ac:chgData name="Rodica Ioana Lung" userId="64ee56e8d7162e1e" providerId="LiveId" clId="{0F6830A5-18AB-4F1B-8BBB-DA235794CEC1}" dt="2025-12-18T16:19:17.926" v="691"/>
          <ac:inkMkLst>
            <pc:docMk/>
            <pc:sldMk cId="500398256" sldId="268"/>
            <ac:inkMk id="178" creationId="{64BF100A-0640-9AA7-F834-4421E989A3EF}"/>
          </ac:inkMkLst>
        </pc:inkChg>
        <pc:inkChg chg="add mod">
          <ac:chgData name="Rodica Ioana Lung" userId="64ee56e8d7162e1e" providerId="LiveId" clId="{0F6830A5-18AB-4F1B-8BBB-DA235794CEC1}" dt="2025-12-18T16:19:17.926" v="691"/>
          <ac:inkMkLst>
            <pc:docMk/>
            <pc:sldMk cId="500398256" sldId="268"/>
            <ac:inkMk id="179" creationId="{E54D2294-8987-1975-BFCE-83A53563BE31}"/>
          </ac:inkMkLst>
        </pc:inkChg>
        <pc:inkChg chg="add mod">
          <ac:chgData name="Rodica Ioana Lung" userId="64ee56e8d7162e1e" providerId="LiveId" clId="{0F6830A5-18AB-4F1B-8BBB-DA235794CEC1}" dt="2025-12-18T16:19:17.926" v="691"/>
          <ac:inkMkLst>
            <pc:docMk/>
            <pc:sldMk cId="500398256" sldId="268"/>
            <ac:inkMk id="180" creationId="{1DA60B18-82E6-150F-54BE-CADC8FA68FB6}"/>
          </ac:inkMkLst>
        </pc:inkChg>
        <pc:inkChg chg="add mod">
          <ac:chgData name="Rodica Ioana Lung" userId="64ee56e8d7162e1e" providerId="LiveId" clId="{0F6830A5-18AB-4F1B-8BBB-DA235794CEC1}" dt="2025-12-18T16:19:17.926" v="691"/>
          <ac:inkMkLst>
            <pc:docMk/>
            <pc:sldMk cId="500398256" sldId="268"/>
            <ac:inkMk id="181" creationId="{377D49FC-421E-37E9-C536-D489E0826686}"/>
          </ac:inkMkLst>
        </pc:inkChg>
        <pc:inkChg chg="add mod">
          <ac:chgData name="Rodica Ioana Lung" userId="64ee56e8d7162e1e" providerId="LiveId" clId="{0F6830A5-18AB-4F1B-8BBB-DA235794CEC1}" dt="2025-12-18T16:19:17.926" v="691"/>
          <ac:inkMkLst>
            <pc:docMk/>
            <pc:sldMk cId="500398256" sldId="268"/>
            <ac:inkMk id="182" creationId="{283E55D2-AE2B-8597-1964-C3527D76300E}"/>
          </ac:inkMkLst>
        </pc:inkChg>
        <pc:inkChg chg="add mod">
          <ac:chgData name="Rodica Ioana Lung" userId="64ee56e8d7162e1e" providerId="LiveId" clId="{0F6830A5-18AB-4F1B-8BBB-DA235794CEC1}" dt="2025-12-18T16:19:17.926" v="691"/>
          <ac:inkMkLst>
            <pc:docMk/>
            <pc:sldMk cId="500398256" sldId="268"/>
            <ac:inkMk id="183" creationId="{7B69FDC1-5570-FA4F-A526-9C575533E036}"/>
          </ac:inkMkLst>
        </pc:inkChg>
        <pc:inkChg chg="add mod">
          <ac:chgData name="Rodica Ioana Lung" userId="64ee56e8d7162e1e" providerId="LiveId" clId="{0F6830A5-18AB-4F1B-8BBB-DA235794CEC1}" dt="2025-12-18T16:19:17.926" v="691"/>
          <ac:inkMkLst>
            <pc:docMk/>
            <pc:sldMk cId="500398256" sldId="268"/>
            <ac:inkMk id="184" creationId="{5D328CCD-D165-B3FF-BA71-1B0D5EBC288D}"/>
          </ac:inkMkLst>
        </pc:inkChg>
        <pc:inkChg chg="add mod">
          <ac:chgData name="Rodica Ioana Lung" userId="64ee56e8d7162e1e" providerId="LiveId" clId="{0F6830A5-18AB-4F1B-8BBB-DA235794CEC1}" dt="2025-12-18T16:19:17.926" v="691"/>
          <ac:inkMkLst>
            <pc:docMk/>
            <pc:sldMk cId="500398256" sldId="268"/>
            <ac:inkMk id="185" creationId="{4A59AE5A-9CAF-5515-1EB9-721B12F7FB2F}"/>
          </ac:inkMkLst>
        </pc:inkChg>
        <pc:inkChg chg="add">
          <ac:chgData name="Rodica Ioana Lung" userId="64ee56e8d7162e1e" providerId="LiveId" clId="{0F6830A5-18AB-4F1B-8BBB-DA235794CEC1}" dt="2025-12-18T16:19:18.665" v="692" actId="9405"/>
          <ac:inkMkLst>
            <pc:docMk/>
            <pc:sldMk cId="500398256" sldId="268"/>
            <ac:inkMk id="187" creationId="{08AED8D1-858E-D9D0-2908-4FA79FAF1EA0}"/>
          </ac:inkMkLst>
        </pc:inkChg>
        <pc:inkChg chg="add mod">
          <ac:chgData name="Rodica Ioana Lung" userId="64ee56e8d7162e1e" providerId="LiveId" clId="{0F6830A5-18AB-4F1B-8BBB-DA235794CEC1}" dt="2025-12-18T16:19:25.906" v="710"/>
          <ac:inkMkLst>
            <pc:docMk/>
            <pc:sldMk cId="500398256" sldId="268"/>
            <ac:inkMk id="188" creationId="{B9A15925-893B-64A7-3D0E-78FB90BF7FFA}"/>
          </ac:inkMkLst>
        </pc:inkChg>
        <pc:inkChg chg="add">
          <ac:chgData name="Rodica Ioana Lung" userId="64ee56e8d7162e1e" providerId="LiveId" clId="{0F6830A5-18AB-4F1B-8BBB-DA235794CEC1}" dt="2025-12-18T16:19:21.016" v="694" actId="9405"/>
          <ac:inkMkLst>
            <pc:docMk/>
            <pc:sldMk cId="500398256" sldId="268"/>
            <ac:inkMk id="189" creationId="{19F25932-F6EF-3CFA-9DF7-3704C5FECA7C}"/>
          </ac:inkMkLst>
        </pc:inkChg>
        <pc:inkChg chg="add mod">
          <ac:chgData name="Rodica Ioana Lung" userId="64ee56e8d7162e1e" providerId="LiveId" clId="{0F6830A5-18AB-4F1B-8BBB-DA235794CEC1}" dt="2025-12-18T16:19:25.906" v="710"/>
          <ac:inkMkLst>
            <pc:docMk/>
            <pc:sldMk cId="500398256" sldId="268"/>
            <ac:inkMk id="190" creationId="{924ED8D8-FF31-EF3A-2697-58A62A139C3D}"/>
          </ac:inkMkLst>
        </pc:inkChg>
        <pc:inkChg chg="add">
          <ac:chgData name="Rodica Ioana Lung" userId="64ee56e8d7162e1e" providerId="LiveId" clId="{0F6830A5-18AB-4F1B-8BBB-DA235794CEC1}" dt="2025-12-18T16:19:21.661" v="696" actId="9405"/>
          <ac:inkMkLst>
            <pc:docMk/>
            <pc:sldMk cId="500398256" sldId="268"/>
            <ac:inkMk id="191" creationId="{FB303A39-20F3-A74E-B815-2DEE09FABC91}"/>
          </ac:inkMkLst>
        </pc:inkChg>
        <pc:inkChg chg="add">
          <ac:chgData name="Rodica Ioana Lung" userId="64ee56e8d7162e1e" providerId="LiveId" clId="{0F6830A5-18AB-4F1B-8BBB-DA235794CEC1}" dt="2025-12-18T16:19:21.848" v="697" actId="9405"/>
          <ac:inkMkLst>
            <pc:docMk/>
            <pc:sldMk cId="500398256" sldId="268"/>
            <ac:inkMk id="192" creationId="{0E14EE8F-C3B5-6815-49CC-F17D75C5302A}"/>
          </ac:inkMkLst>
        </pc:inkChg>
        <pc:inkChg chg="add">
          <ac:chgData name="Rodica Ioana Lung" userId="64ee56e8d7162e1e" providerId="LiveId" clId="{0F6830A5-18AB-4F1B-8BBB-DA235794CEC1}" dt="2025-12-18T16:19:22.025" v="698" actId="9405"/>
          <ac:inkMkLst>
            <pc:docMk/>
            <pc:sldMk cId="500398256" sldId="268"/>
            <ac:inkMk id="193" creationId="{195A4083-CAB4-9916-4C38-69EE0BAD1DA2}"/>
          </ac:inkMkLst>
        </pc:inkChg>
        <pc:inkChg chg="add mod">
          <ac:chgData name="Rodica Ioana Lung" userId="64ee56e8d7162e1e" providerId="LiveId" clId="{0F6830A5-18AB-4F1B-8BBB-DA235794CEC1}" dt="2025-12-18T16:19:25.906" v="710"/>
          <ac:inkMkLst>
            <pc:docMk/>
            <pc:sldMk cId="500398256" sldId="268"/>
            <ac:inkMk id="194" creationId="{8E8A18E2-0068-8280-050D-B275129E6E47}"/>
          </ac:inkMkLst>
        </pc:inkChg>
        <pc:inkChg chg="add mod">
          <ac:chgData name="Rodica Ioana Lung" userId="64ee56e8d7162e1e" providerId="LiveId" clId="{0F6830A5-18AB-4F1B-8BBB-DA235794CEC1}" dt="2025-12-18T16:19:25.906" v="710"/>
          <ac:inkMkLst>
            <pc:docMk/>
            <pc:sldMk cId="500398256" sldId="268"/>
            <ac:inkMk id="195" creationId="{0343B5D2-5FC0-8FD5-7BE4-60C4D4EA9518}"/>
          </ac:inkMkLst>
        </pc:inkChg>
        <pc:inkChg chg="add">
          <ac:chgData name="Rodica Ioana Lung" userId="64ee56e8d7162e1e" providerId="LiveId" clId="{0F6830A5-18AB-4F1B-8BBB-DA235794CEC1}" dt="2025-12-18T16:19:22.843" v="701" actId="9405"/>
          <ac:inkMkLst>
            <pc:docMk/>
            <pc:sldMk cId="500398256" sldId="268"/>
            <ac:inkMk id="196" creationId="{A2A798F7-CF41-9CFE-E019-7CC4F56B10E7}"/>
          </ac:inkMkLst>
        </pc:inkChg>
        <pc:inkChg chg="add mod">
          <ac:chgData name="Rodica Ioana Lung" userId="64ee56e8d7162e1e" providerId="LiveId" clId="{0F6830A5-18AB-4F1B-8BBB-DA235794CEC1}" dt="2025-12-18T16:19:25.906" v="710"/>
          <ac:inkMkLst>
            <pc:docMk/>
            <pc:sldMk cId="500398256" sldId="268"/>
            <ac:inkMk id="197" creationId="{4A13C2B7-3772-19BB-A5B1-EED5889CE777}"/>
          </ac:inkMkLst>
        </pc:inkChg>
        <pc:inkChg chg="add">
          <ac:chgData name="Rodica Ioana Lung" userId="64ee56e8d7162e1e" providerId="LiveId" clId="{0F6830A5-18AB-4F1B-8BBB-DA235794CEC1}" dt="2025-12-18T16:19:23.215" v="703" actId="9405"/>
          <ac:inkMkLst>
            <pc:docMk/>
            <pc:sldMk cId="500398256" sldId="268"/>
            <ac:inkMk id="198" creationId="{635E354A-B9F1-09CF-99FB-6191E6CAECC7}"/>
          </ac:inkMkLst>
        </pc:inkChg>
        <pc:inkChg chg="add mod">
          <ac:chgData name="Rodica Ioana Lung" userId="64ee56e8d7162e1e" providerId="LiveId" clId="{0F6830A5-18AB-4F1B-8BBB-DA235794CEC1}" dt="2025-12-18T16:19:25.906" v="710"/>
          <ac:inkMkLst>
            <pc:docMk/>
            <pc:sldMk cId="500398256" sldId="268"/>
            <ac:inkMk id="199" creationId="{A1E294D9-3CA5-123F-4719-DBE11796AE0E}"/>
          </ac:inkMkLst>
        </pc:inkChg>
        <pc:inkChg chg="add">
          <ac:chgData name="Rodica Ioana Lung" userId="64ee56e8d7162e1e" providerId="LiveId" clId="{0F6830A5-18AB-4F1B-8BBB-DA235794CEC1}" dt="2025-12-18T16:19:23.627" v="705" actId="9405"/>
          <ac:inkMkLst>
            <pc:docMk/>
            <pc:sldMk cId="500398256" sldId="268"/>
            <ac:inkMk id="200" creationId="{06CE0282-71FA-66E9-5208-69E879A70FFD}"/>
          </ac:inkMkLst>
        </pc:inkChg>
        <pc:inkChg chg="add mod">
          <ac:chgData name="Rodica Ioana Lung" userId="64ee56e8d7162e1e" providerId="LiveId" clId="{0F6830A5-18AB-4F1B-8BBB-DA235794CEC1}" dt="2025-12-18T16:19:25.906" v="710"/>
          <ac:inkMkLst>
            <pc:docMk/>
            <pc:sldMk cId="500398256" sldId="268"/>
            <ac:inkMk id="201" creationId="{0F9174D7-7608-D0D8-DD5C-AE77305F3C01}"/>
          </ac:inkMkLst>
        </pc:inkChg>
        <pc:inkChg chg="add mod">
          <ac:chgData name="Rodica Ioana Lung" userId="64ee56e8d7162e1e" providerId="LiveId" clId="{0F6830A5-18AB-4F1B-8BBB-DA235794CEC1}" dt="2025-12-18T16:19:25.906" v="710"/>
          <ac:inkMkLst>
            <pc:docMk/>
            <pc:sldMk cId="500398256" sldId="268"/>
            <ac:inkMk id="202" creationId="{0B612B28-CEF1-9AD3-DE19-CD4A1824B560}"/>
          </ac:inkMkLst>
        </pc:inkChg>
        <pc:inkChg chg="add">
          <ac:chgData name="Rodica Ioana Lung" userId="64ee56e8d7162e1e" providerId="LiveId" clId="{0F6830A5-18AB-4F1B-8BBB-DA235794CEC1}" dt="2025-12-18T16:19:24.480" v="708" actId="9405"/>
          <ac:inkMkLst>
            <pc:docMk/>
            <pc:sldMk cId="500398256" sldId="268"/>
            <ac:inkMk id="203" creationId="{4E6D3A17-6B4B-8CD7-1388-FCED96BDBB02}"/>
          </ac:inkMkLst>
        </pc:inkChg>
        <pc:inkChg chg="add">
          <ac:chgData name="Rodica Ioana Lung" userId="64ee56e8d7162e1e" providerId="LiveId" clId="{0F6830A5-18AB-4F1B-8BBB-DA235794CEC1}" dt="2025-12-18T16:19:24.987" v="709" actId="9405"/>
          <ac:inkMkLst>
            <pc:docMk/>
            <pc:sldMk cId="500398256" sldId="268"/>
            <ac:inkMk id="204" creationId="{E8EE998B-6182-2BB7-1752-61605598CD2A}"/>
          </ac:inkMkLst>
        </pc:inkChg>
        <pc:inkChg chg="add">
          <ac:chgData name="Rodica Ioana Lung" userId="64ee56e8d7162e1e" providerId="LiveId" clId="{0F6830A5-18AB-4F1B-8BBB-DA235794CEC1}" dt="2025-12-18T16:19:33.622" v="711" actId="9405"/>
          <ac:inkMkLst>
            <pc:docMk/>
            <pc:sldMk cId="500398256" sldId="268"/>
            <ac:inkMk id="207" creationId="{5EE4BD23-FB7F-96E7-1D10-4CB0B9D87D4D}"/>
          </ac:inkMkLst>
        </pc:inkChg>
        <pc:inkChg chg="add">
          <ac:chgData name="Rodica Ioana Lung" userId="64ee56e8d7162e1e" providerId="LiveId" clId="{0F6830A5-18AB-4F1B-8BBB-DA235794CEC1}" dt="2025-12-18T16:19:34.003" v="712" actId="9405"/>
          <ac:inkMkLst>
            <pc:docMk/>
            <pc:sldMk cId="500398256" sldId="268"/>
            <ac:inkMk id="208" creationId="{D5F9DA46-EE5B-9AE6-C736-E91671C67A4F}"/>
          </ac:inkMkLst>
        </pc:inkChg>
        <pc:inkChg chg="add mod">
          <ac:chgData name="Rodica Ioana Lung" userId="64ee56e8d7162e1e" providerId="LiveId" clId="{0F6830A5-18AB-4F1B-8BBB-DA235794CEC1}" dt="2025-12-18T16:19:44.952" v="736"/>
          <ac:inkMkLst>
            <pc:docMk/>
            <pc:sldMk cId="500398256" sldId="268"/>
            <ac:inkMk id="209" creationId="{C8A3A984-D05C-5870-F989-3AE75E2A3D74}"/>
          </ac:inkMkLst>
        </pc:inkChg>
        <pc:inkChg chg="add">
          <ac:chgData name="Rodica Ioana Lung" userId="64ee56e8d7162e1e" providerId="LiveId" clId="{0F6830A5-18AB-4F1B-8BBB-DA235794CEC1}" dt="2025-12-18T16:19:35.289" v="714" actId="9405"/>
          <ac:inkMkLst>
            <pc:docMk/>
            <pc:sldMk cId="500398256" sldId="268"/>
            <ac:inkMk id="210" creationId="{CFF59AF0-7305-9B07-B086-4B0E3C0EFAC9}"/>
          </ac:inkMkLst>
        </pc:inkChg>
        <pc:inkChg chg="add mod">
          <ac:chgData name="Rodica Ioana Lung" userId="64ee56e8d7162e1e" providerId="LiveId" clId="{0F6830A5-18AB-4F1B-8BBB-DA235794CEC1}" dt="2025-12-18T16:19:44.952" v="736"/>
          <ac:inkMkLst>
            <pc:docMk/>
            <pc:sldMk cId="500398256" sldId="268"/>
            <ac:inkMk id="211" creationId="{383C834E-95AD-2553-5E77-80EFDB798BDD}"/>
          </ac:inkMkLst>
        </pc:inkChg>
        <pc:inkChg chg="add mod">
          <ac:chgData name="Rodica Ioana Lung" userId="64ee56e8d7162e1e" providerId="LiveId" clId="{0F6830A5-18AB-4F1B-8BBB-DA235794CEC1}" dt="2025-12-18T16:19:44.952" v="736"/>
          <ac:inkMkLst>
            <pc:docMk/>
            <pc:sldMk cId="500398256" sldId="268"/>
            <ac:inkMk id="212" creationId="{D925C7E0-C1C8-9473-F99E-AD29878DE02F}"/>
          </ac:inkMkLst>
        </pc:inkChg>
        <pc:inkChg chg="add">
          <ac:chgData name="Rodica Ioana Lung" userId="64ee56e8d7162e1e" providerId="LiveId" clId="{0F6830A5-18AB-4F1B-8BBB-DA235794CEC1}" dt="2025-12-18T16:19:35.894" v="717" actId="9405"/>
          <ac:inkMkLst>
            <pc:docMk/>
            <pc:sldMk cId="500398256" sldId="268"/>
            <ac:inkMk id="213" creationId="{BF6E9DC7-EE1E-1CB8-7986-E24BD5DD195C}"/>
          </ac:inkMkLst>
        </pc:inkChg>
        <pc:inkChg chg="add">
          <ac:chgData name="Rodica Ioana Lung" userId="64ee56e8d7162e1e" providerId="LiveId" clId="{0F6830A5-18AB-4F1B-8BBB-DA235794CEC1}" dt="2025-12-18T16:19:36.072" v="718" actId="9405"/>
          <ac:inkMkLst>
            <pc:docMk/>
            <pc:sldMk cId="500398256" sldId="268"/>
            <ac:inkMk id="214" creationId="{4AA43B61-4337-28B8-62E3-8822598815F7}"/>
          </ac:inkMkLst>
        </pc:inkChg>
        <pc:inkChg chg="add mod">
          <ac:chgData name="Rodica Ioana Lung" userId="64ee56e8d7162e1e" providerId="LiveId" clId="{0F6830A5-18AB-4F1B-8BBB-DA235794CEC1}" dt="2025-12-18T16:19:44.952" v="736"/>
          <ac:inkMkLst>
            <pc:docMk/>
            <pc:sldMk cId="500398256" sldId="268"/>
            <ac:inkMk id="215" creationId="{614487F1-83F6-24F8-1C74-5B16945C9415}"/>
          </ac:inkMkLst>
        </pc:inkChg>
        <pc:inkChg chg="add">
          <ac:chgData name="Rodica Ioana Lung" userId="64ee56e8d7162e1e" providerId="LiveId" clId="{0F6830A5-18AB-4F1B-8BBB-DA235794CEC1}" dt="2025-12-18T16:19:36.812" v="720" actId="9405"/>
          <ac:inkMkLst>
            <pc:docMk/>
            <pc:sldMk cId="500398256" sldId="268"/>
            <ac:inkMk id="216" creationId="{A14CC64F-DA25-74D0-47AA-7DBF2949AE72}"/>
          </ac:inkMkLst>
        </pc:inkChg>
        <pc:inkChg chg="add mod">
          <ac:chgData name="Rodica Ioana Lung" userId="64ee56e8d7162e1e" providerId="LiveId" clId="{0F6830A5-18AB-4F1B-8BBB-DA235794CEC1}" dt="2025-12-18T16:19:44.952" v="736"/>
          <ac:inkMkLst>
            <pc:docMk/>
            <pc:sldMk cId="500398256" sldId="268"/>
            <ac:inkMk id="217" creationId="{AAD1A16D-D12E-DBDA-D25F-161EE485E5E0}"/>
          </ac:inkMkLst>
        </pc:inkChg>
        <pc:inkChg chg="add">
          <ac:chgData name="Rodica Ioana Lung" userId="64ee56e8d7162e1e" providerId="LiveId" clId="{0F6830A5-18AB-4F1B-8BBB-DA235794CEC1}" dt="2025-12-18T16:19:37.207" v="722" actId="9405"/>
          <ac:inkMkLst>
            <pc:docMk/>
            <pc:sldMk cId="500398256" sldId="268"/>
            <ac:inkMk id="218" creationId="{EE8702A0-6378-BA3A-7213-091769693544}"/>
          </ac:inkMkLst>
        </pc:inkChg>
        <pc:inkChg chg="add">
          <ac:chgData name="Rodica Ioana Lung" userId="64ee56e8d7162e1e" providerId="LiveId" clId="{0F6830A5-18AB-4F1B-8BBB-DA235794CEC1}" dt="2025-12-18T16:19:37.429" v="723" actId="9405"/>
          <ac:inkMkLst>
            <pc:docMk/>
            <pc:sldMk cId="500398256" sldId="268"/>
            <ac:inkMk id="219" creationId="{0C6D1C53-C6E7-4739-0939-6D87F115CD03}"/>
          </ac:inkMkLst>
        </pc:inkChg>
        <pc:inkChg chg="add mod">
          <ac:chgData name="Rodica Ioana Lung" userId="64ee56e8d7162e1e" providerId="LiveId" clId="{0F6830A5-18AB-4F1B-8BBB-DA235794CEC1}" dt="2025-12-18T16:19:44.952" v="736"/>
          <ac:inkMkLst>
            <pc:docMk/>
            <pc:sldMk cId="500398256" sldId="268"/>
            <ac:inkMk id="220" creationId="{3B839FFA-3D36-9F88-94F0-62B491B59C5C}"/>
          </ac:inkMkLst>
        </pc:inkChg>
        <pc:inkChg chg="add">
          <ac:chgData name="Rodica Ioana Lung" userId="64ee56e8d7162e1e" providerId="LiveId" clId="{0F6830A5-18AB-4F1B-8BBB-DA235794CEC1}" dt="2025-12-18T16:19:37.875" v="725" actId="9405"/>
          <ac:inkMkLst>
            <pc:docMk/>
            <pc:sldMk cId="500398256" sldId="268"/>
            <ac:inkMk id="221" creationId="{E63D370F-77B2-1736-165D-D2B787F2D2FA}"/>
          </ac:inkMkLst>
        </pc:inkChg>
        <pc:inkChg chg="add mod">
          <ac:chgData name="Rodica Ioana Lung" userId="64ee56e8d7162e1e" providerId="LiveId" clId="{0F6830A5-18AB-4F1B-8BBB-DA235794CEC1}" dt="2025-12-18T16:19:44.952" v="736"/>
          <ac:inkMkLst>
            <pc:docMk/>
            <pc:sldMk cId="500398256" sldId="268"/>
            <ac:inkMk id="222" creationId="{AE28D49B-4C08-3C41-8480-BA4C53E5BDB1}"/>
          </ac:inkMkLst>
        </pc:inkChg>
        <pc:inkChg chg="add">
          <ac:chgData name="Rodica Ioana Lung" userId="64ee56e8d7162e1e" providerId="LiveId" clId="{0F6830A5-18AB-4F1B-8BBB-DA235794CEC1}" dt="2025-12-18T16:19:38.815" v="727" actId="9405"/>
          <ac:inkMkLst>
            <pc:docMk/>
            <pc:sldMk cId="500398256" sldId="268"/>
            <ac:inkMk id="223" creationId="{CA068B27-2482-B62B-8C25-AA08F0D0D530}"/>
          </ac:inkMkLst>
        </pc:inkChg>
        <pc:inkChg chg="add">
          <ac:chgData name="Rodica Ioana Lung" userId="64ee56e8d7162e1e" providerId="LiveId" clId="{0F6830A5-18AB-4F1B-8BBB-DA235794CEC1}" dt="2025-12-18T16:19:39.996" v="728" actId="9405"/>
          <ac:inkMkLst>
            <pc:docMk/>
            <pc:sldMk cId="500398256" sldId="268"/>
            <ac:inkMk id="224" creationId="{8D7A9400-892E-B66C-6D02-D44A5ED10B26}"/>
          </ac:inkMkLst>
        </pc:inkChg>
        <pc:inkChg chg="add">
          <ac:chgData name="Rodica Ioana Lung" userId="64ee56e8d7162e1e" providerId="LiveId" clId="{0F6830A5-18AB-4F1B-8BBB-DA235794CEC1}" dt="2025-12-18T16:19:40.732" v="729" actId="9405"/>
          <ac:inkMkLst>
            <pc:docMk/>
            <pc:sldMk cId="500398256" sldId="268"/>
            <ac:inkMk id="225" creationId="{BCB20A8B-AA4F-AF40-9CEC-8C930BC517C9}"/>
          </ac:inkMkLst>
        </pc:inkChg>
        <pc:inkChg chg="add">
          <ac:chgData name="Rodica Ioana Lung" userId="64ee56e8d7162e1e" providerId="LiveId" clId="{0F6830A5-18AB-4F1B-8BBB-DA235794CEC1}" dt="2025-12-18T16:19:42.408" v="730" actId="9405"/>
          <ac:inkMkLst>
            <pc:docMk/>
            <pc:sldMk cId="500398256" sldId="268"/>
            <ac:inkMk id="226" creationId="{6D676018-D6F7-B815-CD3D-9F40A0D89C51}"/>
          </ac:inkMkLst>
        </pc:inkChg>
        <pc:inkChg chg="add">
          <ac:chgData name="Rodica Ioana Lung" userId="64ee56e8d7162e1e" providerId="LiveId" clId="{0F6830A5-18AB-4F1B-8BBB-DA235794CEC1}" dt="2025-12-18T16:19:42.814" v="731" actId="9405"/>
          <ac:inkMkLst>
            <pc:docMk/>
            <pc:sldMk cId="500398256" sldId="268"/>
            <ac:inkMk id="227" creationId="{A8964960-96A1-02CA-058D-5E35671031BA}"/>
          </ac:inkMkLst>
        </pc:inkChg>
        <pc:inkChg chg="add">
          <ac:chgData name="Rodica Ioana Lung" userId="64ee56e8d7162e1e" providerId="LiveId" clId="{0F6830A5-18AB-4F1B-8BBB-DA235794CEC1}" dt="2025-12-18T16:19:43.116" v="732" actId="9405"/>
          <ac:inkMkLst>
            <pc:docMk/>
            <pc:sldMk cId="500398256" sldId="268"/>
            <ac:inkMk id="228" creationId="{91BDE2A3-1E57-24C4-9E36-DCC95445B29C}"/>
          </ac:inkMkLst>
        </pc:inkChg>
        <pc:inkChg chg="add">
          <ac:chgData name="Rodica Ioana Lung" userId="64ee56e8d7162e1e" providerId="LiveId" clId="{0F6830A5-18AB-4F1B-8BBB-DA235794CEC1}" dt="2025-12-18T16:19:43.337" v="733" actId="9405"/>
          <ac:inkMkLst>
            <pc:docMk/>
            <pc:sldMk cId="500398256" sldId="268"/>
            <ac:inkMk id="229" creationId="{1C3428BD-AFEA-D53E-C014-C23FDE353FF4}"/>
          </ac:inkMkLst>
        </pc:inkChg>
        <pc:inkChg chg="add">
          <ac:chgData name="Rodica Ioana Lung" userId="64ee56e8d7162e1e" providerId="LiveId" clId="{0F6830A5-18AB-4F1B-8BBB-DA235794CEC1}" dt="2025-12-18T16:19:43.538" v="734" actId="9405"/>
          <ac:inkMkLst>
            <pc:docMk/>
            <pc:sldMk cId="500398256" sldId="268"/>
            <ac:inkMk id="230" creationId="{4BAA6700-36E7-2C54-C1C6-0ED8EBA203A0}"/>
          </ac:inkMkLst>
        </pc:inkChg>
        <pc:inkChg chg="add mod">
          <ac:chgData name="Rodica Ioana Lung" userId="64ee56e8d7162e1e" providerId="LiveId" clId="{0F6830A5-18AB-4F1B-8BBB-DA235794CEC1}" dt="2025-12-18T16:20:12.910" v="786"/>
          <ac:inkMkLst>
            <pc:docMk/>
            <pc:sldMk cId="500398256" sldId="268"/>
            <ac:inkMk id="231" creationId="{5F2C6DF8-7970-2CF2-E8A2-B5FFF3B65700}"/>
          </ac:inkMkLst>
        </pc:inkChg>
        <pc:inkChg chg="add mod">
          <ac:chgData name="Rodica Ioana Lung" userId="64ee56e8d7162e1e" providerId="LiveId" clId="{0F6830A5-18AB-4F1B-8BBB-DA235794CEC1}" dt="2025-12-18T16:19:47.678" v="742"/>
          <ac:inkMkLst>
            <pc:docMk/>
            <pc:sldMk cId="500398256" sldId="268"/>
            <ac:inkMk id="234" creationId="{A3BB08FF-9143-7373-518D-3C7439826446}"/>
          </ac:inkMkLst>
        </pc:inkChg>
        <pc:inkChg chg="add mod">
          <ac:chgData name="Rodica Ioana Lung" userId="64ee56e8d7162e1e" providerId="LiveId" clId="{0F6830A5-18AB-4F1B-8BBB-DA235794CEC1}" dt="2025-12-18T16:19:47.678" v="742"/>
          <ac:inkMkLst>
            <pc:docMk/>
            <pc:sldMk cId="500398256" sldId="268"/>
            <ac:inkMk id="235" creationId="{662DFD8C-DA27-729C-A9B6-B18B01E0E990}"/>
          </ac:inkMkLst>
        </pc:inkChg>
        <pc:inkChg chg="add mod">
          <ac:chgData name="Rodica Ioana Lung" userId="64ee56e8d7162e1e" providerId="LiveId" clId="{0F6830A5-18AB-4F1B-8BBB-DA235794CEC1}" dt="2025-12-18T16:19:47.678" v="742"/>
          <ac:inkMkLst>
            <pc:docMk/>
            <pc:sldMk cId="500398256" sldId="268"/>
            <ac:inkMk id="236" creationId="{76C763F3-BA64-42E8-A94F-6D3489FEF880}"/>
          </ac:inkMkLst>
        </pc:inkChg>
        <pc:inkChg chg="add mod">
          <ac:chgData name="Rodica Ioana Lung" userId="64ee56e8d7162e1e" providerId="LiveId" clId="{0F6830A5-18AB-4F1B-8BBB-DA235794CEC1}" dt="2025-12-18T16:20:12.910" v="786"/>
          <ac:inkMkLst>
            <pc:docMk/>
            <pc:sldMk cId="500398256" sldId="268"/>
            <ac:inkMk id="237" creationId="{63616452-A87B-ECC9-BE9F-DD98F0CB34FC}"/>
          </ac:inkMkLst>
        </pc:inkChg>
        <pc:inkChg chg="add">
          <ac:chgData name="Rodica Ioana Lung" userId="64ee56e8d7162e1e" providerId="LiveId" clId="{0F6830A5-18AB-4F1B-8BBB-DA235794CEC1}" dt="2025-12-18T16:19:46.810" v="741" actId="9405"/>
          <ac:inkMkLst>
            <pc:docMk/>
            <pc:sldMk cId="500398256" sldId="268"/>
            <ac:inkMk id="238" creationId="{B67750D3-133F-1135-25DE-6F558D26DAE6}"/>
          </ac:inkMkLst>
        </pc:inkChg>
        <pc:inkChg chg="add">
          <ac:chgData name="Rodica Ioana Lung" userId="64ee56e8d7162e1e" providerId="LiveId" clId="{0F6830A5-18AB-4F1B-8BBB-DA235794CEC1}" dt="2025-12-18T16:19:50.152" v="743" actId="9405"/>
          <ac:inkMkLst>
            <pc:docMk/>
            <pc:sldMk cId="500398256" sldId="268"/>
            <ac:inkMk id="240" creationId="{12DCD006-8640-D020-A010-626ED876A2E4}"/>
          </ac:inkMkLst>
        </pc:inkChg>
        <pc:inkChg chg="add mod">
          <ac:chgData name="Rodica Ioana Lung" userId="64ee56e8d7162e1e" providerId="LiveId" clId="{0F6830A5-18AB-4F1B-8BBB-DA235794CEC1}" dt="2025-12-18T16:19:55.102" v="746"/>
          <ac:inkMkLst>
            <pc:docMk/>
            <pc:sldMk cId="500398256" sldId="268"/>
            <ac:inkMk id="241" creationId="{B0763C4E-0276-B968-A927-1ADD2E2494F4}"/>
          </ac:inkMkLst>
        </pc:inkChg>
        <pc:inkChg chg="add mod">
          <ac:chgData name="Rodica Ioana Lung" userId="64ee56e8d7162e1e" providerId="LiveId" clId="{0F6830A5-18AB-4F1B-8BBB-DA235794CEC1}" dt="2025-12-18T16:19:55.102" v="746"/>
          <ac:inkMkLst>
            <pc:docMk/>
            <pc:sldMk cId="500398256" sldId="268"/>
            <ac:inkMk id="242" creationId="{F93FF24E-21A9-6475-8062-81F057CBC010}"/>
          </ac:inkMkLst>
        </pc:inkChg>
        <pc:inkChg chg="add mod">
          <ac:chgData name="Rodica Ioana Lung" userId="64ee56e8d7162e1e" providerId="LiveId" clId="{0F6830A5-18AB-4F1B-8BBB-DA235794CEC1}" dt="2025-12-18T16:20:00.404" v="753"/>
          <ac:inkMkLst>
            <pc:docMk/>
            <pc:sldMk cId="500398256" sldId="268"/>
            <ac:inkMk id="244" creationId="{E2B3C1C0-8884-61C5-7A7A-47E6CE94EF49}"/>
          </ac:inkMkLst>
        </pc:inkChg>
        <pc:inkChg chg="add mod">
          <ac:chgData name="Rodica Ioana Lung" userId="64ee56e8d7162e1e" providerId="LiveId" clId="{0F6830A5-18AB-4F1B-8BBB-DA235794CEC1}" dt="2025-12-18T16:20:00.404" v="753"/>
          <ac:inkMkLst>
            <pc:docMk/>
            <pc:sldMk cId="500398256" sldId="268"/>
            <ac:inkMk id="245" creationId="{857BF859-B85B-CAAC-B6C7-49F533851FE4}"/>
          </ac:inkMkLst>
        </pc:inkChg>
        <pc:inkChg chg="add mod">
          <ac:chgData name="Rodica Ioana Lung" userId="64ee56e8d7162e1e" providerId="LiveId" clId="{0F6830A5-18AB-4F1B-8BBB-DA235794CEC1}" dt="2025-12-18T16:20:00.404" v="753"/>
          <ac:inkMkLst>
            <pc:docMk/>
            <pc:sldMk cId="500398256" sldId="268"/>
            <ac:inkMk id="246" creationId="{97C34DE8-68E4-7D2A-769A-2D3A40D673B5}"/>
          </ac:inkMkLst>
        </pc:inkChg>
        <pc:inkChg chg="add mod">
          <ac:chgData name="Rodica Ioana Lung" userId="64ee56e8d7162e1e" providerId="LiveId" clId="{0F6830A5-18AB-4F1B-8BBB-DA235794CEC1}" dt="2025-12-18T16:20:00.404" v="753"/>
          <ac:inkMkLst>
            <pc:docMk/>
            <pc:sldMk cId="500398256" sldId="268"/>
            <ac:inkMk id="247" creationId="{3A7FBDFE-B7F6-B1D8-AB71-6A3B68E42127}"/>
          </ac:inkMkLst>
        </pc:inkChg>
        <pc:inkChg chg="add mod">
          <ac:chgData name="Rodica Ioana Lung" userId="64ee56e8d7162e1e" providerId="LiveId" clId="{0F6830A5-18AB-4F1B-8BBB-DA235794CEC1}" dt="2025-12-18T16:20:00.404" v="753"/>
          <ac:inkMkLst>
            <pc:docMk/>
            <pc:sldMk cId="500398256" sldId="268"/>
            <ac:inkMk id="248" creationId="{C2291146-591C-2943-E1DC-E6EBC92A6D20}"/>
          </ac:inkMkLst>
        </pc:inkChg>
        <pc:inkChg chg="add mod">
          <ac:chgData name="Rodica Ioana Lung" userId="64ee56e8d7162e1e" providerId="LiveId" clId="{0F6830A5-18AB-4F1B-8BBB-DA235794CEC1}" dt="2025-12-18T16:20:00.404" v="753"/>
          <ac:inkMkLst>
            <pc:docMk/>
            <pc:sldMk cId="500398256" sldId="268"/>
            <ac:inkMk id="249" creationId="{D23FDE54-CEDA-66D9-A86D-1A05FD13C5AC}"/>
          </ac:inkMkLst>
        </pc:inkChg>
        <pc:inkChg chg="add">
          <ac:chgData name="Rodica Ioana Lung" userId="64ee56e8d7162e1e" providerId="LiveId" clId="{0F6830A5-18AB-4F1B-8BBB-DA235794CEC1}" dt="2025-12-18T16:20:01.203" v="754" actId="9405"/>
          <ac:inkMkLst>
            <pc:docMk/>
            <pc:sldMk cId="500398256" sldId="268"/>
            <ac:inkMk id="252" creationId="{FA2DC1D8-BB96-BE27-4280-ABBB2E844D56}"/>
          </ac:inkMkLst>
        </pc:inkChg>
        <pc:inkChg chg="add mod">
          <ac:chgData name="Rodica Ioana Lung" userId="64ee56e8d7162e1e" providerId="LiveId" clId="{0F6830A5-18AB-4F1B-8BBB-DA235794CEC1}" dt="2025-12-18T16:20:07.179" v="770"/>
          <ac:inkMkLst>
            <pc:docMk/>
            <pc:sldMk cId="500398256" sldId="268"/>
            <ac:inkMk id="253" creationId="{C0B1F01A-3719-29D8-270E-8933A6C88D0A}"/>
          </ac:inkMkLst>
        </pc:inkChg>
        <pc:inkChg chg="add">
          <ac:chgData name="Rodica Ioana Lung" userId="64ee56e8d7162e1e" providerId="LiveId" clId="{0F6830A5-18AB-4F1B-8BBB-DA235794CEC1}" dt="2025-12-18T16:20:01.955" v="756" actId="9405"/>
          <ac:inkMkLst>
            <pc:docMk/>
            <pc:sldMk cId="500398256" sldId="268"/>
            <ac:inkMk id="254" creationId="{C92E4D6D-1D54-AAE2-7017-BCDAB9F2974F}"/>
          </ac:inkMkLst>
        </pc:inkChg>
        <pc:inkChg chg="add mod">
          <ac:chgData name="Rodica Ioana Lung" userId="64ee56e8d7162e1e" providerId="LiveId" clId="{0F6830A5-18AB-4F1B-8BBB-DA235794CEC1}" dt="2025-12-18T16:20:07.179" v="770"/>
          <ac:inkMkLst>
            <pc:docMk/>
            <pc:sldMk cId="500398256" sldId="268"/>
            <ac:inkMk id="255" creationId="{6E07B1CE-04CD-E44D-4845-15A2B8DFDD98}"/>
          </ac:inkMkLst>
        </pc:inkChg>
        <pc:inkChg chg="add mod">
          <ac:chgData name="Rodica Ioana Lung" userId="64ee56e8d7162e1e" providerId="LiveId" clId="{0F6830A5-18AB-4F1B-8BBB-DA235794CEC1}" dt="2025-12-18T16:20:07.179" v="770"/>
          <ac:inkMkLst>
            <pc:docMk/>
            <pc:sldMk cId="500398256" sldId="268"/>
            <ac:inkMk id="256" creationId="{4C5DCA68-998F-7CDB-3043-8D4AE799CA64}"/>
          </ac:inkMkLst>
        </pc:inkChg>
        <pc:inkChg chg="add mod">
          <ac:chgData name="Rodica Ioana Lung" userId="64ee56e8d7162e1e" providerId="LiveId" clId="{0F6830A5-18AB-4F1B-8BBB-DA235794CEC1}" dt="2025-12-18T16:20:12.910" v="786"/>
          <ac:inkMkLst>
            <pc:docMk/>
            <pc:sldMk cId="500398256" sldId="268"/>
            <ac:inkMk id="257" creationId="{F80ACE30-9070-CED0-F35E-7C3DA2075936}"/>
          </ac:inkMkLst>
        </pc:inkChg>
        <pc:inkChg chg="add">
          <ac:chgData name="Rodica Ioana Lung" userId="64ee56e8d7162e1e" providerId="LiveId" clId="{0F6830A5-18AB-4F1B-8BBB-DA235794CEC1}" dt="2025-12-18T16:20:02.682" v="760" actId="9405"/>
          <ac:inkMkLst>
            <pc:docMk/>
            <pc:sldMk cId="500398256" sldId="268"/>
            <ac:inkMk id="258" creationId="{256542C8-25BE-BDE5-DC45-F8B98327D675}"/>
          </ac:inkMkLst>
        </pc:inkChg>
        <pc:inkChg chg="add">
          <ac:chgData name="Rodica Ioana Lung" userId="64ee56e8d7162e1e" providerId="LiveId" clId="{0F6830A5-18AB-4F1B-8BBB-DA235794CEC1}" dt="2025-12-18T16:20:03.352" v="761" actId="9405"/>
          <ac:inkMkLst>
            <pc:docMk/>
            <pc:sldMk cId="500398256" sldId="268"/>
            <ac:inkMk id="259" creationId="{ADED8101-35F5-E32C-4CF5-E7615E321ACD}"/>
          </ac:inkMkLst>
        </pc:inkChg>
        <pc:inkChg chg="add">
          <ac:chgData name="Rodica Ioana Lung" userId="64ee56e8d7162e1e" providerId="LiveId" clId="{0F6830A5-18AB-4F1B-8BBB-DA235794CEC1}" dt="2025-12-18T16:20:03.988" v="762" actId="9405"/>
          <ac:inkMkLst>
            <pc:docMk/>
            <pc:sldMk cId="500398256" sldId="268"/>
            <ac:inkMk id="260" creationId="{77FC4559-17C7-C025-DA1E-83B723B99C90}"/>
          </ac:inkMkLst>
        </pc:inkChg>
        <pc:inkChg chg="add mod">
          <ac:chgData name="Rodica Ioana Lung" userId="64ee56e8d7162e1e" providerId="LiveId" clId="{0F6830A5-18AB-4F1B-8BBB-DA235794CEC1}" dt="2025-12-18T16:20:07.179" v="770"/>
          <ac:inkMkLst>
            <pc:docMk/>
            <pc:sldMk cId="500398256" sldId="268"/>
            <ac:inkMk id="261" creationId="{417E1CD4-470C-E653-62BE-A4DF5D3C993C}"/>
          </ac:inkMkLst>
        </pc:inkChg>
        <pc:inkChg chg="add mod">
          <ac:chgData name="Rodica Ioana Lung" userId="64ee56e8d7162e1e" providerId="LiveId" clId="{0F6830A5-18AB-4F1B-8BBB-DA235794CEC1}" dt="2025-12-18T16:20:12.910" v="786"/>
          <ac:inkMkLst>
            <pc:docMk/>
            <pc:sldMk cId="500398256" sldId="268"/>
            <ac:inkMk id="262" creationId="{C43DF529-C819-B5D4-8323-E2F5B86BFFDD}"/>
          </ac:inkMkLst>
        </pc:inkChg>
        <pc:inkChg chg="add mod">
          <ac:chgData name="Rodica Ioana Lung" userId="64ee56e8d7162e1e" providerId="LiveId" clId="{0F6830A5-18AB-4F1B-8BBB-DA235794CEC1}" dt="2025-12-18T16:20:07.179" v="770"/>
          <ac:inkMkLst>
            <pc:docMk/>
            <pc:sldMk cId="500398256" sldId="268"/>
            <ac:inkMk id="263" creationId="{F72B573C-7659-1932-CC87-6BBE685D559C}"/>
          </ac:inkMkLst>
        </pc:inkChg>
        <pc:inkChg chg="add">
          <ac:chgData name="Rodica Ioana Lung" userId="64ee56e8d7162e1e" providerId="LiveId" clId="{0F6830A5-18AB-4F1B-8BBB-DA235794CEC1}" dt="2025-12-18T16:20:05.104" v="766" actId="9405"/>
          <ac:inkMkLst>
            <pc:docMk/>
            <pc:sldMk cId="500398256" sldId="268"/>
            <ac:inkMk id="264" creationId="{51A4E249-C597-0E94-D7C5-E4048E5CAB85}"/>
          </ac:inkMkLst>
        </pc:inkChg>
        <pc:inkChg chg="add">
          <ac:chgData name="Rodica Ioana Lung" userId="64ee56e8d7162e1e" providerId="LiveId" clId="{0F6830A5-18AB-4F1B-8BBB-DA235794CEC1}" dt="2025-12-18T16:20:05.856" v="767" actId="9405"/>
          <ac:inkMkLst>
            <pc:docMk/>
            <pc:sldMk cId="500398256" sldId="268"/>
            <ac:inkMk id="265" creationId="{CEE70CD1-F00D-7571-085B-55369E30B8EE}"/>
          </ac:inkMkLst>
        </pc:inkChg>
        <pc:inkChg chg="add mod">
          <ac:chgData name="Rodica Ioana Lung" userId="64ee56e8d7162e1e" providerId="LiveId" clId="{0F6830A5-18AB-4F1B-8BBB-DA235794CEC1}" dt="2025-12-18T16:20:07.179" v="770"/>
          <ac:inkMkLst>
            <pc:docMk/>
            <pc:sldMk cId="500398256" sldId="268"/>
            <ac:inkMk id="266" creationId="{037FF077-C589-E1A5-2100-5B2DDA4ABD65}"/>
          </ac:inkMkLst>
        </pc:inkChg>
        <pc:inkChg chg="add mod">
          <ac:chgData name="Rodica Ioana Lung" userId="64ee56e8d7162e1e" providerId="LiveId" clId="{0F6830A5-18AB-4F1B-8BBB-DA235794CEC1}" dt="2025-12-18T16:20:07.179" v="770"/>
          <ac:inkMkLst>
            <pc:docMk/>
            <pc:sldMk cId="500398256" sldId="268"/>
            <ac:inkMk id="267" creationId="{C0391F06-343C-D5F6-846B-ABDE97CEE1A4}"/>
          </ac:inkMkLst>
        </pc:inkChg>
        <pc:inkChg chg="add">
          <ac:chgData name="Rodica Ioana Lung" userId="64ee56e8d7162e1e" providerId="LiveId" clId="{0F6830A5-18AB-4F1B-8BBB-DA235794CEC1}" dt="2025-12-18T16:20:07.737" v="771" actId="9405"/>
          <ac:inkMkLst>
            <pc:docMk/>
            <pc:sldMk cId="500398256" sldId="268"/>
            <ac:inkMk id="269" creationId="{5AF21F1A-9708-2B60-1ECD-3C4E2712A1EE}"/>
          </ac:inkMkLst>
        </pc:inkChg>
        <pc:inkChg chg="add">
          <ac:chgData name="Rodica Ioana Lung" userId="64ee56e8d7162e1e" providerId="LiveId" clId="{0F6830A5-18AB-4F1B-8BBB-DA235794CEC1}" dt="2025-12-18T16:20:08.178" v="772" actId="9405"/>
          <ac:inkMkLst>
            <pc:docMk/>
            <pc:sldMk cId="500398256" sldId="268"/>
            <ac:inkMk id="270" creationId="{D051A251-9663-4920-CB7A-2C366A47E4CB}"/>
          </ac:inkMkLst>
        </pc:inkChg>
        <pc:inkChg chg="add">
          <ac:chgData name="Rodica Ioana Lung" userId="64ee56e8d7162e1e" providerId="LiveId" clId="{0F6830A5-18AB-4F1B-8BBB-DA235794CEC1}" dt="2025-12-18T16:20:08.340" v="773" actId="9405"/>
          <ac:inkMkLst>
            <pc:docMk/>
            <pc:sldMk cId="500398256" sldId="268"/>
            <ac:inkMk id="271" creationId="{1D93DA04-25E7-D885-41E1-0EC6E6B33381}"/>
          </ac:inkMkLst>
        </pc:inkChg>
        <pc:inkChg chg="add">
          <ac:chgData name="Rodica Ioana Lung" userId="64ee56e8d7162e1e" providerId="LiveId" clId="{0F6830A5-18AB-4F1B-8BBB-DA235794CEC1}" dt="2025-12-18T16:20:08.507" v="774" actId="9405"/>
          <ac:inkMkLst>
            <pc:docMk/>
            <pc:sldMk cId="500398256" sldId="268"/>
            <ac:inkMk id="272" creationId="{08A601A0-2245-E428-B9DF-26CF92BF9877}"/>
          </ac:inkMkLst>
        </pc:inkChg>
        <pc:inkChg chg="add">
          <ac:chgData name="Rodica Ioana Lung" userId="64ee56e8d7162e1e" providerId="LiveId" clId="{0F6830A5-18AB-4F1B-8BBB-DA235794CEC1}" dt="2025-12-18T16:20:08.741" v="775" actId="9405"/>
          <ac:inkMkLst>
            <pc:docMk/>
            <pc:sldMk cId="500398256" sldId="268"/>
            <ac:inkMk id="273" creationId="{F8FA257F-9C9A-4063-61AF-140A00768F4F}"/>
          </ac:inkMkLst>
        </pc:inkChg>
        <pc:inkChg chg="add">
          <ac:chgData name="Rodica Ioana Lung" userId="64ee56e8d7162e1e" providerId="LiveId" clId="{0F6830A5-18AB-4F1B-8BBB-DA235794CEC1}" dt="2025-12-18T16:20:08.885" v="776" actId="9405"/>
          <ac:inkMkLst>
            <pc:docMk/>
            <pc:sldMk cId="500398256" sldId="268"/>
            <ac:inkMk id="274" creationId="{40CC8107-B1A6-E77C-D322-8BAC13B86172}"/>
          </ac:inkMkLst>
        </pc:inkChg>
        <pc:inkChg chg="add">
          <ac:chgData name="Rodica Ioana Lung" userId="64ee56e8d7162e1e" providerId="LiveId" clId="{0F6830A5-18AB-4F1B-8BBB-DA235794CEC1}" dt="2025-12-18T16:20:09.568" v="777" actId="9405"/>
          <ac:inkMkLst>
            <pc:docMk/>
            <pc:sldMk cId="500398256" sldId="268"/>
            <ac:inkMk id="275" creationId="{5495BB72-25E0-F215-02B4-AA42011A5FE4}"/>
          </ac:inkMkLst>
        </pc:inkChg>
        <pc:inkChg chg="add mod">
          <ac:chgData name="Rodica Ioana Lung" userId="64ee56e8d7162e1e" providerId="LiveId" clId="{0F6830A5-18AB-4F1B-8BBB-DA235794CEC1}" dt="2025-12-18T16:20:12.910" v="786"/>
          <ac:inkMkLst>
            <pc:docMk/>
            <pc:sldMk cId="500398256" sldId="268"/>
            <ac:inkMk id="276" creationId="{26BC1210-FBD9-C1DF-7FA0-92185FBC302F}"/>
          </ac:inkMkLst>
        </pc:inkChg>
        <pc:inkChg chg="add">
          <ac:chgData name="Rodica Ioana Lung" userId="64ee56e8d7162e1e" providerId="LiveId" clId="{0F6830A5-18AB-4F1B-8BBB-DA235794CEC1}" dt="2025-12-18T16:20:10.287" v="779" actId="9405"/>
          <ac:inkMkLst>
            <pc:docMk/>
            <pc:sldMk cId="500398256" sldId="268"/>
            <ac:inkMk id="277" creationId="{B9D5A977-9FB3-53B0-5540-CE44090B55B4}"/>
          </ac:inkMkLst>
        </pc:inkChg>
        <pc:inkChg chg="add">
          <ac:chgData name="Rodica Ioana Lung" userId="64ee56e8d7162e1e" providerId="LiveId" clId="{0F6830A5-18AB-4F1B-8BBB-DA235794CEC1}" dt="2025-12-18T16:20:10.517" v="780" actId="9405"/>
          <ac:inkMkLst>
            <pc:docMk/>
            <pc:sldMk cId="500398256" sldId="268"/>
            <ac:inkMk id="278" creationId="{381AA7F5-352F-E8E7-5259-885F31BF7E8E}"/>
          </ac:inkMkLst>
        </pc:inkChg>
        <pc:inkChg chg="add">
          <ac:chgData name="Rodica Ioana Lung" userId="64ee56e8d7162e1e" providerId="LiveId" clId="{0F6830A5-18AB-4F1B-8BBB-DA235794CEC1}" dt="2025-12-18T16:20:10.712" v="781" actId="9405"/>
          <ac:inkMkLst>
            <pc:docMk/>
            <pc:sldMk cId="500398256" sldId="268"/>
            <ac:inkMk id="279" creationId="{6EC90686-5201-93EB-AAA2-1EAE7794878B}"/>
          </ac:inkMkLst>
        </pc:inkChg>
        <pc:inkChg chg="add">
          <ac:chgData name="Rodica Ioana Lung" userId="64ee56e8d7162e1e" providerId="LiveId" clId="{0F6830A5-18AB-4F1B-8BBB-DA235794CEC1}" dt="2025-12-18T16:20:11.003" v="782" actId="9405"/>
          <ac:inkMkLst>
            <pc:docMk/>
            <pc:sldMk cId="500398256" sldId="268"/>
            <ac:inkMk id="280" creationId="{F4083C6B-3452-658E-B98E-A2B562953DC3}"/>
          </ac:inkMkLst>
        </pc:inkChg>
        <pc:inkChg chg="add">
          <ac:chgData name="Rodica Ioana Lung" userId="64ee56e8d7162e1e" providerId="LiveId" clId="{0F6830A5-18AB-4F1B-8BBB-DA235794CEC1}" dt="2025-12-18T16:20:11.443" v="783" actId="9405"/>
          <ac:inkMkLst>
            <pc:docMk/>
            <pc:sldMk cId="500398256" sldId="268"/>
            <ac:inkMk id="281" creationId="{61365426-C420-A815-CF8D-D4C1DFCC8F87}"/>
          </ac:inkMkLst>
        </pc:inkChg>
        <pc:inkChg chg="add">
          <ac:chgData name="Rodica Ioana Lung" userId="64ee56e8d7162e1e" providerId="LiveId" clId="{0F6830A5-18AB-4F1B-8BBB-DA235794CEC1}" dt="2025-12-18T16:20:11.884" v="784" actId="9405"/>
          <ac:inkMkLst>
            <pc:docMk/>
            <pc:sldMk cId="500398256" sldId="268"/>
            <ac:inkMk id="282" creationId="{800F833D-250E-5A90-E9F4-14442420B17B}"/>
          </ac:inkMkLst>
        </pc:inkChg>
        <pc:inkChg chg="add">
          <ac:chgData name="Rodica Ioana Lung" userId="64ee56e8d7162e1e" providerId="LiveId" clId="{0F6830A5-18AB-4F1B-8BBB-DA235794CEC1}" dt="2025-12-18T16:20:12.339" v="785" actId="9405"/>
          <ac:inkMkLst>
            <pc:docMk/>
            <pc:sldMk cId="500398256" sldId="268"/>
            <ac:inkMk id="283" creationId="{886A4ECA-A3FF-F43E-12CB-51DA230FAE0A}"/>
          </ac:inkMkLst>
        </pc:inkChg>
        <pc:inkChg chg="add mod">
          <ac:chgData name="Rodica Ioana Lung" userId="64ee56e8d7162e1e" providerId="LiveId" clId="{0F6830A5-18AB-4F1B-8BBB-DA235794CEC1}" dt="2025-12-18T16:20:29.607" v="799"/>
          <ac:inkMkLst>
            <pc:docMk/>
            <pc:sldMk cId="500398256" sldId="268"/>
            <ac:inkMk id="285" creationId="{EEAFCE5D-C4E3-8992-A780-BEC457AB0340}"/>
          </ac:inkMkLst>
        </pc:inkChg>
        <pc:inkChg chg="add mod">
          <ac:chgData name="Rodica Ioana Lung" userId="64ee56e8d7162e1e" providerId="LiveId" clId="{0F6830A5-18AB-4F1B-8BBB-DA235794CEC1}" dt="2025-12-18T16:20:29.607" v="799"/>
          <ac:inkMkLst>
            <pc:docMk/>
            <pc:sldMk cId="500398256" sldId="268"/>
            <ac:inkMk id="286" creationId="{B37B6098-B2F9-1290-BE7C-745D192740FA}"/>
          </ac:inkMkLst>
        </pc:inkChg>
        <pc:inkChg chg="add mod">
          <ac:chgData name="Rodica Ioana Lung" userId="64ee56e8d7162e1e" providerId="LiveId" clId="{0F6830A5-18AB-4F1B-8BBB-DA235794CEC1}" dt="2025-12-18T16:20:29.607" v="799"/>
          <ac:inkMkLst>
            <pc:docMk/>
            <pc:sldMk cId="500398256" sldId="268"/>
            <ac:inkMk id="287" creationId="{42E969C0-06B8-97EF-E7C3-E45C194065CA}"/>
          </ac:inkMkLst>
        </pc:inkChg>
        <pc:inkChg chg="add">
          <ac:chgData name="Rodica Ioana Lung" userId="64ee56e8d7162e1e" providerId="LiveId" clId="{0F6830A5-18AB-4F1B-8BBB-DA235794CEC1}" dt="2025-12-18T16:20:25.929" v="790" actId="9405"/>
          <ac:inkMkLst>
            <pc:docMk/>
            <pc:sldMk cId="500398256" sldId="268"/>
            <ac:inkMk id="288" creationId="{EC37FF4A-2D01-7F70-CB80-6736755DF9AF}"/>
          </ac:inkMkLst>
        </pc:inkChg>
        <pc:inkChg chg="add mod">
          <ac:chgData name="Rodica Ioana Lung" userId="64ee56e8d7162e1e" providerId="LiveId" clId="{0F6830A5-18AB-4F1B-8BBB-DA235794CEC1}" dt="2025-12-18T16:20:29.607" v="799"/>
          <ac:inkMkLst>
            <pc:docMk/>
            <pc:sldMk cId="500398256" sldId="268"/>
            <ac:inkMk id="289" creationId="{ADAAF970-6543-AE26-59A0-F92189879CC9}"/>
          </ac:inkMkLst>
        </pc:inkChg>
        <pc:inkChg chg="add mod">
          <ac:chgData name="Rodica Ioana Lung" userId="64ee56e8d7162e1e" providerId="LiveId" clId="{0F6830A5-18AB-4F1B-8BBB-DA235794CEC1}" dt="2025-12-18T16:20:29.607" v="799"/>
          <ac:inkMkLst>
            <pc:docMk/>
            <pc:sldMk cId="500398256" sldId="268"/>
            <ac:inkMk id="290" creationId="{CF71FBF7-EEAE-EB57-F0E6-8E1E4D327E2D}"/>
          </ac:inkMkLst>
        </pc:inkChg>
        <pc:inkChg chg="add">
          <ac:chgData name="Rodica Ioana Lung" userId="64ee56e8d7162e1e" providerId="LiveId" clId="{0F6830A5-18AB-4F1B-8BBB-DA235794CEC1}" dt="2025-12-18T16:20:26.942" v="793" actId="9405"/>
          <ac:inkMkLst>
            <pc:docMk/>
            <pc:sldMk cId="500398256" sldId="268"/>
            <ac:inkMk id="291" creationId="{5FC1A19B-CA57-3C63-7964-431939949D9B}"/>
          </ac:inkMkLst>
        </pc:inkChg>
        <pc:inkChg chg="add mod">
          <ac:chgData name="Rodica Ioana Lung" userId="64ee56e8d7162e1e" providerId="LiveId" clId="{0F6830A5-18AB-4F1B-8BBB-DA235794CEC1}" dt="2025-12-18T16:20:29.607" v="799"/>
          <ac:inkMkLst>
            <pc:docMk/>
            <pc:sldMk cId="500398256" sldId="268"/>
            <ac:inkMk id="292" creationId="{C43B9D42-6270-3713-136D-F82E0EB4D6F8}"/>
          </ac:inkMkLst>
        </pc:inkChg>
        <pc:inkChg chg="add mod">
          <ac:chgData name="Rodica Ioana Lung" userId="64ee56e8d7162e1e" providerId="LiveId" clId="{0F6830A5-18AB-4F1B-8BBB-DA235794CEC1}" dt="2025-12-18T16:20:29.607" v="799"/>
          <ac:inkMkLst>
            <pc:docMk/>
            <pc:sldMk cId="500398256" sldId="268"/>
            <ac:inkMk id="293" creationId="{AD697500-D18B-6710-9403-B657D30FC011}"/>
          </ac:inkMkLst>
        </pc:inkChg>
        <pc:inkChg chg="add mod">
          <ac:chgData name="Rodica Ioana Lung" userId="64ee56e8d7162e1e" providerId="LiveId" clId="{0F6830A5-18AB-4F1B-8BBB-DA235794CEC1}" dt="2025-12-18T16:20:29.607" v="799"/>
          <ac:inkMkLst>
            <pc:docMk/>
            <pc:sldMk cId="500398256" sldId="268"/>
            <ac:inkMk id="294" creationId="{18E80F25-17E6-B773-A645-32320D20C402}"/>
          </ac:inkMkLst>
        </pc:inkChg>
        <pc:inkChg chg="add">
          <ac:chgData name="Rodica Ioana Lung" userId="64ee56e8d7162e1e" providerId="LiveId" clId="{0F6830A5-18AB-4F1B-8BBB-DA235794CEC1}" dt="2025-12-18T16:20:28.392" v="797" actId="9405"/>
          <ac:inkMkLst>
            <pc:docMk/>
            <pc:sldMk cId="500398256" sldId="268"/>
            <ac:inkMk id="295" creationId="{BFFC57D3-C7D7-572A-D875-4E0F5D0C0BB4}"/>
          </ac:inkMkLst>
        </pc:inkChg>
        <pc:inkChg chg="add">
          <ac:chgData name="Rodica Ioana Lung" userId="64ee56e8d7162e1e" providerId="LiveId" clId="{0F6830A5-18AB-4F1B-8BBB-DA235794CEC1}" dt="2025-12-18T16:20:29.025" v="798" actId="9405"/>
          <ac:inkMkLst>
            <pc:docMk/>
            <pc:sldMk cId="500398256" sldId="268"/>
            <ac:inkMk id="296" creationId="{F8296BF3-9262-F7CE-0E98-47C032EFB87C}"/>
          </ac:inkMkLst>
        </pc:inkChg>
        <pc:inkChg chg="add mod">
          <ac:chgData name="Rodica Ioana Lung" userId="64ee56e8d7162e1e" providerId="LiveId" clId="{0F6830A5-18AB-4F1B-8BBB-DA235794CEC1}" dt="2025-12-18T16:20:38.332" v="803"/>
          <ac:inkMkLst>
            <pc:docMk/>
            <pc:sldMk cId="500398256" sldId="268"/>
            <ac:inkMk id="299" creationId="{E04FF383-8DCA-330E-B4BF-14500E330666}"/>
          </ac:inkMkLst>
        </pc:inkChg>
        <pc:inkChg chg="add mod">
          <ac:chgData name="Rodica Ioana Lung" userId="64ee56e8d7162e1e" providerId="LiveId" clId="{0F6830A5-18AB-4F1B-8BBB-DA235794CEC1}" dt="2025-12-18T16:20:38.332" v="803"/>
          <ac:inkMkLst>
            <pc:docMk/>
            <pc:sldMk cId="500398256" sldId="268"/>
            <ac:inkMk id="300" creationId="{2E34039D-EB22-1FCB-E9CE-A8B04318578E}"/>
          </ac:inkMkLst>
        </pc:inkChg>
        <pc:inkChg chg="add mod">
          <ac:chgData name="Rodica Ioana Lung" userId="64ee56e8d7162e1e" providerId="LiveId" clId="{0F6830A5-18AB-4F1B-8BBB-DA235794CEC1}" dt="2025-12-18T16:20:38.332" v="803"/>
          <ac:inkMkLst>
            <pc:docMk/>
            <pc:sldMk cId="500398256" sldId="268"/>
            <ac:inkMk id="301" creationId="{6AD60BCD-52D5-754E-DF5F-62AEAC45F9A5}"/>
          </ac:inkMkLst>
        </pc:inkChg>
        <pc:inkChg chg="add mod">
          <ac:chgData name="Rodica Ioana Lung" userId="64ee56e8d7162e1e" providerId="LiveId" clId="{0F6830A5-18AB-4F1B-8BBB-DA235794CEC1}" dt="2025-12-18T16:20:41.089" v="808"/>
          <ac:inkMkLst>
            <pc:docMk/>
            <pc:sldMk cId="500398256" sldId="268"/>
            <ac:inkMk id="303" creationId="{425EF309-F28C-ADD7-6D7A-CF02737D0701}"/>
          </ac:inkMkLst>
        </pc:inkChg>
        <pc:inkChg chg="add mod">
          <ac:chgData name="Rodica Ioana Lung" userId="64ee56e8d7162e1e" providerId="LiveId" clId="{0F6830A5-18AB-4F1B-8BBB-DA235794CEC1}" dt="2025-12-18T16:20:41.089" v="808"/>
          <ac:inkMkLst>
            <pc:docMk/>
            <pc:sldMk cId="500398256" sldId="268"/>
            <ac:inkMk id="304" creationId="{67E851D5-E6E9-48E4-6FC3-67E2645BCCF5}"/>
          </ac:inkMkLst>
        </pc:inkChg>
        <pc:inkChg chg="add mod">
          <ac:chgData name="Rodica Ioana Lung" userId="64ee56e8d7162e1e" providerId="LiveId" clId="{0F6830A5-18AB-4F1B-8BBB-DA235794CEC1}" dt="2025-12-18T16:20:41.089" v="808"/>
          <ac:inkMkLst>
            <pc:docMk/>
            <pc:sldMk cId="500398256" sldId="268"/>
            <ac:inkMk id="305" creationId="{799B5A0C-10EE-050E-3F6D-FCA7081A5F5F}"/>
          </ac:inkMkLst>
        </pc:inkChg>
        <pc:inkChg chg="add mod">
          <ac:chgData name="Rodica Ioana Lung" userId="64ee56e8d7162e1e" providerId="LiveId" clId="{0F6830A5-18AB-4F1B-8BBB-DA235794CEC1}" dt="2025-12-18T16:20:41.089" v="808"/>
          <ac:inkMkLst>
            <pc:docMk/>
            <pc:sldMk cId="500398256" sldId="268"/>
            <ac:inkMk id="306" creationId="{160A4D7C-DB50-3AD7-ABBD-6F6680BD1A25}"/>
          </ac:inkMkLst>
        </pc:inkChg>
        <pc:inkChg chg="add mod">
          <ac:chgData name="Rodica Ioana Lung" userId="64ee56e8d7162e1e" providerId="LiveId" clId="{0F6830A5-18AB-4F1B-8BBB-DA235794CEC1}" dt="2025-12-18T16:20:52.749" v="815"/>
          <ac:inkMkLst>
            <pc:docMk/>
            <pc:sldMk cId="500398256" sldId="268"/>
            <ac:inkMk id="308" creationId="{ED0EDA57-A350-5F54-C044-91385897DBC5}"/>
          </ac:inkMkLst>
        </pc:inkChg>
        <pc:inkChg chg="add mod">
          <ac:chgData name="Rodica Ioana Lung" userId="64ee56e8d7162e1e" providerId="LiveId" clId="{0F6830A5-18AB-4F1B-8BBB-DA235794CEC1}" dt="2025-12-18T16:20:52.749" v="815"/>
          <ac:inkMkLst>
            <pc:docMk/>
            <pc:sldMk cId="500398256" sldId="268"/>
            <ac:inkMk id="309" creationId="{436B6443-0026-D26D-0AB2-7F495AFE0DA7}"/>
          </ac:inkMkLst>
        </pc:inkChg>
        <pc:inkChg chg="add mod">
          <ac:chgData name="Rodica Ioana Lung" userId="64ee56e8d7162e1e" providerId="LiveId" clId="{0F6830A5-18AB-4F1B-8BBB-DA235794CEC1}" dt="2025-12-18T16:20:52.749" v="815"/>
          <ac:inkMkLst>
            <pc:docMk/>
            <pc:sldMk cId="500398256" sldId="268"/>
            <ac:inkMk id="310" creationId="{86FAB396-89FD-D838-694A-4B351BA6A59A}"/>
          </ac:inkMkLst>
        </pc:inkChg>
        <pc:inkChg chg="add mod">
          <ac:chgData name="Rodica Ioana Lung" userId="64ee56e8d7162e1e" providerId="LiveId" clId="{0F6830A5-18AB-4F1B-8BBB-DA235794CEC1}" dt="2025-12-18T16:20:52.749" v="815"/>
          <ac:inkMkLst>
            <pc:docMk/>
            <pc:sldMk cId="500398256" sldId="268"/>
            <ac:inkMk id="311" creationId="{C4CA5928-F1E3-7D02-DAA5-61B18ADA9ECC}"/>
          </ac:inkMkLst>
        </pc:inkChg>
        <pc:inkChg chg="add mod">
          <ac:chgData name="Rodica Ioana Lung" userId="64ee56e8d7162e1e" providerId="LiveId" clId="{0F6830A5-18AB-4F1B-8BBB-DA235794CEC1}" dt="2025-12-18T16:20:52.749" v="815"/>
          <ac:inkMkLst>
            <pc:docMk/>
            <pc:sldMk cId="500398256" sldId="268"/>
            <ac:inkMk id="312" creationId="{E80627C7-6DCF-DD1C-53C4-7B77A57CB1FA}"/>
          </ac:inkMkLst>
        </pc:inkChg>
        <pc:inkChg chg="add mod">
          <ac:chgData name="Rodica Ioana Lung" userId="64ee56e8d7162e1e" providerId="LiveId" clId="{0F6830A5-18AB-4F1B-8BBB-DA235794CEC1}" dt="2025-12-18T16:20:52.749" v="815"/>
          <ac:inkMkLst>
            <pc:docMk/>
            <pc:sldMk cId="500398256" sldId="268"/>
            <ac:inkMk id="313" creationId="{E54B91DC-3C27-F9CD-36A0-32BE9E932EFC}"/>
          </ac:inkMkLst>
        </pc:inkChg>
        <pc:inkChg chg="add mod">
          <ac:chgData name="Rodica Ioana Lung" userId="64ee56e8d7162e1e" providerId="LiveId" clId="{0F6830A5-18AB-4F1B-8BBB-DA235794CEC1}" dt="2025-12-18T16:22:53.548" v="925"/>
          <ac:inkMkLst>
            <pc:docMk/>
            <pc:sldMk cId="500398256" sldId="268"/>
            <ac:inkMk id="315" creationId="{B1B769C9-0844-46E4-A11F-CB08B676A965}"/>
          </ac:inkMkLst>
        </pc:inkChg>
        <pc:inkChg chg="add mod">
          <ac:chgData name="Rodica Ioana Lung" userId="64ee56e8d7162e1e" providerId="LiveId" clId="{0F6830A5-18AB-4F1B-8BBB-DA235794CEC1}" dt="2025-12-18T16:22:53.548" v="925"/>
          <ac:inkMkLst>
            <pc:docMk/>
            <pc:sldMk cId="500398256" sldId="268"/>
            <ac:inkMk id="316" creationId="{F36A9403-DDE8-196A-4664-C48A36927724}"/>
          </ac:inkMkLst>
        </pc:inkChg>
        <pc:inkChg chg="add mod">
          <ac:chgData name="Rodica Ioana Lung" userId="64ee56e8d7162e1e" providerId="LiveId" clId="{0F6830A5-18AB-4F1B-8BBB-DA235794CEC1}" dt="2025-12-18T16:22:53.548" v="925"/>
          <ac:inkMkLst>
            <pc:docMk/>
            <pc:sldMk cId="500398256" sldId="268"/>
            <ac:inkMk id="317" creationId="{2B1E48A5-E721-7B65-4548-BE3E7444C563}"/>
          </ac:inkMkLst>
        </pc:inkChg>
        <pc:inkChg chg="add mod">
          <ac:chgData name="Rodica Ioana Lung" userId="64ee56e8d7162e1e" providerId="LiveId" clId="{0F6830A5-18AB-4F1B-8BBB-DA235794CEC1}" dt="2025-12-18T16:22:53.548" v="925"/>
          <ac:inkMkLst>
            <pc:docMk/>
            <pc:sldMk cId="500398256" sldId="268"/>
            <ac:inkMk id="318" creationId="{BE06EEBB-9251-CAF5-BC36-16C1D1593680}"/>
          </ac:inkMkLst>
        </pc:inkChg>
        <pc:inkChg chg="add mod">
          <ac:chgData name="Rodica Ioana Lung" userId="64ee56e8d7162e1e" providerId="LiveId" clId="{0F6830A5-18AB-4F1B-8BBB-DA235794CEC1}" dt="2025-12-18T16:22:53.548" v="925"/>
          <ac:inkMkLst>
            <pc:docMk/>
            <pc:sldMk cId="500398256" sldId="268"/>
            <ac:inkMk id="319" creationId="{9FCB522A-75A6-E6C1-54D8-96EB5A899C58}"/>
          </ac:inkMkLst>
        </pc:inkChg>
        <pc:inkChg chg="add mod">
          <ac:chgData name="Rodica Ioana Lung" userId="64ee56e8d7162e1e" providerId="LiveId" clId="{0F6830A5-18AB-4F1B-8BBB-DA235794CEC1}" dt="2025-12-18T16:21:06.607" v="824"/>
          <ac:inkMkLst>
            <pc:docMk/>
            <pc:sldMk cId="500398256" sldId="268"/>
            <ac:inkMk id="320" creationId="{7CB55006-C23D-4AC0-E345-6866132BBB15}"/>
          </ac:inkMkLst>
        </pc:inkChg>
        <pc:inkChg chg="add mod">
          <ac:chgData name="Rodica Ioana Lung" userId="64ee56e8d7162e1e" providerId="LiveId" clId="{0F6830A5-18AB-4F1B-8BBB-DA235794CEC1}" dt="2025-12-18T16:22:53.548" v="925"/>
          <ac:inkMkLst>
            <pc:docMk/>
            <pc:sldMk cId="500398256" sldId="268"/>
            <ac:inkMk id="321" creationId="{0E2390C9-7D9E-1A81-A5C8-7E0FFF8CEC92}"/>
          </ac:inkMkLst>
        </pc:inkChg>
        <pc:inkChg chg="add mod">
          <ac:chgData name="Rodica Ioana Lung" userId="64ee56e8d7162e1e" providerId="LiveId" clId="{0F6830A5-18AB-4F1B-8BBB-DA235794CEC1}" dt="2025-12-18T16:22:53.548" v="925"/>
          <ac:inkMkLst>
            <pc:docMk/>
            <pc:sldMk cId="500398256" sldId="268"/>
            <ac:inkMk id="322" creationId="{583DB3C4-8230-8A6F-CED2-C4DA00D4B85C}"/>
          </ac:inkMkLst>
        </pc:inkChg>
        <pc:inkChg chg="add">
          <ac:chgData name="Rodica Ioana Lung" userId="64ee56e8d7162e1e" providerId="LiveId" clId="{0F6830A5-18AB-4F1B-8BBB-DA235794CEC1}" dt="2025-12-18T16:21:10.333" v="825" actId="9405"/>
          <ac:inkMkLst>
            <pc:docMk/>
            <pc:sldMk cId="500398256" sldId="268"/>
            <ac:inkMk id="324" creationId="{4082BEC9-B4BD-6CD4-575F-F20D1F578A7F}"/>
          </ac:inkMkLst>
        </pc:inkChg>
        <pc:inkChg chg="add mod">
          <ac:chgData name="Rodica Ioana Lung" userId="64ee56e8d7162e1e" providerId="LiveId" clId="{0F6830A5-18AB-4F1B-8BBB-DA235794CEC1}" dt="2025-12-18T16:22:06.979" v="888"/>
          <ac:inkMkLst>
            <pc:docMk/>
            <pc:sldMk cId="500398256" sldId="268"/>
            <ac:inkMk id="325" creationId="{72270B31-5AF2-B7F7-1F76-A01F377B6CA0}"/>
          </ac:inkMkLst>
        </pc:inkChg>
        <pc:inkChg chg="add mod">
          <ac:chgData name="Rodica Ioana Lung" userId="64ee56e8d7162e1e" providerId="LiveId" clId="{0F6830A5-18AB-4F1B-8BBB-DA235794CEC1}" dt="2025-12-18T16:21:21.474" v="836"/>
          <ac:inkMkLst>
            <pc:docMk/>
            <pc:sldMk cId="500398256" sldId="268"/>
            <ac:inkMk id="326" creationId="{041FC6C7-4F40-00FB-A03D-D7D94C7D1F7F}"/>
          </ac:inkMkLst>
        </pc:inkChg>
        <pc:inkChg chg="add mod">
          <ac:chgData name="Rodica Ioana Lung" userId="64ee56e8d7162e1e" providerId="LiveId" clId="{0F6830A5-18AB-4F1B-8BBB-DA235794CEC1}" dt="2025-12-18T16:21:21.474" v="836"/>
          <ac:inkMkLst>
            <pc:docMk/>
            <pc:sldMk cId="500398256" sldId="268"/>
            <ac:inkMk id="327" creationId="{72CD7F42-1F65-2637-3C3E-F364750A56AC}"/>
          </ac:inkMkLst>
        </pc:inkChg>
        <pc:inkChg chg="add mod">
          <ac:chgData name="Rodica Ioana Lung" userId="64ee56e8d7162e1e" providerId="LiveId" clId="{0F6830A5-18AB-4F1B-8BBB-DA235794CEC1}" dt="2025-12-18T16:21:21.474" v="836"/>
          <ac:inkMkLst>
            <pc:docMk/>
            <pc:sldMk cId="500398256" sldId="268"/>
            <ac:inkMk id="328" creationId="{3BCDE9DE-AD69-F948-F0EE-CD3E7BC42814}"/>
          </ac:inkMkLst>
        </pc:inkChg>
        <pc:inkChg chg="add mod">
          <ac:chgData name="Rodica Ioana Lung" userId="64ee56e8d7162e1e" providerId="LiveId" clId="{0F6830A5-18AB-4F1B-8BBB-DA235794CEC1}" dt="2025-12-18T16:21:21.474" v="836"/>
          <ac:inkMkLst>
            <pc:docMk/>
            <pc:sldMk cId="500398256" sldId="268"/>
            <ac:inkMk id="329" creationId="{48CF049B-0B79-3CBC-86B0-0147A77E2085}"/>
          </ac:inkMkLst>
        </pc:inkChg>
        <pc:inkChg chg="add">
          <ac:chgData name="Rodica Ioana Lung" userId="64ee56e8d7162e1e" providerId="LiveId" clId="{0F6830A5-18AB-4F1B-8BBB-DA235794CEC1}" dt="2025-12-18T16:21:19.431" v="831" actId="9405"/>
          <ac:inkMkLst>
            <pc:docMk/>
            <pc:sldMk cId="500398256" sldId="268"/>
            <ac:inkMk id="330" creationId="{CBFE037B-2D27-4272-9532-842AA3805CD1}"/>
          </ac:inkMkLst>
        </pc:inkChg>
        <pc:inkChg chg="add mod">
          <ac:chgData name="Rodica Ioana Lung" userId="64ee56e8d7162e1e" providerId="LiveId" clId="{0F6830A5-18AB-4F1B-8BBB-DA235794CEC1}" dt="2025-12-18T16:21:21.474" v="836"/>
          <ac:inkMkLst>
            <pc:docMk/>
            <pc:sldMk cId="500398256" sldId="268"/>
            <ac:inkMk id="331" creationId="{120ED6F7-574F-25C6-8F35-9DEF4C904265}"/>
          </ac:inkMkLst>
        </pc:inkChg>
        <pc:inkChg chg="add mod">
          <ac:chgData name="Rodica Ioana Lung" userId="64ee56e8d7162e1e" providerId="LiveId" clId="{0F6830A5-18AB-4F1B-8BBB-DA235794CEC1}" dt="2025-12-18T16:21:21.474" v="836"/>
          <ac:inkMkLst>
            <pc:docMk/>
            <pc:sldMk cId="500398256" sldId="268"/>
            <ac:inkMk id="332" creationId="{9F135F45-8750-8831-2737-20E29E3CCEFA}"/>
          </ac:inkMkLst>
        </pc:inkChg>
        <pc:inkChg chg="add mod">
          <ac:chgData name="Rodica Ioana Lung" userId="64ee56e8d7162e1e" providerId="LiveId" clId="{0F6830A5-18AB-4F1B-8BBB-DA235794CEC1}" dt="2025-12-18T16:22:06.979" v="888"/>
          <ac:inkMkLst>
            <pc:docMk/>
            <pc:sldMk cId="500398256" sldId="268"/>
            <ac:inkMk id="333" creationId="{31A4A994-34D9-2C47-D4A7-825BE7EB1DF9}"/>
          </ac:inkMkLst>
        </pc:inkChg>
        <pc:inkChg chg="add mod">
          <ac:chgData name="Rodica Ioana Lung" userId="64ee56e8d7162e1e" providerId="LiveId" clId="{0F6830A5-18AB-4F1B-8BBB-DA235794CEC1}" dt="2025-12-18T16:21:21.474" v="836"/>
          <ac:inkMkLst>
            <pc:docMk/>
            <pc:sldMk cId="500398256" sldId="268"/>
            <ac:inkMk id="334" creationId="{668D19DE-C266-9369-208A-1422A6719B9C}"/>
          </ac:inkMkLst>
        </pc:inkChg>
        <pc:inkChg chg="add mod">
          <ac:chgData name="Rodica Ioana Lung" userId="64ee56e8d7162e1e" providerId="LiveId" clId="{0F6830A5-18AB-4F1B-8BBB-DA235794CEC1}" dt="2025-12-18T16:22:06.979" v="888"/>
          <ac:inkMkLst>
            <pc:docMk/>
            <pc:sldMk cId="500398256" sldId="268"/>
            <ac:inkMk id="336" creationId="{8660BC22-8B7C-B6C5-F204-E01189EDD37F}"/>
          </ac:inkMkLst>
        </pc:inkChg>
        <pc:inkChg chg="add mod">
          <ac:chgData name="Rodica Ioana Lung" userId="64ee56e8d7162e1e" providerId="LiveId" clId="{0F6830A5-18AB-4F1B-8BBB-DA235794CEC1}" dt="2025-12-18T16:21:29.262" v="842"/>
          <ac:inkMkLst>
            <pc:docMk/>
            <pc:sldMk cId="500398256" sldId="268"/>
            <ac:inkMk id="337" creationId="{D4054EC7-E7DF-9AAB-0578-8C1FAA196D29}"/>
          </ac:inkMkLst>
        </pc:inkChg>
        <pc:inkChg chg="add mod">
          <ac:chgData name="Rodica Ioana Lung" userId="64ee56e8d7162e1e" providerId="LiveId" clId="{0F6830A5-18AB-4F1B-8BBB-DA235794CEC1}" dt="2025-12-18T16:21:29.262" v="842"/>
          <ac:inkMkLst>
            <pc:docMk/>
            <pc:sldMk cId="500398256" sldId="268"/>
            <ac:inkMk id="339" creationId="{7DE39E6F-75AE-9E3D-1329-ECC3E4F667ED}"/>
          </ac:inkMkLst>
        </pc:inkChg>
        <pc:inkChg chg="add mod">
          <ac:chgData name="Rodica Ioana Lung" userId="64ee56e8d7162e1e" providerId="LiveId" clId="{0F6830A5-18AB-4F1B-8BBB-DA235794CEC1}" dt="2025-12-18T16:22:06.979" v="888"/>
          <ac:inkMkLst>
            <pc:docMk/>
            <pc:sldMk cId="500398256" sldId="268"/>
            <ac:inkMk id="340" creationId="{C34D74DA-639E-0322-8CB2-6AA35CC604EC}"/>
          </ac:inkMkLst>
        </pc:inkChg>
        <pc:inkChg chg="add del">
          <ac:chgData name="Rodica Ioana Lung" userId="64ee56e8d7162e1e" providerId="LiveId" clId="{0F6830A5-18AB-4F1B-8BBB-DA235794CEC1}" dt="2025-12-18T16:21:38.775" v="849"/>
          <ac:inkMkLst>
            <pc:docMk/>
            <pc:sldMk cId="500398256" sldId="268"/>
            <ac:inkMk id="342" creationId="{8FCFEE5E-1591-A279-2B6D-DB27D2A9CF26}"/>
          </ac:inkMkLst>
        </pc:inkChg>
        <pc:inkChg chg="add del mod">
          <ac:chgData name="Rodica Ioana Lung" userId="64ee56e8d7162e1e" providerId="LiveId" clId="{0F6830A5-18AB-4F1B-8BBB-DA235794CEC1}" dt="2025-12-18T16:21:39.898" v="850"/>
          <ac:inkMkLst>
            <pc:docMk/>
            <pc:sldMk cId="500398256" sldId="268"/>
            <ac:inkMk id="343" creationId="{2DD177FB-5220-A475-6493-2A575214CCE6}"/>
          </ac:inkMkLst>
        </pc:inkChg>
        <pc:inkChg chg="add del mod">
          <ac:chgData name="Rodica Ioana Lung" userId="64ee56e8d7162e1e" providerId="LiveId" clId="{0F6830A5-18AB-4F1B-8BBB-DA235794CEC1}" dt="2025-12-18T16:21:46.040" v="853"/>
          <ac:inkMkLst>
            <pc:docMk/>
            <pc:sldMk cId="500398256" sldId="268"/>
            <ac:inkMk id="344" creationId="{97DE72DF-4CCB-1E69-82B8-FB11753C9797}"/>
          </ac:inkMkLst>
        </pc:inkChg>
        <pc:inkChg chg="add del mod">
          <ac:chgData name="Rodica Ioana Lung" userId="64ee56e8d7162e1e" providerId="LiveId" clId="{0F6830A5-18AB-4F1B-8BBB-DA235794CEC1}" dt="2025-12-18T16:21:46.037" v="852"/>
          <ac:inkMkLst>
            <pc:docMk/>
            <pc:sldMk cId="500398256" sldId="268"/>
            <ac:inkMk id="345" creationId="{409F828C-8130-CA43-F4C3-18F03C790473}"/>
          </ac:inkMkLst>
        </pc:inkChg>
        <pc:inkChg chg="add del mod">
          <ac:chgData name="Rodica Ioana Lung" userId="64ee56e8d7162e1e" providerId="LiveId" clId="{0F6830A5-18AB-4F1B-8BBB-DA235794CEC1}" dt="2025-12-18T16:21:39.900" v="851"/>
          <ac:inkMkLst>
            <pc:docMk/>
            <pc:sldMk cId="500398256" sldId="268"/>
            <ac:inkMk id="346" creationId="{4D19BFF4-6812-6CF2-F2C5-A3C023E6B761}"/>
          </ac:inkMkLst>
        </pc:inkChg>
        <pc:inkChg chg="add mod">
          <ac:chgData name="Rodica Ioana Lung" userId="64ee56e8d7162e1e" providerId="LiveId" clId="{0F6830A5-18AB-4F1B-8BBB-DA235794CEC1}" dt="2025-12-18T16:21:56.102" v="869"/>
          <ac:inkMkLst>
            <pc:docMk/>
            <pc:sldMk cId="500398256" sldId="268"/>
            <ac:inkMk id="348" creationId="{E708ECD9-098F-D55D-A281-539D1A7586F6}"/>
          </ac:inkMkLst>
        </pc:inkChg>
        <pc:inkChg chg="add mod">
          <ac:chgData name="Rodica Ioana Lung" userId="64ee56e8d7162e1e" providerId="LiveId" clId="{0F6830A5-18AB-4F1B-8BBB-DA235794CEC1}" dt="2025-12-18T16:21:59.232" v="873"/>
          <ac:inkMkLst>
            <pc:docMk/>
            <pc:sldMk cId="500398256" sldId="268"/>
            <ac:inkMk id="349" creationId="{1C887E2C-2F65-FE97-C55F-F3CC32053D13}"/>
          </ac:inkMkLst>
        </pc:inkChg>
        <pc:inkChg chg="add">
          <ac:chgData name="Rodica Ioana Lung" userId="64ee56e8d7162e1e" providerId="LiveId" clId="{0F6830A5-18AB-4F1B-8BBB-DA235794CEC1}" dt="2025-12-18T16:21:50.517" v="856" actId="9405"/>
          <ac:inkMkLst>
            <pc:docMk/>
            <pc:sldMk cId="500398256" sldId="268"/>
            <ac:inkMk id="350" creationId="{493EDFC1-A1C8-E410-A47E-4DDBB845271A}"/>
          </ac:inkMkLst>
        </pc:inkChg>
        <pc:inkChg chg="add mod">
          <ac:chgData name="Rodica Ioana Lung" userId="64ee56e8d7162e1e" providerId="LiveId" clId="{0F6830A5-18AB-4F1B-8BBB-DA235794CEC1}" dt="2025-12-18T16:21:59.232" v="873"/>
          <ac:inkMkLst>
            <pc:docMk/>
            <pc:sldMk cId="500398256" sldId="268"/>
            <ac:inkMk id="351" creationId="{CD40C03F-64EC-D984-1014-CE8E38AA63E3}"/>
          </ac:inkMkLst>
        </pc:inkChg>
        <pc:inkChg chg="add mod">
          <ac:chgData name="Rodica Ioana Lung" userId="64ee56e8d7162e1e" providerId="LiveId" clId="{0F6830A5-18AB-4F1B-8BBB-DA235794CEC1}" dt="2025-12-18T16:22:37.345" v="909"/>
          <ac:inkMkLst>
            <pc:docMk/>
            <pc:sldMk cId="500398256" sldId="268"/>
            <ac:inkMk id="352" creationId="{1609267D-D51A-BE45-1A45-BE69091D5A47}"/>
          </ac:inkMkLst>
        </pc:inkChg>
        <pc:inkChg chg="add mod">
          <ac:chgData name="Rodica Ioana Lung" userId="64ee56e8d7162e1e" providerId="LiveId" clId="{0F6830A5-18AB-4F1B-8BBB-DA235794CEC1}" dt="2025-12-18T16:22:37.345" v="909"/>
          <ac:inkMkLst>
            <pc:docMk/>
            <pc:sldMk cId="500398256" sldId="268"/>
            <ac:inkMk id="353" creationId="{47D91238-9460-66DB-74C9-44E185555537}"/>
          </ac:inkMkLst>
        </pc:inkChg>
        <pc:inkChg chg="add mod">
          <ac:chgData name="Rodica Ioana Lung" userId="64ee56e8d7162e1e" providerId="LiveId" clId="{0F6830A5-18AB-4F1B-8BBB-DA235794CEC1}" dt="2025-12-18T16:21:59.232" v="873"/>
          <ac:inkMkLst>
            <pc:docMk/>
            <pc:sldMk cId="500398256" sldId="268"/>
            <ac:inkMk id="354" creationId="{8C69E335-F26D-7D8F-D27C-20190C5E212D}"/>
          </ac:inkMkLst>
        </pc:inkChg>
        <pc:inkChg chg="add">
          <ac:chgData name="Rodica Ioana Lung" userId="64ee56e8d7162e1e" providerId="LiveId" clId="{0F6830A5-18AB-4F1B-8BBB-DA235794CEC1}" dt="2025-12-18T16:21:52.809" v="861" actId="9405"/>
          <ac:inkMkLst>
            <pc:docMk/>
            <pc:sldMk cId="500398256" sldId="268"/>
            <ac:inkMk id="355" creationId="{182C7D9F-F512-C8CB-8FE3-A9FB7E04F089}"/>
          </ac:inkMkLst>
        </pc:inkChg>
        <pc:inkChg chg="add mod">
          <ac:chgData name="Rodica Ioana Lung" userId="64ee56e8d7162e1e" providerId="LiveId" clId="{0F6830A5-18AB-4F1B-8BBB-DA235794CEC1}" dt="2025-12-18T16:21:59.232" v="873"/>
          <ac:inkMkLst>
            <pc:docMk/>
            <pc:sldMk cId="500398256" sldId="268"/>
            <ac:inkMk id="356" creationId="{F3A22298-9F25-9531-FCFC-41322A5B97B1}"/>
          </ac:inkMkLst>
        </pc:inkChg>
        <pc:inkChg chg="add">
          <ac:chgData name="Rodica Ioana Lung" userId="64ee56e8d7162e1e" providerId="LiveId" clId="{0F6830A5-18AB-4F1B-8BBB-DA235794CEC1}" dt="2025-12-18T16:21:53.706" v="863" actId="9405"/>
          <ac:inkMkLst>
            <pc:docMk/>
            <pc:sldMk cId="500398256" sldId="268"/>
            <ac:inkMk id="357" creationId="{48843F6C-BD7A-110A-2543-E91765B6BC6A}"/>
          </ac:inkMkLst>
        </pc:inkChg>
        <pc:inkChg chg="add mod">
          <ac:chgData name="Rodica Ioana Lung" userId="64ee56e8d7162e1e" providerId="LiveId" clId="{0F6830A5-18AB-4F1B-8BBB-DA235794CEC1}" dt="2025-12-18T16:21:59.232" v="873"/>
          <ac:inkMkLst>
            <pc:docMk/>
            <pc:sldMk cId="500398256" sldId="268"/>
            <ac:inkMk id="358" creationId="{F2699722-99B3-2E3A-0061-10EEC324E3B1}"/>
          </ac:inkMkLst>
        </pc:inkChg>
        <pc:inkChg chg="add mod">
          <ac:chgData name="Rodica Ioana Lung" userId="64ee56e8d7162e1e" providerId="LiveId" clId="{0F6830A5-18AB-4F1B-8BBB-DA235794CEC1}" dt="2025-12-18T16:21:59.232" v="873"/>
          <ac:inkMkLst>
            <pc:docMk/>
            <pc:sldMk cId="500398256" sldId="268"/>
            <ac:inkMk id="359" creationId="{BA41371B-8A0A-DD0C-D2D1-B73BFD1AA4FB}"/>
          </ac:inkMkLst>
        </pc:inkChg>
        <pc:inkChg chg="add mod">
          <ac:chgData name="Rodica Ioana Lung" userId="64ee56e8d7162e1e" providerId="LiveId" clId="{0F6830A5-18AB-4F1B-8BBB-DA235794CEC1}" dt="2025-12-18T16:21:56.102" v="869"/>
          <ac:inkMkLst>
            <pc:docMk/>
            <pc:sldMk cId="500398256" sldId="268"/>
            <ac:inkMk id="360" creationId="{8A9543EF-8A2A-DBD1-7D7B-25C343C3FDE3}"/>
          </ac:inkMkLst>
        </pc:inkChg>
        <pc:inkChg chg="add">
          <ac:chgData name="Rodica Ioana Lung" userId="64ee56e8d7162e1e" providerId="LiveId" clId="{0F6830A5-18AB-4F1B-8BBB-DA235794CEC1}" dt="2025-12-18T16:21:55.125" v="867" actId="9405"/>
          <ac:inkMkLst>
            <pc:docMk/>
            <pc:sldMk cId="500398256" sldId="268"/>
            <ac:inkMk id="361" creationId="{8F77CEAC-1D63-494D-C247-09F42B439D25}"/>
          </ac:inkMkLst>
        </pc:inkChg>
        <pc:inkChg chg="add">
          <ac:chgData name="Rodica Ioana Lung" userId="64ee56e8d7162e1e" providerId="LiveId" clId="{0F6830A5-18AB-4F1B-8BBB-DA235794CEC1}" dt="2025-12-18T16:21:55.285" v="868" actId="9405"/>
          <ac:inkMkLst>
            <pc:docMk/>
            <pc:sldMk cId="500398256" sldId="268"/>
            <ac:inkMk id="362" creationId="{35E2495E-C8F3-B8CD-1941-BAFAB5892B7F}"/>
          </ac:inkMkLst>
        </pc:inkChg>
        <pc:inkChg chg="add mod">
          <ac:chgData name="Rodica Ioana Lung" userId="64ee56e8d7162e1e" providerId="LiveId" clId="{0F6830A5-18AB-4F1B-8BBB-DA235794CEC1}" dt="2025-12-18T16:21:59.232" v="873"/>
          <ac:inkMkLst>
            <pc:docMk/>
            <pc:sldMk cId="500398256" sldId="268"/>
            <ac:inkMk id="364" creationId="{CB358741-AF17-C422-6396-72184A8C2ACC}"/>
          </ac:inkMkLst>
        </pc:inkChg>
        <pc:inkChg chg="add">
          <ac:chgData name="Rodica Ioana Lung" userId="64ee56e8d7162e1e" providerId="LiveId" clId="{0F6830A5-18AB-4F1B-8BBB-DA235794CEC1}" dt="2025-12-18T16:21:57.944" v="871" actId="9405"/>
          <ac:inkMkLst>
            <pc:docMk/>
            <pc:sldMk cId="500398256" sldId="268"/>
            <ac:inkMk id="365" creationId="{222738B5-4964-E70F-040A-118790357AA0}"/>
          </ac:inkMkLst>
        </pc:inkChg>
        <pc:inkChg chg="add mod">
          <ac:chgData name="Rodica Ioana Lung" userId="64ee56e8d7162e1e" providerId="LiveId" clId="{0F6830A5-18AB-4F1B-8BBB-DA235794CEC1}" dt="2025-12-18T16:21:59.232" v="873"/>
          <ac:inkMkLst>
            <pc:docMk/>
            <pc:sldMk cId="500398256" sldId="268"/>
            <ac:inkMk id="366" creationId="{45485DB8-A259-1B73-83C6-1052FF1EEC3E}"/>
          </ac:inkMkLst>
        </pc:inkChg>
        <pc:inkChg chg="add">
          <ac:chgData name="Rodica Ioana Lung" userId="64ee56e8d7162e1e" providerId="LiveId" clId="{0F6830A5-18AB-4F1B-8BBB-DA235794CEC1}" dt="2025-12-18T16:22:00.456" v="874" actId="9405"/>
          <ac:inkMkLst>
            <pc:docMk/>
            <pc:sldMk cId="500398256" sldId="268"/>
            <ac:inkMk id="368" creationId="{E3D735D9-80B2-3651-909C-C317553E75C3}"/>
          </ac:inkMkLst>
        </pc:inkChg>
        <pc:inkChg chg="add">
          <ac:chgData name="Rodica Ioana Lung" userId="64ee56e8d7162e1e" providerId="LiveId" clId="{0F6830A5-18AB-4F1B-8BBB-DA235794CEC1}" dt="2025-12-18T16:22:00.969" v="875" actId="9405"/>
          <ac:inkMkLst>
            <pc:docMk/>
            <pc:sldMk cId="500398256" sldId="268"/>
            <ac:inkMk id="369" creationId="{61D10972-84B3-B9E1-92D5-B95D72A5DB4E}"/>
          </ac:inkMkLst>
        </pc:inkChg>
        <pc:inkChg chg="add mod">
          <ac:chgData name="Rodica Ioana Lung" userId="64ee56e8d7162e1e" providerId="LiveId" clId="{0F6830A5-18AB-4F1B-8BBB-DA235794CEC1}" dt="2025-12-18T16:22:06.979" v="888"/>
          <ac:inkMkLst>
            <pc:docMk/>
            <pc:sldMk cId="500398256" sldId="268"/>
            <ac:inkMk id="370" creationId="{852DA7D1-E836-50C8-0B15-C43B9206C89C}"/>
          </ac:inkMkLst>
        </pc:inkChg>
        <pc:inkChg chg="add">
          <ac:chgData name="Rodica Ioana Lung" userId="64ee56e8d7162e1e" providerId="LiveId" clId="{0F6830A5-18AB-4F1B-8BBB-DA235794CEC1}" dt="2025-12-18T16:22:01.679" v="877" actId="9405"/>
          <ac:inkMkLst>
            <pc:docMk/>
            <pc:sldMk cId="500398256" sldId="268"/>
            <ac:inkMk id="371" creationId="{4F9E5EA7-3241-AF9D-E8C3-7010576369C4}"/>
          </ac:inkMkLst>
        </pc:inkChg>
        <pc:inkChg chg="add">
          <ac:chgData name="Rodica Ioana Lung" userId="64ee56e8d7162e1e" providerId="LiveId" clId="{0F6830A5-18AB-4F1B-8BBB-DA235794CEC1}" dt="2025-12-18T16:22:02.037" v="878" actId="9405"/>
          <ac:inkMkLst>
            <pc:docMk/>
            <pc:sldMk cId="500398256" sldId="268"/>
            <ac:inkMk id="372" creationId="{72148BDD-9394-B08E-B42B-10517286508C}"/>
          </ac:inkMkLst>
        </pc:inkChg>
        <pc:inkChg chg="add">
          <ac:chgData name="Rodica Ioana Lung" userId="64ee56e8d7162e1e" providerId="LiveId" clId="{0F6830A5-18AB-4F1B-8BBB-DA235794CEC1}" dt="2025-12-18T16:22:02.793" v="879" actId="9405"/>
          <ac:inkMkLst>
            <pc:docMk/>
            <pc:sldMk cId="500398256" sldId="268"/>
            <ac:inkMk id="373" creationId="{00663C1A-445B-5029-FDD0-5517CC060A60}"/>
          </ac:inkMkLst>
        </pc:inkChg>
        <pc:inkChg chg="add">
          <ac:chgData name="Rodica Ioana Lung" userId="64ee56e8d7162e1e" providerId="LiveId" clId="{0F6830A5-18AB-4F1B-8BBB-DA235794CEC1}" dt="2025-12-18T16:22:03.335" v="880" actId="9405"/>
          <ac:inkMkLst>
            <pc:docMk/>
            <pc:sldMk cId="500398256" sldId="268"/>
            <ac:inkMk id="374" creationId="{A988E03D-C6A2-E8B8-A448-07F963F6CB2E}"/>
          </ac:inkMkLst>
        </pc:inkChg>
        <pc:inkChg chg="add">
          <ac:chgData name="Rodica Ioana Lung" userId="64ee56e8d7162e1e" providerId="LiveId" clId="{0F6830A5-18AB-4F1B-8BBB-DA235794CEC1}" dt="2025-12-18T16:22:03.510" v="881" actId="9405"/>
          <ac:inkMkLst>
            <pc:docMk/>
            <pc:sldMk cId="500398256" sldId="268"/>
            <ac:inkMk id="375" creationId="{3B5F394D-F6AA-2371-A0DD-B7F78CC6151E}"/>
          </ac:inkMkLst>
        </pc:inkChg>
        <pc:inkChg chg="add mod">
          <ac:chgData name="Rodica Ioana Lung" userId="64ee56e8d7162e1e" providerId="LiveId" clId="{0F6830A5-18AB-4F1B-8BBB-DA235794CEC1}" dt="2025-12-18T16:22:06.979" v="888"/>
          <ac:inkMkLst>
            <pc:docMk/>
            <pc:sldMk cId="500398256" sldId="268"/>
            <ac:inkMk id="376" creationId="{13AA302A-0C90-65A9-A8D9-CC217A68DBDD}"/>
          </ac:inkMkLst>
        </pc:inkChg>
        <pc:inkChg chg="add">
          <ac:chgData name="Rodica Ioana Lung" userId="64ee56e8d7162e1e" providerId="LiveId" clId="{0F6830A5-18AB-4F1B-8BBB-DA235794CEC1}" dt="2025-12-18T16:22:04.392" v="883" actId="9405"/>
          <ac:inkMkLst>
            <pc:docMk/>
            <pc:sldMk cId="500398256" sldId="268"/>
            <ac:inkMk id="377" creationId="{6BAAE612-037E-56C2-FB2D-BCC4D4FEE486}"/>
          </ac:inkMkLst>
        </pc:inkChg>
        <pc:inkChg chg="add mod">
          <ac:chgData name="Rodica Ioana Lung" userId="64ee56e8d7162e1e" providerId="LiveId" clId="{0F6830A5-18AB-4F1B-8BBB-DA235794CEC1}" dt="2025-12-18T16:22:06.979" v="888"/>
          <ac:inkMkLst>
            <pc:docMk/>
            <pc:sldMk cId="500398256" sldId="268"/>
            <ac:inkMk id="378" creationId="{505094FC-6ADE-42F8-BA3B-E67EFCEB7F3F}"/>
          </ac:inkMkLst>
        </pc:inkChg>
        <pc:inkChg chg="add">
          <ac:chgData name="Rodica Ioana Lung" userId="64ee56e8d7162e1e" providerId="LiveId" clId="{0F6830A5-18AB-4F1B-8BBB-DA235794CEC1}" dt="2025-12-18T16:22:05.206" v="885" actId="9405"/>
          <ac:inkMkLst>
            <pc:docMk/>
            <pc:sldMk cId="500398256" sldId="268"/>
            <ac:inkMk id="379" creationId="{178059B6-6487-562A-0F31-A3F108DF7A74}"/>
          </ac:inkMkLst>
        </pc:inkChg>
        <pc:inkChg chg="add">
          <ac:chgData name="Rodica Ioana Lung" userId="64ee56e8d7162e1e" providerId="LiveId" clId="{0F6830A5-18AB-4F1B-8BBB-DA235794CEC1}" dt="2025-12-18T16:22:05.459" v="886" actId="9405"/>
          <ac:inkMkLst>
            <pc:docMk/>
            <pc:sldMk cId="500398256" sldId="268"/>
            <ac:inkMk id="380" creationId="{2D09B28A-A279-E769-F0DE-911E37231651}"/>
          </ac:inkMkLst>
        </pc:inkChg>
        <pc:inkChg chg="add">
          <ac:chgData name="Rodica Ioana Lung" userId="64ee56e8d7162e1e" providerId="LiveId" clId="{0F6830A5-18AB-4F1B-8BBB-DA235794CEC1}" dt="2025-12-18T16:22:05.937" v="887" actId="9405"/>
          <ac:inkMkLst>
            <pc:docMk/>
            <pc:sldMk cId="500398256" sldId="268"/>
            <ac:inkMk id="381" creationId="{EC50630C-8FC4-C770-9153-90C28EBDF0C9}"/>
          </ac:inkMkLst>
        </pc:inkChg>
        <pc:inkChg chg="add mod">
          <ac:chgData name="Rodica Ioana Lung" userId="64ee56e8d7162e1e" providerId="LiveId" clId="{0F6830A5-18AB-4F1B-8BBB-DA235794CEC1}" dt="2025-12-18T16:22:11.774" v="891"/>
          <ac:inkMkLst>
            <pc:docMk/>
            <pc:sldMk cId="500398256" sldId="268"/>
            <ac:inkMk id="383" creationId="{F9C11F7A-6BD3-86AC-F314-EE1589D4D101}"/>
          </ac:inkMkLst>
        </pc:inkChg>
        <pc:inkChg chg="add mod">
          <ac:chgData name="Rodica Ioana Lung" userId="64ee56e8d7162e1e" providerId="LiveId" clId="{0F6830A5-18AB-4F1B-8BBB-DA235794CEC1}" dt="2025-12-18T16:22:11.774" v="891"/>
          <ac:inkMkLst>
            <pc:docMk/>
            <pc:sldMk cId="500398256" sldId="268"/>
            <ac:inkMk id="384" creationId="{6C4374C4-B235-D394-30B6-7639EA9F73CE}"/>
          </ac:inkMkLst>
        </pc:inkChg>
        <pc:inkChg chg="add">
          <ac:chgData name="Rodica Ioana Lung" userId="64ee56e8d7162e1e" providerId="LiveId" clId="{0F6830A5-18AB-4F1B-8BBB-DA235794CEC1}" dt="2025-12-18T16:22:16.132" v="892" actId="9405"/>
          <ac:inkMkLst>
            <pc:docMk/>
            <pc:sldMk cId="500398256" sldId="268"/>
            <ac:inkMk id="386" creationId="{FC785AC7-9370-402B-8ABC-05E9F8BB5E23}"/>
          </ac:inkMkLst>
        </pc:inkChg>
        <pc:inkChg chg="add">
          <ac:chgData name="Rodica Ioana Lung" userId="64ee56e8d7162e1e" providerId="LiveId" clId="{0F6830A5-18AB-4F1B-8BBB-DA235794CEC1}" dt="2025-12-18T16:22:20.670" v="893" actId="9405"/>
          <ac:inkMkLst>
            <pc:docMk/>
            <pc:sldMk cId="500398256" sldId="268"/>
            <ac:inkMk id="387" creationId="{AB0DC6E2-C8EA-65CC-9FC5-44F049298789}"/>
          </ac:inkMkLst>
        </pc:inkChg>
        <pc:inkChg chg="add">
          <ac:chgData name="Rodica Ioana Lung" userId="64ee56e8d7162e1e" providerId="LiveId" clId="{0F6830A5-18AB-4F1B-8BBB-DA235794CEC1}" dt="2025-12-18T16:22:21.267" v="894" actId="9405"/>
          <ac:inkMkLst>
            <pc:docMk/>
            <pc:sldMk cId="500398256" sldId="268"/>
            <ac:inkMk id="388" creationId="{ADAB4B32-D490-2F1C-332C-04CC9905811B}"/>
          </ac:inkMkLst>
        </pc:inkChg>
        <pc:inkChg chg="add mod">
          <ac:chgData name="Rodica Ioana Lung" userId="64ee56e8d7162e1e" providerId="LiveId" clId="{0F6830A5-18AB-4F1B-8BBB-DA235794CEC1}" dt="2025-12-18T16:22:34.016" v="905"/>
          <ac:inkMkLst>
            <pc:docMk/>
            <pc:sldMk cId="500398256" sldId="268"/>
            <ac:inkMk id="389" creationId="{2A2F2F44-3593-B7AE-8CC0-CCC4A7C85B02}"/>
          </ac:inkMkLst>
        </pc:inkChg>
        <pc:inkChg chg="add mod">
          <ac:chgData name="Rodica Ioana Lung" userId="64ee56e8d7162e1e" providerId="LiveId" clId="{0F6830A5-18AB-4F1B-8BBB-DA235794CEC1}" dt="2025-12-18T16:22:37.345" v="909"/>
          <ac:inkMkLst>
            <pc:docMk/>
            <pc:sldMk cId="500398256" sldId="268"/>
            <ac:inkMk id="390" creationId="{82DC0A2A-BCE6-D8ED-E4B0-E92237300B48}"/>
          </ac:inkMkLst>
        </pc:inkChg>
        <pc:inkChg chg="add mod">
          <ac:chgData name="Rodica Ioana Lung" userId="64ee56e8d7162e1e" providerId="LiveId" clId="{0F6830A5-18AB-4F1B-8BBB-DA235794CEC1}" dt="2025-12-18T16:22:34.016" v="905"/>
          <ac:inkMkLst>
            <pc:docMk/>
            <pc:sldMk cId="500398256" sldId="268"/>
            <ac:inkMk id="391" creationId="{4E49A479-AE55-FF19-A36D-6F649E42C371}"/>
          </ac:inkMkLst>
        </pc:inkChg>
        <pc:inkChg chg="add mod">
          <ac:chgData name="Rodica Ioana Lung" userId="64ee56e8d7162e1e" providerId="LiveId" clId="{0F6830A5-18AB-4F1B-8BBB-DA235794CEC1}" dt="2025-12-18T16:22:37.345" v="909"/>
          <ac:inkMkLst>
            <pc:docMk/>
            <pc:sldMk cId="500398256" sldId="268"/>
            <ac:inkMk id="392" creationId="{CFB4E066-ADBD-D29A-480C-807B708DA2C7}"/>
          </ac:inkMkLst>
        </pc:inkChg>
        <pc:inkChg chg="add mod">
          <ac:chgData name="Rodica Ioana Lung" userId="64ee56e8d7162e1e" providerId="LiveId" clId="{0F6830A5-18AB-4F1B-8BBB-DA235794CEC1}" dt="2025-12-18T16:22:34.016" v="905"/>
          <ac:inkMkLst>
            <pc:docMk/>
            <pc:sldMk cId="500398256" sldId="268"/>
            <ac:inkMk id="393" creationId="{CD6280AA-DDE8-F900-2C05-16948B7AD252}"/>
          </ac:inkMkLst>
        </pc:inkChg>
        <pc:inkChg chg="add">
          <ac:chgData name="Rodica Ioana Lung" userId="64ee56e8d7162e1e" providerId="LiveId" clId="{0F6830A5-18AB-4F1B-8BBB-DA235794CEC1}" dt="2025-12-18T16:22:31.798" v="900" actId="9405"/>
          <ac:inkMkLst>
            <pc:docMk/>
            <pc:sldMk cId="500398256" sldId="268"/>
            <ac:inkMk id="394" creationId="{ADE57BC1-8427-F431-4D5B-2DA7E43B6DBA}"/>
          </ac:inkMkLst>
        </pc:inkChg>
        <pc:inkChg chg="add mod">
          <ac:chgData name="Rodica Ioana Lung" userId="64ee56e8d7162e1e" providerId="LiveId" clId="{0F6830A5-18AB-4F1B-8BBB-DA235794CEC1}" dt="2025-12-18T16:22:34.016" v="905"/>
          <ac:inkMkLst>
            <pc:docMk/>
            <pc:sldMk cId="500398256" sldId="268"/>
            <ac:inkMk id="395" creationId="{67F4937F-6060-75F2-BA91-6DB49EA9D88A}"/>
          </ac:inkMkLst>
        </pc:inkChg>
        <pc:inkChg chg="add mod">
          <ac:chgData name="Rodica Ioana Lung" userId="64ee56e8d7162e1e" providerId="LiveId" clId="{0F6830A5-18AB-4F1B-8BBB-DA235794CEC1}" dt="2025-12-18T16:22:37.345" v="909"/>
          <ac:inkMkLst>
            <pc:docMk/>
            <pc:sldMk cId="500398256" sldId="268"/>
            <ac:inkMk id="396" creationId="{89453FD8-02F1-11BD-1744-4B56FB7F7359}"/>
          </ac:inkMkLst>
        </pc:inkChg>
        <pc:inkChg chg="add mod">
          <ac:chgData name="Rodica Ioana Lung" userId="64ee56e8d7162e1e" providerId="LiveId" clId="{0F6830A5-18AB-4F1B-8BBB-DA235794CEC1}" dt="2025-12-18T16:22:37.345" v="909"/>
          <ac:inkMkLst>
            <pc:docMk/>
            <pc:sldMk cId="500398256" sldId="268"/>
            <ac:inkMk id="397" creationId="{78C11A20-3DE0-350D-2D2A-A71B0FEBE5D5}"/>
          </ac:inkMkLst>
        </pc:inkChg>
        <pc:inkChg chg="add mod">
          <ac:chgData name="Rodica Ioana Lung" userId="64ee56e8d7162e1e" providerId="LiveId" clId="{0F6830A5-18AB-4F1B-8BBB-DA235794CEC1}" dt="2025-12-18T16:22:34.016" v="905"/>
          <ac:inkMkLst>
            <pc:docMk/>
            <pc:sldMk cId="500398256" sldId="268"/>
            <ac:inkMk id="398" creationId="{8B24D409-E972-4B28-76F3-9029A6D477F7}"/>
          </ac:inkMkLst>
        </pc:inkChg>
        <pc:inkChg chg="add">
          <ac:chgData name="Rodica Ioana Lung" userId="64ee56e8d7162e1e" providerId="LiveId" clId="{0F6830A5-18AB-4F1B-8BBB-DA235794CEC1}" dt="2025-12-18T16:22:35.337" v="906" actId="9405"/>
          <ac:inkMkLst>
            <pc:docMk/>
            <pc:sldMk cId="500398256" sldId="268"/>
            <ac:inkMk id="400" creationId="{3D007224-1EEC-87F4-3C8C-4B5249D9B54C}"/>
          </ac:inkMkLst>
        </pc:inkChg>
        <pc:inkChg chg="add mod">
          <ac:chgData name="Rodica Ioana Lung" userId="64ee56e8d7162e1e" providerId="LiveId" clId="{0F6830A5-18AB-4F1B-8BBB-DA235794CEC1}" dt="2025-12-18T16:22:37.345" v="909"/>
          <ac:inkMkLst>
            <pc:docMk/>
            <pc:sldMk cId="500398256" sldId="268"/>
            <ac:inkMk id="401" creationId="{7C6DDC09-9AD2-71E1-B508-B016B7749320}"/>
          </ac:inkMkLst>
        </pc:inkChg>
        <pc:inkChg chg="add">
          <ac:chgData name="Rodica Ioana Lung" userId="64ee56e8d7162e1e" providerId="LiveId" clId="{0F6830A5-18AB-4F1B-8BBB-DA235794CEC1}" dt="2025-12-18T16:22:36.681" v="908" actId="9405"/>
          <ac:inkMkLst>
            <pc:docMk/>
            <pc:sldMk cId="500398256" sldId="268"/>
            <ac:inkMk id="402" creationId="{E453A7B5-016F-7C7B-420D-2CC8EB01A458}"/>
          </ac:inkMkLst>
        </pc:inkChg>
        <pc:inkChg chg="add mod">
          <ac:chgData name="Rodica Ioana Lung" userId="64ee56e8d7162e1e" providerId="LiveId" clId="{0F6830A5-18AB-4F1B-8BBB-DA235794CEC1}" dt="2025-12-18T16:22:39.500" v="913"/>
          <ac:inkMkLst>
            <pc:docMk/>
            <pc:sldMk cId="500398256" sldId="268"/>
            <ac:inkMk id="404" creationId="{ABAA2CB8-B510-7BAB-7F83-CB8CF6A28EE7}"/>
          </ac:inkMkLst>
        </pc:inkChg>
        <pc:inkChg chg="add mod">
          <ac:chgData name="Rodica Ioana Lung" userId="64ee56e8d7162e1e" providerId="LiveId" clId="{0F6830A5-18AB-4F1B-8BBB-DA235794CEC1}" dt="2025-12-18T16:22:39.500" v="913"/>
          <ac:inkMkLst>
            <pc:docMk/>
            <pc:sldMk cId="500398256" sldId="268"/>
            <ac:inkMk id="405" creationId="{40385B53-13F3-C69E-90A5-A5E63E707847}"/>
          </ac:inkMkLst>
        </pc:inkChg>
        <pc:inkChg chg="add mod">
          <ac:chgData name="Rodica Ioana Lung" userId="64ee56e8d7162e1e" providerId="LiveId" clId="{0F6830A5-18AB-4F1B-8BBB-DA235794CEC1}" dt="2025-12-18T16:22:39.500" v="913"/>
          <ac:inkMkLst>
            <pc:docMk/>
            <pc:sldMk cId="500398256" sldId="268"/>
            <ac:inkMk id="406" creationId="{D82C97E8-D49F-AD9D-5927-550E69E0F4E1}"/>
          </ac:inkMkLst>
        </pc:inkChg>
        <pc:inkChg chg="add mod">
          <ac:chgData name="Rodica Ioana Lung" userId="64ee56e8d7162e1e" providerId="LiveId" clId="{0F6830A5-18AB-4F1B-8BBB-DA235794CEC1}" dt="2025-12-18T16:22:53.548" v="925"/>
          <ac:inkMkLst>
            <pc:docMk/>
            <pc:sldMk cId="500398256" sldId="268"/>
            <ac:inkMk id="408" creationId="{577BBB64-ABFD-67A1-69E0-D0B262CC0E52}"/>
          </ac:inkMkLst>
        </pc:inkChg>
        <pc:inkChg chg="add mod">
          <ac:chgData name="Rodica Ioana Lung" userId="64ee56e8d7162e1e" providerId="LiveId" clId="{0F6830A5-18AB-4F1B-8BBB-DA235794CEC1}" dt="2025-12-18T16:22:48.648" v="923"/>
          <ac:inkMkLst>
            <pc:docMk/>
            <pc:sldMk cId="500398256" sldId="268"/>
            <ac:inkMk id="410" creationId="{9527193D-9F61-140A-4981-0EAFAB039C9A}"/>
          </ac:inkMkLst>
        </pc:inkChg>
        <pc:inkChg chg="add mod">
          <ac:chgData name="Rodica Ioana Lung" userId="64ee56e8d7162e1e" providerId="LiveId" clId="{0F6830A5-18AB-4F1B-8BBB-DA235794CEC1}" dt="2025-12-18T16:22:48.648" v="923"/>
          <ac:inkMkLst>
            <pc:docMk/>
            <pc:sldMk cId="500398256" sldId="268"/>
            <ac:inkMk id="411" creationId="{14183277-6FB4-62C4-C175-4FD982BACB10}"/>
          </ac:inkMkLst>
        </pc:inkChg>
        <pc:inkChg chg="add mod">
          <ac:chgData name="Rodica Ioana Lung" userId="64ee56e8d7162e1e" providerId="LiveId" clId="{0F6830A5-18AB-4F1B-8BBB-DA235794CEC1}" dt="2025-12-18T16:22:48.648" v="923"/>
          <ac:inkMkLst>
            <pc:docMk/>
            <pc:sldMk cId="500398256" sldId="268"/>
            <ac:inkMk id="412" creationId="{76B64F2B-B100-F8A4-9D12-D9446D9BFB73}"/>
          </ac:inkMkLst>
        </pc:inkChg>
        <pc:inkChg chg="add">
          <ac:chgData name="Rodica Ioana Lung" userId="64ee56e8d7162e1e" providerId="LiveId" clId="{0F6830A5-18AB-4F1B-8BBB-DA235794CEC1}" dt="2025-12-18T16:22:46.421" v="919" actId="9405"/>
          <ac:inkMkLst>
            <pc:docMk/>
            <pc:sldMk cId="500398256" sldId="268"/>
            <ac:inkMk id="413" creationId="{38A53EE2-69FC-35E3-D394-FD35294B0A3B}"/>
          </ac:inkMkLst>
        </pc:inkChg>
        <pc:inkChg chg="add mod">
          <ac:chgData name="Rodica Ioana Lung" userId="64ee56e8d7162e1e" providerId="LiveId" clId="{0F6830A5-18AB-4F1B-8BBB-DA235794CEC1}" dt="2025-12-18T16:22:48.648" v="923"/>
          <ac:inkMkLst>
            <pc:docMk/>
            <pc:sldMk cId="500398256" sldId="268"/>
            <ac:inkMk id="414" creationId="{3C0A634B-E459-92D5-4420-34DADF5080EF}"/>
          </ac:inkMkLst>
        </pc:inkChg>
        <pc:inkChg chg="add mod">
          <ac:chgData name="Rodica Ioana Lung" userId="64ee56e8d7162e1e" providerId="LiveId" clId="{0F6830A5-18AB-4F1B-8BBB-DA235794CEC1}" dt="2025-12-18T16:22:48.648" v="923"/>
          <ac:inkMkLst>
            <pc:docMk/>
            <pc:sldMk cId="500398256" sldId="268"/>
            <ac:inkMk id="415" creationId="{C855B213-7A36-F283-61D2-61F7DD524C09}"/>
          </ac:inkMkLst>
        </pc:inkChg>
        <pc:inkChg chg="add mod">
          <ac:chgData name="Rodica Ioana Lung" userId="64ee56e8d7162e1e" providerId="LiveId" clId="{0F6830A5-18AB-4F1B-8BBB-DA235794CEC1}" dt="2025-12-18T16:22:48.648" v="923"/>
          <ac:inkMkLst>
            <pc:docMk/>
            <pc:sldMk cId="500398256" sldId="268"/>
            <ac:inkMk id="416" creationId="{D80601AD-3FB7-BF98-AB21-CB8B2DD5ED50}"/>
          </ac:inkMkLst>
        </pc:inkChg>
        <pc:inkChg chg="add">
          <ac:chgData name="Rodica Ioana Lung" userId="64ee56e8d7162e1e" providerId="LiveId" clId="{0F6830A5-18AB-4F1B-8BBB-DA235794CEC1}" dt="2025-12-18T16:22:52.595" v="924" actId="9405"/>
          <ac:inkMkLst>
            <pc:docMk/>
            <pc:sldMk cId="500398256" sldId="268"/>
            <ac:inkMk id="419" creationId="{73E3E802-E6F0-C26B-4AEC-55D2A04B1F46}"/>
          </ac:inkMkLst>
        </pc:inkChg>
        <pc:inkChg chg="add mod">
          <ac:chgData name="Rodica Ioana Lung" userId="64ee56e8d7162e1e" providerId="LiveId" clId="{0F6830A5-18AB-4F1B-8BBB-DA235794CEC1}" dt="2025-12-18T16:23:05.982" v="934"/>
          <ac:inkMkLst>
            <pc:docMk/>
            <pc:sldMk cId="500398256" sldId="268"/>
            <ac:inkMk id="421" creationId="{BBEB4B28-9EBF-E9A0-A397-BA0340C8E70E}"/>
          </ac:inkMkLst>
        </pc:inkChg>
        <pc:inkChg chg="add mod">
          <ac:chgData name="Rodica Ioana Lung" userId="64ee56e8d7162e1e" providerId="LiveId" clId="{0F6830A5-18AB-4F1B-8BBB-DA235794CEC1}" dt="2025-12-18T16:23:05.982" v="934"/>
          <ac:inkMkLst>
            <pc:docMk/>
            <pc:sldMk cId="500398256" sldId="268"/>
            <ac:inkMk id="422" creationId="{8BC4EE8B-E3DF-D3B2-049B-A76356F41026}"/>
          </ac:inkMkLst>
        </pc:inkChg>
        <pc:inkChg chg="add mod">
          <ac:chgData name="Rodica Ioana Lung" userId="64ee56e8d7162e1e" providerId="LiveId" clId="{0F6830A5-18AB-4F1B-8BBB-DA235794CEC1}" dt="2025-12-18T16:23:05.982" v="934"/>
          <ac:inkMkLst>
            <pc:docMk/>
            <pc:sldMk cId="500398256" sldId="268"/>
            <ac:inkMk id="423" creationId="{1ED3DBD2-420E-6D2E-05D8-573FDCB5FD68}"/>
          </ac:inkMkLst>
        </pc:inkChg>
        <pc:inkChg chg="add mod">
          <ac:chgData name="Rodica Ioana Lung" userId="64ee56e8d7162e1e" providerId="LiveId" clId="{0F6830A5-18AB-4F1B-8BBB-DA235794CEC1}" dt="2025-12-18T16:23:05.982" v="934"/>
          <ac:inkMkLst>
            <pc:docMk/>
            <pc:sldMk cId="500398256" sldId="268"/>
            <ac:inkMk id="424" creationId="{EF438551-5444-6FFF-3677-D30214466616}"/>
          </ac:inkMkLst>
        </pc:inkChg>
        <pc:inkChg chg="add mod">
          <ac:chgData name="Rodica Ioana Lung" userId="64ee56e8d7162e1e" providerId="LiveId" clId="{0F6830A5-18AB-4F1B-8BBB-DA235794CEC1}" dt="2025-12-18T16:23:05.982" v="934"/>
          <ac:inkMkLst>
            <pc:docMk/>
            <pc:sldMk cId="500398256" sldId="268"/>
            <ac:inkMk id="425" creationId="{05091F3B-D898-7480-8209-3885F7F0E72F}"/>
          </ac:inkMkLst>
        </pc:inkChg>
        <pc:inkChg chg="add mod">
          <ac:chgData name="Rodica Ioana Lung" userId="64ee56e8d7162e1e" providerId="LiveId" clId="{0F6830A5-18AB-4F1B-8BBB-DA235794CEC1}" dt="2025-12-18T16:23:05.982" v="934"/>
          <ac:inkMkLst>
            <pc:docMk/>
            <pc:sldMk cId="500398256" sldId="268"/>
            <ac:inkMk id="426" creationId="{624155E5-D289-AA07-5181-5A259F861AE5}"/>
          </ac:inkMkLst>
        </pc:inkChg>
        <pc:inkChg chg="add mod">
          <ac:chgData name="Rodica Ioana Lung" userId="64ee56e8d7162e1e" providerId="LiveId" clId="{0F6830A5-18AB-4F1B-8BBB-DA235794CEC1}" dt="2025-12-18T16:23:05.982" v="934"/>
          <ac:inkMkLst>
            <pc:docMk/>
            <pc:sldMk cId="500398256" sldId="268"/>
            <ac:inkMk id="427" creationId="{0B3248C7-2021-6EBE-7748-64BD9A5F4FD2}"/>
          </ac:inkMkLst>
        </pc:inkChg>
        <pc:inkChg chg="add mod">
          <ac:chgData name="Rodica Ioana Lung" userId="64ee56e8d7162e1e" providerId="LiveId" clId="{0F6830A5-18AB-4F1B-8BBB-DA235794CEC1}" dt="2025-12-18T16:23:05.982" v="934"/>
          <ac:inkMkLst>
            <pc:docMk/>
            <pc:sldMk cId="500398256" sldId="268"/>
            <ac:inkMk id="428" creationId="{EBA403AC-8773-3025-1750-568BE5BA7636}"/>
          </ac:inkMkLst>
        </pc:inkChg>
        <pc:inkChg chg="add del mod">
          <ac:chgData name="Rodica Ioana Lung" userId="64ee56e8d7162e1e" providerId="LiveId" clId="{0F6830A5-18AB-4F1B-8BBB-DA235794CEC1}" dt="2025-12-18T16:23:11.494" v="939"/>
          <ac:inkMkLst>
            <pc:docMk/>
            <pc:sldMk cId="500398256" sldId="268"/>
            <ac:inkMk id="430" creationId="{751D1FF1-81CC-4C77-DE38-3500DB2150CB}"/>
          </ac:inkMkLst>
        </pc:inkChg>
        <pc:inkChg chg="add del mod">
          <ac:chgData name="Rodica Ioana Lung" userId="64ee56e8d7162e1e" providerId="LiveId" clId="{0F6830A5-18AB-4F1B-8BBB-DA235794CEC1}" dt="2025-12-18T16:23:11.497" v="940"/>
          <ac:inkMkLst>
            <pc:docMk/>
            <pc:sldMk cId="500398256" sldId="268"/>
            <ac:inkMk id="431" creationId="{B1340898-2797-A90A-1E00-0CFDAB978290}"/>
          </ac:inkMkLst>
        </pc:inkChg>
        <pc:inkChg chg="add mod">
          <ac:chgData name="Rodica Ioana Lung" userId="64ee56e8d7162e1e" providerId="LiveId" clId="{0F6830A5-18AB-4F1B-8BBB-DA235794CEC1}" dt="2025-12-18T16:23:11.497" v="940"/>
          <ac:inkMkLst>
            <pc:docMk/>
            <pc:sldMk cId="500398256" sldId="268"/>
            <ac:inkMk id="432" creationId="{12A00AC9-0ACE-FAA7-C6DE-BA337D49B137}"/>
          </ac:inkMkLst>
        </pc:inkChg>
        <pc:inkChg chg="add mod">
          <ac:chgData name="Rodica Ioana Lung" userId="64ee56e8d7162e1e" providerId="LiveId" clId="{0F6830A5-18AB-4F1B-8BBB-DA235794CEC1}" dt="2025-12-18T16:23:17.774" v="947"/>
          <ac:inkMkLst>
            <pc:docMk/>
            <pc:sldMk cId="500398256" sldId="268"/>
            <ac:inkMk id="434" creationId="{292371F4-ECAC-9831-1E72-A465333A1A83}"/>
          </ac:inkMkLst>
        </pc:inkChg>
        <pc:inkChg chg="add mod">
          <ac:chgData name="Rodica Ioana Lung" userId="64ee56e8d7162e1e" providerId="LiveId" clId="{0F6830A5-18AB-4F1B-8BBB-DA235794CEC1}" dt="2025-12-18T16:23:17.774" v="947"/>
          <ac:inkMkLst>
            <pc:docMk/>
            <pc:sldMk cId="500398256" sldId="268"/>
            <ac:inkMk id="435" creationId="{E5D1D6C8-E93B-1EBA-D4E8-F77CE7BBB0E8}"/>
          </ac:inkMkLst>
        </pc:inkChg>
        <pc:inkChg chg="add mod">
          <ac:chgData name="Rodica Ioana Lung" userId="64ee56e8d7162e1e" providerId="LiveId" clId="{0F6830A5-18AB-4F1B-8BBB-DA235794CEC1}" dt="2025-12-18T16:23:17.774" v="947"/>
          <ac:inkMkLst>
            <pc:docMk/>
            <pc:sldMk cId="500398256" sldId="268"/>
            <ac:inkMk id="436" creationId="{D6F31F79-78FD-DBEF-784F-EC4C39CEE310}"/>
          </ac:inkMkLst>
        </pc:inkChg>
        <pc:inkChg chg="add mod">
          <ac:chgData name="Rodica Ioana Lung" userId="64ee56e8d7162e1e" providerId="LiveId" clId="{0F6830A5-18AB-4F1B-8BBB-DA235794CEC1}" dt="2025-12-18T16:23:17.774" v="947"/>
          <ac:inkMkLst>
            <pc:docMk/>
            <pc:sldMk cId="500398256" sldId="268"/>
            <ac:inkMk id="437" creationId="{2CB92947-7A8D-6761-B1BD-C128EC0CAC5D}"/>
          </ac:inkMkLst>
        </pc:inkChg>
        <pc:inkChg chg="add mod">
          <ac:chgData name="Rodica Ioana Lung" userId="64ee56e8d7162e1e" providerId="LiveId" clId="{0F6830A5-18AB-4F1B-8BBB-DA235794CEC1}" dt="2025-12-18T16:23:17.774" v="947"/>
          <ac:inkMkLst>
            <pc:docMk/>
            <pc:sldMk cId="500398256" sldId="268"/>
            <ac:inkMk id="438" creationId="{261A7856-0D15-3D34-89E1-30B170739FF5}"/>
          </ac:inkMkLst>
        </pc:inkChg>
        <pc:inkChg chg="add mod">
          <ac:chgData name="Rodica Ioana Lung" userId="64ee56e8d7162e1e" providerId="LiveId" clId="{0F6830A5-18AB-4F1B-8BBB-DA235794CEC1}" dt="2025-12-18T16:23:17.774" v="947"/>
          <ac:inkMkLst>
            <pc:docMk/>
            <pc:sldMk cId="500398256" sldId="268"/>
            <ac:inkMk id="439" creationId="{B1D32915-DB73-61D3-AAAB-BE3F4AD9A203}"/>
          </ac:inkMkLst>
        </pc:inkChg>
        <pc:inkChg chg="add">
          <ac:chgData name="Rodica Ioana Lung" userId="64ee56e8d7162e1e" providerId="LiveId" clId="{0F6830A5-18AB-4F1B-8BBB-DA235794CEC1}" dt="2025-12-18T16:23:21.792" v="948" actId="9405"/>
          <ac:inkMkLst>
            <pc:docMk/>
            <pc:sldMk cId="500398256" sldId="268"/>
            <ac:inkMk id="441" creationId="{C0AA7925-8A19-101B-4812-60DAAB27081D}"/>
          </ac:inkMkLst>
        </pc:inkChg>
        <pc:inkChg chg="add mod">
          <ac:chgData name="Rodica Ioana Lung" userId="64ee56e8d7162e1e" providerId="LiveId" clId="{0F6830A5-18AB-4F1B-8BBB-DA235794CEC1}" dt="2025-12-18T16:23:42.803" v="964"/>
          <ac:inkMkLst>
            <pc:docMk/>
            <pc:sldMk cId="500398256" sldId="268"/>
            <ac:inkMk id="442" creationId="{30C1C212-E724-E592-2DA9-D14C02AE62B4}"/>
          </ac:inkMkLst>
        </pc:inkChg>
        <pc:inkChg chg="add mod">
          <ac:chgData name="Rodica Ioana Lung" userId="64ee56e8d7162e1e" providerId="LiveId" clId="{0F6830A5-18AB-4F1B-8BBB-DA235794CEC1}" dt="2025-12-18T16:23:38.984" v="960"/>
          <ac:inkMkLst>
            <pc:docMk/>
            <pc:sldMk cId="500398256" sldId="268"/>
            <ac:inkMk id="443" creationId="{91F8A3B3-7C88-C675-028C-B27EFE2E9DA1}"/>
          </ac:inkMkLst>
        </pc:inkChg>
        <pc:inkChg chg="add mod">
          <ac:chgData name="Rodica Ioana Lung" userId="64ee56e8d7162e1e" providerId="LiveId" clId="{0F6830A5-18AB-4F1B-8BBB-DA235794CEC1}" dt="2025-12-18T16:23:38.984" v="960"/>
          <ac:inkMkLst>
            <pc:docMk/>
            <pc:sldMk cId="500398256" sldId="268"/>
            <ac:inkMk id="444" creationId="{71C2CA4B-1D23-96CE-E5FF-929423681161}"/>
          </ac:inkMkLst>
        </pc:inkChg>
        <pc:inkChg chg="add mod">
          <ac:chgData name="Rodica Ioana Lung" userId="64ee56e8d7162e1e" providerId="LiveId" clId="{0F6830A5-18AB-4F1B-8BBB-DA235794CEC1}" dt="2025-12-18T16:23:47.134" v="970"/>
          <ac:inkMkLst>
            <pc:docMk/>
            <pc:sldMk cId="500398256" sldId="268"/>
            <ac:inkMk id="445" creationId="{056682BE-9C82-0E66-3891-3BD3C6FC932C}"/>
          </ac:inkMkLst>
        </pc:inkChg>
        <pc:inkChg chg="add">
          <ac:chgData name="Rodica Ioana Lung" userId="64ee56e8d7162e1e" providerId="LiveId" clId="{0F6830A5-18AB-4F1B-8BBB-DA235794CEC1}" dt="2025-12-18T16:23:35.509" v="953" actId="9405"/>
          <ac:inkMkLst>
            <pc:docMk/>
            <pc:sldMk cId="500398256" sldId="268"/>
            <ac:inkMk id="446" creationId="{415A9CB3-18ED-0D53-D036-03A6445E386B}"/>
          </ac:inkMkLst>
        </pc:inkChg>
        <pc:inkChg chg="add mod">
          <ac:chgData name="Rodica Ioana Lung" userId="64ee56e8d7162e1e" providerId="LiveId" clId="{0F6830A5-18AB-4F1B-8BBB-DA235794CEC1}" dt="2025-12-18T16:23:42.803" v="964"/>
          <ac:inkMkLst>
            <pc:docMk/>
            <pc:sldMk cId="500398256" sldId="268"/>
            <ac:inkMk id="447" creationId="{B36770B3-2185-F927-AB9B-2645FCD59C0A}"/>
          </ac:inkMkLst>
        </pc:inkChg>
        <pc:inkChg chg="add mod">
          <ac:chgData name="Rodica Ioana Lung" userId="64ee56e8d7162e1e" providerId="LiveId" clId="{0F6830A5-18AB-4F1B-8BBB-DA235794CEC1}" dt="2025-12-18T16:23:47.134" v="970"/>
          <ac:inkMkLst>
            <pc:docMk/>
            <pc:sldMk cId="500398256" sldId="268"/>
            <ac:inkMk id="448" creationId="{08008D68-B1D0-BA48-67BB-B163497A2431}"/>
          </ac:inkMkLst>
        </pc:inkChg>
        <pc:inkChg chg="add mod">
          <ac:chgData name="Rodica Ioana Lung" userId="64ee56e8d7162e1e" providerId="LiveId" clId="{0F6830A5-18AB-4F1B-8BBB-DA235794CEC1}" dt="2025-12-18T16:23:47.134" v="970"/>
          <ac:inkMkLst>
            <pc:docMk/>
            <pc:sldMk cId="500398256" sldId="268"/>
            <ac:inkMk id="449" creationId="{4F34FD69-0177-9CA9-AE47-1CB199552D89}"/>
          </ac:inkMkLst>
        </pc:inkChg>
        <pc:inkChg chg="add mod">
          <ac:chgData name="Rodica Ioana Lung" userId="64ee56e8d7162e1e" providerId="LiveId" clId="{0F6830A5-18AB-4F1B-8BBB-DA235794CEC1}" dt="2025-12-18T16:23:47.134" v="970"/>
          <ac:inkMkLst>
            <pc:docMk/>
            <pc:sldMk cId="500398256" sldId="268"/>
            <ac:inkMk id="450" creationId="{8C64FF66-067A-D3D8-2290-2578B4FF4A14}"/>
          </ac:inkMkLst>
        </pc:inkChg>
        <pc:inkChg chg="add mod">
          <ac:chgData name="Rodica Ioana Lung" userId="64ee56e8d7162e1e" providerId="LiveId" clId="{0F6830A5-18AB-4F1B-8BBB-DA235794CEC1}" dt="2025-12-18T16:23:47.134" v="970"/>
          <ac:inkMkLst>
            <pc:docMk/>
            <pc:sldMk cId="500398256" sldId="268"/>
            <ac:inkMk id="451" creationId="{42279DFB-3398-7977-40AB-485449BF83A8}"/>
          </ac:inkMkLst>
        </pc:inkChg>
        <pc:inkChg chg="add mod">
          <ac:chgData name="Rodica Ioana Lung" userId="64ee56e8d7162e1e" providerId="LiveId" clId="{0F6830A5-18AB-4F1B-8BBB-DA235794CEC1}" dt="2025-12-18T16:23:38.984" v="960"/>
          <ac:inkMkLst>
            <pc:docMk/>
            <pc:sldMk cId="500398256" sldId="268"/>
            <ac:inkMk id="452" creationId="{4BA97CA2-9CEB-6E7F-5260-D001ED0003A5}"/>
          </ac:inkMkLst>
        </pc:inkChg>
        <pc:inkChg chg="add mod">
          <ac:chgData name="Rodica Ioana Lung" userId="64ee56e8d7162e1e" providerId="LiveId" clId="{0F6830A5-18AB-4F1B-8BBB-DA235794CEC1}" dt="2025-12-18T16:23:47.134" v="970"/>
          <ac:inkMkLst>
            <pc:docMk/>
            <pc:sldMk cId="500398256" sldId="268"/>
            <ac:inkMk id="454" creationId="{970C3C31-8710-19CA-C636-8D5C119759E3}"/>
          </ac:inkMkLst>
        </pc:inkChg>
        <pc:inkChg chg="add">
          <ac:chgData name="Rodica Ioana Lung" userId="64ee56e8d7162e1e" providerId="LiveId" clId="{0F6830A5-18AB-4F1B-8BBB-DA235794CEC1}" dt="2025-12-18T16:23:41.482" v="962" actId="9405"/>
          <ac:inkMkLst>
            <pc:docMk/>
            <pc:sldMk cId="500398256" sldId="268"/>
            <ac:inkMk id="455" creationId="{259A3A66-EA00-809F-8630-97DD4E7A56B0}"/>
          </ac:inkMkLst>
        </pc:inkChg>
        <pc:inkChg chg="add mod">
          <ac:chgData name="Rodica Ioana Lung" userId="64ee56e8d7162e1e" providerId="LiveId" clId="{0F6830A5-18AB-4F1B-8BBB-DA235794CEC1}" dt="2025-12-18T16:23:47.134" v="970"/>
          <ac:inkMkLst>
            <pc:docMk/>
            <pc:sldMk cId="500398256" sldId="268"/>
            <ac:inkMk id="456" creationId="{AFB59721-F753-4ECE-7D29-E0F1FEFA76BB}"/>
          </ac:inkMkLst>
        </pc:inkChg>
        <pc:inkChg chg="add">
          <ac:chgData name="Rodica Ioana Lung" userId="64ee56e8d7162e1e" providerId="LiveId" clId="{0F6830A5-18AB-4F1B-8BBB-DA235794CEC1}" dt="2025-12-18T16:23:43.667" v="965" actId="9405"/>
          <ac:inkMkLst>
            <pc:docMk/>
            <pc:sldMk cId="500398256" sldId="268"/>
            <ac:inkMk id="459" creationId="{522043D6-5CB0-1803-8854-E88026A9ACFC}"/>
          </ac:inkMkLst>
        </pc:inkChg>
        <pc:inkChg chg="add">
          <ac:chgData name="Rodica Ioana Lung" userId="64ee56e8d7162e1e" providerId="LiveId" clId="{0F6830A5-18AB-4F1B-8BBB-DA235794CEC1}" dt="2025-12-18T16:23:45.647" v="966" actId="9405"/>
          <ac:inkMkLst>
            <pc:docMk/>
            <pc:sldMk cId="500398256" sldId="268"/>
            <ac:inkMk id="460" creationId="{58F2509C-49A7-6D3C-2F3A-01C050AACBF0}"/>
          </ac:inkMkLst>
        </pc:inkChg>
        <pc:inkChg chg="add">
          <ac:chgData name="Rodica Ioana Lung" userId="64ee56e8d7162e1e" providerId="LiveId" clId="{0F6830A5-18AB-4F1B-8BBB-DA235794CEC1}" dt="2025-12-18T16:23:45.955" v="967" actId="9405"/>
          <ac:inkMkLst>
            <pc:docMk/>
            <pc:sldMk cId="500398256" sldId="268"/>
            <ac:inkMk id="461" creationId="{E8C53D35-C3BD-53E9-B1F9-DD2D9DBE3840}"/>
          </ac:inkMkLst>
        </pc:inkChg>
        <pc:inkChg chg="add">
          <ac:chgData name="Rodica Ioana Lung" userId="64ee56e8d7162e1e" providerId="LiveId" clId="{0F6830A5-18AB-4F1B-8BBB-DA235794CEC1}" dt="2025-12-18T16:23:46.203" v="968" actId="9405"/>
          <ac:inkMkLst>
            <pc:docMk/>
            <pc:sldMk cId="500398256" sldId="268"/>
            <ac:inkMk id="462" creationId="{A4300AC1-CA5C-DE7B-C7F1-FD54B939F842}"/>
          </ac:inkMkLst>
        </pc:inkChg>
        <pc:inkChg chg="add mod">
          <ac:chgData name="Rodica Ioana Lung" userId="64ee56e8d7162e1e" providerId="LiveId" clId="{0F6830A5-18AB-4F1B-8BBB-DA235794CEC1}" dt="2025-12-18T16:23:47.134" v="970"/>
          <ac:inkMkLst>
            <pc:docMk/>
            <pc:sldMk cId="500398256" sldId="268"/>
            <ac:inkMk id="463" creationId="{64A4BF17-FB1C-E8E6-AF72-CBCAC427C705}"/>
          </ac:inkMkLst>
        </pc:inkChg>
        <pc:inkChg chg="add mod">
          <ac:chgData name="Rodica Ioana Lung" userId="64ee56e8d7162e1e" providerId="LiveId" clId="{0F6830A5-18AB-4F1B-8BBB-DA235794CEC1}" dt="2025-12-18T16:23:52.972" v="978"/>
          <ac:inkMkLst>
            <pc:docMk/>
            <pc:sldMk cId="500398256" sldId="268"/>
            <ac:inkMk id="465" creationId="{76754A44-7027-EBFC-D842-F212D0F0A123}"/>
          </ac:inkMkLst>
        </pc:inkChg>
        <pc:inkChg chg="add mod">
          <ac:chgData name="Rodica Ioana Lung" userId="64ee56e8d7162e1e" providerId="LiveId" clId="{0F6830A5-18AB-4F1B-8BBB-DA235794CEC1}" dt="2025-12-18T16:23:52.972" v="978"/>
          <ac:inkMkLst>
            <pc:docMk/>
            <pc:sldMk cId="500398256" sldId="268"/>
            <ac:inkMk id="466" creationId="{BBBA2616-6BFA-B1BC-3D65-B9A00C7D29B0}"/>
          </ac:inkMkLst>
        </pc:inkChg>
        <pc:inkChg chg="add mod">
          <ac:chgData name="Rodica Ioana Lung" userId="64ee56e8d7162e1e" providerId="LiveId" clId="{0F6830A5-18AB-4F1B-8BBB-DA235794CEC1}" dt="2025-12-18T16:23:52.972" v="978"/>
          <ac:inkMkLst>
            <pc:docMk/>
            <pc:sldMk cId="500398256" sldId="268"/>
            <ac:inkMk id="467" creationId="{058A3483-4E99-C81C-8221-95E8CF2E7A7F}"/>
          </ac:inkMkLst>
        </pc:inkChg>
        <pc:inkChg chg="add mod">
          <ac:chgData name="Rodica Ioana Lung" userId="64ee56e8d7162e1e" providerId="LiveId" clId="{0F6830A5-18AB-4F1B-8BBB-DA235794CEC1}" dt="2025-12-18T16:23:52.972" v="978"/>
          <ac:inkMkLst>
            <pc:docMk/>
            <pc:sldMk cId="500398256" sldId="268"/>
            <ac:inkMk id="468" creationId="{21D4B55C-3B0E-C903-6B56-6A1CDA116C16}"/>
          </ac:inkMkLst>
        </pc:inkChg>
        <pc:inkChg chg="add mod">
          <ac:chgData name="Rodica Ioana Lung" userId="64ee56e8d7162e1e" providerId="LiveId" clId="{0F6830A5-18AB-4F1B-8BBB-DA235794CEC1}" dt="2025-12-18T16:23:52.972" v="978"/>
          <ac:inkMkLst>
            <pc:docMk/>
            <pc:sldMk cId="500398256" sldId="268"/>
            <ac:inkMk id="469" creationId="{FA03849F-6502-195F-863F-A621D992F1D5}"/>
          </ac:inkMkLst>
        </pc:inkChg>
        <pc:inkChg chg="add mod">
          <ac:chgData name="Rodica Ioana Lung" userId="64ee56e8d7162e1e" providerId="LiveId" clId="{0F6830A5-18AB-4F1B-8BBB-DA235794CEC1}" dt="2025-12-18T16:23:52.972" v="978"/>
          <ac:inkMkLst>
            <pc:docMk/>
            <pc:sldMk cId="500398256" sldId="268"/>
            <ac:inkMk id="470" creationId="{2EB38F2B-7228-50E9-29A8-4C2D6C74189B}"/>
          </ac:inkMkLst>
        </pc:inkChg>
        <pc:inkChg chg="add">
          <ac:chgData name="Rodica Ioana Lung" userId="64ee56e8d7162e1e" providerId="LiveId" clId="{0F6830A5-18AB-4F1B-8BBB-DA235794CEC1}" dt="2025-12-18T16:23:52.356" v="977" actId="9405"/>
          <ac:inkMkLst>
            <pc:docMk/>
            <pc:sldMk cId="500398256" sldId="268"/>
            <ac:inkMk id="471" creationId="{54BEF774-FF1E-7033-4605-B6F3CD881631}"/>
          </ac:inkMkLst>
        </pc:inkChg>
        <pc:inkChg chg="add mod">
          <ac:chgData name="Rodica Ioana Lung" userId="64ee56e8d7162e1e" providerId="LiveId" clId="{0F6830A5-18AB-4F1B-8BBB-DA235794CEC1}" dt="2025-12-18T16:24:00.477" v="989"/>
          <ac:inkMkLst>
            <pc:docMk/>
            <pc:sldMk cId="500398256" sldId="268"/>
            <ac:inkMk id="475" creationId="{5FBD72F8-A19B-6A37-6207-62A04B8DFF20}"/>
          </ac:inkMkLst>
        </pc:inkChg>
        <pc:inkChg chg="add mod">
          <ac:chgData name="Rodica Ioana Lung" userId="64ee56e8d7162e1e" providerId="LiveId" clId="{0F6830A5-18AB-4F1B-8BBB-DA235794CEC1}" dt="2025-12-18T16:24:00.477" v="989"/>
          <ac:inkMkLst>
            <pc:docMk/>
            <pc:sldMk cId="500398256" sldId="268"/>
            <ac:inkMk id="476" creationId="{3D5151D4-43C2-8918-A2D8-EF31620968D5}"/>
          </ac:inkMkLst>
        </pc:inkChg>
        <pc:inkChg chg="add">
          <ac:chgData name="Rodica Ioana Lung" userId="64ee56e8d7162e1e" providerId="LiveId" clId="{0F6830A5-18AB-4F1B-8BBB-DA235794CEC1}" dt="2025-12-18T16:23:55.969" v="981" actId="9405"/>
          <ac:inkMkLst>
            <pc:docMk/>
            <pc:sldMk cId="500398256" sldId="268"/>
            <ac:inkMk id="477" creationId="{882FF917-7EB7-150A-C4A3-47BEC065D289}"/>
          </ac:inkMkLst>
        </pc:inkChg>
        <pc:inkChg chg="add mod">
          <ac:chgData name="Rodica Ioana Lung" userId="64ee56e8d7162e1e" providerId="LiveId" clId="{0F6830A5-18AB-4F1B-8BBB-DA235794CEC1}" dt="2025-12-18T16:24:00.477" v="989"/>
          <ac:inkMkLst>
            <pc:docMk/>
            <pc:sldMk cId="500398256" sldId="268"/>
            <ac:inkMk id="478" creationId="{A5935CB6-6FE8-17E2-0AC1-7EFCF9540D6D}"/>
          </ac:inkMkLst>
        </pc:inkChg>
        <pc:inkChg chg="add mod">
          <ac:chgData name="Rodica Ioana Lung" userId="64ee56e8d7162e1e" providerId="LiveId" clId="{0F6830A5-18AB-4F1B-8BBB-DA235794CEC1}" dt="2025-12-18T16:24:00.477" v="989"/>
          <ac:inkMkLst>
            <pc:docMk/>
            <pc:sldMk cId="500398256" sldId="268"/>
            <ac:inkMk id="479" creationId="{85B9A15F-A1EB-78C3-6050-527C65487AE5}"/>
          </ac:inkMkLst>
        </pc:inkChg>
        <pc:inkChg chg="add mod">
          <ac:chgData name="Rodica Ioana Lung" userId="64ee56e8d7162e1e" providerId="LiveId" clId="{0F6830A5-18AB-4F1B-8BBB-DA235794CEC1}" dt="2025-12-18T16:24:00.477" v="989"/>
          <ac:inkMkLst>
            <pc:docMk/>
            <pc:sldMk cId="500398256" sldId="268"/>
            <ac:inkMk id="480" creationId="{B43EE3B7-F3F3-00E1-773F-7808380B48FD}"/>
          </ac:inkMkLst>
        </pc:inkChg>
        <pc:inkChg chg="add mod">
          <ac:chgData name="Rodica Ioana Lung" userId="64ee56e8d7162e1e" providerId="LiveId" clId="{0F6830A5-18AB-4F1B-8BBB-DA235794CEC1}" dt="2025-12-18T16:24:00.477" v="989"/>
          <ac:inkMkLst>
            <pc:docMk/>
            <pc:sldMk cId="500398256" sldId="268"/>
            <ac:inkMk id="481" creationId="{004AFDAF-2719-443F-3D9C-162ECCB7A5F1}"/>
          </ac:inkMkLst>
        </pc:inkChg>
        <pc:inkChg chg="add">
          <ac:chgData name="Rodica Ioana Lung" userId="64ee56e8d7162e1e" providerId="LiveId" clId="{0F6830A5-18AB-4F1B-8BBB-DA235794CEC1}" dt="2025-12-18T16:23:58.722" v="986" actId="9405"/>
          <ac:inkMkLst>
            <pc:docMk/>
            <pc:sldMk cId="500398256" sldId="268"/>
            <ac:inkMk id="482" creationId="{711BEC8F-CE18-B032-844E-365BDD152FC2}"/>
          </ac:inkMkLst>
        </pc:inkChg>
        <pc:inkChg chg="add mod">
          <ac:chgData name="Rodica Ioana Lung" userId="64ee56e8d7162e1e" providerId="LiveId" clId="{0F6830A5-18AB-4F1B-8BBB-DA235794CEC1}" dt="2025-12-18T16:24:00.477" v="989"/>
          <ac:inkMkLst>
            <pc:docMk/>
            <pc:sldMk cId="500398256" sldId="268"/>
            <ac:inkMk id="483" creationId="{BEB3C889-1680-68F2-5B5C-B419094E7149}"/>
          </ac:inkMkLst>
        </pc:inkChg>
        <pc:inkChg chg="add mod">
          <ac:chgData name="Rodica Ioana Lung" userId="64ee56e8d7162e1e" providerId="LiveId" clId="{0F6830A5-18AB-4F1B-8BBB-DA235794CEC1}" dt="2025-12-18T16:24:00.477" v="989"/>
          <ac:inkMkLst>
            <pc:docMk/>
            <pc:sldMk cId="500398256" sldId="268"/>
            <ac:inkMk id="484" creationId="{E64E6ECA-FE91-40C4-E394-B857BFD43D41}"/>
          </ac:inkMkLst>
        </pc:inkChg>
        <pc:inkChg chg="add mod">
          <ac:chgData name="Rodica Ioana Lung" userId="64ee56e8d7162e1e" providerId="LiveId" clId="{0F6830A5-18AB-4F1B-8BBB-DA235794CEC1}" dt="2025-12-18T16:24:08.428" v="999"/>
          <ac:inkMkLst>
            <pc:docMk/>
            <pc:sldMk cId="500398256" sldId="268"/>
            <ac:inkMk id="487" creationId="{01B31857-F952-39E5-1F11-7495501AF986}"/>
          </ac:inkMkLst>
        </pc:inkChg>
        <pc:inkChg chg="add mod">
          <ac:chgData name="Rodica Ioana Lung" userId="64ee56e8d7162e1e" providerId="LiveId" clId="{0F6830A5-18AB-4F1B-8BBB-DA235794CEC1}" dt="2025-12-18T16:24:08.428" v="999"/>
          <ac:inkMkLst>
            <pc:docMk/>
            <pc:sldMk cId="500398256" sldId="268"/>
            <ac:inkMk id="488" creationId="{555FB285-687F-D07D-340F-FC584E938C63}"/>
          </ac:inkMkLst>
        </pc:inkChg>
        <pc:inkChg chg="add mod">
          <ac:chgData name="Rodica Ioana Lung" userId="64ee56e8d7162e1e" providerId="LiveId" clId="{0F6830A5-18AB-4F1B-8BBB-DA235794CEC1}" dt="2025-12-18T16:24:08.428" v="999"/>
          <ac:inkMkLst>
            <pc:docMk/>
            <pc:sldMk cId="500398256" sldId="268"/>
            <ac:inkMk id="489" creationId="{AC9CC61F-E72F-B768-76C8-E8346FB48E02}"/>
          </ac:inkMkLst>
        </pc:inkChg>
        <pc:inkChg chg="add mod">
          <ac:chgData name="Rodica Ioana Lung" userId="64ee56e8d7162e1e" providerId="LiveId" clId="{0F6830A5-18AB-4F1B-8BBB-DA235794CEC1}" dt="2025-12-18T16:24:08.428" v="999"/>
          <ac:inkMkLst>
            <pc:docMk/>
            <pc:sldMk cId="500398256" sldId="268"/>
            <ac:inkMk id="490" creationId="{E39B31B3-C653-D7BC-29CC-2BDDB617467C}"/>
          </ac:inkMkLst>
        </pc:inkChg>
        <pc:inkChg chg="add mod">
          <ac:chgData name="Rodica Ioana Lung" userId="64ee56e8d7162e1e" providerId="LiveId" clId="{0F6830A5-18AB-4F1B-8BBB-DA235794CEC1}" dt="2025-12-18T16:24:08.428" v="999"/>
          <ac:inkMkLst>
            <pc:docMk/>
            <pc:sldMk cId="500398256" sldId="268"/>
            <ac:inkMk id="491" creationId="{F92E0CCF-84E2-F7AB-D438-A92C617620E2}"/>
          </ac:inkMkLst>
        </pc:inkChg>
        <pc:inkChg chg="add mod">
          <ac:chgData name="Rodica Ioana Lung" userId="64ee56e8d7162e1e" providerId="LiveId" clId="{0F6830A5-18AB-4F1B-8BBB-DA235794CEC1}" dt="2025-12-18T16:24:08.428" v="999"/>
          <ac:inkMkLst>
            <pc:docMk/>
            <pc:sldMk cId="500398256" sldId="268"/>
            <ac:inkMk id="492" creationId="{3DEA1AFB-298E-4F53-A0D1-C39542742F0D}"/>
          </ac:inkMkLst>
        </pc:inkChg>
        <pc:inkChg chg="add mod">
          <ac:chgData name="Rodica Ioana Lung" userId="64ee56e8d7162e1e" providerId="LiveId" clId="{0F6830A5-18AB-4F1B-8BBB-DA235794CEC1}" dt="2025-12-18T16:24:08.428" v="999"/>
          <ac:inkMkLst>
            <pc:docMk/>
            <pc:sldMk cId="500398256" sldId="268"/>
            <ac:inkMk id="493" creationId="{428204C2-4136-FC81-FC70-0EB44A3E3830}"/>
          </ac:inkMkLst>
        </pc:inkChg>
        <pc:inkChg chg="add mod">
          <ac:chgData name="Rodica Ioana Lung" userId="64ee56e8d7162e1e" providerId="LiveId" clId="{0F6830A5-18AB-4F1B-8BBB-DA235794CEC1}" dt="2025-12-18T16:24:08.428" v="999"/>
          <ac:inkMkLst>
            <pc:docMk/>
            <pc:sldMk cId="500398256" sldId="268"/>
            <ac:inkMk id="494" creationId="{F8BC7705-9F10-1FB5-CF02-883B9C5D5257}"/>
          </ac:inkMkLst>
        </pc:inkChg>
        <pc:inkChg chg="add">
          <ac:chgData name="Rodica Ioana Lung" userId="64ee56e8d7162e1e" providerId="LiveId" clId="{0F6830A5-18AB-4F1B-8BBB-DA235794CEC1}" dt="2025-12-18T16:24:07.502" v="998" actId="9405"/>
          <ac:inkMkLst>
            <pc:docMk/>
            <pc:sldMk cId="500398256" sldId="268"/>
            <ac:inkMk id="495" creationId="{6A953773-1A89-E8E6-8BAF-27F38C345660}"/>
          </ac:inkMkLst>
        </pc:inkChg>
        <pc:inkChg chg="add mod">
          <ac:chgData name="Rodica Ioana Lung" userId="64ee56e8d7162e1e" providerId="LiveId" clId="{0F6830A5-18AB-4F1B-8BBB-DA235794CEC1}" dt="2025-12-18T16:25:14.701" v="1009"/>
          <ac:inkMkLst>
            <pc:docMk/>
            <pc:sldMk cId="500398256" sldId="268"/>
            <ac:inkMk id="497" creationId="{DFBA0E1C-53BC-9FD9-55AC-B75FAC1C775D}"/>
          </ac:inkMkLst>
        </pc:inkChg>
        <pc:inkChg chg="add mod">
          <ac:chgData name="Rodica Ioana Lung" userId="64ee56e8d7162e1e" providerId="LiveId" clId="{0F6830A5-18AB-4F1B-8BBB-DA235794CEC1}" dt="2025-12-18T16:25:14.701" v="1009"/>
          <ac:inkMkLst>
            <pc:docMk/>
            <pc:sldMk cId="500398256" sldId="268"/>
            <ac:inkMk id="498" creationId="{12E1E877-F9D1-AF4E-A558-29F8DD07FDA9}"/>
          </ac:inkMkLst>
        </pc:inkChg>
        <pc:inkChg chg="add mod">
          <ac:chgData name="Rodica Ioana Lung" userId="64ee56e8d7162e1e" providerId="LiveId" clId="{0F6830A5-18AB-4F1B-8BBB-DA235794CEC1}" dt="2025-12-18T16:25:14.701" v="1009"/>
          <ac:inkMkLst>
            <pc:docMk/>
            <pc:sldMk cId="500398256" sldId="268"/>
            <ac:inkMk id="499" creationId="{D1481850-985C-859C-99A6-A841FEE36419}"/>
          </ac:inkMkLst>
        </pc:inkChg>
        <pc:inkChg chg="add mod">
          <ac:chgData name="Rodica Ioana Lung" userId="64ee56e8d7162e1e" providerId="LiveId" clId="{0F6830A5-18AB-4F1B-8BBB-DA235794CEC1}" dt="2025-12-18T16:25:14.701" v="1009"/>
          <ac:inkMkLst>
            <pc:docMk/>
            <pc:sldMk cId="500398256" sldId="268"/>
            <ac:inkMk id="500" creationId="{9E2FADA8-A316-2884-533D-E39A5BDFD106}"/>
          </ac:inkMkLst>
        </pc:inkChg>
        <pc:inkChg chg="add mod">
          <ac:chgData name="Rodica Ioana Lung" userId="64ee56e8d7162e1e" providerId="LiveId" clId="{0F6830A5-18AB-4F1B-8BBB-DA235794CEC1}" dt="2025-12-18T16:25:14.701" v="1009"/>
          <ac:inkMkLst>
            <pc:docMk/>
            <pc:sldMk cId="500398256" sldId="268"/>
            <ac:inkMk id="501" creationId="{EEC45305-4FC6-F74A-C6F4-022A2E544F44}"/>
          </ac:inkMkLst>
        </pc:inkChg>
        <pc:inkChg chg="add mod">
          <ac:chgData name="Rodica Ioana Lung" userId="64ee56e8d7162e1e" providerId="LiveId" clId="{0F6830A5-18AB-4F1B-8BBB-DA235794CEC1}" dt="2025-12-18T16:25:14.701" v="1009"/>
          <ac:inkMkLst>
            <pc:docMk/>
            <pc:sldMk cId="500398256" sldId="268"/>
            <ac:inkMk id="502" creationId="{77909F3D-9C43-E281-19B1-E189F853E8B0}"/>
          </ac:inkMkLst>
        </pc:inkChg>
        <pc:inkChg chg="add mod">
          <ac:chgData name="Rodica Ioana Lung" userId="64ee56e8d7162e1e" providerId="LiveId" clId="{0F6830A5-18AB-4F1B-8BBB-DA235794CEC1}" dt="2025-12-18T16:25:14.701" v="1009"/>
          <ac:inkMkLst>
            <pc:docMk/>
            <pc:sldMk cId="500398256" sldId="268"/>
            <ac:inkMk id="504" creationId="{32A6B6AB-DB8E-41E5-B6D0-5D2AD69C2D83}"/>
          </ac:inkMkLst>
        </pc:inkChg>
        <pc:inkChg chg="add mod">
          <ac:chgData name="Rodica Ioana Lung" userId="64ee56e8d7162e1e" providerId="LiveId" clId="{0F6830A5-18AB-4F1B-8BBB-DA235794CEC1}" dt="2025-12-18T16:25:14.701" v="1009"/>
          <ac:inkMkLst>
            <pc:docMk/>
            <pc:sldMk cId="500398256" sldId="268"/>
            <ac:inkMk id="505" creationId="{A55F0E1C-C774-F443-F68B-36B7510C7711}"/>
          </ac:inkMkLst>
        </pc:inkChg>
        <pc:inkChg chg="add mod">
          <ac:chgData name="Rodica Ioana Lung" userId="64ee56e8d7162e1e" providerId="LiveId" clId="{0F6830A5-18AB-4F1B-8BBB-DA235794CEC1}" dt="2025-12-18T16:25:43.811" v="1022"/>
          <ac:inkMkLst>
            <pc:docMk/>
            <pc:sldMk cId="500398256" sldId="268"/>
            <ac:inkMk id="507" creationId="{5284D108-FA03-6C4B-7874-7B387A0C0B46}"/>
          </ac:inkMkLst>
        </pc:inkChg>
        <pc:inkChg chg="add mod">
          <ac:chgData name="Rodica Ioana Lung" userId="64ee56e8d7162e1e" providerId="LiveId" clId="{0F6830A5-18AB-4F1B-8BBB-DA235794CEC1}" dt="2025-12-18T16:25:43.811" v="1022"/>
          <ac:inkMkLst>
            <pc:docMk/>
            <pc:sldMk cId="500398256" sldId="268"/>
            <ac:inkMk id="508" creationId="{905E6EC3-553F-768E-34FD-B70166859F56}"/>
          </ac:inkMkLst>
        </pc:inkChg>
        <pc:inkChg chg="add mod">
          <ac:chgData name="Rodica Ioana Lung" userId="64ee56e8d7162e1e" providerId="LiveId" clId="{0F6830A5-18AB-4F1B-8BBB-DA235794CEC1}" dt="2025-12-18T16:25:40.333" v="1015"/>
          <ac:inkMkLst>
            <pc:docMk/>
            <pc:sldMk cId="500398256" sldId="268"/>
            <ac:inkMk id="509" creationId="{4336C5FF-51D5-AC42-3F07-9020C096357F}"/>
          </ac:inkMkLst>
        </pc:inkChg>
        <pc:inkChg chg="add mod">
          <ac:chgData name="Rodica Ioana Lung" userId="64ee56e8d7162e1e" providerId="LiveId" clId="{0F6830A5-18AB-4F1B-8BBB-DA235794CEC1}" dt="2025-12-18T16:25:43.811" v="1022"/>
          <ac:inkMkLst>
            <pc:docMk/>
            <pc:sldMk cId="500398256" sldId="268"/>
            <ac:inkMk id="510" creationId="{A70690E7-8CE6-C145-3F55-2FF06BEF1C31}"/>
          </ac:inkMkLst>
        </pc:inkChg>
        <pc:inkChg chg="add mod">
          <ac:chgData name="Rodica Ioana Lung" userId="64ee56e8d7162e1e" providerId="LiveId" clId="{0F6830A5-18AB-4F1B-8BBB-DA235794CEC1}" dt="2025-12-18T16:25:43.811" v="1022"/>
          <ac:inkMkLst>
            <pc:docMk/>
            <pc:sldMk cId="500398256" sldId="268"/>
            <ac:inkMk id="511" creationId="{11B2A103-CA99-A010-BCDE-55A7C6A83D5A}"/>
          </ac:inkMkLst>
        </pc:inkChg>
        <pc:inkChg chg="add">
          <ac:chgData name="Rodica Ioana Lung" userId="64ee56e8d7162e1e" providerId="LiveId" clId="{0F6830A5-18AB-4F1B-8BBB-DA235794CEC1}" dt="2025-12-18T16:25:40.812" v="1016" actId="9405"/>
          <ac:inkMkLst>
            <pc:docMk/>
            <pc:sldMk cId="500398256" sldId="268"/>
            <ac:inkMk id="513" creationId="{3D0BF506-6E68-DDE9-B101-EF46C974018B}"/>
          </ac:inkMkLst>
        </pc:inkChg>
        <pc:inkChg chg="add mod">
          <ac:chgData name="Rodica Ioana Lung" userId="64ee56e8d7162e1e" providerId="LiveId" clId="{0F6830A5-18AB-4F1B-8BBB-DA235794CEC1}" dt="2025-12-18T16:25:43.811" v="1022"/>
          <ac:inkMkLst>
            <pc:docMk/>
            <pc:sldMk cId="500398256" sldId="268"/>
            <ac:inkMk id="514" creationId="{CFB8B92E-8269-A0B0-30E5-ADB2B1CAC93F}"/>
          </ac:inkMkLst>
        </pc:inkChg>
        <pc:inkChg chg="add mod">
          <ac:chgData name="Rodica Ioana Lung" userId="64ee56e8d7162e1e" providerId="LiveId" clId="{0F6830A5-18AB-4F1B-8BBB-DA235794CEC1}" dt="2025-12-18T16:25:43.811" v="1022"/>
          <ac:inkMkLst>
            <pc:docMk/>
            <pc:sldMk cId="500398256" sldId="268"/>
            <ac:inkMk id="515" creationId="{93073CB9-CE05-49F8-D7CE-69B0B41C3B8B}"/>
          </ac:inkMkLst>
        </pc:inkChg>
        <pc:inkChg chg="add mod">
          <ac:chgData name="Rodica Ioana Lung" userId="64ee56e8d7162e1e" providerId="LiveId" clId="{0F6830A5-18AB-4F1B-8BBB-DA235794CEC1}" dt="2025-12-18T16:25:43.811" v="1022"/>
          <ac:inkMkLst>
            <pc:docMk/>
            <pc:sldMk cId="500398256" sldId="268"/>
            <ac:inkMk id="516" creationId="{C3A90229-C736-1344-14EF-AD07ADC037C2}"/>
          </ac:inkMkLst>
        </pc:inkChg>
        <pc:inkChg chg="add mod">
          <ac:chgData name="Rodica Ioana Lung" userId="64ee56e8d7162e1e" providerId="LiveId" clId="{0F6830A5-18AB-4F1B-8BBB-DA235794CEC1}" dt="2025-12-18T16:25:43.811" v="1022"/>
          <ac:inkMkLst>
            <pc:docMk/>
            <pc:sldMk cId="500398256" sldId="268"/>
            <ac:inkMk id="517" creationId="{A92B1ED1-2A5F-395F-EF8D-000D6601F57E}"/>
          </ac:inkMkLst>
        </pc:inkChg>
        <pc:inkChg chg="add">
          <ac:chgData name="Rodica Ioana Lung" userId="64ee56e8d7162e1e" providerId="LiveId" clId="{0F6830A5-18AB-4F1B-8BBB-DA235794CEC1}" dt="2025-12-18T16:25:42.971" v="1021" actId="9405"/>
          <ac:inkMkLst>
            <pc:docMk/>
            <pc:sldMk cId="500398256" sldId="268"/>
            <ac:inkMk id="518" creationId="{11149DF2-79DD-59AC-6EE6-431D4CBD572D}"/>
          </ac:inkMkLst>
        </pc:inkChg>
        <pc:inkChg chg="add">
          <ac:chgData name="Rodica Ioana Lung" userId="64ee56e8d7162e1e" providerId="LiveId" clId="{0F6830A5-18AB-4F1B-8BBB-DA235794CEC1}" dt="2025-12-18T16:25:53.890" v="1023" actId="9405"/>
          <ac:inkMkLst>
            <pc:docMk/>
            <pc:sldMk cId="500398256" sldId="268"/>
            <ac:inkMk id="520" creationId="{BE44D76C-E5E4-6F8C-4A28-12B32109C6E9}"/>
          </ac:inkMkLst>
        </pc:inkChg>
        <pc:inkChg chg="add mod">
          <ac:chgData name="Rodica Ioana Lung" userId="64ee56e8d7162e1e" providerId="LiveId" clId="{0F6830A5-18AB-4F1B-8BBB-DA235794CEC1}" dt="2025-12-18T16:26:05.228" v="1027"/>
          <ac:inkMkLst>
            <pc:docMk/>
            <pc:sldMk cId="500398256" sldId="268"/>
            <ac:inkMk id="522" creationId="{DBE23F7D-E916-8DD3-5D3D-A2516B4D397F}"/>
          </ac:inkMkLst>
        </pc:inkChg>
        <pc:inkChg chg="add mod">
          <ac:chgData name="Rodica Ioana Lung" userId="64ee56e8d7162e1e" providerId="LiveId" clId="{0F6830A5-18AB-4F1B-8BBB-DA235794CEC1}" dt="2025-12-18T16:26:05.228" v="1027"/>
          <ac:inkMkLst>
            <pc:docMk/>
            <pc:sldMk cId="500398256" sldId="268"/>
            <ac:inkMk id="523" creationId="{6774DF14-ACFC-A8FD-23B1-DED062CF5AEB}"/>
          </ac:inkMkLst>
        </pc:inkChg>
        <pc:inkChg chg="add mod">
          <ac:chgData name="Rodica Ioana Lung" userId="64ee56e8d7162e1e" providerId="LiveId" clId="{0F6830A5-18AB-4F1B-8BBB-DA235794CEC1}" dt="2025-12-18T16:26:11.843" v="1030"/>
          <ac:inkMkLst>
            <pc:docMk/>
            <pc:sldMk cId="500398256" sldId="268"/>
            <ac:inkMk id="525" creationId="{96ADD64A-6663-3283-F74C-BBECAF0743D4}"/>
          </ac:inkMkLst>
        </pc:inkChg>
        <pc:inkChg chg="add mod">
          <ac:chgData name="Rodica Ioana Lung" userId="64ee56e8d7162e1e" providerId="LiveId" clId="{0F6830A5-18AB-4F1B-8BBB-DA235794CEC1}" dt="2025-12-18T16:26:11.843" v="1030"/>
          <ac:inkMkLst>
            <pc:docMk/>
            <pc:sldMk cId="500398256" sldId="268"/>
            <ac:inkMk id="526" creationId="{64BCB1CA-0DAE-7C0E-2DDA-D3F257E60C73}"/>
          </ac:inkMkLst>
        </pc:inkChg>
        <pc:inkChg chg="add">
          <ac:chgData name="Rodica Ioana Lung" userId="64ee56e8d7162e1e" providerId="LiveId" clId="{0F6830A5-18AB-4F1B-8BBB-DA235794CEC1}" dt="2025-12-18T16:26:13.326" v="1031" actId="9405"/>
          <ac:inkMkLst>
            <pc:docMk/>
            <pc:sldMk cId="500398256" sldId="268"/>
            <ac:inkMk id="528" creationId="{49884A97-FA04-34E5-B947-0FA7FABE14AC}"/>
          </ac:inkMkLst>
        </pc:inkChg>
        <pc:inkChg chg="add mod">
          <ac:chgData name="Rodica Ioana Lung" userId="64ee56e8d7162e1e" providerId="LiveId" clId="{0F6830A5-18AB-4F1B-8BBB-DA235794CEC1}" dt="2025-12-18T16:26:59.249" v="1038"/>
          <ac:inkMkLst>
            <pc:docMk/>
            <pc:sldMk cId="500398256" sldId="268"/>
            <ac:inkMk id="529" creationId="{E2E3DABA-0ED8-F5F5-A4E6-7CF7082CBA9C}"/>
          </ac:inkMkLst>
        </pc:inkChg>
        <pc:inkChg chg="add mod">
          <ac:chgData name="Rodica Ioana Lung" userId="64ee56e8d7162e1e" providerId="LiveId" clId="{0F6830A5-18AB-4F1B-8BBB-DA235794CEC1}" dt="2025-12-18T16:26:59.249" v="1038"/>
          <ac:inkMkLst>
            <pc:docMk/>
            <pc:sldMk cId="500398256" sldId="268"/>
            <ac:inkMk id="530" creationId="{E8C0D33C-42E6-7716-DD40-8C234AB07E2F}"/>
          </ac:inkMkLst>
        </pc:inkChg>
        <pc:inkChg chg="add mod">
          <ac:chgData name="Rodica Ioana Lung" userId="64ee56e8d7162e1e" providerId="LiveId" clId="{0F6830A5-18AB-4F1B-8BBB-DA235794CEC1}" dt="2025-12-18T16:26:59.249" v="1038"/>
          <ac:inkMkLst>
            <pc:docMk/>
            <pc:sldMk cId="500398256" sldId="268"/>
            <ac:inkMk id="531" creationId="{356420AF-4C77-4ACE-D9E2-86F3B618FD53}"/>
          </ac:inkMkLst>
        </pc:inkChg>
        <pc:inkChg chg="add mod">
          <ac:chgData name="Rodica Ioana Lung" userId="64ee56e8d7162e1e" providerId="LiveId" clId="{0F6830A5-18AB-4F1B-8BBB-DA235794CEC1}" dt="2025-12-18T16:26:59.249" v="1038"/>
          <ac:inkMkLst>
            <pc:docMk/>
            <pc:sldMk cId="500398256" sldId="268"/>
            <ac:inkMk id="532" creationId="{2A903E9F-C051-323E-F552-A08785D383E5}"/>
          </ac:inkMkLst>
        </pc:inkChg>
        <pc:inkChg chg="add mod">
          <ac:chgData name="Rodica Ioana Lung" userId="64ee56e8d7162e1e" providerId="LiveId" clId="{0F6830A5-18AB-4F1B-8BBB-DA235794CEC1}" dt="2025-12-18T16:26:59.249" v="1038"/>
          <ac:inkMkLst>
            <pc:docMk/>
            <pc:sldMk cId="500398256" sldId="268"/>
            <ac:inkMk id="533" creationId="{1C5D773F-31A3-AA64-25FF-2B2AAC1F43C2}"/>
          </ac:inkMkLst>
        </pc:inkChg>
        <pc:inkChg chg="add mod">
          <ac:chgData name="Rodica Ioana Lung" userId="64ee56e8d7162e1e" providerId="LiveId" clId="{0F6830A5-18AB-4F1B-8BBB-DA235794CEC1}" dt="2025-12-18T16:26:59.249" v="1038"/>
          <ac:inkMkLst>
            <pc:docMk/>
            <pc:sldMk cId="500398256" sldId="268"/>
            <ac:inkMk id="534" creationId="{587ED915-B71E-2607-4D24-794FDDDE6F60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1:23.8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70 2303 0 0,'-1'-10'2504'0'0,"0"0"0"0"0,-3-13-1 0 0,1 7-1110 0 0,3 16-1324 0 0,0-1 0 0 0,0 1 0 0 0,0-1 0 0 0,0 1 0 0 0,0-1 0 0 0,0 1 0 0 0,0-1 0 0 0,0 1 0 0 0,0-1 0 0 0,0 1 0 0 0,-1 0 0 0 0,1-1 0 0 0,0 1 0 0 0,0-1 0 0 0,-1 1 0 0 0,1 0 0 0 0,0-1 0 0 0,-1 1 0 0 0,1-1 0 0 0,0 1 0 0 0,-1 0 0 0 0,1 0-1 0 0,0-1 1 0 0,-1 1 0 0 0,1 0 0 0 0,-1-1 0 0 0,0 1-15 0 0,0 0-1 0 0,1 0 0 0 0,-1 1 0 0 0,0-1 0 0 0,1 0 1 0 0,-1 0-1 0 0,0 0 0 0 0,1 1 0 0 0,-1-1 0 0 0,1 0 1 0 0,-1 1-1 0 0,0-1 0 0 0,1 0 0 0 0,-1 1 0 0 0,1-1 1 0 0,-1 2-1 0 0,-22 27 413 0 0,19-23-317 0 0,-1 1 18 0 0,0 0 0 0 0,1 1 0 0 0,0 0 0 0 0,-5 14 0 0 0,8-20-125 0 0,0 1 1 0 0,0-1 0 0 0,1 0-1 0 0,-1 1 1 0 0,1-1-1 0 0,-1 1 1 0 0,1-1-1 0 0,0 1 1 0 0,0-1 0 0 0,0 1-1 0 0,0-1 1 0 0,0 1-1 0 0,1-1 1 0 0,-1 1-1 0 0,1-1 1 0 0,0 1 0 0 0,-1-1-1 0 0,1 0 1 0 0,0 1-1 0 0,2 2 1 0 0,-2-4-26 0 0,1 0 0 0 0,-1 0 0 0 0,0 0 0 0 0,0 0 0 0 0,1 0-1 0 0,-1-1 1 0 0,0 1 0 0 0,1 0 0 0 0,-1-1 0 0 0,1 1 0 0 0,-1-1 0 0 0,1 1 0 0 0,-1-1 0 0 0,1 0 0 0 0,-1 0 0 0 0,1 1 0 0 0,-1-1 0 0 0,1 0 0 0 0,-1-1-1 0 0,1 1 1 0 0,-1 0 0 0 0,1 0 0 0 0,-1-1 0 0 0,1 1 0 0 0,-1 0 0 0 0,1-1 0 0 0,-1 0 0 0 0,1 1 0 0 0,-1-1 0 0 0,0 0 0 0 0,2-1 0 0 0,1 0 27 0 0,-1 0 1 0 0,1 0 0 0 0,-1 0-1 0 0,0-1 1 0 0,0 0 0 0 0,1 0-1 0 0,-2 0 1 0 0,1 0 0 0 0,0 0 0 0 0,3-6-1 0 0,-5 6 2 0 0,1 0 0 0 0,-1 0 0 0 0,-1 0 0 0 0,1 0 0 0 0,0 0 0 0 0,-1 0 0 0 0,1 0 0 0 0,-1 0 0 0 0,0 0 0 0 0,0 0 0 0 0,0 0 0 0 0,-1 0 0 0 0,1-1 0 0 0,-1 1 0 0 0,0 0 0 0 0,1 0 0 0 0,-1 1 0 0 0,-1-1 0 0 0,1 0 0 0 0,0 0 0 0 0,-1 0 0 0 0,-2-3 0 0 0,3 4-5 0 0,-1 0 0 0 0,0 0-1 0 0,1 0 1 0 0,-1 0 0 0 0,0 0 0 0 0,0 1 0 0 0,0-1-1 0 0,0 1 1 0 0,0-1 0 0 0,0 1 0 0 0,0 0-1 0 0,0 0 1 0 0,-1 0 0 0 0,1 0 0 0 0,0 0-1 0 0,-1 1 1 0 0,1-1 0 0 0,-1 1 0 0 0,1-1-1 0 0,-1 1 1 0 0,1 0 0 0 0,-1 0 0 0 0,1 0-1 0 0,-1 0 1 0 0,1 0 0 0 0,-1 1 0 0 0,1-1-1 0 0,-3 2 1 0 0,3-1 45 0 0,0 0 0 0 0,0 1 0 0 0,0-1-1 0 0,0 1 1 0 0,0-1 0 0 0,0 1 0 0 0,0 0-1 0 0,1 0 1 0 0,-1 0 0 0 0,1-1 0 0 0,0 2 0 0 0,-2 1-1 0 0,2-2-41 0 0,0-1 0 0 0,0 1 0 0 0,0-1-1 0 0,1 1 1 0 0,-1-1 0 0 0,0 1 0 0 0,1-1-1 0 0,-1 1 1 0 0,1 0 0 0 0,0-1 0 0 0,-1 1-1 0 0,1 0 1 0 0,0-1 0 0 0,0 1 0 0 0,0 0 0 0 0,0 0-1 0 0,1-1 1 0 0,-1 3 0 0 0,1-4-39 0 0,-1 1 0 0 0,1-1 1 0 0,-1 1-1 0 0,0-1 0 0 0,1 1 1 0 0,0-1-1 0 0,-1 1 0 0 0,1-1 0 0 0,-1 0 1 0 0,1 1-1 0 0,-1-1 0 0 0,1 0 1 0 0,0 1-1 0 0,-1-1 0 0 0,1 0 1 0 0,0 0-1 0 0,-1 0 0 0 0,1 1 0 0 0,0-1 1 0 0,-1 0-1 0 0,1 0 0 0 0,0 0 1 0 0,-1 0-1 0 0,1 0 0 0 0,0 0 0 0 0,0 0 1 0 0,-1-1-1 0 0,2 1 0 0 0,18-7-1751 0 0,-12 3-5400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1:24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18 172 3223 0 0,'-8'1'279'0'0,"8"-1"-147"0"0,0 0 1 0 0,-1 0-1 0 0,1 0 1 0 0,0 0 0 0 0,-1 0-1 0 0,1 0 1 0 0,0 0-1 0 0,-1 0 1 0 0,1 0-1 0 0,-1 0 1 0 0,1 0-1 0 0,0 0 1 0 0,-1 0 0 0 0,1 0-1 0 0,0 0 1 0 0,-1 0-1 0 0,-2-3 5791 0 0,4-2-4910 0 0,0-2-444 0 0,1-1-1 0 0,0 0 0 0 0,0 1 1 0 0,0-1-1 0 0,1 1 1 0 0,1 0-1 0 0,-1 0 0 0 0,1 0 1 0 0,6-8-1 0 0,-6 11-321 0 0,0-1 0 0 0,0 1 0 0 0,1 0 0 0 0,0 0 0 0 0,0 0 0 0 0,0 1 0 0 0,0 0 0 0 0,10-5 0 0 0,-11 7-173 0 0,0 0 1 0 0,0 0-1 0 0,0 0 1 0 0,0 0-1 0 0,0 1 0 0 0,0-1 1 0 0,0 1-1 0 0,1 0 0 0 0,-1 0 1 0 0,0 1-1 0 0,0-1 0 0 0,0 1 1 0 0,8 2-1 0 0,-8-1-41 0 0,0-1 0 0 0,0 1 0 0 0,-1-1-1 0 0,1 1 1 0 0,0 0 0 0 0,-1 1 0 0 0,1-1-1 0 0,-1 1 1 0 0,0-1 0 0 0,0 1 0 0 0,0 0 0 0 0,0 0-1 0 0,-1 0 1 0 0,4 5 0 0 0,-3-3-11 0 0,0 1 0 0 0,0 0 0 0 0,-1-1 0 0 0,0 1-1 0 0,0 0 1 0 0,0 0 0 0 0,-1 0 0 0 0,1 11 0 0 0,-1-2-4 0 0,-1 1 1 0 0,-1-1-1 0 0,0 0 1 0 0,-1 0-1 0 0,-1 0 0 0 0,0-1 1 0 0,-6 17-1 0 0,-23 52 53 0 0,-9 30 14 0 0,40-112-85 0 0,1 0 0 0 0,0 0 0 0 0,-1 0 0 0 0,1 0 0 0 0,0 0-1 0 0,0 0 1 0 0,-1 1 0 0 0,1-1 0 0 0,0 0 0 0 0,0 0 0 0 0,0 0 0 0 0,1 0 0 0 0,-1 0 0 0 0,0 0-1 0 0,0 0 1 0 0,1 0 0 0 0,-1 1 0 0 0,0-1 0 0 0,1 0 0 0 0,-1 0 0 0 0,1 0 0 0 0,-1 0 0 0 0,2 1-1 0 0,-1-2 2 0 0,-1 0-1 0 0,1 0 1 0 0,0 0-1 0 0,0 1 1 0 0,0-1-1 0 0,0 0 0 0 0,-1 0 1 0 0,1 0-1 0 0,0 0 1 0 0,0 0-1 0 0,0 0 1 0 0,0-1-1 0 0,-1 1 0 0 0,1 0 1 0 0,0 0-1 0 0,0-1 1 0 0,0 1-1 0 0,-1 0 1 0 0,1-1-1 0 0,0 1 1 0 0,-1 0-1 0 0,1-1 0 0 0,0 1 1 0 0,-1-1-1 0 0,1 0 1 0 0,0 1-1 0 0,-1-1 1 0 0,1 1-1 0 0,-1-1 0 0 0,1-1 1 0 0,9-9 4 0 0,0 0 0 0 0,-1-1 0 0 0,-1 0 0 0 0,0-1 0 0 0,12-25 0 0 0,23-73 17 0 0,-32 80-21 0 0,-2 7-1 0 0,76-188 0 0 0,-83 210 0 0 0,5-17 0 0 0,-16 29 0 0 0,-4 13 0 0 0,0 1 0 0 0,2 1 0 0 0,0 0 0 0 0,2 0 0 0 0,1 1 0 0 0,-8 41 0 0 0,6 40 244 0 0,9-93-197 0 0,2 1 1 0 0,0 0-1 0 0,1-1 0 0 0,0 1 1 0 0,6 17-1 0 0,-8-28-21 0 0,1-1 0 0 0,1 0 0 0 0,-1 0 0 0 0,0 0 0 0 0,1 0-1 0 0,0 0 1 0 0,-1 0 0 0 0,1 0 0 0 0,0-1 0 0 0,1 1 0 0 0,-1-1 0 0 0,0 1 0 0 0,1-1 0 0 0,-1 0-1 0 0,1 0 1 0 0,0 0 0 0 0,0 0 0 0 0,0 0 0 0 0,0-1 0 0 0,0 1 0 0 0,6 1 0 0 0,-3-2-3 0 0,0 0-1 0 0,-1 0 1 0 0,1-1 0 0 0,0 0 0 0 0,0 0 0 0 0,-1 0 0 0 0,1-1 0 0 0,0 0-1 0 0,-1 0 1 0 0,1 0 0 0 0,-1-1 0 0 0,7-2 0 0 0,-1 0 74 0 0,0-1 1 0 0,0 0-1 0 0,-1 0 0 0 0,0-2 1 0 0,15-10-1 0 0,-21 14-243 0 0,-1 0-1 0 0,0 0 1 0 0,0 0 0 0 0,0 0-1 0 0,-1-1 1 0 0,1 1-1 0 0,-1-1 1 0 0,3-5-1 0 0,-4 7-302 0 0,0 0-1 0 0,0-1 0 0 0,-1 1 1 0 0,1-1-1 0 0,-1 1 1 0 0,1-1-1 0 0,-1 1 0 0 0,0-1 1 0 0,0 1-1 0 0,0-1 0 0 0,0 1 1 0 0,-1-1-1 0 0,1 1 0 0 0,0-1 1 0 0,-2-3-1 0 0,-4-7-6505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1:24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39 113 1839 0 0,'-5'1'-169'0'0,"-18"7"1299"0"0,22-8-944 0 0,0 1 0 0 0,1-1 0 0 0,-1 0 0 0 0,1 1 1 0 0,-1-1-1 0 0,0 0 0 0 0,1 1 0 0 0,-1-1 1 0 0,1 1-1 0 0,-1-1 0 0 0,1 1 0 0 0,0-1 0 0 0,-1 1 1 0 0,1 0-1 0 0,-1-1 0 0 0,1 1 0 0 0,0-1 0 0 0,0 1 1 0 0,-1 0-1 0 0,1-1 0 0 0,0 1 0 0 0,0 0 1 0 0,0-1-1 0 0,0 1 0 0 0,-1 0 0 0 0,1-1 0 0 0,0 1 1 0 0,0 0-1 0 0,1 0 0 0 0,-1 0-15 0 0,0 0 0 0 0,1-1 0 0 0,-1 1 0 0 0,0-1 0 0 0,1 1 0 0 0,-1-1 0 0 0,1 1 0 0 0,-1-1 0 0 0,1 1 0 0 0,-1-1 0 0 0,1 1 0 0 0,-1-1 0 0 0,1 0 0 0 0,-1 1 0 0 0,1-1 0 0 0,0 0 0 0 0,-1 0 0 0 0,1 1 0 0 0,-1-1 0 0 0,1 0 0 0 0,0 0 0 0 0,-1 0 0 0 0,1 0 0 0 0,0 0 0 0 0,-1 1 0 0 0,1-2 0 0 0,0 1 0 0 0,-1 0 0 0 0,1 0 0 0 0,1 0 0 0 0,20-3 1964 0 0,7-5-834 0 0,-1-1 1 0 0,1-2 0 0 0,32-16-1 0 0,8-10-1906 0 0,-1-3-4340 0 0,-63 38 4412 0 0,13-9-5901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1:25.0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18 5063 0 0,'0'-1'202'0'0,"0"0"0"0"0,0 0 0 0 0,0 0 0 0 0,0 0 0 0 0,-1 0 0 0 0,1 1 0 0 0,0-1 0 0 0,-1 0-1 0 0,1 0 1 0 0,0 1 0 0 0,-1-1 0 0 0,1 0 0 0 0,-1 0 0 0 0,1 1 0 0 0,-1-1 0 0 0,0 0-1 0 0,1 1 1 0 0,-1-1 0 0 0,0 1 0 0 0,1-1 0 0 0,-1 1 0 0 0,-1-1 0 0 0,1 1 41 0 0,1 0 0 0 0,-1 0 1 0 0,0 0-1 0 0,0 0 0 0 0,1 0 1 0 0,-1 0-1 0 0,0 0 0 0 0,0 1 1 0 0,1-1-1 0 0,-1 0 0 0 0,0 0 1 0 0,1 1-1 0 0,-1-1 0 0 0,0 1 1 0 0,1-1-1 0 0,-1 0 0 0 0,1 1 1 0 0,-1-1-1 0 0,0 2 0 0 0,-3 2 611 0 0,0 0 1 0 0,1 0-1 0 0,0 0 0 0 0,0 1 0 0 0,-3 7 0 0 0,-2 6 247 0 0,1 0-1 0 0,-7 30 1 0 0,9-28-1060 0 0,2 1 0 0 0,0 0-1 0 0,1 0 1 0 0,1 0 0 0 0,1 0 0 0 0,1 0 0 0 0,1 0-1 0 0,5 23 1 0 0,-7-41 20 0 0,1 1-1 0 0,0 0 1 0 0,1-1-1 0 0,-1 1 1 0 0,1-1-1 0 0,0 1 1 0 0,-1-1-1 0 0,5 5 1 0 0,-5-7-150 0 0,0 0 0 0 0,0 0 0 0 0,0 0 0 0 0,0 0 0 0 0,0 0-1 0 0,0 0 1 0 0,0-1 0 0 0,0 1 0 0 0,1 0 0 0 0,-1-1 0 0 0,2 1 0 0 0,-2 0-362 0 0,0-1 1 0 0,1 0 0 0 0,-1 0-1 0 0,0 1 1 0 0,1-1-1 0 0,-1 0 1 0 0,0 0-1 0 0,1-1 1 0 0,-1 1-1 0 0,1 0 1 0 0,-1 0 0 0 0,0-1-1 0 0,2 0 1 0 0,4-2-6664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1:25.3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0 240 2303 0 0,'1'-16'2067'0'0,"1"1"0"0"0,1 0-1 0 0,6-23 1 0 0,-3 16-462 0 0,3-24 1533 0 0,-6 27-1519 0 0,1 1 1 0 0,10-30-1 0 0,-12 46-368 0 0,-1 7-689 0 0,1 11-271 0 0,-2-13-98 0 0,2 92 125 0 0,-2-64-175 0 0,1 0 1 0 0,1 0-1 0 0,9 47 0 0 0,-5-65 181 0 0,-6-13-369 0 0,0 0 0 0 0,0 0 0 0 0,0 0 0 0 0,1 1 1 0 0,-1-1-1 0 0,0 0 0 0 0,0 0 0 0 0,0 0 0 0 0,1 0 0 0 0,-1 0 0 0 0,0 1 1 0 0,0-1-1 0 0,0 0 0 0 0,1 0 0 0 0,-1 0 0 0 0,0 0 0 0 0,0 0 1 0 0,1 0-1 0 0,-1 0 0 0 0,0 0 0 0 0,0 0 0 0 0,1 0 0 0 0,-1 0 0 0 0,0 0 1 0 0,0 0-1 0 0,1 0 0 0 0,-1 0 0 0 0,0 0 0 0 0,0 0 0 0 0,1 0 0 0 0,-1 0 1 0 0,0 0-1 0 0,0 0 0 0 0,1-1 0 0 0,-1 1 0 0 0,0 0 0 0 0,0 0 0 0 0,0 0 1 0 0,1 0-1 0 0,-1 0 0 0 0,0-1 0 0 0,0 1 0 0 0,0 0 0 0 0,1-1 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1:25.5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9 10591 0 0,'-1'0'28'0'0,"1"0"0"0"0,0-1 0 0 0,0 1 0 0 0,0 0 0 0 0,0 0 0 0 0,0-1 0 0 0,0 1 0 0 0,0 0 0 0 0,0 0 0 0 0,0-1 0 0 0,0 1 0 0 0,0 0 0 0 0,0 0 0 0 0,0-1 0 0 0,0 1 0 0 0,0 0 0 0 0,0 0 0 0 0,0-1 0 0 0,0 1 0 0 0,0 0 0 0 0,0 0 0 0 0,1-1 0 0 0,-1 1 0 0 0,0 0 0 0 0,0 0 0 0 0,0-1 0 0 0,0 1 0 0 0,1 0 0 0 0,-1 0 0 0 0,0 0 0 0 0,0 0 0 0 0,0-1 0 0 0,1 1 0 0 0,-1 0 0 0 0,0 0 0 0 0,0 0 0 0 0,1 0 0 0 0,-1 0 0 0 0,0 0 0 0 0,0-1 0 0 0,1 1 0 0 0,-1 0 0 0 0,0 0 0 0 0,0 0 0 0 0,1 0 0 0 0,-1 0 0 0 0,0 0 0 0 0,0 0 0 0 0,1 0 0 0 0,-1 0 0 0 0,0 0 0 0 0,0 0 0 0 0,1 0 0 0 0,-1 1 0 0 0,0-1 0 0 0,0 0 0 0 0,1 0 0 0 0,-1 0 0 0 0,0 0 0 0 0,0 0 0 0 0,1 1 0 0 0,15 12 1892 0 0,-11-8-1158 0 0,12 9-18 0 0,0 1 0 0 0,-2 1 0 0 0,0 0 0 0 0,-1 1 0 0 0,17 27 0 0 0,-25-35-486 0 0,-2 0 1 0 0,1 0 0 0 0,-1 0-1 0 0,-1 0 1 0 0,0 1-1 0 0,0 0 1 0 0,-1-1-1 0 0,0 1 1 0 0,0 0-1 0 0,-1 0 1 0 0,-1 0-1 0 0,1 1 1 0 0,-2-1 0 0 0,-1 14-1 0 0,-4 4-1820 0 0,-3 3-6252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1:50.7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37 640 5063 0 0,'-2'-1'161'0'0,"0"0"-137"0"0,1 0 1 0 0,-1 0-1 0 0,1 1 1 0 0,-1-1-1 0 0,0 0 0 0 0,1 1 1 0 0,-1-1-1 0 0,1 1 1 0 0,-1 0-1 0 0,-3-1 1 0 0,4 2 3 0 0,1-1 1 0 0,-1 0 0 0 0,0 1-1 0 0,0-1 1 0 0,1 1-1 0 0,-1 0 1 0 0,1-1 0 0 0,-1 1-1 0 0,0-1 1 0 0,1 1-1 0 0,-1 0 1 0 0,1 0 0 0 0,0-1-1 0 0,-1 1 1 0 0,1 0 0 0 0,-1 0-1 0 0,1-1 1 0 0,0 1-1 0 0,0 0 1 0 0,-1 0 0 0 0,1 0-1 0 0,0 0 1 0 0,0-1 0 0 0,0 1-1 0 0,0 1 1 0 0,-1 4 262 0 0,0 0 1 0 0,1 0 0 0 0,0 0 0 0 0,0 0 0 0 0,0 0-1 0 0,1 0 1 0 0,0 0 0 0 0,0 0 0 0 0,1 0-1 0 0,-1 0 1 0 0,1-1 0 0 0,0 1 0 0 0,1 0-1 0 0,0-1 1 0 0,-1 0 0 0 0,2 1 0 0 0,-1-1-1 0 0,4 4 1 0 0,-4-6-212 0 0,-1 0 0 0 0,1-1 0 0 0,-1 1 0 0 0,1-1 1 0 0,0 0-1 0 0,0 1 0 0 0,0-1 0 0 0,0-1 0 0 0,0 1 0 0 0,0 0 0 0 0,1-1 0 0 0,-1 0 0 0 0,1 0 0 0 0,-1 0 1 0 0,1 0-1 0 0,-1 0 0 0 0,1-1 0 0 0,-1 1 0 0 0,1-1 0 0 0,0 0 0 0 0,-1 0 0 0 0,1 0 0 0 0,0-1 0 0 0,-1 1 1 0 0,1-1-1 0 0,-1 0 0 0 0,1 0 0 0 0,-1 0 0 0 0,0-1 0 0 0,1 1 0 0 0,2-3 0 0 0,16-8 154 0 0,-1-2 0 0 0,0-1-1 0 0,-1 0 1 0 0,-1-2 0 0 0,0 0-1 0 0,-1-1 1 0 0,21-29 0 0 0,-8 6 81 0 0,-3-1 1 0 0,40-78-1 0 0,-53 88-152 0 0,0 0 0 0 0,-3-1 0 0 0,13-48 0 0 0,-21 66-43 0 0,-1-1 1 0 0,-1 0-1 0 0,0 0 1 0 0,-1 0 0 0 0,-1 0-1 0 0,-1 0 1 0 0,0 0-1 0 0,-1 0 1 0 0,-7-28 0 0 0,8 40-35 0 0,0 0 0 0 0,-1 0 0 0 0,0 0 0 0 0,0 0 0 0 0,0 0 0 0 0,0 1 0 0 0,0-1 0 0 0,-1 1 0 0 0,1-1 0 0 0,-1 1 0 0 0,0 0 0 0 0,0 0 0 0 0,-4-3 0 0 0,5 5-70 0 0,1 0 1 0 0,-1 0 0 0 0,1 1-1 0 0,-1-1 1 0 0,0 0-1 0 0,1 1 1 0 0,-1-1 0 0 0,0 1-1 0 0,1-1 1 0 0,-1 1-1 0 0,0 0 1 0 0,0 0 0 0 0,1 0-1 0 0,-1 0 1 0 0,0 0-1 0 0,0 0 1 0 0,1 0 0 0 0,-1 1-1 0 0,0-1 1 0 0,1 1-1 0 0,-1-1 1 0 0,0 1 0 0 0,1 0-1 0 0,-1-1 1 0 0,1 1-1 0 0,-1 0 1 0 0,1 0 0 0 0,-1 0-1 0 0,1 0 1 0 0,0 0-1 0 0,0 1 1 0 0,-1-1 0 0 0,1 0-1 0 0,-1 2 1 0 0,-4 4-11 0 0,1 0 1 0 0,0 1-1 0 0,0 0 1 0 0,0 0-1 0 0,1 0 1 0 0,0 1-1 0 0,1-1 1 0 0,-3 11-1 0 0,-14 73-14 0 0,18-83 11 0 0,-2 21-3 0 0,1-1 0 0 0,2 51 0 0 0,12 60 0 0 0,-7-102 0 0 0,67 397 632 0 0,-49-339-553 0 0,2 7 62 0 0,16 150-1 0 0,-39-244-140 0 0,1 34 0 0 0,-2-39 0 0 0,0-1 0 0 0,0 1 0 0 0,-1 0 0 0 0,1-1 0 0 0,-1 0 0 0 0,0 1 0 0 0,0-1 0 0 0,0 1 0 0 0,-3 3 0 0 0,4-7-28 0 0,0 1 1 0 0,0-1-1 0 0,-1 1 0 0 0,1-1 1 0 0,-1 1-1 0 0,1-1 0 0 0,0 1 0 0 0,-1-1 1 0 0,1 1-1 0 0,-1-1 0 0 0,1 0 1 0 0,-1 1-1 0 0,1-1 0 0 0,-1 0 0 0 0,1 1 1 0 0,-1-1-1 0 0,0 0 0 0 0,1 0 0 0 0,-1 0 1 0 0,1 1-1 0 0,-1-1 0 0 0,0 0 1 0 0,0 0-1 0 0,-6-1-739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1:50.9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18 186 11975 0 0,'-5'-7'472'0'0,"3"5"-357"0"0,0 0 1 0 0,1 0-1 0 0,-1-1 1 0 0,1 1-1 0 0,0-1 1 0 0,-2-4-1 0 0,3 7-125 0 0,0 0 0 0 0,0 0 0 0 0,0-1 0 0 0,0 1-1 0 0,0 0 1 0 0,1 0 0 0 0,-1 0 0 0 0,0-1 0 0 0,0 1-1 0 0,0 0 1 0 0,0 0 0 0 0,1 0 0 0 0,-1-1 0 0 0,0 1-1 0 0,0 0 1 0 0,0 0 0 0 0,1 0 0 0 0,-1 0 0 0 0,0-1-1 0 0,0 1 1 0 0,1 0 0 0 0,-1 0 0 0 0,0 0 0 0 0,0 0-1 0 0,1 0 1 0 0,-1 0 0 0 0,0 0 0 0 0,0 0 0 0 0,1 0-1 0 0,-1 0 1 0 0,14-2-370 0 0,-10 2 322 0 0,37-6 361 0 0,0-2 1 0 0,-1-1-1 0 0,0-2 1 0 0,0-2-1 0 0,65-31 1 0 0,-67 24-16 0 0,-18 9-947 0 0,33-13-1 0 0,-38 18-4128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1:51.7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29 158 3679 0 0,'-5'-41'3208'0'0,"0"-67"-1"0"0,6 100-1906 0 0,2 17-691 0 0,0 17-153 0 0,-8 289 1660 0 0,-2-95-1142 0 0,11 27 1073 0 0,-4-246-1989 0 0,-1 1 0 0 0,1-1 0 0 0,0 1 0 0 0,0 0 0 0 0,-1-1 0 0 0,1 1 0 0 0,-1-1 0 0 0,1 1 1 0 0,-1 0-1 0 0,0 1 0 0 0,0-3-43 0 0,1 0 1 0 0,0 0-1 0 0,0 0 0 0 0,0 0 1 0 0,0 0-1 0 0,0 0 1 0 0,0 1-1 0 0,0-1 1 0 0,0 0-1 0 0,0 0 0 0 0,-1 0 1 0 0,1 0-1 0 0,0 0 1 0 0,0 0-1 0 0,0 0 1 0 0,0 0-1 0 0,0 0 1 0 0,0 1-1 0 0,-1-1 0 0 0,1 0 1 0 0,0 0-1 0 0,0 0 1 0 0,0 0-1 0 0,0 0 1 0 0,-1 0-1 0 0,1 0 0 0 0,0 0 1 0 0,0 0-1 0 0,0 0 1 0 0,0 0-1 0 0,0 0 1 0 0,-1 0-1 0 0,1 0 0 0 0,-4-9 365 0 0,3 7-341 0 0,0 0-1 0 0,1-1 1 0 0,-1 1-1 0 0,1 0 1 0 0,0 0-1 0 0,0 0 0 0 0,-1 0 1 0 0,1-1-1 0 0,1 1 1 0 0,-1 0-1 0 0,1-3 1 0 0,1-15-6242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1:52.7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136 10 4607 0 0,'-1'-1'49'0'0,"0"0"-1"0"0,1 1 0 0 0,-1-1 0 0 0,0 0 1 0 0,0 1-1 0 0,1-1 0 0 0,-1 0 0 0 0,0 1 0 0 0,0-1 1 0 0,0 1-1 0 0,0 0 0 0 0,0-1 0 0 0,0 1 1 0 0,0 0-1 0 0,0-1 0 0 0,0 1 0 0 0,0 0 1 0 0,0 0-1 0 0,0 0 0 0 0,0 0 0 0 0,0 0 0 0 0,0 0 1 0 0,0 0-1 0 0,0 0 0 0 0,0 1 0 0 0,0-1 1 0 0,0 0-1 0 0,0 0 0 0 0,0 1 0 0 0,0-1 0 0 0,0 1 1 0 0,0-1-1 0 0,1 1 0 0 0,-1-1 0 0 0,0 1 1 0 0,0 0-1 0 0,0-1 0 0 0,1 1 0 0 0,-1 0 1 0 0,-1 1-1 0 0,-4 7 240 0 0,0 1 1 0 0,1 0-1 0 0,0 0 1 0 0,1 0-1 0 0,-6 20 1 0 0,-9 56 1066 0 0,-1 50 989 0 0,7-1 0 0 0,4 146 0 0 0,9-242-2108 0 0,1 1 0 0 0,2-1-1 0 0,2 0 1 0 0,12 50 0 0 0,-16-85-213 0 0,1 1 0 0 0,-1 0 0 0 0,1-1 0 0 0,0 0 0 0 0,1 1 0 0 0,-1-1 0 0 0,1 0 0 0 0,0 0 0 0 0,3 4 0 0 0,-4-6-140 0 0,0 0 0 0 0,0-1 0 0 0,0 1 0 0 0,0-1 0 0 0,0 1 0 0 0,0-1 0 0 0,0 0 0 0 0,1 0 0 0 0,-1 0 0 0 0,0 0 0 0 0,1 0 0 0 0,-1-1 1 0 0,0 1-1 0 0,1-1 0 0 0,-1 1 0 0 0,1-1 0 0 0,-1 0 0 0 0,1 0 0 0 0,2 0 0 0 0,5-2-5601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1:53.3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3 314 5527 0 0,'-1'-9'129'0'0,"1"4"-58"0"0,-1 0 0 0 0,1-1 0 0 0,-1 1 0 0 0,2-1 0 0 0,-1 1 0 0 0,0 0 0 0 0,1-1 0 0 0,0 1 0 0 0,0 0 0 0 0,1-1 0 0 0,0 1 0 0 0,4-9 0 0 0,1 1 218 0 0,3-5 527 0 0,1 0 1 0 0,0 1 0 0 0,1 1 0 0 0,25-28 0 0 0,-33 40-629 0 0,0 1 1 0 0,0 0 0 0 0,0-1-1 0 0,1 2 1 0 0,-1-1 0 0 0,1 0-1 0 0,-1 1 1 0 0,1 0-1 0 0,0 0 1 0 0,0 0 0 0 0,0 1-1 0 0,0-1 1 0 0,0 1-1 0 0,0 0 1 0 0,1 1 0 0 0,-1-1-1 0 0,0 1 1 0 0,0 0 0 0 0,0 1-1 0 0,1-1 1 0 0,-1 1-1 0 0,0 0 1 0 0,0 0 0 0 0,6 3-1 0 0,-3-2-118 0 0,-1 1-1 0 0,1 1 1 0 0,-1 0-1 0 0,0 0 1 0 0,-1 0-1 0 0,1 1 1 0 0,-1 0-1 0 0,1 0 0 0 0,-2 0 1 0 0,1 1-1 0 0,0 0 1 0 0,-1 0-1 0 0,0 1 1 0 0,-1-1-1 0 0,0 1 1 0 0,0 0-1 0 0,0 0 1 0 0,-1 1-1 0 0,0-1 1 0 0,0 1-1 0 0,0-1 1 0 0,-1 1-1 0 0,-1 0 1 0 0,1 0-1 0 0,-1 0 0 0 0,-1 0 1 0 0,1 0-1 0 0,-2 11 1 0 0,-2 0 148 0 0,-1 1 1 0 0,-1-1-1 0 0,-1 0 1 0 0,-1-1-1 0 0,-9 21 1 0 0,-54 83 779 0 0,63-112-942 0 0,0 0 22 0 0,12-17-52 0 0,24-33-71 0 0,-2-2 0 0 0,-2-1 0 0 0,-1-1 0 0 0,-3-1 0 0 0,22-66 0 0 0,-32 73-84 0 0,8-61 1 0 0,-8 30 103 0 0,-43 166 25 0 0,4-10 0 0 0,-30 155 0 0 0,55-226 21 0 0,2-1 0 0 0,-1 27 0 0 0,2-37 2 0 0,1-1 0 0 0,-1 0 0 0 0,1 1 0 0 0,-1-1 0 0 0,1 0 0 0 0,1 0 0 0 0,-1 0 0 0 0,0 0 0 0 0,1 0 0 0 0,0 0 0 0 0,0 0 0 0 0,0 0 0 0 0,1 0 0 0 0,4 5 0 0 0,-6-8-12 0 0,1 1 0 0 0,-1-1 0 0 0,1 0 0 0 0,0 0 0 0 0,-1 0 1 0 0,1 0-1 0 0,0 0 0 0 0,0 0 0 0 0,0 0 0 0 0,0 0 0 0 0,0-1 0 0 0,0 1 0 0 0,0-1 0 0 0,0 0 0 0 0,4 1 0 0 0,-2-1 1 0 0,0 0-1 0 0,0-1 1 0 0,0 1 0 0 0,0-1-1 0 0,0 0 1 0 0,0 0 0 0 0,6-3 0 0 0,2-2-21 0 0,0 0 0 0 0,-1 0 0 0 0,20-16 0 0 0,-2-4-937 0 0,-19 13-4432 0 0,-5 4-613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1:53.5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42 111 3223 0 0,'-14'-4'267'0'0,"-10"-2"-456"0"0,20 2 1003 0 0,11 1 1306 0 0,100-24 2411 0 0,25-5-2762 0 0,-20 4-2099 0 0,-93 22-180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1:53.7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23 101 6447 0 0,'-5'-13'365'0'0,"3"8"-144"0"0,0 0-1 0 0,0 0 0 0 0,0 0 0 0 0,1-1 1 0 0,0 1-1 0 0,0 0 0 0 0,0-1 0 0 0,1 1 1 0 0,0-1-1 0 0,0 1 0 0 0,1-9 0 0 0,-1 13-110 0 0,0 1 0 0 0,0-1 0 0 0,0 0 0 0 0,0 0 0 0 0,1 1 0 0 0,-1-1 0 0 0,0 0 0 0 0,0 1 0 0 0,1-1-1 0 0,-1 0 1 0 0,0 1 0 0 0,1-1 0 0 0,-1 0 0 0 0,0 1 0 0 0,1-1 0 0 0,-1 1 0 0 0,1-1 0 0 0,-1 0 0 0 0,1 1 0 0 0,-1-1-1 0 0,1 1 1 0 0,1-1 0 0 0,-2 1-22 0 0,1 0-1 0 0,-1 1 1 0 0,1-1 0 0 0,-1 0-1 0 0,1 1 1 0 0,-1-1-1 0 0,1 1 1 0 0,-1-1-1 0 0,1 1 1 0 0,-1-1 0 0 0,0 1-1 0 0,1-1 1 0 0,-1 1-1 0 0,0-1 1 0 0,1 1 0 0 0,-1-1-1 0 0,0 1 1 0 0,0 0-1 0 0,1 0 1 0 0,9 39 1471 0 0,-6-18-1210 0 0,-2 0 0 0 0,0 0 0 0 0,-2 1 0 0 0,0-1 0 0 0,-1 1 0 0 0,-2-1-1 0 0,0 0 1 0 0,-1 0 0 0 0,-11 32 0 0 0,12-46-769 0 0,-1 4 821 0 0,-4 25-1 0 0,8-33-1099 0 0,-1-1 1 0 0,1 0 0 0 0,0 1-1 0 0,0-1 1 0 0,1 1-1 0 0,-1-1 1 0 0,2 4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1:54.3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13 226 4607 0 0,'-4'-3'206'0'0,"-3"-2"83"0"0,7 5-295 0 0,0 0 1 0 0,0 0-1 0 0,0 0 1 0 0,-1-1-1 0 0,1 1 1 0 0,0 0-1 0 0,0 0 1 0 0,0 0-1 0 0,0 0 1 0 0,0 0-1 0 0,0 0 1 0 0,0 0-1 0 0,0 0 1 0 0,0 0-1 0 0,0 0 1 0 0,0 0-1 0 0,-1 0 1 0 0,1-1-1 0 0,0 1 0 0 0,0 0 1 0 0,0 0-1 0 0,0 0 1 0 0,0 0-1 0 0,0 0 1 0 0,0 0-1 0 0,0 0 1 0 0,0 0-1 0 0,0 0 1 0 0,0-1-1 0 0,0 1 1 0 0,0 0-1 0 0,0 0 1 0 0,0 0-1 0 0,0 0 1 0 0,0 0-1 0 0,0 0 1 0 0,0 0-1 0 0,0 0 1 0 0,0-1-1 0 0,0 1 1 0 0,0 0-1 0 0,1 0 1 0 0,-1 0-1 0 0,0 0 1 0 0,0 0-1 0 0,0 0 0 0 0,0 0 1 0 0,0 0-1 0 0,3-3 677 0 0,1 1-1 0 0,-1-1 1 0 0,0 0-1 0 0,0 0 1 0 0,0 0-1 0 0,-1 0 1 0 0,3-4-1 0 0,-2 3-1086 0 0,9-11 1325 0 0,-1 0 1 0 0,0-1-1 0 0,-1-1 0 0 0,-1 1 0 0 0,-1-2 0 0 0,11-31 0 0 0,-16 41-695 0 0,-3 5-115 0 0,1 0-1 0 0,0 0 1 0 0,1 0-1 0 0,-1 0 0 0 0,1 0 1 0 0,-1 0-1 0 0,3-3 1 0 0,1 5 131 0 0,-3 6-119 0 0,-2 11-84 0 0,0-14-29 0 0,-6 78-7 0 0,0-13 134 0 0,5-39-16 0 0,0-11 9 0 0,0 0 0 0 0,2 0-1 0 0,3 30 1 0 0,-4-46-110 0 0,1 1 0 0 0,-1-1-1 0 0,0 1 1 0 0,1-1-1 0 0,-1 1 1 0 0,1-1 0 0 0,0 0-1 0 0,-1 1 1 0 0,1-1 0 0 0,0 0-1 0 0,0 0 1 0 0,0 1 0 0 0,0-1-1 0 0,0 0 1 0 0,1 1-1 0 0,-1-2-17 0 0,0 1-1 0 0,-1-1 0 0 0,1 0 0 0 0,0 1 0 0 0,0-1 0 0 0,-1 0 1 0 0,1 0-1 0 0,0 0 0 0 0,0 0 0 0 0,0 0 0 0 0,-1 1 0 0 0,1-1 1 0 0,0-1-1 0 0,0 1 0 0 0,0 0 0 0 0,0 0 0 0 0,-1 0 0 0 0,1 0 1 0 0,0-1-1 0 0,0 1 0 0 0,-1 0 0 0 0,1 0 0 0 0,0-1 1 0 0,0 1-1 0 0,-1-1 0 0 0,1 1 0 0 0,0-1 0 0 0,-1 1 0 0 0,2-2 1 0 0,6-6-332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1:54.5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1 6911 0 0,'0'0'9'0'0,"0"0"-1"0"0,0 0 1 0 0,-1 0-1 0 0,1 0 0 0 0,0 0 1 0 0,0 0-1 0 0,-1 0 0 0 0,1 0 1 0 0,0 0-1 0 0,0 0 1 0 0,-1 0-1 0 0,1 0 0 0 0,0 0 1 0 0,0 0-1 0 0,-1 0 1 0 0,1 0-1 0 0,0 0 0 0 0,0 0 1 0 0,0 1-1 0 0,-1-1 1 0 0,1 0-1 0 0,0 0 0 0 0,0 0 1 0 0,0 0-1 0 0,-1 0 0 0 0,1 1 1 0 0,0-1-1 0 0,0 0 1 0 0,0 0-1 0 0,0 0 0 0 0,-1 1 1 0 0,1-1-1 0 0,0 0 1 0 0,0 0-1 0 0,0 0 0 0 0,0 1 1 0 0,0-1-1 0 0,0 0 0 0 0,0 0 1 0 0,0 1-1 0 0,0-1 1 0 0,0 0-1 0 0,0 0 0 0 0,0 1 1 0 0,0-1-1 0 0,0 0 1 0 0,0 0-1 0 0,0 0 0 0 0,0 1 1 0 0,0-1-1 0 0,0 0 0 0 0,0 0 1 0 0,0 1-1 0 0,0-1 1 0 0,0 0-1 0 0,1 1 0 0 0,4 19-750 0 0,-3-14 1100 0 0,19 64 2130 0 0,-12-44-1261 0 0,-1 2 1 0 0,-1-1-1 0 0,5 44 0 0 0,-11-60-1190 0 0,-1 1 0 0 0,0-1 0 0 0,0 1 0 0 0,-2-1 0 0 0,1 0 1 0 0,-1 0-1 0 0,-1 1 0 0 0,0-1 0 0 0,-1-1 0 0 0,0 1 0 0 0,-8 16 0 0 0,6-17-357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1:54.9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20 6447 0 0,'0'-1'57'0'0,"0"0"-1"0"0,0 1 0 0 0,1-1 0 0 0,-1 0 1 0 0,0 0-1 0 0,0 0 0 0 0,1 0 0 0 0,-1 0 0 0 0,0 1 1 0 0,1-1-1 0 0,-1 0 0 0 0,1 0 0 0 0,-1 1 1 0 0,1-1-1 0 0,-1 0 0 0 0,1 1 0 0 0,-1-1 1 0 0,1 0-1 0 0,0 1 0 0 0,-1-1 0 0 0,1 1 0 0 0,0-1 1 0 0,0 1-1 0 0,-1 0 0 0 0,1-1 0 0 0,0 1 1 0 0,0 0-1 0 0,0-1 0 0 0,-1 1 0 0 0,1 0 0 0 0,0 0 1 0 0,0 0-1 0 0,0 0 0 0 0,0-1 0 0 0,0 1 1 0 0,0 1-1 0 0,0-1 0 0 0,2 0 89 0 0,-1 0 0 0 0,1 0-1 0 0,-1 0 1 0 0,1 1 0 0 0,-1-1 0 0 0,0 1 0 0 0,1 0 0 0 0,-1 0-1 0 0,0 0 1 0 0,1 0 0 0 0,-1 0 0 0 0,0 0 0 0 0,3 2-1 0 0,2 4 256 0 0,0 1 0 0 0,0-1 1 0 0,-1 1-1 0 0,11 16 0 0 0,18 40 918 0 0,-19-34-697 0 0,11 23-242 0 0,-3 0 0 0 0,-2 2-1 0 0,-2 0 1 0 0,-2 2 0 0 0,-3 0-1 0 0,-3 1 1 0 0,-2 0 0 0 0,4 98-1 0 0,-13-100-370 0 0,-2 1 0 0 0,-3-1 0 0 0,-2 1 0 0 0,-3-2 0 0 0,-2 1 0 0 0,-3-1 0 0 0,-28 74 0 0 0,-62 96-1212 0 0,91-199-4816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1:55.8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53 7831 0 0,'9'-1'473'0'0,"-1"-1"0"0"0,0-1 0 0 0,11-4 0 0 0,-10 3-269 0 0,-1 1-246 0 0,63-20 848 0 0,-62 20-1329 0 0,0 1-1 0 0,0 0 1 0 0,1 1 0 0 0,-1 0 0 0 0,17 1-1 0 0,-17 1-2716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1:56.0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1 4143 0 0,'-2'1'58'0'0,"-24"14"558"0"0,26-15-559 0 0,0 1-1 0 0,-1-1 0 0 0,1 0 1 0 0,-1 0-1 0 0,1 1 1 0 0,0-1-1 0 0,-1 0 0 0 0,1 1 1 0 0,0-1-1 0 0,-1 0 1 0 0,1 1-1 0 0,0-1 0 0 0,-1 0 1 0 0,1 1-1 0 0,0-1 1 0 0,0 1-1 0 0,0-1 0 0 0,-1 1 1 0 0,1-1-1 0 0,0 0 1 0 0,0 1-1 0 0,0-1 0 0 0,0 1 1 0 0,0-1-1 0 0,0 1 1 0 0,0-1-1 0 0,0 1 0 0 0,0-1 1 0 0,0 1-1 0 0,0-1 0 0 0,0 1 1 0 0,0-1-1 0 0,0 1 1 0 0,1-1-1 0 0,-1 0 0 0 0,0 1 1 0 0,0-1-1 0 0,0 1 1 0 0,1-1-1 0 0,-1 0 0 0 0,0 1 1 0 0,1-1-1 0 0,-1 1 1 0 0,0-1-1 0 0,1 0 0 0 0,-1 1 1 0 0,0-1-1 0 0,1 0 1 0 0,-1 0-1 0 0,0 1 0 0 0,1-1 1 0 0,-1 0-1 0 0,1 0 1 0 0,-1 0-1 0 0,1 1 0 0 0,1-1 88 0 0,0 0-1 0 0,1 1 1 0 0,-1-1-1 0 0,0 0 1 0 0,0 0-1 0 0,0 0 0 0 0,0-1 1 0 0,0 1-1 0 0,0 0 1 0 0,0-1-1 0 0,0 1 1 0 0,0-1-1 0 0,0 0 0 0 0,0 0 1 0 0,0 0-1 0 0,3-1 1 0 0,10-5 199 0 0,13 1-934 0 0,-13 2-3032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1:57.7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19 5983 0 0,'-1'-2'536'0'0,"-1"2"-432"0"0,2 2-104 0 0,0 0 632 0 0,2-1-288 0 0,-1 1 0 0 0,6 0-96 0 0,2 0-24 0 0,1-2 0 0 0,2-4 0 0 0,1 1-544 0 0,4-4-104 0 0,2 2-24 0 0,1-4-8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1:57.9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4 6911 0 0,'-1'-3'736'0'0,"2"4"-736"0"0,-1 1 0 0 0,2-2-88 0 0,0 2-40 0 0,1 0 0 0 0,2 1-8 0 0,6 0-56 0 0,2 2-16 0 0,4 1 0 0 0,4-5 0 0 0,1 1 208 0 0,-2-2-64 0 0,-5-2 64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1:58.0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0 8751 0 0,'-3'2'384'0'0,"1"-2"88"0"0,0-2-376 0 0,2 4-96 0 0,2 1-1712 0 0,5 1-2504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04.2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342 1 3623 0 0,'-57'96'-81'0'0,"16"-31"34"0"0,0 14 83 0 0,28-50-26 0 0,-2-1-1 0 0,-37 52 0 0 0,45-69-9 0 0,0 0 0 0 0,0 0 0 0 0,-7 19 0 0 0,-4 6 0 0 0,13-24 11 0 0,0 0-1 0 0,1 0 0 0 0,-6 26 1 0 0,-5 12 11 0 0,8-31-22 0 0,2-7 0 0 0,1-1 0 0 0,0 1 0 0 0,-2 12 0 0 0,3-19 0 0 0,1-6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10.0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519 78 2759 0 0,'-2'-6'552'0'0,"0"1"-1"0"0,0-1 1 0 0,1 0-1 0 0,0 0 1 0 0,0 0-1 0 0,1-7 1 0 0,-1 0 651 0 0,0 12-1090 0 0,1 0-1 0 0,0 0 1 0 0,0 1-1 0 0,0-1 1 0 0,0 0-1 0 0,0 0 1 0 0,0 0-1 0 0,0 1 1 0 0,0-1-1 0 0,1 0 1 0 0,-1 0-1 0 0,0 1 1 0 0,0-1-1 0 0,1 0 1 0 0,-1 0-1 0 0,0 1 1 0 0,1-2-1 0 0,0 2-44 0 0,-1 0 0 0 0,0 0 0 0 0,0 0 0 0 0,1-1-1 0 0,-1 1 1 0 0,0 0 0 0 0,1 0 0 0 0,-1 0 0 0 0,0 0-1 0 0,1 0 1 0 0,-1 0 0 0 0,0-1 0 0 0,1 1 0 0 0,-1 0-1 0 0,0 0 1 0 0,1 0 0 0 0,-1 0 0 0 0,0 0-1 0 0,1 1 1 0 0,-1-1 0 0 0,1 0 0 0 0,-1 0 0 0 0,0 0-1 0 0,1 0 1 0 0,-1 0 0 0 0,0 1 0 0 0,2-1 33 0 0,-1 1 1 0 0,1 0-1 0 0,-1 0 1 0 0,0 0 0 0 0,0 0-1 0 0,0 0 1 0 0,1 0-1 0 0,-1 0 1 0 0,0 0-1 0 0,0 1 1 0 0,0-1-1 0 0,-1 0 1 0 0,1 1-1 0 0,0-1 1 0 0,1 3-1 0 0,-1 4 56 0 0,1 0-1 0 0,-1 0 0 0 0,-1 1 1 0 0,1-1-1 0 0,-1 0 1 0 0,-1 0-1 0 0,1 0 0 0 0,-4 14 1 0 0,-20 63 636 0 0,24-84-783 0 0,-23 68 525 0 0,-4-1 0 0 0,-59 110 0 0 0,69-150-444 0 0,-1-1 0 0 0,-1 0 0 0 0,-2-2-1 0 0,-23 24 1 0 0,27-32-13 0 0,-1-1-1 0 0,0-1 1 0 0,-1-1 0 0 0,-1-1-1 0 0,0 0 1 0 0,-27 12 0 0 0,43-24-59 0 0,1 1 0 0 0,0-1 1 0 0,-1 0-1 0 0,1 0 0 0 0,-1 0 1 0 0,1-1-1 0 0,-1 1 0 0 0,0-1 1 0 0,1 0-1 0 0,-1 0 0 0 0,1 0 1 0 0,-1 0-1 0 0,-6-2 0 0 0,8 1-16 0 0,0 1-1 0 0,0-1 0 0 0,0 0 0 0 0,0 0 1 0 0,0 0-1 0 0,0-1 0 0 0,0 1 0 0 0,0 0 1 0 0,0-1-1 0 0,1 1 0 0 0,-1-1 0 0 0,0 0 1 0 0,1 1-1 0 0,-1-1 0 0 0,1 0 0 0 0,0 0 1 0 0,0 0-1 0 0,0 0 0 0 0,0 0 0 0 0,0 0 1 0 0,0-1-1 0 0,-1-2 0 0 0,0-5-2 0 0,0 0 0 0 0,1-1 0 0 0,0 1 0 0 0,0 0 0 0 0,1-1 0 0 0,0 1 0 0 0,1-1 0 0 0,0 1 0 0 0,1-1 0 0 0,0 1 0 0 0,4-12 0 0 0,-2 9 0 0 0,1 0 0 0 0,1 0 0 0 0,0 0 0 0 0,1 1 0 0 0,0-1 0 0 0,1 2 0 0 0,16-21 0 0 0,-23 31 0 0 0,-1 0 0 0 0,1 0 0 0 0,0 0 1 0 0,0 1-1 0 0,0-1 0 0 0,0 0 0 0 0,0 0 0 0 0,0 1 0 0 0,0-1 0 0 0,0 0 0 0 0,0 1 0 0 0,0-1 0 0 0,0 1 1 0 0,1 0-1 0 0,-1-1 0 0 0,0 1 0 0 0,0 0 0 0 0,0 0 0 0 0,1 0 0 0 0,-1-1 0 0 0,0 1 0 0 0,0 0 0 0 0,1 1 0 0 0,-1-1 1 0 0,0 0-1 0 0,0 0 0 0 0,0 0 0 0 0,1 1 0 0 0,-1-1 0 0 0,0 1 0 0 0,0-1 0 0 0,0 1 0 0 0,0-1 0 0 0,0 1 0 0 0,0 0 1 0 0,0-1-1 0 0,0 1 0 0 0,0 0 0 0 0,0 0 0 0 0,1 1 0 0 0,4 5-8 0 0,-1-1 1 0 0,1 1-1 0 0,-2 0 0 0 0,8 13 0 0 0,-9-15-10 0 0,0 0 19 0 0,44 69-8 0 0,-40-65 70 0 0,0-1-1 0 0,0 0 1 0 0,1 0-1 0 0,0-1 1 0 0,0 0-1 0 0,11 6 1 0 0,96 75 2041 0 0,-92-69-1744 0 0,-18-16-340 0 0,0 1 0 0 0,0-1-1 0 0,0-1 1 0 0,0 1 0 0 0,1-1 0 0 0,-1 0 0 0 0,1 0 0 0 0,-1 0 0 0 0,1-1 0 0 0,0 0 0 0 0,-1 0-1 0 0,9 0 1 0 0,8 2-70 0 0,-12 0-275 0 0,-1 2-137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49.2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332 242 2087 0 0,'-30'-17'46'0'0,"0"1"0"0"0,-2 1 0 0 0,-57-19 0 0 0,-6-2-46 0 0,90 34 1 0 0,0 0-1 0 0,1 0 0 0 0,-1-1 0 0 0,1 1 0 0 0,0-1 0 0 0,0-1 0 0 0,0 1 1 0 0,-6-7-1 0 0,9 9-1 0 0,0 0 1 0 0,0-1-1 0 0,0 1 1 0 0,0-1-1 0 0,0 1 0 0 0,1-1 1 0 0,-1 1-1 0 0,0-1 1 0 0,1 1-1 0 0,-1-1 1 0 0,1 0-1 0 0,0 0 1 0 0,-1 1-1 0 0,1-1 1 0 0,0 0-1 0 0,0 1 0 0 0,0-1 1 0 0,0 0-1 0 0,0 0 1 0 0,1 1-1 0 0,-1-1 1 0 0,0 0-1 0 0,1 1 1 0 0,-1-1-1 0 0,1 0 0 0 0,0 1 1 0 0,0-1-1 0 0,1-1 1 0 0,5-7-47 0 0,-6 8 36 0 0,1 0 1 0 0,-1 0 0 0 0,0 0-1 0 0,0 1 1 0 0,0-1-1 0 0,0-1 1 0 0,0 1 0 0 0,0 0-1 0 0,0 0 1 0 0,0-4-1 0 0,0-3 11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00.3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12 4751 0 0,'0'0'362'0'0,"-10"-3"3482"0"0,11 3-3838 0 0,1 0 1 0 0,-1 0-1 0 0,1 0 1 0 0,-1 0-1 0 0,0 0 1 0 0,1 1-1 0 0,-1-1 1 0 0,0 1-1 0 0,1-1 1 0 0,1 2-1 0 0,-2-1-6 0 0,1-1-1 0 0,-1 1 1 0 0,1 0-1 0 0,0-1 1 0 0,-1 1 0 0 0,1-1-1 0 0,0 0 1 0 0,-1 0-1 0 0,1 1 1 0 0,3-1-1 0 0,14 0 3 0 0,0 0 0 0 0,1 2-1 0 0,-1 0 1 0 0,22 6-1 0 0,-26-5 79 0 0,1-1 0 0 0,-1 0-1 0 0,1-1 1 0 0,0-1-1 0 0,-1-1 1 0 0,27-4 0 0 0,-22 3-60 0 0,-1 0 1 0 0,0 1 0 0 0,31 3-1 0 0,-32 0-5 0 0,0 0 0 0 0,0-1 1 0 0,24-2-1 0 0,-32-1-226 0 0,0 1 0 0 0,0-1 0 0 0,0-1 0 0 0,0 0 0 0 0,-1 0 0 0 0,1-1 1 0 0,10-5-1 0 0,-10 3-2731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00.9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50 1375 0 0,'-1'-1'162'0'0,"0"-1"0"0"0,0 1-1 0 0,0 0 1 0 0,0-1 0 0 0,1 1-1 0 0,-1-1 1 0 0,0 0 0 0 0,1 1-1 0 0,-1-1 1 0 0,1 1 0 0 0,0-1-1 0 0,-1 0 1 0 0,1 1 0 0 0,0-1-1 0 0,0 0 1 0 0,0 0 0 0 0,0 1-1 0 0,0-1 1 0 0,1 0 0 0 0,-1 1-1 0 0,0-1 1 0 0,1 0-1 0 0,-1 1 1 0 0,1-1 0 0 0,0 1-1 0 0,0-1 1 0 0,-1 1 0 0 0,2-2-1 0 0,-1 3-105 0 0,-1-1-1 0 0,0 1 0 0 0,0 0 1 0 0,1 0-1 0 0,-1 0 0 0 0,0-1 1 0 0,0 1-1 0 0,1 0 0 0 0,-1 0 1 0 0,0 0-1 0 0,1 0 1 0 0,-1 0-1 0 0,0 0 0 0 0,1-1 1 0 0,-1 1-1 0 0,0 0 0 0 0,1 0 1 0 0,-1 0-1 0 0,0 0 0 0 0,1 0 1 0 0,-1 0-1 0 0,0 1 0 0 0,1-1 1 0 0,-1 0-1 0 0,0 0 0 0 0,1 0 1 0 0,-1 0-1 0 0,0 0 0 0 0,1 0 1 0 0,-1 0-1 0 0,0 1 0 0 0,0-1 1 0 0,1 0-1 0 0,-1 0 0 0 0,0 1 1 0 0,0-1-1 0 0,1 0 0 0 0,-1 0 1 0 0,0 1-1 0 0,0-1 0 0 0,0 0 1 0 0,1 0-1 0 0,-1 1 1 0 0,0-1-1 0 0,11 16 634 0 0,-9-14-494 0 0,22 38 1083 0 0,6 10 57 0 0,-24-41-1232 0 0,0 0-1 0 0,-1-1 1 0 0,0 2-1 0 0,-1-1 1 0 0,0 0-1 0 0,0 1 1 0 0,-1 0-1 0 0,-1 0 1 0 0,3 15-1 0 0,-3-8-62 0 0,-1 0-1 0 0,-1 0 0 0 0,-1-1 0 0 0,0 1 0 0 0,-5 18 0 0 0,4-22-236 0 0,0 1 0 0 0,-1 0-1 0 0,-1-1 1 0 0,0 0 0 0 0,-1 0-1 0 0,-1 0 1 0 0,-10 18 0 0 0,11-24-4049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11.4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0 1 2343 0 0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11.7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1 455 0 0,'-7'1'5847'0'0,"24"12"-5898"0"0,-9-8-9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12.6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12 455 0 0,'0'-1'64'0'0,"1"-9"5191"0"0,4 19 296 0 0,2 7-5097 0 0,10 4 894 0 0,-5 3-526 0 0,9 30-1 0 0,-20-48-765 0 0,0-3-59 0 0,-4 3-7 0 0,-1 25 284 0 0,2-26-248 0 0,0-5-347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13.4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 1503 0 0,'1'-11'149'0'0,"0"16"-51"0"0,-1-2-99 0 0,1-1 1 0 0,-1 1-1 0 0,0-1 0 0 0,-1 1 0 0 0,1 0 0 0 0,0-1 0 0 0,-1 3 0 0 0,0-4-1 0 0,1-1 0 0 0,0 1 0 0 0,0-1-1 0 0,0 1 1 0 0,0-1 0 0 0,0 1-1 0 0,0-1 1 0 0,0 1 0 0 0,0 0-1 0 0,0-1 1 0 0,0 1 0 0 0,0-1-1 0 0,0 1 1 0 0,0-1 0 0 0,0 1-1 0 0,0-1 1 0 0,1 1 0 0 0,0 7-21 0 0,-1-4 23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17.9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1260 317 1199 0 0,'2'0'87'0'0,"-2"1"-70"0"0,1-1 94 0 0,4-1-371 0 0,-5 1 285 0 0,0 0-1 0 0,0 0 1 0 0,0-1-1 0 0,0 1 1 0 0,0 0-1 0 0,0 0 1 0 0,0 0-1 0 0,0 0 1 0 0,0 0-1 0 0,0 0 1 0 0,0 0-1 0 0,1 0 1 0 0,-1 0-1 0 0,0 0 1 0 0,0 0-1 0 0,0 0 1 0 0,0 0-1 0 0,0 0 1 0 0,0 0-1 0 0,0 0 1 0 0,0 0-1 0 0,0 0 1 0 0,0 0-1 0 0,0 0 1 0 0,0 0-1 0 0,0 1 1 0 0,1-1-1 0 0,-1 0 1 0 0,0 0-1 0 0,0 0 1 0 0,0 0-1 0 0,0 0 1 0 0,0 0-1 0 0,0 0 1 0 0,0 0-1 0 0,0 0 1 0 0,0 0-1 0 0,0 0 1 0 0,0 0-1 0 0,0 0 1 0 0,0 0-1 0 0,0 0 1 0 0,0 0-1 0 0,0 0 1 0 0,0 1-1 0 0,0-1 1 0 0,0 0-1 0 0,0 0 1 0 0,0 0-1 0 0,0 0 1 0 0,0 0-1 0 0,0 0 1 0 0,0 0-1 0 0,0 0 1 0 0,0 0-1 0 0,0 0 1 0 0,0 0-1 0 0,0 0 1 0 0,0 1-1 0 0,0-1 1 0 0,0 0-1 0 0,0 0 1 0 0,0 0-1 0 0,0 0 1 0 0,0 0-1 0 0,0 0 1 0 0,0 0-1 0 0,0 0 1 0 0,-30 62-285 0 0,20-39 59 0 0,-24 40 0 0 0,-20 30 99 0 0,35-55 64 0 0,16-34 30 0 0,-17 33-48 0 0,-1-1 0 0 0,-27 34-1 0 0,39-57 38 0 0,0 0 0 0 0,2 1 0 0 0,0 0-1 0 0,-6 15 1 0 0,4-10-6 0 0,-14 26-1 0 0,-26 43 1150 0 0,29-45-1066 0 0,12-24-141 0 0,-1 0 0 0 0,-12 19-1 0 0,-52 72-336 0 0,69-104 377 0 0,0-1 0 0 0,0 0 0 0 0,-8 7-1 0 0,-10 13-63 0 0,16-14 56 0 0,1-1-1 0 0,0 0 1 0 0,0 1-1 0 0,-5 18 1 0 0,5-13 28 0 0,-11 25 23 0 0,-24 46 0 0 0,34-76 0 0 0,-7 15 0 0 0,0 0 0 0 0,-16 55 0 0 0,25-68 245 0 0,-1-1 0 0 0,-10 21 0 0 0,1-4 63 0 0,11-24-77 0 0,1 0 0 0 0,-1 0 0 0 0,-6 7-1 0 0,-9 16 556 0 0,10-13-467 0 0,-14 21-1 0 0,14-23-162 0 0,1-1 1 0 0,-12 25-1 0 0,13-18 308 0 0,-2-1 1 0 0,-1 1 0 0 0,0-2-1 0 0,-1 1 1 0 0,-14 17 0 0 0,18-27-152 0 0,0-1 1 0 0,1 2 0 0 0,-1-1 0 0 0,2 0 0 0 0,-6 12-1 0 0,-13 19 1174 0 0,9-17-1079 0 0,0-1-188 0 0,9-14-182 0 0,1 0-1 0 0,-1 0 1 0 0,-1 0 0 0 0,-7 8 0 0 0,7-9 30 0 0,1-1 0 0 0,1 1 0 0 0,-1 0 1 0 0,1 1-1 0 0,0-1 0 0 0,-5 10 1 0 0,5-8-28 0 0,0-1 0 0 0,0 0 0 0 0,-1 0 0 0 0,-8 10 0 0 0,3-4-25 0 0,7-8 15 0 0,0 0 0 0 0,0 0 1 0 0,1 0-1 0 0,0 1 0 0 0,-2 6 0 0 0,2-7 43 0 0,0 1 0 0 0,0-1-1 0 0,0 0 1 0 0,-1 0 0 0 0,-3 6-1 0 0,-10 11 165 0 0,1 0-1 0 0,-12 24 0 0 0,95-144 19 0 0,-52 71-249 0 0,44-79 50 0 0,-20 15-79 0 0,-9 19-9 0 0,47-78-38 0 0,-20 40 63 0 0,-38 68 6 0 0,-13 26 0 0 0,1-1 0 0 0,0 1 0 0 0,1 1 0 0 0,1 0 0 0 0,0 0 0 0 0,17-18 0 0 0,-18 23-111 0 0,-1 1-1 0 0,0-2 1 0 0,0 1 0 0 0,9-19-1 0 0,19-48-1015 0 0,-25 50 800 0 0,1 1 1 0 0,19-28-1 0 0,26-26 327 0 0,8-12 0 0 0,-53 71 0 0 0,18-43 0 0 0,3-6 0 0 0,-21 50 19 0 0,0 1 0 0 0,2 0-1 0 0,27-30 1 0 0,-33 41-45 0 0,0 0 0 0 0,-1-1 0 0 0,0 1-1 0 0,11-20 1 0 0,66-114 26 0 0,35-32 0 0 0,-88 133 0 0 0,95-111 64 0 0,-111 136-64 0 0,0-1 0 0 0,-1 0 0 0 0,-1-1 0 0 0,-1 0 0 0 0,0-1 0 0 0,12-28 0 0 0,-14 19 0 0 0,-5 13 0 0 0,1 0 0 0 0,0 0 0 0 0,1 1 0 0 0,1 0 0 0 0,0 0 0 0 0,10-14 0 0 0,1 5 29 0 0,33-38 102 0 0,-49 58-181 0 0,-5 4 76 0 0,-5 6-2 0 0,4-5-34 0 0,-12 16-8 0 0,0 1 1 0 0,-16 27 0 0 0,24-34 15 0 0,-96 159-116 0 0,32-51 34 0 0,-127 194 30 0 0,115-180 55 0 0,-89 149 52 0 0,132-213 69 0 0,-68 88 1 0 0,90-135-146 0 0,-125 175 155 0 0,34-35 676 0 0,47-55 36 0 0,39-65-194 0 0,-42 60 0 0 0,49-79-527 0 0,-20 39 1 0 0,12-19-24 0 0,17-31 7 0 0,1 1 0 0 0,0 0 0 0 0,-3 15 0 0 0,5-17-86 0 0,1-1-1 0 0,-1 0 1 0 0,-1 0 0 0 0,0-1 0 0 0,0 1-1 0 0,-10 11 1 0 0,-8 7 52 0 0,-32 44 228 0 0,52-68-237 0 0,1 0 0 0 0,-1 0 0 0 0,1 0 1 0 0,0 0-1 0 0,0 0 0 0 0,0 1 0 0 0,1-1 1 0 0,0 0-1 0 0,0 1 0 0 0,0 7 0 0 0,1-13-56 0 0,1 2 164 0 0,7 2 1191 0 0,-4-2-1362 0 0,-3-1 20 0 0,1 0 0 0 0,-1 0 0 0 0,1 0 0 0 0,-1 0 0 0 0,1 0 0 0 0,0 0 0 0 0,-1-1 0 0 0,1 1 0 0 0,0 0 0 0 0,0-1 0 0 0,-1 0 0 0 0,1 1 0 0 0,0-1 0 0 0,0 0 0 0 0,0 0 0 0 0,-1 0 0 0 0,1 0 0 0 0,0 0 0 0 0,0 0 0 0 0,0-1 0 0 0,0 1 0 0 0,-1 0 0 0 0,3-2 0 0 0,0 0 48 0 0,-1 0 0 0 0,1 0-1 0 0,-1 0 1 0 0,0-1 0 0 0,0 1 0 0 0,0-1-1 0 0,0 0 1 0 0,0 0 0 0 0,3-5-1 0 0,-5 5-29 0 0,1 1-1 0 0,-1-1 0 0 0,0 0 1 0 0,0 1-1 0 0,-1-1 1 0 0,1 0-1 0 0,0 0 0 0 0,-1 0 1 0 0,0 0-1 0 0,1 0 0 0 0,-1 0 1 0 0,0 0-1 0 0,-1-4 0 0 0,0 1-10 0 0,0 1 0 0 0,0 0-1 0 0,-1 0 1 0 0,1 0 0 0 0,-1 0 0 0 0,0 0-1 0 0,0 1 1 0 0,-1-1 0 0 0,1 0 0 0 0,-1 1-1 0 0,0 0 1 0 0,-1 0 0 0 0,-5-6-1 0 0,8 8-27 0 0,-1 0 0 0 0,0 1 0 0 0,0-1 0 0 0,0 1 0 0 0,0 0 0 0 0,0 0 0 0 0,0-1-1 0 0,0 1 1 0 0,-1 1 0 0 0,1-1 0 0 0,0 0 0 0 0,0 0 0 0 0,-1 1 0 0 0,1 0-1 0 0,-1-1 1 0 0,1 1 0 0 0,0 0 0 0 0,-1 0 0 0 0,1 0 0 0 0,0 0 0 0 0,-1 1 0 0 0,1-1-1 0 0,0 1 1 0 0,-1-1 0 0 0,1 1 0 0 0,0 0 0 0 0,0 0 0 0 0,-1 0 0 0 0,1 0-1 0 0,0 0 1 0 0,-3 3 0 0 0,0 0-5 0 0,0 0 1 0 0,0 1-1 0 0,1 0 0 0 0,-1 0 0 0 0,1 0 0 0 0,1 0 1 0 0,-1 0-1 0 0,1 1 0 0 0,-1 0 0 0 0,2-1 0 0 0,-1 1 0 0 0,1 0 1 0 0,0 1-1 0 0,-2 8 0 0 0,2-5 19 0 0,0 0 0 0 0,1-1 0 0 0,0 1 1 0 0,1 0-1 0 0,0 0 0 0 0,0 0 0 0 0,1-1 0 0 0,0 1 0 0 0,3 10 1 0 0,-3-19 6 0 0,-1 1 1 0 0,0 0 0 0 0,1-1-1 0 0,0 1 1 0 0,-1-1 0 0 0,1 1-1 0 0,0-1 1 0 0,-1 1 0 0 0,1-1-1 0 0,0 1 1 0 0,0-1 0 0 0,0 0-1 0 0,0 1 1 0 0,0-1 0 0 0,1 0-1 0 0,-1 0 1 0 0,0 0 0 0 0,1 0-1 0 0,-1 0 1 0 0,0 0 0 0 0,1 0-1 0 0,-1-1 1 0 0,1 1 0 0 0,-1 0-1 0 0,1-1 1 0 0,2 1 0 0 0,-1-1 6 0 0,0 0 1 0 0,-1 0 0 0 0,1 0 0 0 0,0-1 0 0 0,0 1 0 0 0,0-1 0 0 0,-1 0 0 0 0,1 0 0 0 0,0 0 0 0 0,-1 0 0 0 0,1 0-1 0 0,-1 0 1 0 0,1-1 0 0 0,3-3 0 0 0,-3 4-17 0 0,-1-1 0 0 0,0 0 0 0 0,1-1 0 0 0,-1 1 0 0 0,0 0 0 0 0,0 0 0 0 0,-1-1 0 0 0,1 1 1 0 0,0-1-1 0 0,-1 0 0 0 0,0 0 0 0 0,1 1 0 0 0,-1-1 0 0 0,1-5 0 0 0,-1 3-9 0 0,0 0 0 0 0,-1 0 0 0 0,0 0 0 0 0,1 0 0 0 0,-2-1 1 0 0,1 1-1 0 0,0 0 0 0 0,-3-6 0 0 0,2 3-4 0 0,-1 1-1 0 0,-1 0 1 0 0,1-1-1 0 0,-1 1 1 0 0,-1 1 0 0 0,1-1-1 0 0,-1 0 1 0 0,0 1-1 0 0,-1 0 1 0 0,1 0 0 0 0,-11-11-1 0 0,14 16 2 0 0,0 0 0 0 0,0 1 0 0 0,0-1 0 0 0,0 0 0 0 0,0 0 0 0 0,0 1 0 0 0,-1-1 0 0 0,1 1 0 0 0,0-1 0 0 0,0 1 0 0 0,0-1 0 0 0,-1 1 0 0 0,1 0 0 0 0,0-1 0 0 0,0 1 0 0 0,-1 0 0 0 0,1 0 0 0 0,0 0 0 0 0,0 0 0 0 0,-1 0 0 0 0,1 0 0 0 0,-2 1 0 0 0,1 0 0 0 0,0-1 0 0 0,1 1 0 0 0,-1 0 0 0 0,0 0 0 0 0,1 1 0 0 0,-1-1 0 0 0,1 0 0 0 0,0 0 0 0 0,-1 1 0 0 0,1-1 0 0 0,0 1 0 0 0,0-1 0 0 0,-2 4 0 0 0,0 1 0 0 0,0 0 0 0 0,0 1 0 0 0,0-1 0 0 0,1 1 0 0 0,0 0 0 0 0,1 0 0 0 0,-2 10 0 0 0,2-4 0 0 0,1 0 0 0 0,2 17 0 0 0,-2-25 0 0 0,1 0 0 0 0,0 0 0 0 0,0 0 0 0 0,1 1 0 0 0,0-1 0 0 0,-1 0 0 0 0,2-1 0 0 0,3 8 0 0 0,-6-11 2 0 0,1 0-1 0 0,0 0 1 0 0,-1 0 0 0 0,1 0-1 0 0,0 0 1 0 0,0 0-1 0 0,0-1 1 0 0,0 1-1 0 0,0 0 1 0 0,0-1 0 0 0,0 1-1 0 0,0 0 1 0 0,1-1-1 0 0,-1 1 1 0 0,0-1 0 0 0,0 0-1 0 0,0 1 1 0 0,1-1-1 0 0,-1 0 1 0 0,0 0 0 0 0,2 0-1 0 0,-1 0 7 0 0,1 0 0 0 0,0 0-1 0 0,0-1 1 0 0,-1 1 0 0 0,1-1-1 0 0,0 0 1 0 0,-1 0 0 0 0,1 0-1 0 0,3-2 1 0 0,-1 0 6 0 0,1-1 0 0 0,0 0 0 0 0,-1 0 0 0 0,0 0 0 0 0,0-1 0 0 0,0 0 0 0 0,5-7 0 0 0,-8 10-14 0 0,-1 0 0 0 0,0-1 0 0 0,0 1 0 0 0,0-1 0 0 0,0 1 0 0 0,0-1 0 0 0,0 1 0 0 0,-1-1 0 0 0,1 1 0 0 0,-1-1 0 0 0,0 0 0 0 0,0 1 0 0 0,0-1 0 0 0,0 0 0 0 0,0 0 0 0 0,-1 1 0 0 0,1-1 0 0 0,-2-3 0 0 0,0 0 0 0 0,0 0 0 0 0,0-1 0 0 0,-1 1 0 0 0,0 0 0 0 0,0 1 0 0 0,-6-8 0 0 0,9 12 0 0 0,-1 0 0 0 0,0 0 0 0 0,1 0 0 0 0,-1 0 0 0 0,0 0 0 0 0,0 0 0 0 0,1 0 0 0 0,-1 0 0 0 0,0 1 0 0 0,0-1 0 0 0,0 0 0 0 0,0 0 0 0 0,0 1 0 0 0,0-1 0 0 0,-1 1 0 0 0,1-1 0 0 0,0 1 0 0 0,0 0 0 0 0,0-1 0 0 0,0 1 0 0 0,-1 0 0 0 0,1 0 0 0 0,0 0 0 0 0,0 0 0 0 0,0 0 0 0 0,-1 0 0 0 0,-1 0 0 0 0,2 1 0 0 0,0-1 0 0 0,0 1 0 0 0,0 0 0 0 0,0-1 0 0 0,0 1 0 0 0,0 0 0 0 0,0 0 0 0 0,0 0 0 0 0,1 0 0 0 0,-1 0 0 0 0,0 0 0 0 0,0 0 0 0 0,1 0 0 0 0,-1 0 0 0 0,1 0 0 0 0,-1 1 0 0 0,1-1 0 0 0,-1 0 0 0 0,1 0 0 0 0,0 0 0 0 0,0 1 0 0 0,-1-1 0 0 0,1 0 0 0 0,0 0 0 0 0,0 1 0 0 0,1 1 0 0 0,-2 6 0 0 0,1 1 0 0 0,1-1 0 0 0,0 0 0 0 0,0 1 0 0 0,5 14 0 0 0,4 4 139 0 0,-10-28-137 0 0,0 0 0 0 0,0 0 0 0 0,1 0 1 0 0,-1 1-1 0 0,0-1 0 0 0,0 0 0 0 0,0 0 0 0 0,0 0 1 0 0,0 1-1 0 0,0-1 0 0 0,0 0 0 0 0,0 0 0 0 0,1 0 0 0 0,-1 0 1 0 0,0 1-1 0 0,0-1 0 0 0,0 0 0 0 0,0 0 0 0 0,0 0 1 0 0,1 0-1 0 0,-1 0 0 0 0,0 0 0 0 0,0 1 0 0 0,0-1 1 0 0,1 0-1 0 0,-1 0 0 0 0,0 0 0 0 0,0 0 0 0 0,0 0 0 0 0,1 0 1 0 0,-1 0-1 0 0,0 0 0 0 0,0 0 0 0 0,0 0 0 0 0,1 0 1 0 0,-1 0-1 0 0,0 0 0 0 0,0 0 0 0 0,1 0 0 0 0,-1 0 1 0 0,0 0-1 0 0,0-1 0 0 0,7-9 66 0 0,1-16 164 0 0,-8 2-218 0 0,0 23-14 0 0,0 1 0 0 0,0-1 0 0 0,0 1 0 0 0,0-1 0 0 0,0 1-1 0 0,-1-1 1 0 0,1 1 0 0 0,0-1 0 0 0,0 1 0 0 0,0-1 0 0 0,-1 1 0 0 0,1-1 0 0 0,0 1 0 0 0,0 0 0 0 0,-1-1 0 0 0,1 1 0 0 0,0-1 0 0 0,-1 1 0 0 0,1 0 0 0 0,-1-1 0 0 0,1 1-1 0 0,-1 0 1 0 0,1-1 0 0 0,0 1 0 0 0,-1 0 0 0 0,1 0 0 0 0,-1 0 0 0 0,1-1 0 0 0,-1 1 0 0 0,1 0 0 0 0,-1 0 0 0 0,1 0 0 0 0,-1 0 0 0 0,1 0 0 0 0,-1 0 0 0 0,1 0 0 0 0,-1 0 0 0 0,1 0-1 0 0,-1 0 1 0 0,0 0 0 0 0,1 0 0 0 0,-1 0 0 0 0,0 1 0 0 0,-3 5 0 0 0,3-5 0 0 0,-1 3 0 0 0,0-1 0 0 0,1 0 0 0 0,-1 1 0 0 0,1-1 0 0 0,0 1 0 0 0,0-1 0 0 0,0 1 0 0 0,0-1 0 0 0,1 1 0 0 0,-1 5 0 0 0,1-9-43 0 0,0 0-1 0 0,1 1 0 0 0,-1-1 1 0 0,0 1-1 0 0,0-1 1 0 0,1 0-1 0 0,-1 1 0 0 0,0-1 1 0 0,1 1-1 0 0,-1-1 1 0 0,0 0-1 0 0,1 0 0 0 0,-1 1 1 0 0,0-1-1 0 0,1 0 1 0 0,-1 0-1 0 0,1 1 0 0 0,-1-1 1 0 0,0 0-1 0 0,1 0 1 0 0,-1 0-1 0 0,1 0 0 0 0,-1 0 1 0 0,1 1-1 0 0,-1-1 0 0 0,1 0 1 0 0,0 0-1 0 0,0 0-400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19.3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 3 2303 0 0,'-2'-3'8488'0'0,"3"4"-8465"0"0,0-1 0 0 0,0 1-1 0 0,0 0 1 0 0,0-1-1 0 0,1 1 1 0 0,-1 0 0 0 0,0 0-1 0 0,0 0 1 0 0,0 0 0 0 0,-1 0-1 0 0,1 0 1 0 0,0 0 0 0 0,0 0-1 0 0,0 0 1 0 0,-1 1-1 0 0,1-1 1 0 0,-1 0 0 0 0,1 0-1 0 0,-1 1 1 0 0,1-1 0 0 0,-1 0-1 0 0,0 1 1 0 0,1-1-1 0 0,-1 0 1 0 0,0 1 0 0 0,0-1-1 0 0,0 0 1 0 0,0 1 0 0 0,-1-1-1 0 0,1 0 1 0 0,0 1-1 0 0,0-1 1 0 0,-1 0 0 0 0,0 3-1 0 0,-2 10 457 0 0,0 0 0 0 0,1 0 0 0 0,0 0 1 0 0,1 0-1 0 0,2 27 0 0 0,-1 11-338 0 0,0 45 107 0 0,-2 28-1442 0 0,-4-70-216 0 0,1-7 507 0 0,1 0 0 0 0,3 52 0 0 0,5-58 409 0 0,1 23 1373 0 0,-5-57-224 0 0,-1 0-1 0 0,-1 0 0 0 0,-3 13 0 0 0,-2 11 528 0 0,2-11-218 0 0,-2 12-405 0 0,7-31-497 0 0,0 0 0 0 0,0 0 0 0 0,0 0 0 0 0,0 0 1 0 0,0 0-1 0 0,0 0 0 0 0,0 0 0 0 0,1-1 0 0 0,-1 1 0 0 0,1 0 1 0 0,-1 0-1 0 0,1 0 0 0 0,1 2 0 0 0,5 3 586 0 0,-7-7-631 0 0,0 0 0 0 0,0 1-1 0 0,0-1 1 0 0,0 0 0 0 0,1 0 0 0 0,-1 0-1 0 0,0 0 1 0 0,0 1 0 0 0,1-1 0 0 0,-1 0-1 0 0,0 0 1 0 0,0 0 0 0 0,1 0-1 0 0,-1 0 1 0 0,0 0 0 0 0,0 0 0 0 0,1 0-1 0 0,-1 0 1 0 0,0 0 0 0 0,1 0-1 0 0,-1 0 1 0 0,0 0 0 0 0,0 0 0 0 0,1 0-1 0 0,-1 0 1 0 0,0 0 0 0 0,0 0 0 0 0,1 0-1 0 0,-1 0 1 0 0,0 0 0 0 0,1 0-1 0 0,-1-1 1 0 0,-1-4-17 0 0,1 1-100 0 0,-1 1-67 0 0,1 0 0 0 0,-1 0 0 0 0,0 0 1 0 0,1 0-1 0 0,-1 1 0 0 0,-1-1 0 0 0,1 0 0 0 0,0 0 0 0 0,-1 1 0 0 0,-2-5 0 0 0,3 5-549 0 0,-7 19-6470 0 0,-5 31 7055 0 0,12-42 789 0 0,0 0 0 0 0,0 1 0 0 0,0-1 0 0 0,1 0 0 0 0,0 0-1 0 0,0 7 1 0 0,12 41 3434 0 0,-11-50-3716 0 0,-1 1-1 0 0,0-1 0 0 0,-1 0 1 0 0,0 6-1 0 0,1-9 72 0 0,5-73-1704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19.7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0 3447 0 0,'4'19'-54'0'0,"-4"-17"-1"0"0,1 0-1 0 0,-1 0 1 0 0,1 0 0 0 0,-1 1 0 0 0,0-1 0 0 0,0 0 0 0 0,0 0 0 0 0,0 0 0 0 0,0 2 0 0 0,-5 23 13456 0 0,6-37-13244 0 0,0 5 17 0 0,0 0 1 0 0,-1-1-1 0 0,1 1 0 0 0,-1 0 1 0 0,0 0-1 0 0,0-1 0 0 0,-1 1 0 0 0,-1-8 1 0 0,1 13-152 0 0,1 0-1 0 0,0-1 1 0 0,-1 1 0 0 0,1 0 0 0 0,0 0 0 0 0,-1 0 0 0 0,1 0 0 0 0,0 0 0 0 0,-1 1 0 0 0,1-1 0 0 0,0 0 0 0 0,-1 0 0 0 0,1 0 0 0 0,0 0 0 0 0,-1 0 0 0 0,1 0 0 0 0,0 0 0 0 0,-1 1 0 0 0,1-1 0 0 0,0 0 0 0 0,0 0 0 0 0,-1 1 0 0 0,1-1 0 0 0,0 0 0 0 0,0 0 0 0 0,-1 1 0 0 0,1-1 0 0 0,0 0 0 0 0,0 0 0 0 0,0 1 0 0 0,-1 0-1 0 0,1-1 8 0 0,-1 1 0 0 0,1-1 0 0 0,-1 1-1 0 0,1 0 1 0 0,0-1 0 0 0,-1 1 0 0 0,1 0-1 0 0,0 0 1 0 0,-1-1 0 0 0,1 1-1 0 0,0 0 1 0 0,0 0 0 0 0,0-1 0 0 0,0 1-1 0 0,0 0 1 0 0,0 0 0 0 0,0 0 0 0 0,0-1-1 0 0,0 1 1 0 0,0 0 0 0 0,0 0-1 0 0,0 1 1 0 0,3 2-398 0 0,-2-1-199 0 0,1 1 1 0 0,-1-1-1 0 0,0 0 1 0 0,0 1 0 0 0,0-1-1 0 0,0 4 1 0 0,0 2-1065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20.7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62 175 6911 0 0,'0'1'12'0'0,"0"-1"0"0"0,0 1-1 0 0,0-1 1 0 0,0 0 0 0 0,-1 1-1 0 0,1-1 1 0 0,0 1-1 0 0,0-1 1 0 0,-1 0 0 0 0,1 1-1 0 0,0-1 1 0 0,0 0 0 0 0,-1 0-1 0 0,1 1 1 0 0,0-1-1 0 0,-1 0 1 0 0,1 1 0 0 0,0-1-1 0 0,-1 0 1 0 0,1 0 0 0 0,-1 0-1 0 0,1 0 1 0 0,0 1-1 0 0,-1-1 1 0 0,1 0 0 0 0,-1 0-1 0 0,1 0 1 0 0,-1 0 0 0 0,1 0-1 0 0,0 0 1 0 0,-1 0-1 0 0,1 0 1 0 0,-1 0 0 0 0,1 0-1 0 0,-1 0 1 0 0,1 0 0 0 0,0 0-1 0 0,-1-1 1 0 0,1 1-1 0 0,-1 0 1 0 0,1 0 0 0 0,0 0-1 0 0,-1-1 1 0 0,1 1 0 0 0,0 0-1 0 0,-1 0 1 0 0,1-1-1 0 0,-1 1 1 0 0,-9-5 0 0 0,8 5 202 0 0,0-1 0 0 0,0 1 0 0 0,1-1 0 0 0,-1 0 0 0 0,0 1 0 0 0,1-1 0 0 0,-1 0 0 0 0,0 0 1 0 0,1 0-1 0 0,-1 0 0 0 0,1-1 0 0 0,0 1 0 0 0,-1 0 0 0 0,1 0 0 0 0,0-1 0 0 0,0 1 0 0 0,0-1 0 0 0,0 1 1 0 0,0-1-1 0 0,0 0 0 0 0,0 1 0 0 0,1-1 0 0 0,-1 0 0 0 0,1 1 0 0 0,-1-1 0 0 0,1 0 0 0 0,-1 0 0 0 0,1 0 0 0 0,0 1 1 0 0,0-1-1 0 0,0 0 0 0 0,0 0 0 0 0,0 0 0 0 0,0 1 0 0 0,1-1 0 0 0,-1 0 0 0 0,1 0 0 0 0,0-2 0 0 0,2-4 146 0 0,0 1-1 0 0,0 0 1 0 0,0 0-1 0 0,1 1 1 0 0,0-1-1 0 0,0 1 1 0 0,1 0-1 0 0,6-7 1 0 0,-4 5-189 0 0,0 1-1 0 0,1 0 1 0 0,13-10 0 0 0,-19 16-146 0 0,0 0-1 0 0,-1-1 1 0 0,2 1-1 0 0,-1 0 1 0 0,0 0-1 0 0,0 0 1 0 0,0 1-1 0 0,0-1 1 0 0,1 0 0 0 0,-1 1-1 0 0,0-1 1 0 0,0 1-1 0 0,1 0 1 0 0,-1 0-1 0 0,0 0 1 0 0,1 0-1 0 0,-1 0 1 0 0,0 1 0 0 0,1-1-1 0 0,-1 1 1 0 0,0-1-1 0 0,4 2 1 0 0,-1 1 33 0 0,1 1 1 0 0,-1 0-1 0 0,0-1 1 0 0,0 2-1 0 0,0-1 1 0 0,-1 0-1 0 0,0 1 1 0 0,1 0-1 0 0,-2 0 1 0 0,1 0-1 0 0,0 1 1 0 0,3 7-1 0 0,0 2 86 0 0,0 1 0 0 0,-2 0 0 0 0,7 24 0 0 0,-10-29-82 0 0,0 1 1 0 0,-1-1-1 0 0,-1 0 0 0 0,1 0 1 0 0,-2 0-1 0 0,-3 22 1 0 0,-1-4-5 0 0,-14 40 0 0 0,-61 138 198 0 0,66-172-256 0 0,19-50 0 0 0,13-27 0 0 0,0-3 0 0 0,101-309 0 0 0,-116 341 0 0 0,-2 8 0 0 0,1 1 0 0 0,-1-1 0 0 0,1 0 0 0 0,0 0 0 0 0,0 1 0 0 0,0-1 0 0 0,1 1 0 0 0,-1 0 0 0 0,5-5 0 0 0,-7 9 0 0 0,0 0 0 0 0,0 0 0 0 0,0 0 0 0 0,0-1 0 0 0,1 1 0 0 0,-1 0 0 0 0,0 0 0 0 0,0 0 0 0 0,0 0 0 0 0,1-1 0 0 0,-1 1 0 0 0,0 0 0 0 0,0 0 0 0 0,0 0 0 0 0,1 0 0 0 0,-1 0 0 0 0,0 0 0 0 0,0 0 0 0 0,1 0 0 0 0,-1 0 0 0 0,0 0 0 0 0,0 0 0 0 0,1 0 0 0 0,-1 0 0 0 0,0 0 0 0 0,0 0 0 0 0,1 0 0 0 0,-1 0 0 0 0,0 0 0 0 0,0 0 0 0 0,0 0 0 0 0,1 0 0 0 0,-1 1 0 0 0,6 7 0 0 0,-1 12 0 0 0,-2-4 0 0 0,-2 1 0 0 0,1-1 0 0 0,-4 31 0 0 0,-10 50 0 0 0,6-61 0 0 0,-1 58 0 0 0,6-67 10 0 0,1 34-31 0 0,1-56 36 0 0,-1 1-1 0 0,1-1 0 0 0,0 0 0 0 0,1 1 1 0 0,-1-1-1 0 0,1 0 0 0 0,0 0 0 0 0,4 8 0 0 0,-5-12-10 0 0,-1 0-1 0 0,1-1 0 0 0,-1 1 0 0 0,1 0 0 0 0,0 0 0 0 0,0 0 0 0 0,-1-1 1 0 0,1 1-1 0 0,0 0 0 0 0,0-1 0 0 0,0 1 0 0 0,0 0 0 0 0,0-1 0 0 0,0 1 1 0 0,0-1-1 0 0,0 0 0 0 0,0 1 0 0 0,0-1 0 0 0,0 0 0 0 0,0 0 0 0 0,0 1 1 0 0,1-1-1 0 0,1 0-1 0 0,-1-1 0 0 0,0 1 1 0 0,0-1-1 0 0,0 1 0 0 0,1-1 1 0 0,-1 1-1 0 0,0-1 1 0 0,0 0-1 0 0,0 0 0 0 0,2-2 1 0 0,3-1-25 0 0,0-1 0 0 0,-1 0 0 0 0,0-1 1 0 0,11-11-1 0 0,4-14-1279 0 0,-10 8-4990 0 0,-7 11-168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20.9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0 154 2759 0 0,'17'0'10467'0'0,"-8"-2"-9879"0"0,-1 1 1 0 0,1-1-1 0 0,-1 0 0 0 0,0 0 1 0 0,0-1-1 0 0,8-4 0 0 0,7-2 441 0 0,-6 3-734 0 0,-1-2 0 0 0,0 0 0 0 0,0 0 0 0 0,24-18 0 0 0,-27 15-1073 0 0,0 1 1 0 0,19-22-1 0 0,-18 15-5554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21.2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63 4 6911 0 0,'-22'-3'744'0'0,"21"4"-586"0"0,0-1-1 0 0,0 1 1 0 0,0 0-1 0 0,0-1 1 0 0,0 1-1 0 0,0 0 1 0 0,1 0-1 0 0,-1 0 1 0 0,0 0-1 0 0,0 0 1 0 0,1 0-1 0 0,-1 0 1 0 0,1 0-1 0 0,-1 1 1 0 0,1-1-1 0 0,-1 2 1 0 0,-1 1 394 0 0,-3 5 408 0 0,1 1 1 0 0,1 0 0 0 0,-1 0 0 0 0,2 0 0 0 0,-1 0-1 0 0,2 0 1 0 0,-1 0 0 0 0,1 11 0 0 0,3 85 1374 0 0,-1-97-2172 0 0,-1-4-68 0 0,1 0 0 0 0,-1 0 1 0 0,1 0-1 0 0,1 0 0 0 0,-1 0 0 0 0,0-1 1 0 0,1 1-1 0 0,0 0 0 0 0,0-1 0 0 0,1 0 1 0 0,3 6-1 0 0,-5-8-173 0 0,1-1 0 0 0,-1 1 0 0 0,0-1 0 0 0,1 1 0 0 0,0-1 0 0 0,-1 0 0 0 0,1 0 0 0 0,0 0 0 0 0,0 0 0 0 0,0 0 0 0 0,-1 0 0 0 0,4 1 0 0 0,-3-2-381 0 0,0 1 1 0 0,0-1-1 0 0,1 0 0 0 0,-1 0 0 0 0,0 0 1 0 0,0 0-1 0 0,1 0 0 0 0,-1 0 0 0 0,0-1 1 0 0,0 1-1 0 0,1-1 0 0 0,-1 1 0 0 0,2-2 1 0 0,8-2-6312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21.6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80 2303 0 0,'0'-2'150'0'0,"-1"1"0"0"0,1 0 0 0 0,0-1 0 0 0,0 1-1 0 0,0 0 1 0 0,0-1 0 0 0,0 1 0 0 0,0-1-1 0 0,0 1 1 0 0,0 0 0 0 0,0-1 0 0 0,1 1 0 0 0,-1 0-1 0 0,1-1 1 0 0,-1 1 0 0 0,1 0 0 0 0,0-2-1 0 0,1 0 414 0 0,-1 0-1 0 0,1 1 0 0 0,-1-1 1 0 0,1 1-1 0 0,0 0 0 0 0,4-5 0 0 0,37-18 5518 0 0,-43 24-5958 0 0,1 1 0 0 0,0-1 0 0 0,0 0 0 0 0,0 1-1 0 0,0-1 1 0 0,0 1 0 0 0,0-1 0 0 0,0 1 0 0 0,0-1 0 0 0,0 1 0 0 0,0 0-1 0 0,0 0 1 0 0,0 0 0 0 0,0-1 0 0 0,0 1 0 0 0,0 0 0 0 0,0 0-1 0 0,0 0 1 0 0,0 0 0 0 0,0 1 0 0 0,0-1 0 0 0,2 0 0 0 0,-3 1-67 0 0,1-1 0 0 0,0 1 0 0 0,-1-1 0 0 0,1 1 0 0 0,-1 0 0 0 0,1-1 0 0 0,-1 1 0 0 0,1 0 0 0 0,-1-1 1 0 0,0 1-1 0 0,1 0 0 0 0,-1 0 0 0 0,0-1 0 0 0,1 1 0 0 0,-1 0 0 0 0,0 0 0 0 0,0 0 0 0 0,0-1 0 0 0,0 1 0 0 0,0 0 0 0 0,0 0 1 0 0,0 0-1 0 0,0-1 0 0 0,0 1 0 0 0,0 0 0 0 0,0 0 0 0 0,0 0 0 0 0,-1 1 0 0 0,-4 16 169 0 0,-1 0-1 0 0,0 0 0 0 0,-18 33 1 0 0,15-34-53 0 0,1-1 1 0 0,1 1 0 0 0,1 0-1 0 0,-6 25 1 0 0,12-41-145 0 0,-1 0 0 0 0,1 0 0 0 0,0 0-1 0 0,0 0 1 0 0,0 0 0 0 0,0 0 0 0 0,0 0 0 0 0,0 0-1 0 0,0 1 1 0 0,0-1 0 0 0,0 0 0 0 0,0 0 0 0 0,1 0 0 0 0,-1 0-1 0 0,0 0 1 0 0,1 0 0 0 0,-1 0 0 0 0,1 0 0 0 0,-1 0-1 0 0,2 2 1 0 0,-1-3-12 0 0,0 1 0 0 0,-1-1 0 0 0,1 1 0 0 0,0-1-1 0 0,0 0 1 0 0,0 1 0 0 0,0-1 0 0 0,-1 0 0 0 0,1 0 0 0 0,0 0 0 0 0,0 1-1 0 0,0-1 1 0 0,0 0 0 0 0,0 0 0 0 0,0 0 0 0 0,0-1 0 0 0,0 1-1 0 0,0 0 1 0 0,1 0 0 0 0,4-2 13 0 0,0 0 1 0 0,-1 0-1 0 0,1-1 0 0 0,0 0 0 0 0,8-5 1 0 0,24-15 126 0 0,-18 11-137 0 0,27-20-1 0 0,-35 20-1501 0 0,-7 6-28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21.8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 5527 0 0,'0'0'97'0'0,"0"-1"0"0"0,0 1 0 0 0,0-1 0 0 0,0 0 0 0 0,1 1 0 0 0,-1-1 0 0 0,0 1-1 0 0,0-1 1 0 0,1 0 0 0 0,-1 1 0 0 0,0-1 0 0 0,1 1 0 0 0,-1-1 0 0 0,0 1 0 0 0,1-1 0 0 0,-1 1-1 0 0,1-1 1 0 0,-1 1 0 0 0,1 0 0 0 0,-1-1 0 0 0,1 1 0 0 0,-1-1 0 0 0,1 1 0 0 0,-1 0-1 0 0,1 0 1 0 0,0-1 0 0 0,-1 1 0 0 0,1 0 0 0 0,-1 0 0 0 0,1 0 0 0 0,0 0 0 0 0,-1 0 0 0 0,1 0-1 0 0,0 0 1 0 0,-1 0 0 0 0,1 0 0 0 0,0 0 0 0 0,23 3 3709 0 0,-21-2-3382 0 0,1 1 0 0 0,-1-1-1 0 0,0 1 1 0 0,0-1 0 0 0,0 1-1 0 0,0 0 1 0 0,0 0 0 0 0,0 0-1 0 0,0 0 1 0 0,-1 1 0 0 0,1-1-1 0 0,-1 1 1 0 0,4 5 0 0 0,-3-3-84 0 0,0 0 0 0 0,0 0 0 0 0,-1 1 0 0 0,0-1 0 0 0,0 1 0 0 0,0 0 0 0 0,1 8 0 0 0,0 2-173 0 0,-2 1-1 0 0,0-1 1 0 0,-1 0 0 0 0,-1 1-1 0 0,-3 15 1 0 0,-2 3-267 0 0,-2 0 0 0 0,-20 56 0 0 0,13-48-348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24.7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67 49 1839 0 0,'0'-5'621'0'0,"0"1"-1"0"0,0 0 1 0 0,0 0-1 0 0,-1 0 0 0 0,1-1 1 0 0,-1 1-1 0 0,0 0 0 0 0,-1 0 1 0 0,1 0-1 0 0,-7-3 4148 0 0,2 24-4391 0 0,5-12-198 0 0,-4 8 107 0 0,1 1 0 0 0,1 0-1 0 0,0 0 1 0 0,-1 26 0 0 0,5 55 56 0 0,1-36-185 0 0,-2-35-64 0 0,0 18 49 0 0,-1 1 1 0 0,-12 78-1 0 0,12-119-242 0 0,1 0-41 0 0,0 1 0 0 0,-1 0 0 0 0,0 0 0 0 0,1 0 0 0 0,-1-1 0 0 0,0 1 0 0 0,0-1 0 0 0,-1 1 0 0 0,1-1 0 0 0,-1 1 0 0 0,-2 3 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25.9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95 90 1839 0 0,'-7'-5'534'0'0,"1"-1"-1"0"0,0 0 0 0 0,0 0 0 0 0,0 0 0 0 0,1 0 0 0 0,0-1 0 0 0,-6-11 0 0 0,-7-8 3130 0 0,18 25-3611 0 0,0 1 0 0 0,0 0-1 0 0,-1 0 1 0 0,1 0-1 0 0,0 0 1 0 0,0 0-1 0 0,0-1 1 0 0,0 1 0 0 0,0 0-1 0 0,0 0 1 0 0,0 0-1 0 0,-1 0 1 0 0,1 0 0 0 0,0 0-1 0 0,0 0 1 0 0,0 0-1 0 0,0 0 1 0 0,0-1 0 0 0,-1 1-1 0 0,1 0 1 0 0,0 0-1 0 0,0 0 1 0 0,0 0 0 0 0,0 0-1 0 0,-1 0 1 0 0,1 0-1 0 0,0 0 1 0 0,0 0-1 0 0,0 0 1 0 0,0 0 0 0 0,-1 0-1 0 0,1 0 1 0 0,0 0-1 0 0,0 0 1 0 0,0 1 0 0 0,0-1-1 0 0,-1 0 1 0 0,-4 7 895 0 0,0 10-329 0 0,4-16-513 0 0,-1 11 183 0 0,0 0 0 0 0,0 0 0 0 0,1 0 1 0 0,1 0-1 0 0,0 0 0 0 0,0 0 0 0 0,1 0 0 0 0,4 14 0 0 0,-5-22-217 0 0,1-1 0 0 0,0 1 1 0 0,0-1-1 0 0,1 0 0 0 0,-1 0 0 0 0,1 1 0 0 0,-1-1 0 0 0,1 0 0 0 0,3 3 0 0 0,-4-5-28 0 0,0 1-1 0 0,0-1 0 0 0,1 0 0 0 0,-1 0 1 0 0,0 0-1 0 0,1 0 0 0 0,-1 0 0 0 0,0 0 0 0 0,1-1 1 0 0,0 1-1 0 0,-1 0 0 0 0,1-1 0 0 0,-1 1 0 0 0,1-1 1 0 0,0 1-1 0 0,-1-1 0 0 0,1 0 0 0 0,0 0 1 0 0,-1 0-1 0 0,1 0 0 0 0,1 0 0 0 0,7-1 170 0 0,-3 1-43 0 0,-1-1 0 0 0,1 0 0 0 0,-1 0 0 0 0,13-4 0 0 0,-17 4-139 0 0,-1 0 1 0 0,1 1-1 0 0,-1-1 1 0 0,1 0-1 0 0,-1 0 0 0 0,0 0 1 0 0,1 0-1 0 0,-1 0 0 0 0,0 0 1 0 0,0-1-1 0 0,1 1 0 0 0,-1 0 1 0 0,0-1-1 0 0,0 1 1 0 0,-1 0-1 0 0,1-1 0 0 0,0 1 1 0 0,0-1-1 0 0,-1 0 0 0 0,1 1 1 0 0,-1-1-1 0 0,1 1 0 0 0,-1-1 1 0 0,1-2-1 0 0,0-12 97 0 0,0 0 1 0 0,-3-24-1 0 0,1 32-103 0 0,0 1 1 0 0,0-1 0 0 0,-1 1-1 0 0,0-1 1 0 0,0 1 0 0 0,-1 0-1 0 0,-4-10 1 0 0,6 16-21 0 0,1 1 0 0 0,0-1 1 0 0,-1 0-1 0 0,1 1 0 0 0,0-1 0 0 0,-1 0 1 0 0,1 1-1 0 0,-1-1 0 0 0,1 0 0 0 0,-1 1 1 0 0,0-1-1 0 0,1 1 0 0 0,-1-1 0 0 0,0 1 1 0 0,1-1-1 0 0,-1 1 0 0 0,0 0 0 0 0,1-1 1 0 0,-1 1-1 0 0,0 0 0 0 0,0-1 0 0 0,1 1 0 0 0,-1 0 1 0 0,0 0-1 0 0,-1 0 0 0 0,1 0-3 0 0,0 0 0 0 0,0 1 0 0 0,0-1 0 0 0,0 1 0 0 0,0-1 0 0 0,0 1 0 0 0,1-1 0 0 0,-1 1 0 0 0,0-1 0 0 0,0 1 0 0 0,0 0 0 0 0,1 0 0 0 0,-1-1 0 0 0,0 1 0 0 0,1 0 0 0 0,-2 1 0 0 0,-1 3-2 0 0,0 1-1 0 0,1-1 0 0 0,-1 0 1 0 0,1 1-1 0 0,-2 9 0 0 0,1-3 39 0 0,2-1 0 0 0,0 1-1 0 0,0 0 1 0 0,1 0 0 0 0,0-1-1 0 0,1 1 1 0 0,1 0 0 0 0,0-1-1 0 0,0 1 1 0 0,1-1 0 0 0,8 20-1 0 0,-10-29-20 0 0,-1 0-1 0 0,1 0 1 0 0,0-1-1 0 0,0 1 1 0 0,0 0-1 0 0,0-1 1 0 0,1 1 0 0 0,-1-1-1 0 0,0 1 1 0 0,1-1-1 0 0,-1 0 1 0 0,1 1-1 0 0,-1-1 1 0 0,1 0-1 0 0,0 0 1 0 0,-1 0-1 0 0,3 1 1 0 0,-2-2-7 0 0,-1 0 1 0 0,0 0-1 0 0,1 0 1 0 0,-1 0-1 0 0,0 0 0 0 0,0 0 1 0 0,1 0-1 0 0,-1 0 1 0 0,0 0-1 0 0,1-1 0 0 0,-1 1 1 0 0,0-1-1 0 0,0 1 0 0 0,0-1 1 0 0,1 1-1 0 0,-1-1 1 0 0,0 0-1 0 0,0 1 0 0 0,0-1 1 0 0,0 0-1 0 0,0 0 1 0 0,0 0-1 0 0,0 0 0 0 0,0 0 1 0 0,-1 0-1 0 0,2-2 1 0 0,3-4 2 0 0,-1 0 1 0 0,1 0 0 0 0,-2-1 0 0 0,1 0 0 0 0,-1 1 0 0 0,0-1 0 0 0,-1 0 0 0 0,1-1 0 0 0,-2 1 0 0 0,1 0-1 0 0,-1-1 1 0 0,0-9 0 0 0,-1 12-11 0 0,0 1 0 0 0,0-1 0 0 0,-1 1-1 0 0,1-1 1 0 0,-1 1 0 0 0,0-1 0 0 0,-1 1-1 0 0,1 0 1 0 0,-1-1 0 0 0,0 1-1 0 0,-1 0 1 0 0,1 0 0 0 0,-1 1 0 0 0,0-1-1 0 0,0 0 1 0 0,0 1 0 0 0,-1 0 0 0 0,0 0-1 0 0,-6-6 1 0 0,9 9-2 0 0,0 0 0 0 0,0 0 0 0 0,0 1 0 0 0,0-1 0 0 0,0 0 0 0 0,0 1 0 0 0,0-1 0 0 0,0 1 0 0 0,0-1 0 0 0,0 1 0 0 0,0 0 0 0 0,0-1 0 0 0,0 1 0 0 0,-1 0 0 0 0,1 0 0 0 0,0 0 0 0 0,0 0 0 0 0,0 0 0 0 0,-1 0 0 0 0,1 0 0 0 0,0 0 0 0 0,0 0 0 0 0,0 1 0 0 0,0-1 0 0 0,0 0 0 0 0,-1 1 0 0 0,-1 0 0 0 0,1 1 0 0 0,1 0 0 0 0,-1-1 0 0 0,0 1 0 0 0,0 0 0 0 0,1 0 0 0 0,-1 0 0 0 0,1 0 0 0 0,0 0 0 0 0,0 0 0 0 0,0 0 0 0 0,0 1 0 0 0,-2 3 0 0 0,-1 7 86 0 0,1 1-1 0 0,0 0 0 0 0,0 1 1 0 0,1-1-1 0 0,1 0 0 0 0,1 1 1 0 0,0-1-1 0 0,3 23 0 0 0,-3-35-78 0 0,0-1 0 0 0,0 1-1 0 0,1-1 1 0 0,-1 0 0 0 0,0 1-1 0 0,1-1 1 0 0,-1 1 0 0 0,1-1-1 0 0,-1 0 1 0 0,1 0 0 0 0,-1 1-1 0 0,1-1 1 0 0,0 0 0 0 0,0 0 0 0 0,0 0-1 0 0,0 0 1 0 0,0 0 0 0 0,0 0-1 0 0,0 0 1 0 0,0 0 0 0 0,0 0-1 0 0,0 0 1 0 0,0-1 0 0 0,0 1-1 0 0,1 0 1 0 0,-1-1 0 0 0,0 1 0 0 0,3 0-1 0 0,-2-1 5 0 0,0 0 1 0 0,1 0-1 0 0,-1 0 0 0 0,0-1 0 0 0,1 1 0 0 0,-1-1 0 0 0,0 1 1 0 0,1-1-1 0 0,-1 0 0 0 0,0 0 0 0 0,0 0 0 0 0,0 0 0 0 0,0 0 1 0 0,0-1-1 0 0,0 1 0 0 0,2-2 0 0 0,1-2-11 0 0,0 1 0 0 0,-1-1 0 0 0,1 0 0 0 0,-1 0 0 0 0,0 0 0 0 0,-1-1 0 0 0,1 1 0 0 0,-1-1 0 0 0,0 0 0 0 0,0 0 0 0 0,-1 0 0 0 0,0 0 0 0 0,0-1 0 0 0,1-6 0 0 0,-2 8 0 0 0,0 0 0 0 0,0 0 0 0 0,-1 0 0 0 0,0 0 0 0 0,0-1 0 0 0,0 1 0 0 0,0 0 0 0 0,-1 0 0 0 0,0 0 0 0 0,0 0 0 0 0,-1 0 0 0 0,1 0 0 0 0,-1 0 0 0 0,0 0 0 0 0,0 1 0 0 0,-1-1 0 0 0,1 1 0 0 0,-5-6 0 0 0,7 9 0 0 0,-1 0 0 0 0,0 0-1 0 0,0 0 1 0 0,1 0 0 0 0,-1 1-1 0 0,0-1 1 0 0,0 0 0 0 0,0 0-1 0 0,0 1 1 0 0,0-1 0 0 0,0 0 0 0 0,0 1-1 0 0,0-1 1 0 0,0 1 0 0 0,0-1-1 0 0,0 1 1 0 0,-1 0 0 0 0,0-1-1 0 0,1 2 10 0 0,0-1 0 0 0,1 0 0 0 0,-1 1 0 0 0,0-1-1 0 0,0 1 1 0 0,1-1 0 0 0,-1 1 0 0 0,0-1-1 0 0,1 1 1 0 0,-1 0 0 0 0,0-1 0 0 0,1 1-1 0 0,-1 0 1 0 0,1-1 0 0 0,-1 1 0 0 0,1 0-1 0 0,-1 0 1 0 0,1 0 0 0 0,0-1 0 0 0,-1 1-1 0 0,1 0 1 0 0,0 0 0 0 0,0 0 0 0 0,0 2-1 0 0,-5 21-5 0 0,1 1 0 0 0,1 0-1 0 0,1 50 1 0 0,2-67 18 0 0,0 1 0 0 0,4 14 0 0 0,-4-21-16 0 0,0 0 0 0 0,1 0 0 0 0,-1 0-1 0 0,1 0 1 0 0,0 0 0 0 0,0 0 0 0 0,0 0 0 0 0,0 0 0 0 0,0 0 0 0 0,0 0 0 0 0,0 0 0 0 0,1-1 0 0 0,-1 1 0 0 0,1 0 0 0 0,2 2-1 0 0,-3-4-2 0 0,0 1 0 0 0,0-1-1 0 0,0 1 1 0 0,0-1 0 0 0,1 1-1 0 0,-1-1 1 0 0,0 0 0 0 0,0 0-1 0 0,0 0 1 0 0,0 1 0 0 0,0-1-1 0 0,0 0 1 0 0,0-1 0 0 0,1 1-1 0 0,-1 0 1 0 0,0 0 0 0 0,0 0-1 0 0,0-1 1 0 0,1 1 0 0 0,1-1 4 0 0,-1-1 1 0 0,1 1-1 0 0,-1 0 1 0 0,0-1-1 0 0,1 1 1 0 0,-1-1-1 0 0,3-3 1 0 0,0 0 3 0 0,-1 0 0 0 0,0 0 0 0 0,0 0-1 0 0,-1 0 1 0 0,0-1 0 0 0,4-6 0 0 0,-5 5-11 0 0,0 0 0 0 0,0 0 1 0 0,0 0-1 0 0,-1-1 0 0 0,0 1 0 0 0,0 0 0 0 0,-1-1 0 0 0,0 1 1 0 0,0 0-1 0 0,-1-1 0 0 0,0 1 0 0 0,0 0 0 0 0,0-1 0 0 0,-1 1 0 0 0,-1 0 1 0 0,1 0-1 0 0,-1 0 0 0 0,0 1 0 0 0,0-1 0 0 0,-1 1 0 0 0,-5-8 0 0 0,8 13-7 0 0,0 0 0 0 0,0 0-1 0 0,0 0 1 0 0,0 0 0 0 0,0 0-1 0 0,-1 0 1 0 0,1 0-1 0 0,0 0 1 0 0,0 0 0 0 0,-1 1-1 0 0,1-1 1 0 0,0 0-1 0 0,-1 1 1 0 0,1 0 0 0 0,-1-1-1 0 0,1 1 1 0 0,0 0-1 0 0,-1-1 1 0 0,1 1 0 0 0,-1 0-1 0 0,1 0 1 0 0,-2 0-1 0 0,0 1 7 0 0,0 0-1 0 0,1 0 1 0 0,-1-1-1 0 0,0 2 1 0 0,1-1-1 0 0,0 0 1 0 0,-1 0-1 0 0,1 1 1 0 0,0-1-1 0 0,-1 1 1 0 0,-1 2-1 0 0,-2 2 5 0 0,0 0 1 0 0,1 0-1 0 0,0 1 0 0 0,0-1 0 0 0,0 1 1 0 0,1 0-1 0 0,-4 9 0 0 0,5-8-4 0 0,0 1 1 0 0,0-1-1 0 0,-2 15 0 0 0,4-21 6 0 0,1 1 1 0 0,0-1-1 0 0,0 0 1 0 0,-1 1-1 0 0,1-1 1 0 0,1 0-1 0 0,-1 1 1 0 0,0-1-1 0 0,0 0 1 0 0,1 0-1 0 0,0 1 1 0 0,-1-1-1 0 0,1 0 1 0 0,0 0-1 0 0,0 0 1 0 0,0 0-1 0 0,0 0 1 0 0,0 0-1 0 0,2 2 1 0 0,-2-3-2 0 0,0-1-1 0 0,0 1 1 0 0,0-1 0 0 0,0 1 0 0 0,0-1-1 0 0,0 0 1 0 0,1 1 0 0 0,-1-1 0 0 0,0 0-1 0 0,0 0 1 0 0,0 0 0 0 0,0 1 0 0 0,0-1 0 0 0,0 0-1 0 0,1-1 1 0 0,-1 1 0 0 0,0 0 0 0 0,0 0-1 0 0,0 0 1 0 0,0-1 0 0 0,0 1 0 0 0,2-1-1 0 0,26-12-53 0 0,-24 10 11 0 0,35-21-1568 0 0,-25 16 993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30.2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3481 66 2303 0 0,'14'-9'811'0'0,"40"-26"1616"0"0,-46 31-1850 0 0,-1 1 0 0 0,1-1-1 0 0,0 1 1 0 0,0 1 0 0 0,12-4 0 0 0,-10 6 1927 0 0,-16 5 901 0 0,2-3-3017 0 0,-123 59 3016 0 0,78-36-1839 0 0,-84 56 0 0 0,-34 46-484 0 0,136-104-1016 0 0,-2-2 0 0 0,-56 28 0 0 0,-1 1 1 0 0,15-4 140 0 0,-75 61 0 0 0,101-71-146 0 0,-91 50 0 0 0,73-46-40 0 0,-35 17-20 0 0,48-27 0 0 0,1 1 0 0 0,-62 50 0 0 0,82-54 4 0 0,-49 41 58 0 0,-117 75 0 0 0,159-118-62 0 0,-92 52 0 0 0,-53 15 53 0 0,-44 23 22 0 0,156-75-71 0 0,-193 98 45 0 0,119-65 187 0 0,-236 161 0 0 0,147-79-161 0 0,219-142-44 0 0,13-10-16 0 0,-1 0 0 0 0,1 1 1 0 0,-1-1-1 0 0,1-1 0 0 0,-1 1 0 0 0,0-1 0 0 0,-6 2 0 0 0,10-4-27 0 0,0 0 0 0 0,1 0 1 0 0,-1 0-1 0 0,0-1 0 0 0,1 1 0 0 0,-1 0 0 0 0,0-1 1 0 0,1 1-1 0 0,-1 0 0 0 0,1-1 0 0 0,-1 1 0 0 0,0-1 1 0 0,1 1-1 0 0,-1-1 0 0 0,1 1 0 0 0,-1-1 0 0 0,1 0 0 0 0,0 1 1 0 0,-1-1-1 0 0,0-1 0 0 0,-3-3-192 0 0,2 2-192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31.6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1458 3679 0 0,'8'0'7815'0'0,"4"0"-3774"0"0,0-1-3702 0 0,-1 0 0 0 0,0-1 1 0 0,0 0-1 0 0,16-5 0 0 0,43-24 905 0 0,123-75 0 0 0,14-28 84 0 0,-84 64-1155 0 0,-36 21-138 0 0,82-59 188 0 0,10-7 343 0 0,219-130 88 0 0,-360 221-620 0 0,-1-1 0 0 0,-2-3 0 0 0,39-36 0 0 0,-30 25-11 0 0,2 2 1 0 0,2 1-1 0 0,1 3 1 0 0,71-36-1 0 0,-86 50-13 0 0,63-32 166 0 0,102-73 1 0 0,-196 122-155 0 0,0-1 0 0 0,1 0 0 0 0,-1 1 1 0 0,-1-1-1 0 0,1 0 0 0 0,0-1 0 0 0,-1 1 1 0 0,4-6-1 0 0,-8 4 45 0 0,1 5-72 0 0,1 0 0 0 0,-1 0 0 0 0,1-1 0 0 0,-1 1 0 0 0,1 0 0 0 0,-1 0 0 0 0,1 0 0 0 0,-1 0 0 0 0,1 0 0 0 0,-1 0 0 0 0,1 0 0 0 0,-1 0 0 0 0,1 0 0 0 0,-1 1 0 0 0,1-1 0 0 0,-1 0-1 0 0,1 0 1 0 0,-1 0 0 0 0,1 0 0 0 0,-1 1 0 0 0,1-1 0 0 0,0 0 0 0 0,-1 1 0 0 0,0-1 0 0 0,-19 13-1628 0 0,9-3-6182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33.5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 18 919 0 0,'0'-1'67'0'0,"0"0"-20"0"0,3-5 907 0 0,0-1-424 0 0,-3 7-488 0 0,1 0 0 0 0,-1 0 293 0 0,0 0-293 0 0,0 0 0 0 0,0 0 0 0 0,0-1 0 0 0,0 1 0 0 0,0 0 0 0 0,0 0 0 0 0,0 0 0 0 0,0 0 0 0 0,0 0 0 0 0,0 0 0 0 0,0 0 0 0 0,0 0-1 0 0,0 0 1 0 0,0 0 0 0 0,0 0 0 0 0,0 0 0 0 0,0 0 0 0 0,0 0 0 0 0,0 0 0 0 0,0-1 0 0 0,0 1 0 0 0,0 0 0 0 0,0 0 0 0 0,0 0 0 0 0,0 0-1 0 0,0 0 1 0 0,0 0 0 0 0,0 0 294 0 0,0 0-294 0 0,0 0 0 0 0,0 0-1 0 0,0 0 1 0 0,0-1 0 0 0,-1 1 0 0 0,1 0 0 0 0,0 0 0 0 0,0 0 0 0 0,0 0 0 0 0,0 0 0 0 0,0 0 0 0 0,0 0 0 0 0,0 0 0 0 0,0 0 0 0 0,0 0-1 0 0,0 0 1 0 0,0 0 0 0 0,0 0 0 0 0,0 0 0 0 0,-1 0 0 0 0,-40 19-1489 0 0,36-17 1447 0 0,0 0 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34.1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83 11 919 0 0,'-5'0'329'0'0,"-1"-1"-1"0"0,1 0 0 0 0,-12-3 0 0 0,1 0 1853 0 0,15 4-1998 0 0,0 0 1 0 0,0 0 0 0 0,0 0 0 0 0,0 0-1 0 0,0 0 1 0 0,0 0 0 0 0,0 0-1 0 0,0 0 1 0 0,0 0 0 0 0,0 1 0 0 0,1-1-1 0 0,-1 0 1 0 0,0 1 0 0 0,0-1-1 0 0,0 0 1 0 0,0 1 0 0 0,0 0-1 0 0,0-1 1 0 0,0 1 0 0 0,1-1 0 0 0,-1 1-1 0 0,0 0 1 0 0,0-1 0 0 0,1 1-1 0 0,-1 0 1 0 0,1 0 0 0 0,-1 0 0 0 0,1-1-1 0 0,-1 1 1 0 0,1 0 0 0 0,-1 0-1 0 0,1 0 1 0 0,0 0 0 0 0,-1 0-1 0 0,1 0 1 0 0,0 2 0 0 0,-2 4 813 0 0,1 1 0 0 0,0 0 0 0 0,0 15 1 0 0,1-8-358 0 0,-1-4-133 0 0,0 0 1 0 0,2 16-1 0 0,-1-24-470 0 0,1 0-1 0 0,-1 0 1 0 0,1 0-1 0 0,0 0 1 0 0,-1 0 0 0 0,1 0-1 0 0,1 0 1 0 0,-1 0 0 0 0,0 0-1 0 0,1 0 1 0 0,-1-1 0 0 0,1 1-1 0 0,3 3 1 0 0,-4-5-27 0 0,0-1 0 0 0,1 1 0 0 0,-1 0-1 0 0,0-1 1 0 0,1 1 0 0 0,-1-1 0 0 0,0 1 0 0 0,1-1 0 0 0,-1 0 0 0 0,1 1 0 0 0,1-1 0 0 0,-2 0 24 0 0,-1 0 0 0 0,1 0 0 0 0,-1 0 1 0 0,1 0-1 0 0,-1 0 0 0 0,0 0 0 0 0,1 0 1 0 0,-1 0-1 0 0,1 0 0 0 0,-1 0 0 0 0,1 0 1 0 0,-1 0-1 0 0,1 0 0 0 0,-1 0 0 0 0,0 0 1 0 0,1-1-1 0 0,-1 1 0 0 0,1 0 0 0 0,-1 0 1 0 0,0 0-1 0 0,1-1 0 0 0,-1 1 0 0 0,0 0 1 0 0,1-1-1 0 0,-1 1 0 0 0,0 0 0 0 0,1-1 1 0 0,-1 1-1 0 0,0 0 0 0 0,0-1 0 0 0,1 1 1 0 0,-1-1-1 0 0,0 1 0 0 0,0 0 0 0 0,0-1 1 0 0,1 1-1 0 0,-1-1 0 0 0,0 1 0 0 0,0-1 1 0 0,0 1-1 0 0,0-1 0 0 0,2-71 100 0 0,-2 72-122 0 0,0 0 0 0 0,0 0 1 0 0,0 0-1 0 0,0 0 1 0 0,-1 0-1 0 0,1 0 1 0 0,0 0-1 0 0,0 0 1 0 0,0 0-1 0 0,0 0 1 0 0,0 0-1 0 0,0 0 1 0 0,0 0-1 0 0,0 0 1 0 0,0 0-1 0 0,0 0 1 0 0,-1 0-1 0 0,1 0 1 0 0,0 0-1 0 0,0 0 0 0 0,0 0 1 0 0,0 0-1 0 0,0 0 1 0 0,0 0-1 0 0,0 0 1 0 0,0 0-1 0 0,0 0 1 0 0,0 0-1 0 0,0 0 1 0 0,0 0-1 0 0,-1 0 1 0 0,1-1-1 0 0,0 1 1 0 0,0 0-1 0 0,0 0 1 0 0,0 0-1 0 0,0 0 1 0 0,0 0-1 0 0,0 0 1 0 0,0 0-1 0 0,0 0 0 0 0,0 0 1 0 0,0 0-1 0 0,-3 3-1078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35.0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18 109 2303 0 0,'0'-13'1323'0'0,"-10"-37"2963"0"0,2 20 5128 0 0,18 45-7697 0 0,3 34-347 0 0,-11-40-1266 0 0,0 1 0 0 0,0-1 1 0 0,1 0-1 0 0,1 0 0 0 0,-1 0 1 0 0,7 11-1 0 0,-9-19-77 0 0,0 0 0 0 0,0 0 0 0 0,0 0 0 0 0,0 0 0 0 0,0 0 0 0 0,0 0 0 0 0,0 0 0 0 0,0 0 0 0 0,0 0 0 0 0,1 0 0 0 0,-1-1 0 0 0,0 1 0 0 0,1-1 0 0 0,-1 1 0 0 0,2 0 0 0 0,-4-13 229 0 0,-6-31 58 0 0,4 27-290 0 0,1 1-1 0 0,-1-24 0 0 0,2 30-23 0 0,1 5 0 0 0,0 1 0 0 0,0-1 0 0 0,0 1 0 0 0,0-1 0 0 0,1 1 0 0 0,-1-1 0 0 0,3-5 0 0 0,-6 18 137 0 0,2 0-1 0 0,-1 0 0 0 0,1 1 1 0 0,0-1-1 0 0,2 14 1 0 0,4 54 95 0 0,-3-57-142 0 0,1-5-28 0 0,-3-15-48 0 0,0 1 0 0 0,0-1-1 0 0,0 1 1 0 0,0 0 0 0 0,0-1 0 0 0,0 1 0 0 0,1-1-1 0 0,-1 1 1 0 0,0-1 0 0 0,0 1 0 0 0,1-1-1 0 0,-1 0 1 0 0,0 1 0 0 0,1-1 0 0 0,-1 1-1 0 0,0-1 1 0 0,1 1 0 0 0,-1-1 0 0 0,1 0-1 0 0,-1 1 1 0 0,0-1 0 0 0,1 0 0 0 0,0 1-1 0 0,-1-2-8 0 0,1 1 0 0 0,-1 0 0 0 0,0 0 0 0 0,1-1 0 0 0,-1 1 0 0 0,0-1 0 0 0,1 1 0 0 0,-1 0 0 0 0,0-1 0 0 0,0 1 0 0 0,0-1 0 0 0,0 1 0 0 0,1 0 0 0 0,-1-1 0 0 0,0 1 0 0 0,0-1 0 0 0,0 1 0 0 0,0-1 0 0 0,0 1 0 0 0,0-1 0 0 0,0 1 0 0 0,0 0 0 0 0,0-2 0 0 0,0-14 120 0 0,0 12-111 0 0,-1 0-14 0 0,1-1 0 0 0,0 1 0 0 0,-1-1 0 0 0,0 1 0 0 0,0 0 0 0 0,0-1 0 0 0,-1 1 0 0 0,1 0 0 0 0,-1 0 0 0 0,0 0 0 0 0,0 0 0 0 0,0 0 0 0 0,-1 0 0 0 0,1 1 0 0 0,-6-6 0 0 0,7 8 0 0 0,1 1 0 0 0,0 0 0 0 0,0 0 0 0 0,0 0 0 0 0,0-1 0 0 0,-1 1 0 0 0,1 0 0 0 0,0 0 0 0 0,0 0 0 0 0,0 0 0 0 0,-1 0 0 0 0,1-1 0 0 0,0 1 0 0 0,0 0 0 0 0,0 0 0 0 0,-1 0 0 0 0,1 0 0 0 0,0 0 0 0 0,0 0 0 0 0,-1 0 0 0 0,1 0 0 0 0,0 0 0 0 0,0 0 0 0 0,-1 0 0 0 0,1 0 0 0 0,0 0 0 0 0,-1 0 0 0 0,1 0 0 0 0,0 0 0 0 0,0 0 0 0 0,0 0 0 0 0,-1 0 0 0 0,1 0 0 0 0,0 0 0 0 0,0 1 0 0 0,-1-1 0 0 0,1 0 0 0 0,0 0 0 0 0,-1 1 0 0 0,-4 11 0 0 0,1 16 0 0 0,3-22-2 0 0,1 46-213 0 0,3-29-40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36.0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120 1 1375 0 0,'-6'10'293'0'0,"0"1"0"0"0,0-1 0 0 0,1 2 0 0 0,1-1 0 0 0,0 0-1 0 0,-3 14 1 0 0,-11 29 1808 0 0,11-33-804 0 0,3-11-113 0 0,0 1-1 0 0,-5 11 1 0 0,8-20-863 0 0,0 0 1 0 0,0-1-1 0 0,0 1 0 0 0,-1 0 1 0 0,1-1-1 0 0,0 1 1 0 0,0-1-1 0 0,-1 1 1 0 0,1-1-1 0 0,-1 1 0 0 0,0-1 1 0 0,1 0-1 0 0,-1 0 1 0 0,0 0-1 0 0,1 0 0 0 0,-1 0 1 0 0,-4 1-1 0 0,6-2-238 0 0,-1 0-1 0 0,1 0 1 0 0,-1 0-1 0 0,1 0 1 0 0,-1-1-1 0 0,1 1 1 0 0,0 0-1 0 0,-1 0 1 0 0,1 0-1 0 0,0-1 1 0 0,-1 1-1 0 0,1 0 1 0 0,0 0-1 0 0,-1-1 0 0 0,1 1 1 0 0,0 0-1 0 0,-1-1 1 0 0,1 1-1 0 0,0 0 1 0 0,0-1-1 0 0,-1 1 1 0 0,1-1-1 0 0,0 1 1 0 0,0 0-1 0 0,0-1 1 0 0,0 1-1 0 0,-1-1 1 0 0,1 1-1 0 0,0 0 1 0 0,0-1-1 0 0,0 1 1 0 0,0-1-1 0 0,0 1 1 0 0,0-1-1 0 0,-1-19 913 0 0,1 18-895 0 0,0-8 91 0 0,1 0 1 0 0,0 0-1 0 0,1-1 1 0 0,0 1-1 0 0,1 0 1 0 0,-1 0 0 0 0,2 1-1 0 0,0-1 1 0 0,0 1-1 0 0,0-1 1 0 0,1 1 0 0 0,8-10-1 0 0,-13 19-172 0 0,1-1 1 0 0,-1 1-1 0 0,1-1 0 0 0,-1 1 1 0 0,1-1-1 0 0,-1 1 0 0 0,1 0 1 0 0,-1-1-1 0 0,1 1 0 0 0,0-1 0 0 0,-1 1 1 0 0,1 0-1 0 0,0 0 0 0 0,-1-1 1 0 0,1 1-1 0 0,0 0 0 0 0,-1 0 1 0 0,1 0-1 0 0,0 0 0 0 0,-1 0 0 0 0,1 0 1 0 0,0 0-1 0 0,0 0 0 0 0,0 0 1 0 0,1 1 2 0 0,-1-1 0 0 0,1 1 0 0 0,-1-1 0 0 0,0 1 1 0 0,1 0-1 0 0,-1 0 0 0 0,0 0 0 0 0,1 0 0 0 0,-1 0 1 0 0,2 2-1 0 0,1 1 25 0 0,0 1-1 0 0,-1 0 1 0 0,1 0-1 0 0,4 9 1 0 0,-1 2-17 0 0,0 0 0 0 0,-1 1-1 0 0,-2-1 1 0 0,1 1 0 0 0,-2 0-1 0 0,0 0 1 0 0,-1 0 0 0 0,-1 1 0 0 0,0-1-1 0 0,-2 1 1 0 0,0-1 0 0 0,0 0-1 0 0,-7 26 1 0 0,-6 20 4 0 0,-11 61 60 0 0,25-122-17 0 0,1-8-46 0 0,4-17-57 0 0,4-31-8 0 0,4-67-60 0 0,1-8-332 0 0,-12 112 349 0 0,-1 8 64 0 0,0 1 0 0 0,1 0 1 0 0,4-15-1 0 0,-11 38 40 0 0,1 0 0 0 0,0 1 0 0 0,-3 29 0 0 0,5-15 27 0 0,1 37 0 0 0,2-38 11 0 0,2-1 1 0 0,2 0-1 0 0,0 0 0 0 0,2-1 1 0 0,14 39-1 0 0,-20-64-80 0 0,-1-1 1 0 0,0 1-1 0 0,1-1 0 0 0,0 0 0 0 0,-1 1 0 0 0,1-1 0 0 0,0 0 1 0 0,0 0-1 0 0,0 0 0 0 0,0 0 0 0 0,0 1 0 0 0,0-1 1 0 0,0 0-1 0 0,0-1 0 0 0,0 1 0 0 0,0 0 0 0 0,0 0 1 0 0,1 0-1 0 0,1 0 0 0 0,-2-1 59 0 0,0 1 1 0 0,0-1-1 0 0,0 0 1 0 0,0 0-1 0 0,1 0 1 0 0,-1 0-1 0 0,0-1 1 0 0,0 1-1 0 0,0 0 1 0 0,0 0-1 0 0,0-1 0 0 0,0 1 1 0 0,1-1-1 0 0,-1 1 1 0 0,0-1-1 0 0,0 1 1 0 0,0-1-1 0 0,1-1 1 0 0,1 0-220 0 0,0 0 0 0 0,0-1 0 0 0,-1 0 0 0 0,0 1 0 0 0,1-1 1 0 0,2-4-1 0 0,-3 4-909 0 0,0-1 0 0 0,-1 1 1 0 0,1-1-1 0 0,-1 1 1 0 0,2-7-1 0 0,-1-2-6211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36.2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2 242 7831 0 0,'0'0'26'0'0,"0"0"-1"0"0,0 0 1 0 0,0 0-1 0 0,0 0 1 0 0,0 0-1 0 0,-1 0 1 0 0,1 0 0 0 0,0-1-1 0 0,0 1 1 0 0,0 0-1 0 0,0 0 1 0 0,0 0-1 0 0,0 0 1 0 0,0 0-1 0 0,0 0 1 0 0,0 0-1 0 0,0 0 1 0 0,0 0-1 0 0,0 0 1 0 0,0 0-1 0 0,0 0 1 0 0,0 0-1 0 0,0 0 1 0 0,0 0-1 0 0,0 0 1 0 0,0-1-1 0 0,0 1 1 0 0,0 0-1 0 0,0 0 1 0 0,0 0-1 0 0,0 0 1 0 0,0 0-1 0 0,0 0 1 0 0,0 0-1 0 0,0 0 1 0 0,0 0-1 0 0,0 0 1 0 0,0 0 0 0 0,0 0-1 0 0,0-1 1 0 0,0 1-1 0 0,0 0 1 0 0,0 0-1 0 0,0 0 1 0 0,0 0-1 0 0,0 0 1 0 0,0 0-1 0 0,0 0 1 0 0,0 0-1 0 0,0 0 1 0 0,0 0-1 0 0,0 0 1 0 0,0 0-1 0 0,0 0 1 0 0,0 0-1 0 0,1 0 1 0 0,-1 0-1 0 0,0 0 1 0 0,0 0-1 0 0,8-4 1904 0 0,17-4 1621 0 0,-15 6-2652 0 0,11-5 258 0 0,-1-1 0 0 0,0-1 0 0 0,0-1 0 0 0,-1 0 0 0 0,34-25 1 0 0,-35 21-1858 0 0,-1-1 0 0 0,0-1 0 0 0,-1-1 0 0 0,-1 0 0 0 0,20-29 0 0 0,-22 25-6082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36.4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121 0 3223 0 0,'-3'0'281'0'0,"1"0"-1"0"0,0 0 0 0 0,0 0 1 0 0,0 0-1 0 0,-1 1 0 0 0,1-1 1 0 0,0 1-1 0 0,0-1 0 0 0,0 1 1 0 0,0 0-1 0 0,0 0 0 0 0,0 0 1 0 0,0 0-1 0 0,0 0 1 0 0,0 0-1 0 0,0 0 0 0 0,0 1 1 0 0,1-1-1 0 0,-1 1 0 0 0,1-1 1 0 0,-1 1-1 0 0,1 0 0 0 0,-2 2 1 0 0,-5 6 1624 0 0,2 1 0 0 0,-12 20 1 0 0,17-27-1627 0 0,-6 12 603 0 0,0 0-1 0 0,2 0 1 0 0,0 0-1 0 0,0 1 0 0 0,2 0 1 0 0,-2 23-1 0 0,3-10-405 0 0,1 0-1 0 0,6 52 0 0 0,-4-76-449 0 0,7 40 245 0 0,-8-43-257 0 0,1 0 0 0 0,0 0 0 0 0,1 0 0 0 0,-1 0 0 0 0,0 0 0 0 0,1-1 0 0 0,0 1 0 0 0,-1 0-1 0 0,1-1 1 0 0,0 1 0 0 0,5 3 0 0 0,-7-5-31 0 0,1-1 1 0 0,0 0-1 0 0,0 1 0 0 0,0-1 1 0 0,0 0-1 0 0,0 0 0 0 0,0 1 1 0 0,0-1-1 0 0,0 0 0 0 0,0 0 0 0 0,0 0 1 0 0,0 0-1 0 0,0 0 0 0 0,0 0 1 0 0,0-1-1 0 0,0 1 0 0 0,0 0 1 0 0,0 0-1 0 0,-1-1 0 0 0,1 1 0 0 0,0 0 1 0 0,0-1-1 0 0,0 1 0 0 0,0-1 1 0 0,0 1-1 0 0,-1-1 0 0 0,1 0 1 0 0,1 0-1 0 0,1-2-193 0 0,1 0 0 0 0,-1 0 0 0 0,1-1 0 0 0,4-6-1 0 0,0-2-982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36.8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81 3223 0 0,'1'-5'520'0'0,"-1"1"-1"0"0,1 0 0 0 0,0-1 0 0 0,0 1 0 0 0,1 0 0 0 0,-1 0 0 0 0,1 0 0 0 0,4-7 0 0 0,-5 8 112 0 0,1 0 1 0 0,0 0-1 0 0,0 1 1 0 0,0-1-1 0 0,0 1 0 0 0,0-1 1 0 0,0 1-1 0 0,1 0 1 0 0,-1 0-1 0 0,1 0 0 0 0,0 0 1 0 0,4-2-1 0 0,-6 3-434 0 0,-1 1 0 0 0,1 0 1 0 0,0-1-1 0 0,0 1 0 0 0,0 0 0 0 0,0 0 0 0 0,0 0 0 0 0,0 0 0 0 0,0 0 0 0 0,0 0 0 0 0,-1 0 1 0 0,1 0-1 0 0,0 0 0 0 0,0 0 0 0 0,0 0 0 0 0,0 1 0 0 0,0-1 0 0 0,0 0 0 0 0,-1 1 0 0 0,1-1 0 0 0,0 1 1 0 0,1 0-1 0 0,-1 0-30 0 0,1 0 1 0 0,-1 1 0 0 0,0-1-1 0 0,0 0 1 0 0,0 1 0 0 0,0-1-1 0 0,0 1 1 0 0,0 0 0 0 0,0-1-1 0 0,1 4 1 0 0,-1 0-59 0 0,0 0 0 0 0,0 0-1 0 0,0 0 1 0 0,0 0 0 0 0,-1 0 0 0 0,0 0-1 0 0,0 8 1 0 0,-3-2-62 0 0,0 1 1 0 0,0-1-1 0 0,-1 0 0 0 0,0 0 0 0 0,-10 16 1 0 0,13-24 4 0 0,4-8-42 0 0,1-1-1 0 0,0 1 1 0 0,0-1-1 0 0,0 1 0 0 0,1 1 1 0 0,0-1-1 0 0,7-5 1 0 0,-10 8-15 0 0,1 0 1 0 0,-1 0-1 0 0,1 0 1 0 0,-1 1 0 0 0,1-1-1 0 0,0 1 1 0 0,-1 0-1 0 0,1-1 1 0 0,0 1-1 0 0,0 1 1 0 0,0-1-1 0 0,0 0 1 0 0,0 1-1 0 0,0-1 1 0 0,0 1 0 0 0,1 0-1 0 0,-1 0 1 0 0,0 0-1 0 0,5 1 1 0 0,-7 0-11 0 0,0-1 1 0 0,0 1-1 0 0,0-1 0 0 0,0 1 1 0 0,0-1-1 0 0,0 1 0 0 0,0 0 1 0 0,0-1-1 0 0,0 1 1 0 0,0 0-1 0 0,-1 0 0 0 0,1 0 1 0 0,0 0-1 0 0,0 0 0 0 0,-1-1 1 0 0,1 1-1 0 0,-1 0 1 0 0,1 1-1 0 0,0 0 0 0 0,0 0-29 0 0,-1 1 0 0 0,1-1 0 0 0,-1 1 0 0 0,1 0 0 0 0,-1-1-1 0 0,0 1 1 0 0,0-1 0 0 0,-1 4 0 0 0,1 0 29 0 0,-1 0 1 0 0,-1 0-1 0 0,1-1 1 0 0,-1 1-1 0 0,0-1 0 0 0,0 1 1 0 0,-4 5-1 0 0,3-5 72 0 0,-1 0-1 0 0,0 0 1 0 0,-1-1 0 0 0,1 1-1 0 0,-1-1 1 0 0,0 0 0 0 0,0 0-1 0 0,-1-1 1 0 0,1 1-1 0 0,-1-1 1 0 0,0-1 0 0 0,-1 1-1 0 0,1-1 1 0 0,0 0 0 0 0,-1 0-1 0 0,0-1 1 0 0,1 0 0 0 0,-1 0-1 0 0,0 0 1 0 0,-14 0-1 0 0,15-4-560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37.0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10591 0 0,'0'0'819'0'0,"7"9"1852"0"0,1-1-1659 0 0,-2 1 1 0 0,1-1-1 0 0,-1 1 1 0 0,-1 0 0 0 0,1 0-1 0 0,5 14 1 0 0,-4-4-395 0 0,0 1-1 0 0,6 28 1 0 0,-10-31-526 0 0,-1 0 0 0 0,0 1 0 0 0,-2 29 0 0 0,-9 52-233 0 0,9-95 124 0 0,-4 25-64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38.4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16 2303 0 0,'-1'-15'3704'0'0,"0"19"-523"0"0,0 26-1866 0 0,7 14-2165 0 0,-4-32-2628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38.8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96 1 2095 0 0,'7'36'1638'0'0,"4"50"-1"0"0,-6-36-664 0 0,-3-40-1213 0 0,-2 1 0 0 0,0 0-1 0 0,0 0 1 0 0,-1 0-1 0 0,0-1 1 0 0,-1 1-1 0 0,0 0 1 0 0,-4 12-1 0 0,0-8-153 0 0,0-1 0 0 0,0 0 0 0 0,-2 0 0 0 0,0-1 0 0 0,-11 15 0 0 0,14-20 673 0 0,0 1 0 0 0,0-1 0 0 0,0 1 0 0 0,1-1 0 0 0,1 1 0 0 0,-1 0 0 0 0,2 1 0 0 0,-1-1 0 0 0,1 1 0 0 0,0-1 0 0 0,1 1 0 0 0,0-1 0 0 0,1 12 0 0 0,2 57 5997 0 0,9 39-3895 0 0,-10-106-2370 0 0,-1 0 0 0 0,0 0 0 0 0,-1 0 0 0 0,0 0 0 0 0,-1-1 0 0 0,0 1 0 0 0,-4 11 0 0 0,2-5-282 0 0,-3 25 1 0 0,5-29-733 0 0,1-6-2573 0 0,-1-1-451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39.5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21 167 1839 0 0,'-2'-5'-394'0'0,"2"5"570"0"0,-1-1 0 0 0,1 0 0 0 0,0 1 0 0 0,-1-1 0 0 0,1 1 0 0 0,0-1 0 0 0,0 0 0 0 0,0 1 0 0 0,-1-1 0 0 0,1 0 1 0 0,0 1-1 0 0,0-1 0 0 0,0 0 0 0 0,0 1 0 0 0,0-1 0 0 0,0 0 0 0 0,0 1 0 0 0,0-1 0 0 0,0 0 0 0 0,1 1 0 0 0,-1-1 0 0 0,0 0 0 0 0,0 1 1 0 0,0-1-1 0 0,1 0 0 0 0,-1 1 0 0 0,0-1 0 0 0,1 1 0 0 0,-1-1 0 0 0,1 1 0 0 0,-1-1 0 0 0,1 1 0 0 0,-1-1 0 0 0,1 0 0 0 0,0 1-85 0 0,-1 0-1 0 0,0 0 0 0 0,0 0 1 0 0,1 0-1 0 0,-1 0 0 0 0,0 0 0 0 0,0 0 1 0 0,1 0-1 0 0,-1 0 0 0 0,0 0 1 0 0,0 0-1 0 0,1 0 0 0 0,-1 0 0 0 0,0 0 1 0 0,0 0-1 0 0,1 0 0 0 0,-1 0 1 0 0,0 1-1 0 0,0-1 0 0 0,1 0 0 0 0,-1 0 1 0 0,0 0-1 0 0,0 0 0 0 0,0 0 1 0 0,1 1-1 0 0,-1-1 0 0 0,0 0 0 0 0,0 0 1 0 0,0 0-1 0 0,0 1 0 0 0,0-1 1 0 0,1 0-1 0 0,-1 0 0 0 0,0 1 0 0 0,0-1 1 0 0,0 0-1 0 0,0 0 0 0 0,0 1 1 0 0,0-1-1 0 0,0 0 0 0 0,0 0 0 0 0,0 1 1 0 0,3 11 1929 0 0,-3-3-1086 0 0,-1-5-561 0 0,1-1 0 0 0,0 0 0 0 0,0 0 0 0 0,1 0 0 0 0,-1 1-1 0 0,1-1 1 0 0,1 5 0 0 0,-2-7-316 0 0,1 0 0 0 0,-1 0 1 0 0,1 0-1 0 0,0 0 0 0 0,-1-1 0 0 0,1 1 0 0 0,0 0 0 0 0,0-1 1 0 0,-1 1-1 0 0,1-1 0 0 0,0 1 0 0 0,0-1 0 0 0,0 1 0 0 0,0-1 1 0 0,0 1-1 0 0,0-1 0 0 0,0 0 0 0 0,0 1 0 0 0,0-1 0 0 0,-1 0 1 0 0,1 0-1 0 0,0 0 0 0 0,0 0 0 0 0,0 0 0 0 0,0 0 0 0 0,0 0 1 0 0,0 0-1 0 0,0 0 0 0 0,0 0 0 0 0,2-1 0 0 0,0 0-12 0 0,0 1-1 0 0,0-1 1 0 0,-1 0 0 0 0,1 0-1 0 0,0 0 1 0 0,0 0 0 0 0,0 0-1 0 0,-1-1 1 0 0,1 1 0 0 0,-1-1-1 0 0,1 0 1 0 0,-1 0 0 0 0,0 0-1 0 0,1 0 1 0 0,-1 0 0 0 0,0 0-1 0 0,0-1 1 0 0,-1 1-1 0 0,1 0 1 0 0,0-1 0 0 0,-1 0-1 0 0,0 1 1 0 0,1-1 0 0 0,-1 0-1 0 0,0 0 1 0 0,0-3 0 0 0,1 0-26 0 0,-1 0 0 0 0,0 0 0 0 0,-1 0 0 0 0,0 0 0 0 0,0 0 0 0 0,0 0 0 0 0,0 0 0 0 0,-1 0 1 0 0,0 0-1 0 0,0 0 0 0 0,-4-11 0 0 0,1 8 31 0 0,1 1 0 0 0,-1 0-1 0 0,0 1 1 0 0,-6-9 0 0 0,9 15-14 0 0,0-1 0 0 0,-1 0-1 0 0,1 1 1 0 0,0-1-1 0 0,-1 0 1 0 0,1 1 0 0 0,-1 0-1 0 0,0-1 1 0 0,1 1 0 0 0,-1 0-1 0 0,0 0 1 0 0,0 0 0 0 0,0 0-1 0 0,0 0 1 0 0,0 0 0 0 0,0 0-1 0 0,0 1 1 0 0,0-1 0 0 0,0 1-1 0 0,0 0 1 0 0,0-1 0 0 0,-3 1-1 0 0,3 1-11 0 0,0-1 0 0 0,0 1-1 0 0,0 0 1 0 0,1 0 0 0 0,-1 0 0 0 0,0 0-1 0 0,0 0 1 0 0,1 0 0 0 0,-1 0 0 0 0,0 1-1 0 0,1-1 1 0 0,-1 1 0 0 0,1-1 0 0 0,0 1-1 0 0,0-1 1 0 0,-1 1 0 0 0,1 0 0 0 0,0-1-1 0 0,0 1 1 0 0,1 0 0 0 0,-1 0 0 0 0,-1 3-1 0 0,-1 4 33 0 0,0 0-1 0 0,1 0 1 0 0,-2 13-1 0 0,2-9-38 0 0,1-1 0 0 0,1 1 0 0 0,0-1 0 0 0,0 1 0 0 0,1-1-1 0 0,1 0 1 0 0,0 1 0 0 0,1-1 0 0 0,0 0 0 0 0,1 0 0 0 0,7 17 0 0 0,-10-28-14 0 0,-1 0 1 0 0,1 0-1 0 0,0 0 0 0 0,-1 0 1 0 0,1 1-1 0 0,0-1 1 0 0,0 0-1 0 0,0 0 0 0 0,0-1 1 0 0,-1 1-1 0 0,1 0 1 0 0,0 0-1 0 0,1 0 1 0 0,1 1-1 0 0,-2-2 1 0 0,-1 0 1 0 0,1 0 0 0 0,0 0-1 0 0,-1 0 1 0 0,1 0-1 0 0,0 0 1 0 0,0 0 0 0 0,-1 0-1 0 0,1 0 1 0 0,0 0-1 0 0,0 0 1 0 0,-1 0-1 0 0,1 0 1 0 0,0 0 0 0 0,0-1-1 0 0,-1 1 1 0 0,1 0-1 0 0,0-1 1 0 0,0 1-1 0 0,1-2 9 0 0,1 0 0 0 0,-1 0-1 0 0,0-1 1 0 0,1 1 0 0 0,-1 0-1 0 0,0-1 1 0 0,-1 1 0 0 0,1-1-1 0 0,2-5 1 0 0,0 0 10 0 0,-1 0 0 0 0,0 0 0 0 0,0 0 0 0 0,-1-1 0 0 0,0 1 0 0 0,0-11-1 0 0,-1 13-3 0 0,-1 0-1 0 0,0 1 0 0 0,0-1 0 0 0,0 0 0 0 0,-1 1 0 0 0,0-1 0 0 0,0 0 0 0 0,0 1 0 0 0,-1-1 0 0 0,-3-6 0 0 0,5 11-10 0 0,0 1 0 0 0,0 0 0 0 0,0-1 0 0 0,-1 1 0 0 0,1 0 0 0 0,0-1 1 0 0,0 1-1 0 0,0 0 0 0 0,-1-1 0 0 0,1 1 0 0 0,0 0 0 0 0,-1-1 0 0 0,1 1 0 0 0,0 0 0 0 0,-1 0 1 0 0,1-1-1 0 0,0 1 0 0 0,-1 0 0 0 0,1 0 0 0 0,0 0 0 0 0,-1 0 0 0 0,1-1 0 0 0,0 1 0 0 0,-1 0 1 0 0,1 0-1 0 0,-1 0 0 0 0,1 0 0 0 0,0 0 0 0 0,-1 0 0 0 0,1 0 0 0 0,-1 0 0 0 0,1 0 0 0 0,-1 0 1 0 0,0 1 9 0 0,0-1 0 0 0,0 1 0 0 0,-1 0 0 0 0,1-1 0 0 0,0 1 0 0 0,0 0-1 0 0,0 0 1 0 0,0 0 0 0 0,0 0 0 0 0,-1 1 0 0 0,-17 27 166 0 0,15-21-122 0 0,0 1 1 0 0,0 0-1 0 0,1 0 0 0 0,0 0 0 0 0,-2 12 1 0 0,4-19-128 0 0,1 0 1 0 0,0 1-1 0 0,0-1 1 0 0,0 0-1 0 0,0 0 1 0 0,0 1-1 0 0,0-1 1 0 0,1 0 0 0 0,-1 0-1 0 0,1 1 1 0 0,-1-1-1 0 0,1 0 1 0 0,0 0-1 0 0,0 0 1 0 0,0 0-1 0 0,0 0 1 0 0,0 0-1 0 0,0 0 1 0 0,1 0-1 0 0,-1-1 1 0 0,1 1-1 0 0,-1 0 1 0 0,1-1 0 0 0,0 1-1 0 0,-1-1 1 0 0,1 0-1 0 0,0 1 1 0 0,2 0-1 0 0,6 3-7975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42.1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265 715 3143 0 0,'-120'4'2740'0'0,"100"-2"-2144"0"0,0 1 0 0 0,1 1 0 0 0,-1 0 0 0 0,-19 8 0 0 0,33-9 64 0 0,5-2-371 0 0,0 0 0 0 0,-1 0 0 0 0,1-1 0 0 0,0 1-1 0 0,-1 0 1 0 0,1-1 0 0 0,0 1 0 0 0,-1-1 0 0 0,-7-3 7133 0 0,16 0-7358 0 0,0 0 1 0 0,0 0 0 0 0,0 0 0 0 0,0 1 0 0 0,0 0 0 0 0,15-2 0 0 0,20-2 302 0 0,80-22-1 0 0,-110 25-315 0 0,285-64 825 0 0,-142 28-582 0 0,34-6-21 0 0,-101 39-28 0 0,-24 0-202 0 0,-36 4 0 0 0,44-8-1 0 0,77-19-42 0 0,-92 18 0 0 0,159-14 342 0 0,-146 20-161 0 0,1-3 0 0 0,75-20 0 0 0,149-28-168 0 0,-241 48-4 0 0,170-23 284 0 0,-30-7-229 0 0,34-6 27 0 0,-110 25-46 0 0,445-82 387 0 0,-400 71-410 0 0,33-7 29 0 0,-160 30-35 0 0,-25 5-16 0 0,-1 1 0 0 0,1-2 0 0 0,-1 0 0 0 0,0 0-1 0 0,0 0 1 0 0,19-10 0 0 0,-29 12-34 0 0,0 1 0 0 0,0 0 0 0 0,1 0 0 0 0,-1 0 0 0 0,0 0 0 0 0,1 0 0 0 0,-1 0 0 0 0,0 0 0 0 0,0 0 0 0 0,1-1 0 0 0,-1 1 0 0 0,0 0 0 0 0,0 0 0 0 0,0 0 0 0 0,1-1 0 0 0,-1 1 0 0 0,0 0 0 0 0,0 0 0 0 0,0 0 0 0 0,0-1 0 0 0,1 1 0 0 0,-1 0 0 0 0,0 0 0 0 0,0-1 0 0 0,0 1 0 0 0,0 0 0 0 0,0-1 0 0 0,0 1 0 0 0,0 0 0 0 0,0 0 0 0 0,0-1 0 0 0,0 1 0 0 0,0 0 0 0 0,0-1 0 0 0,0 1 0 0 0,0 0 0 0 0,0 0 0 0 0,0-1 0 0 0,0 1 0 0 0,0 0 0 0 0,0 0 0 0 0,0-1 0 0 0,0 1 0 0 0,0 0 0 0 0,-1-1 0 0 0,1 1 0 0 0,0 0 0 0 0,0 0 0 0 0,0 0 0 0 0,-1-1 0 0 0,1 1 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2:50.5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123 134 1983 0 0,'29'-11'0'0'0,"5"-2"0"0"0,0-2 0 0 0,59-34 0 0 0,-92 48 0 0 0,0 0 0 0 0,1 1 0 0 0,-1-1 0 0 0,0 0 0 0 0,1 0 0 0 0,-1 0 0 0 0,0 0 0 0 0,0 0 0 0 0,0 0 0 0 0,0 0 0 0 0,0 0 0 0 0,0 0 0 0 0,0 0 0 0 0,0-1 0 0 0,-1 1 0 0 0,1 0 0 0 0,0-1 0 0 0,-1 1 0 0 0,2-3 0 0 0,1-15-69 0 0,-8 18 112 0 0,0 0-42 0 0,0 1 0 0 0,-1-1 0 0 0,1 1 1 0 0,0 0-1 0 0,-1 0 0 0 0,1 1 0 0 0,0 0 0 0 0,-10 2 0 0 0,-192 46-1 0 0,201-48 0 0 0,0 1 0 0 0,0-1 0 0 0,0 1 0 0 0,0 0 0 0 0,1 0 0 0 0,-1 0 0 0 0,0 1 0 0 0,1 0 0 0 0,-9 6 0 0 0,12-6 0 0 0,2 1 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4:09.6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8 1895 0 0,'-1'-2'84'0'0,"-2"-3"-21"0"0,3 5-62 0 0,0 0-1 0 0,0 0 1 0 0,0 0-1 0 0,0 0 1 0 0,0 0-1 0 0,0 0 0 0 0,0 0 1 0 0,0 0-1 0 0,1 0 1 0 0,-1 0-1 0 0,0 0 1 0 0,0 1-1 0 0,0-1 0 0 0,0 0 1 0 0,0 0-1 0 0,0 0 1 0 0,0 0-1 0 0,0 0 1 0 0,0 0-1 0 0,0 0 1 0 0,0 0-1 0 0,0 0 0 0 0,0 0 1 0 0,0 0-1 0 0,0 0 1 0 0,0 0-1 0 0,0 0 1 0 0,0 0-1 0 0,1 0 1 0 0,-1 0-1 0 0,0 0 0 0 0,0 0 1 0 0,0-1-1 0 0,0 1 1 0 0,0 0-1 0 0,0 0 1 0 0,0 0-1 0 0,0 0 0 0 0,0 0 1 0 0,0 0-1 0 0,0 0 1 0 0,0 0-1 0 0,0 0 1 0 0,0 0-1 0 0,0 0 1 0 0,0 0-1 0 0,0 0 0 0 0,2 1 0 0 0,0 0 0 0 0,0 1 0 0 0,0 0 0 0 0,0-1 0 0 0,0 1 0 0 0,0 0 0 0 0,0 0 0 0 0,0 0 0 0 0,-1 0 0 0 0,1 0 0 0 0,-1 0 0 0 0,1 0 0 0 0,1 6 0 0 0,-3-3 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4:40.3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 4 6553 0 0,'0'-2'0'0'0,"0"1"0"0"0,0 2 0 0 0,-1 1 0 0 0,-1 0 241 0 0,0 1-241 0 0,-20 23 537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5:06.07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 79 6553 0 0,'0'0'0'0'0,"0"0"0"0"0,0-1 0 0 0,0 1 0 0 0,0 0 0 0 0,0 0 0 0 0,0 0 0 0 0,0 0 0 0 0,0-1 0 0 0,0 1 0 0 0,0 0 0 0 0,0 0 0 0 0,0 0 0 0 0,0-1 0 0 0,0 1 0 0 0,0 0 0 0 0,0 0 0 0 0,0 0 0 0 0,-1 0 0 0 0,1 0 0 0 0,0-1 0 0 0,0 1 0 0 0,0 0 0 0 0,0 0 0 0 0,0 0 0 0 0,-1 0 0 0 0,1 0 0 0 0,0 0 0 0 0,0 0 0 0 0,0-1 0 0 0,0 1 0 0 0,-1 0 0 0 0,1 0 0 0 0,0 0 0 0 0,-1 0 0 0 0,1 0 0 0 0,0 0 0 0 0,-1-1 0 0 0,1 1 0 0 0,0 0 0 0 0,-1 0 0 0 0,1 0 0 0 0,0-1 0 0 0,-1 1 0 0 0,1 0 0 0 0,0-1 0 0 0,-1 1 0 0 0,1 0 0 0 0,0-1 0 0 0,0 1 0 0 0,-1 0 0 0 0,1-1 0 0 0,0 1 0 0 0,0-1 0 0 0,0 1 0 0 0,0 0 0 0 0,0-1 0 0 0,0 1 0 0 0,-1-1 0 0 0,1 1 0 0 0,0 0 0 0 0,0-1 0 0 0,0 1 0 0 0,0-1 0 0 0,0 1 0 0 0,0 0 0 0 0,1-1 0 0 0,-1 1 0 0 0,0-1 0 0 0,0 0 0 0 0,0 1 0 0 0,0-4 0 0 0,1-1 0 0 0,-1 1 0 0 0,1 0 0 0 0,0 0 0 0 0,0 0 0 0 0,3-7 0 0 0,-4 10 0 0 0,1 0 0 0 0,-1 0-1 0 0,0 0 1 0 0,1 1-1 0 0,-1-1 1 0 0,0 0 0 0 0,0 0-1 0 0,1 0 1 0 0,-1 0 0 0 0,0 0-1 0 0,0 0 1 0 0,0 0-1 0 0,0 1 1 0 0,0-1 0 0 0,0 0-1 0 0,-1 0 1 0 0,1-1-1 0 0,0 2 5 0 0,-1-1-1 0 0,1 0 0 0 0,0 1 0 0 0,-1-1 1 0 0,1 1-1 0 0,-1 0 0 0 0,1-1 0 0 0,-1 1 0 0 0,1-1 1 0 0,-1 1-1 0 0,1 0 0 0 0,-1-1 0 0 0,0 1 1 0 0,1 0-1 0 0,-1-1 0 0 0,1 1 0 0 0,-1 0 0 0 0,0 0 1 0 0,1 0-1 0 0,-1 0 0 0 0,0 0 0 0 0,1 0 1 0 0,-1 0-1 0 0,0 0 0 0 0,1 0 0 0 0,-2 0 0 0 0,1 5 318 0 0,-3 17 56 0 0,1 0 0 0 0,-1 26 0 0 0,4-35-21 0 0,0 32 731 0 0,7 53-1 0 0,21 43 1254 0 0,0-1-440 0 0,-25-118-1278 0 0,1 10-19 0 0,1 0-1 0 0,1 0 1 0 0,2-1-1 0 0,12 33 1 0 0,-16-56-528 0 0,-3-6-49 0 0,1 1-1 0 0,-1 0 0 0 0,0-1 1 0 0,0 1-1 0 0,0 0 1 0 0,0 0-1 0 0,-1 0 1 0 0,1 0-1 0 0,-1 4 0 0 0,-1-1-25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5:06.38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6553 0 0,'1'26'1700'0'0,"1"-7"-1700"0"0,1-1 0 0 0,-1-2 0 0 0,-2-4 0 0 0,0-1 0 0 0,2 6 0 0 0,0 12 1201 0 0,1 19-1201 0 0,0 13 961 0 0,-1 14 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5:07.26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30 1 6553 0 0,'-5'12'382'0'0,"1"1"1"0"0,0 0-1 0 0,1 0 0 0 0,-3 26 0 0 0,4-24-271 0 0,-1 14 510 0 0,1-1-1 0 0,3 57 1 0 0,16 56 1833 0 0,-14-114-2309 0 0,6 72 1673 0 0,-7-49-1574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5:08.2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35 1 6553 0 0,'-7'12'1075'0'0,"3"-7"-1075"0"0,1 0 0 0 0,0-2 0 0 0,3 1 0 0 0,0-3 0 0 0,0 1 0 0 0,0 1 0 0 0,0 3 0 0 0,-2-1 0 0 0,-2 1 0 0 0,-1 0 0 0 0,-1 0 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5:09.85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4184 1185 6553 0 0,'0'-1'18'0'0,"-1"-9"-66"0"0,1 10 55 0 0,-1 0 0 0 0,1 0 0 0 0,0 0 0 0 0,0-1-1 0 0,0 1 1 0 0,0 0 0 0 0,-1 0 0 0 0,1 0 0 0 0,0 0 0 0 0,0 0 0 0 0,0 0 0 0 0,-1 0-1 0 0,1-1 1 0 0,0 1 0 0 0,0 0 0 0 0,0 0 0 0 0,-1 0 0 0 0,1 0 0 0 0,0 0 0 0 0,0 0-1 0 0,-1 0 1 0 0,1 0 0 0 0,0 0 0 0 0,0 0 0 0 0,0 0 0 0 0,-1 0 0 0 0,1 0 0 0 0,0 1 0 0 0,0-1-1 0 0,0 0 1 0 0,-1 0 0 0 0,1 0 0 0 0,0 0 0 0 0,0 0 0 0 0,0 0 0 0 0,0 0 0 0 0,-1 1-1 0 0,1-1 1 0 0,0 0 0 0 0,0 0 0 0 0,0 0 0 0 0,0 0 0 0 0,0 1 0 0 0,-1-1 0 0 0,1 0-1 0 0,0 0 1 0 0,0 0 0 0 0,0 1 0 0 0,0-1 0 0 0,0 0 0 0 0,-2 5 313 0 0,-6 21 165 0 0,-6 30 0 0 0,-7 26 796 0 0,-85 205 3503 0 0,-8 97 1356 0 0,98-324-5222 0 0,6-29-370 0 0,-1-1 0 0 0,-1 0 0 0 0,-2-1 0 0 0,0 0 0 0 0,-22 30 0 0 0,8-18-548 0 0,14-23 0 0 0,2 1 0 0 0,0 0 0 0 0,2 0 0 0 0,-12 30 0 0 0,20-43 0 0 0,0 0 0 0 0,1 1 0 0 0,0 0 0 0 0,0-1 0 0 0,1 1 0 0 0,0-1 0 0 0,0 1 0 0 0,1 0 0 0 0,-1-1 0 0 0,1 1 0 0 0,1-1 0 0 0,-1 1 0 0 0,1-1 0 0 0,4 9 0 0 0,-1 0 0 0 0,-3-11 0 0 0,0 1 0 0 0,-1-1 0 0 0,1 1 0 0 0,0 8 0 0 0,-2-11 0 0 0,0 0 0 0 0,0 1 0 0 0,0-1 0 0 0,-1 0 0 0 0,1 0 0 0 0,0 0 0 0 0,-1 0 0 0 0,0 0 0 0 0,1 0 0 0 0,-1 0 0 0 0,0 0 0 0 0,0 0 0 0 0,0-1 0 0 0,-3 4 0 0 0,-20 26 0 0 0,-31 29 0 0 0,20-23 0 0 0,-24 27 0 0 0,-89 74 0 0 0,140-130 0 0 0,0-1 0 0 0,0 2 0 0 0,0-1 0 0 0,1 1 0 0 0,0 0 0 0 0,-6 13 0 0 0,-28 63 0 0 0,25-48 0 0 0,14-33 0 0 0,0 0 0 0 0,0 0 0 0 0,0 0 0 0 0,0-1 0 0 0,-1 1 0 0 0,0-1 0 0 0,0 0 0 0 0,-6 6 0 0 0,2-4 0 0 0,0 0 0 0 0,0-1 0 0 0,-14 6 0 0 0,-56 22 0 0 0,64-28 0 0 0,0 0 0 0 0,0 0 0 0 0,0-2 0 0 0,-16 2 0 0 0,24-3 7 0 0,1-2-1 0 0,-1 1 0 0 0,0 0 1 0 0,0-1-1 0 0,1 0 0 0 0,-1 0 1 0 0,0 0-1 0 0,1-1 1 0 0,-6-2-1 0 0,-3-2-194 0 0,-20-14-1 0 0,21 12-78 0 0,-21-10-1 0 0,29 16 225 0 0,-1 0 0 0 0,1 1 0 0 0,-1-1 1 0 0,1 1-1 0 0,-1 0 0 0 0,0 1 0 0 0,1-1 0 0 0,-1 1 0 0 0,-5 0 0 0 0,-1 1 58 0 0,-1 1 0 0 0,1 0 0 0 0,0 0 1 0 0,0 1-1 0 0,-13 6 0 0 0,-52 26 79 0 0,58-25-63 0 0,-2 0-1 0 0,1-2 1 0 0,-1 0 0 0 0,-30 7-1 0 0,42-14-21 0 0,-1-1 0 0 0,1 1 0 0 0,0-1 0 0 0,0-1-1 0 0,-1 1 1 0 0,1-1 0 0 0,0-1 0 0 0,0 0 0 0 0,0 0 0 0 0,0 0-1 0 0,0-1 1 0 0,-10-6 0 0 0,-9-5-281 0 0,1-1 0 0 0,-26-21 0 0 0,17 12-397 0 0,7 6 215 0 0,-43-32-864 0 0,62 42 1089 0 0,0 0-1 0 0,0-1 0 0 0,0 0 0 0 0,2 0 0 0 0,-9-13 1 0 0,-70-125-2017 0 0,51 83 646 0 0,-47-65 1 0 0,-53-32-1134 0 0,-13 11-439 0 0,120 121 2616 0 0,-130-146-101 0 0,69 71 657 0 0,-111-101 0 0 0,74 80 0 0 0,19 8 0 0 0,-100-140 0 0 0,164 200 0 0 0,3-1 0 0 0,-56-109 0 0 0,12-49 0 0 0,18-7 0 0 0,-54-145 0 0 0,109 340 0 0 0,-2 0 0 0 0,-2 1 0 0 0,0 0 0 0 0,-37-47 0 0 0,42 62 0 0 0,-1 0 0 0 0,0 0 0 0 0,-1 2 0 0 0,0-1 0 0 0,0 1 0 0 0,-2 1 0 0 0,1 0 0 0 0,-1 1 0 0 0,0 1 0 0 0,0 0 0 0 0,-21-6 0 0 0,33 12 0 0 0,1 0 0 0 0,0 1 0 0 0,0-1 0 0 0,-1 1 0 0 0,1 0 0 0 0,0-1 0 0 0,-1 1 0 0 0,1 0 0 0 0,-1 0 0 0 0,1 0 0 0 0,0 0 0 0 0,-1 0 0 0 0,1 0 0 0 0,-2 0 0 0 0,3 2 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5:10.78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344 313 6553 0 0,'-18'-26'0'0'0,"-37"-44"0"0"0,22 30 0 0 0,14 18 0 0 0,10 12 0 0 0,1 1 0 0 0,-11-18 0 0 0,16 21-3 0 0,-4-5 42 0 0,4 12 77 0 0,-2 7 112 0 0,-14 38 489 0 0,12-32-407 0 0,1 1 1 0 0,0 1-1 0 0,1-1 0 0 0,0 1 1 0 0,-2 23-1 0 0,6-38-295 0 0,1 0 0 0 0,0-1 0 0 0,0 1 0 0 0,0 0 0 0 0,0 0 0 0 0,0 0 0 0 0,0 0 0 0 0,0 0 0 0 0,1 0 0 0 0,-1 0 0 0 0,0 0 0 0 0,0-1 0 0 0,1 1 0 0 0,-1 0 0 0 0,0 0 0 0 0,1 0 0 0 0,-1-1 0 0 0,1 1 0 0 0,-1 0 0 0 0,1 0 0 0 0,-1-1 0 0 0,1 1 0 0 0,0 0 0 0 0,0 0 0 0 0,0-1 14 0 0,1 1 0 0 0,-1 0-1 0 0,1-1 1 0 0,-1 0 0 0 0,0 1 0 0 0,1-1 0 0 0,-1 0-1 0 0,1 0 1 0 0,-1 1 0 0 0,0-1 0 0 0,1 0 0 0 0,-1-1 0 0 0,3 1-1 0 0,4-2 178 0 0,1 0-1 0 0,-1 0 1 0 0,15-7-1 0 0,-22 9-174 0 0,22-11 119 0 0,33-19 0 0 0,-46 24-222 0 0,0 0-1 0 0,-1-1 1 0 0,0 0 0 0 0,0-1 0 0 0,12-15 0 0 0,-19 21 58 0 0,0-1 0 0 0,0 0 0 0 0,0 1 0 0 0,-1-1 0 0 0,1 0 0 0 0,-1 0 0 0 0,1 0 0 0 0,-1 0 0 0 0,0 0 1 0 0,0-1-1 0 0,-1 1 0 0 0,1 0 0 0 0,-1 0 0 0 0,0-1 0 0 0,1 1 0 0 0,-1 0 0 0 0,-1-6 0 0 0,0 4-10 0 0,0 1 1 0 0,-1-1-1 0 0,1 1 0 0 0,-1 0 1 0 0,0-1-1 0 0,0 1 0 0 0,0 0 1 0 0,-1 0-1 0 0,0 0 1 0 0,1 1-1 0 0,-6-6 0 0 0,2 3-11 0 0,0 1-1 0 0,0 0 1 0 0,0 0-1 0 0,0 0 1 0 0,-1 0 0 0 0,0 1-1 0 0,0 0 1 0 0,0 1-1 0 0,-1 0 1 0 0,1 0-1 0 0,-1 0 1 0 0,0 1 0 0 0,1 0-1 0 0,-12-1 1 0 0,14 3 85 0 0,-1 0 0 0 0,0 1 1 0 0,0-1-1 0 0,0 1 1 0 0,0 0-1 0 0,0 1 0 0 0,1-1 1 0 0,-1 1-1 0 0,0 0 1 0 0,1 1-1 0 0,-10 5 0 0 0,7-3 85 0 0,1 0-1 0 0,0 1 0 0 0,0 0 1 0 0,1 0-1 0 0,0 0 0 0 0,0 1 1 0 0,-7 9-1 0 0,4-1 139 0 0,0 1 0 0 0,0 0 1 0 0,1 0-1 0 0,1 1 0 0 0,1 0 0 0 0,1 0 0 0 0,-5 24 0 0 0,7-30-126 0 0,2 0 0 0 0,-1 0 0 0 0,1 0 0 0 0,1 0-1 0 0,0 0 1 0 0,3 22 0 0 0,-3-30-102 0 0,1 1 0 0 0,0 0-1 0 0,0-1 1 0 0,1 1 0 0 0,-1-1 0 0 0,1 0-1 0 0,0 1 1 0 0,0-1 0 0 0,0 0-1 0 0,0 0 1 0 0,1 0 0 0 0,-1-1 0 0 0,1 1-1 0 0,-1 0 1 0 0,1-1 0 0 0,0 0 0 0 0,0 1-1 0 0,0-1 1 0 0,0 0 0 0 0,1-1 0 0 0,-1 1-1 0 0,1-1 1 0 0,-1 1 0 0 0,6 0-1 0 0,16 3 284 0 0,3-4 66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5:21.9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209 328 6553 0 0,'-4'-3'100'0'0,"0"0"0"0"0,-1 0 0 0 0,1 0 0 0 0,-1 1 0 0 0,0-1 0 0 0,-5-1-1 0 0,-11-5 223 0 0,12 5-107 0 0,-1 0-1 0 0,1 0 1 0 0,-18-3-1 0 0,19 6-68 0 0,1-1-1 0 0,-1 0 0 0 0,1-1 0 0 0,0 1 1 0 0,0-1-1 0 0,0-1 0 0 0,-11-6 1 0 0,16 8-149 0 0,0-1 0 0 0,-1 1 0 0 0,1-1 0 0 0,0 0 0 0 0,0 1 0 0 0,0-1 0 0 0,0 0 0 0 0,1 0 0 0 0,-1 0 0 0 0,1 0 0 0 0,0-1 0 0 0,0 1 0 0 0,0 0 0 0 0,0-1 0 0 0,1 1 0 0 0,-1 0 0 0 0,1-1 0 0 0,0 1 0 0 0,0 0 0 0 0,0-1 0 0 0,0 1 0 0 0,0-1 0 0 0,1 1 0 0 0,0 0 0 0 0,1-6 0 0 0,1 1-7 0 0,-1 1 0 0 0,1-1 0 0 0,1 1 0 0 0,-1 0 0 0 0,1 0-1 0 0,1 0 1 0 0,-1 1 0 0 0,1-1 0 0 0,0 1 0 0 0,7-6 0 0 0,5-5-86 0 0,26-22-46 0 0,-38 36 116 0 0,0-1-1 0 0,1 0 0 0 0,-1 1 1 0 0,1 0-1 0 0,-1 0 0 0 0,13-3 1 0 0,-16 5 41 0 0,1 1 0 0 0,0 0 0 0 0,0 0 0 0 0,0 0 1 0 0,-1 0-1 0 0,1 0 0 0 0,0 0 0 0 0,0 1 0 0 0,0-1 0 0 0,-1 1 1 0 0,1 0-1 0 0,0-1 0 0 0,4 4 0 0 0,4 1 284 0 0,20 14 1 0 0,3 2 415 0 0,-14-14-348 0 0,1-1 0 0 0,0-1 0 0 0,0 0 0 0 0,0-2 0 0 0,30 2 0 0 0,21 3 491 0 0,-49-3-480 0 0,-1 1 0 0 0,1 1 0 0 0,-1 1 0 0 0,0 1 0 0 0,0 0 0 0 0,24 17 0 0 0,-36-21-215 0 0,0-1 0 0 0,0 1 1 0 0,1-2-1 0 0,-1 1 1 0 0,1-1-1 0 0,0-1 1 0 0,0 0-1 0 0,0-1 1 0 0,0 0-1 0 0,0 0 1 0 0,12-2-1 0 0,-2-1 154 0 0,0-1 0 0 0,-1-1 0 0 0,1 0 0 0 0,37-15 0 0 0,-32 9-710 0 0,3-1-126 0 0,51-13-1 0 0,-71 22 558 0 0,0 1 0 0 0,1 0 1 0 0,0 0-1 0 0,-1 1 0 0 0,1 0 0 0 0,-1 1 0 0 0,1 0 0 0 0,-1 0 0 0 0,17 5 0 0 0,0 3 227 0 0,32 17 0 0 0,-42-18-150 0 0,-1 0 0 0 0,1-1 0 0 0,0-1-1 0 0,1-1 1 0 0,0 0 0 0 0,23 2-1 0 0,-26-7-12 0 0,-1-1 0 0 0,1 0 0 0 0,-1-2 1 0 0,0 1-1 0 0,1-2 0 0 0,17-6 0 0 0,-8 3 180 0 0,14-5-213 0 0,-10 3 123 0 0,28-5 0 0 0,-45 12-131 0 0,0 1 0 0 0,0 0-1 0 0,1 1 1 0 0,-1 0-1 0 0,0 0 1 0 0,15 3-1 0 0,63 19 454 0 0,-4-1-1 0 0,-71-19-417 0 0,1 0-1 0 0,0-1 1 0 0,1 0 0 0 0,16-2-1 0 0,74-16 508 0 0,-77 11-465 0 0,0 1 0 0 0,0 2-1 0 0,51-1 1 0 0,-18 8-138 0 0,113 2 0 0 0,-121-8 0 0 0,9 0 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02.7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382 177 1375 0 0,'-1'-2'33'0'0,"0"0"0"0"0,0 0 0 0 0,0 0 0 0 0,0 0-1 0 0,0 0 1 0 0,0 0 0 0 0,1 0 0 0 0,-1 0 0 0 0,1 0-1 0 0,-1 0 1 0 0,1 0 0 0 0,0 0 0 0 0,0-2 0 0 0,0-33 684 0 0,1 29-427 0 0,-1-5 290 0 0,2 0 0 0 0,-1 0-1 0 0,2 0 1 0 0,-1 0 0 0 0,8-19 0 0 0,-10 32-560 0 0,0 0 1 0 0,0 0-1 0 0,0-1 1 0 0,0 1-1 0 0,0 0 1 0 0,0 0-1 0 0,0 0 1 0 0,1-1 0 0 0,-1 1-1 0 0,0 0 1 0 0,0 0-1 0 0,0 0 1 0 0,0-1-1 0 0,0 1 1 0 0,0 0-1 0 0,0 0 1 0 0,1 0-1 0 0,-1 0 1 0 0,0 0-1 0 0,0-1 1 0 0,0 1-1 0 0,0 0 1 0 0,1 0-1 0 0,-1 0 1 0 0,0 0 0 0 0,0 0-1 0 0,0 0 1 0 0,0 0-1 0 0,1 0 1 0 0,-1 0-1 0 0,0 0 1 0 0,0-1-1 0 0,0 1 1 0 0,1 0-1 0 0,-1 0 1 0 0,0 0-1 0 0,0 0 1 0 0,0 0-1 0 0,1 1 1 0 0,-1-1 0 0 0,0 0-1 0 0,7 8 244 0 0,1 13-216 0 0,-3 18-18 0 0,2 65 0 0 0,-6-76-26 0 0,0 10-4 0 0,-2 0 0 0 0,-2 0 0 0 0,-2 0 0 0 0,-1 0 0 0 0,-1-1 0 0 0,-3 0 0 0 0,-1 0 0 0 0,-1-1 0 0 0,-2-1 0 0 0,-37 67 0 0 0,-1-13 0 0 0,-125 234 0 0 0,160-286 0 0 0,1 1 0 0 0,2 1 0 0 0,-14 59 0 0 0,27-96 4 0 0,1 0-1 0 0,0 0 0 0 0,-1 0 0 0 0,1 0 0 0 0,0-1 0 0 0,0 1 1 0 0,0 0-1 0 0,0 0 0 0 0,0 0 0 0 0,0 0 0 0 0,1 0 0 0 0,-1 0 1 0 0,0-1-1 0 0,1 1 0 0 0,1 3 0 0 0,-1-4 0 0 0,0 0 0 0 0,0 0 0 0 0,0 0 0 0 0,0 0 0 0 0,0-1-1 0 0,0 1 1 0 0,1 0 0 0 0,-1-1 0 0 0,0 1 0 0 0,0-1 0 0 0,0 1 0 0 0,1-1 0 0 0,-1 1 0 0 0,0-1 0 0 0,1 0-1 0 0,-1 0 1 0 0,0 0 0 0 0,1 0 0 0 0,-1 0 0 0 0,1 0 0 0 0,-1 0 0 0 0,2 0 0 0 0,53-7 289 0 0,-1-3 1 0 0,99-30 0 0 0,-50 12-254 0 0,173-27 185 0 0,2 17 61 0 0,-195 27-261 0 0,70-7 52 0 0,121-18 126 0 0,173-46 200 0 0,-119 13-160 0 0,-18 4 55 0 0,14 2-111 0 0,-92 19-151 0 0,142-6 54 0 0,-151 26-90 0 0,-50-4-56 0 0,-91 14 114 0 0,-73 12-67 0 0,0 0 0 0 0,0 0-1 0 0,0-1 1 0 0,-1 0 0 0 0,16-8 0 0 0,-21 9-11 0 0,0 0 0 0 0,0-1 1 0 0,0 0-1 0 0,-1 0 0 0 0,1 0 1 0 0,-1 0-1 0 0,0-1 0 0 0,0 1 0 0 0,0-1 1 0 0,0 1-1 0 0,-1-1 0 0 0,1 0 1 0 0,-1 0-1 0 0,3-9 0 0 0,11-26-1112 0 0,39-68-1 0 0,32-31 40 0 0,21-38 498 0 0,-105 171 588 0 0,-1 0 1 0 0,1-1-1 0 0,-1 1 0 0 0,-1-1 1 0 0,1 1-1 0 0,-1-1 1 0 0,1-7-1 0 0,-2 12 17 0 0,0 0 1 0 0,0 0-1 0 0,0 0 1 0 0,0 0-1 0 0,0 0 1 0 0,0 0-1 0 0,0 0 0 0 0,0 0 1 0 0,-1 0-1 0 0,1 0 1 0 0,0 0-1 0 0,-1 0 1 0 0,1 0-1 0 0,-1 0 1 0 0,1 0-1 0 0,-1 0 0 0 0,0 1 1 0 0,1-1-1 0 0,-2-1 1 0 0,1 2 13 0 0,0-1 1 0 0,0 0 0 0 0,0 1 0 0 0,-1 0-1 0 0,1-1 1 0 0,0 1 0 0 0,0 0-1 0 0,-1-1 1 0 0,1 1 0 0 0,0 0-1 0 0,-1 0 1 0 0,1 0 0 0 0,0 0-1 0 0,-1 0 1 0 0,1 0 0 0 0,0 1-1 0 0,0-1 1 0 0,-1 0 0 0 0,-1 2-1 0 0,-3 0 107 0 0,0 0 0 0 0,0 1-1 0 0,0 0 1 0 0,0 0-1 0 0,1 0 1 0 0,-1 1 0 0 0,1 0-1 0 0,-6 5 1 0 0,-36 40 979 0 0,41-42-955 0 0,-16 20 144 0 0,1 1 1 0 0,1 1 0 0 0,2 1-1 0 0,1 0 1 0 0,1 2 0 0 0,-20 55-1 0 0,-45 208 144 0 0,79-286-420 0 0,-30 140-332 0 0,6-40-124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6:59.4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80 231 1639 0 0,'-32'4'309'0'0,"-16"2"1262"0"0,68-13-668 0 0,-9 2-814 0 0,353-100 3422 0 0,-182 48-2538 0 0,-25 7-454 0 0,-140 45-513 0 0,-11 2-12 0 0,0 1 0 0 0,1 1 0 0 0,-1-1 1 0 0,1 1-1 0 0,0 0 0 0 0,-1 0 0 0 0,1 1 0 0 0,13 0 0 0 0,-19 0 6 0 0,-1 1 0 0 0,1-1 0 0 0,-1 0-1 0 0,1 0 1 0 0,-1 0 0 0 0,1 1 0 0 0,-1-1 0 0 0,1 0-1 0 0,-1 0 1 0 0,1 1 0 0 0,-1-1 0 0 0,1 0-1 0 0,-1 1 1 0 0,1-1 0 0 0,-1 1 0 0 0,0-1-1 0 0,1 1 1 0 0,-1-1 0 0 0,0 0 0 0 0,1 1 0 0 0,-1-1-1 0 0,0 1 1 0 0,1 0 0 0 0,-1-1 0 0 0,0 1-1 0 0,0 1 0 0 0,1-1-1 0 0,-1 1 1 0 0,0 0-1 0 0,0-1 1 0 0,0 1-1 0 0,0-1 1 0 0,-1 1-1 0 0,1 0 0 0 0,-1 1 1 0 0,-1 4-33 0 0,0-1 1 0 0,-1 1-1 0 0,-3 7 0 0 0,-1-3-211 0 0,0 0 0 0 0,-14 18-1 0 0,3-9-410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6:59.7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4 337 919 0 0,'0'-1'14'0'0,"0"1"0"0"0,-1 0 0 0 0,1-1 0 0 0,0 1-1 0 0,-1-1 1 0 0,1 1 0 0 0,0-1 0 0 0,0 1 0 0 0,-1-1-1 0 0,1 1 1 0 0,0-1 0 0 0,0 1 0 0 0,0-1 0 0 0,0 1-1 0 0,0-1 1 0 0,0 1 0 0 0,-1-1 0 0 0,1 0 0 0 0,1 1-1 0 0,-1-1 1 0 0,0 1 0 0 0,0-1 0 0 0,0 1 0 0 0,0-1-1 0 0,0 1 1 0 0,1-1 0 0 0,-1-1 91 0 0,1 0 1 0 0,0 0-1 0 0,0 1 1 0 0,0-1-1 0 0,1 0 1 0 0,-1 1-1 0 0,3-3 0 0 0,2-1 381 0 0,0 0-1 0 0,12-8 0 0 0,10-2 682 0 0,-1 2 0 0 0,43-15-1 0 0,7-3-195 0 0,55-27 274 0 0,182-55-1 0 0,-295 107-1212 0 0,1 0 0 0 0,0 2 0 0 0,0 0 0 0 0,1 1 0 0 0,25 0 0 0 0,-44 3-31 0 0,0 0-1 0 0,0 1 1 0 0,1-1-1 0 0,-1 0 1 0 0,0 1-1 0 0,0-1 1 0 0,0 1-1 0 0,0 0 1 0 0,0-1-1 0 0,2 3 1 0 0,-3-3-2 0 0,0 1 0 0 0,-1-1 0 0 0,1 1 1 0 0,-1 0-1 0 0,0-1 0 0 0,1 1 0 0 0,-1-1 0 0 0,1 1 0 0 0,-1 0 0 0 0,0-1 1 0 0,1 1-1 0 0,-1 0 0 0 0,0-1 0 0 0,0 1 0 0 0,0 0 0 0 0,1 0 0 0 0,-1-1 1 0 0,0 1-1 0 0,0 0 0 0 0,0 0 0 0 0,0-1 0 0 0,0 1 0 0 0,-1 0 0 0 0,1 0 1 0 0,0-1-1 0 0,0 1 0 0 0,0 0 0 0 0,0-1 0 0 0,-1 1 0 0 0,1 0 0 0 0,0-1 1 0 0,-1 2-1 0 0,-3 5-57 0 0,0 0 1 0 0,0-1 0 0 0,-1 1-1 0 0,0-1 1 0 0,0 0 0 0 0,-7 6-1 0 0,-8 7-86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09.6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113 91 1471 0 0,'63'-40'72'0'0,"-58"37"-72"0"0,-1 0 0 0 0,0 0 0 0 0,1 0 0 0 0,-1 0 0 0 0,0-1 0 0 0,0 1 0 0 0,-1-1 0 0 0,1 0 0 0 0,-1 0 0 0 0,4-6 0 0 0,-8 3 27 0 0,1 7-25 0 0,-1 0 0 0 0,1 0 1 0 0,0 0-1 0 0,-1 0 0 0 0,1 0 1 0 0,-1 0-1 0 0,1 0 0 0 0,0 0 1 0 0,-1 0-1 0 0,1 1 0 0 0,0-1 1 0 0,-1 0-1 0 0,1 0 0 0 0,0 0 1 0 0,-1 0-1 0 0,1 0 0 0 0,0 1 0 0 0,-1-1 1 0 0,1 0-1 0 0,0 0 0 0 0,-1 0 1 0 0,1 1-1 0 0,0-1 0 0 0,-1 0 1 0 0,1 1-1 0 0,0-1 0 0 0,0 0 1 0 0,0 1-1 0 0,-1-1 0 0 0,1 0 1 0 0,0 1-1 0 0,0 0 0 0 0,-3 2-21 0 0,1 1-1 0 0,-1-1 1 0 0,1 1 0 0 0,0 0-1 0 0,0 0 1 0 0,1-1-1 0 0,-1 1 1 0 0,1 1 0 0 0,0-1-1 0 0,-1 5 1 0 0,-4 17 193 0 0,-17 46 0 0 0,14-49 64 0 0,1 0 0 0 0,-6 31 0 0 0,12-27-30 0 0,0-1-1 0 0,2 0 0 0 0,4 39 1 0 0,0 15 233 0 0,-2-37-275 0 0,-1-29 80 0 0,0 0 1 0 0,-1 0 0 0 0,-2 20 0 0 0,1-32-194 0 0,1-1 0 0 0,-1 1 0 0 0,0 0-1 0 0,0-1 1 0 0,1 1 0 0 0,-1-1 0 0 0,0 1 0 0 0,0-1-1 0 0,-1 1 1 0 0,1-1 0 0 0,0 0 0 0 0,0 1-1 0 0,-1-1 1 0 0,1 0 0 0 0,-1 0 0 0 0,1 0-1 0 0,-1 0 1 0 0,1 0 0 0 0,-3 0 0 0 0,1 0-25 0 0,1 0 1 0 0,0 0 0 0 0,0 0-1 0 0,-1 0 1 0 0,1-1 0 0 0,0 1-1 0 0,-1-1 1 0 0,1 0 0 0 0,0 0-1 0 0,-1 0 1 0 0,1 0 0 0 0,-1 0-1 0 0,1 0 1 0 0,-3-1 0 0 0,4 1-29 0 0,1-1 0 0 0,-1 1 1 0 0,1-1-1 0 0,-1 0 0 0 0,1 1 0 0 0,-1-1 1 0 0,1 1-1 0 0,0-1 0 0 0,-1 0 1 0 0,1 1-1 0 0,0-1 0 0 0,-1 0 1 0 0,1 0-1 0 0,0 1 0 0 0,0-1 0 0 0,0 0 1 0 0,-1 1-1 0 0,1-1 0 0 0,0 0 1 0 0,0 0-1 0 0,0 1 0 0 0,0-1 0 0 0,0 0 1 0 0,1-1-1 0 0,2-19-29 0 0,29-104 29 0 0,-13 32-74 0 0,-13 57 13 0 0,3-1 1 0 0,18-53-1 0 0,17-22 61 0 0,-44 112 0 0 0,0 0 0 0 0,1 0 0 0 0,-1-1 0 0 0,0 1 0 0 0,0 0 0 0 0,0-1 0 0 0,0 1 0 0 0,0 0 0 0 0,1-1 0 0 0,-1 1 0 0 0,0-1 0 0 0,0 1 0 0 0,0 0 0 0 0,0-1 0 0 0,0 1 0 0 0,0 0 0 0 0,0-1 0 0 0,0 1 0 0 0,0 0 0 0 0,0-1 0 0 0,-1 1 0 0 0,1-1 0 0 0,0 1 0 0 0,0 0 0 0 0,0-1 0 0 0,-8 5 0 0 0,-7 13 0 0 0,8-9-53 0 0,0 0 0 0 0,-1 0 1 0 0,-9 7-1 0 0,-6 6 214 0 0,15-14-182 0 0,-1 0 0 0 0,0 0 0 0 0,-17 9 0 0 0,18-12 8 0 0,1 0-1 0 0,-1 0 1 0 0,1 1-1 0 0,1 1 1 0 0,-1-1-1 0 0,1 1 1 0 0,0 0-1 0 0,-7 8 0 0 0,13-13 14 0 0,-1-1 1 0 0,1 0-1 0 0,0 0 0 0 0,0 1 0 0 0,-1-1 0 0 0,1 0 0 0 0,0 0 0 0 0,0 1 0 0 0,0-1 0 0 0,0 0 0 0 0,-1 1 0 0 0,1-1 0 0 0,0 0 0 0 0,0 1 0 0 0,0-1 0 0 0,0 0 0 0 0,0 0 0 0 0,0 1 1 0 0,0-1-1 0 0,0 0 0 0 0,0 1 0 0 0,0-1 0 0 0,0 0 0 0 0,0 1 0 0 0,0-1 0 0 0,0 0 0 0 0,0 1 0 0 0,0-1 0 0 0,0 0 0 0 0,0 1 0 0 0,1-1 0 0 0,-1 0 0 0 0,0 1 0 0 0,0-1 0 0 0,1 1 1 0 0,-1-1-2 0 0,1 0 1 0 0,0 0-1 0 0,0 1 1 0 0,0-1 0 0 0,0 0-1 0 0,-1 0 1 0 0,1 0-1 0 0,0 0 1 0 0,0 0 0 0 0,0 0-1 0 0,0 0 1 0 0,1 0-1 0 0,28-8 210 0 0,-21 2-236 0 0,0 0 1 0 0,0 0-1 0 0,-1-1 1 0 0,0-1 0 0 0,13-14-1 0 0,8-8 186 0 0,-3 10-166 0 0,0 0 0 0 0,32-17 0 0 0,-40 26-46 0 0,-17 10 52 0 0,0 1 0 0 0,-1-1 0 0 0,1 0-1 0 0,0 1 1 0 0,0-1 0 0 0,0 1 0 0 0,0 0-1 0 0,0-1 1 0 0,0 1 0 0 0,0 0 0 0 0,1-1-1 0 0,-1 1 1 0 0,0 0 0 0 0,0 0 0 0 0,0 0-1 0 0,0 0 1 0 0,0 0 0 0 0,0 0 0 0 0,1 0-1 0 0,-1 1 3 0 0,0-1-1 0 0,-1 1 1 0 0,1-1-1 0 0,-1 1 1 0 0,1 0 0 0 0,-1-1-1 0 0,1 1 1 0 0,-1 0-1 0 0,1-1 1 0 0,-1 1-1 0 0,1 0 1 0 0,-1 0-1 0 0,0-1 1 0 0,0 1-1 0 0,1 0 1 0 0,-1 0-1 0 0,0-1 1 0 0,0 1-1 0 0,0 0 1 0 0,0 0-1 0 0,0 0 1 0 0,0 0-1 0 0,0-1 1 0 0,0 2-1 0 0,0 10 16 0 0,0 0 0 0 0,4 21 0 0 0,-3-28-11 0 0,0 0 0 0 0,1 0 0 0 0,0 0 0 0 0,0 0-1 0 0,0-1 1 0 0,1 1 0 0 0,-1-1 0 0 0,1 1 0 0 0,4 3-1 0 0,-5-6-4 0 0,-1 0 0 0 0,1 0 0 0 0,0 0 0 0 0,-1 0 0 0 0,0 0 0 0 0,1 1 0 0 0,-1-1 0 0 0,0 0 0 0 0,0 1 0 0 0,0-1 0 0 0,0 1 0 0 0,-1-1 0 0 0,1 1 0 0 0,-1 0 0 0 0,1-1 0 0 0,-1 1 0 0 0,0-1 0 0 0,0 1 0 0 0,0 0 0 0 0,0-1 0 0 0,-1 1 0 0 0,1 0 0 0 0,-2 4 0 0 0,-1-1 0 0 0,1 0 0 0 0,-1 0 0 0 0,0 0 0 0 0,0-1 0 0 0,-6 9 0 0 0,-9 9 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19.8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747 371 1375 0 0,'-3'-1'114'0'0,"0"-1"-1"0"0,0 0 0 0 0,0 0 0 0 0,1 0 0 0 0,-1 0 0 0 0,1 0 0 0 0,-1-1 0 0 0,1 1 0 0 0,0-1 1 0 0,0 1-1 0 0,-3-6 0 0 0,0-1 393 0 0,1-1 0 0 0,-5-14 1 0 0,-5-14 1519 0 0,13 37-1976 0 0,1 1-1 0 0,0-1 1 0 0,0 1 0 0 0,-1-1 0 0 0,1 1-1 0 0,0-1 1 0 0,-1 1 0 0 0,1-1-1 0 0,-1 1 1 0 0,1-1 0 0 0,-1 1 0 0 0,1-1-1 0 0,-1 1 1 0 0,1 0 0 0 0,-1-1-1 0 0,1 1 1 0 0,-1 0 0 0 0,1-1 0 0 0,-1 1-1 0 0,1 0 1 0 0,-1 0 0 0 0,0 0-1 0 0,1-1 1 0 0,-1 1 0 0 0,-1 0 0 0 0,-14 5 177 0 0,15-4-226 0 0,0-1 0 0 0,1 1 0 0 0,-1-1-1 0 0,0 1 1 0 0,0-1 0 0 0,0 1 0 0 0,0-1 0 0 0,0 0 0 0 0,1 1 0 0 0,-1-1 0 0 0,0 0 0 0 0,0 0 0 0 0,0 0 0 0 0,0 0 0 0 0,0 0-1 0 0,0 0 1 0 0,0 0 0 0 0,0 0 0 0 0,0 0 0 0 0,0 0 0 0 0,0-1 0 0 0,0 1 0 0 0,1 0 0 0 0,-1-1 0 0 0,0 1 0 0 0,0 0-1 0 0,-1-1 1 0 0,2 0 6 0 0,0 1 0 0 0,0 0 0 0 0,0 0 0 0 0,0-1 0 0 0,0 1 0 0 0,0 0 0 0 0,0 0 0 0 0,0 0 0 0 0,0-1 0 0 0,1 1 1 0 0,-1 0-1 0 0,0 0 0 0 0,0-1 0 0 0,0 1 0 0 0,0 0 0 0 0,0 0 0 0 0,0 0 0 0 0,0 0 0 0 0,1-1 0 0 0,-1 1 0 0 0,0 0 0 0 0,0 0 0 0 0,0 0 0 0 0,0 0 0 0 0,1-1 0 0 0,-1 1 0 0 0,0 0 0 0 0,0 0 0 0 0,0 0 0 0 0,1 0 0 0 0,-1 0 0 0 0,0 0 0 0 0,9-5 215 0 0,11-4 162 0 0,2 2 1 0 0,38-9-1 0 0,49-4-54 0 0,-82 16-175 0 0,236-30 874 0 0,-62 9-400 0 0,342-23 645 0 0,-430 39-829 0 0,221-47 0 0 0,-313 51-282 0 0,-1 1 1 0 0,1 1 0 0 0,28-2-1 0 0,-62 11-143 0 0,-13 2-112 0 0,-161 37-768 0 0,-82 17-256 0 0,-402 59 164 0 0,146-54 488 0 0,367-48 432 0 0,1 7 0 0 0,-195 59 0 0 0,340-81 36 0 0,2-2-26 0 0,1 0-1 0 0,0 1 1 0 0,0 1-1 0 0,1 0 1 0 0,-13 7 0 0 0,20-11 20 0 0,1 0 1 0 0,0 0 0 0 0,0 0 0 0 0,-1 0-1 0 0,1 0 1 0 0,0 1 0 0 0,-1-1-1 0 0,1 0 1 0 0,0 0 0 0 0,0 0 0 0 0,-1 1-1 0 0,1-1 1 0 0,0 0 0 0 0,0 0-1 0 0,0 1 1 0 0,0-1 0 0 0,-1 0 0 0 0,1 1-1 0 0,0-1 1 0 0,0 0 0 0 0,0 1-1 0 0,0-1 1 0 0,0 0 0 0 0,0 1 0 0 0,0-1-1 0 0,0 0 1 0 0,0 0 0 0 0,0 1-1 0 0,0-1 1 0 0,0 0 0 0 0,0 1 0 0 0,0-1-1 0 0,0 0 1 0 0,0 1 0 0 0,0-1-1 0 0,0 0 1 0 0,0 1 0 0 0,0-1 0 0 0,1 0-1 0 0,-1 1 1 0 0,0-1 0 0 0,0 0-1 0 0,0 0 1 0 0,0 1 0 0 0,1-1 0 0 0,-1 0-1 0 0,0 0 1 0 0,0 1 0 0 0,1-1-1 0 0,-1 0 1 0 0,0 0 0 0 0,1 0 0 0 0,-1 0-1 0 0,0 1 1 0 0,0-1 0 0 0,1 0-1 0 0,-1 0 1 0 0,0 0 0 0 0,1 0 0 0 0,-1 0-1 0 0,0 0 1 0 0,1 0 0 0 0,-1 0-1 0 0,23 6 113 0 0,34 1 547 0 0,0-2 0 0 0,76-4 0 0 0,115-20-179 0 0,-37 3 18 0 0,129-6 174 0 0,-166 9-438 0 0,201 0 217 0 0,-73 3-204 0 0,-203 7-133 0 0,178 16 0 0 0,-258-9-98 0 0,-15 0-16 0 0,-12 0 1 0 0,-58 11-87 0 0,-72 6 0 0 0,34-6-167 0 0,-540 64-1010 0 0,458-60 1116 0 0,-504 73 20 0 0,421-47-10 0 0,239-40 127 0 0,0 1 1 0 0,0 1 0 0 0,-54 22-1 0 0,82-28 17 0 0,1 0 0 0 0,-1 0 1 0 0,0 0-1 0 0,1 0 0 0 0,-1 0 0 0 0,1 0 0 0 0,-1 0 0 0 0,1 1 0 0 0,0-1 0 0 0,-1 0 0 0 0,1 1 0 0 0,-1 2 0 0 0,1-4-4 0 0,1 0 0 0 0,0 1 0 0 0,0-1 0 0 0,0 1 0 0 0,0-1-1 0 0,0 0 1 0 0,0 1 0 0 0,0-1 0 0 0,0 1 0 0 0,0-1 0 0 0,0 1-1 0 0,0-1 1 0 0,0 0 0 0 0,0 1 0 0 0,0-1 0 0 0,0 1 0 0 0,0-1 0 0 0,0 0-1 0 0,0 1 1 0 0,0-1 0 0 0,1 1 0 0 0,-1 0 0 0 0,1-1-1 0 0,0 1 1 0 0,-1 0-1 0 0,1 0 0 0 0,0-1 1 0 0,0 1-1 0 0,0-1 1 0 0,0 1-1 0 0,0 0 1 0 0,0-1-1 0 0,0 0 0 0 0,0 1 1 0 0,2 0-1 0 0,9 2 17 0 0,1 0 0 0 0,0-1-1 0 0,0 0 1 0 0,19 0-1 0 0,54-5 128 0 0,-45 0-108 0 0,602-50 732 0 0,-343 24-416 0 0,238-16-5 0 0,83-8 1088 0 0,-572 49-1020 0 0,0-3 0 0 0,80-21 0 0 0,-127 28-377 0 0,-1-1 0 0 0,0 1 0 0 0,1-1 0 0 0,-1 1-1 0 0,0-1 1 0 0,1 0 0 0 0,-1 1 0 0 0,0-1 0 0 0,0 0 0 0 0,0 0 0 0 0,2-2-1 0 0,-3 3-27 0 0,0 0 0 0 0,0 0-1 0 0,0 0 1 0 0,0 0 0 0 0,1-1-1 0 0,-1 1 1 0 0,0 0 0 0 0,0 0 0 0 0,0 0-1 0 0,0 0 1 0 0,0-1 0 0 0,0 1-1 0 0,0 0 1 0 0,0 0 0 0 0,0 0-1 0 0,0-1 1 0 0,0 1 0 0 0,0 0-1 0 0,0 0 1 0 0,0 0 0 0 0,0-1-1 0 0,0 1 1 0 0,0 0 0 0 0,0 0-1 0 0,-1 0 1 0 0,1 0 0 0 0,0-1 0 0 0,0 1-1 0 0,0 0 1 0 0,-10-5 193 0 0,-7 3-89 0 0,0 0 0 0 0,0 1 1 0 0,-1 0-1 0 0,-27 4 0 0 0,20-2-118 0 0,-442 56-3289 0 0,342-36-2644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25.1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225 232 3223 0 0,'-23'-85'-426'0'0,"12"48"999"0"0,-12-73 0 0 0,46 218 195 0 0,-17-69-791 0 0,-2 1 0 0 0,-1 0 0 0 0,-2 0-1 0 0,-2-1 1 0 0,-2 1 0 0 0,-12 65 0 0 0,-102 422 97 0 0,51-276-74 0 0,65-249 1 0 0,1-1 0 0 0,-1 1 0 0 0,1-1 0 0 0,0 1 0 0 0,-1-1-1 0 0,1 1 1 0 0,0-1 0 0 0,0 1 0 0 0,0-1 0 0 0,0 1 0 0 0,0-1-1 0 0,1 1 1 0 0,-1-1 0 0 0,0 1 0 0 0,2 1 0 0 0,-2-2 5 0 0,1 0 0 0 0,0 0 0 0 0,0-1 0 0 0,0 1-1 0 0,0 0 1 0 0,0-1 0 0 0,0 1 0 0 0,0-1 0 0 0,0 1 0 0 0,0-1 0 0 0,0 0 0 0 0,0 1 0 0 0,0-1 0 0 0,0 0 0 0 0,0 0 0 0 0,0 1 0 0 0,0-1 0 0 0,0 0 0 0 0,1 0 0 0 0,-1 0-1 0 0,1-1 1 0 0,30-1 129 0 0,0-2 0 0 0,0-1 0 0 0,0-1 0 0 0,39-15 0 0 0,3 1 173 0 0,201-31 40 0 0,-83 19-169 0 0,-3 1-68 0 0,2 15-81 0 0,-22 14-6 0 0,144-3 5 0 0,-69 9 3 0 0,-1 0 0 0 0,786-103-21 0 0,-448 42 55 0 0,5 34 5 0 0,-261 9-5 0 0,-146 4-18 0 0,628-42-38 0 0,-236-3 100 0 0,-86 8-33 0 0,652-26 179 0 0,-497 61-205 0 0,-63 2-25 0 0,86-25-26 0 0,-622 32 0 0 0,671-58 0 0 0,159-20 124 0 0,-128 39-112 0 0,-398 32-12 0 0,-109 5 0 0 0,159 1 0 0 0,-169 3 0 0 0,318 1-4 0 0,-214 2 62 0 0,-294-2-55 0 0,478-9 4 0 0,51-13 25 0 0,-1 24 0 0 0,-447 1-126 0 0,314 23-1977 0 0,-369-18-268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25.4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159 128 6911 0 0,'2'-27'1166'0'0,"1"-43"-3426"0"0,-8 40 4864 0 0,5 30-2592 0 0,-4 7 327 0 0,-2 9-256 0 0,-51 204 18 0 0,-9 35-602 0 0,41-170-2507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27.9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783 313 2375 0 0,'-2'-2'21'0'0,"0"0"0"0"0,0-1 0 0 0,1 1 0 0 0,-1 0 0 0 0,1-1 0 0 0,0 1 0 0 0,0-1 0 0 0,0 0 0 0 0,0 1 0 0 0,-1-5 0 0 0,2 5-19 0 0,0 0 0 0 0,0 0 0 0 0,0 0 0 0 0,0 1 0 0 0,0-1 0 0 0,1 0 0 0 0,-1 0 0 0 0,1 1 0 0 0,-1-1 0 0 0,1 0 0 0 0,0 1 0 0 0,0-1 0 0 0,-1 1 1 0 0,1-1-1 0 0,0 1 0 0 0,0-1 0 0 0,1 1 0 0 0,1-3 0 0 0,2-1 17 0 0,1 0 0 0 0,-1 0 1 0 0,1 1-1 0 0,1 0 0 0 0,-1 0 0 0 0,14-7 1 0 0,45-14 87 0 0,-47 19-111 0 0,51-22 337 0 0,86-49-1 0 0,-21 10 595 0 0,-132 66-920 0 0,10-5 299 0 0,-10 6-106 0 0,-9 4-62 0 0,-118 64-133 0 0,-172 66-1 0 0,-135 19-57 0 0,211-66 290 0 0,212-83-237 0 0,3-2 0 0 0,-1 0 0 0 0,2 1 0 0 0,-1 0 0 0 0,0 1 0 0 0,-9 7 0 0 0,14-11 0 0 0,1 0 0 0 0,0 0 0 0 0,0 0 0 0 0,0 0 0 0 0,0 0 0 0 0,0 1 0 0 0,0-1 0 0 0,0 0 0 0 0,0 0 0 0 0,1 0 0 0 0,-1 0 0 0 0,0 0 0 0 0,0 0 0 0 0,0 0 0 0 0,0 1 0 0 0,0-1 0 0 0,0 0 0 0 0,0 0 0 0 0,0 0 0 0 0,0 0 0 0 0,0 0 0 0 0,0 0 0 0 0,0 0 0 0 0,0 0 0 0 0,0 0 0 0 0,1 0 0 0 0,-1 1 0 0 0,0-1 0 0 0,0 0 0 0 0,0 0 0 0 0,0 0 0 0 0,0 0 0 0 0,0 0 0 0 0,0 0 0 0 0,0 0 0 0 0,1 0 0 0 0,-1 0 0 0 0,0 0 0 0 0,0 0 0 0 0,0 0 0 0 0,0 0 0 0 0,0 0 0 0 0,0 0 0 0 0,1 0 0 0 0,-1 0 0 0 0,0 0 0 0 0,0 0 0 0 0,0 0 0 0 0,0 0 0 0 0,0 0 0 0 0,0 0 0 0 0,0 0 0 0 0,0 0 0 0 0,1-1 0 0 0,-1 1 0 0 0,0 0 0 0 0,0 0 0 0 0,0 0 0 0 0,9-1 0 0 0,222-75 0 0 0,-55 23-4 0 0,56-20 88 0 0,-8-2 692 0 0,-223 75-772 0 0,31-8 254 0 0,-29 8-246 0 0,-1 0 0 0 0,0-1 0 0 0,1 1 1 0 0,-1 0-1 0 0,1 0 0 0 0,-1 1 0 0 0,0-1 0 0 0,1 0 1 0 0,-1 1-1 0 0,0-1 0 0 0,4 2 0 0 0,-6-2-12 0 0,0 1 0 0 0,1-1 0 0 0,-1 0 0 0 0,0 0 0 0 0,1 0 0 0 0,-1 0 0 0 0,0 1 0 0 0,0-1 0 0 0,1 0 0 0 0,-1 0 0 0 0,0 1 0 0 0,0-1 0 0 0,0 0 0 0 0,1 0 0 0 0,-1 1 0 0 0,0-1 0 0 0,0 0 0 0 0,0 0 0 0 0,0 1 0 0 0,0-1 0 0 0,0 0 0 0 0,0 1 0 0 0,1-1 0 0 0,-1 0 0 0 0,0 1 0 0 0,0-1 0 0 0,0 0 0 0 0,0 1 0 0 0,0-1 0 0 0,-6 11 0 0 0,-12 6 0 0 0,2-6 51 0 0,0 0 0 0 0,-2-1 0 0 0,-29 13 0 0 0,-58 16-49 0 0,88-33 0 0 0,-233 70 215 0 0,-109 41 156 0 0,321-102-329 0 0,-127 61 118 0 0,160-73-161 0 0,-1 0-1 0 0,1 0 0 0 0,0 0 0 0 0,1 1 0 0 0,-1-1 0 0 0,1 1 1 0 0,-6 7-1 0 0,9-11-2 0 0,1 1 1 0 0,0-1 0 0 0,0 1 0 0 0,0-1-1 0 0,-1 0 1 0 0,1 1 0 0 0,0-1 0 0 0,0 1 0 0 0,0-1-1 0 0,0 1 1 0 0,0-1 0 0 0,0 1 0 0 0,0-1-1 0 0,0 1 1 0 0,0-1 0 0 0,0 0 0 0 0,0 1-1 0 0,0-1 1 0 0,0 1 0 0 0,0-1 0 0 0,0 1-1 0 0,1-1 1 0 0,-1 1 0 0 0,0-1 0 0 0,0 0-1 0 0,0 1 1 0 0,1-1 0 0 0,-1 1 0 0 0,0-1-1 0 0,0 0 1 0 0,1 1 0 0 0,-1-1 0 0 0,0 0-1 0 0,1 1 1 0 0,-1-1 0 0 0,1 0 0 0 0,-1 0-1 0 0,0 1 1 0 0,1-1 0 0 0,-1 0 0 0 0,1 0-1 0 0,-1 0 1 0 0,1 0 0 0 0,-1 1 0 0 0,0-1-1 0 0,2 0 1 0 0,23 6 10 0 0,-23-5-13 0 0,18 2 8 0 0,0-2 0 0 0,1 0 0 0 0,-1 0 0 0 0,0-2 0 0 0,0-1 0 0 0,35-7-1 0 0,119-40 32 0 0,-136 37-33 0 0,416-136 52 0 0,-424 138-35 0 0,-2 1 23 0 0,0 1 1 0 0,57-9-1 0 0,-84 17-40 0 0,0 0 0 0 0,-1 0-1 0 0,1-1 1 0 0,0 1 0 0 0,-1 0-1 0 0,1 0 1 0 0,0 0 0 0 0,-1 0-1 0 0,1 0 1 0 0,0 0-1 0 0,0 0 1 0 0,-1 1 0 0 0,1-1-1 0 0,0 0 1 0 0,-1 0 0 0 0,1 0-1 0 0,0 1 1 0 0,-1-1 0 0 0,1 0-1 0 0,0 1 1 0 0,0 0-1 0 0,-1-1 3 0 0,0 1 0 0 0,0-1 0 0 0,0 1 0 0 0,0-1-1 0 0,-1 1 1 0 0,1-1 0 0 0,0 1 0 0 0,0-1-1 0 0,0 1 1 0 0,-1-1 0 0 0,1 1 0 0 0,0-1-1 0 0,0 0 1 0 0,-1 1 0 0 0,1-1 0 0 0,0 1-1 0 0,-1-1 1 0 0,1 0 0 0 0,-1 1 0 0 0,1-1-1 0 0,-1 1 1 0 0,-31 21 149 0 0,29-21-147 0 0,-62 37 1 0 0,-96 41 0 0 0,-76 14 110 0 0,78-32 36 0 0,84-31 28 0 0,1 4-1 0 0,-94 58 1 0 0,149-76-189 0 0,19-15 9 0 0,-1-1 0 0 0,1 0 0 0 0,0 1 0 0 0,-1-1 0 0 0,1 1 0 0 0,0-1 0 0 0,0 0 0 0 0,-1 1 0 0 0,1-1 0 0 0,0 1 1 0 0,0-1-1 0 0,0 0 0 0 0,0 1 0 0 0,0-1 0 0 0,0 1 0 0 0,-1-1 0 0 0,1 1 0 0 0,0-1 0 0 0,0 1 0 0 0,1 0 4 0 0,-1-1-1 0 0,0 0 1 0 0,1 1 0 0 0,-1-1-1 0 0,0 0 1 0 0,1 1-1 0 0,-1-1 1 0 0,1 0 0 0 0,-1 0-1 0 0,0 0 1 0 0,1 1 0 0 0,-1-1-1 0 0,1 0 1 0 0,-1 0-1 0 0,1 0 1 0 0,-1 0 0 0 0,1 0-1 0 0,-1 0 1 0 0,1 0-1 0 0,-1 0 1 0 0,0 0 0 0 0,1 0-1 0 0,-1 0 1 0 0,2 0-1 0 0,17-2 16 0 0,0 0 0 0 0,1-1 0 0 0,-1-2 0 0 0,0 0 0 0 0,24-10 0 0 0,-11 5-12 0 0,153-61-46 0 0,9-2-4 0 0,202-45 378 0 0,-388 116-338 0 0,9-3 64 0 0,0 1 0 0 0,1 0 0 0 0,29-1 0 0 0,-46 5-62 0 0,0 0 0 0 0,-1-1-1 0 0,1 1 1 0 0,0 0 0 0 0,0 0 0 0 0,-1 0 0 0 0,1 1 0 0 0,0-1 0 0 0,-1 0 0 0 0,1 0 0 0 0,0 0 0 0 0,0 0 0 0 0,-1 1-1 0 0,1-1 1 0 0,0 0 0 0 0,-1 1 0 0 0,1-1 0 0 0,-1 1 0 0 0,1-1 0 0 0,1 1 0 0 0,-2 0-1 0 0,0-1 0 0 0,0 1 0 0 0,0-1 0 0 0,0 1 0 0 0,0-1 0 0 0,0 0 0 0 0,0 1 0 0 0,0-1 0 0 0,0 1 0 0 0,-1-1-1 0 0,1 1 1 0 0,0-1 0 0 0,0 1 0 0 0,0-1 0 0 0,0 0 0 0 0,-1 1 0 0 0,1-1 0 0 0,0 1 0 0 0,0-1 0 0 0,-1 0 0 0 0,1 1 0 0 0,0-1 0 0 0,-1 1 0 0 0,-2 2-8 0 0,-1 1 1 0 0,0-1-1 0 0,0 0 1 0 0,-7 4-1 0 0,-39 20 42 0 0,-1-2 0 0 0,-55 18 0 0 0,-112 27 182 0 0,16-6-23 0 0,144-43-149 0 0,-79 42 0 0 0,134-62-44 0 0,0 1-1 0 0,0-1 1 0 0,0 1-1 0 0,1 0 1 0 0,-1 0 0 0 0,1 0-1 0 0,-1 0 1 0 0,1 0-1 0 0,-5 6 1 0 0,8-8-2 0 0,-1 0 1 0 0,0 1 0 0 0,0-1 0 0 0,0 0-1 0 0,0 0 1 0 0,1 1 0 0 0,-1-1-1 0 0,0 0 1 0 0,0 0 0 0 0,1 0 0 0 0,-1 1-1 0 0,0-1 1 0 0,0 0 0 0 0,1 0-1 0 0,-1 0 1 0 0,0 0 0 0 0,1 0 0 0 0,-1 0-1 0 0,0 0 1 0 0,1 1 0 0 0,-1-1 0 0 0,0 0-1 0 0,1 0 1 0 0,-1 0 0 0 0,0 0-1 0 0,0 0 1 0 0,1 0 0 0 0,-1 0 0 0 0,0-1-1 0 0,1 1 1 0 0,-1 0 0 0 0,0 0-1 0 0,1 0 1 0 0,-1 0 0 0 0,14-2 8 0 0,42-11-11 0 0,0-3 0 0 0,63-27 0 0 0,-83 29 4 0 0,1 0 1 0 0,50-20 0 0 0,164-40 0 0 0,-244 72-3 0 0,-4 1 1 0 0,0 0 0 0 0,0 1 0 0 0,1-1 0 0 0,-1 1 0 0 0,0-1-1 0 0,1 1 1 0 0,-1 0 0 0 0,0 0 0 0 0,1 0 0 0 0,4 2 0 0 0,-8-2 4 0 0,1 1 1 0 0,-1-1 0 0 0,0 0-1 0 0,0 1 1 0 0,0-1 0 0 0,0 0-1 0 0,0 1 1 0 0,0-1 0 0 0,0 1 0 0 0,0-1-1 0 0,0 0 1 0 0,0 1 0 0 0,0-1-1 0 0,0 1 1 0 0,-1-1 0 0 0,1 0-1 0 0,0 1 1 0 0,0-1 0 0 0,0 0-1 0 0,0 1 1 0 0,-1-1 0 0 0,1 0-1 0 0,0 1 1 0 0,0-1 0 0 0,-1 0 0 0 0,1 1-1 0 0,0-1 1 0 0,0 0 0 0 0,-1 0-1 0 0,1 1 1 0 0,0-1 0 0 0,-1 0-1 0 0,1 0 1 0 0,0 0 0 0 0,-1 0-1 0 0,0 1 1 0 0,-14 9-84 0 0,-8 3 76 0 0,-1-1 0 0 0,0-2 0 0 0,-42 13 0 0 0,-80 14 9 0 0,119-32-4 0 0,-2 2 304 0 0,0-2 0 0 0,-59 2 0 0 0,97-5-327 0 0,-1 0 1 0 0,0 1-1 0 0,0 0 0 0 0,0 0 0 0 0,0 1 0 0 0,14 9 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31.0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89 193 1375 0 0,'2'-2'124'0'0,"0"-1"-1"0"0,-1 0 0 0 0,1 0 0 0 0,-1 0 1 0 0,0 0-1 0 0,0 0 0 0 0,0-1 0 0 0,0 1 1 0 0,-1 0-1 0 0,1-6 0 0 0,2-5 293 0 0,25-106 5372 0 0,-28 102-2886 0 0,0 18-2860 0 0,0 0 0 0 0,0 0 0 0 0,0 0 0 0 0,0 0 1 0 0,0-1-1 0 0,0 1 0 0 0,0 0 0 0 0,0 0 0 0 0,0 0 0 0 0,0 0 0 0 0,0 0 1 0 0,-1 0-1 0 0,1 0 0 0 0,0 0 0 0 0,0 0 0 0 0,0 0 0 0 0,0 0 0 0 0,0-1 1 0 0,0 1-1 0 0,0 0 0 0 0,0 0 0 0 0,0 0 0 0 0,0 0 0 0 0,0 0 0 0 0,-1 0 1 0 0,1 0-1 0 0,0 0 0 0 0,0 0 0 0 0,0 0 0 0 0,0 0 0 0 0,0 0 0 0 0,0 0 1 0 0,0 0-1 0 0,0 0 0 0 0,-1 0 0 0 0,1 0 0 0 0,0 0 0 0 0,0 0 0 0 0,0 0 1 0 0,0 0-1 0 0,0 0 0 0 0,0 0 0 0 0,0 0 0 0 0,-7 8 938 0 0,-58 116 993 0 0,55-102-1720 0 0,1 0 0 0 0,1 0-1 0 0,-9 45 1 0 0,11-33 72 0 0,-1 43-1 0 0,6-66-239 0 0,1 0 1 0 0,1-1-1 0 0,0 1 0 0 0,0 0 0 0 0,1-1 0 0 0,1 1 1 0 0,-1-1-1 0 0,7 15 0 0 0,-6-21-16 0 0,-1 1 1 0 0,1 0-1 0 0,0-1 0 0 0,1 0 0 0 0,-1 0 1 0 0,1 0-1 0 0,-1 0 0 0 0,1-1 0 0 0,8 6 1 0 0,-10-7-42 0 0,0-1 0 0 0,0 1 0 0 0,0-1 0 0 0,1 0-1 0 0,-1 0 1 0 0,0 0 0 0 0,0 0 0 0 0,1 0 0 0 0,-1-1 0 0 0,1 1 0 0 0,-1-1 0 0 0,1 1 0 0 0,-1-1 0 0 0,1 0 0 0 0,-1 0 0 0 0,1 0 0 0 0,-1 0 0 0 0,1-1 0 0 0,-1 1 0 0 0,1-1 0 0 0,-1 1 0 0 0,4-2 0 0 0,2-2 29 0 0,-6 3-149 0 0,0 0 0 0 0,0 0 0 0 0,0 0 1 0 0,0 0-1 0 0,0 0 0 0 0,0-1 0 0 0,0 1 1 0 0,0-1-1 0 0,-1 1 0 0 0,1-1 0 0 0,0 0 1 0 0,-1 0-1 0 0,0 1 0 0 0,2-3 0 0 0,2-3-2954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31.7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26 144 2759 0 0,'0'-19'190'0'0,"2"-43"872"0"0,-2 57-541 0 0,1-1 1 0 0,0 0-1 0 0,0 0 1 0 0,1 1-1 0 0,0-1 1 0 0,0 1 0 0 0,0 0-1 0 0,4-7 1 0 0,-6 12-450 0 0,0-1 1 0 0,0 1-1 0 0,0 0 1 0 0,0-1-1 0 0,1 1 0 0 0,-1 0 1 0 0,0-1-1 0 0,0 1 1 0 0,0 0-1 0 0,1-1 1 0 0,-1 1-1 0 0,0 0 1 0 0,1 0-1 0 0,-1-1 0 0 0,0 1 1 0 0,0 0-1 0 0,1 0 1 0 0,-1 0-1 0 0,0-1 1 0 0,1 1-1 0 0,-1 0 1 0 0,0 0-1 0 0,1 0 1 0 0,-1 0-1 0 0,1 0 0 0 0,-1 0 1 0 0,0 0-1 0 0,1 0 1 0 0,-1 0-1 0 0,0 0 1 0 0,1 0-1 0 0,-1 0 1 0 0,1 0-1 0 0,0 0 32 0 0,0 1 0 0 0,-1 0 0 0 0,1-1 1 0 0,-1 1-1 0 0,1 0 0 0 0,-1-1 0 0 0,1 1 0 0 0,-1 0 0 0 0,1 0 0 0 0,-1-1 0 0 0,1 1 0 0 0,-1 0 1 0 0,0 1-1 0 0,7 28 1059 0 0,-6-4-555 0 0,-2-1 1 0 0,-6 50-1 0 0,-17 48 297 0 0,9-56-329 0 0,-5 27-106 0 0,19-90-471 0 0,0-1 1 0 0,1 1 0 0 0,-1-1 0 0 0,1 1 0 0 0,0 0 0 0 0,0-1-1 0 0,1 8 1 0 0,-1-11-6 0 0,0 0 0 0 0,1 0 0 0 0,-1 0 0 0 0,0 0 0 0 0,0 0-1 0 0,0 1 1 0 0,1-1 0 0 0,-1 0 0 0 0,0 0 0 0 0,0 0 0 0 0,0 0 0 0 0,1 0 0 0 0,-1 0-1 0 0,0 0 1 0 0,0 0 0 0 0,1 0 0 0 0,-1 0 0 0 0,0 0 0 0 0,0 0 0 0 0,0 0 0 0 0,1 0-1 0 0,-1 0 1 0 0,0 0 0 0 0,0 0 0 0 0,0 0 0 0 0,1 0 0 0 0,-1-1 0 0 0,0 1-1 0 0,0 0 1 0 0,0 0 0 0 0,1 0 0 0 0,-1 0 0 0 0,0 0 0 0 0,0 0 0 0 0,0-1 0 0 0,0 1-1 0 0,1 0 1 0 0,-1 0 0 0 0,0 0 0 0 0,0 0 0 0 0,0-1 0 0 0,0 1 0 0 0,0 0 0 0 0,0 0-1 0 0,0 0 1 0 0,0-1 0 0 0,1 1 0 0 0,7-11-509 0 0,-8 11 511 0 0,21-34-1004 0 0,-2 0 0 0 0,22-54 0 0 0,14-26-703 0 0,8-6 2033 0 0,-51 107 431 0 0,-7 13-46 0 0,-5 10-197 0 0,-4 4-318 0 0,0 1 0 0 0,-1-1 0 0 0,0 0-1 0 0,-1 0 1 0 0,-1 0 0 0 0,0-1 0 0 0,-14 19 0 0 0,-6 5 140 0 0,-36 37 1 0 0,55-65-267 0 0,0 0-1 0 0,-1-1 1 0 0,1 0-1 0 0,-2-1 1 0 0,-15 11 0 0 0,25-18-65 0 0,0 0 0 0 0,0 0 0 0 0,0 0 0 0 0,0 0 0 0 0,0 0 0 0 0,0-1 0 0 0,0 1 0 0 0,0 0 1 0 0,0 0-1 0 0,0 0 0 0 0,0 0 0 0 0,0 0 0 0 0,0 0 0 0 0,0 0 0 0 0,0 0 0 0 0,0 0 0 0 0,0 0 0 0 0,0 0 1 0 0,0 0-1 0 0,0 0 0 0 0,0 0 0 0 0,0 0 0 0 0,0 0 0 0 0,0 0 0 0 0,-1 0 0 0 0,1 0 0 0 0,0 0 1 0 0,0-1-1 0 0,0 1 0 0 0,0 0 0 0 0,0 0 0 0 0,0 0 0 0 0,0 0 0 0 0,0 0 0 0 0,0 0 0 0 0,0 0 0 0 0,0 0 1 0 0,0 0-1 0 0,0 0 0 0 0,0 0 0 0 0,0 0 0 0 0,0 0 0 0 0,0 0 0 0 0,0 0 0 0 0,0 0 0 0 0,-1 0 1 0 0,1 0-1 0 0,0 0 0 0 0,0 0 0 0 0,0 0 0 0 0,0 0 0 0 0,0 0 0 0 0,0 0 0 0 0,0 0 0 0 0,0 0 0 0 0,0 0 1 0 0,0 0-1 0 0,0 1 0 0 0,0-1 0 0 0,0 0 0 0 0,0 0 0 0 0,0 0 0 0 0,0 0 0 0 0,0 0 0 0 0,3-7 43 0 0,7-6-29 0 0,-6 10-4 0 0,0 0 0 0 0,0 0 0 0 0,0 0 0 0 0,1 0 0 0 0,-1 0 0 0 0,1 1 0 0 0,-1 0 0 0 0,1 0 0 0 0,0 0 0 0 0,0 0 0 0 0,8-1 0 0 0,-9 3-1 0 0,0 0 0 0 0,0 0 0 0 0,0 0-1 0 0,0 0 1 0 0,0 1 0 0 0,0-1 0 0 0,0 1-1 0 0,0 0 1 0 0,0 0 0 0 0,-1 1 0 0 0,1-1-1 0 0,0 1 1 0 0,-1 0 0 0 0,1 0-1 0 0,4 3 1 0 0,-1 0 65 0 0,-1 1 0 0 0,0-1 0 0 0,7 9 0 0 0,-9-9 87 0 0,0 0-1 0 0,0-1 1 0 0,1 1-1 0 0,0-1 1 0 0,0 0-1 0 0,0-1 1 0 0,9 6-1 0 0,-12-8-102 0 0,-1-1 0 0 0,1 1-1 0 0,0-1 1 0 0,-1 1 0 0 0,1-1-1 0 0,-1 0 1 0 0,1 1 0 0 0,0-1-1 0 0,0 0 1 0 0,-1 0 0 0 0,1 0-1 0 0,0 0 1 0 0,-1-1 0 0 0,1 1-1 0 0,0 0 1 0 0,-1-1 0 0 0,1 1-1 0 0,1-2 1 0 0,0 1 20 0 0,-1 0-1 0 0,1-1 1 0 0,-1 0-1 0 0,1 0 1 0 0,-1 0-1 0 0,0 0 1 0 0,0 0-1 0 0,0 0 1 0 0,3-4-1 0 0,0-3-17 0 0,0 1 0 0 0,0-1-1 0 0,-1 0 1 0 0,-1 0 0 0 0,4-11-1 0 0,-2-7-3862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32.0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 0 3679 0 0,'-1'1'181'0'0,"1"-1"-1"0"0,-1 0 0 0 0,1 1 0 0 0,-1-1 1 0 0,1 1-1 0 0,-1-1 0 0 0,1 1 0 0 0,-1 0 0 0 0,1-1 1 0 0,-1 1-1 0 0,1-1 0 0 0,0 1 0 0 0,0 0 1 0 0,-1-1-1 0 0,1 1 0 0 0,0 0 0 0 0,0 0 1 0 0,0 0-1 0 0,-5 16 2147 0 0,5-16-2147 0 0,-3 14 1184 0 0,1 0 1 0 0,1 1-1 0 0,0-1 0 0 0,1 0 0 0 0,2 17 0 0 0,16 75 1727 0 0,-11-70-2671 0 0,-6-30-349 0 0,0 1 0 0 0,-1-1 0 0 0,0 15 0 0 0,0-19-181 0 0,-1 1-1 0 0,1-1 1 0 0,-1 1 0 0 0,0-1-1 0 0,0 0 1 0 0,0 1-1 0 0,0-1 1 0 0,0 0 0 0 0,-4 6-1 0 0,-2-5-1799 0 0,4-4 212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32.1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6 136 2559 0 0,'-1'-3'31'0'0,"0"1"267"0"0,0 0 0 0 0,0 0 0 0 0,1 0 0 0 0,-1-1 0 0 0,1 1 0 0 0,-1 0 0 0 0,1-1 0 0 0,0-3 0 0 0,0 6-190 0 0,1-1 1 0 0,-1 0 0 0 0,0 0-1 0 0,1 0 1 0 0,-1 1-1 0 0,1-1 1 0 0,-1 0 0 0 0,1 1-1 0 0,-1-1 1 0 0,1 0-1 0 0,0 1 1 0 0,-1-1 0 0 0,1 1-1 0 0,0-1 1 0 0,-1 1-1 0 0,1-1 1 0 0,0 1 0 0 0,0-1-1 0 0,-1 1 1 0 0,1 0-1 0 0,0-1 1 0 0,0 1 0 0 0,0 0-1 0 0,0 0 1 0 0,-1 0-1 0 0,1-1 1 0 0,1 1 0 0 0,95-21 7709 0 0,-51 9-6331 0 0,27-11-443 0 0,-53 15-982 0 0,-1 2-1 0 0,32-7 0 0 0,-19 5-1686 0 0,-19 4-4573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32.5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1 224 1839 0 0,'0'-3'342'0'0,"0"-1"-1"0"0,-1 1 1 0 0,1-1-1 0 0,0 1 0 0 0,1 0 1 0 0,-1-1-1 0 0,1 1 0 0 0,-1 0 1 0 0,2-5-1 0 0,1-4 488 0 0,12-72 4879 0 0,-11 73-4599 0 0,-1-1 0 0 0,1 0 0 0 0,1 1 0 0 0,11-21 0 0 0,-16 31-1040 0 0,1 0 1 0 0,-1 0-1 0 0,1 1 0 0 0,-1-1 0 0 0,1 0 0 0 0,-1 0 0 0 0,1 1 0 0 0,-1-1 1 0 0,1 0-1 0 0,0 1 0 0 0,0-1 0 0 0,-1 1 0 0 0,1-1 0 0 0,0 1 1 0 0,0-1-1 0 0,1 0 0 0 0,-2 1-36 0 0,1 0 1 0 0,-1 0-1 0 0,0 0 1 0 0,1 1-1 0 0,-1-1 1 0 0,0 0-1 0 0,1 0 1 0 0,-1 0-1 0 0,0 0 1 0 0,1 0-1 0 0,-1 1 1 0 0,0-1-1 0 0,1 0 1 0 0,-1 0-1 0 0,0 1 1 0 0,0-1-1 0 0,1 0 1 0 0,-1 0-1 0 0,0 1 1 0 0,0-1-1 0 0,0 0 1 0 0,1 1-1 0 0,-1-1 1 0 0,0 0-1 0 0,0 1 1 0 0,0-1-1 0 0,0 1 1 0 0,1 3 99 0 0,0-1 0 0 0,0 1 0 0 0,0 0 0 0 0,-1 0 0 0 0,1 7 0 0 0,-3 23 399 0 0,-8 50 0 0 0,2-27-260 0 0,-2 6-29 0 0,5-39-75 0 0,2 1-1 0 0,0 0 0 0 0,2 0 1 0 0,2 44-1 0 0,3-54-1629 0 0,3-3-3324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32.7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 17 11055 0 0,'-8'-14'1231'0'0,"10"12"-754"0"0,9 6 79 0 0,11 10 208 0 0,0 0 0 0 0,0 1 0 0 0,-2 2 0 0 0,0 0 0 0 0,0 1 0 0 0,-2 1 0 0 0,20 25 0 0 0,-27-28-503 0 0,-1-1 0 0 0,-1 2-1 0 0,0-1 1 0 0,-1 1 0 0 0,-1 0 0 0 0,-1 1-1 0 0,0 0 1 0 0,-1 0 0 0 0,-1 0 0 0 0,-1 0-1 0 0,2 22 1 0 0,-4-7-496 0 0,-1 1 0 0 0,-1-1-1 0 0,-2 0 1 0 0,-2 0 0 0 0,-11 47 0 0 0,-5-3-7339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35.0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3621 60 3223 0 0,'16'-17'336'0'0,"-11"11"33"0"0,1 0 0 0 0,-1 1 1 0 0,1-1-1 0 0,0 1 0 0 0,0 0 0 0 0,7-4 0 0 0,-13 9-330 0 0,1 0-1 0 0,-1 0 1 0 0,0 0-1 0 0,0 0 1 0 0,0 0 0 0 0,0 0-1 0 0,0 0 1 0 0,0 0-1 0 0,1 0 1 0 0,-1 0-1 0 0,0 0 1 0 0,0 0-1 0 0,0 0 1 0 0,0 0-1 0 0,0 0 1 0 0,0 0-1 0 0,1 0 1 0 0,-1 0-1 0 0,0 0 1 0 0,0 0-1 0 0,0 0 1 0 0,0 0-1 0 0,0 0 1 0 0,0 0-1 0 0,0 0 1 0 0,1 1-1 0 0,-1-1 1 0 0,0 0-1 0 0,0 0 1 0 0,0 0-1 0 0,0 0 1 0 0,0 0 0 0 0,0 0-1 0 0,0 0 1 0 0,0 0-1 0 0,0 1 1 0 0,0-1-1 0 0,0 0 1 0 0,0 0-1 0 0,0 0 1 0 0,0 0-1 0 0,1 0 1 0 0,-1 0-1 0 0,0 1 1 0 0,0-1-1 0 0,0 0 1 0 0,0 0-1 0 0,0 0 1 0 0,0 0-1 0 0,0 0 1 0 0,-1 0-1 0 0,1 1 1 0 0,0-1-1 0 0,0 0 1 0 0,0 0-1 0 0,0 0 1 0 0,0 0 0 0 0,0 0-1 0 0,-2 15 1152 0 0,1-11-457 0 0,-1 11-538 0 0,-3 16 73 0 0,-1-1 0 0 0,-2 0 1 0 0,-17 45-1 0 0,12-47-235 0 0,-2 0-1 0 0,-1-2 1 0 0,-2 0-1 0 0,0-1 1 0 0,-1 0 0 0 0,-2-2-1 0 0,0 0 1 0 0,-2-2-1 0 0,-26 21 1 0 0,1-7 67 0 0,-2-2 1 0 0,-1-2 0 0 0,-101 44-1 0 0,127-64-17 0 0,-195 77 754 0 0,191-79-663 0 0,-1-1-1 0 0,-1-1 0 0 0,1-1 1 0 0,-1-2-1 0 0,-49 0 0 0 0,-138-22 584 0 0,-23-1 432 0 0,-231 24 456 0 0,157 26-1478 0 0,104-6-109 0 0,118-17-15 0 0,0 5 0 0 0,-140 36-1 0 0,149-25 246 0 0,1 4 0 0 0,-87 41 0 0 0,147-57-207 0 0,2 1 0 0 0,-1 0 0 0 0,-22 21 0 0 0,31-24-71 0 0,1 2 0 0 0,0-1 0 0 0,1 1 0 0 0,1 1 0 0 0,-18 27 0 0 0,22-27-10 0 0,0 0 0 0 0,1 0 0 0 0,1 1 0 0 0,0-1 0 0 0,1 1 0 0 0,-2 22 0 0 0,-7 26 0 0 0,9-49 0 0 0,0 0 0 0 0,1 0 0 0 0,-2 25 0 0 0,6-55 10 0 0,-1 12 10 0 0,0 0-1 0 0,-1-1 0 0 0,0 1 0 0 0,0-1 0 0 0,-1-6 1 0 0,-1 2-19 0 0,-1 1 0 0 0,0-1 0 0 0,0 1 0 0 0,-1 0 0 0 0,-1 0 0 0 0,0 1 1 0 0,0-1-1 0 0,0 1 0 0 0,-14-15 0 0 0,-4-2-1 0 0,-40-33-1 0 0,62 58 1 0 0,0-1 0 0 0,-2-2 0 0 0,0 0 0 0 0,0 1 0 0 0,0 0 0 0 0,0 0 0 0 0,-8-4 0 0 0,11 6 0 0 0,-1 0 0 0 0,1 0 0 0 0,0 0 0 0 0,-1-1 0 0 0,1 1 0 0 0,-1 0 0 0 0,1 0 0 0 0,-1 0 0 0 0,1 0 0 0 0,-1 0 0 0 0,1 0 0 0 0,-1 0 0 0 0,1 0 0 0 0,-1 0 0 0 0,1 1 0 0 0,-1-1 0 0 0,1 0 0 0 0,0 0 0 0 0,-1 0 0 0 0,1 1 0 0 0,-1-1 0 0 0,0 0 0 0 0,1 1 0 0 0,-1 0 0 0 0,0 0 0 0 0,1 0 0 0 0,-1 0 0 0 0,1 0 0 0 0,-1-1 0 0 0,1 1 0 0 0,0 0 0 0 0,-1 0 0 0 0,1 0 0 0 0,0 0 0 0 0,0 0 0 0 0,0 0 0 0 0,0 0 0 0 0,0 2 0 0 0,-2 13 36 0 0,2 0 1 0 0,0-1-1 0 0,2 1 0 0 0,-1 0 0 0 0,2 0 0 0 0,7 26 0 0 0,-7-33 79 0 0,0 1 0 0 0,1-1 0 0 0,1 1 0 0 0,0-1 0 0 0,0-1 0 0 0,1 1 0 0 0,0-1 0 0 0,0 0-1 0 0,1 0 1 0 0,0 0 0 0 0,11 9 0 0 0,-8-10 33 0 0,0 1 0 0 0,0-1 0 0 0,0-1 0 0 0,1 0 0 0 0,0 0 0 0 0,20 7 0 0 0,-26-12-122 0 0,-1 0-1 0 0,1 1 1 0 0,0-2-1 0 0,1 1 1 0 0,-1 0-1 0 0,0-1 0 0 0,0 0 1 0 0,0 0-1 0 0,0-1 1 0 0,0 0-1 0 0,0 1 1 0 0,0-2-1 0 0,0 1 1 0 0,0 0-1 0 0,0-1 1 0 0,-1 0-1 0 0,1 0 1 0 0,7-5-1 0 0,-5 2 7 0 0,0 0 0 0 0,-1-1 0 0 0,1 0 0 0 0,-1 0 0 0 0,0 0 0 0 0,-1-1 0 0 0,0 0 0 0 0,0 0 0 0 0,0 0 0 0 0,6-15 0 0 0,-8 16-24 0 0,-1 1-1 0 0,0-1 1 0 0,0 0 0 0 0,0 0 0 0 0,-1 0 0 0 0,0-1 0 0 0,0 1 0 0 0,-1 0-1 0 0,1 0 1 0 0,-1-1 0 0 0,-1 1 0 0 0,1 0 0 0 0,-1 0 0 0 0,0 0 0 0 0,-3-9-1 0 0,4 14-2 0 0,0 0-1 0 0,-1 0 0 0 0,1 0 0 0 0,-1-1 1 0 0,1 1-1 0 0,-1 0 0 0 0,1 0 0 0 0,-1 0 1 0 0,0 0-1 0 0,1 0 0 0 0,-1 1 0 0 0,0-1 1 0 0,0 0-1 0 0,0 0 0 0 0,0 0 0 0 0,0 1 1 0 0,0-1-1 0 0,0 0 0 0 0,0 1 0 0 0,-1-1 1 0 0,1 0 5 0 0,0 1 0 0 0,-1 0 0 0 0,1 0 0 0 0,0 0 0 0 0,0 0 0 0 0,0 0 0 0 0,-1 1 0 0 0,1-1 0 0 0,0 0 0 0 0,0 0 0 0 0,0 1 0 0 0,0-1 0 0 0,0 1 0 0 0,0-1 0 0 0,0 1 0 0 0,-2 0 0 0 0,-2 3 24 0 0,1 0 0 0 0,-1-1 0 0 0,1 1 1 0 0,0 1-1 0 0,0-1 0 0 0,-6 9 0 0 0,-15 30-1563 0 0,5 1-3483 0 0,4-9-2383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37.4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92 0 2735 0 0,'-3'3'0'0'0,"-1"-1"0"0"0,0 0 0 0 0,-1 0 0 0 0,1 0 0 0 0,0 0 0 0 0,0-1 0 0 0,-1 0 0 0 0,1 0 0 0 0,-1 0 0 0 0,1-1 0 0 0,-1 1 0 0 0,1-1 0 0 0,-1 0 0 0 0,1 0 0 0 0,-1-1 0 0 0,1 1 0 0 0,-9-3 0 0 0,8 1 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40.3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268 66 2759 0 0,'-1'-26'896'0'0,"1"22"-510"0"0,0 0 0 0 0,0-1 0 0 0,-1 1 0 0 0,1 0 0 0 0,-1 0 0 0 0,0 0 0 0 0,-2-6 0 0 0,3 48 1906 0 0,1-18-2077 0 0,7 170 1645 0 0,-9-175-1733 0 0,0-1 0 0 0,-1 0 0 0 0,0 0 0 0 0,-2 0-1 0 0,1 0 1 0 0,-2 0 0 0 0,0 0 0 0 0,-7 12 0 0 0,-10 17 144 0 0,-29 41 0 0 0,21-36-3 0 0,-23 34-35 0 0,-19 32 229 0 0,71-113-460 0 0,0 0 1 0 0,1 0-1 0 0,-1 0 1 0 0,0 1-1 0 0,1-1 1 0 0,-1 0-1 0 0,1 0 1 0 0,0 1 0 0 0,-1-1-1 0 0,1 1 1 0 0,0-1-1 0 0,0 0 1 0 0,0 1-1 0 0,0-1 1 0 0,0 1-1 0 0,0-1 1 0 0,0 0-1 0 0,1 1 1 0 0,-1 1 0 0 0,1-2 4 0 0,0 0 0 0 0,-1 0 0 0 0,1 0 0 0 0,0 0 0 0 0,0 0 0 0 0,0 0 0 0 0,0-1 0 0 0,0 1 0 0 0,0 0 0 0 0,0 0 0 0 0,0-1 0 0 0,0 1 0 0 0,0 0 0 0 0,0-1 0 0 0,0 1 0 0 0,0-1 0 0 0,2 1 0 0 0,5 1 18 0 0,0-1 0 0 0,1 0 0 0 0,-1 0-1 0 0,17-1 1 0 0,-19 0-49 0 0,203 7 287 0 0,1-1-324 0 0,-141-7 56 0 0,70-10 0 0 0,262-22-22 0 0,-180 20 32 0 0,85-3 38 0 0,178-24-68 0 0,-19-6 52 0 0,-389 40-69 0 0,318-5 99 0 0,0 26-175 0 0,-133 14 199 0 0,-129-11-29 0 0,46-8-148 0 0,-165-10 85 0 0,0-1 0 0 0,0-1 0 0 0,16-3 0 0 0,-24 4 7 0 0,1-1-1 0 0,-1 1 1 0 0,0-1 0 0 0,1 0-1 0 0,-1-1 1 0 0,0 1-1 0 0,0-1 1 0 0,-1 0 0 0 0,9-7-1 0 0,-9 5 19 0 0,0-1-1 0 0,0 1 1 0 0,-1-1-1 0 0,0 0 1 0 0,-1 0-1 0 0,1 0 1 0 0,-1 0-1 0 0,0 0 0 0 0,0-1 1 0 0,1-12-1 0 0,5-17 31 0 0,-2 23-44 0 0,1-1 0 0 0,0 0 0 0 0,1 1 0 0 0,0 1 0 0 0,15-18 0 0 0,-15 20 0 0 0,0 0 0 0 0,-1-1 0 0 0,0 0 0 0 0,0 0 0 0 0,-1 0 0 0 0,-1-1 0 0 0,8-23 0 0 0,-12 33 61 0 0,-1 0 0 0 0,0-1 0 0 0,0 1 0 0 0,0 0-1 0 0,0 0 1 0 0,0 0 0 0 0,0 0 0 0 0,0-1 0 0 0,-1 1 0 0 0,1 0-1 0 0,-1 0 1 0 0,0 0 0 0 0,0 0 0 0 0,1 0 0 0 0,-1 0 0 0 0,0 0-1 0 0,-1 0 1 0 0,1 1 0 0 0,0-1 0 0 0,0 0 0 0 0,-1 1 0 0 0,1-1-1 0 0,-1 1 1 0 0,0-1 0 0 0,1 1 0 0 0,-1 0 0 0 0,0-1-1 0 0,0 1 1 0 0,0 0 0 0 0,0 0 0 0 0,0 0 0 0 0,0 1 0 0 0,0-1-1 0 0,-4 0 1 0 0,3-1-9 0 0,-1 2 0 0 0,0-1 0 0 0,1 0 0 0 0,-1 1 0 0 0,0-1 0 0 0,0 1 0 0 0,0 0 0 0 0,1 0 0 0 0,-1 1 0 0 0,0-1 0 0 0,0 1 0 0 0,1 0 0 0 0,-1 0 0 0 0,0 0 1 0 0,1 0-1 0 0,-1 0 0 0 0,1 1 0 0 0,-1 0 0 0 0,-4 3 0 0 0,1 2-158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42.3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62 9215 0 0,'0'0'33'0'0,"0"0"-1"0"0,0-1 0 0 0,-1 1 0 0 0,1 0 0 0 0,0 0 0 0 0,0 0 1 0 0,0-1-1 0 0,0 1 0 0 0,0 0 0 0 0,0 0 0 0 0,0-1 1 0 0,0 1-1 0 0,0 0 0 0 0,0 0 0 0 0,0 0 0 0 0,0-1 0 0 0,0 1 1 0 0,0 0-1 0 0,0 0 0 0 0,0-1 0 0 0,0 1 0 0 0,0 0 1 0 0,0 0-1 0 0,0 0 0 0 0,0-1 0 0 0,0 1 0 0 0,1 0 1 0 0,-1 0-1 0 0,0 0 0 0 0,0-1 0 0 0,0 1 0 0 0,9-9 373 0 0,12-5-74 0 0,-20 13-239 0 0,8-4 163 0 0,-1 1 1 0 0,1 0 0 0 0,1 0 0 0 0,-1 0-1 0 0,12-2 1 0 0,-18 5-173 0 0,1 0 1 0 0,0 1-1 0 0,0-1 0 0 0,0 1 1 0 0,0-1-1 0 0,-1 1 0 0 0,1 1 0 0 0,0-1 1 0 0,0 0-1 0 0,0 1 0 0 0,0 0 1 0 0,0 0-1 0 0,-1 0 0 0 0,1 0 1 0 0,0 0-1 0 0,3 3 0 0 0,-6-4-360 0 0,-1 1-1 0 0,1-1 0 0 0,0 1 1 0 0,-1 0-1 0 0,1-1 1 0 0,0 1-1 0 0,-1-1 0 0 0,1 1 1 0 0,-1 0-1 0 0,1 0 1 0 0,-1-1-1 0 0,0 1 0 0 0,1 1 1 0 0,1 5-4085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42.5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 12 6911 0 0,'-6'0'458'0'0,"1"0"-62"0"0,12 1 385 0 0,-2-1-144 0 0,-1 0 0 0 0,1-1 0 0 0,-1 1 0 0 0,0-1 0 0 0,1 0 0 0 0,5-2 0 0 0,-4 1-609 0 0,0 1 466 0 0,1 0 0 0 0,-1 0 0 0 0,1 0 0 0 0,0 1 1 0 0,-1-1-1 0 0,1 2 0 0 0,6 0 0 0 0,-9 0-507 0 0,1 0 0 0 0,-1 0-1 0 0,0 0 1 0 0,0 1-1 0 0,0 0 1 0 0,-1 0 0 0 0,1 0-1 0 0,0 0 1 0 0,-1 1 0 0 0,1-1-1 0 0,3 4 1 0 0,1 2-5990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43.7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9 304 5527 0 0,'-1'-2'154'0'0,"0"1"1"0"0,0-1-1 0 0,0 0 0 0 0,0 1 0 0 0,0-1 0 0 0,1 0 0 0 0,-1 0 0 0 0,1 0 0 0 0,-1 1 0 0 0,1-1 0 0 0,0 0 0 0 0,-1 0 0 0 0,1 0 0 0 0,0 0 0 0 0,0 0 0 0 0,1 0 0 0 0,-1 0 0 0 0,0 0 0 0 0,1 1 0 0 0,-1-1 1 0 0,1 0-1 0 0,-1 0 0 0 0,2-2 0 0 0,2-7 647 0 0,3-15 2672 0 0,20-42 0 0 0,-23 60-3107 0 0,0 0 0 0 0,1 0 0 0 0,0 0-1 0 0,1 1 1 0 0,-1 0 0 0 0,1 0 0 0 0,0 1 0 0 0,1-1 0 0 0,8-5 0 0 0,-3 3-75 0 0,0 1 0 0 0,25-11-1 0 0,-31 15-249 0 0,1 2 0 0 0,0-1 0 0 0,0 1 0 0 0,0 0 0 0 0,0 1 0 0 0,1 0 0 0 0,11-1 0 0 0,-17 2-39 0 0,0 0 0 0 0,0 0 1 0 0,0 1-1 0 0,0-1 0 0 0,-1 0 0 0 0,1 1 0 0 0,0-1 0 0 0,0 1 0 0 0,0 0 0 0 0,0 0 0 0 0,-1-1 1 0 0,1 1-1 0 0,0 0 0 0 0,-1 1 0 0 0,1-1 0 0 0,0 0 0 0 0,1 3 0 0 0,0-2 2 0 0,-1 1 1 0 0,0 0-1 0 0,0 0 0 0 0,-1 0 0 0 0,1 1 0 0 0,-1-1 1 0 0,1 0-1 0 0,-1 1 0 0 0,1 3 0 0 0,0 6 6 0 0,0 1-1 0 0,-1-1 1 0 0,0 0 0 0 0,-1 15-1 0 0,-2 3-9 0 0,-1 0 0 0 0,-2-1 0 0 0,0 0 0 0 0,-2 1 0 0 0,-2-2 0 0 0,0 1 0 0 0,-2-2 0 0 0,-2 1 0 0 0,0-1 0 0 0,-2-1 0 0 0,-19 27 0 0 0,28-45 0 0 0,0 0 0 0 0,0-1 0 0 0,-1 0 0 0 0,-1 0 0 0 0,1 0 0 0 0,-1-1 0 0 0,-17 11 0 0 0,25-18 0 0 0,0 0 0 0 0,0 0 0 0 0,0 0 0 0 0,0 0 0 0 0,0 0 0 0 0,-1-1 0 0 0,1 1 0 0 0,0 0 0 0 0,0 0 0 0 0,0 0 0 0 0,0 0 0 0 0,0 0 0 0 0,0-1 0 0 0,0 1 0 0 0,0 0 0 0 0,0 0 0 0 0,0 0 0 0 0,0 0 0 0 0,0-1 0 0 0,-1 1 0 0 0,1 0 0 0 0,0 0 0 0 0,0 0 0 0 0,0-1 0 0 0,0 1 0 0 0,1 0 0 0 0,-1 0 0 0 0,0 0 0 0 0,0 0 0 0 0,0-1 0 0 0,0 1 0 0 0,0 0 0 0 0,0 0 0 0 0,0 0 0 0 0,0 0 0 0 0,0-1 0 0 0,0 1 0 0 0,0 0 0 0 0,0 0 0 0 0,1 0 0 0 0,-1 0 0 0 0,0 0 0 0 0,0-1 0 0 0,4-9 0 0 0,39-64 0 0 0,22-42 0 0 0,-13-4-33 0 0,24-45-22 0 0,-74 161 56 0 0,29-52 101 0 0,-27 49-80 0 0,1 1 0 0 0,0 0 0 0 0,0-1 1 0 0,0 2-1 0 0,12-11 0 0 0,-17 15-15 0 0,1 1-1 0 0,-1-1 1 0 0,1 1-1 0 0,0-1 1 0 0,-1 1-1 0 0,1 0 1 0 0,-1-1-1 0 0,1 1 1 0 0,0 0-1 0 0,-1-1 1 0 0,1 1-1 0 0,0 0 1 0 0,-1-1 0 0 0,1 1-1 0 0,0 0 1 0 0,-1 0-1 0 0,1 0 1 0 0,0 0-1 0 0,0 0 1 0 0,-1 0-1 0 0,1 0 1 0 0,0 0-1 0 0,0 0 1 0 0,1 0-1 0 0,-2 1-3 0 0,1 0 0 0 0,-1-1 0 0 0,0 1 0 0 0,1 0 0 0 0,-1-1 0 0 0,0 1 0 0 0,1 0 0 0 0,-1-1 0 0 0,0 1 0 0 0,0 0 0 0 0,1-1-1 0 0,-1 1 1 0 0,0 0 0 0 0,0 0 0 0 0,0-1 0 0 0,0 1 0 0 0,0 0 0 0 0,0 0 0 0 0,0 0 0 0 0,-1 7 8 0 0,0 0 1 0 0,-1 0 0 0 0,-2 8-1 0 0,-11 27-11 0 0,-22 43 0 0 0,-6 16 0 0 0,43-101 0 0 0,-8 20 0 0 0,1 0 0 0 0,-7 41 0 0 0,13-57 0 0 0,0 0 0 0 0,1 1 0 0 0,-1-1 0 0 0,1 1 0 0 0,1 0 0 0 0,-1-1 0 0 0,1 0 0 0 0,0 1 0 0 0,0-1 0 0 0,0 1 0 0 0,1-1 0 0 0,0 0 0 0 0,0 0 0 0 0,0 0 0 0 0,1 0 0 0 0,-1 0 0 0 0,5 5 0 0 0,-5-7 15 0 0,1-1-1 0 0,-1 0 0 0 0,1 0 1 0 0,0 0-1 0 0,0 0 1 0 0,0 0-1 0 0,0 0 1 0 0,0-1-1 0 0,0 1 0 0 0,0-1 1 0 0,0 0-1 0 0,0 0 1 0 0,1 0-1 0 0,-1 0 1 0 0,1-1-1 0 0,-1 1 0 0 0,0-1 1 0 0,1 0-1 0 0,-1 0 1 0 0,7-1-1 0 0,-1 0-497 0 0,-1-1 0 0 0,15-4 0 0 0,12-7-5653 0 0,-18 6-366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44.0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27 8751 0 0,'-6'-3'384'0'0,"2"1"88"0"0,2 1-376 0 0,4 1-96 0 0,0 0 0 0 0,0 0 192 0 0,3 0 16 0 0,1 0 8 0 0,6 0 0 0 0,5 0 264 0 0,5-2 48 0 0,4 0 16 0 0,1 1 0 0 0,4-3-384 0 0,1-1-64 0 0,0 2-24 0 0,1-1-5256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44.2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255 13 6447 0 0,'1'-1'158'0'0,"-1"0"-1"0"0,0 1 0 0 0,0-1 0 0 0,0 0 1 0 0,0 0-1 0 0,0 1 0 0 0,-1-1 0 0 0,1 0 1 0 0,0 1-1 0 0,0-1 0 0 0,0 0 1 0 0,0 0-1 0 0,-1 1 0 0 0,1-1 0 0 0,-1-1 1 0 0,0 2-28 0 0,1 0 1 0 0,-1 0-1 0 0,0 0 0 0 0,1 0 1 0 0,-1 0-1 0 0,0 0 1 0 0,1 0-1 0 0,-1 0 1 0 0,1 1-1 0 0,-1-1 1 0 0,0 0-1 0 0,1 0 1 0 0,-1 0-1 0 0,1 1 1 0 0,-1-1-1 0 0,1 0 1 0 0,-1 1-1 0 0,1-1 1 0 0,-1 0-1 0 0,1 1 1 0 0,-1 0-1 0 0,-10 7 711 0 0,1 0 1 0 0,0 1-1 0 0,0 0 1 0 0,1 1-1 0 0,-15 20 0 0 0,-34 60 1083 0 0,42-62-1331 0 0,7-14-315 0 0,-11 20 530 0 0,-18 39 1 0 0,33-63-700 0 0,1 0 0 0 0,1 0 0 0 0,0 0-1 0 0,0 0 1 0 0,1 1 0 0 0,0-1 0 0 0,1 1-1 0 0,0-1 1 0 0,1 14 0 0 0,0-20-96 0 0,1 0 1 0 0,-1 0 0 0 0,1 0-1 0 0,0 0 1 0 0,1 0-1 0 0,-1 0 1 0 0,0-1-1 0 0,1 1 1 0 0,0-1 0 0 0,0 1-1 0 0,0-1 1 0 0,0 0-1 0 0,1 1 1 0 0,-1-1 0 0 0,1 0-1 0 0,0-1 1 0 0,0 1-1 0 0,0 0 1 0 0,0-1-1 0 0,6 4 1 0 0,-5-4-331 0 0,0 0 0 0 0,1 0 0 0 0,-1-1 0 0 0,1 1 0 0 0,-1-1 0 0 0,1 0 0 0 0,0 0-1 0 0,-1 0 1 0 0,1-1 0 0 0,9 0 0 0 0,6-1-6703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44.6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82 2 5983 0 0,'0'0'72'0'0,"0"0"0"0"0,0 0-1 0 0,0-1 1 0 0,0 1 0 0 0,-1 0-1 0 0,1 0 1 0 0,0 0 0 0 0,0 0-1 0 0,0 0 1 0 0,-1 0-1 0 0,1 0 1 0 0,0 0 0 0 0,0 0-1 0 0,-1 0 1 0 0,1 0 0 0 0,0 0-1 0 0,0 0 1 0 0,0 0 0 0 0,-1 0-1 0 0,1 0 1 0 0,0 0 0 0 0,0 0-1 0 0,-1 0 1 0 0,1 0-1 0 0,0 0 1 0 0,0 0 0 0 0,0 0-1 0 0,-1 0 1 0 0,1 0 0 0 0,0 0-1 0 0,0 0 1 0 0,0 1 0 0 0,0-1-1 0 0,-1 0 1 0 0,1 0 0 0 0,0 0-1 0 0,0 1 1 0 0,-8 10 1854 0 0,-2 15 867 0 0,-8 86 2968 0 0,14-76-4379 0 0,-18 70 0 0 0,20-100-1315 0 0,1-3-41 0 0,1-1 0 0 0,-1 1 0 0 0,0 0 0 0 0,0 0 0 0 0,0-1 1 0 0,-1 1-1 0 0,-1 3 0 0 0,11-23 27 0 0,15-14-143 0 0,0 1 0 0 0,2 2 0 0 0,43-39 0 0 0,-58 58 34 0 0,26-23-59 0 0,-33 29 115 0 0,-1 0-1 0 0,0 0 1 0 0,1 0-1 0 0,-1 0 1 0 0,0 0-1 0 0,-1 0 1 0 0,1 0 0 0 0,0-1-1 0 0,-1 1 1 0 0,1-5-1 0 0,-1 8 1 0 0,-1 0 0 0 0,0 0 0 0 0,0 0 0 0 0,0-1 0 0 0,0 1 0 0 0,0 0 0 0 0,0 0 0 0 0,0 0 0 0 0,0 0 0 0 0,0 0 0 0 0,0 0 0 0 0,0-1 0 0 0,0 1 0 0 0,0 0 0 0 0,0 0 0 0 0,0 0 0 0 0,0 0 0 0 0,0 0 0 0 0,0 0 0 0 0,0 0 0 0 0,-1-1 0 0 0,1 1 0 0 0,0 0 0 0 0,0 0 0 0 0,0 0 0 0 0,0 0 0 0 0,0 0 0 0 0,0 0 0 0 0,0 0 0 0 0,0 0 0 0 0,0-1 0 0 0,0 1 0 0 0,-1 0 0 0 0,1 0 0 0 0,0 0 0 0 0,0 0 0 0 0,0 0 0 0 0,0 0 0 0 0,0 0 0 0 0,0 0 0 0 0,0 0 0 0 0,-1 0 0 0 0,1 0 0 0 0,0 0 0 0 0,0 0 0 0 0,0 0 0 0 0,0 0 0 0 0,0 0 0 0 0,-9 3 0 0 0,-8 6 0 0 0,8-2 0 0 0,1 0 0 0 0,0 0 0 0 0,1 0 0 0 0,-1 1 0 0 0,1 0-1 0 0,-9 14 1 0 0,12-16 1 0 0,0 1 1 0 0,0 0-1 0 0,1 0 0 0 0,0 0 0 0 0,0 1 0 0 0,0-1 0 0 0,1 1 1 0 0,1 0-1 0 0,-2 11 0 0 0,2-17 7 0 0,1 0 0 0 0,0-1 0 0 0,0 1 0 0 0,0 0 0 0 0,0 0 0 0 0,1 0 0 0 0,-1-1 0 0 0,0 1 0 0 0,1 0 0 0 0,0 0 0 0 0,-1-1 0 0 0,1 1 0 0 0,0 0 0 0 0,0-1 1 0 0,-1 1-1 0 0,1-1 0 0 0,1 1 0 0 0,-1-1 0 0 0,2 3 0 0 0,-1-3 13 0 0,0 1 0 0 0,0-1 0 0 0,1 1 1 0 0,-1-1-1 0 0,1 0 0 0 0,-1 0 0 0 0,1 0 1 0 0,-1 0-1 0 0,1 0 0 0 0,-1-1 0 0 0,6 2 1 0 0,2-2 25 0 0,0 0 1 0 0,0 0-1 0 0,0 0 1 0 0,0-1 0 0 0,19-5-1 0 0,-11 1-108 0 0,-1-1 1 0 0,23-9-1 0 0,6-11-2995 0 0,-29 14-3954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44.8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72 2 5983 0 0,'0'-2'1086'0'0,"1"5"47"0"0,4 9 1120 0 0,2 16 1133 0 0,-1-2-2598 0 0,-2 0 0 0 0,-1 0 1 0 0,-1 0-1 0 0,-2 1 1 0 0,-2 31-1 0 0,0-42-395 0 0,0 0 0 0 0,-2 0 1 0 0,0 0-1 0 0,-1 0 0 0 0,0 0 0 0 0,-1-1 0 0 0,-1 0 1 0 0,0 0-1 0 0,-15 20 0 0 0,-12 14-2058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45.1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57 7367 0 0,'1'0'223'0'0,"1"1"0"0"0,-1-1 0 0 0,0 1 0 0 0,0-1 0 0 0,0 1 0 0 0,0-1 0 0 0,0 1 0 0 0,1-1 0 0 0,-1 0 0 0 0,0 0 0 0 0,0 0 0 0 0,1 0-1 0 0,-1 0 1 0 0,2 0 0 0 0,21-3 2296 0 0,-21 3-2255 0 0,28-6 3238 0 0,44-15-1 0 0,-52 13-2750 0 0,1 1 0 0 0,-1 2 0 0 0,41-5-1 0 0,-59 9-685 0 0,-1 1 0 0 0,0 0 0 0 0,0 1 0 0 0,0-1-1 0 0,1 1 1 0 0,-1 0 0 0 0,0 0 0 0 0,0 0-1 0 0,7 3 1 0 0,-10-3-171 0 0,1 0 0 0 0,0 0 0 0 0,-1 0 0 0 0,1 0 0 0 0,-1 0 0 0 0,1 1 0 0 0,-1-1 0 0 0,1 0 0 0 0,-1 1 0 0 0,0 0 0 0 0,0-1 0 0 0,0 1 0 0 0,0-1 0 0 0,0 1 0 0 0,0 0 0 0 0,0 0 0 0 0,0 0 0 0 0,-1-1 0 0 0,1 1 0 0 0,-1 0 0 0 0,1 0 0 0 0,-1 2 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46.0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1 661 9671 0 0,'1'-1'217'0'0,"0"-1"-1"0"0,0 0 1 0 0,1 1 0 0 0,-1-1-1 0 0,1 1 1 0 0,-1 0-1 0 0,1-1 1 0 0,3-1-1 0 0,6-6 410 0 0,-9 8-513 0 0,106-113 6310 0 0,-89 91-5765 0 0,-1-1 0 0 0,-1 0 0 0 0,18-35 0 0 0,5-13-465 0 0,28-60 394 0 0,-57 108-502 0 0,-2 0 1 0 0,0 0-1 0 0,8-43 0 0 0,-14 41-53 0 0,-2 25-30 0 0,-1 0 0 0 0,0-1-1 0 0,0 1 1 0 0,0 0 0 0 0,0 0-1 0 0,0 0 1 0 0,0-1 0 0 0,-1 1-1 0 0,1 0 1 0 0,0 0 0 0 0,-1 0-1 0 0,1 0 1 0 0,0 0 0 0 0,-1-1-1 0 0,0 1 1 0 0,1 0 0 0 0,-1 0-1 0 0,0-1 1 0 0,0 2-2 0 0,1 0 0 0 0,0 0 0 0 0,-1 0 0 0 0,1 0 0 0 0,0 0 0 0 0,-1 0 0 0 0,1 0 0 0 0,0 0 0 0 0,0 0 0 0 0,-1 0 0 0 0,1 0 0 0 0,0 1 0 0 0,0-1 0 0 0,-1 0 0 0 0,1 0 0 0 0,0 0 0 0 0,-1 0 0 0 0,1 0 0 0 0,0 1 0 0 0,0-1 0 0 0,0 0 0 0 0,-1 0 0 0 0,1 0 0 0 0,0 1 0 0 0,0-1 0 0 0,0 0 0 0 0,-1 0 0 0 0,1 1 0 0 0,0-1 0 0 0,0 0 0 0 0,0 1 0 0 0,-7 10 0 0 0,6-8 0 0 0,-11 22-14 0 0,1 1 0 0 0,1 0 1 0 0,1 1-1 0 0,-8 43 0 0 0,11-46 11 0 0,-16 124-1090 0 0,3-20-418 0 0,14-108 155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46.4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72 241 5063 0 0,'-9'-1'192'0'0,"-25"-1"211"0"0,33 2-286 0 0,-1 1 0 0 0,1-1 0 0 0,0 0 0 0 0,-1 0 0 0 0,1 0 0 0 0,-1 1 0 0 0,1-1 0 0 0,0 1 0 0 0,-1-1 0 0 0,1 1 0 0 0,0 0 0 0 0,0-1 0 0 0,0 1 0 0 0,-1 0 0 0 0,1 0 0 0 0,0 0 0 0 0,0 0 0 0 0,0 0 0 0 0,0 0 0 0 0,-1 1 0 0 0,2-2 16 0 0,0 1 0 0 0,0 0-1 0 0,-1-1 1 0 0,1 1 0 0 0,0-1-1 0 0,0 1 1 0 0,0 0-1 0 0,0-1 1 0 0,0 1 0 0 0,0-1-1 0 0,0 1 1 0 0,0 0 0 0 0,0-1-1 0 0,0 1 1 0 0,0-1 0 0 0,0 1-1 0 0,1 0 1 0 0,-1-1-1 0 0,0 1 1 0 0,0-1 0 0 0,0 1-1 0 0,1-1 1 0 0,-1 1 0 0 0,0-1-1 0 0,1 1 1 0 0,-1-1-1 0 0,1 1 1 0 0,-1-1 0 0 0,0 1-1 0 0,1-1 1 0 0,-1 0 0 0 0,1 1-1 0 0,-1-1 1 0 0,1 0 0 0 0,-1 1-1 0 0,1-1 1 0 0,1 1-1 0 0,23 9 1891 0 0,-24-10-1899 0 0,25 7 533 0 0,1-1 0 0 0,0-1 0 0 0,0-2 1 0 0,0-1-1 0 0,0-1 0 0 0,31-2 0 0 0,161-27 424 0 0,291-60 731 0 0,-29 0-1251 0 0,-309 55-409 0 0,223-29 339 0 0,-380 60-489 0 0,-10 1-4 0 0,-1 0 0 0 0,1 0-1 0 0,0 1 1 0 0,0 0 0 0 0,0 0-1 0 0,0 0 1 0 0,0 0 0 0 0,9 2-1 0 0,-14-2-7 0 0,0 0-1 0 0,1 0 0 0 0,-1 0 1 0 0,0 0-1 0 0,0 1 0 0 0,0-1 1 0 0,0 0-1 0 0,1 0 0 0 0,-1 0 1 0 0,0 0-1 0 0,0 0 0 0 0,0 0 1 0 0,0 0-1 0 0,0 0 0 0 0,0 0 1 0 0,1 1-1 0 0,-1-1 0 0 0,0 0 0 0 0,0 0 1 0 0,0 0-1 0 0,0 0 0 0 0,0 0 1 0 0,0 1-1 0 0,0-1 0 0 0,0 0 1 0 0,0 0-1 0 0,0 0 0 0 0,0 0 1 0 0,0 1-1 0 0,0-1 0 0 0,1 0 1 0 0,-1 0-1 0 0,0 0 0 0 0,-1 0 1 0 0,1 1-1 0 0,0-1 0 0 0,0 0 0 0 0,0 0 1 0 0,0 0-1 0 0,0 0 0 0 0,0 1 1 0 0,0-1-1 0 0,0 0 0 0 0,0 0 1 0 0,0 0-1 0 0,0 0 0 0 0,0 0 1 0 0,0 1-1 0 0,0-1 0 0 0,-1 0 1 0 0,1 0-1 0 0,0 0 0 0 0,0 0 1 0 0,0 0-1 0 0,0 0 0 0 0,-10 8-4183 0 0,-4 1-5267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46.9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12 459 11975 0 0,'0'-1'28'0'0,"-1"1"0"0"0,1 0 0 0 0,0 0 0 0 0,-1 0-1 0 0,1 0 1 0 0,0 0 0 0 0,-1 0 0 0 0,1 0 0 0 0,-1 0-1 0 0,1 0 1 0 0,0 0 0 0 0,-1 0 0 0 0,1 0 0 0 0,0 0 0 0 0,-1 0-1 0 0,1 1 1 0 0,0-1 0 0 0,-1 0 0 0 0,1 0 0 0 0,0 0-1 0 0,-1 0 1 0 0,1 1 0 0 0,0-1 0 0 0,-1 0 0 0 0,1 0-1 0 0,0 1 1 0 0,0-1 0 0 0,-1 0 0 0 0,1 1 0 0 0,0-1 0 0 0,0 0-1 0 0,0 1 1 0 0,-1-1 0 0 0,1 0 0 0 0,0 1 0 0 0,0-1-1 0 0,0 0 1 0 0,0 1 0 0 0,0-1 0 0 0,0 0 0 0 0,0 1-1 0 0,0-1 1 0 0,0 0 0 0 0,0 1 0 0 0,0-1 0 0 0,0 1 0 0 0,0-1-1 0 0,0 0 1 0 0,0 1 0 0 0,0-1 0 0 0,0 0 0 0 0,0 1-1 0 0,0-1 1 0 0,1 0 0 0 0,-1 1 0 0 0,0-1 0 0 0,0 0 0 0 0,0 1-1 0 0,1-1 1 0 0,-1 1 0 0 0,1 0 67 0 0,1 1 0 0 0,-1 0 0 0 0,0 0 0 0 0,1-1 1 0 0,-1 1-1 0 0,1 0 0 0 0,0-1 0 0 0,-1 0 0 0 0,4 3 0 0 0,-1-3 126 0 0,1 1 0 0 0,-1-1 1 0 0,0 0-1 0 0,0-1 0 0 0,1 1 0 0 0,-1-1 0 0 0,0 0 0 0 0,1 0 0 0 0,-1 0 0 0 0,1 0 0 0 0,-1-1 0 0 0,0 0 0 0 0,6-1 0 0 0,7-3 602 0 0,30-13-1 0 0,-23 8-448 0 0,0-2 0 0 0,-2-1-1 0 0,1-1 1 0 0,-1-1 0 0 0,22-21-1 0 0,-28 22-282 0 0,-2 0 0 0 0,0-1 0 0 0,0-1 1 0 0,-1 0-1 0 0,-1-1 0 0 0,-1 0 0 0 0,10-21 0 0 0,-15 25-35 0 0,0 0 0 0 0,-2 0 0 0 0,1-1 1 0 0,-2 0-1 0 0,4-19 0 0 0,-6 26-38 0 0,-1 1-1 0 0,1 0 1 0 0,-1 0 0 0 0,0 0 0 0 0,-1-1 0 0 0,1 1-1 0 0,-1 0 1 0 0,-1 0 0 0 0,1 0 0 0 0,-1 0 0 0 0,0 0-1 0 0,0 0 1 0 0,-1 1 0 0 0,-5-11 0 0 0,7 14-15 0 0,0 1 0 0 0,0-1-1 0 0,-1 1 1 0 0,1-1 0 0 0,0 1 0 0 0,0 0 0 0 0,-1 0 0 0 0,1-1 0 0 0,-1 1 0 0 0,1 0 0 0 0,-1 0-1 0 0,0 0 1 0 0,1 1 0 0 0,-1-1 0 0 0,0 0 0 0 0,1 1 0 0 0,-1-1 0 0 0,0 1 0 0 0,0-1 0 0 0,0 1-1 0 0,0 0 1 0 0,1 0 0 0 0,-1 0 0 0 0,0 0 0 0 0,0 0 0 0 0,0 0 0 0 0,0 0 0 0 0,1 1 0 0 0,-1-1-1 0 0,0 1 1 0 0,0-1 0 0 0,0 1 0 0 0,1 0 0 0 0,-1 0 0 0 0,0-1 0 0 0,1 1 0 0 0,-1 0 0 0 0,-1 2-1 0 0,-4 2 12 0 0,0 1-1 0 0,0 0 0 0 0,1 1 0 0 0,-1-1 1 0 0,2 1-1 0 0,-9 11 0 0 0,2 2-9 0 0,0 1-1 0 0,1 0 1 0 0,1 0-1 0 0,1 1 1 0 0,-7 26-1 0 0,-21 118 36 0 0,22-45-69 0 0,0 143 1 0 0,7-93 47 0 0,3-116-93 0 0,-2-1 1 0 0,-3 1 0 0 0,-25 75-1 0 0,34-126-81 0 0,0-1-1 0 0,0 1 1 0 0,-1-1-1 0 0,0 0 0 0 0,1 1 1 0 0,-4 3-1 0 0,4-6-55 0 0,0 0 0 0 0,0 0 0 0 0,0 0 0 0 0,0 0-1 0 0,0 0 1 0 0,0 0 0 0 0,-1 0 0 0 0,1 0 0 0 0,0-1 0 0 0,0 1 0 0 0,-1 0 0 0 0,1-1 0 0 0,0 1 0 0 0,-1-1-1 0 0,1 0 1 0 0,0 1 0 0 0,-1-1 0 0 0,1 0 0 0 0,-2 0 0 0 0,-9-1-1347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47.1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0 135 5983 0 0,'1'-2'255'0'0,"0"0"0"0"0,1 0 0 0 0,-1 0-1 0 0,0 0 1 0 0,1 0 0 0 0,-1 0-1 0 0,1 1 1 0 0,0-1 0 0 0,-1 0 0 0 0,1 1-1 0 0,0-1 1 0 0,0 1 0 0 0,0 0 0 0 0,0 0-1 0 0,0 0 1 0 0,0 0 0 0 0,0 0-1 0 0,1 0 1 0 0,2 0 0 0 0,1-2 124 0 0,49-15 3044 0 0,112-21 1 0 0,-23 6-3265 0 0,-125 28-1149 0 0,-2-1-316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47.3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85 58 5527 0 0,'8'-43'1246'0'0,"-4"29"3376"0"0,-18 58 243 0 0,-11 21-2605 0 0,-1 2-1481 0 0,17-42-665 0 0,-8 24 27 0 0,15-44-181 0 0,1 0 1 0 0,0 0-1 0 0,1 0 1 0 0,-1 0-1 0 0,1 0 1 0 0,0 0-1 0 0,1 8 1 0 0,-1-12-74 0 0,0 0 0 0 0,0 0-1 0 0,0-1 1 0 0,0 1 0 0 0,0 0 0 0 0,0 0 0 0 0,0-1-1 0 0,1 1 1 0 0,-1 0 0 0 0,0 0 0 0 0,1-1 0 0 0,-1 1 0 0 0,0 0-1 0 0,1-1 1 0 0,-1 1 0 0 0,1 0 0 0 0,-1-1 0 0 0,1 1 0 0 0,-1-1-1 0 0,1 1 1 0 0,0 0 0 0 0,-1-1 0 0 0,1 0 0 0 0,0 1 0 0 0,-1-1-1 0 0,1 1 1 0 0,0-1 0 0 0,-1 0 0 0 0,1 1 0 0 0,0-1-1 0 0,0 0 1 0 0,0 0 0 0 0,1 0 0 0 0,6 0-1222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47.5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74 43 3679 0 0,'3'-10'438'0'0,"6"-13"-470"0"0,-8 22 348 0 0,-1 0-1 0 0,0 1 0 0 0,1-1 1 0 0,-1 0-1 0 0,1 1 0 0 0,-1-1 1 0 0,1 1-1 0 0,0-1 0 0 0,-1 0 1 0 0,1 1-1 0 0,0-1 0 0 0,-1 1 1 0 0,1 0-1 0 0,0-1 0 0 0,0 1-217 0 0,-1 0-1 0 0,0 0 0 0 0,0 0 1 0 0,0 0-1 0 0,0 0 0 0 0,1 0 0 0 0,-1 0 1 0 0,0 0-1 0 0,0 0 0 0 0,0 0 1 0 0,0 0-1 0 0,1 0 0 0 0,-1 0 1 0 0,0 0-1 0 0,0 0 0 0 0,0 0 0 0 0,0 0 1 0 0,1 0-1 0 0,-1 1 0 0 0,0-1 1 0 0,0 0-1 0 0,0 0 0 0 0,0 0 1 0 0,0 0-1 0 0,0 0 0 0 0,0 0 0 0 0,1 1 1 0 0,-1-1-1 0 0,0 0 0 0 0,0 0 1 0 0,0 0-1 0 0,0 0 0 0 0,0 0 1 0 0,0 1-1 0 0,0-1 0 0 0,0 0 0 0 0,0 0 1 0 0,0 0-1 0 0,0 0 0 0 0,0 1 1 0 0,0-1-1 0 0,0 15 4103 0 0,-6 13-3037 0 0,-1-1 0 0 0,-15 34 0 0 0,2-17-731 0 0,-9 18-4 0 0,15-19-6341 0 0,12-33-770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47.8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296 115 1839 0 0,'0'-10'608'0'0,"1"0"0"0"0,3-12 0 0 0,-2 15 394 0 0,-1 0-1 0 0,0 0 1 0 0,0-1 0 0 0,-1 1-1 0 0,-1-13 1 0 0,1 19-896 0 0,0 1 0 0 0,0-1 1 0 0,0 0-1 0 0,0 1 0 0 0,0-1 1 0 0,0 0-1 0 0,0 1 0 0 0,0-1 1 0 0,0 1-1 0 0,0-1 0 0 0,-1 0 1 0 0,1 1-1 0 0,0-1 0 0 0,0 1 1 0 0,-1-1-1 0 0,1 1 0 0 0,0-1 0 0 0,-1 1 1 0 0,1-1-1 0 0,-1 1 0 0 0,1-1 1 0 0,0 1-1 0 0,-1 0 0 0 0,1-1 1 0 0,-1 1-1 0 0,1 0 0 0 0,-1-1 1 0 0,0 1-1 0 0,1 0 0 0 0,-1 0 1 0 0,1-1-1 0 0,-1 1 0 0 0,1 0 1 0 0,-1 0-1 0 0,0 0 0 0 0,1 0 1 0 0,-1 0-1 0 0,1 0 0 0 0,-1 0 1 0 0,0 0-1 0 0,1 0 0 0 0,-1 0 0 0 0,1 0 1 0 0,-1 0-1 0 0,0 0 0 0 0,1 0 1 0 0,-1 1-1 0 0,1-1 0 0 0,-1 0 1 0 0,0 0-1 0 0,1 1 0 0 0,-1-1 1 0 0,1 0-1 0 0,-1 1 0 0 0,-4 2 295 0 0,1 0 0 0 0,0 1 0 0 0,0-1 0 0 0,1 0 0 0 0,-5 6 0 0 0,-25 32 408 0 0,2 1 0 0 0,1 1 0 0 0,3 2-1 0 0,2 1 1 0 0,-37 91 0 0 0,51-108-696 0 0,2 0 1 0 0,1 1-1 0 0,-7 47 0 0 0,14-65-104 0 0,0 0-1 0 0,0-1 1 0 0,1 1 0 0 0,1 0-1 0 0,0 0 1 0 0,0-1 0 0 0,2 1-1 0 0,-1 0 1 0 0,1-1 0 0 0,1 0-1 0 0,0 0 1 0 0,8 15-1 0 0,-10-22-127 0 0,1 0-1 0 0,0-1 1 0 0,0 1-1 0 0,0-1 1 0 0,0 0-1 0 0,0 1 1 0 0,1-2-1 0 0,0 1 0 0 0,0 0 1 0 0,-1-1-1 0 0,7 4 1 0 0,4-1-1136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48.3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1 161 4607 0 0,'0'-5'83'0'0,"0"1"135"0"0,-1 1 0 0 0,1-1 0 0 0,0 1 0 0 0,0 0-1 0 0,1-1 1 0 0,-1 1 0 0 0,1 0 0 0 0,0-1-1 0 0,0 1 1 0 0,0 0 0 0 0,0 0 0 0 0,0 0-1 0 0,1 0 1 0 0,-1 0 0 0 0,1 0 0 0 0,0 0-1 0 0,2-3 1 0 0,6-4 638 0 0,0 0 0 0 0,0 1-1 0 0,1 0 1 0 0,0 0 0 0 0,1 1-1 0 0,16-9 1 0 0,-23 15-509 0 0,0 0-1 0 0,0 0 0 0 0,0 0 1 0 0,1 1-1 0 0,-1-1 0 0 0,0 1 1 0 0,1 1-1 0 0,8-1 0 0 0,-11 1-162 0 0,1 0 0 0 0,-1 0 0 0 0,1 1 0 0 0,-1 0 0 0 0,1 0 0 0 0,-1 0 1 0 0,0 0-1 0 0,1 0 0 0 0,-1 1 0 0 0,0-1 0 0 0,0 1 0 0 0,0 0 0 0 0,0 0 0 0 0,4 3 0 0 0,-4-2-103 0 0,0 1-1 0 0,0 0 1 0 0,-1-1 0 0 0,1 1-1 0 0,-1 0 1 0 0,0 0 0 0 0,0 0-1 0 0,0 0 1 0 0,-1 1 0 0 0,1-1-1 0 0,-1 0 1 0 0,0 1 0 0 0,0-1-1 0 0,0 1 1 0 0,-1-1 0 0 0,0 1-1 0 0,0-1 1 0 0,0 1 0 0 0,-1 6-1 0 0,-1 4-4 0 0,0-1-1 0 0,-1 1 1 0 0,-1-1-1 0 0,-9 25 0 0 0,0-10 4 0 0,-25 40 0 0 0,2-5 22 0 0,33-57-62 0 0,5-5-18 0 0,7-8-11 0 0,10-13-16 0 0,38-46-50 0 0,-3-3 0 0 0,65-108 0 0 0,-117 173 56 0 0,1-1 1 0 0,-1 0 0 0 0,1 0 1 0 0,-1-1-1 0 0,0 1 0 0 0,0-1 0 0 0,0 1 0 0 0,-1-1 1 0 0,2-8-1 0 0,-3 13-1 0 0,0-1 0 0 0,0 1 1 0 0,0 0-1 0 0,0 0 0 0 0,0 0 1 0 0,0 0-1 0 0,0 0 0 0 0,0 0 0 0 0,0 0 1 0 0,0 0-1 0 0,0 0 0 0 0,0 0 1 0 0,0 0-1 0 0,0 0 0 0 0,0-1 0 0 0,0 1 1 0 0,0 0-1 0 0,0 0 0 0 0,0 0 1 0 0,0 0-1 0 0,0 0 0 0 0,0 0 0 0 0,0 0 1 0 0,0 0-1 0 0,0 0 0 0 0,0 0 1 0 0,0 0-1 0 0,-1 0 0 0 0,1 0 1 0 0,0 0-1 0 0,0 0 0 0 0,0 0 0 0 0,0 0 1 0 0,0 0-1 0 0,0 0 0 0 0,0 0 1 0 0,0 0-1 0 0,0 0 0 0 0,0 0 0 0 0,0 0 1 0 0,-1 0-1 0 0,1 0 0 0 0,0 0 1 0 0,0 0-1 0 0,0 0 0 0 0,0 0 0 0 0,0 0 1 0 0,0 0-1 0 0,0 0 0 0 0,0 0 1 0 0,0 0-1 0 0,0 0 0 0 0,0 0 0 0 0,0 0 1 0 0,-1 0-1 0 0,1 0 0 0 0,0 0 1 0 0,0 0-1 0 0,0 0 0 0 0,-7 6 17 0 0,-6 8 2 0 0,-9 15 2 0 0,2 0-1 0 0,-26 49 0 0 0,38-62-8 0 0,0 2-1 0 0,1-1 0 0 0,1 1 0 0 0,0 0 0 0 0,2 0 0 0 0,-4 30 0 0 0,7-45-8 0 0,1 1 1 0 0,0-1-1 0 0,0 0 0 0 0,0 1 1 0 0,1-1-1 0 0,-1 0 0 0 0,1 0 1 0 0,-1 1-1 0 0,1-1 0 0 0,0 0 1 0 0,1 0-1 0 0,-1 0 1 0 0,0 0-1 0 0,1 0 0 0 0,0 0 1 0 0,0 0-1 0 0,-1-1 0 0 0,2 1 1 0 0,-1-1-1 0 0,3 3 0 0 0,-2-2 1 0 0,0-1-1 0 0,0 0 0 0 0,1 0 0 0 0,-1 0 1 0 0,1 0-1 0 0,-1-1 0 0 0,1 0 0 0 0,0 1 0 0 0,0-1 1 0 0,-1 0-1 0 0,1-1 0 0 0,0 1 0 0 0,0-1 1 0 0,0 0-1 0 0,0 0 0 0 0,7-1 0 0 0,0 0-539 0 0,-1-1 0 0 0,1-1 0 0 0,-1 1 0 0 0,1-2 0 0 0,17-7 0 0 0,-16 4-6648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48.5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16 10135 0 0,'-8'-2'448'0'0,"4"2"96"0"0,3 0-440 0 0,-1 0-104 0 0,2-1 0 0 0,2 1 448 0 0,1 0 72 0 0,4 1 16 0 0,3-1 0 0 0,5-1 8 0 0,2 1 0 0 0,5 0 0 0 0,1-2 0 0 0,0 0-448 0 0,3 1-96 0 0,3-3 0 0 0,0 1-6216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48.7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139 26 6911 0 0,'0'-4'205'0'0,"-1"3"-137"0"0,1 0 0 0 0,0 1 0 0 0,0-1 1 0 0,0 0-1 0 0,0 0 0 0 0,0 0 0 0 0,0 0 0 0 0,0 0 0 0 0,0 0 0 0 0,0 0 0 0 0,0 1 0 0 0,1-1 0 0 0,-1 0 0 0 0,0 0 0 0 0,1 0 0 0 0,-1 0 0 0 0,0 1 1 0 0,1-1-1 0 0,-1 0 0 0 0,1 0 0 0 0,-1 1 0 0 0,1-1 0 0 0,0 0 0 0 0,1-1 0 0 0,0 3 2020 0 0,-3 4-92 0 0,-3 5 191 0 0,-37 62 3000 0 0,16-31-4376 0 0,3 1 1 0 0,-20 49-1 0 0,39-84-776 0 0,1 0 1 0 0,0 1 0 0 0,0 0-1 0 0,1-1 1 0 0,0 1-1 0 0,0 0 1 0 0,0 0 0 0 0,1 0-1 0 0,1 9 1 0 0,0-14-41 0 0,-1 0-1 0 0,1 0 1 0 0,0 1-1 0 0,0-1 1 0 0,0-1 0 0 0,0 1-1 0 0,1 0 1 0 0,-1 0-1 0 0,1 0 1 0 0,-1-1 0 0 0,1 1-1 0 0,0-1 1 0 0,0 1-1 0 0,0-1 1 0 0,1 0 0 0 0,-1 0-1 0 0,0 0 1 0 0,1 0 0 0 0,-1 0-1 0 0,1 0 1 0 0,0-1-1 0 0,0 1 1 0 0,0-1 0 0 0,-1 0-1 0 0,7 2 1 0 0,-4-2-427 0 0,0 0 1 0 0,1 0-1 0 0,-1 0 1 0 0,1-1-1 0 0,-1 0 1 0 0,1 0-1 0 0,5 0 1 0 0,6-2-6692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49.1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80 46 919 0 0,'3'-18'1595'0'0,"-2"14"-59"0"0,0 0-1 0 0,1 0 1 0 0,-1 0 0 0 0,5-7 0 0 0,-10 21 3897 0 0,-3 15-2960 0 0,1-1-1503 0 0,-62 173 2176 0 0,65-189-3146 0 0,2-6 0 0 0,0 1 0 0 0,0-1 0 0 0,0 0 0 0 0,1 1 0 0 0,-1-1 0 0 0,0 5 0 0 0,22-26 0 0 0,36-42 0 0 0,-29 32 0 0 0,20-18 0 0 0,-26 28 0 0 0,35-43 0 0 0,-100 98 139 0 0,15-10-91 0 0,20-20-14 0 0,1 0 1 0 0,0 1 0 0 0,0 0 0 0 0,0 0 0 0 0,1 0 0 0 0,0 1-1 0 0,0 0 1 0 0,-6 12 0 0 0,12-19-34 0 0,-1 0 1 0 0,1 0-1 0 0,0 0 0 0 0,-1 0 1 0 0,1 0-1 0 0,0 0 0 0 0,0 0 0 0 0,0 0 1 0 0,0 0-1 0 0,0 0 0 0 0,0 0 1 0 0,0 0-1 0 0,0 0 0 0 0,0 0 0 0 0,0 0 1 0 0,1 0-1 0 0,-1 0 0 0 0,0 0 1 0 0,1-1-1 0 0,-1 1 0 0 0,1 2 1 0 0,0-2-6 0 0,1 0 1 0 0,-1 1 0 0 0,0-1 0 0 0,0 0 0 0 0,1 0 0 0 0,-1 0 0 0 0,1 0 0 0 0,-1 0 0 0 0,1 0 0 0 0,-1-1 0 0 0,4 2 0 0 0,4 1-8 0 0,1-1-1 0 0,-1 0 1 0 0,17 1 0 0 0,-16-3 41 0 0,61 5-102 0 0,-40-6-2731 0 0,-23-1-4383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49.3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75 2 6447 0 0,'2'-1'709'0'0,"2"3"81"0"0,4 7 773 0 0,-3-1-424 0 0,0 0 0 0 0,-1 1 1 0 0,1 0-1 0 0,-2 0 0 0 0,1 0 1 0 0,-2 0-1 0 0,4 14 0 0 0,-3-8-573 0 0,-1 0-1 0 0,-1 0 1 0 0,0 0 0 0 0,-2 17-1 0 0,0-20-414 0 0,-1 1 0 0 0,0-1 0 0 0,-1 0 0 0 0,-1 0 0 0 0,0 0 0 0 0,0 0 0 0 0,-11 19 0 0 0,12-25-255 0 0,0 0-1 0 0,-1-1 0 0 0,0 1 0 0 0,0-1 1 0 0,0 0-1 0 0,-1 0 0 0 0,0 0 0 0 0,0 0 1 0 0,0-1-1 0 0,0 0 0 0 0,-1 0 0 0 0,1-1 0 0 0,-1 1 1 0 0,0-1-1 0 0,-13 4 0 0 0,14-6-535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49.7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369 5 8751 0 0,'0'0'31'0'0,"1"0"1"0"0,-1-1-1 0 0,0 1 0 0 0,0 0 0 0 0,1 0 0 0 0,-1-1 0 0 0,0 1 0 0 0,0 0 0 0 0,1 0 1 0 0,-1-1-1 0 0,0 1 0 0 0,0 0 0 0 0,1 0 0 0 0,-1 0 0 0 0,0-1 0 0 0,1 1 0 0 0,-1 0 0 0 0,0 0 1 0 0,1 0-1 0 0,-1 0 0 0 0,1 0 0 0 0,-1 0 0 0 0,0 0 0 0 0,1 0 0 0 0,-1 0 0 0 0,0 0 1 0 0,1 0-1 0 0,0 0 0 0 0,9 7 1335 0 0,9 20 1126 0 0,-15-20-2173 0 0,14 22 1209 0 0,-1 0-1 0 0,-1 0 1 0 0,-2 2-1 0 0,17 53 1 0 0,-21-50-1306 0 0,-2 1 0 0 0,-2 0 0 0 0,-1 1 0 0 0,-1-1 0 0 0,-2 1 1 0 0,-2 0-1 0 0,-6 49 0 0 0,0-34-152 0 0,-3 0 1 0 0,-3 0-1 0 0,-1-1 1 0 0,-3-1 0 0 0,-1 0-1 0 0,-38 72 1 0 0,32-80-89 0 0,-1-1 0 0 0,-2-1 0 0 0,-2-2 0 0 0,-1 0 0 0 0,-2-2 0 0 0,-1-1 0 0 0,-55 44 0 0 0,63-60-374 0 0,-50 28 0 0 0,43-30-373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50.0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69 11975 0 0,'-1'-4'534'0'0,"-1"0"0"0"0,2 0 0 0 0,-1 0 0 0 0,0 0 0 0 0,1 0 0 0 0,-1 1 0 0 0,1-1 0 0 0,0 0 0 0 0,1 0 0 0 0,0-4 0 0 0,-1 7-397 0 0,0-1 0 0 0,1 1 0 0 0,-1 0 0 0 0,0 0 0 0 0,1 0 0 0 0,-1 0 0 0 0,1 0 0 0 0,0 0 0 0 0,-1 0 0 0 0,1 1 0 0 0,0-1 0 0 0,-1 0 0 0 0,1 0 0 0 0,0 0 0 0 0,0 1 0 0 0,0-1 0 0 0,0 0 0 0 0,0 1 0 0 0,-1-1 0 0 0,1 1 0 0 0,0-1 0 0 0,1 1 0 0 0,-1-1 0 0 0,0 1 0 0 0,0 0 0 0 0,0-1-1 0 0,0 1 1 0 0,0 0 0 0 0,0 0 0 0 0,0 0 0 0 0,0 0 0 0 0,0 0 0 0 0,1 0 0 0 0,-1 0 0 0 0,0 0 0 0 0,0 1 0 0 0,0-1 0 0 0,1 1 0 0 0,-1-1-200 0 0,0 0 0 0 0,-1 0-1 0 0,1 1 1 0 0,-1-1 0 0 0,1 0 0 0 0,0 1-1 0 0,-1-1 1 0 0,1 1 0 0 0,-1-1 0 0 0,1 1-1 0 0,-1-1 1 0 0,1 1 0 0 0,-1-1 0 0 0,0 1-1 0 0,1-1 1 0 0,-1 1 0 0 0,0 0 0 0 0,1-1-1 0 0,-1 1 1 0 0,0 0 0 0 0,0-1 0 0 0,1 1-1 0 0,-1 0 1 0 0,0-1 0 0 0,0 1 0 0 0,0 0-1 0 0,0-1 1 0 0,0 2 0 0 0,0-1-53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50.7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1 571 10591 0 0,'0'0'39'0'0,"0"0"-1"0"0,0 0 1 0 0,0-1-1 0 0,-1 1 0 0 0,1 0 1 0 0,0-1-1 0 0,0 1 1 0 0,0 0-1 0 0,0 0 0 0 0,0-1 1 0 0,0 1-1 0 0,1 0 1 0 0,-1-1-1 0 0,0 1 0 0 0,0 0 1 0 0,0 0-1 0 0,0-1 1 0 0,0 1-1 0 0,0 0 0 0 0,0 0 1 0 0,1-1-1 0 0,-1 1 1 0 0,0 0-1 0 0,0 0 0 0 0,0-1 1 0 0,0 1-1 0 0,1 0 1 0 0,-1 0-1 0 0,0 0 0 0 0,0-1 1 0 0,1 1-1 0 0,-1 0 1 0 0,0 0-1 0 0,0 0 0 0 0,1 0 1 0 0,-1 0-1 0 0,0 0 1 0 0,0-1-1 0 0,1 1 0 0 0,-1 0 1 0 0,0 0-1 0 0,1 0 1 0 0,-1 0-1 0 0,0 0 0 0 0,1 0 1 0 0,-1 0-1 0 0,0 0 1 0 0,0 0-1 0 0,1 0 0 0 0,3 1 3162 0 0,0-1-2241 0 0,16 3 209 0 0,1-1 0 0 0,21-2 0 0 0,-13-3-827 0 0,0-2 0 0 0,-1-1 0 0 0,1-1 0 0 0,41-17 0 0 0,-33 9-131 0 0,-1-2 1 0 0,61-39 0 0 0,-72 39-157 0 0,-1-1 0 0 0,-1-1 0 0 0,-1-1 0 0 0,36-41 0 0 0,-48 49-35 0 0,0-1-1 0 0,-1 0 0 0 0,0-1 1 0 0,-1 0-1 0 0,-1 0 0 0 0,0 0 1 0 0,-1-1-1 0 0,0 0 0 0 0,-2-1 1 0 0,6-25-1 0 0,-9 33 0 0 0,-1 0 0 0 0,1-1-1 0 0,-1 1 1 0 0,-1-1 0 0 0,0 1-1 0 0,-3-15 1 0 0,4 21-14 0 0,-1 0 1 0 0,1-1-1 0 0,-1 1 0 0 0,0 0 1 0 0,0 0-1 0 0,0-1 0 0 0,0 1 0 0 0,0 0 1 0 0,0 0-1 0 0,-1 0 0 0 0,1 0 0 0 0,-1 1 1 0 0,1-1-1 0 0,-1 0 0 0 0,0 1 1 0 0,0-1-1 0 0,0 1 0 0 0,0-1 0 0 0,0 1 1 0 0,0 0-1 0 0,0 0 0 0 0,0 0 0 0 0,0 0 1 0 0,0 0-1 0 0,-1 1 0 0 0,1-1 1 0 0,0 0-1 0 0,-4 1 0 0 0,3 0-10 0 0,0 0 0 0 0,-1 0 0 0 0,1 1 0 0 0,0 0 0 0 0,-1 0-1 0 0,1-1 1 0 0,0 2 0 0 0,0-1 0 0 0,0 0 0 0 0,0 1 0 0 0,0-1 0 0 0,0 1 0 0 0,0 0 0 0 0,1 0-1 0 0,-1 0 1 0 0,-2 4 0 0 0,-5 3-29 0 0,0 2 1 0 0,-11 16-1 0 0,6-5 31 0 0,1 1-1 0 0,1 0 0 0 0,1 1 1 0 0,1 1-1 0 0,2 0 1 0 0,-13 46-1 0 0,9-11-11 0 0,-10 114 0 0 0,20-105 89 0 0,3 0 0 0 0,3 1 0 0 0,3-1-1 0 0,25 111 1 0 0,-22-137-35 0 0,2 43 0 0 0,-13-65-361 0 0,2-21 298 0 0,0 1 0 0 0,0 0 0 0 0,0-1 0 0 0,0 1 0 0 0,0-1 0 0 0,-1 1 0 0 0,1-1 0 0 0,0 1 0 0 0,0-1 0 0 0,-1 1 0 0 0,1-1 0 0 0,0 1 0 0 0,-1-1 0 0 0,1 0 0 0 0,0 1 0 0 0,-1-1 0 0 0,1 1 0 0 0,-1-1 0 0 0,1 0 0 0 0,-1 1 0 0 0,1-1 0 0 0,0 0 0 0 0,-1 0 0 0 0,1 1 0 0 0,-1-1 0 0 0,0 0 0 0 0,1 0 0 0 0,-1 0 0 0 0,1 0 0 0 0,-1 1 0 0 0,1-1 0 0 0,-1 0 0 0 0,0 0 0 0 0,-6-2-1074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50.9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43 10591 0 0,'-1'-1'43'0'0,"1"0"0"0"0,0 0 0 0 0,0 0 0 0 0,0 1 0 0 0,0-1 0 0 0,0 0 0 0 0,1 0 0 0 0,-1 0 0 0 0,0 0 0 0 0,0 0 0 0 0,1 0 0 0 0,-1 0 0 0 0,0 1 0 0 0,1-1 0 0 0,-1 0 0 0 0,1 0 0 0 0,-1 0 0 0 0,1 1 0 0 0,-1-1 0 0 0,1 0 0 0 0,-1 1 0 0 0,1-1 0 0 0,0 0 0 0 0,0 1 0 0 0,-1-1 0 0 0,1 1 0 0 0,0-1 0 0 0,0 1 0 0 0,-1-1 0 0 0,1 1 0 0 0,0 0 0 0 0,0-1 0 0 0,0 1 0 0 0,0 0 0 0 0,0 0 0 0 0,0 0 0 0 0,1-1 0 0 0,7 0 215 0 0,-1 0 1 0 0,1 1-1 0 0,11 0 1 0 0,-7 0 407 0 0,-3-1-176 0 0,159-4 4227 0 0,-1-3-5692 0 0,-138 7-5527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51.1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217 38 9671 0 0,'0'-9'291'0'0,"1"7"-196"0"0,-1-1 0 0 0,0 1-1 0 0,0-1 1 0 0,0 1-1 0 0,0-1 1 0 0,0 1 0 0 0,-2-5-1 0 0,2 7 43 0 0,-1-1-1 0 0,1 1 0 0 0,-1 0 0 0 0,1-1 1 0 0,-1 1-1 0 0,1 0 0 0 0,-1-1 0 0 0,0 1 1 0 0,1 0-1 0 0,-1 0 0 0 0,1-1 0 0 0,-1 1 0 0 0,0 0 1 0 0,1 0-1 0 0,-1 0 0 0 0,0 0 0 0 0,1 0 1 0 0,-1 0-1 0 0,0 0 0 0 0,1 0 0 0 0,-1 0 1 0 0,1 0-1 0 0,-1 0 0 0 0,0 1 0 0 0,1-1 1 0 0,-2 0-1 0 0,-16 7 2179 0 0,11-3-1924 0 0,1 1 0 0 0,0-1 0 0 0,1 1 1 0 0,-1 0-1 0 0,1 0 0 0 0,0 0 1 0 0,0 1-1 0 0,1 0 0 0 0,0 0 0 0 0,0 0 1 0 0,0 1-1 0 0,-3 6 0 0 0,-4 13-29 0 0,-15 49 0 0 0,18-51-218 0 0,-53 150-2450 0 0,55-154-5040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51.5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318 49 10135 0 0,'5'-9'579'0'0,"-3"7"-402"0"0,0 0 0 0 0,-1 0-1 0 0,1-1 1 0 0,-1 1 0 0 0,1-1-1 0 0,-1 1 1 0 0,0-1 0 0 0,0 1 0 0 0,0-1-1 0 0,0 0 1 0 0,-1 1 0 0 0,1-4-1 0 0,-1 5-100 0 0,0 1 0 0 0,0 0-1 0 0,0-1 1 0 0,-1 1 0 0 0,1 0 0 0 0,0 0-1 0 0,0 0 1 0 0,-1-1 0 0 0,1 1-1 0 0,0 0 1 0 0,0 0 0 0 0,-1 0 0 0 0,1 0-1 0 0,0-1 1 0 0,-1 1 0 0 0,1 0-1 0 0,0 0 1 0 0,-1 0 0 0 0,1 0 0 0 0,0 0-1 0 0,-1 0 1 0 0,1 0 0 0 0,0 0 0 0 0,-1 0-1 0 0,1 0 1 0 0,0 0 0 0 0,-1 0-1 0 0,1 0 1 0 0,0 0 0 0 0,-1 0 0 0 0,1 1-1 0 0,0-1 1 0 0,0 0 0 0 0,-1 0-1 0 0,1 0 1 0 0,0 0 0 0 0,-1 1 0 0 0,-13 6 1480 0 0,-2 5-819 0 0,0 0-1 0 0,1 0 1 0 0,1 2 0 0 0,0-1 0 0 0,-12 18 0 0 0,-55 82 380 0 0,62-82-1039 0 0,1 0 0 0 0,1 1 0 0 0,2 0 0 0 0,1 1 0 0 0,1 1 0 0 0,-11 54 0 0 0,20-69-44 0 0,0 0 0 0 0,2 1 1 0 0,1 0-1 0 0,0-1 0 0 0,1 1 0 0 0,2 0 0 0 0,0 0 0 0 0,0-1 0 0 0,2 0 1 0 0,1 1-1 0 0,0-1 0 0 0,1-1 0 0 0,13 27 0 0 0,-16-39-3 0 0,2 5-1089 0 0,15 22 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52.7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25 282 6447 0 0,'-1'0'258'0'0,"-1"0"-1"0"0,1-1 0 0 0,0 1 0 0 0,-1-1 0 0 0,1 0 1 0 0,0 1-1 0 0,0-1 0 0 0,-1 0 0 0 0,1 0 0 0 0,0 0 0 0 0,0 0 1 0 0,0 0-1 0 0,0 0 0 0 0,0 0 0 0 0,0 0 0 0 0,0 0 1 0 0,1 0-1 0 0,-1-1 0 0 0,0 1 0 0 0,1 0 0 0 0,-1-1 0 0 0,0-1 1 0 0,1 1 109 0 0,-1-1-1 0 0,1 1 1 0 0,0-1 0 0 0,0 0 0 0 0,0 1 0 0 0,1-1 0 0 0,-1 1 0 0 0,1-1 0 0 0,-1 1 0 0 0,1-1 0 0 0,1-3 0 0 0,3-4 347 0 0,0 1 0 0 0,0 0 0 0 0,1 0 0 0 0,0 0 0 0 0,8-8 0 0 0,0 2-337 0 0,0 1 0 0 0,1 0 0 0 0,1 1 0 0 0,20-12 0 0 0,-7 7-159 0 0,52-24-1 0 0,-74 38-154 0 0,1 1 1 0 0,-1 0 0 0 0,1 0-1 0 0,-1 1 1 0 0,1 0 0 0 0,13-1-1 0 0,-20 3-61 0 0,-1 0 0 0 0,0 0 1 0 0,1 0-1 0 0,-1 0 0 0 0,1 0 0 0 0,-1 0 0 0 0,0 0 0 0 0,1 0 0 0 0,-1 0 1 0 0,0 0-1 0 0,1 1 0 0 0,-1-1 0 0 0,1 0 0 0 0,-1 0 0 0 0,0 0 1 0 0,0 1-1 0 0,1-1 0 0 0,-1 0 0 0 0,0 0 0 0 0,1 1 0 0 0,-1-1 0 0 0,0 0 1 0 0,0 1-1 0 0,1-1 0 0 0,-1 0 0 0 0,0 1 0 0 0,0-1 0 0 0,0 1 0 0 0,0-1 1 0 0,0 0-1 0 0,1 1 0 0 0,-1-1 0 0 0,0 1 0 0 0,0-1 0 0 0,0 0 0 0 0,0 1 1 0 0,0-1-1 0 0,0 1 0 0 0,0-1 0 0 0,0 0 0 0 0,0 1 0 0 0,0-1 1 0 0,-1 0-1 0 0,1 1 0 0 0,0-1 0 0 0,0 1 0 0 0,0-1 0 0 0,-9 22 85 0 0,8-20-85 0 0,-85 150 2 0 0,-15 32-23 0 0,91-164-3 0 0,5-12 13 0 0,1 1 1 0 0,0-1-1 0 0,1 1 1 0 0,0 0 0 0 0,-4 16-1 0 0,7-24 9 0 0,0-1 0 0 0,0 1 0 0 0,0-1 0 0 0,0 1 0 0 0,0-1 0 0 0,0 1 0 0 0,0-1 0 0 0,0 1 0 0 0,0-1 0 0 0,0 1 0 0 0,0-1 0 0 0,0 0 0 0 0,0 1 0 0 0,0-1 0 0 0,0 1 0 0 0,1-1 0 0 0,-1 1 0 0 0,0-1 0 0 0,0 1 0 0 0,0-1 0 0 0,1 0 0 0 0,-1 1 0 0 0,0-1 0 0 0,1 1 0 0 0,-1-1 0 0 0,0 0 0 0 0,1 1 0 0 0,0-1 0 0 0,0 0 0 0 0,-1 0 0 0 0,1 0 0 0 0,0 0 0 0 0,-1 0 0 0 0,1 0 0 0 0,0 0 0 0 0,0 0 0 0 0,-1 0 0 0 0,1 0 0 0 0,0 0 0 0 0,-1-1 0 0 0,1 1 0 0 0,0 0 0 0 0,-1 0 0 0 0,2-1 0 0 0,24-18 0 0 0,-26 19 0 0 0,17-16-8 0 0,-1 0 0 0 0,0-1 0 0 0,-1 0 0 0 0,15-25-1 0 0,44-82-58 0 0,-27 42 47 0 0,-26 43 20 0 0,-21 39 0 0 0,0 0 0 0 0,0-1 0 0 0,0 1 0 0 0,0 0 0 0 0,0 0 0 0 0,0 0 0 0 0,0 0 0 0 0,1 0 0 0 0,-1 0 0 0 0,0 0 0 0 0,0 0 0 0 0,0 0 0 0 0,0 0 0 0 0,0 0 0 0 0,0 0 0 0 0,0 0 0 0 0,0 0 0 0 0,0 0 0 0 0,0 0 0 0 0,0-1 0 0 0,0 1 0 0 0,0 0 0 0 0,0 0 0 0 0,0 0 0 0 0,0 0 0 0 0,0 0 0 0 0,0 0 0 0 0,0 0 0 0 0,0 0 0 0 0,0 0 0 0 0,0 0 0 0 0,0 0 0 0 0,-1 0 0 0 0,1 0 0 0 0,0 0 0 0 0,0 0 0 0 0,0-1 0 0 0,0 1 0 0 0,0 0 0 0 0,0 0 0 0 0,0 0 0 0 0,0 0 0 0 0,0 0 0 0 0,0 0 0 0 0,0 0 0 0 0,0 0 0 0 0,0 0 0 0 0,0 0 0 0 0,0 0 0 0 0,0 0 0 0 0,0 0 0 0 0,0 0 0 0 0,-1 0 0 0 0,1 0 0 0 0,0 0 0 0 0,0 0 0 0 0,0 0 0 0 0,0 0 0 0 0,0 0 0 0 0,0 0 0 0 0,0 0 0 0 0,0 0 0 0 0,0 0 0 0 0,0 0 0 0 0,0 0 0 0 0,0 0 0 0 0,0 0 0 0 0,-1 0 0 0 0,-6 4 0 0 0,-8 6 0 0 0,-20 17-12 0 0,2 2 0 0 0,-33 35 0 0 0,54-51 8 0 0,1 1 0 0 0,0 0 0 0 0,1 1 0 0 0,0 0 0 0 0,1 0 0 0 0,1 1 0 0 0,0 0 0 0 0,-5 18 0 0 0,12-30 4 0 0,0 1 0 0 0,0-1 0 0 0,0 0 0 0 0,0 0 0 0 0,1 1 0 0 0,0-1 0 0 0,-1 1 0 0 0,2-1 0 0 0,-1 0 0 0 0,0 1 0 0 0,1-1 0 0 0,0 0 0 0 0,0 1 0 0 0,0-1 0 0 0,3 5 0 0 0,-2-6 0 0 0,0 1 0 0 0,0-1 0 0 0,0 0 0 0 0,0-1 0 0 0,1 1 0 0 0,-1 0 0 0 0,1-1 0 0 0,0 1 0 0 0,-1-1 0 0 0,1 0 0 0 0,1 0 0 0 0,-1 0 0 0 0,0 0 0 0 0,0-1 0 0 0,1 1 0 0 0,-1-1 0 0 0,1 0 0 0 0,4 2 0 0 0,5-1-252 0 0,0-1 0 0 0,0 1 0 0 0,0-2 0 0 0,0 0 0 0 0,0-1-1 0 0,0 0 1 0 0,0 0 0 0 0,0-2 0 0 0,0 0 0 0 0,15-5 0 0 0,-14 3-7327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52.9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12 8287 0 0,'97'2'8092'0'0,"-55"-3"-7422"0"0,55-3 799 0 0,-32-1-6738 0 0,-36 1-429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53.1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164 26 2759 0 0,'1'-6'312'0'0,"-1"5"-137"0"0,0-1 0 0 0,0 1 0 0 0,1-1 1 0 0,-1 1-1 0 0,0 0 0 0 0,1-1 0 0 0,-1 1 1 0 0,1-1-1 0 0,-1 1 0 0 0,1 0 0 0 0,-1-1 1 0 0,3-1-1 0 0,-19 20 7534 0 0,1 4-3587 0 0,-30 51-1279 0 0,37-59-1991 0 0,-48 90 400 0 0,50-90-1212 0 0,1 0 0 0 0,0 0 0 0 0,1 0 0 0 0,1 1 0 0 0,0-1 0 0 0,-2 21 0 0 0,5-32-160 0 0,0 1 0 0 0,-1-1 0 0 0,1 1 0 0 0,0 0 0 0 0,0-1-1 0 0,1 1 1 0 0,-1 0 0 0 0,1-1 0 0 0,-1 1 0 0 0,1-1 0 0 0,0 1 0 0 0,0-1 0 0 0,0 1 0 0 0,0-1-1 0 0,0 0 1 0 0,0 1 0 0 0,1-1 0 0 0,-1 0 0 0 0,1 0 0 0 0,-1 0 0 0 0,1 0 0 0 0,3 2 0 0 0,5 2-7006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53.6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79 79 3223 0 0,'1'-10'575'0'0,"0"0"0"0"0,6-18 0 0 0,7-3 9393 0 0,-13 36-8538 0 0,-2 6 185 0 0,-3 12-558 0 0,-2 0 0 0 0,-1 0 0 0 0,-11 25 0 0 0,-35 64-568 0 0,49-104-397 0 0,-5 11-27 0 0,9-19-64 0 0,0 0 1 0 0,0 1-1 0 0,0-1 0 0 0,0 0 0 0 0,0 0 1 0 0,0 0-1 0 0,0 0 0 0 0,0 0 0 0 0,1 0 1 0 0,-1 1-1 0 0,0-1 0 0 0,0 0 0 0 0,0 0 1 0 0,0 0-1 0 0,0 0 0 0 0,0 0 1 0 0,1 0-1 0 0,-1 0 0 0 0,0 0 0 0 0,0 0 1 0 0,0 0-1 0 0,0 0 0 0 0,1 0 0 0 0,-1 0 1 0 0,0 0-1 0 0,0 0 0 0 0,0 0 0 0 0,0 0 1 0 0,0 0-1 0 0,1 0 0 0 0,-1 0 0 0 0,0 0 1 0 0,0 0-1 0 0,0 0 0 0 0,0 0 0 0 0,1 0 1 0 0,-1 0-1 0 0,0 0 0 0 0,0 0 0 0 0,0 0 1 0 0,0 0-1 0 0,0-1 0 0 0,0 1 0 0 0,1 0 1 0 0,-1 0-1 0 0,0 0 0 0 0,0 0 0 0 0,0 0 1 0 0,0 0-1 0 0,0-1 0 0 0,0 1 0 0 0,9-5-6 0 0,86-81 56 0 0,-19 16-38 0 0,1 4-13 0 0,-77 66 0 0 0,0 0 0 0 0,0 0 0 0 0,0 0 0 0 0,0 0 0 0 0,0 0 0 0 0,0 0 0 0 0,0 0 0 0 0,0 0 0 0 0,0 0 0 0 0,0 0 0 0 0,0 0 0 0 0,0 0 0 0 0,0 0 0 0 0,0 0 0 0 0,0 0 0 0 0,0 0 0 0 0,0 0 0 0 0,0 0 0 0 0,0 0 0 0 0,0 0 0 0 0,0 0 0 0 0,0 0 0 0 0,0 0 0 0 0,1 0 0 0 0,-1 0 0 0 0,0 0 0 0 0,0 0 0 0 0,0 0 0 0 0,0 0 0 0 0,0 0 0 0 0,0 0 0 0 0,0 0 0 0 0,0 0 0 0 0,0 0 0 0 0,0 0 0 0 0,0 0 0 0 0,0 0 0 0 0,-4 6 0 0 0,-7 8 0 0 0,-6 1 0 0 0,-37 26 0 0 0,40-32 0 0 0,0 1 0 0 0,1 1 0 0 0,0 0 0 0 0,1 1 0 0 0,-13 15 0 0 0,24-26 0 0 0,0-1-1 0 0,1 1 1 0 0,-1-1 0 0 0,1 1-1 0 0,0 0 1 0 0,-1-1 0 0 0,1 1-1 0 0,-1 0 1 0 0,1 0 0 0 0,0-1-1 0 0,0 1 1 0 0,-1 0 0 0 0,1 0-1 0 0,0 0 1 0 0,0-1 0 0 0,0 1-1 0 0,0 0 1 0 0,0 0 0 0 0,0 0-1 0 0,0-1 1 0 0,0 1 0 0 0,0 0-1 0 0,0 0 1 0 0,1 0 0 0 0,-1 0-1 0 0,1 0 8 0 0,0 0 0 0 0,0 0 0 0 0,0 0 0 0 0,0 0-1 0 0,0 0 1 0 0,0 0 0 0 0,0 0 0 0 0,0-1 0 0 0,0 1-1 0 0,0 0 1 0 0,0-1 0 0 0,0 1 0 0 0,0-1 0 0 0,2 1-1 0 0,5 1 44 0 0,0 0 0 0 0,0-1 0 0 0,15 1 0 0 0,2 0-387 0 0,1-1-1 0 0,0-1 1 0 0,0-2-1 0 0,27-4 1 0 0,-43 3-4949 0 0,-1-1-1722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53.8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118 9 4607 0 0,'0'0'55'0'0,"0"-1"0"0"0,1 1 0 0 0,-1-1 0 0 0,0 1-1 0 0,0-1 1 0 0,0 1 0 0 0,1 0 0 0 0,-1-1 0 0 0,0 1-1 0 0,1-1 1 0 0,-1 1 0 0 0,0 0 0 0 0,1-1 0 0 0,-1 1-1 0 0,1 0 1 0 0,-1-1 0 0 0,0 1 0 0 0,1 0 0 0 0,-1 0-1 0 0,1 0 1 0 0,-1-1 0 0 0,1 1 0 0 0,-1 0 0 0 0,1 0-1 0 0,-1 0 1 0 0,1 0 0 0 0,-1 0 0 0 0,1 0 0 0 0,-1 0 0 0 0,1 0-1 0 0,-1 0 1 0 0,1 0 0 0 0,1 0 196 0 0,-1 1-1 0 0,0 0 1 0 0,1-1 0 0 0,-1 1 0 0 0,0 0-1 0 0,0 0 1 0 0,0 0 0 0 0,0 0-1 0 0,0 0 1 0 0,0 0 0 0 0,1 2 0 0 0,1 1 620 0 0,0 0 1 0 0,0 0-1 0 0,-1 0 1 0 0,0 0 0 0 0,0 1-1 0 0,2 6 1 0 0,-2-2-113 0 0,-1 1 1 0 0,0-1-1 0 0,-1 1 0 0 0,0-1 0 0 0,0 1 1 0 0,-4 18-1 0 0,1-16-459 0 0,0 0 0 0 0,-1 0 0 0 0,0-1 0 0 0,-1 1 0 0 0,-7 12 0 0 0,6-14-542 0 0,-1 1 0 0 0,0-1 0 0 0,0 0 0 0 0,-1-1 0 0 0,0 0 0 0 0,-1 0 0 0 0,0-1 0 0 0,0 0 0 0 0,-1 0 0 0 0,0-1 0 0 0,0-1 0 0 0,-15 8 0 0 0,17-11-6830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54.1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186 58 3679 0 0,'2'-3'231'0'0,"0"0"0"0"0,0 0 0 0 0,0 0-1 0 0,1 1 1 0 0,-1-1 0 0 0,0 1-1 0 0,1 0 1 0 0,0 0 0 0 0,0 0 0 0 0,-1 0-1 0 0,1 0 1 0 0,0 0 0 0 0,6-1-1 0 0,0-2 544 0 0,-5 2-473 0 0,1 1-1 0 0,-1-1 0 0 0,0 1 0 0 0,1 0 0 0 0,-1 1 0 0 0,1-1 0 0 0,0 1 0 0 0,0 0 0 0 0,-1 0 1 0 0,1 1-1 0 0,0-1 0 0 0,0 1 0 0 0,0 0 0 0 0,0 0 0 0 0,-1 1 0 0 0,1 0 0 0 0,0-1 0 0 0,0 2 1 0 0,-1-1-1 0 0,1 0 0 0 0,0 1 0 0 0,-1 0 0 0 0,0 0 0 0 0,1 0 0 0 0,-1 1 0 0 0,0-1 1 0 0,0 1-1 0 0,0 0 0 0 0,0 0 0 0 0,-1 1 0 0 0,0-1 0 0 0,6 7 0 0 0,-1 1 23 0 0,0 1-1 0 0,0 1 0 0 0,-1 0 1 0 0,0 0-1 0 0,-1 0 1 0 0,-1 1-1 0 0,0 0 0 0 0,4 19 1 0 0,-2 3 227 0 0,-1 0 1 0 0,1 43 0 0 0,-6-26-150 0 0,-7 65 0 0 0,-14 53 174 0 0,12-111-389 0 0,6-49-169 0 0,-44 256 529 0 0,39-239-440 0 0,-2 1-1 0 0,-1-2 1 0 0,-1 1-1 0 0,-1-1 1 0 0,-2-1-1 0 0,-1 0 1 0 0,-20 26-1 0 0,4-13 40 0 0,-2-1-1 0 0,-65 57 1 0 0,19-32-7303 0 0,45-37-750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56.0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238 478 3223 0 0,'-5'-4'112'0'0,"0"-1"0"0"0,-1 0 0 0 0,1 0 0 0 0,1-1 0 0 0,-1 0 0 0 0,1 1 0 0 0,0-1 0 0 0,1-1 0 0 0,-1 1 0 0 0,1 0 0 0 0,0-1 0 0 0,-3-13 0 0 0,-1-8 1435 0 0,6 19-844 0 0,-1 1 0 0 0,0 0 0 0 0,0 0 0 0 0,-1 0 0 0 0,0 1 0 0 0,-8-16 0 0 0,10 22-573 0 0,0 0 0 0 0,0 0 0 0 0,0 0 0 0 0,0 0 0 0 0,0 0 0 0 0,0 0 0 0 0,-1 0 0 0 0,1 0 0 0 0,0 0-1 0 0,0 1 1 0 0,-1-1 0 0 0,1 0 0 0 0,0 1 0 0 0,-1-1 0 0 0,1 1 0 0 0,-1-1 0 0 0,1 1 0 0 0,-1 0 0 0 0,1 0 0 0 0,0 0 0 0 0,-1 0-1 0 0,1 0 1 0 0,-1 0 0 0 0,1 0 0 0 0,-1 0 0 0 0,1 0 0 0 0,-1 1 0 0 0,1-1 0 0 0,-1 1 0 0 0,1-1 0 0 0,0 1 0 0 0,-1-1 0 0 0,1 1-1 0 0,0 0 1 0 0,0 0 0 0 0,-1-1 0 0 0,0 2 0 0 0,-2 1-21 0 0,0 1 0 0 0,-1-1 0 0 0,2 1 1 0 0,-1-1-1 0 0,0 1 0 0 0,1 0 0 0 0,0 1 0 0 0,0-1 0 0 0,-3 5 0 0 0,-8 22-1 0 0,2 1 0 0 0,2-1 0 0 0,-10 46 0 0 0,19-72-44 0 0,0 1 1 0 0,0-1-1 0 0,1 1 0 0 0,-1 0 0 0 0,1-1 1 0 0,1 1-1 0 0,-1 0 0 0 0,1-1 0 0 0,0 1 1 0 0,0-1-1 0 0,1 1 0 0 0,-1-1 0 0 0,1 0 1 0 0,0 0-1 0 0,1 0 0 0 0,-1 0 0 0 0,5 7 1 0 0,-2-6-27 0 0,0 0 0 0 0,0 0-1 0 0,0-1 1 0 0,1 0 0 0 0,0 0 0 0 0,0 0 0 0 0,0 0 0 0 0,0-1 0 0 0,1 0 0 0 0,0-1 0 0 0,0 1 0 0 0,8 2 0 0 0,18 5 222 0 0,1-2 1 0 0,0-2 0 0 0,1 0 0 0 0,59 2-1 0 0,144-11 606 0 0,-162 0-826 0 0,281-34 125 0 0,-271 24-53 0 0,133-28 377 0 0,-79 13-258 0 0,-79 16-217 0 0,58-11 107 0 0,143-7 0 0 0,-254 29-121 0 0,160-3 88 0 0,-135 5-63 0 0,0 1 0 0 0,0 1 0 0 0,34 9 0 0 0,-61-11-20 0 0,0 0 0 0 0,0 0 0 0 0,0 0 0 0 0,0 1 0 0 0,0-1-1 0 0,0 1 1 0 0,-1 1 0 0 0,0-1 0 0 0,1 1 0 0 0,8 9 0 0 0,-12-11-8 0 0,0 1 1 0 0,0-1 0 0 0,0 1-1 0 0,0 0 1 0 0,-1 0 0 0 0,1 0-1 0 0,-1 0 1 0 0,1 0-1 0 0,-1 0 1 0 0,0 1 0 0 0,0-1-1 0 0,-1 0 1 0 0,1 1-1 0 0,-1-1 1 0 0,0 0 0 0 0,0 1-1 0 0,0-1 1 0 0,0 0-1 0 0,0 1 1 0 0,-1-1 0 0 0,1 0-1 0 0,-2 5 1 0 0,-17 47 55 0 0,23-65-53 0 0,0 0 0 0 0,0 0 0 0 0,1 0 0 0 0,11-16 0 0 0,-15 24 0 0 0,5-6 0 0 0,1 0 0 0 0,-1 0 0 0 0,1 1 0 0 0,1 0 0 0 0,0 0 0 0 0,0 1 0 0 0,0 0 0 0 0,0 0 0 0 0,1 1 0 0 0,18-8 0 0 0,7-1 0 0 0,58-16 0 0 0,269-57 0 0 0,-245 66 5 0 0,208-12 1 0 0,-236 26 90 0 0,-1-3 1 0 0,0-4 0 0 0,119-34-1 0 0,-198 46-90 0 0,18-6 101 0 0,43-18 0 0 0,-63 24-94 0 0,0-1 1 0 0,0-1-1 0 0,0 1 1 0 0,0-1-1 0 0,-1 0 1 0 0,0 0-1 0 0,0-1 1 0 0,0 0-1 0 0,0 1 1 0 0,0-2-1 0 0,-1 1 1 0 0,5-9-1 0 0,-7 10-13 0 0,0-1-1 0 0,0 0 0 0 0,-1 1 1 0 0,0-1-1 0 0,0 0 1 0 0,0 0-1 0 0,0 0 1 0 0,-1 0-1 0 0,0 0 1 0 0,0 0-1 0 0,0 0 1 0 0,-1 0-1 0 0,1 0 0 0 0,-1 0 1 0 0,0 0-1 0 0,-1 1 1 0 0,1-1-1 0 0,-1 0 1 0 0,0 1-1 0 0,0-1 1 0 0,-5-6-1 0 0,1 1 0 0 0,-1 0-1 0 0,0 1 1 0 0,0 0 0 0 0,-1 0-1 0 0,0 1 1 0 0,-1 0 0 0 0,1 0-1 0 0,-13-7 1 0 0,19 14-128 0 0,0-1 1 0 0,0 1-1 0 0,0 1 0 0 0,0-1 0 0 0,0 0 1 0 0,0 0-1 0 0,0 1 0 0 0,0-1 0 0 0,0 1 1 0 0,0 0-1 0 0,0 0 0 0 0,0 0 1 0 0,0 0-1 0 0,-1 0 0 0 0,1 0 0 0 0,0 0 1 0 0,-3 1-1 0 0,-8 4-7578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56.7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363 87 6911 0 0,'8'-14'601'0'0,"15"-22"-1"0"0,1 6 3642 0 0,-24 30-4069 0 0,0 0 0 0 0,0-1 0 0 0,1 1 0 0 0,-1-1-1 0 0,0 1 1 0 0,1-1 0 0 0,-1 1 0 0 0,1 0 0 0 0,-1-1 0 0 0,1 1 0 0 0,-1 0 0 0 0,0-1-1 0 0,1 1 1 0 0,-1 0 0 0 0,1 0 0 0 0,-1 0 0 0 0,1-1 0 0 0,-1 1 0 0 0,2 0 0 0 0,-2 0-86 0 0,0 0 0 0 0,1 1 0 0 0,-1-1 1 0 0,0 0-1 0 0,0 0 0 0 0,0 1 0 0 0,1-1 1 0 0,-1 0-1 0 0,0 1 0 0 0,0-1 0 0 0,0 0 0 0 0,0 1 1 0 0,0-1-1 0 0,0 0 0 0 0,0 0 0 0 0,0 1 1 0 0,0-1-1 0 0,0 0 0 0 0,0 1 0 0 0,0-1 1 0 0,0 0-1 0 0,0 1 0 0 0,0-1 0 0 0,-5 28 1702 0 0,4-24-1540 0 0,-3 14-71 0 0,-1 0-1 0 0,-1 0 1 0 0,0-1-1 0 0,-2 1 0 0 0,0-1 1 0 0,-1-1-1 0 0,0 0 1 0 0,-1 0-1 0 0,-1-1 1 0 0,-15 17-1 0 0,10-15-47 0 0,0-1-1 0 0,-1 0 1 0 0,0-2-1 0 0,-34 22 1 0 0,43-30-103 0 0,-1-2 1 0 0,0 1 0 0 0,0-1 0 0 0,0 0-1 0 0,-1-1 1 0 0,1 0 0 0 0,-1-1 0 0 0,1 0-1 0 0,-1 0 1 0 0,0-1 0 0 0,0 0 0 0 0,0-1-1 0 0,-13-1 1 0 0,21 1-24 0 0,-1 0 1 0 0,0-1-1 0 0,1 1 0 0 0,-1-1 1 0 0,0 0-1 0 0,1 0 0 0 0,-1 0 0 0 0,1 0 1 0 0,-1 0-1 0 0,1-1 0 0 0,-1 1 1 0 0,1-1-1 0 0,0 1 0 0 0,0-1 1 0 0,0 0-1 0 0,0 0 0 0 0,0 0 0 0 0,0 0 1 0 0,0 0-1 0 0,1 0 0 0 0,-1-1 1 0 0,1 1-1 0 0,-2-3 0 0 0,2 1 1 0 0,0 0 0 0 0,0 1 0 0 0,0-1 0 0 0,1 0 0 0 0,-1 1 0 0 0,1-1 0 0 0,0 0 0 0 0,0 1 0 0 0,1-1 0 0 0,-1 0 0 0 0,1 1 0 0 0,-1-1 0 0 0,1 0 0 0 0,0 1 0 0 0,1-1 0 0 0,2-5 0 0 0,-1 3-5 0 0,0 1 0 0 0,1-1 0 0 0,-1 1 0 0 0,1 0 0 0 0,0 0 0 0 0,1 0 0 0 0,-1 1 0 0 0,1-1 0 0 0,0 1 0 0 0,0 1 0 0 0,1-1 0 0 0,-1 0 0 0 0,1 1 0 0 0,-1 0 0 0 0,1 1 0 0 0,7-3 0 0 0,-3 1 0 0 0,1 1 0 0 0,0 1 0 0 0,0 0 0 0 0,0 0 0 0 0,0 1 0 0 0,0 1 0 0 0,0-1 0 0 0,18 3 0 0 0,-12 1 0 0 0,0 1 0 0 0,-1 0 0 0 0,30 12 0 0 0,46 26 0 0 0,-56-24 0 0 0,-19-10 88 0 0,0 1 0 0 0,-1 0 0 0 0,-1 1 0 0 0,0 1 0 0 0,0 0 0 0 0,-1 2 0 0 0,0-1 0 0 0,17 22 0 0 0,-28-29 19 0 0,1 0 1 0 0,0-1-1 0 0,0 1 0 0 0,0-1 1 0 0,8 6-1 0 0,-10-9-74 0 0,1 1 0 0 0,-1-1 0 0 0,1 0 1 0 0,-1 0-1 0 0,1 0 0 0 0,-1 0 0 0 0,1 0 0 0 0,0-1 0 0 0,0 1 1 0 0,-1-1-1 0 0,1 0 0 0 0,0 0 0 0 0,0 0 0 0 0,3 0 0 0 0,18-1-729 0 0,-14 2-5494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7:59.9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96 80 2759 0 0,'-4'-5'480'0'0,"0"-1"0"0"0,-1 1 0 0 0,1 0 0 0 0,-1 0 0 0 0,0 1 0 0 0,-1-1-1 0 0,1 1 1 0 0,-12-6 0 0 0,-16-14 3497 0 0,25 18-1588 0 0,11 10-60 0 0,5 7-1751 0 0,30 63-330 0 0,-25-46-224 0 0,32 50 0 0 0,-39-70-5 0 0,1 1 1 0 0,0-2 0 0 0,0 1 0 0 0,0-1 0 0 0,1 0-1 0 0,0 0 1 0 0,1-1 0 0 0,-1 0 0 0 0,17 8 0 0 0,-5-6 74 0 0,0 0 1 0 0,0-2-1 0 0,0 0 1 0 0,1-2 0 0 0,0 0-1 0 0,0-1 1 0 0,0-1-1 0 0,0-1 1 0 0,1-1-1 0 0,35-5 1 0 0,8-5 162 0 0,0-2-1 0 0,70-24 1 0 0,32-20 215 0 0,46-12 300 0 0,-199 64-661 0 0,1 1-1 0 0,0 0 1 0 0,-1 2 0 0 0,1-1-1 0 0,0 2 1 0 0,30 2 0 0 0,-40-2-96 0 0,0 1 0 0 0,0 0 0 0 0,1 1 0 0 0,-1-1 1 0 0,0 1-1 0 0,0 0 0 0 0,-1 0 0 0 0,1 1 0 0 0,0-1 1 0 0,-1 1-1 0 0,1 0 0 0 0,-1 0 0 0 0,0 1 0 0 0,0-1 1 0 0,0 1-1 0 0,-1 0 0 0 0,1 0 0 0 0,-1 0 0 0 0,0 0 1 0 0,0 1-1 0 0,-1-1 0 0 0,5 10 0 0 0,-4-6-15 0 0,-1-1 0 0 0,0 0 0 0 0,-1 0 0 0 0,1 1 0 0 0,-1-1 0 0 0,-1 1 0 0 0,1 0 0 0 0,-2-1 0 0 0,1 1 0 0 0,-1-1 0 0 0,0 1 0 0 0,0-1 0 0 0,-1 0 0 0 0,0 1 0 0 0,0-1 0 0 0,-5 10 0 0 0,7-17 1 0 0,-1 1 0 0 0,1 0 0 0 0,-1 0 0 0 0,1 0 0 0 0,-1-1 0 0 0,1 1-1 0 0,-1 0 1 0 0,0-1 0 0 0,1 1 0 0 0,-1-1 0 0 0,0 1 0 0 0,0-1 0 0 0,1 1 0 0 0,-1-1 0 0 0,0 1 0 0 0,-1-1-1 0 0,-2-1 37 0 0,7-8-13 0 0,3 0-6 0 0,1 0-1 0 0,-1 1 1 0 0,1 0-1 0 0,1 0 1 0 0,0 1 0 0 0,0 0-1 0 0,0 0 1 0 0,1 1-1 0 0,0 0 1 0 0,0 0-1 0 0,0 1 1 0 0,1 0-1 0 0,12-4 1 0 0,13-3 123 0 0,0 1-1 0 0,55-8 1 0 0,-31 9 144 0 0,82-2-1 0 0,62 10 121 0 0,-66 1-163 0 0,184-15 158 0 0,-217 9-288 0 0,-92 7-1677 0 0,-1 0-6262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8:27.8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928 246 919 0 0,'7'-7'458'0'0,"-1"0"0"0"0,0-1-1 0 0,0 0 1 0 0,-1 0 0 0 0,0 0-1 0 0,4-9 1 0 0,-7 11-163 0 0,1 1 0 0 0,-1 0 0 0 0,-1-1 0 0 0,1 0 0 0 0,-1 1 0 0 0,0-1 0 0 0,0 0 0 0 0,-1 0 0 0 0,1 1 0 0 0,-1-1 0 0 0,-1-7 0 0 0,0 10-145 0 0,0-1-1 0 0,-1 1 1 0 0,1-1-1 0 0,-1 1 0 0 0,1-1 1 0 0,-1 1-1 0 0,0 0 0 0 0,-1 0 1 0 0,1 0-1 0 0,0 0 1 0 0,-1 1-1 0 0,1-1 0 0 0,-1 1 1 0 0,0-1-1 0 0,0 1 0 0 0,0 0 1 0 0,0 0-1 0 0,-1 0 1 0 0,1 0-1 0 0,-4-1 0 0 0,-7-3 127 0 0,-1 1-1 0 0,1 0 1 0 0,-23-4-1 0 0,-2 0-192 0 0,0 3 0 0 0,0 1 0 0 0,-40 1 1 0 0,58 4-61 0 0,-1 2 0 0 0,1 0 0 0 0,1 1 1 0 0,-1 1-1 0 0,0 1 0 0 0,1 1 0 0 0,-27 12 1 0 0,13-2 142 0 0,2 2 0 0 0,0 2 0 0 0,1 1 0 0 0,1 1 0 0 0,1 1 0 0 0,1 2 0 0 0,-46 52 0 0 0,53-52 17 0 0,1 2 1 0 0,1 0 0 0 0,1 1 0 0 0,1 1-1 0 0,-16 40 1 0 0,24-47-64 0 0,1 1-1 0 0,1 0 1 0 0,1 0-1 0 0,1 0 1 0 0,1 0 0 0 0,1 1-1 0 0,1 0 1 0 0,2 28-1 0 0,3-8 108 0 0,2-1-1 0 0,14 55 1 0 0,-13-73-121 0 0,2 0 1 0 0,1 0 0 0 0,0-1 0 0 0,2 0-1 0 0,15 24 1 0 0,-20-38-59 0 0,1 0 0 0 0,0-1 0 0 0,0 0 0 0 0,1-1 0 0 0,0 1 0 0 0,15 11-1 0 0,-16-15-16 0 0,0-1 0 0 0,0 0 0 0 0,1 0-1 0 0,0 0 1 0 0,0-1 0 0 0,0 0 0 0 0,0 0-1 0 0,0-1 1 0 0,15 2 0 0 0,0-2 182 0 0,0-1 0 0 0,0 0 1 0 0,0-2-1 0 0,0-1 0 0 0,0-1 1 0 0,32-8-1 0 0,-17 1 11 0 0,-1-2 0 0 0,0-1 0 0 0,34-19 0 0 0,-41 17-190 0 0,0-2-1 0 0,-2-2 1 0 0,0 0-1 0 0,-1-2 1 0 0,-1 0-1 0 0,-2-2 1 0 0,0-1-1 0 0,-1-1 1 0 0,-1-1-1 0 0,-2-1 0 0 0,0-1 1 0 0,-2 0-1 0 0,-1-2 1 0 0,-2 0-1 0 0,0 0 1 0 0,-2-2-1 0 0,12-46 1 0 0,-12 27-21 0 0,-3-2 1 0 0,-2 1-1 0 0,3-97 0 0 0,-11 138-13 0 0,0 1 0 0 0,-1-1 0 0 0,-1 0 0 0 0,1 1 0 0 0,-2-1 0 0 0,-6-19 0 0 0,8 27 0 0 0,-1-1 0 0 0,1 1 0 0 0,-1 0 0 0 0,0-1 0 0 0,0 1 0 0 0,0 0 0 0 0,-1 0 0 0 0,1 0 0 0 0,-1 1 0 0 0,0-1 0 0 0,0 0 0 0 0,0 1 0 0 0,0 0 0 0 0,0 0 0 0 0,0 0 0 0 0,0 0 0 0 0,-1 0 0 0 0,1 1 0 0 0,-1-1 0 0 0,1 1 0 0 0,-1 0 0 0 0,-6-1 0 0 0,-2 1-16 0 0,0 0-1 0 0,0 1 0 0 0,1 1 1 0 0,-1-1-1 0 0,0 2 1 0 0,-18 4-1 0 0,-67 25-1200 0 0,54-14 102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8:49.6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7 2095 0 0,'-9'-6'145'0'0,"9"6"-138"0"0,0 0-1 0 0,0 0 1 0 0,-1 0-1 0 0,1 1 1 0 0,0-1 0 0 0,-1 0-1 0 0,1 0 1 0 0,0 0-1 0 0,0 1 1 0 0,-1-1 0 0 0,1 0-1 0 0,0 0 1 0 0,0 1-1 0 0,0-1 1 0 0,-1 0 0 0 0,1 1-1 0 0,0-1 1 0 0,0 0-1 0 0,0 1 1 0 0,0-1-1 0 0,0 0 1 0 0,0 0 0 0 0,0 1-1 0 0,0 0 1 0 0,-1-1 675 0 0,0 5-502 0 0,0-2-158 0 0,0 0-15 0 0,1 0 0 0 0,-1 0 0 0 0,0 1 0 0 0,1-1 0 0 0,0 0 0 0 0,-1 0 0 0 0,1 0 0 0 0,0 1 0 0 0,1-1 0 0 0,-1 0 0 0 0,1 0 0 0 0,-1 0 0 0 0,3 5 0 0 0,0-3 61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8:50.1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29 3223 0 0,'-15'-16'1266'0'0,"8"8"50"0"0,7 8-1248 0 0,0-1-1 0 0,0 1 1 0 0,1 0 0 0 0,-1 0 0 0 0,0-1 0 0 0,0 1-1 0 0,1 0 1 0 0,-1 0 0 0 0,0 0 0 0 0,1-1 0 0 0,-1 1-1 0 0,0 0 1 0 0,1 0 0 0 0,-1 0 0 0 0,0 0 0 0 0,1 0-1 0 0,-1-1 1 0 0,1 1 0 0 0,-1 0 0 0 0,0 0 0 0 0,1 0-1 0 0,-1 0 1 0 0,1 0 0 0 0,-1 0 0 0 0,0 0 0 0 0,1 1 0 0 0,-1-1-1 0 0,1 0 1 0 0,14-1 168 0 0,-9 1-191 0 0,-5 0-93 0 0,0 0 0 0 0,0 0 0 0 0,1 0 0 0 0,-1 0 1 0 0,0 0-1 0 0,0 0 0 0 0,0 0 0 0 0,0 0 1 0 0,1 1-1 0 0,-1-1 0 0 0,0 0 0 0 0,0 1 0 0 0,0-1 1 0 0,0 1-1 0 0,0-1 0 0 0,0 1 0 0 0,2 1 0 0 0,-1 1-232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8:52.2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351 287 4143 0 0,'0'-1'45'0'0,"1"-2"-26"0"0,-1 0 0 0 0,1 0 1 0 0,0 0-1 0 0,0 0 0 0 0,0 0 0 0 0,1 0 0 0 0,-1 1 0 0 0,1-1 0 0 0,-1 0 0 0 0,1 1 1 0 0,0 0-1 0 0,0-1 0 0 0,0 1 0 0 0,0 0 0 0 0,3-2 0 0 0,75-61 723 0 0,102-87 5077 0 0,-162 127-2862 0 0,-29 29-1862 0 0,-538 356 1 0 0,518-342-1042 0 0,20-13 6 0 0,0 1 0 0 0,1-1 0 0 0,-1 1 0 0 0,1 1 0 0 0,0 0 0 0 0,1 0 0 0 0,-9 10 0 0 0,17-14 107 0 0,5-3-71 0 0,6-2 23 0 0,34-10 279 0 0,68-29-1 0 0,-72 25-237 0 0,185-76 491 0 0,109-38-465 0 0,-332 128-186 0 0,2 0 0 0 0,0 0 0 0 0,0 0 0 0 0,0 0 0 0 0,0 1 0 0 0,0-1 0 0 0,1 2 0 0 0,-1-1 0 0 0,0 1 0 0 0,0 0 0 0 0,1 0 0 0 0,6 1 0 0 0,-13-1 0 0 0,1 0 0 0 0,0 1 0 0 0,0-1 0 0 0,-1 0 0 0 0,1 0 0 0 0,0 1 0 0 0,-1-1 0 0 0,1 0 0 0 0,-1 1 0 0 0,1-1 0 0 0,0 1 0 0 0,-1-1 0 0 0,1 1 0 0 0,-1-1 0 0 0,1 1 0 0 0,-1-1 0 0 0,1 1 0 0 0,-1 0 0 0 0,0-1 0 0 0,1 1 0 0 0,-1-1 0 0 0,0 1 0 0 0,1 0 0 0 0,-1 0 0 0 0,0 1 0 0 0,0-1 0 0 0,0 1 0 0 0,0-1 0 0 0,0 1 0 0 0,0-1 0 0 0,0 0 0 0 0,0 1 0 0 0,-1-1 0 0 0,1 1 0 0 0,-1-1 0 0 0,0 3 0 0 0,-3 2 0 0 0,1 0 0 0 0,-1 0 0 0 0,0 0 0 0 0,-6 6 0 0 0,-13 12 14 0 0,0-1 0 0 0,-1-2 0 0 0,-2 0 0 0 0,-39 25-1 0 0,-120 55 130 0 0,-189 56 880 0 0,318-136-776 0 0,18-7 23 0 0,153-59 290 0 0,-46 16-544 0 0,1 3 0 0 0,2 3 0 0 0,122-22 0 0 0,-184 43-16 0 0,30-3 0 0 0,-38 5 0 0 0,0 0 0 0 0,0 0 0 0 0,0 0 0 0 0,0 0 0 0 0,0 1 0 0 0,1-1 0 0 0,-1 0 0 0 0,0 1 0 0 0,0 0 0 0 0,0-1 0 0 0,0 1 0 0 0,0 0 0 0 0,0 0 0 0 0,2 1 0 0 0,-4-1-1 0 0,1-1 1 0 0,-1 1-1 0 0,0 0 0 0 0,1-1 0 0 0,-1 1 0 0 0,0-1 1 0 0,1 1-1 0 0,-1-1 0 0 0,0 1 0 0 0,0 0 1 0 0,0-1-1 0 0,0 1 0 0 0,1 0 0 0 0,-1-1 0 0 0,0 1 1 0 0,0-1-1 0 0,0 1 0 0 0,-1 0 0 0 0,1-1 0 0 0,0 1 1 0 0,0 0-1 0 0,0-1 0 0 0,0 1 0 0 0,0-1 1 0 0,-1 1-1 0 0,1 0 0 0 0,0-1 0 0 0,-1 1 0 0 0,1-1 1 0 0,0 1-1 0 0,-1-1 0 0 0,1 1 0 0 0,-1-1 0 0 0,1 1 1 0 0,0-1-1 0 0,-2 1 0 0 0,-19 19-33 0 0,19-18 33 0 0,-20 14 29 0 0,-1-1 1 0 0,0-1-1 0 0,-40 17 0 0 0,-81 26 181 0 0,56-24-117 0 0,62-22-16 0 0,-55 23 262 0 0,70-29-308 0 0,0 1-1 0 0,0 1 1 0 0,0 0 0 0 0,-16 14-1 0 0,17-8-1506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8:53.0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612 223 2303 0 0,'-5'-8'185'0'0,"-10"-19"-261"0"0,14 26 110 0 0,1 0 0 0 0,0 1 0 0 0,-1-1 0 0 0,1 0 0 0 0,0 0 0 0 0,0 1 0 0 0,0-1-1 0 0,-1 0 1 0 0,1 0 0 0 0,0 1 0 0 0,0-1 0 0 0,0 0 0 0 0,0 0 0 0 0,0 1 0 0 0,1-1 0 0 0,-1 0 0 0 0,0 0 0 0 0,0 0 0 0 0,0 1 0 0 0,1-1 0 0 0,-1 0 0 0 0,0 1 0 0 0,1-1 0 0 0,-1 0 0 0 0,0 1 0 0 0,1-1 0 0 0,-1 0 0 0 0,1 1 0 0 0,-1-1 0 0 0,2 0 0 0 0,0-2 289 0 0,-1 1 0 0 0,0-1 0 0 0,0 1 0 0 0,0-1 0 0 0,0 1 0 0 0,0-1-1 0 0,0 0 1 0 0,-1 1 0 0 0,1-1 0 0 0,-1 0 0 0 0,0-3 0 0 0,1 2 19 0 0,-1-7 230 0 0,0 1 0 0 0,0 0 0 0 0,-1-1 0 0 0,-4-17 0 0 0,1-1 604 0 0,3 28-1060 0 0,1-1 0 0 0,0 0 0 0 0,-1 0 1 0 0,1 0-1 0 0,-1 0 0 0 0,1 1 0 0 0,-1-1 0 0 0,0 0 0 0 0,-1-1 0 0 0,2 2-51 0 0,-1 0-1 0 0,1 1 1 0 0,-1-1-1 0 0,1 1 0 0 0,-1-1 1 0 0,1 1-1 0 0,-1-1 1 0 0,0 1-1 0 0,1 0 0 0 0,-1-1 1 0 0,1 1-1 0 0,-1 0 0 0 0,0-1 1 0 0,0 1-1 0 0,1 0 1 0 0,-1 0-1 0 0,-1-1 0 0 0,-1 1 41 0 0,0 1 0 0 0,0-1 0 0 0,0 1 0 0 0,0-1-1 0 0,1 1 1 0 0,-1 0 0 0 0,0 0 0 0 0,0 0 0 0 0,0 0-1 0 0,-3 3 1 0 0,-151 81 844 0 0,59-30-518 0 0,-156 100 1732 0 0,250-152-2109 0 0,0-1 4 0 0,1 0 1 0 0,-1 1 0 0 0,1-1 0 0 0,-1 1 0 0 0,1 0-1 0 0,-5 6 1 0 0,26-17 277 0 0,95-48 293 0 0,-87 45-535 0 0,46-19-33 0 0,3 3 1 0 0,0 4-1 0 0,1 2 0 0 0,1 4 1 0 0,110-10-1 0 0,-169 26-38 0 0,9-2-7 0 0,31 1 0 0 0,-50 2-16 0 0,-1 0 0 0 0,0 1-1 0 0,0 0 1 0 0,1 1 0 0 0,-1 0 0 0 0,0 0 0 0 0,0 0 0 0 0,-1 1-1 0 0,10 4 1 0 0,-15-6 0 0 0,1 0 0 0 0,-1-1 0 0 0,1 1 0 0 0,-1 0 0 0 0,1 1 0 0 0,-1-1 0 0 0,0 0 0 0 0,0 0 0 0 0,1 1 0 0 0,-1-1 0 0 0,0 0 0 0 0,0 1 0 0 0,0 0 0 0 0,0-1 0 0 0,-1 1 0 0 0,1-1 0 0 0,0 1 0 0 0,-1 0 0 0 0,1-1 0 0 0,0 4 0 0 0,-1-3 0 0 0,0 1 0 0 0,0-1 0 0 0,-1 0 0 0 0,1 1 0 0 0,-1-1 0 0 0,1 1 0 0 0,-1-1 0 0 0,0 0 0 0 0,0 0 0 0 0,0 1 0 0 0,0-1 0 0 0,0 0 0 0 0,-2 3 0 0 0,-4 4 0 0 0,-1-1 0 0 0,0 1 0 0 0,0-1 0 0 0,-1-1 0 0 0,-9 8 0 0 0,-14 7 24 0 0,0-1 1 0 0,-1-1-1 0 0,-37 14 0 0 0,-107 38 212 0 0,149-62-199 0 0,-67 24 141 0 0,-90 37 402 0 0,170-62-383 0 0,13-4-20 0 0,10-4-31 0 0,8-2-125 0 0,-1-1-1 0 0,1-1 1 0 0,-1-1 0 0 0,0 0-1 0 0,29-13 1 0 0,-19 7-17 0 0,0 1-3 0 0,206-71 28 0 0,4 17-3 0 0,-224 61-26 0 0,-2 0 0 0 0,0 0 0 0 0,0 0 0 0 0,0 1 0 0 0,0 1 0 0 0,15 0 0 0 0,-24 0 0 0 0,0 0 0 0 0,0 0 0 0 0,0 0 0 0 0,1 0 0 0 0,-1 0 0 0 0,0 0 0 0 0,0 0 0 0 0,0 0 0 0 0,0 0 0 0 0,0 0 0 0 0,0 0 0 0 0,1 0 0 0 0,-1 0 0 0 0,0 0 0 0 0,0 0 0 0 0,0 0 0 0 0,0 1 0 0 0,0-1 0 0 0,0 0 0 0 0,1 0 0 0 0,-1 0 0 0 0,0 0 0 0 0,0 0 0 0 0,0 0 0 0 0,0 0 0 0 0,0 0 0 0 0,0 1 0 0 0,0-1 0 0 0,0 0 0 0 0,0 0 0 0 0,0 0 0 0 0,0 0 0 0 0,0 0 0 0 0,0 0 0 0 0,0 1 0 0 0,1-1 0 0 0,-1 0 0 0 0,0 0 0 0 0,0 0 0 0 0,0 0 0 0 0,0 0 0 0 0,0 1 0 0 0,-1-1 0 0 0,1 0 0 0 0,0 0 0 0 0,0 0 0 0 0,0 0 0 0 0,-6 8 0 0 0,-10 6 0 0 0,-209 99 0 0 0,160-84 0 0 0,-9 4-9 0 0,10-4 345 0 0,-113 66 1 0 0,175-94-362 0 0,1 0 1 0 0,0 0-1 0 0,0-1 0 0 0,1 1 0 0 0,-1 0 1 0 0,0 0-1 0 0,0 0 0 0 0,0 0 0 0 0,0 0 0 0 0,1 0 1 0 0,-1 0-1 0 0,1 0 0 0 0,-1 1 0 0 0,1-1 1 0 0,-1 0-1 0 0,1 0 0 0 0,-1 0 0 0 0,1 1 1 0 0,0-1-1 0 0,0 0 0 0 0,0 0 0 0 0,0 1 1 0 0,0-1-1 0 0,0 0 0 0 0,0 1 0 0 0,0-1 0 0 0,0 0 1 0 0,1 0-1 0 0,-1 1 0 0 0,1 1 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8:54.2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382 466 1839 0 0,'6'-12'276'0'0,"1"1"-1"0"0,0 0 0 0 0,0 1 0 0 0,1-1 1 0 0,1 1-1 0 0,12-11 0 0 0,5-6 296 0 0,41-52 1139 0 0,30-31 1476 0 0,-67 78-1689 0 0,2 1 1 0 0,1 2 0 0 0,53-36-1 0 0,-70 58 176 0 0,-21 14-1227 0 0,-22 17-116 0 0,-54 36 0 0 0,46-35-275 0 0,-405 266 203 0 0,227-155-126 0 0,206-132-124 0 0,4-2-1 0 0,1-1 0 0 0,-1 1 1 0 0,1 0-1 0 0,-1 0 0 0 0,1 0 0 0 0,0 0 0 0 0,0 0 0 0 0,-3 3 0 0 0,5-4-6 0 0,-1-1-1 0 0,1 0 1 0 0,0 0-1 0 0,0 0 1 0 0,0 0-1 0 0,0 1 1 0 0,0-1-1 0 0,0 0 1 0 0,0 0-1 0 0,0 0 1 0 0,0 0-1 0 0,0 1 1 0 0,0-1-1 0 0,0 0 1 0 0,0 0-1 0 0,0 0 1 0 0,0 1-1 0 0,0-1 1 0 0,0 0-1 0 0,0 0 1 0 0,0 0-1 0 0,0 0 1 0 0,0 1-1 0 0,0-1 1 0 0,0 0-1 0 0,0 0 1 0 0,0 0-1 0 0,0 1 1 0 0,0-1-1 0 0,0 0 1 0 0,0 0-1 0 0,1 0 1 0 0,-1 0-1 0 0,0 0 1 0 0,0 1-1 0 0,0-1 1 0 0,0 0-1 0 0,0 0 1 0 0,1 0-1 0 0,-1 0 1 0 0,0 0-1 0 0,0 0 1 0 0,0 0-1 0 0,0 0 1 0 0,1 0-1 0 0,-1 1 1 0 0,0-1-1 0 0,0 0 1 0 0,0 0 0 0 0,1 0-1 0 0,-1 0 1 0 0,0 0-1 0 0,0 0 1 0 0,0 0-1 0 0,1 0 1 0 0,-1 0-1 0 0,0 0 1 0 0,0 0-1 0 0,0-1 1 0 0,1 1-1 0 0,12-1 33 0 0,-12 1-33 0 0,33-10 83 0 0,-1 0 1 0 0,0-3-1 0 0,49-24 0 0 0,-55 24-33 0 0,238-120 798 0 0,-100 48-601 0 0,-152 78-216 0 0,-7 4-17 0 0,0 0 0 0 0,0 0 0 0 0,0 0 1 0 0,0 1-1 0 0,1 0 0 0 0,9-2 0 0 0,-16 3-14 0 0,1 1 0 0 0,-1 0 0 0 0,1 0 0 0 0,-1 0 0 0 0,0 0 0 0 0,1 0 0 0 0,-1 0 0 0 0,1 0 0 0 0,-1 0 0 0 0,0 0 0 0 0,1 0 0 0 0,-1 0 0 0 0,1 0 0 0 0,-1 0 0 0 0,0 0 0 0 0,1 1 0 0 0,-1-1 0 0 0,1 0 0 0 0,-1 0 0 0 0,0 0 0 0 0,1 0 0 0 0,-1 1 0 0 0,0-1 0 0 0,1 0 0 0 0,-1 0 0 0 0,0 1 0 0 0,0-1 0 0 0,1 0 0 0 0,-1 1 0 0 0,0-1 0 0 0,0 0 0 0 0,1 1 0 0 0,-1-1 0 0 0,0 0 0 0 0,0 1 0 0 0,0-1 0 0 0,0 1 0 0 0,1-1 0 0 0,-1 0 0 0 0,0 1 0 0 0,0-1 0 0 0,0 1 0 0 0,0-1 0 0 0,0 0 0 0 0,0 1 0 0 0,0-1 0 0 0,0 1 0 0 0,0-1 0 0 0,0 0 0 0 0,0 1 0 0 0,-1-1 0 0 0,1 1 0 0 0,0-1 0 0 0,0 0 0 0 0,0 1 0 0 0,0-1 0 0 0,-1 0 0 0 0,1 1 0 0 0,0-1 0 0 0,0 0 0 0 0,-1 1 0 0 0,-15 23 0 0 0,16-23 0 0 0,-32 37 60 0 0,-2 0-1 0 0,-66 56 1 0 0,-91 51-44 0 0,115-93 34 0 0,-65 48 55 0 0,139-98-92 0 0,-12 9 27 0 0,14-10-36 0 0,-1-1-1 0 0,1 1 1 0 0,-1-1-1 0 0,1 1 1 0 0,-1 0-1 0 0,1-1 1 0 0,0 1-1 0 0,-1-1 1 0 0,1 1-1 0 0,-1 0 1 0 0,1 0-1 0 0,0-1 1 0 0,0 1-1 0 0,0 0 1 0 0,-1-1-1 0 0,1 1 1 0 0,0 0-1 0 0,0 1 1 0 0,0-2-4 0 0,1 0 0 0 0,-1 1 1 0 0,0-1-1 0 0,1 0 1 0 0,-1 1-1 0 0,0-1 0 0 0,1 0 1 0 0,-1 0-1 0 0,1 0 1 0 0,-1 0-1 0 0,0 1 1 0 0,1-1-1 0 0,-1 0 0 0 0,1 0 1 0 0,-1 0-1 0 0,1 0 1 0 0,-1 0-1 0 0,0 0 1 0 0,1 0-1 0 0,-1 0 0 0 0,1 0 1 0 0,-1 0-1 0 0,1 0 1 0 0,-1 0-1 0 0,0 0 0 0 0,1-1 1 0 0,16-2 3 0 0,-15 3 2 0 0,47-14 63 0 0,94-40 0 0 0,-100 35-4 0 0,24-8-8 0 0,105-42 95 0 0,5 15-27 0 0,-174 53-118 0 0,0 0-2 0 0,0 0 0 0 0,0 1 0 0 0,0-1 0 0 0,1 0 0 0 0,-1 1 0 0 0,0 0 0 0 0,1 0 0 0 0,-1 0 0 0 0,0 0 0 0 0,1 1 0 0 0,-1-1 0 0 0,5 2 0 0 0,-8-2-4 0 0,0 0-1 0 0,0 1 1 0 0,1-1-1 0 0,-1 0 1 0 0,0 0 0 0 0,0 1-1 0 0,1-1 1 0 0,-1 0-1 0 0,0 0 1 0 0,0 1 0 0 0,0-1-1 0 0,0 0 1 0 0,1 1-1 0 0,-1-1 1 0 0,0 0-1 0 0,0 1 1 0 0,0-1 0 0 0,0 0-1 0 0,0 1 1 0 0,0-1-1 0 0,0 0 1 0 0,0 1-1 0 0,0-1 1 0 0,0 0 0 0 0,0 1-1 0 0,0-1 1 0 0,0 0-1 0 0,0 1 1 0 0,0-1 0 0 0,0 0-1 0 0,-1 1 1 0 0,1-1-1 0 0,0 0 1 0 0,0 1-1 0 0,0-1 1 0 0,0 0 0 0 0,-1 0-1 0 0,1 1 1 0 0,-11 11 42 0 0,-5 0 1 0 0,-1-1 1 0 0,-1 0 0 0 0,0-1 0 0 0,-29 11 0 0 0,16-7 116 0 0,-359 187 936 0 0,388-200-1163 0 0,-24 17 274 0 0,25-17-228 0 0,1-1 0 0 0,-1 1 0 0 0,0-1 0 0 0,1 1 0 0 0,-1 0 0 0 0,1 0 0 0 0,-1-1-1 0 0,1 1 1 0 0,-1 0 0 0 0,1 0 0 0 0,-1 0 0 0 0,1 1 0 0 0,0-2-22 0 0,0 1-1 0 0,0-1 1 0 0,0 0-1 0 0,0 1 1 0 0,0-1-1 0 0,0 0 1 0 0,0 1 0 0 0,0-1-1 0 0,0 0 1 0 0,1 1-1 0 0,-1-1 1 0 0,0 0-1 0 0,0 1 1 0 0,6 2-765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8:55.2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353 486 5063 0 0,'-1'-8'240'0'0,"0"0"0"0"0,1 0-1 0 0,0 0 1 0 0,0 0 0 0 0,1 0-1 0 0,0 0 1 0 0,0 0 0 0 0,1 1-1 0 0,0-1 1 0 0,1 0 0 0 0,-1 1-1 0 0,1-1 1 0 0,1 1 0 0 0,-1 0-1 0 0,8-11 1 0 0,-3 10 231 0 0,-1 0 0 0 0,1 1 0 0 0,0-1 0 0 0,1 2 0 0 0,16-11 0 0 0,51-23 1251 0 0,-58 31-1417 0 0,295-172 1550 0 0,-203 114-1590 0 0,-163 98 395 0 0,-100 61-272 0 0,-68 48-55 0 0,-114 76-50 0 0,242-157-236 0 0,-18 13 886 0 0,114-73-720 0 0,9-3 12 0 0,15-9 24 0 0,189-97 1041 0 0,151-74-333 0 0,-314 158-917 0 0,-29 13-11 0 0,2 0 1 0 0,0 2 0 0 0,48-14-1 0 0,-74 25-28 0 0,1 0-1 0 0,-1 0 0 0 0,1 0 1 0 0,-1 0-1 0 0,1-1 1 0 0,-1 1-1 0 0,1 0 1 0 0,-1 0-1 0 0,1 0 1 0 0,0 0-1 0 0,-1 0 0 0 0,1 0 1 0 0,-1 0-1 0 0,1 0 1 0 0,-1 0-1 0 0,1 1 1 0 0,-1-1-1 0 0,1 0 0 0 0,-1 0 1 0 0,1 0-1 0 0,-1 1 1 0 0,1-1-1 0 0,-1 1 1 0 0,0-1 0 0 0,1 0 0 0 0,-1 1 0 0 0,0-1 0 0 0,0 1 0 0 0,-1-1 0 0 0,1 1 0 0 0,0-1 0 0 0,0 0 0 0 0,0 1 0 0 0,0-1 0 0 0,0 0 0 0 0,0 1 0 0 0,-1-1 0 0 0,1 1 0 0 0,0-1 0 0 0,0 0 0 0 0,0 1 0 0 0,-1-1 0 0 0,1 0 0 0 0,-1 1 0 0 0,-19 19 31 0 0,-168 113 143 0 0,-10-12 89 0 0,131-82-223 0 0,-14 8 20 0 0,33-20-42 0 0,0 1 0 0 0,-53 44-1 0 0,82-52 28 0 0,18-20-46 0 0,1 1 1 0 0,0-1-1 0 0,-1 0 1 0 0,1 1 0 0 0,0-1-1 0 0,0 0 1 0 0,-1 1-1 0 0,1-1 1 0 0,0 1-1 0 0,0-1 1 0 0,0 0-1 0 0,0 1 1 0 0,0-1-1 0 0,-1 1 1 0 0,1-1 0 0 0,0 1-1 0 0,0-1 1 0 0,0 1-1 0 0,0-1 1 0 0,0 1-1 0 0,0-1 1 0 0,0 0-1 0 0,1 1 1 0 0,-1-1-1 0 0,0 1 1 0 0,0-1-1 0 0,0 1 1 0 0,0-1 0 0 0,0 0-1 0 0,1 1 1 0 0,-1-1-1 0 0,0 1 1 0 0,0-1-1 0 0,1 0 1 0 0,-1 1-1 0 0,0-1 1 0 0,1 0-1 0 0,-1 1 1 0 0,0-1 0 0 0,1 0-1 0 0,-1 0 1 0 0,1 1-1 0 0,-1-1 1 0 0,0 0-1 0 0,1 0 1 0 0,-1 0-1 0 0,1 0 1 0 0,-1 1-1 0 0,1-1 1 0 0,-1 0 0 0 0,0 0-1 0 0,1 0 1 0 0,0 0-1 0 0,5 1 0 0 0,1 0 0 0 0,0 0 0 0 0,-1-1 0 0 0,1 0 0 0 0,0 0 0 0 0,-1 0 0 0 0,12-3 0 0 0,49-14 0 0 0,-51 13 0 0 0,337-124 77 0 0,-177 59-37 0 0,-160 64-42 0 0,-9 2-12 0 0,0 1 0 0 0,0-1 0 0 0,0 0 1 0 0,0-1-1 0 0,6-4 0 0 0,-52 19 14 0 0,-31 12 63 0 0,-69 26 257 0 0,107-36-246 0 0,1 2-1 0 0,-35 20 1 0 0,40-15-20 0 0,24-19-50 0 0,1 0 0 0 0,0 1 0 0 0,0-1 0 0 0,0 1 1 0 0,0-1-1 0 0,0 1 0 0 0,0 0 0 0 0,0-1 0 0 0,0 1 0 0 0,1 0 0 0 0,-1-1 1 0 0,0 1-1 0 0,1 0 0 0 0,0 0 0 0 0,-1 2 0 0 0,2 11 8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01.2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11 559 3223 0 0,'0'-1'33'0'0,"0"1"-1"0"0,0 0 0 0 0,0 0 0 0 0,0-1 0 0 0,0 1 1 0 0,0 0-1 0 0,0 0 0 0 0,0-1 0 0 0,0 1 0 0 0,-1 0 1 0 0,1 0-1 0 0,0 0 0 0 0,0-1 0 0 0,0 1 0 0 0,0 0 1 0 0,0 0-1 0 0,-1 0 0 0 0,1 0 0 0 0,0-1 0 0 0,0 1 0 0 0,0 0 1 0 0,-1 0-1 0 0,1 0 0 0 0,0 0 0 0 0,0 0 0 0 0,0 0 1 0 0,-1-1-1 0 0,1 1 0 0 0,0 0 0 0 0,0 0 0 0 0,-1 0 1 0 0,1 0-1 0 0,0 0 0 0 0,-4 8 2241 0 0,3-4 993 0 0,1 1-2260 0 0,1-3-806 0 0,-1 1-1 0 0,1 0 1 0 0,-1-1 0 0 0,1 0-1 0 0,0 1 1 0 0,0-1-1 0 0,0 1 1 0 0,0-1-1 0 0,2 3 1 0 0,-2-4-85 0 0,0 0-1 0 0,-1 0 1 0 0,1 0-1 0 0,0 0 1 0 0,1 0-1 0 0,-1 0 1 0 0,0 0-1 0 0,0-1 1 0 0,0 1-1 0 0,0 0 1 0 0,1-1-1 0 0,-1 1 1 0 0,0-1-1 0 0,0 1 1 0 0,1-1-1 0 0,-1 0 1 0 0,1 0-1 0 0,-1 1 1 0 0,0-1-1 0 0,1 0 1 0 0,-1 0-1 0 0,0 0 1 0 0,2-1-1 0 0,4 0 105 0 0,0 0 0 0 0,-1-1 0 0 0,1 0 0 0 0,-1 0-1 0 0,0 0 1 0 0,1-1 0 0 0,10-6 0 0 0,-4 1 13 0 0,-1-1 1 0 0,16-14-1 0 0,-14 10-52 0 0,0 1 0 0 0,-1-2 0 0 0,0 0 0 0 0,-2 0 0 0 0,1-1 0 0 0,-2-1 0 0 0,0 0 0 0 0,-1 0 0 0 0,11-28 0 0 0,-11 17-39 0 0,-1 0-1 0 0,-1 0 0 0 0,5-39 1 0 0,-11 51-133 0 0,0-1-1 0 0,-1 1 1 0 0,0-1 0 0 0,-1 1 0 0 0,-1-1 0 0 0,-1 1-1 0 0,-7-27 1 0 0,8 36-7 0 0,0 1 0 0 0,-1-1 0 0 0,0 1 0 0 0,1 0 0 0 0,-2 0 0 0 0,1 0 0 0 0,-1 0 0 0 0,1 0 0 0 0,-1 1 0 0 0,0 0 0 0 0,-7-6 0 0 0,9 9 2 0 0,0-1 0 0 0,0 1 0 0 0,0 0 0 0 0,1 0 0 0 0,-1 0 1 0 0,0 0-1 0 0,0 1 0 0 0,0-1 0 0 0,0 0 0 0 0,0 1 0 0 0,0 0 0 0 0,-1-1 0 0 0,1 1 1 0 0,0 0-1 0 0,0 0 0 0 0,0 0 0 0 0,0 0 0 0 0,0 1 0 0 0,0-1 0 0 0,0 0 0 0 0,0 1 0 0 0,0 0 1 0 0,0-1-1 0 0,0 1 0 0 0,0 0 0 0 0,0 0 0 0 0,0 0 0 0 0,0 0 0 0 0,0 0 0 0 0,1 1 1 0 0,-1-1-1 0 0,1 0 0 0 0,-1 1 0 0 0,1-1 0 0 0,-2 3 0 0 0,-2 2-2 0 0,0 1 1 0 0,1-1-1 0 0,0 1 0 0 0,0 0 0 0 0,0 0 0 0 0,1 0 1 0 0,0 1-1 0 0,1-1 0 0 0,-1 1 0 0 0,2 0 1 0 0,-1-1-1 0 0,1 1 0 0 0,-1 12 0 0 0,2 6-7 0 0,0 1 0 0 0,7 44 0 0 0,4-3 195 0 0,31 106 1 0 0,41 62 875 0 0,-34-105-629 0 0,41 172 1 0 0,-88-293-438 0 0,-2-8-2 0 0,0 0 0 0 0,0 0-1 0 0,0 0 1 0 0,1 0 0 0 0,-1 0 0 0 0,1 0 0 0 0,-1 0-1 0 0,1-1 1 0 0,2 4 0 0 0,-8-23-2492 0 0,1 8 807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01.5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9 241 5527 0 0,'-1'0'36'0'0,"1"0"-1"0"0,0 0 1 0 0,-1 0-1 0 0,1 0 1 0 0,0 0-1 0 0,-1 0 0 0 0,1 0 1 0 0,0 0-1 0 0,-1 0 1 0 0,1 0-1 0 0,0-1 0 0 0,0 1 1 0 0,-1 0-1 0 0,1 0 1 0 0,0 0-1 0 0,-1 0 1 0 0,1-1-1 0 0,0 1 0 0 0,0 0 1 0 0,0 0-1 0 0,-1-1 1 0 0,1 1-1 0 0,0 0 1 0 0,0-1-1 0 0,0 1 0 0 0,0 0 1 0 0,-1 0-1 0 0,1-1 1 0 0,0 1-1 0 0,0 0 0 0 0,0-1 1 0 0,0 1-1 0 0,0 0 1 0 0,0-1-1 0 0,0 1 1 0 0,0 0-1 0 0,0-1 0 0 0,0 1 1 0 0,1-1 148 0 0,-1 0 0 0 0,1 0 0 0 0,0 0 0 0 0,-1 0 0 0 0,1 0 0 0 0,0 0 0 0 0,0 0 0 0 0,0 1 0 0 0,0-1 0 0 0,0 0 0 0 0,1 0 1 0 0,32-17 4270 0 0,-32 18-4179 0 0,131-59 5871 0 0,64-35-4092 0 0,-179 85-1986 0 0,1 0-1 0 0,0 1 1 0 0,0 1 0 0 0,1 1-1 0 0,26-5 1 0 0,-46 11-211 0 0,1 0 0 0 0,0 0 0 0 0,-1 0 1 0 0,1 0-1 0 0,0 0 0 0 0,-1 0 0 0 0,1 0 0 0 0,0 0 0 0 0,0 0 0 0 0,-1 0 0 0 0,1 0 0 0 0,0 0 0 0 0,-1 0 0 0 0,1 1 0 0 0,0-1 1 0 0,-1 0-1 0 0,1 0 0 0 0,-1 1 0 0 0,1-1 0 0 0,0 1 0 0 0,-1-1 0 0 0,1 1 0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02.9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48 3223 0 0,'-1'0'163'0'0,"0"0"-1"0"0,0 1 1 0 0,0-1-1 0 0,-12 8 11590 0 0,79-25-8429 0 0,-32 6-2531 0 0,1 3-1 0 0,57-8 0 0 0,-74 14-836 0 0,5-1-339 0 0,-9 5-5510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03.1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 0 4143 0 0,'-7'5'44'0'0,"3"-2"104"0"0,1-1 0 0 0,-1 1 1 0 0,1-1-1 0 0,0 1 1 0 0,-6 6-1 0 0,8-8 24 0 0,1 0 1 0 0,-1 0-1 0 0,0 0 1 0 0,1 1-1 0 0,0-1 0 0 0,-1 0 1 0 0,1 0-1 0 0,-1 0 1 0 0,1 0-1 0 0,0 1 0 0 0,0-1 1 0 0,0 0-1 0 0,0 0 0 0 0,0 0 1 0 0,0 1-1 0 0,0-1 1 0 0,0 0-1 0 0,0 0 0 0 0,1 0 1 0 0,-1 0-1 0 0,0 1 0 0 0,1-1 1 0 0,-1 0-1 0 0,1 0 1 0 0,-1 0-1 0 0,2 1 0 0 0,-1 0 132 0 0,0-1 0 0 0,0 0 0 0 0,0 0-1 0 0,0 0 1 0 0,0 0 0 0 0,0 0 0 0 0,0 0-1 0 0,1 0 1 0 0,-1 0 0 0 0,0-1 0 0 0,1 1-1 0 0,-1 0 1 0 0,1-1 0 0 0,-1 1 0 0 0,1-1-1 0 0,-1 0 1 0 0,1 1 0 0 0,-1-1 0 0 0,1 0 0 0 0,-1 0-1 0 0,1 0 1 0 0,1 0 0 0 0,7-1 786 0 0,-1 0 1 0 0,15-3 0 0 0,-8 1-222 0 0,6-1-272 0 0,21-7 0 0 0,-13 2-2383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04.0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 80 5063 0 0,'2'-18'705'0'0,"0"-17"1143"0"0,-2 33-1670 0 0,0 1 0 0 0,0 0 1 0 0,0-1-1 0 0,0 1 0 0 0,-1 0 0 0 0,1 0 1 0 0,0 0-1 0 0,-1-1 0 0 0,1 1 0 0 0,-1 0 1 0 0,1 0-1 0 0,-1 0 0 0 0,0 0 0 0 0,1 0 0 0 0,-1 0 1 0 0,0 0-1 0 0,0 0 0 0 0,0 0 0 0 0,0 0 1 0 0,0 0-1 0 0,0 0 0 0 0,-1 0 0 0 0,1 1-54 0 0,0-1 0 0 0,1 1 0 0 0,-1 0 0 0 0,0 0-1 0 0,0 0 1 0 0,0 0 0 0 0,0 0 0 0 0,0 1 0 0 0,0-1-1 0 0,1 0 1 0 0,-1 0 0 0 0,0 1 0 0 0,0-1 0 0 0,0 0-1 0 0,0 1 1 0 0,1-1 0 0 0,-1 1 0 0 0,0-1 0 0 0,0 1-1 0 0,1-1 1 0 0,-1 1 0 0 0,0-1 0 0 0,1 1-1 0 0,-1 0 1 0 0,1-1 0 0 0,-1 1 0 0 0,0 1 0 0 0,-14 21 1373 0 0,12-14-1227 0 0,0-1 0 0 0,0 1 0 0 0,1 0 0 0 0,0-1 0 0 0,1 1 0 0 0,0 0 0 0 0,0 17 0 0 0,8 65 764 0 0,-4-58-626 0 0,3 70 670 0 0,2 19-95 0 0,-5-100-852 0 0,1 0 1 0 0,0-1 0 0 0,11 30-1 0 0,-12-44-167 0 0,0 0 0 0 0,0 0-1 0 0,1 0 1 0 0,0 0 0 0 0,1-1-1 0 0,-1 0 1 0 0,1 0-1 0 0,0 0 1 0 0,1 0 0 0 0,-1-1-1 0 0,1 0 1 0 0,0 0-1 0 0,0-1 1 0 0,1 0 0 0 0,0 0-1 0 0,11 5 1 0 0,-11-5-839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04.5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0 200 2759 0 0,'1'-5'25'0'0,"0"1"323"0"0,0 0 1 0 0,0-1-1 0 0,0 1 1 0 0,1 0-1 0 0,0 0 1 0 0,0 0-1 0 0,0 0 1 0 0,0 0 0 0 0,0 0-1 0 0,1 1 1 0 0,3-5-1 0 0,6-6 1508 0 0,1 1-1 0 0,1 0 1 0 0,16-11 0 0 0,-26 21-1436 0 0,1-1 0 0 0,0 2 0 0 0,1-1 0 0 0,-1 0-1 0 0,0 1 1 0 0,7-2 0 0 0,-9 4-233 0 0,0-1 0 0 0,0 0-1 0 0,1 1 1 0 0,-1 0-1 0 0,0 0 1 0 0,0 0-1 0 0,0 0 1 0 0,0 0 0 0 0,0 1-1 0 0,0-1 1 0 0,0 1-1 0 0,5 2 1 0 0,-6-2-118 0 0,1 0 1 0 0,-1 1-1 0 0,1-1 1 0 0,-1 1-1 0 0,0 0 1 0 0,0 0-1 0 0,0 0 1 0 0,0 0-1 0 0,0 0 0 0 0,0 0 1 0 0,-1 0-1 0 0,1 0 1 0 0,0 1-1 0 0,-1-1 1 0 0,0 1-1 0 0,0-1 1 0 0,0 1-1 0 0,0 0 1 0 0,0-1-1 0 0,0 1 0 0 0,-1 0 1 0 0,1 0-1 0 0,-1 0 1 0 0,0-1-1 0 0,0 5 1 0 0,0 7-4 0 0,-1 1 1 0 0,0-1 0 0 0,-6 23-1 0 0,6-32-29 0 0,-9 36 59 0 0,-24 63 0 0 0,2-8 157 0 0,32-96-250 0 0,0 1-1 0 0,0-1 0 0 0,-1 0 0 0 0,1 0 1 0 0,0 0-1 0 0,0 0 0 0 0,0 0 0 0 0,0 0 1 0 0,0 0-1 0 0,0 0 0 0 0,0 0 0 0 0,0 0 1 0 0,0 0-1 0 0,0 0 0 0 0,0 0 0 0 0,0 1 1 0 0,0-1-1 0 0,-1 0 0 0 0,1 0 0 0 0,0 0 1 0 0,0 0-1 0 0,0 0 0 0 0,0 0 0 0 0,0 0 1 0 0,0 0-1 0 0,0 1 0 0 0,0-1 0 0 0,0 0 1 0 0,0 0-1 0 0,0 0 0 0 0,0 0 0 0 0,0 0 1 0 0,0 0-1 0 0,0 0 0 0 0,0 0 0 0 0,1 1 1 0 0,-1-1-1 0 0,0 0 0 0 0,0 0 0 0 0,0 0 1 0 0,0 0-1 0 0,0 0 0 0 0,0 0 0 0 0,0 0 1 0 0,0 0-1 0 0,0 0 0 0 0,0 0 0 0 0,0 0 1 0 0,0 1-1 0 0,0-1 0 0 0,1 0 0 0 0,-1 0 1 0 0,0 0-1 0 0,0 0 0 0 0,0 0 0 0 0,0 0 1 0 0,0 0-1 0 0,0 0 0 0 0,0 0 0 0 0,0 0 1 0 0,1 0-1 0 0,-1 0 0 0 0,0 0 0 0 0,7-7 65 0 0,7-11 2 0 0,15-24-46 0 0,27-56 0 0 0,-45 74-17 0 0,0 0 0 0 0,-2-1-1 0 0,0 0 1 0 0,5-31 0 0 0,-10 34 7 0 0,1-1 0 0 0,1 1 0 0 0,1 0-1 0 0,11-23 1 0 0,-35 81-13 0 0,-18 64 0 0 0,26-66-2 0 0,1 1 0 0 0,-4 38 1 0 0,10-55 12 0 0,1 1 1 0 0,1-1-1 0 0,1 1 1 0 0,0 0 0 0 0,7 31-1 0 0,-7-46 14 0 0,0 1 1 0 0,1 0-1 0 0,-1 0 0 0 0,1-1 0 0 0,0 1 0 0 0,1-1 0 0 0,-1 0 1 0 0,1 0-1 0 0,-1 0 0 0 0,5 4 0 0 0,-6-6-15 0 0,1 0 0 0 0,0-1-1 0 0,0 1 1 0 0,0-1 0 0 0,1 1 0 0 0,-1-1 0 0 0,0 0-1 0 0,0 0 1 0 0,1 0 0 0 0,-1 0 0 0 0,0 0-1 0 0,1-1 1 0 0,-1 1 0 0 0,1-1 0 0 0,-1 0 0 0 0,1 1-1 0 0,-1-1 1 0 0,1 0 0 0 0,-1 0 0 0 0,1-1-1 0 0,2 1 1 0 0,3-2-26 0 0,-1 0 0 0 0,1 0 1 0 0,-1-1-1 0 0,1 0 0 0 0,-1 0 0 0 0,0 0 0 0 0,0-1 0 0 0,-1 0 0 0 0,9-7 0 0 0,13-13-2530 0 0,-19 15-4905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04.7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87 8287 0 0,'0'0'37'0'0,"0"0"-1"0"0,1 0 0 0 0,-1 0 0 0 0,0 0 0 0 0,0 0 1 0 0,0 0-1 0 0,0 0 0 0 0,0 0 0 0 0,0 0 0 0 0,0 0 0 0 0,0 0 1 0 0,0 0-1 0 0,0 0 0 0 0,1 0 0 0 0,-1 0 0 0 0,0 0 1 0 0,0 0-1 0 0,0 1 0 0 0,0-1 0 0 0,0 0 0 0 0,0 0 1 0 0,0 0-1 0 0,0 0 0 0 0,0 0 0 0 0,0 0 0 0 0,0 0 1 0 0,0 0-1 0 0,0 0 0 0 0,0 0 0 0 0,0 0 0 0 0,1 0 0 0 0,-1 0 1 0 0,0 1-1 0 0,0-1 0 0 0,0 0 0 0 0,0 0 0 0 0,0 0 1 0 0,0 0-1 0 0,0 0 0 0 0,0 0 0 0 0,0 0 0 0 0,0 0 1 0 0,0 0-1 0 0,0 0 0 0 0,0 1 0 0 0,0-1 0 0 0,0 0 1 0 0,0 0-1 0 0,0 0 0 0 0,-1 0 0 0 0,1 0 0 0 0,0 0 1 0 0,0 0-1 0 0,0 0 0 0 0,0 0 0 0 0,0 0 0 0 0,17 2 1622 0 0,21-4 1473 0 0,-8-3-694 0 0,54-15 0 0 0,27-19-2400 0 0,-55 19-1600 0 0,-40 14-5093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04.9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13 7367 0 0,'-1'0'72'0'0,"1"0"0"0"0,0 1 0 0 0,0-1-1 0 0,0 0 1 0 0,-1 0 0 0 0,1 0-1 0 0,0 0 1 0 0,0 0 0 0 0,-1 0-1 0 0,1 1 1 0 0,0-1 0 0 0,0 0 0 0 0,0 0-1 0 0,0 0 1 0 0,-1 1 0 0 0,1-1-1 0 0,0 0 1 0 0,0 0 0 0 0,0 0-1 0 0,0 1 1 0 0,0-1 0 0 0,0 0 0 0 0,-1 0-1 0 0,1 1 1 0 0,0-1 0 0 0,0 0-1 0 0,0 1 1 0 0,0-1 0 0 0,0 0 0 0 0,0 0-1 0 0,0 1 1 0 0,0-1 0 0 0,0 0-1 0 0,0 0 1 0 0,0 1 0 0 0,0-1-1 0 0,1 0 1 0 0,-1 0 0 0 0,0 1 0 0 0,0-1-1 0 0,0 0 1 0 0,0 0 0 0 0,0 1-1 0 0,13 1 5082 0 0,-5-2-4885 0 0,9 1 1501 0 0,0-1 0 0 0,23-3 0 0 0,71-17-623 0 0,-97 17-2916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05.6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84 9671 0 0,'-1'-1'107'0'0,"1"1"0"0"0,-1-1 0 0 0,1 0 0 0 0,-1 1 0 0 0,1-1 0 0 0,-1 0 0 0 0,1 1 0 0 0,-1-1 0 0 0,1 0 0 0 0,0 0 0 0 0,-1 1 0 0 0,1-1 0 0 0,0 0-1 0 0,0 0 1 0 0,-1 1 0 0 0,1-1 0 0 0,0 0 0 0 0,0 0 0 0 0,0 0 0 0 0,0 1 0 0 0,0-1 0 0 0,0 0 0 0 0,1 0 0 0 0,-1 0 0 0 0,0 1 0 0 0,1-3 0 0 0,0 1 194 0 0,0 0 1 0 0,0 0-1 0 0,0 0 1 0 0,1 1-1 0 0,-1-1 1 0 0,1 0-1 0 0,-1 0 1 0 0,1 1-1 0 0,3-3 1 0 0,2-1 557 0 0,1 0 0 0 0,-1 1 0 0 0,1 0 1 0 0,11-4-1 0 0,-8 4-338 0 0,0 1 0 0 0,0 0 1 0 0,17-1-1 0 0,-24 3-458 0 0,0 1 0 0 0,0 0 0 0 0,0 0 0 0 0,0 0 0 0 0,-1 0 0 0 0,1 0 0 0 0,0 1 0 0 0,0 0 0 0 0,0 0 1 0 0,0 0-1 0 0,-1 0 0 0 0,1 1 0 0 0,5 2 0 0 0,-8-3-61 0 0,1 0 0 0 0,-1 0 0 0 0,0 0 1 0 0,0 0-1 0 0,0 0 0 0 0,0 0 0 0 0,-1 0 0 0 0,1 0 1 0 0,0 0-1 0 0,0 0 0 0 0,0 0 0 0 0,-1 1 0 0 0,1-1 1 0 0,-1 0-1 0 0,1 0 0 0 0,-1 1 0 0 0,0-1 1 0 0,1 0-1 0 0,-1 3 0 0 0,0-1 2 0 0,0-1 1 0 0,0 0-1 0 0,-1 1 0 0 0,1-1 1 0 0,-1 0-1 0 0,1 0 0 0 0,-1 1 1 0 0,0-1-1 0 0,0 0 0 0 0,-2 4 0 0 0,-2 1 5 0 0,0 0 0 0 0,-1 0 0 0 0,0 0 0 0 0,0-1 0 0 0,-8 7 0 0 0,1-2-9 0 0,6-6 0 0 0,0 1 0 0 0,0-1 0 0 0,-8 12 0 0 0,15-17 0 0 0,0 0 0 0 0,0 0 0 0 0,0 0 0 0 0,-1 0 0 0 0,1 1 0 0 0,0-1 0 0 0,0 0 0 0 0,0 0 0 0 0,0 0 0 0 0,0 0 0 0 0,0 1 0 0 0,0-1 0 0 0,0 0 0 0 0,0 0 0 0 0,0 0 0 0 0,0 1 0 0 0,0-1 0 0 0,0 0 0 0 0,0 0 0 0 0,0 0 0 0 0,0 0 0 0 0,0 1 0 0 0,0-1 0 0 0,0 0 0 0 0,0 0 0 0 0,0 0 0 0 0,0 1 0 0 0,0-1 0 0 0,0 0 0 0 0,0 0 0 0 0,0 0 0 0 0,0 0 0 0 0,0 1 0 0 0,1-1 0 0 0,6 3 0 0 0,16-2 0 0 0,-17-1 0 0 0,5 1 4 0 0,-1 1-1 0 0,1 0 1 0 0,0 1 0 0 0,-1-1-1 0 0,0 2 1 0 0,0 0 0 0 0,15 7-1 0 0,-19-8 1 0 0,0 1-1 0 0,0-1 0 0 0,-1 1 0 0 0,1 0 1 0 0,-1 1-1 0 0,0-1 0 0 0,0 1 0 0 0,-1 0 1 0 0,1 1-1 0 0,-1-1 0 0 0,0 1 0 0 0,0-1 1 0 0,2 7-1 0 0,-4-9 9 0 0,-1 1-1 0 0,0-1 1 0 0,0 0 0 0 0,0 1-1 0 0,0-1 1 0 0,0 0 0 0 0,-1 1 0 0 0,1-1-1 0 0,-1 1 1 0 0,0-1 0 0 0,0 0-1 0 0,-1 1 1 0 0,1-1 0 0 0,-1 1 0 0 0,1-1-1 0 0,-1 0 1 0 0,0 1 0 0 0,0-1 0 0 0,-1 0-1 0 0,1 0 1 0 0,-1 0 0 0 0,1 0-1 0 0,-1 0 1 0 0,0 0 0 0 0,0 0 0 0 0,-4 4-1 0 0,0-2 18 0 0,0 0-1 0 0,0 0 0 0 0,0-1 0 0 0,-1 0 0 0 0,1 0 0 0 0,-1 0 1 0 0,0-1-1 0 0,0 0 0 0 0,0 0 0 0 0,-15 3 0 0 0,8-2 19 0 0,0-2-1 0 0,-28 3 1 0 0,39-5-40 0 0,-1 0 0 0 0,0 0 0 0 0,1 0 0 0 0,-1-1 0 0 0,0 1 0 0 0,0-1 0 0 0,1 0 0 0 0,-1 0 0 0 0,1 0 0 0 0,-1-1 0 0 0,1 1 0 0 0,-1-1 0 0 0,1 0 0 0 0,0 1 0 0 0,0-2 0 0 0,-4-2 0 0 0,7 5-26 0 0,0 0 1 0 0,0 0-1 0 0,-1 0 0 0 0,1 0 1 0 0,0-1-1 0 0,0 1 0 0 0,0 0 1 0 0,0 0-1 0 0,-1 0 0 0 0,1-1 1 0 0,0 1-1 0 0,0 0 0 0 0,0 0 1 0 0,0 0-1 0 0,0-1 0 0 0,0 1 1 0 0,0 0-1 0 0,0 0 0 0 0,0 0 1 0 0,0-1-1 0 0,0 1 0 0 0,0 0 1 0 0,0 0-1 0 0,0-1 0 0 0,0 1 1 0 0,0 0-1 0 0,0 0 0 0 0,0 0 1 0 0,0-1-1 0 0,0 1 0 0 0,0 0 1 0 0,0 0-1 0 0,0-1 0 0 0,0 1 1 0 0,0 0-1 0 0,0 0 0 0 0,1 0 1 0 0,-1-1-1 0 0,0 1 0 0 0,0 0 1 0 0,0 0-1 0 0,0 0 0 0 0,0 0 1 0 0,1-1-1 0 0,-1 1 0 0 0,10-3-3198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05.9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 6911 0 0,'0'0'89'0'0,"0"-1"0"0"0,0 1 0 0 0,0-1 0 0 0,0 1 0 0 0,0-1 0 0 0,0 1 0 0 0,0-1-1 0 0,1 1 1 0 0,-1-1 0 0 0,0 1 0 0 0,0-1 0 0 0,1 1 0 0 0,-1-1 0 0 0,0 1 0 0 0,1-1 0 0 0,-1 1-1 0 0,0-1 1 0 0,1 1 0 0 0,-1 0 0 0 0,0-1 0 0 0,1 1 0 0 0,-1 0 0 0 0,1-1 0 0 0,-1 1 0 0 0,1 0-1 0 0,-1 0 1 0 0,1-1 0 0 0,1 1 167 0 0,1-1 0 0 0,-1 1 1 0 0,0-1-1 0 0,0 1 0 0 0,0 0 0 0 0,0 0 0 0 0,3 0 0 0 0,1 0 466 0 0,0 1-1 0 0,0 0 0 0 0,0 0 0 0 0,10 4 0 0 0,-5 0 15 0 0,-1 1 0 0 0,0 0-1 0 0,0 0 1 0 0,0 1-1 0 0,-1 0 1 0 0,0 1 0 0 0,12 13-1 0 0,-11-9-418 0 0,0 0 0 0 0,-1 0-1 0 0,0 1 1 0 0,-1 0 0 0 0,8 18-1 0 0,-11-19-260 0 0,-1-1 0 0 0,0 1-1 0 0,-1 0 1 0 0,0 1-1 0 0,-1-1 1 0 0,0 0-1 0 0,-1 1 1 0 0,-1-1-1 0 0,0 1 1 0 0,0-1 0 0 0,-2 0-1 0 0,1 1 1 0 0,-1-1-1 0 0,-1 0 1 0 0,0 0-1 0 0,-1 0 1 0 0,0 0-1 0 0,-1-1 1 0 0,0 1 0 0 0,-13 19-1 0 0,-5 0-41 0 0,-2-1 0 0 0,0-1 0 0 0,-2-1 0 0 0,-36 29-1 0 0,57-53-1637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06.7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94 5983 0 0,'-1'0'81'0'0,"1"-1"0"0"0,0 1 0 0 0,0 0 0 0 0,0-1 0 0 0,0 1-1 0 0,-1 0 1 0 0,1-1 0 0 0,0 1 0 0 0,0 0 0 0 0,0-1 0 0 0,0 1 0 0 0,0 0-1 0 0,0-1 1 0 0,0 1 0 0 0,0-1 0 0 0,0 1 0 0 0,0 0 0 0 0,0-1-1 0 0,0 1 1 0 0,0 0 0 0 0,1-1 0 0 0,-1 1 0 0 0,0 0 0 0 0,0-1-1 0 0,0 1 1 0 0,1-1 0 0 0,8-12 2079 0 0,14-10 1425 0 0,-15 17-2679 0 0,0 0 0 0 0,0 0 0 0 0,1 1-1 0 0,-1 0 1 0 0,1 1 0 0 0,16-6 0 0 0,-23 9-802 0 0,1 0 0 0 0,0 0 0 0 0,0 0 0 0 0,0 1 1 0 0,0-1-1 0 0,0 1 0 0 0,0-1 0 0 0,1 1 0 0 0,-1 0 0 0 0,0 1 1 0 0,0-1-1 0 0,0 0 0 0 0,0 1 0 0 0,0-1 0 0 0,0 1 1 0 0,0 0-1 0 0,0 0 0 0 0,-1 1 0 0 0,1-1 0 0 0,0 0 1 0 0,0 1-1 0 0,-1 0 0 0 0,1-1 0 0 0,-1 1 0 0 0,3 3 0 0 0,-3-3-91 0 0,0 1-1 0 0,-1-1 1 0 0,0 1-1 0 0,1-1 0 0 0,-1 1 1 0 0,0 0-1 0 0,-1 0 0 0 0,1-1 1 0 0,0 1-1 0 0,-1 0 1 0 0,1 0-1 0 0,-1 0 0 0 0,0-1 1 0 0,0 1-1 0 0,0 0 0 0 0,0 0 1 0 0,-1 0-1 0 0,1 0 1 0 0,-1-1-1 0 0,-1 6 0 0 0,-2 5 18 0 0,-1 0 0 0 0,-12 23-1 0 0,15-31-24 0 0,-4 5 18 0 0,3-4 4 0 0,-1 1 1 0 0,1-1-1 0 0,0 1 1 0 0,1 0-1 0 0,-3 9 1 0 0,5-15-18 0 0,0 1-1 0 0,-1-1 1 0 0,1 0-1 0 0,0 0 1 0 0,0 0 0 0 0,0 0-1 0 0,0 0 1 0 0,1 0-1 0 0,-1 1 1 0 0,0-1 0 0 0,0 0-1 0 0,1 0 1 0 0,-1 0 0 0 0,0 0-1 0 0,1 0 1 0 0,-1 0-1 0 0,1 0 1 0 0,0 0 0 0 0,-1 0-1 0 0,1 0 1 0 0,0 0-1 0 0,-1 0 1 0 0,1-1 0 0 0,0 1-1 0 0,0 0 1 0 0,0 0 0 0 0,0-1-1 0 0,0 1 1 0 0,0-1-1 0 0,0 1 1 0 0,0-1 0 0 0,0 1-1 0 0,0-1 1 0 0,0 1-1 0 0,0-1 1 0 0,0 0 0 0 0,0 0-1 0 0,0 1 1 0 0,0-1 0 0 0,1 0-1 0 0,0 0 1 0 0,6 0 69 0 0,1 0 0 0 0,-1 0-1 0 0,0 0 1 0 0,0-1 0 0 0,17-4 0 0 0,39-14 160 0 0,-48 13-210 0 0,-14 5-70 0 0,0 0 0 0 0,0 1 0 0 0,0-1 1 0 0,0 1-1 0 0,0-1 0 0 0,1 1 0 0 0,-1 0 0 0 0,0-1 0 0 0,0 1 0 0 0,0 0 0 0 0,0 1 0 0 0,0-1 1 0 0,0 0-1 0 0,4 1 0 0 0,0 2-626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07.0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52 5527 0 0,'0'0'44'0'0,"-1"0"0"0"0,1 1 0 0 0,0-1 0 0 0,0 0 0 0 0,0 1 0 0 0,0-1 0 0 0,0 0 0 0 0,0 0 0 0 0,0 1 0 0 0,0-1 0 0 0,0 0 0 0 0,0 1 0 0 0,0-1 0 0 0,0 0 0 0 0,0 0 0 0 0,0 1 0 0 0,0-1 0 0 0,1 0 0 0 0,-1 0-1 0 0,0 1 1 0 0,0-1 0 0 0,0 0 0 0 0,0 0 0 0 0,0 1 0 0 0,1-1 0 0 0,-1 0 0 0 0,0 0 0 0 0,0 0 0 0 0,0 1 0 0 0,1-1 0 0 0,-1 0 0 0 0,0 0 0 0 0,0 0 0 0 0,1 0 0 0 0,-1 0 0 0 0,0 1 0 0 0,1-1 0 0 0,13 9 1968 0 0,-10-7-1577 0 0,5 3 235 0 0,0 0-1 0 0,0-1 1 0 0,0 0 0 0 0,1 0 0 0 0,-1-1 0 0 0,1 0-1 0 0,0-1 1 0 0,-1 0 0 0 0,1-1 0 0 0,0 0 0 0 0,0-1 0 0 0,0 1-1 0 0,0-2 1 0 0,14-1 0 0 0,13-5 435 0 0,0-1 0 0 0,53-19 0 0 0,-58 17-906 0 0,-12 4-77 0 0,-12 5-107 0 0,0-1 0 0 0,0-1-1 0 0,-1 1 1 0 0,0-1 0 0 0,1-1-1 0 0,7-4 1 0 0,-14 7-77 0 0,-1 1-1 0 0,1 0 1 0 0,-1-1 0 0 0,1 1-1 0 0,-1-1 1 0 0,0 1-1 0 0,1-1 1 0 0,-1 1-1 0 0,1-1 1 0 0,-1 1 0 0 0,0-1-1 0 0,0 0 1 0 0,1 1-1 0 0,-1-1 1 0 0,0 1 0 0 0,0-1-1 0 0,0 0 1 0 0,0 1-1 0 0,0-1 1 0 0,1 1 0 0 0,-1-1-1 0 0,0 0 1 0 0,0 1-1 0 0,-1-1 1 0 0,1 0 0 0 0,0 1-1 0 0,0-1 1 0 0,0 1-1 0 0,0-1 1 0 0,-1-1 0 0 0,0-1-1236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07.2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77 2 4487 0 0,'-6'-1'-155'0'0,"6"1"251"0"0,0 0-1 0 0,-1 0 0 0 0,1 0 0 0 0,0 0 0 0 0,0 0 0 0 0,-1 0 0 0 0,1 0 0 0 0,0 0 0 0 0,0-1 0 0 0,-1 1 0 0 0,1 0 0 0 0,0 0 0 0 0,-1 1 0 0 0,1-1 0 0 0,0 0 0 0 0,-1 0 0 0 0,1 0 0 0 0,0 0 0 0 0,0 0 0 0 0,-1 0 0 0 0,1 0 1 0 0,0 0-1 0 0,0 0 0 0 0,-1 1 0 0 0,1-1 0 0 0,0 0 0 0 0,0 0 0 0 0,-1 0 0 0 0,1 1 0 0 0,0-1 0 0 0,0 0 0 0 0,0 0 0 0 0,0 0 0 0 0,-1 1 0 0 0,1-1 0 0 0,0 0 0 0 0,0 1 0 0 0,0 4 4787 0 0,-1 1-2973 0 0,-14 86 4914 0 0,-3 7-4755 0 0,6-34-1932 0 0,6-38-100 0 0,3-16-17 0 0,1-1-1 0 0,0 1 1 0 0,1 0 0 0 0,0 0 0 0 0,1 17 0 0 0,0-27-90 0 0,0 0-1 0 0,0 0 1 0 0,0-1 0 0 0,0 1-1 0 0,1 0 1 0 0,-1 0-1 0 0,0 0 1 0 0,1-1 0 0 0,-1 1-1 0 0,0 0 1 0 0,1 0-1 0 0,-1-1 1 0 0,1 1 0 0 0,-1 0-1 0 0,1-1 1 0 0,0 1-1 0 0,-1 0 1 0 0,1-1 0 0 0,-1 1-1 0 0,1-1 1 0 0,0 1-1 0 0,0-1 1 0 0,-1 1 0 0 0,1-1-1 0 0,0 0 1 0 0,0 1-1 0 0,-1-1 1 0 0,1 0 0 0 0,0 0-1 0 0,1 1 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07.9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21 168 11519 0 0,'-2'-2'215'0'0,"0"1"-1"0"0,0-2 1 0 0,0 1 0 0 0,1 0-1 0 0,-1 0 1 0 0,1 0-1 0 0,-1-1 1 0 0,1 1 0 0 0,0-1-1 0 0,0 1 1 0 0,0-1-1 0 0,-1-5 1 0 0,2 3 415 0 0,0 0 0 0 0,0-1 0 0 0,0 1 1 0 0,0 0-1 0 0,3-10 0 0 0,-2 10-398 0 0,1 1-1 0 0,-1-1 1 0 0,1 1 0 0 0,0 0 0 0 0,0-1-1 0 0,1 1 1 0 0,-1 0 0 0 0,1 0 0 0 0,0 1 0 0 0,0-1-1 0 0,0 1 1 0 0,1-1 0 0 0,-1 1 0 0 0,1 0-1 0 0,0 0 1 0 0,0 0 0 0 0,0 1 0 0 0,0-1-1 0 0,0 1 1 0 0,6-2 0 0 0,-3 1-147 0 0,0 0 1 0 0,1 1-1 0 0,-1 0 1 0 0,1 0 0 0 0,-1 1-1 0 0,1 0 1 0 0,-1 0-1 0 0,1 1 1 0 0,0 0-1 0 0,-1 0 1 0 0,16 3-1 0 0,-21-3-81 0 0,0 1 0 0 0,0-1 0 0 0,0 1 0 0 0,-1 0 0 0 0,1 0 0 0 0,0 0 1 0 0,0 0-1 0 0,-1 0 0 0 0,1 0 0 0 0,0 0 0 0 0,-1 0 0 0 0,1 1 0 0 0,-1-1 0 0 0,0 1 0 0 0,1-1 0 0 0,-1 1 0 0 0,1 1 0 0 0,0 0 6 0 0,-1 1 1 0 0,1-1-1 0 0,-1 0 0 0 0,0 1 1 0 0,0-1-1 0 0,0 1 0 0 0,-1-1 1 0 0,1 8-1 0 0,0-2 6 0 0,-2 1 1 0 0,0-1-1 0 0,0 1 0 0 0,0-1 1 0 0,-1 0-1 0 0,-5 13 0 0 0,2-8-16 0 0,-1-1 0 0 0,0 0 0 0 0,-1 0 0 0 0,0-1 0 0 0,-1 0 0 0 0,-13 15 0 0 0,-5 1 0 0 0,-33 29 0 0 0,55-54 0 0 0,1 0 0 0 0,0 0 0 0 0,-1 0 0 0 0,1 1 0 0 0,0-1 0 0 0,1 1 0 0 0,-1 0 0 0 0,0 0 0 0 0,1 0 0 0 0,0 0 0 0 0,-2 5 0 0 0,4-8 0 0 0,0 0 0 0 0,1 0 0 0 0,-1 0 0 0 0,0 1 0 0 0,0-1 0 0 0,1 0 0 0 0,-1 0 0 0 0,1 0 0 0 0,-1 0 0 0 0,1 0 0 0 0,-1 0 0 0 0,1 0 0 0 0,0 0 0 0 0,0 0 0 0 0,-1 0 0 0 0,1 0 0 0 0,0 0 0 0 0,0 0 0 0 0,0 0 0 0 0,0-1 0 0 0,0 1 0 0 0,0 0 0 0 0,0-1 0 0 0,0 1 0 0 0,2 0 0 0 0,29 12 0 0 0,-32-13 0 0 0,12 4 51 0 0,1-1 1 0 0,-1-1-1 0 0,1 0 0 0 0,-1-1 1 0 0,1 0-1 0 0,24-3 0 0 0,78-15 520 0 0,-63 8-445 0 0,-12 4 125 0 0,-24 4-142 0 0,0-1 0 0 0,0-1 1 0 0,0-1-1 0 0,23-8 0 0 0,-30 8-17 0 0,-13 4-64 0 0,-8 2-354 0 0,-12 2-2065 0 0,9 1-6089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15.5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4 235 5063 0 0,'-1'0'70'0'0,"1"0"0"0"0,0 0 0 0 0,0 0 0 0 0,0 0 0 0 0,-1-1 0 0 0,1 1-1 0 0,0 0 1 0 0,0 0 0 0 0,0 0 0 0 0,0 0 0 0 0,-1 0 0 0 0,1-1 0 0 0,0 1-1 0 0,0 0 1 0 0,0 0 0 0 0,0 0 0 0 0,0-1 0 0 0,0 1 0 0 0,0 0 0 0 0,-1 0-1 0 0,1 0 1 0 0,0-1 0 0 0,0 1 0 0 0,0 0 0 0 0,0 0 0 0 0,0 0 0 0 0,0-1-1 0 0,0 1 1 0 0,0 0 0 0 0,0 0 0 0 0,0 0 0 0 0,0-1 0 0 0,0 1 0 0 0,0 0-1 0 0,1 0 1 0 0,-1 0 0 0 0,0-1 0 0 0,0 1 0 0 0,3-10 6715 0 0,-1 5-5839 0 0,6-7-170 0 0,1 0 0 0 0,0 0-1 0 0,1 1 1 0 0,16-15 0 0 0,7-4 56 0 0,24-18-126 0 0,-51 43-629 0 0,1 0-1 0 0,-1 1 0 0 0,1 0 1 0 0,1 1-1 0 0,-1-1 1 0 0,15-4-1 0 0,-20 8-53 0 0,1-1-1 0 0,-1 1 1 0 0,0-1 0 0 0,0 1-1 0 0,1 0 1 0 0,-1 0 0 0 0,0 0-1 0 0,0 0 1 0 0,1 0-1 0 0,-1 1 1 0 0,0-1 0 0 0,0 1-1 0 0,0-1 1 0 0,0 1 0 0 0,1 0-1 0 0,-1 0 1 0 0,0 0 0 0 0,2 1-1 0 0,-2 0-1 0 0,0 0 0 0 0,0 0-1 0 0,0 0 1 0 0,0 0 0 0 0,0 0-1 0 0,0 1 1 0 0,0-1 0 0 0,-1 1-1 0 0,1-1 1 0 0,-1 1 0 0 0,0 0-1 0 0,1 3 1 0 0,1 4 5 0 0,0 0 0 0 0,-2 0 0 0 0,1 0 0 0 0,-1 0-1 0 0,0 0 1 0 0,-2 20 0 0 0,-5 23-26 0 0,-3 0 0 0 0,-1 0 0 0 0,-29 82 0 0 0,32-98 0 0 0,23-67 53 0 0,51-131-42 0 0,-24 62 8 0 0,-23 50 4 0 0,43-74-1 0 0,-44 96-22 0 0,-19 27 0 0 0,0 0 0 0 0,0 0 0 0 0,0 0 0 0 0,0 0 0 0 0,0 0 0 0 0,0 0 0 0 0,0 0 0 0 0,0 0 0 0 0,0 0 0 0 0,0 0 0 0 0,0 0 0 0 0,0 0 0 0 0,0 0 0 0 0,0 0 0 0 0,0 0 0 0 0,0 0 0 0 0,0 0 0 0 0,0 0 0 0 0,0 0 0 0 0,0 0 0 0 0,0 0 0 0 0,0 0 0 0 0,0 0 0 0 0,0 0 0 0 0,0 0 0 0 0,0 1-1 0 0,0-1 1 0 0,0 0 0 0 0,0 0 0 0 0,0 0 0 0 0,0 0 0 0 0,0 0 0 0 0,0 0 0 0 0,0 0 0 0 0,0 0 0 0 0,0 0 0 0 0,0 0 0 0 0,0 0 0 0 0,0 0 0 0 0,1 0 0 0 0,-1 0 0 0 0,0 0 0 0 0,0 0 0 0 0,0 0 0 0 0,0 0 0 0 0,0 0 0 0 0,0 0 0 0 0,0 0 0 0 0,0 0 0 0 0,0 0 0 0 0,0 0 0 0 0,0 0 0 0 0,0 0 0 0 0,-2 7-2 0 0,-5 10 16 0 0,-22 35 2 0 0,13-26-9 0 0,2 1 1 0 0,0 1-1 0 0,2 0 1 0 0,-11 37-1 0 0,15-36 21 0 0,-3 39-1 0 0,9-55-10 0 0,2-1 0 0 0,-1 1 0 0 0,2 0-1 0 0,0-1 1 0 0,4 23 0 0 0,-4-31-6 0 0,0 0 0 0 0,0 0-1 0 0,1 0 1 0 0,-1-1 0 0 0,1 1-1 0 0,-1 0 1 0 0,1-1 0 0 0,1 0 0 0 0,-1 1-1 0 0,0-1 1 0 0,1 0 0 0 0,-1 0 0 0 0,1 0-1 0 0,0-1 1 0 0,6 5 0 0 0,-5-4 15 0 0,0-1 1 0 0,0 0-1 0 0,1 0 0 0 0,-1-1 1 0 0,0 1-1 0 0,1-1 1 0 0,0 0-1 0 0,-1 0 1 0 0,1-1-1 0 0,0 1 1 0 0,8-1-1 0 0,-3-1 14 0 0,1 0 1 0 0,0-1-1 0 0,0 0 0 0 0,-1-1 0 0 0,1 0 1 0 0,-1-1-1 0 0,0 0 0 0 0,0 0 1 0 0,0-1-1 0 0,15-10 0 0 0,-24 14-40 0 0,34-27-113 0 0,-33 26 82 0 0,1 0-1 0 0,-1-1 1 0 0,0 1 0 0 0,0-1 0 0 0,0 1-1 0 0,0-1 1 0 0,-1 0 0 0 0,1 0 0 0 0,-1 0 0 0 0,1 0-1 0 0,0-4 1 0 0,-2 6-222 0 0,0-1 0 0 0,0 1 0 0 0,0 0 0 0 0,0-1 0 0 0,0 1 0 0 0,0 0 0 0 0,-1-1 0 0 0,1 1 0 0 0,0 0 0 0 0,-1-1 0 0 0,1 1 0 0 0,-1 0 0 0 0,0-1 0 0 0,1 1 0 0 0,-1 0 0 0 0,-1-2 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15.7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1 121 3679 0 0,'0'-1'1648'0'0,"0"1"-1615"0"0,6-4 2734 0 0,9-1 1572 0 0,36-9 1714 0 0,1 2-3344 0 0,2-2-1363 0 0,-11 4-1015 0 0,0-2 0 0 0,75-33 0 0 0,-114 43-419 0 0,-2 0-48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16.7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109 18 5063 0 0,'0'-1'282'0'0,"-1"0"-1"0"0,1 0 0 0 0,0 0 0 0 0,-1 0 1 0 0,1 0-1 0 0,-1 1 0 0 0,1-1 0 0 0,-1 0 1 0 0,1 0-1 0 0,-1 0 0 0 0,0 1 0 0 0,1-1 0 0 0,-1 0 1 0 0,0 1-1 0 0,1-1 0 0 0,-9-3 6867 0 0,5 8-6133 0 0,-1 2-655 0 0,0 1-1 0 0,1-1 1 0 0,0 1 0 0 0,0 0-1 0 0,0 0 1 0 0,1 0 0 0 0,-3 9-1 0 0,-9 30 593 0 0,-15 56-40 0 0,28-89-823 0 0,-1 0 0 0 0,2 0-1 0 0,0 0 1 0 0,0 0-1 0 0,3 25 1 0 0,-2-35-71 0 0,1 1 0 0 0,-1-1 1 0 0,1 1-1 0 0,0-1 0 0 0,1 1 0 0 0,-1-1 0 0 0,0 0 0 0 0,1 0 1 0 0,0 1-1 0 0,-1-1 0 0 0,1 0 0 0 0,1-1 0 0 0,2 4 0 0 0,-3-4-26 0 0,0 0 0 0 0,0-1 0 0 0,0 1-1 0 0,0-1 1 0 0,0 1 0 0 0,1-1 0 0 0,-1 0-1 0 0,1 0 1 0 0,-1 0 0 0 0,1 0 0 0 0,-1-1-1 0 0,1 1 1 0 0,-1-1 0 0 0,1 1-1 0 0,0-1 1 0 0,-1 0 0 0 0,1 0 0 0 0,3-1-1 0 0,4 0-363 0 0,1 1-97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17.0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0 198 6359 0 0,'1'-7'505'0'0,"-1"1"0"0"0,2-1 0 0 0,-1 0-1 0 0,1 1 1 0 0,0 0 0 0 0,0-1 0 0 0,0 1-1 0 0,1 0 1 0 0,7-11 0 0 0,5-6 2990 0 0,19-22 0 0 0,-23 30-2622 0 0,-2 4-56 0 0,-6 8-454 0 0,0 0 0 0 0,0-1 0 0 0,0 0 0 0 0,-1 1 0 0 0,4-8-1 0 0,-36 138 322 0 0,10-33-369 0 0,18-81-169 0 0,1-7-473 0 0,0-1 0 0 0,-1 0 0 0 0,-3 9 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17.2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 5983 0 0,'0'0'53'0'0,"0"-1"-1"0"0,0 1 0 0 0,0 0 1 0 0,1-1-1 0 0,-1 1 1 0 0,0 0-1 0 0,0 0 0 0 0,1-1 1 0 0,-1 1-1 0 0,0 0 0 0 0,0 0 1 0 0,1 0-1 0 0,-1-1 0 0 0,0 1 1 0 0,1 0-1 0 0,-1 0 1 0 0,0 0-1 0 0,1 0 0 0 0,-1 0 1 0 0,0-1-1 0 0,1 1 0 0 0,-1 0 1 0 0,0 0-1 0 0,1 0 0 0 0,-1 0 1 0 0,0 0-1 0 0,1 0 1 0 0,-1 0-1 0 0,0 0 0 0 0,1 1 1 0 0,10 7 1983 0 0,7 24 1939 0 0,-13-23-3015 0 0,7 14 416 0 0,0 0 0 0 0,-1 1 0 0 0,-2 1 0 0 0,8 31 0 0 0,-14-44-1271 0 0,0 1 0 0 0,-1 0 0 0 0,-1 0 0 0 0,-1-1 0 0 0,1 1 0 0 0,-2 0 0 0 0,0 0 0 0 0,0 0 1 0 0,-2 0-1 0 0,-5 20 0 0 0,-1-9-318 0 0,-2 0 1 0 0,-19 33 0 0 0,24-46-520 0 0,-6 11-6842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17.6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45 11975 0 0,'-17'-11'1275'0'0,"17"10"-1245"0"0,0 1-1 0 0,0 0 1 0 0,0 0-1 0 0,0 0 1 0 0,0-1-1 0 0,0 1 1 0 0,0 0-1 0 0,0 0 1 0 0,0 0-1 0 0,0-1 1 0 0,0 1-1 0 0,0 0 1 0 0,0 0-1 0 0,0 0 1 0 0,0-1 0 0 0,0 1-1 0 0,0 0 1 0 0,0 0-1 0 0,1 0 1 0 0,-1 0-1 0 0,0 0 1 0 0,0-1-1 0 0,0 1 1 0 0,0 0-1 0 0,0 0 1 0 0,1 0-1 0 0,-1 0 1 0 0,0 0 0 0 0,0 0-1 0 0,0-1 1 0 0,0 1-1 0 0,1 0 1 0 0,-1 0-1 0 0,0 0 1 0 0,0 0-1 0 0,0 0 1 0 0,1 0-1 0 0,-1 0 1 0 0,0 0-1 0 0,1 0 1 0 0,8-3 1019 0 0,59-9 3753 0 0,38 4-3584 0 0,-68 5-981 0 0,-26 2-259 0 0,23 1-466 0 0,-28 0-82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17.8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0 7367 0 0,'-1'1'91'0'0,"0"0"-1"0"0,1-1 0 0 0,-1 1 0 0 0,1 0 0 0 0,-1 0 0 0 0,1 0 1 0 0,-1 0-1 0 0,1 0 0 0 0,-1 0 0 0 0,1 0 0 0 0,0-1 1 0 0,0 1-1 0 0,0 0 0 0 0,-1 0 0 0 0,1 0 0 0 0,0 0 0 0 0,0 0 1 0 0,0 0-1 0 0,0 0 0 0 0,1 0 0 0 0,-1 0 0 0 0,0 0 1 0 0,0 0-1 0 0,1 2 0 0 0,0-1 239 0 0,1 0 0 0 0,-1 0 0 0 0,1-1 0 0 0,-1 1 0 0 0,1 0 0 0 0,-1-1 1 0 0,1 1-1 0 0,0-1 0 0 0,0 1 0 0 0,2 0 0 0 0,1 1 185 0 0,-1-1 0 0 0,1 0 0 0 0,-1 0 0 0 0,1 0 0 0 0,0-1 0 0 0,0 1 0 0 0,0-1 0 0 0,0-1 0 0 0,0 1 0 0 0,0-1 0 0 0,0 1 1 0 0,0-1-1 0 0,0-1 0 0 0,0 1 0 0 0,6-2 0 0 0,4-1-293 0 0,0-1 0 0 0,-1 0 0 0 0,25-12 0 0 0,-26 11-325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18.7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305 80 5527 0 0,'-3'-6'393'0'0,"0"1"0"0"0,-1 1 0 0 0,1-1 0 0 0,-1 0 0 0 0,0 1 0 0 0,0 0 0 0 0,-1 0 0 0 0,1 0 0 0 0,-1 0 0 0 0,0 1 0 0 0,0 0 0 0 0,0 0 0 0 0,-7-3 0 0 0,3 2 250 0 0,0 1 1 0 0,0 0-1 0 0,0 0 0 0 0,0 1 0 0 0,0 0 1 0 0,0 1-1 0 0,-17-1 0 0 0,22 2-417 0 0,0 1-1 0 0,-1-1 1 0 0,1 1-1 0 0,-1 0 1 0 0,1 0-1 0 0,0 0 1 0 0,0 1-1 0 0,0 0 1 0 0,0-1-1 0 0,0 1 1 0 0,0 1-1 0 0,0-1 1 0 0,-6 5-1 0 0,8-5-120 0 0,-1 1 0 0 0,1-1-1 0 0,0 0 1 0 0,0 1-1 0 0,0-1 1 0 0,0 1-1 0 0,0-1 1 0 0,1 1-1 0 0,-1 0 1 0 0,1 0-1 0 0,0 0 1 0 0,-1 0-1 0 0,1 0 1 0 0,1 0-1 0 0,-1 0 1 0 0,0 0 0 0 0,1 0-1 0 0,0 1 1 0 0,0 4-1 0 0,0 1-4 0 0,1-1 0 0 0,1 1 0 0 0,0-1 0 0 0,0 0 0 0 0,1 0 0 0 0,0 0 0 0 0,0 0-1 0 0,1 0 1 0 0,0 0 0 0 0,0-1 0 0 0,10 12 0 0 0,2 1-7 0 0,2-1-1 0 0,30 25 0 0 0,-30-28 17 0 0,-1-1 0 0 0,-1 2 0 0 0,26 33 0 0 0,-37-43-85 0 0,-1 1 0 0 0,0-1 1 0 0,0 1-1 0 0,0 0 0 0 0,-1 0 0 0 0,0 1 0 0 0,-1-1 0 0 0,0 0 1 0 0,0 1-1 0 0,-1-1 0 0 0,0 10 0 0 0,-1-14-15 0 0,0 0 0 0 0,0 0 0 0 0,0-1 0 0 0,-1 1 1 0 0,0 0-1 0 0,0 0 0 0 0,0-1 0 0 0,0 1 0 0 0,-1-1 0 0 0,1 1 0 0 0,-1-1 0 0 0,0 1 0 0 0,0-1 0 0 0,0 0 0 0 0,0 0 0 0 0,-1 0 0 0 0,1 0 0 0 0,-1 0 1 0 0,0-1-1 0 0,0 1 0 0 0,0-1 0 0 0,0 1 0 0 0,0-1 0 0 0,0 0 0 0 0,-1-1 0 0 0,1 1 0 0 0,-5 1 0 0 0,2-1-10 0 0,-1 0-1 0 0,1 0 0 0 0,-1-1 1 0 0,1 0-1 0 0,-1 0 1 0 0,1 0-1 0 0,-1-1 0 0 0,0 0 1 0 0,1 0-1 0 0,-1-1 1 0 0,1 0-1 0 0,-1 0 0 0 0,1-1 1 0 0,-1 1-1 0 0,1-2 1 0 0,0 1-1 0 0,0 0 0 0 0,0-1 1 0 0,-8-5-1 0 0,-2-2-3 0 0,1-1-1 0 0,0-1 1 0 0,1 0 0 0 0,1-1-1 0 0,-21-23 1 0 0,33 34 5 0 0,0 1 0 0 0,0 0 0 0 0,0 0 0 0 0,1-1 0 0 0,-1 1 0 0 0,0-1 0 0 0,1 1 0 0 0,-1-1 0 0 0,1 1 0 0 0,-1-1 0 0 0,1 1 0 0 0,0-1 0 0 0,0 1 0 0 0,-1-1 0 0 0,1 1 0 0 0,0-1 0 0 0,0 1 0 0 0,1-1 0 0 0,-1 0 0 0 0,0 1 0 0 0,1-1 0 0 0,-1 1 0 0 0,0-1 0 0 0,1 1 0 0 0,0 0 0 0 0,-1-1 0 0 0,1 1 0 0 0,0-1 0 0 0,0 1 0 0 0,0 0 0 0 0,0 0 0 0 0,0-1 0 0 0,1 0 0 0 0,5-5 0 0 0,0 0 0 0 0,0 0 0 0 0,1 1 0 0 0,9-6 0 0 0,-8 5 0 0 0,29-21 0 0 0,53-42 0 0 0,-79 59 0 0 0,0-1 0 0 0,0 0 0 0 0,-1-1 0 0 0,16-24 0 0 0,-24 33 0 0 0,-1 1 0 0 0,0-1 0 0 0,-1 0 0 0 0,1 0 0 0 0,-1 0 0 0 0,0 0 0 0 0,0 0 0 0 0,0 0 0 0 0,0-1 0 0 0,-1 1 0 0 0,1 0 0 0 0,-1 0 0 0 0,0-1 0 0 0,0 1 0 0 0,-1 0 0 0 0,-1-8 0 0 0,1 9 0 0 0,0 0 0 0 0,0 0 0 0 0,0 0 0 0 0,-1 1 0 0 0,1-1 0 0 0,-1 0 0 0 0,0 1 0 0 0,0-1 0 0 0,0 1 0 0 0,0-1 0 0 0,0 1 0 0 0,0 0 0 0 0,0 0 0 0 0,-1 0 0 0 0,1 0 0 0 0,-1 0 0 0 0,0 1 0 0 0,1-1 0 0 0,-1 1 0 0 0,0 0 0 0 0,0-1 0 0 0,0 2 0 0 0,-4-2 0 0 0,1 0 24 0 0,0 1-1 0 0,0 0 0 0 0,-1 1 1 0 0,1 0-1 0 0,0-1 0 0 0,0 2 1 0 0,-1-1-1 0 0,1 1 1 0 0,0 0-1 0 0,0 0 0 0 0,0 1 1 0 0,0 0-1 0 0,-10 4 0 0 0,8-1-251 0 0,0-1-1 0 0,0 1 0 0 0,1 1 0 0 0,0-1 0 0 0,0 1 0 0 0,0 0 0 0 0,1 1 0 0 0,-11 13 0 0 0,6-5-7678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25.7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6 324 4607 0 0,'-6'7'1774'0'0,"6"-6"-1699"0"0,0-1 1 0 0,0 0 0 0 0,0 0 0 0 0,0 0 0 0 0,0 1 0 0 0,0-1 0 0 0,0 0-1 0 0,0 0 1 0 0,0 0 0 0 0,0 1 0 0 0,0-1 0 0 0,0 0 0 0 0,0 0 0 0 0,0 0-1 0 0,1 1 1 0 0,-1-1 0 0 0,0 0 0 0 0,0 0 0 0 0,0 0 0 0 0,0 0 0 0 0,0 1-1 0 0,0-1 1 0 0,0 0 0 0 0,0 0 0 0 0,1 0 0 0 0,-1 0 0 0 0,0 0 0 0 0,0 1-1 0 0,0-1 1 0 0,0 0 0 0 0,1 0 0 0 0,-1 0 0 0 0,0 0 0 0 0,0 0 0 0 0,0 0-1 0 0,1 0 1 0 0,-1 0 0 0 0,2 0 1534 0 0,1 3-596 0 0,5 2-585 0 0,0 0-1 0 0,0 0 0 0 0,0-1 0 0 0,1 0 1 0 0,-1-1-1 0 0,1 0 0 0 0,0 0 1 0 0,0-1-1 0 0,0 0 0 0 0,0-1 0 0 0,1 1 1 0 0,-1-2-1 0 0,0 0 0 0 0,0 0 0 0 0,1 0 1 0 0,-1-1-1 0 0,18-4 0 0 0,-20 3-375 0 0,1 0-1 0 0,-1 0 1 0 0,1-1-1 0 0,-1 0 1 0 0,0 0-1 0 0,0-1 1 0 0,0 0 0 0 0,-1 0-1 0 0,0-1 1 0 0,1 1-1 0 0,-1-1 1 0 0,-1-1-1 0 0,1 1 1 0 0,-1-1-1 0 0,0 0 1 0 0,0 0-1 0 0,-1 0 1 0 0,0-1-1 0 0,0 0 1 0 0,0 0-1 0 0,-1 0 1 0 0,3-9 0 0 0,-3 5-27 0 0,0 0 0 0 0,-2 1 1 0 0,1-1-1 0 0,-1 0 0 0 0,-1 0 1 0 0,0-1-1 0 0,0 1 0 0 0,-1 0 1 0 0,-5-19-1 0 0,4 22-11 0 0,0 0 0 0 0,0 1 0 0 0,-1-1 0 0 0,0 1 1 0 0,0 0-1 0 0,-1 0 0 0 0,0 0 0 0 0,-1 0 0 0 0,1 1 0 0 0,-1 0 1 0 0,0 0-1 0 0,-1 0 0 0 0,1 0 0 0 0,-9-6 0 0 0,11 10-15 0 0,-1 0 0 0 0,1 0 0 0 0,0 0 0 0 0,-1 0 0 0 0,1 1 0 0 0,-8-3 0 0 0,10 4 0 0 0,0 0 0 0 0,0-1 0 0 0,-1 1 0 0 0,1 0 0 0 0,0 0 0 0 0,0 0 0 0 0,0 0 0 0 0,0 0 0 0 0,-1 0 0 0 0,1 1 0 0 0,0-1 0 0 0,0 0 0 0 0,0 1 0 0 0,0-1 0 0 0,0 0 0 0 0,0 1 0 0 0,-1-1 0 0 0,1 1 0 0 0,0 0 0 0 0,1-1 0 0 0,-1 1 0 0 0,0 0 0 0 0,0 0 0 0 0,0 0 0 0 0,-1 1 0 0 0,-2 3 8 0 0,1 1 0 0 0,0 0 0 0 0,0-1-1 0 0,1 1 1 0 0,-1 0 0 0 0,1 0 0 0 0,1 1-1 0 0,-1-1 1 0 0,1 0 0 0 0,-1 10 0 0 0,0 9 54 0 0,3 33 0 0 0,-1-51-56 0 0,3 27 196 0 0,1 0-1 0 0,1-1 1 0 0,12 41 0 0 0,39 96 359 0 0,2-23-261 0 0,15 46-48 0 0,-70-184-252 0 0,0 0 0 0 0,-1 1 0 0 0,0-1 0 0 0,0 1 0 0 0,0 13 0 0 0,-2-23-1 0 0,0 0-1 0 0,0 0 1 0 0,0 0-1 0 0,0 0 1 0 0,0 0-1 0 0,0 1 1 0 0,0-1-1 0 0,0 0 0 0 0,0 0 1 0 0,0 0-1 0 0,0 0 1 0 0,0 0-1 0 0,0 1 1 0 0,0-1-1 0 0,0 0 1 0 0,0 0-1 0 0,0 0 1 0 0,0 0-1 0 0,0 0 1 0 0,0 1-1 0 0,0-1 1 0 0,0 0-1 0 0,0 0 1 0 0,0 0-1 0 0,0 0 1 0 0,0 0-1 0 0,0 0 1 0 0,0 1-1 0 0,0-1 1 0 0,0 0-1 0 0,0 0 1 0 0,0 0-1 0 0,-1 0 0 0 0,1 0 1 0 0,0 0-1 0 0,0 0 1 0 0,0 0-1 0 0,0 1 1 0 0,0-1-1 0 0,0 0 1 0 0,0 0-1 0 0,-1 0 1 0 0,1 0-1 0 0,0 0 1 0 0,0 0-1 0 0,0 0 1 0 0,0 0-1 0 0,0 0 1 0 0,0 0-1 0 0,-1 0 1 0 0,1 0-1 0 0,0 0 1 0 0,0 0-1 0 0,0 0 1 0 0,0 0-1 0 0,0 0 1 0 0,-1 0-1 0 0,1 0 0 0 0,0 0 1 0 0,0 0-1 0 0,0 0 1 0 0,-7-9-2775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25.9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96 6911 0 0,'-4'-3'1130'0'0,"7"3"176"0"0,13 1 4100 0 0,5-3-4190 0 0,-1-1 0 0 0,1-1 1 0 0,-1-1-1 0 0,24-9 1 0 0,80-40-841 0 0,-115 49-1233 0 0,1-2-266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26.2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9 160 4143 0 0,'-5'-96'2514'0'0,"5"33"7363"0"0,-3 80-5668 0 0,6 15-2672 0 0,-2-11-1199 0 0,2-1 1 0 0,5 23-1 0 0,4 2-120 0 0,-1-7-57 0 0,-1 0 0 0 0,6 58 0 0 0,-14-66-1755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27.7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 73 1375 0 0,'0'-4'660'0'0,"1"0"0"0"0,0 0-1 0 0,0 0 1 0 0,0 0-1 0 0,0 0 1 0 0,3-5-1 0 0,-2 5 254 0 0,0 0 0 0 0,0 0 0 0 0,-1-1-1 0 0,0 1 1 0 0,0-1 0 0 0,1-7 0 0 0,-2 12-863 0 0,0 0-1 0 0,0 0 1 0 0,0 1 0 0 0,0-1 0 0 0,0 0-1 0 0,0 0 1 0 0,0 0 0 0 0,-1 0 0 0 0,1 0-1 0 0,0 0 1 0 0,0 1 0 0 0,0-1-1 0 0,0 0 1 0 0,0 0 0 0 0,0 0 0 0 0,0 0-1 0 0,-1 0 1 0 0,1 0 0 0 0,0 0 0 0 0,0 0-1 0 0,0 0 1 0 0,0 1 0 0 0,-1-1-1 0 0,1 0 1 0 0,0 0 0 0 0,0 0 0 0 0,0 0-1 0 0,0 0 1 0 0,-1 0 0 0 0,1 0 0 0 0,0 0-1 0 0,0 0 1 0 0,0 0 0 0 0,0 0-1 0 0,-1 0 1 0 0,1-1 0 0 0,0 1 0 0 0,0 0-1 0 0,0 0 1 0 0,0 0 0 0 0,0 0 0 0 0,-1 0-1 0 0,1 0 1 0 0,0 0 0 0 0,0 0-1 0 0,0 0 1 0 0,0 0 0 0 0,0-1 0 0 0,0 1-1 0 0,-1 0 1 0 0,1 0 0 0 0,0 0 0 0 0,0 0-1 0 0,0 0 1 0 0,0-1 0 0 0,0 1-1 0 0,0 0 1 0 0,0 0 0 0 0,0 0 0 0 0,0 0-1 0 0,0-1 1 0 0,0 1 0 0 0,0 0 0 0 0,0 0-1 0 0,0 0 1 0 0,0 0 0 0 0,0-1-1 0 0,-12 17 1939 0 0,7-6-1742 0 0,0 0 0 0 0,1 0 0 0 0,0 1 0 0 0,1-1 0 0 0,-2 12 0 0 0,0 26 483 0 0,3-1-1 0 0,6 80 1 0 0,0-41-87 0 0,-3-61-485 0 0,1 1 1 0 0,1-1-1 0 0,1 1 0 0 0,1-1 1 0 0,1 0-1 0 0,10 24 0 0 0,-14-45-108 0 0,-1 0-1 0 0,1 0 0 0 0,0-1 0 0 0,0 1 0 0 0,4 4 0 0 0,-6-8-129 0 0,0 1 0 0 0,1-1 0 0 0,-1 1 0 0 0,1-1 0 0 0,-1 0 0 0 0,0 1 0 0 0,1-1 1 0 0,-1 1-1 0 0,1-1 0 0 0,-1 0 0 0 0,1 1 0 0 0,0-1 0 0 0,-1 0 0 0 0,1 0 0 0 0,-1 1 0 0 0,1-1 0 0 0,-1 0 0 0 0,1 0 0 0 0,0 0 0 0 0,-1 0 0 0 0,1 0 0 0 0,0 0 0 0 0,-1 0 0 0 0,1 0 0 0 0,-1 0 0 0 0,1 0 0 0 0,0 0 0 0 0,-1 0 0 0 0,1 0 0 0 0,-1 0 0 0 0,1-1 0 0 0,0 1 0 0 0,-1 0 0 0 0,1 0 0 0 0,-1-1 0 0 0,1 1 0 0 0,-1 0 0 0 0,1-1 0 0 0,-1 1 0 0 0,1-1 0 0 0,-1 1 0 0 0,1-1 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28.2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0 194 1207 0 0,'1'-3'62'0'0,"-1"1"-1"0"0,0 0 0 0 0,1-1 1 0 0,0 1-1 0 0,0 0 0 0 0,0-1 0 0 0,0 1 1 0 0,0 0-1 0 0,0 0 0 0 0,0 0 0 0 0,2-3 1 0 0,21-23 1419 0 0,-15 18-858 0 0,-3 3 177 0 0,0 0 0 0 0,1 1 0 0 0,-1 0 0 0 0,1 0 0 0 0,1 1 0 0 0,-1 0 0 0 0,1 0 0 0 0,0 1 0 0 0,0 0 0 0 0,1 0 0 0 0,12-4 0 0 0,-18 7-560 0 0,1 1-1 0 0,-1-1 1 0 0,1 0-1 0 0,-1 1 1 0 0,0-1-1 0 0,1 1 1 0 0,-1 0-1 0 0,1 1 1 0 0,-1-1-1 0 0,1 0 1 0 0,-1 1-1 0 0,0 0 1 0 0,1 0-1 0 0,-1 0 1 0 0,0 0-1 0 0,0 0 1 0 0,1 1 0 0 0,-1-1-1 0 0,0 1 1 0 0,0 0-1 0 0,-1 0 1 0 0,1 0-1 0 0,0 0 1 0 0,-1 1-1 0 0,1-1 1 0 0,-1 1-1 0 0,0-1 1 0 0,0 1-1 0 0,0 0 1 0 0,0 0-1 0 0,0 0 1 0 0,2 6-1 0 0,-1-2-154 0 0,-1 1 0 0 0,1-1 0 0 0,-1 1 0 0 0,-1 0 0 0 0,1-1 0 0 0,-1 1 1 0 0,-1 0-1 0 0,0 0 0 0 0,0 0 0 0 0,0 0 0 0 0,-1 0 0 0 0,0 0 0 0 0,-3 10 0 0 0,-4 10 6 0 0,-1-1 1 0 0,-16 34-1 0 0,17-42-12 0 0,-1 7 21 0 0,8-24-94 0 0,1 0 1 0 0,-1 0-1 0 0,1 0 0 0 0,0 0 1 0 0,0 0-1 0 0,-1 0 0 0 0,1 0 1 0 0,1 0-1 0 0,-1 0 0 0 0,0 0 1 0 0,1 3-1 0 0,-1-5-5 0 0,0 0-1 0 0,0 1 1 0 0,0-1 0 0 0,0 0-1 0 0,1 0 1 0 0,-1 1 0 0 0,0-1-1 0 0,0 0 1 0 0,0 0 0 0 0,0 0-1 0 0,1 0 1 0 0,-1 1 0 0 0,0-1-1 0 0,0 0 1 0 0,0 0-1 0 0,0 0 1 0 0,1 0 0 0 0,-1 0-1 0 0,0 1 1 0 0,0-1 0 0 0,1 0-1 0 0,-1 0 1 0 0,0 0 0 0 0,0 0-1 0 0,0 0 1 0 0,1 0 0 0 0,-1 0-1 0 0,0 0 1 0 0,0 0-1 0 0,1 0 1 0 0,-1 0 0 0 0,1 0-1 0 0,8-5 47 0 0,7-9 21 0 0,-5 0-65 0 0,0 0 0 0 0,0-1-1 0 0,-2 0 1 0 0,0 0 0 0 0,-1-1-1 0 0,0 0 1 0 0,7-23 0 0 0,0-11 14 0 0,10-60 0 0 0,-4 16-9 0 0,-52 173-8 0 0,22-46-1 0 0,1 0-1 0 0,-4 38 1 0 0,11-53 4 0 0,-1 0 1 0 0,2 0-1 0 0,1 0 0 0 0,0 0 1 0 0,7 31-1 0 0,-7-45 22 0 0,0 0 0 0 0,0 0 0 0 0,0 0 0 0 0,1 0 0 0 0,0 0 0 0 0,0 0 0 0 0,0 0 0 0 0,0 0 0 0 0,1-1 0 0 0,-1 1 0 0 0,1-1 0 0 0,0 0 0 0 0,0 0 0 0 0,0 0 0 0 0,6 4 0 0 0,-6-5-8 0 0,0-1 0 0 0,0 1 0 0 0,0-1 1 0 0,0 0-1 0 0,0 0 0 0 0,0 0 0 0 0,0 0 0 0 0,0-1 0 0 0,1 0 0 0 0,-1 1 0 0 0,0-1 0 0 0,0 0 0 0 0,1 0 0 0 0,-1-1 1 0 0,0 1-1 0 0,0-1 0 0 0,0 1 0 0 0,1-1 0 0 0,-1 0 0 0 0,0 0 0 0 0,3-2 0 0 0,3-1-157 0 0,-1 0 0 0 0,0-1 0 0 0,0 0 0 0 0,9-7-1 0 0,-14 9 41 0 0,0 0 0 0 0,0 1-1 0 0,0-1 1 0 0,0 0 0 0 0,-1 0-1 0 0,1-1 1 0 0,-1 1 0 0 0,0-1-1 0 0,0 1 1 0 0,0-1 0 0 0,0 1-1 0 0,1-5 1 0 0,-3 6-165 0 0,0 1-1 0 0,0 0 1 0 0,0-1 0 0 0,0 1 0 0 0,0-1-1 0 0,0 1 1 0 0,0 0 0 0 0,0-1 0 0 0,-1 1-1 0 0,1 0 1 0 0,0 0 0 0 0,-1-1 0 0 0,0-1 0 0 0,-4-5-6625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28.4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5 131 1375 0 0,'-5'3'765'0'0,"10"-4"1887"0"0,2 0-1129 0 0,13-1 908 0 0,-1-2 0 0 0,1 0 0 0 0,26-11 0 0 0,55-27-280 0 0,-4-9-4014 0 0,-75 37-4041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28.6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6 455 0 0,'9'-2'-479'0'0,"-6"1"947"0"0,0 1 0 0 0,0-1 0 0 0,0 1 0 0 0,0-1 0 0 0,0 1 0 0 0,0 0 0 0 0,0 0 0 0 0,0 0 1 0 0,0 1-1 0 0,5 0 0 0 0,5 3 748 0 0,0 0 0 0 0,0 1 0 0 0,-1 1 0 0 0,0 0 0 0 0,0 0 1 0 0,0 1-1 0 0,-1 1 0 0 0,21 17 0 0 0,-19-12-420 0 0,-1 0 0 0 0,0 0 0 0 0,-1 1-1 0 0,-1 0 1 0 0,0 1 0 0 0,10 21 0 0 0,-8-11-540 0 0,-2 0 0 0 0,-1 0 0 0 0,-1 1-1 0 0,-1 0 1 0 0,-1 1 0 0 0,-1-1 0 0 0,-2 1 0 0 0,-1 0-1 0 0,-1 29 1 0 0,-1-41-212 0 0,-2 1-1 0 0,0-1 1 0 0,-1 0-1 0 0,-8 24 1 0 0,-26 54 166 0 0,35-88-201 0 0,-2 3-7 0 0,2-4 10 0 0,0 0-1 0 0,1 0 1 0 0,-1 0-1 0 0,1 0 1 0 0,-1 0 0 0 0,1 5-1 0 0,4-12-372 0 0,0 1-1 0 0,1 0 1 0 0,-1-1 0 0 0,0 0-1 0 0,5-5 1 0 0,-7 6-203 0 0,11-9-7368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28.9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 11975 0 0,'10'-2'1018'0'0,"0"1"-1"0"0,1-1 1 0 0,-1 2 0 0 0,0 0-1 0 0,1 0 1 0 0,-1 1-1 0 0,0 0 1 0 0,0 0 0 0 0,13 5-1 0 0,-21-6-1003 0 0,-1 0 1 0 0,0 0-1 0 0,0 1 0 0 0,1-1 0 0 0,-1 1 0 0 0,0-1 1 0 0,0 1-1 0 0,0-1 0 0 0,0 1 0 0 0,0 0 0 0 0,1-1 1 0 0,-1 1-1 0 0,0 0 0 0 0,-1 0 0 0 0,1 0 0 0 0,0 0 0 0 0,0 0 1 0 0,1 1-1 0 0,-2-1-1 0 0,1 0 1 0 0,-1 0 0 0 0,0 0-1 0 0,0 0 1 0 0,1 1-1 0 0,-1-1 1 0 0,0 0 0 0 0,0 0-1 0 0,0 0 1 0 0,0 0-1 0 0,0 0 1 0 0,-1 0 0 0 0,1 1-1 0 0,0-1 1 0 0,0 0-1 0 0,-2 2 1 0 0,-1 4 32 0 0,-1-1-1 0 0,0 1 1 0 0,0-1 0 0 0,-1 0 0 0 0,-5 6-1 0 0,3-2-28 0 0,4-6 21 0 0,0 0 1 0 0,0 0-1 0 0,1 1 0 0 0,-1-1 1 0 0,-1 7-1 0 0,4-11-33 0 0,-1 1 1 0 0,1-1-1 0 0,0 1 0 0 0,0 0 1 0 0,-1-1-1 0 0,1 1 0 0 0,0-1 1 0 0,0 1-1 0 0,0 0 0 0 0,0-1 1 0 0,0 1-1 0 0,0-1 0 0 0,0 1 1 0 0,0 0-1 0 0,0-1 0 0 0,0 1 1 0 0,0-1-1 0 0,0 1 0 0 0,0 0 1 0 0,1-1-1 0 0,-1 1 0 0 0,0-1 1 0 0,0 1-1 0 0,1-1 0 0 0,-1 1 1 0 0,0-1-1 0 0,1 1 0 0 0,-1-1 0 0 0,0 1 1 0 0,1-1-1 0 0,-1 1 0 0 0,1-1 1 0 0,-1 0-1 0 0,1 1 0 0 0,-1-1 1 0 0,1 0-1 0 0,-1 1 0 0 0,1-1 1 0 0,-1 0-1 0 0,1 0 0 0 0,-1 1 1 0 0,1-1-1 0 0,0 0 0 0 0,-1 0 1 0 0,1 0-1 0 0,-1 0 0 0 0,1 0 1 0 0,0 0-1 0 0,-1 0 0 0 0,1 0 1 0 0,-1 0-1 0 0,1 0 0 0 0,0 0 1 0 0,-1 0-1 0 0,2-1 0 0 0,6 0 116 0 0,1 0 1 0 0,0-1-1 0 0,0-1 0 0 0,0 1 0 0 0,13-7 0 0 0,41-25 397 0 0,-38 20-304 0 0,5-4-120 0 0,7-4-183 0 0,-13 12-6593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29.8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132 192 1375 0 0,'-7'-5'2433'0'0,"0"0"0"0"0,0 0 0 0 0,0-1-1 0 0,-7-9 1 0 0,11 12-1893 0 0,1 0 0 0 0,0 0 0 0 0,0 1 0 0 0,0-1 0 0 0,1 0 0 0 0,-1-1 0 0 0,1 1 0 0 0,0 0 0 0 0,-1 0 0 0 0,1-1 0 0 0,1 1 0 0 0,-1 0 0 0 0,0-7 0 0 0,1 2-211 0 0,0 0 0 0 0,1 1-1 0 0,0-1 1 0 0,1 0 0 0 0,-1 1 0 0 0,5-11 0 0 0,-5 15-288 0 0,0 1 0 0 0,0-1 1 0 0,0 1-1 0 0,1 0 0 0 0,-1-1 1 0 0,0 1-1 0 0,1 0 0 0 0,0 0 1 0 0,-1 0-1 0 0,1 0 0 0 0,0 0 1 0 0,0 0-1 0 0,0 0 0 0 0,0 1 1 0 0,1-1-1 0 0,-1 1 0 0 0,0 0 0 0 0,1-1 1 0 0,-1 1-1 0 0,1 0 0 0 0,-1 1 1 0 0,3-2-1 0 0,-3 2-26 0 0,0 0 1 0 0,0 1-1 0 0,0-1 1 0 0,0 0-1 0 0,0 1 0 0 0,0 0 1 0 0,0-1-1 0 0,0 1 0 0 0,0 0 1 0 0,0 0-1 0 0,-1 0 0 0 0,1 0 1 0 0,0 0-1 0 0,-1 0 0 0 0,1 1 1 0 0,-1-1-1 0 0,1 0 1 0 0,-1 1-1 0 0,2 2 0 0 0,3 2-10 0 0,-2 1 1 0 0,1-1-1 0 0,6 13 0 0 0,-5-7-2 0 0,-1 0 1 0 0,0 1-1 0 0,-1 0 0 0 0,0 0 0 0 0,-1 0 0 0 0,0 0 1 0 0,-1 0-1 0 0,-1 1 0 0 0,0 15 0 0 0,-1-18 0 0 0,-1 0-1 0 0,-1-1 1 0 0,1 1 0 0 0,-2 0-1 0 0,0-1 1 0 0,0 1 0 0 0,-1-1-1 0 0,0 0 1 0 0,0 0 0 0 0,-1 0-1 0 0,-11 16 1 0 0,1-6-3 0 0,-31 33 0 0 0,40-47 0 0 0,0 0 0 0 0,-1 0 0 0 0,0-1 0 0 0,0 0 0 0 0,0 0 0 0 0,-1 0 0 0 0,1-1 0 0 0,-17 6 0 0 0,23-9 0 0 0,0-1 0 0 0,0 0 0 0 0,0 1 0 0 0,0-1 0 0 0,0 0 0 0 0,0 0 0 0 0,0 0 0 0 0,0 1 0 0 0,0-1 0 0 0,0 0 0 0 0,0 0 0 0 0,0-1 0 0 0,0 1 0 0 0,0 0 0 0 0,0 0 0 0 0,0 0 0 0 0,0-1 0 0 0,0 1 0 0 0,0-1 0 0 0,0 1 0 0 0,0 0 0 0 0,0-1 0 0 0,0 0 0 0 0,0 1 0 0 0,0-1 0 0 0,0 0 0 0 0,1 1 0 0 0,-1-1 0 0 0,0 0 0 0 0,1 0 0 0 0,-1 0 0 0 0,0 1 0 0 0,1-1 0 0 0,-1 0 0 0 0,1 0 0 0 0,-1 0 0 0 0,1 0 0 0 0,-1 0 0 0 0,1 0 0 0 0,0-2 0 0 0,-1 0 0 0 0,1 0 0 0 0,-1 0 0 0 0,1 0 0 0 0,0 1 0 0 0,0-1 0 0 0,1 0 0 0 0,-1 0 0 0 0,0 0 0 0 0,1 0 0 0 0,0 1 0 0 0,0-1 0 0 0,0 0 0 0 0,0 1 0 0 0,2-6 0 0 0,-1 6 0 0 0,0-1 0 0 0,0 1 0 0 0,0 0 0 0 0,0-1 0 0 0,0 1 0 0 0,1 0 0 0 0,-1 0 0 0 0,1 0 0 0 0,-1 1 0 0 0,1-1 0 0 0,-1 0 0 0 0,1 1 0 0 0,0 0 0 0 0,0 0 0 0 0,0 0 0 0 0,0 0 0 0 0,0 0 0 0 0,0 0 0 0 0,0 1 0 0 0,0 0 0 0 0,0-1 0 0 0,0 1 0 0 0,0 0 0 0 0,0 0 0 0 0,5 1 0 0 0,7 2 0 0 0,-1 1 0 0 0,1 0 0 0 0,-1 0 0 0 0,17 9 0 0 0,8 2 0 0 0,-22-10 6 0 0,13 4 104 0 0,58 11 0 0 0,-79-19-93 0 0,0 0 0 0 0,-1 0 0 0 0,1-1 1 0 0,0 0-1 0 0,0-1 0 0 0,-1 0 0 0 0,1 0 0 0 0,0-1 1 0 0,-1 0-1 0 0,1-1 0 0 0,12-5 0 0 0,-7-3 257 0 0,-13 11-321 0 0,-1 0-1 0 0,0-1 1 0 0,1 1-1 0 0,-1 0 0 0 0,0-1 1 0 0,0 1-1 0 0,1 0 0 0 0,-1-1 1 0 0,0 1-1 0 0,0 0 1 0 0,0-1-1 0 0,1 1 0 0 0,-1-1 1 0 0,0 1-1 0 0,0 0 0 0 0,0-1 1 0 0,0 1-1 0 0,0-1 0 0 0,0 1 1 0 0,0-1-1 0 0,0 1 1 0 0,0-1-1 0 0,0 1 0 0 0,0 0 1 0 0,0-1-1 0 0,0 1 0 0 0,0-1 1 0 0,0 1-1 0 0,-1-1 1 0 0,1 1-1 0 0,0 0 0 0 0,0-1 1 0 0,0 1-1 0 0,-1 0 0 0 0,1-1 1 0 0,-1 0-1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31.1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118 73 1839 0 0,'0'0'-19'0'0,"8"-36"1787"0"0,-8 34-1431 0 0,0 0 0 0 0,0 1 1 0 0,0-1-1 0 0,0 0 1 0 0,0 0-1 0 0,0 0 0 0 0,0 1 1 0 0,-1-1-1 0 0,1 0 1 0 0,-1 0-1 0 0,1 1 0 0 0,-1-1 1 0 0,0 0-1 0 0,0 1 1 0 0,0-1-1 0 0,0 1 0 0 0,-2-3 1 0 0,2 3-147 0 0,1 1 0 0 0,-1-1 0 0 0,0 1 0 0 0,0 0 0 0 0,0 0 1 0 0,0-1-1 0 0,0 1 0 0 0,0 0 0 0 0,0 0 0 0 0,0 0 0 0 0,0 0 1 0 0,0 0-1 0 0,0 0 0 0 0,0 0 0 0 0,0 0 0 0 0,0 0 0 0 0,1 1 0 0 0,-1-1 1 0 0,0 0-1 0 0,0 0 0 0 0,0 1 0 0 0,0-1 0 0 0,0 1 0 0 0,0-1 1 0 0,1 1-1 0 0,-1-1 0 0 0,0 1 0 0 0,0 0 0 0 0,1-1 0 0 0,-2 2 1 0 0,-22 22 2275 0 0,16-15-2034 0 0,2 1-1 0 0,-1 0 1 0 0,2 1 0 0 0,-1 0-1 0 0,1 0 1 0 0,1 0 0 0 0,0 0-1 0 0,0 1 1 0 0,-2 20 0 0 0,2-7-237 0 0,1 1 0 0 0,1 0 1 0 0,3 39-1 0 0,3-24-57 0 0,0-2 0 0 0,12 41 0 0 0,-12-60-68 0 0,2 0-1 0 0,1-1 1 0 0,0 0 0 0 0,2 0-1 0 0,19 33 1 0 0,-18-40-17 0 0,0 0 0 0 0,1 0 0 0 0,0-1 0 0 0,1-1 0 0 0,0 0 0 0 0,1 0 0 0 0,13 7 0 0 0,-12-8-2213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31.7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40 309 8287 0 0,'-5'-5'516'0'0,"0"1"-1"0"0,1-2 0 0 0,0 1 0 0 0,0-1 1 0 0,-5-8-1 0 0,7 11-66 0 0,1-1 0 0 0,0 1 0 0 0,0 0 0 0 0,0-1 0 0 0,0 1 0 0 0,0-1 0 0 0,1 0 0 0 0,-1 1-1 0 0,1-1 1 0 0,0 1 0 0 0,0-1 0 0 0,1-4 0 0 0,0 3-229 0 0,1 0 1 0 0,0 0-1 0 0,-1 1 0 0 0,2-1 1 0 0,-1 0-1 0 0,0 1 0 0 0,1 0 0 0 0,0-1 1 0 0,0 1-1 0 0,0 0 0 0 0,1 1 0 0 0,-1-1 1 0 0,1 0-1 0 0,0 1 0 0 0,0 0 0 0 0,0 0 1 0 0,8-4-1 0 0,-7 4-158 0 0,0 0 1 0 0,0 0-1 0 0,1 1 1 0 0,-1-1 0 0 0,1 1-1 0 0,-1 1 1 0 0,1-1-1 0 0,0 1 1 0 0,0 0-1 0 0,0 0 1 0 0,0 1-1 0 0,0-1 1 0 0,0 1-1 0 0,10 2 1 0 0,-13-1-56 0 0,0-1 0 0 0,-1 1 0 0 0,1 0 0 0 0,-1 0 0 0 0,1 0 0 0 0,-1 1 0 0 0,0-1 0 0 0,1 1 0 0 0,-1-1 1 0 0,0 1-1 0 0,0 0 0 0 0,0 0 0 0 0,0 0 0 0 0,0 0 0 0 0,1 2 0 0 0,0 0 13 0 0,-1 0 0 0 0,0-1-1 0 0,0 1 1 0 0,-1 0 0 0 0,1 0 0 0 0,-1 1 0 0 0,0-1 0 0 0,1 8-1 0 0,-1 0 15 0 0,-1-1 0 0 0,0 1 0 0 0,0 0 0 0 0,-2 0 0 0 0,1-1 0 0 0,-4 13 0 0 0,-1-6-10 0 0,0 0-1 0 0,0 0 1 0 0,-2 0-1 0 0,-1-1 1 0 0,0 0-1 0 0,0-1 1 0 0,-24 30-1 0 0,75-114 185 0 0,-27 45-197 0 0,-1 0-1 0 0,16-36 0 0 0,16-52 22 0 0,-3 8-19 0 0,-42 101-13 0 0,3-8 0 0 0,0 1 0 0 0,1 0 0 0 0,0 0 0 0 0,0 1 0 0 0,8-10 0 0 0,-11 19 0 0 0,-3 4 0 0 0,0 6 0 0 0,-8 11 0 0 0,-8 25 0 0 0,-13 58 0 0 0,12-5 19 0 0,16-84-12 0 0,1 0 0 0 0,0 1 0 0 0,1-1 0 0 0,4 20-1 0 0,-4-33 1 0 0,0 0 0 0 0,1-1 0 0 0,-1 1 0 0 0,1-1-1 0 0,0 1 1 0 0,0 0 0 0 0,0-1 0 0 0,0 0 0 0 0,0 1-1 0 0,1-1 1 0 0,-1 0 0 0 0,1 0 0 0 0,0 1 0 0 0,-1-1-1 0 0,1 0 1 0 0,0-1 0 0 0,0 1 0 0 0,0 0 0 0 0,0 0-1 0 0,1-1 1 0 0,-1 0 0 0 0,3 2 0 0 0,-2-2-4 0 0,1 0-1 0 0,-1 0 1 0 0,0 0 0 0 0,1-1-1 0 0,-1 0 1 0 0,1 1 0 0 0,-1-1 0 0 0,1 0-1 0 0,-1-1 1 0 0,1 1 0 0 0,-1-1 0 0 0,0 1-1 0 0,1-1 1 0 0,-1 0 0 0 0,0 0-1 0 0,6-3 1 0 0,1-2-974 0 0,0 0-4567 0 0,-1-1-1713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32.0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 8751 0 0,'0'0'399'0'0,"20"8"2136"0"0,-8-3-1438 0 0,1 0-1 0 0,0-1 1 0 0,1-1 0 0 0,-1 0 0 0 0,1-1 0 0 0,-1 0 0 0 0,1-1 0 0 0,25-1 0 0 0,-13-2-1230 0 0,0-2 0 0 0,0 0 1 0 0,42-14-1 0 0,-47 11-7374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32.1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56 1839 0 0,'32'-11'9927'0'0,"21"3"-4769"0"0,-19 4-3445 0 0,19-6-256 0 0,39-6-499 0 0,-31 9-3525 0 0,-49 7-4127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32.5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29 3679 0 0,'3'-3'378'0'0,"-1"1"0"0"0,1 0 0 0 0,1 0 0 0 0,-1 1 0 0 0,0-1-1 0 0,0 0 1 0 0,1 1 0 0 0,-1 0 0 0 0,7-1 0 0 0,35-6 4349 0 0,-36 7-3471 0 0,-5 0-842 0 0,0 1-1 0 0,0 0 1 0 0,0 0 0 0 0,1 0 0 0 0,-1 0 0 0 0,0 1 0 0 0,0 0 0 0 0,0 0 0 0 0,0 0 0 0 0,1 0 0 0 0,-2 0 0 0 0,1 1-1 0 0,0 0 1 0 0,0 0 0 0 0,0 0 0 0 0,-1 0 0 0 0,1 1 0 0 0,-1-1 0 0 0,4 4 0 0 0,-5-3-344 0 0,1 0 1 0 0,-1 0-1 0 0,0 0 1 0 0,0 0-1 0 0,0 0 1 0 0,0 0-1 0 0,0 0 1 0 0,-1 1-1 0 0,0-1 1 0 0,0 1-1 0 0,0-1 1 0 0,0 1-1 0 0,0 0 1 0 0,0-1-1 0 0,-1 1 1 0 0,0-1-1 0 0,0 1 1 0 0,0 0-1 0 0,0 0 1 0 0,-1-1-1 0 0,1 1 1 0 0,-2 5-1 0 0,-2 1-35 0 0,0-1 0 0 0,-1 1 0 0 0,0-1 0 0 0,-1 0 0 0 0,0 0 0 0 0,0 0 0 0 0,-1-1 0 0 0,0 0 0 0 0,-10 9 0 0 0,23-16-1 0 0,3-3-15 0 0,5-2-12 0 0,-1 0 0 0 0,1 1 0 0 0,0 1 1 0 0,0 1-1 0 0,0-1 0 0 0,1 2 0 0 0,-1 0 0 0 0,17 3 0 0 0,-23-2-1 0 0,-1 0-1 0 0,0 1 1 0 0,0 0-1 0 0,0 1 1 0 0,0-1-1 0 0,0 1 1 0 0,10 7-1 0 0,-13-8-3 0 0,0 1-1 0 0,0 0 1 0 0,0 0-1 0 0,-1 0 1 0 0,0 1-1 0 0,0-1 1 0 0,0 1-1 0 0,0 0 1 0 0,0 0 0 0 0,-1 0-1 0 0,1 0 1 0 0,2 9-1 0 0,-4-10 4 0 0,1 0 0 0 0,-1 0-1 0 0,-1 1 1 0 0,1-1 0 0 0,0 0 0 0 0,-1 1 0 0 0,0-1-1 0 0,0 1 1 0 0,0-1 0 0 0,0 1 0 0 0,0-1-1 0 0,-1 0 1 0 0,0 1 0 0 0,1-1 0 0 0,-1 0 0 0 0,-3 7-1 0 0,2-6 13 0 0,-1 1-1 0 0,0-1 0 0 0,0 0 0 0 0,0 0 1 0 0,-1 0-1 0 0,1 0 0 0 0,-1-1 0 0 0,0 1 1 0 0,0-1-1 0 0,-6 4 0 0 0,-1-1 13 0 0,0 0 0 0 0,0 0 0 0 0,-1-1 0 0 0,0-1 0 0 0,0 0-1 0 0,0 0 1 0 0,-1-2 0 0 0,-16 3 0 0 0,21-4 0 0 0,1-1 1 0 0,-1 0-1 0 0,1-1 0 0 0,-1 1 1 0 0,-13-4-1 0 0,19 4-78 0 0,0-1 0 0 0,0 1 0 0 0,1-1 0 0 0,-1 1 0 0 0,0-1 0 0 0,1 0 0 0 0,-1 1 0 0 0,0-1 0 0 0,1 0 0 0 0,-1 0 0 0 0,1 0 0 0 0,0 0 0 0 0,-1-1 0 0 0,1 1 0 0 0,0 0 0 0 0,-1 0 0 0 0,1-1 0 0 0,0 1 0 0 0,0-1 0 0 0,0 1 0 0 0,0-1 0 0 0,1 0 0 0 0,-1 1 0 0 0,0-1 0 0 0,1 0 0 0 0,-1 1 0 0 0,1-1 0 0 0,-1 0-1 0 0,1-3 1 0 0,1-4-5562 0 0,4 0-1899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32.8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23 9671 0 0,'3'-3'336'0'0,"0"1"-1"0"0,1 0 1 0 0,-1 0 0 0 0,1 0-1 0 0,0 0 1 0 0,0 0-1 0 0,0 1 1 0 0,0-1-1 0 0,0 1 1 0 0,0 0 0 0 0,0 1-1 0 0,0-1 1 0 0,4 0-1 0 0,4 1 771 0 0,-1-1 0 0 0,0 1 0 0 0,20 3 0 0 0,-18 0-927 0 0,0 0 1 0 0,0 1 0 0 0,-1 0 0 0 0,1 1 0 0 0,-1 0-1 0 0,0 1 1 0 0,0 1 0 0 0,-1 0 0 0 0,0 0 0 0 0,0 1 0 0 0,0 0-1 0 0,-1 1 1 0 0,-1 0 0 0 0,1 1 0 0 0,-2 0 0 0 0,1 0-1 0 0,-1 1 1 0 0,-1 0 0 0 0,8 15 0 0 0,-8-12 55 0 0,0 1 0 0 0,-1 0 0 0 0,0 1 0 0 0,-1-1 0 0 0,-1 1 0 0 0,-1 0 0 0 0,0 1 0 0 0,1 21 0 0 0,-4-23-147 0 0,0 0 0 0 0,-1 0 0 0 0,-1 1 0 0 0,0-1-1 0 0,-6 21 1 0 0,-1-9-114 0 0,-1-1-1 0 0,-1 1 1 0 0,-1-2-1 0 0,-1 0 0 0 0,-2 0 1 0 0,0-1-1 0 0,-1-1 1 0 0,-2-1-1 0 0,-33 34 1 0 0,34-38-1794 0 0,1-1-6423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33.3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49 12895 0 0,'-2'0'80'0'0,"1"-1"84"0"0,-1-1 0 0 0,1 1 0 0 0,-1 0 0 0 0,1 0 1 0 0,-1 0-1 0 0,1-1 0 0 0,0 1 0 0 0,0-1 0 0 0,-1-1 0 0 0,1 3-109 0 0,1 0-1 0 0,0-1 1 0 0,0 1-1 0 0,0 0 1 0 0,0-1-1 0 0,0 1 1 0 0,0 0-1 0 0,0 0 1 0 0,0-1-1 0 0,0 1 1 0 0,0 0-1 0 0,0 0 1 0 0,0-1-1 0 0,0 1 1 0 0,1 0-1 0 0,-1-1 1 0 0,0 1-1 0 0,0 0 1 0 0,0 0-1 0 0,0 0 1 0 0,0-1-1 0 0,0 1 1 0 0,1 0-1 0 0,-1-1 1 0 0,12-6 1993 0 0,-3 4-853 0 0,1 0-1 0 0,19-3 1 0 0,47-1-206 0 0,-70 6-879 0 0,30 3-41 0 0,-34-2-69 0 0,-1 0-1 0 0,1 0 1 0 0,0 1 0 0 0,0-1 0 0 0,-1 1 0 0 0,1-1-1 0 0,0 1 1 0 0,-1 0 0 0 0,1-1 0 0 0,-1 1 0 0 0,1 0-1 0 0,-1 0 1 0 0,1 0 0 0 0,-1 0 0 0 0,1 1 0 0 0,-1-1-1 0 0,2 2 1 0 0,-3-2 0 0 0,0 0 0 0 0,1 0 1 0 0,-1 0-1 0 0,0 0 0 0 0,0 0 0 0 0,0 0 0 0 0,0 0 0 0 0,0 0 1 0 0,0 1-1 0 0,-1-1 0 0 0,1 0 0 0 0,0 0 0 0 0,0-1 0 0 0,-1 1 0 0 0,1 0 1 0 0,-1 0-1 0 0,1 0 0 0 0,-1 0 0 0 0,1 0 0 0 0,-1 0 0 0 0,1 0 0 0 0,-1-1 1 0 0,0 1-1 0 0,1 0 0 0 0,-1 0 0 0 0,0-1 0 0 0,0 1 0 0 0,0-1 1 0 0,0 2-1 0 0,-28 17-115 0 0,28-18 104 0 0,-23 12-119 0 0,14-8 89 0 0,0 1 0 0 0,1-1 0 0 0,-1 2 0 0 0,-13 11 0 0 0,23-18 42 0 0,-1 1 0 0 0,1-1 0 0 0,0 0 0 0 0,-1 0 0 0 0,1 0 0 0 0,0 1 0 0 0,-1-1 0 0 0,1 0 0 0 0,0 1 0 0 0,0-1 0 0 0,-1 0 0 0 0,1 0 0 0 0,0 1 0 0 0,0-1 0 0 0,0 0 0 0 0,0 1-1 0 0,-1-1 1 0 0,1 1 0 0 0,0-1 0 0 0,0 0 0 0 0,0 1 0 0 0,0-1 0 0 0,0 0 0 0 0,0 1 0 0 0,0-1 0 0 0,0 1 0 0 0,0-1 0 0 0,0 0 0 0 0,0 1 0 0 0,0-1 0 0 0,0 0 0 0 0,0 1 0 0 0,1-1 0 0 0,-1 1 0 0 0,1 0 7 0 0,-1-1 1 0 0,1 1 0 0 0,0-1 0 0 0,0 0-1 0 0,0 1 1 0 0,0-1 0 0 0,0 1-1 0 0,0-1 1 0 0,-1 0 0 0 0,1 0-1 0 0,0 0 1 0 0,0 0 0 0 0,1 1-1 0 0,32-3 213 0 0,-14-2-133 0 0,-1 0-1 0 0,1-2 1 0 0,31-13-1 0 0,18-14-3058 0 0,-53 25-4312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33.6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22 8751 0 0,'10'-6'544'0'0,"-7"4"-383"0"0,0 0 0 0 0,0 1 0 0 0,0-1 1 0 0,0 1-1 0 0,0-1 0 0 0,1 1 1 0 0,-1 0-1 0 0,0 0 0 0 0,1 0 0 0 0,-1 0 1 0 0,7 0-1 0 0,11 1 1380 0 0,1 1 0 0 0,-1 1 1 0 0,0 1-1 0 0,-1 1 0 0 0,25 7 0 0 0,-37-9-1247 0 0,0 1 0 0 0,0 1 0 0 0,-1 0 0 0 0,1 0 0 0 0,-1 0 0 0 0,13 11-1 0 0,-16-12-219 0 0,0 1 0 0 0,0 0-1 0 0,-1 0 1 0 0,0 0 0 0 0,1 1-1 0 0,-2-1 1 0 0,1 1-1 0 0,0 0 1 0 0,-1 0 0 0 0,0 0-1 0 0,3 10 1 0 0,-4-9-66 0 0,0 1 1 0 0,0-1-1 0 0,0 1 0 0 0,-1-1 1 0 0,0 1-1 0 0,-1 0 0 0 0,0-1 1 0 0,0 1-1 0 0,0-1 1 0 0,0 0-1 0 0,-1 1 0 0 0,0-1 1 0 0,-1 0-1 0 0,1 0 0 0 0,-1 0 1 0 0,0 0-1 0 0,-6 7 0 0 0,-6 8 27 0 0,-2-1 0 0 0,0 0-1 0 0,-20 18 1 0 0,22-24-31 0 0,4-3-2 0 0,-22 24 20 0 0,29-32-18 0 0,1 1-1 0 0,0 0 1 0 0,1 0 0 0 0,-1 0-1 0 0,1 1 1 0 0,-1-1 0 0 0,-1 6-1 0 0,4-10-2 0 0,0 1 0 0 0,0-1 0 0 0,0 1-1 0 0,-1 0 1 0 0,1-1 0 0 0,0 1-1 0 0,0 0 1 0 0,0-1 0 0 0,0 1-1 0 0,0 0 1 0 0,0-1 0 0 0,0 1-1 0 0,0 0 1 0 0,1-1 0 0 0,-1 1 0 0 0,0 0-1 0 0,0-1 1 0 0,0 1 0 0 0,1 0-1 0 0,-1-1 1 0 0,0 1 0 0 0,1-1-1 0 0,-1 1 1 0 0,0 0 0 0 0,1-1 0 0 0,-1 1-1 0 0,1-1 1 0 0,0 1 0 0 0,1 0 2 0 0,-1 0 0 0 0,1 0 0 0 0,-1-1 0 0 0,1 1 1 0 0,0-1-1 0 0,-1 1 0 0 0,1-1 0 0 0,0 1 0 0 0,0-1 1 0 0,3 0-1 0 0,4 0 4 0 0,0 0 1 0 0,0-1-1 0 0,10-2 1 0 0,3-2-496 0 0,0-1 1 0 0,-1 0 0 0 0,1-2 0 0 0,-1 0-1 0 0,37-22 1 0 0,-44 20-488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34.1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67 3223 0 0,'1'-3'226'0'0,"0"1"0"0"0,0-1 0 0 0,1 1 0 0 0,-1 0 0 0 0,0 0 0 0 0,1-1 0 0 0,0 1 0 0 0,0 0 0 0 0,-1 1 0 0 0,1-1 0 0 0,0 0 0 0 0,1 0 0 0 0,-1 1 0 0 0,0-1 0 0 0,0 1 0 0 0,1 0-1 0 0,-1 0 1 0 0,1 0 0 0 0,-1 0 0 0 0,1 0 0 0 0,-1 0 0 0 0,1 1 0 0 0,2-1 0 0 0,4-1 514 0 0,-1 0 0 0 0,1 1 0 0 0,-1 0 0 0 0,1 1 0 0 0,-1 0 0 0 0,1 0 0 0 0,0 1 0 0 0,-1 0 0 0 0,1 1 0 0 0,-1-1 0 0 0,1 2 1 0 0,-1-1-1 0 0,0 1 0 0 0,0 0 0 0 0,14 9 0 0 0,-15-8-597 0 0,0 0 1 0 0,-1 1-1 0 0,0 0 1 0 0,1 0-1 0 0,-2 1 1 0 0,1-1-1 0 0,-1 1 1 0 0,1 1-1 0 0,-2-1 1 0 0,1 1-1 0 0,-1-1 1 0 0,0 2-1 0 0,0-1 1 0 0,-1 0-1 0 0,0 1 1 0 0,0-1-1 0 0,2 10 1 0 0,-5-12-130 0 0,1 0 0 0 0,-1 1 0 0 0,0-1 0 0 0,0 0 0 0 0,0 0 0 0 0,-1 0 1 0 0,0 1-1 0 0,0-1 0 0 0,0 0 0 0 0,0 0 0 0 0,-1 0 0 0 0,0-1 0 0 0,0 1 0 0 0,0 0 0 0 0,-1-1 1 0 0,-3 6-1 0 0,-6 6 55 0 0,0-1 1 0 0,-27 26 0 0 0,38-39-65 0 0,-19 16 70 0 0,30-28-75 0 0,1 0 0 0 0,17-12 0 0 0,1 0 0 0 0,7-9-34 0 0,42-46 1 0 0,-67 64 17 0 0,0 0 1 0 0,-1-1-1 0 0,0 0 0 0 0,-1-1 1 0 0,-1 0-1 0 0,0 0 1 0 0,6-19-1 0 0,-13 31 16 0 0,0-1 0 0 0,0 1 0 0 0,0 0 0 0 0,0 0 0 0 0,-1-1 0 0 0,1 1 0 0 0,-1 0 0 0 0,0-1 0 0 0,0 1 0 0 0,-1-7 0 0 0,1 10 0 0 0,0 0 0 0 0,0 0 0 0 0,0 0 0 0 0,0-1 0 0 0,-1 1 0 0 0,1 0 0 0 0,0 0 0 0 0,0 0 0 0 0,0-1 0 0 0,0 1 0 0 0,-1 0 0 0 0,1 0 0 0 0,0 0 0 0 0,0 0 0 0 0,0-1 0 0 0,-1 1 0 0 0,1 0 0 0 0,0 0 0 0 0,0 0 0 0 0,0 0 0 0 0,-1 0 0 0 0,1 0 0 0 0,0 0 0 0 0,0 0 0 0 0,-1 0 0 0 0,1 0 0 0 0,0 0 0 0 0,0 0 0 0 0,-1 0 0 0 0,1 0 0 0 0,0 0 0 0 0,-1 0 0 0 0,-9 4 0 0 0,-6 10 0 0 0,16-14 0 0 0,-7 8 0 0 0,0 1 0 0 0,0-1 0 0 0,1 1 0 0 0,0 1 0 0 0,1-1 0 0 0,0 1 0 0 0,1 0 0 0 0,-5 13 0 0 0,4-8 0 0 0,1-1 0 0 0,1 1 0 0 0,0 0 0 0 0,1 0 0 0 0,0 21 0 0 0,2-31 0 0 0,1 1 0 0 0,-1-1 0 0 0,1 1 0 0 0,0-1 0 0 0,0 1 0 0 0,0-1 0 0 0,5 10 0 0 0,-5-12 0 0 0,0-1 0 0 0,0 0 0 0 0,1 1 0 0 0,-1-1 0 0 0,1 0 0 0 0,0 0 0 0 0,0 0 0 0 0,0 0 0 0 0,0 0 0 0 0,0 0 0 0 0,0 0 0 0 0,0-1 0 0 0,0 1 0 0 0,1-1 0 0 0,-1 0 0 0 0,1 1 0 0 0,3 0 0 0 0,3 0-84 0 0,-1 0-1 0 0,1-1 1 0 0,0 0-1 0 0,-1 0 1 0 0,1-1 0 0 0,0 0-1 0 0,-1-1 1 0 0,1 0-1 0 0,0 0 1 0 0,-1-1-1 0 0,1 0 1 0 0,-1 0 0 0 0,0-1-1 0 0,0 0 1 0 0,0-1-1 0 0,0 0 1 0 0,0 0 0 0 0,-1 0-1 0 0,0-1 1 0 0,0 0-1 0 0,7-7 1 0 0,-4 0-571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34.3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40 7367 0 0,'-4'0'245'0'0,"-8"4"390"0"0,37 2 3839 0 0,7-6-1483 0 0,0 0 0 0 0,39-6 1 0 0,62-17-1670 0 0,-36 6-1393 0 0,-71 13-340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34.4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26 11975 0 0,'3'-2'437'0'0,"0"0"-1"0"0,1 0 0 0 0,-1 0 1 0 0,1 0-1 0 0,0 1 0 0 0,-1 0 0 0 0,1-1 1 0 0,0 1-1 0 0,0 1 0 0 0,0-1 1 0 0,0 0-1 0 0,4 1 0 0 0,101-7 4787 0 0,-72 6-6424 0 0,-1 1-3975 0 0,-22 0-1902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34.9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51 10591 0 0,'2'-3'161'0'0,"1"0"0"0"0,-1 0 0 0 0,1 1 0 0 0,0-1-1 0 0,0 1 1 0 0,0 0 0 0 0,0 0 0 0 0,1 0 0 0 0,-1 0 0 0 0,1 0-1 0 0,6-2 1 0 0,2 1 354 0 0,1-1 0 0 0,15 0 0 0 0,-19 2-271 0 0,11-1 1056 0 0,0 1 0 0 0,0 0 1 0 0,0 2-1 0 0,29 2 0 0 0,-42-1-969 0 0,0 0-1 0 0,0 1 1 0 0,0-1-1 0 0,0 2 1 0 0,0-1-1 0 0,12 7 1 0 0,-15-7-278 0 0,0 1 1 0 0,-1-1-1 0 0,1 1 1 0 0,-1 0-1 0 0,0 0 1 0 0,1 0-1 0 0,-1 1 1 0 0,-1-1-1 0 0,1 1 1 0 0,0 0-1 0 0,-1-1 1 0 0,3 6-1 0 0,-4-7-35 0 0,0 1 0 0 0,0-1-1 0 0,0 1 1 0 0,-1-1-1 0 0,1 0 1 0 0,-1 1-1 0 0,1-1 1 0 0,-1 1 0 0 0,0 0-1 0 0,0-1 1 0 0,0 1-1 0 0,0-1 1 0 0,0 1-1 0 0,-1-1 1 0 0,1 1 0 0 0,-2 3-1 0 0,1-3-6 0 0,-1 0-1 0 0,0 1 1 0 0,1-1-1 0 0,-1 0 1 0 0,-1 0-1 0 0,1 0 1 0 0,0 0-1 0 0,-1 0 1 0 0,0-1-1 0 0,-2 3 1 0 0,-7 4-21 0 0,-1 0 0 0 0,0-2-1 0 0,0 0 1 0 0,-19 8 0 0 0,25-12 1 0 0,18-5 16 0 0,-1 1-1 0 0,1 0 0 0 0,-1 1 1 0 0,15 0-1 0 0,-5 1 5 0 0,0 1-1 0 0,30 6 1 0 0,-37-5 31 0 0,0 1-1 0 0,-1 1 1 0 0,0 0 0 0 0,15 8-1 0 0,-23-10-25 0 0,0-1-1 0 0,0 1 1 0 0,0-1-1 0 0,-1 1 1 0 0,1 0-1 0 0,-1 0 1 0 0,1 1-1 0 0,-1-1 1 0 0,0 1-1 0 0,0 0 1 0 0,-1 0-1 0 0,1 0 1 0 0,-1 0-1 0 0,0 0 1 0 0,2 6-1 0 0,-3-8 0 0 0,-1 0 0 0 0,1 0 0 0 0,-1 0 0 0 0,0 0 0 0 0,0 0-1 0 0,0 0 1 0 0,0 0 0 0 0,0 0 0 0 0,0 0 0 0 0,0 0 0 0 0,-1 0 0 0 0,1 0 0 0 0,-1 0 0 0 0,0 0-1 0 0,1 0 1 0 0,-2 2 0 0 0,0-1 8 0 0,0 0 1 0 0,0 0-1 0 0,-1 0 0 0 0,1-1 0 0 0,-1 1 1 0 0,1-1-1 0 0,-1 1 0 0 0,-5 2 0 0 0,-2 1 39 0 0,0 0-1 0 0,-1-1 0 0 0,0 0 0 0 0,-17 5 0 0 0,-6 0 196 0 0,-66 9-1 0 0,-37-4-625 0 0,113-13 142 0 0,-4 1-178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35.7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1 303 11055 0 0,'1'1'340'0'0,"1"0"0"0"0,-1 0-1 0 0,0 0 1 0 0,0 0 0 0 0,1 0-1 0 0,-1 0 1 0 0,0 1 0 0 0,0-1-1 0 0,1 2 1 0 0,6 5 697 0 0,0-2-413 0 0,0 0 1 0 0,0-1 0 0 0,1 0 0 0 0,0 0 0 0 0,0-1 0 0 0,0 0-1 0 0,18 4 1 0 0,-14-5-345 0 0,0 0 0 0 0,0-1 0 0 0,0-1 0 0 0,0 0 0 0 0,23-2 0 0 0,-23 0-245 0 0,0-1 0 0 0,0 0 0 0 0,0-1 0 0 0,-1 0 0 0 0,1-1 0 0 0,-1-1 0 0 0,0 0 0 0 0,0 0 1 0 0,0-1-1 0 0,-1-1 0 0 0,1 0 0 0 0,-2 0 0 0 0,14-12 0 0 0,-17 12-12 0 0,-1-1 0 0 0,0 1 0 0 0,0-1 0 0 0,0 0 0 0 0,-1-1 0 0 0,0 1 0 0 0,-1-1 0 0 0,0 0 0 0 0,0 0 0 0 0,-1-1 0 0 0,0 1 0 0 0,-1-1 0 0 0,2-12 0 0 0,-3 16-8 0 0,-1 0 1 0 0,1 0-1 0 0,-1-1 0 0 0,0 1 0 0 0,-1 0 0 0 0,1-1 1 0 0,-1 1-1 0 0,-1 0 0 0 0,1 0 0 0 0,-1 0 1 0 0,0 0-1 0 0,0 0 0 0 0,-1 0 0 0 0,0 1 1 0 0,0-1-1 0 0,0 1 0 0 0,0-1 0 0 0,-1 1 0 0 0,0 0 1 0 0,0 1-1 0 0,-8-8 0 0 0,7 8-7 0 0,0 1 1 0 0,0-1-1 0 0,0 1 0 0 0,-1 0 1 0 0,1 0-1 0 0,-1 0 0 0 0,0 1 1 0 0,0 0-1 0 0,-12-3 0 0 0,16 5-6 0 0,-1-1-1 0 0,0 1 1 0 0,1 0 0 0 0,-1 0-1 0 0,1 0 1 0 0,-1 1-1 0 0,1-1 1 0 0,-1 1-1 0 0,1-1 1 0 0,-1 1-1 0 0,1 0 1 0 0,-1 0-1 0 0,1 0 1 0 0,0 0-1 0 0,-1 0 1 0 0,1 0-1 0 0,0 1 1 0 0,0-1-1 0 0,0 1 1 0 0,0 0-1 0 0,0-1 1 0 0,1 1-1 0 0,-1 0 1 0 0,0 0-1 0 0,1 0 1 0 0,-3 5-1 0 0,0 0-1 0 0,1 0 0 0 0,0 0 0 0 0,1 0 0 0 0,-1 1 0 0 0,1-1 0 0 0,1 1 0 0 0,0 0 0 0 0,0-1 0 0 0,0 1 0 0 0,1 0 0 0 0,0 0 0 0 0,0-1 0 0 0,3 15 0 0 0,1-2 0 0 0,1 0 0 0 0,1 0 0 0 0,16 38 0 0 0,10 7 45 0 0,49 74 0 0 0,8 13 274 0 0,-57-93-167 0 0,21 43 23 0 0,-46-84-167 0 0,0-1 0 0 0,-1 1 0 0 0,8 36 0 0 0,-14-53-6 0 0,0 0 1 0 0,1 0-1 0 0,-1-1 0 0 0,0 1 0 0 0,0 0 0 0 0,0 0 1 0 0,0 0-1 0 0,0-1 0 0 0,0 1 0 0 0,0 0 0 0 0,0 0 1 0 0,0 0-1 0 0,-1-1 0 0 0,1 1 0 0 0,0 0 0 0 0,0 0 1 0 0,-1-1-1 0 0,1 1 0 0 0,0 0 0 0 0,-1 0 0 0 0,0 1 1 0 0,0-2-99 0 0,0 0 1 0 0,1 0 0 0 0,-1 0-1 0 0,0 0 1 0 0,1 0-1 0 0,-1 0 1 0 0,0 0 0 0 0,0 0-1 0 0,1 0 1 0 0,-1 0-1 0 0,0 0 1 0 0,1 0 0 0 0,-1 0-1 0 0,0 0 1 0 0,1-1 0 0 0,-1 1-1 0 0,0 0 1 0 0,1-1-1 0 0,-1 1 1 0 0,0 0 0 0 0,1-1-1 0 0,-1 1 1 0 0,1-1 0 0 0,-2 0-1 0 0,-8-7-7784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35.9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0 136 7367 0 0,'0'-1'132'0'0,"0"0"-1"0"0,0 0 1 0 0,0-1-1 0 0,0 1 0 0 0,1 0 1 0 0,-1 0-1 0 0,0 0 1 0 0,1-1-1 0 0,-1 1 1 0 0,0 0-1 0 0,1 0 0 0 0,0 0 1 0 0,-1 0-1 0 0,1 0 1 0 0,-1 0-1 0 0,1 0 0 0 0,0 0 1 0 0,1-1-1 0 0,1 0 493 0 0,-1 0 0 0 0,1 1 0 0 0,0-1 1 0 0,0 1-1 0 0,5-3 0 0 0,70-26 5017 0 0,72-31-6096 0 0,-128 50-6301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36.2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46 7367 0 0,'-2'-8'548'0'0,"-5"-17"-8"0"0,7 24-107 0 0,2-10 8778 0 0,1 27-5792 0 0,5 37-2381 0 0,-3-11-755 0 0,16 56 1 0 0,-21-95-280 0 0,1-1-1 0 0,0 0 1 0 0,0 1 0 0 0,0-1-1 0 0,0 0 1 0 0,0 0 0 0 0,1 0-1 0 0,-1 0 1 0 0,1 0 0 0 0,-1 0-1 0 0,1 0 1 0 0,0 0-1 0 0,2 1 1 0 0,-4-2-3 0 0,1-1 0 0 0,0 0 0 0 0,0 1 0 0 0,0-1 0 0 0,0 0 0 0 0,0 1-1 0 0,-1-1 1 0 0,1 0 0 0 0,0 0 0 0 0,0 0 0 0 0,0 0 0 0 0,0 0 0 0 0,0 0 0 0 0,0 0 0 0 0,0 0-1 0 0,0 0 1 0 0,0 0 0 0 0,0 0 0 0 0,0 0 0 0 0,0-1 0 0 0,-1 1 0 0 0,1 0 0 0 0,0-1 0 0 0,0 1-1 0 0,0-1 1 0 0,0 1 0 0 0,-1-1 0 0 0,1 1 0 0 0,0-1 0 0 0,-1 0 0 0 0,1 1 0 0 0,0-1 0 0 0,-1 0-1 0 0,1 0 1 0 0,-1 1 0 0 0,2-2 0 0 0,7-13-163 0 0,0 0-1 0 0,-1 0 1 0 0,0-1 0 0 0,-1 0-1 0 0,-1 0 1 0 0,0 0-1 0 0,-1-1 1 0 0,-1 0 0 0 0,3-25-1 0 0,-14 154 1627 0 0,7-107-1488 0 0,-3 68 736 0 0,3-62-1027 0 0,1-1 1 0 0,0 1-1 0 0,0-1 0 0 0,6 19 1 0 0,-2-17-7593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36.5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88 19 13823 0 0,'0'-2'134'0'0,"0"1"-10"0"0,0 0 0 0 0,0-1-1 0 0,0 1 1 0 0,0-1 0 0 0,0 1 0 0 0,0 0 0 0 0,-1-1 0 0 0,1 1 0 0 0,-1 0-1 0 0,0-3 1 0 0,-1 6 110 0 0,1 0 0 0 0,-1 0-1 0 0,1 0 1 0 0,0 0-1 0 0,-1 1 1 0 0,1-1 0 0 0,-1 5-1 0 0,0-3 20 0 0,-8 19 797 0 0,0 0 0 0 0,2 0 0 0 0,-9 46 0 0 0,-4 76 75 0 0,16-32-658 0 0,6-102-437 0 0,0 1 0 0 0,0 0 0 0 0,1-1 0 0 0,0 0 0 0 0,1 1 1 0 0,0-1-1 0 0,8 17 0 0 0,-8-22-14 0 0,1-1-1 0 0,-1 1 1 0 0,1-1 0 0 0,1 0 0 0 0,-1 0 0 0 0,1 0 0 0 0,-1-1-1 0 0,2 0 1 0 0,-1 0 0 0 0,0 0 0 0 0,1 0 0 0 0,9 4 0 0 0,-11-6-978 0 0,0 0-1 0 0,1-1 1 0 0,-1 0 0 0 0,1 1 0 0 0,0-1 0 0 0,6 0 0 0 0,2-1-6320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37.0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0 136 4607 0 0,'5'-8'638'0'0,"0"0"0"0"0,0 1 0 0 0,1 0-1 0 0,0 0 1 0 0,0 1 0 0 0,0 0 0 0 0,1 0-1 0 0,8-6 1 0 0,-9 7-151 0 0,2-1 501 0 0,0 0 0 0 0,0 0 0 0 0,0 1 1 0 0,1 0-1 0 0,0 0 0 0 0,0 1 0 0 0,19-6 0 0 0,-25 9-832 0 0,0 0 0 0 0,0 0 1 0 0,1 1-1 0 0,-1-1 0 0 0,0 1 0 0 0,1 0 0 0 0,-1 0 0 0 0,0 0 0 0 0,1 1 0 0 0,-1-1 0 0 0,0 1 0 0 0,0 0 0 0 0,0 0 1 0 0,1 0-1 0 0,-1 0 0 0 0,0 0 0 0 0,0 1 0 0 0,0-1 0 0 0,0 1 0 0 0,-1 0 0 0 0,1 0 0 0 0,0 0 0 0 0,-1 0 0 0 0,0 0 1 0 0,1 1-1 0 0,-1-1 0 0 0,3 5 0 0 0,-1-1-138 0 0,-1-1 0 0 0,0 0 0 0 0,0 1 0 0 0,-1-1 0 0 0,0 1 0 0 0,0 0-1 0 0,0 0 1 0 0,0 0 0 0 0,-1 0 0 0 0,0 0 0 0 0,0 0 0 0 0,-1 0 0 0 0,0 0 0 0 0,0 0 0 0 0,0 0 0 0 0,-1 1 0 0 0,-1 5 0 0 0,-3 8 63 0 0,-1-1-1 0 0,-1 1 1 0 0,-15 31 0 0 0,7-19-54 0 0,15-25-27 0 0,6-11 0 0 0,10-11 0 0 0,-15 14 0 0 0,13-13-21 0 0,-1-1 1 0 0,-1 0-1 0 0,0-2 0 0 0,-1 1 1 0 0,16-34-1 0 0,-16 24-10 0 0,-1 1 0 0 0,-1-2 0 0 0,9-44 0 0 0,-17 59 31 0 0,-5 17 0 0 0,-6 19 0 0 0,9-22 0 0 0,-4 10 1 0 0,-9 22-2 0 0,-13 51 0 0 0,25-76 2 0 0,0 1 0 0 0,0 0 0 0 0,1 0 0 0 0,0 0 0 0 0,1 1 0 0 0,0-1 1 0 0,0 0-1 0 0,1 0 0 0 0,1 0 0 0 0,2 11 0 0 0,-3-19 2 0 0,0 1 0 0 0,-1-1 0 0 0,1 0 0 0 0,0 0 1 0 0,0-1-1 0 0,0 1 0 0 0,1 0 0 0 0,-1 0 0 0 0,0 0 0 0 0,1-1 0 0 0,-1 1 1 0 0,1-1-1 0 0,0 1 0 0 0,-1-1 0 0 0,1 1 0 0 0,3 1 0 0 0,-2-2 7 0 0,0 0 0 0 0,1 0 0 0 0,-1 0-1 0 0,0 0 1 0 0,0 0 0 0 0,1-1-1 0 0,-1 1 1 0 0,0-1 0 0 0,7 0-1 0 0,0-1 11 0 0,0 0-1 0 0,-1-1 0 0 0,0 0 0 0 0,1-1 1 0 0,-1 0-1 0 0,14-7 0 0 0,6-6-1663 0 0,-24 13 367 0 0,0 0 0 0 0,-1-1 0 0 0,7-7 0 0 0,-4 3-6067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37.2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51 7831 0 0,'-6'3'72'0'0,"-8"5"1247"0"0,14-7-1291 0 0,-1-1 1 0 0,1 0 0 0 0,0 0 0 0 0,0 0 0 0 0,0 0 0 0 0,0 0 0 0 0,0 0 0 0 0,0 0-1 0 0,0 1 1 0 0,0-1 0 0 0,0 0 0 0 0,0 0 0 0 0,0 0 0 0 0,0 0 0 0 0,0 0-1 0 0,0 0 1 0 0,0 0 0 0 0,0 1 0 0 0,0-1 0 0 0,0 0 0 0 0,0 0 0 0 0,0 0-1 0 0,0 0 1 0 0,0 0 0 0 0,0 0 0 0 0,0 0 0 0 0,1 0 0 0 0,-1 1 0 0 0,0-1 0 0 0,0 0-1 0 0,0 0 1 0 0,0 0 0 0 0,0 0 0 0 0,0 0 0 0 0,0 0 0 0 0,0 0 0 0 0,0 0-1 0 0,0 0 1 0 0,0 0 0 0 0,1 0 0 0 0,10 4 1440 0 0,-2-3-457 0 0,0 0 1 0 0,-1-1-1 0 0,1 0 1 0 0,0-1-1 0 0,0 1 1 0 0,0-2-1 0 0,14-3 1 0 0,-2-1-680 0 0,0-1 1 0 0,20-10 0 0 0,1-5-2360 0 0,-20 10-4820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37.3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 5063 0 0,'1'-1'122'0'0,"0"0"0"0"0,0 1 0 0 0,0 0-1 0 0,0-1 1 0 0,0 1 0 0 0,1-1 0 0 0,-1 1-1 0 0,0 0 1 0 0,0 0 0 0 0,0 0 0 0 0,1 0-1 0 0,-1 0 1 0 0,0 0 0 0 0,0 0-1 0 0,1 0 1 0 0,-1 0 0 0 0,0 1 0 0 0,0-1-1 0 0,0 0 1 0 0,3 2 0 0 0,26 10 3192 0 0,-28-11-3050 0 0,12 6 939 0 0,0 1 0 0 0,-1 0 0 0 0,-1 1 1 0 0,1 0-1 0 0,-2 1 0 0 0,1 0 0 0 0,17 21 0 0 0,-17-16-695 0 0,-1 0-1 0 0,0 1 0 0 0,-1 1 1 0 0,-1 0-1 0 0,13 32 0 0 0,-15-28-482 0 0,0 1 0 0 0,-2-1 0 0 0,0 1 0 0 0,-2 0 0 0 0,0 0 0 0 0,-1 0 0 0 0,-1 1 0 0 0,-2-1 0 0 0,0 0 0 0 0,-1 0 0 0 0,-8 33 0 0 0,-1-13-695 0 0,-2 0 1 0 0,-21 46-1 0 0,18-53-7281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38.4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63 8751 0 0,'0'0'84'0'0,"-1"-1"0"0"0,1 1 1 0 0,0-1-1 0 0,0 1 0 0 0,0-1 0 0 0,0 1 0 0 0,0-1 0 0 0,0 1 0 0 0,1-1 0 0 0,-1 1 0 0 0,0-1 0 0 0,0 1 0 0 0,0-1 0 0 0,0 1 0 0 0,1-1 0 0 0,-1 1 0 0 0,0 0 0 0 0,0-1 0 0 0,1 1 0 0 0,-1-1 0 0 0,0 1 0 0 0,1 0 0 0 0,-1-1 0 0 0,0 1 0 0 0,1 0 1 0 0,-1-1-1 0 0,0 1 0 0 0,2-1 0 0 0,14-9 2150 0 0,-12 8-1240 0 0,4-3-75 0 0,1 1 1 0 0,0 0-1 0 0,0 1 1 0 0,0 0-1 0 0,15-3 1 0 0,48-4 1094 0 0,-28 7-1664 0 0,-42 3-355 0 0,1 0 0 0 0,0 0 0 0 0,0 1 0 0 0,0-1 0 0 0,0 1 0 0 0,0-1 0 0 0,0 1 0 0 0,0 0 0 0 0,0 0 0 0 0,-1 1 0 0 0,6 2 0 0 0,-7-4-73 0 0,-1 1 0 0 0,1-1 0 0 0,-1 1 0 0 0,0-1 0 0 0,1 1 1 0 0,-1 0-1 0 0,0-1 0 0 0,1 1 0 0 0,-1-1 0 0 0,0 1 0 0 0,0 0 0 0 0,0-1 0 0 0,0 1 0 0 0,1 0 1 0 0,-1-1-1 0 0,0 1 0 0 0,0 0 0 0 0,0-1 0 0 0,0 1 0 0 0,0 0 0 0 0,-1-1 0 0 0,1 1 0 0 0,0 0 1 0 0,0-1-1 0 0,0 1 0 0 0,0 0 0 0 0,-1-1 0 0 0,1 1 0 0 0,0-1 0 0 0,-1 1 0 0 0,1-1 0 0 0,0 1 1 0 0,-1 0-1 0 0,1-1 0 0 0,-1 1 0 0 0,0 0 0 0 0,-21 19-3613 0 0,20-18 3024 0 0,-32 22-4572 0 0,20-14 2317 0 0,-19 15-1 0 0,29-21 2777 0 0,1-1-1 0 0,-1 1 1 0 0,1 0-1 0 0,0-1 0 0 0,0 1 1 0 0,1 1-1 0 0,-1-1 1 0 0,1 0-1 0 0,-3 8 1 0 0,4-11 325 0 0,1 0 0 0 0,0 0 1 0 0,-1-1-1 0 0,1 1 0 0 0,0 0 1 0 0,0 0-1 0 0,0 0 0 0 0,0-1 0 0 0,0 1 1 0 0,0 0-1 0 0,0 0 0 0 0,0 0 1 0 0,0-1-1 0 0,0 1 0 0 0,1 0 0 0 0,-1 0 1 0 0,0 0-1 0 0,0-1 0 0 0,1 1 1 0 0,-1 0-1 0 0,0-1 0 0 0,1 1 0 0 0,-1 0 1 0 0,1 0-1 0 0,0 0 0 0 0,0 0 203 0 0,1 0-1 0 0,-1 0 0 0 0,1 0 1 0 0,-1 0-1 0 0,1 0 0 0 0,0-1 1 0 0,-1 1-1 0 0,1 0 1 0 0,0-1-1 0 0,-1 1 0 0 0,3-1 1 0 0,5 2 1080 0 0,1-2 0 0 0,-1 1 0 0 0,13-2 1 0 0,-20 1-1365 0 0,16-2 931 0 0,0 0 0 0 0,0-1 0 0 0,20-7-1 0 0,22-9-1915 0 0,-58 18 732 0 0,16-4-7225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38.7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23 7831 0 0,'10'-6'450'0'0,"-7"4"-184"0"0,-1 0 0 0 0,1 0 1 0 0,0 1-1 0 0,0-1 0 0 0,0 1 0 0 0,0 0 1 0 0,0 0-1 0 0,0 0 0 0 0,0 0 0 0 0,0 0 1 0 0,0 1-1 0 0,6-1 0 0 0,-8 1-72 0 0,28 0 2861 0 0,0 1 0 0 0,43 7 1 0 0,-65-7-2909 0 0,1 1 0 0 0,0 0 0 0 0,-1 0 1 0 0,1 0-1 0 0,-1 1 0 0 0,0 1 0 0 0,0-1 0 0 0,0 1 1 0 0,-1 0-1 0 0,1 1 0 0 0,-1-1 0 0 0,0 1 0 0 0,0 1 1 0 0,8 8-1 0 0,-12-10-136 0 0,1 0 0 0 0,-1 0 0 0 0,0 0 0 0 0,0 0 1 0 0,0 0-1 0 0,-1 0 0 0 0,0 1 0 0 0,1-1 0 0 0,-2 1 0 0 0,1-1 0 0 0,0 1 1 0 0,-1-1-1 0 0,0 1 0 0 0,0-1 0 0 0,0 1 0 0 0,0-1 0 0 0,-1 1 1 0 0,0-1-1 0 0,0 1 0 0 0,0-1 0 0 0,-3 8 0 0 0,-4 6-7 0 0,-1 1 0 0 0,0-2-1 0 0,-18 27 1 0 0,20-33 1 0 0,-10 14 4 0 0,11-17-2 0 0,0 0 0 0 0,1 0 0 0 0,0 1 0 0 0,0 0 0 0 0,1 0-1 0 0,0 0 1 0 0,-5 17 0 0 0,9-25 4 0 0,0 0 1 0 0,0 0-1 0 0,-1 1 0 0 0,1-1 0 0 0,0 0 0 0 0,0 1 1 0 0,0-1-1 0 0,1 0 0 0 0,-1 1 0 0 0,0-1 0 0 0,0 0 1 0 0,1 0-1 0 0,-1 1 0 0 0,1-1 0 0 0,-1 0 0 0 0,1 0 1 0 0,0 1-1 0 0,-1-1 0 0 0,1 0 0 0 0,0 0 0 0 0,0 0 1 0 0,-1 0-1 0 0,1 0 0 0 0,0 0 0 0 0,0 0 0 0 0,0-1 1 0 0,0 1-1 0 0,1 0 0 0 0,-1 0 0 0 0,0-1 0 0 0,0 1 1 0 0,0-1-1 0 0,1 1 0 0 0,-1-1 0 0 0,0 1 0 0 0,0-1 1 0 0,1 0-1 0 0,-1 0 0 0 0,3 0 0 0 0,4 1 78 0 0,-1 0 1 0 0,1-1-1 0 0,0 0 0 0 0,0-1 1 0 0,10-1-1 0 0,115-29 788 0 0,-57 12-637 0 0,-53 17-78 0 0,-22 2-230 0 0,0 0 0 0 0,-1-1 0 0 0,1 1 0 0 0,0 0-1 0 0,-1 0 1 0 0,1 0 0 0 0,0 0 0 0 0,-1 0-1 0 0,1 1 1 0 0,0-1 0 0 0,-1 0 0 0 0,1 0-1 0 0,0 0 1 0 0,-1 0 0 0 0,1 1 0 0 0,-1-1 0 0 0,1 0-1 0 0,0 1 1 0 0,-1-1 0 0 0,1 0 0 0 0,-1 1-1 0 0,1-1 1 0 0,-1 1 0 0 0,1-1 0 0 0,-1 1-1 0 0,0-1 1 0 0,1 1 0 0 0,-1-1 0 0 0,1 1 0 0 0,-1 0-1 0 0,1 0 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41.6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0 422 7367 0 0,'3'-1'335'0'0,"-1"1"0"0"0,1-1 1 0 0,-1 1-1 0 0,1 0 0 0 0,-1-1 0 0 0,1 1 0 0 0,-1 0 0 0 0,1 1 0 0 0,-1-1 0 0 0,6 1 0 0 0,2 0 427 0 0,24 1 927 0 0,0-2 0 0 0,0-2-1 0 0,61-10 1 0 0,-82 10-1570 0 0,0-1 1 0 0,0-1-1 0 0,0-1 0 0 0,0 0 0 0 0,0 0 1 0 0,-1-1-1 0 0,0 0 0 0 0,-1-2 0 0 0,1 1 1 0 0,-1-1-1 0 0,0-1 0 0 0,13-14 1 0 0,-18 16-1 0 0,0-1 1 0 0,0 0 0 0 0,-1 0 0 0 0,0-1 0 0 0,-1 1 0 0 0,0-1 0 0 0,0 0 0 0 0,-1 0 0 0 0,0-1 0 0 0,-1 1 0 0 0,0-1 0 0 0,0 1-1 0 0,-1-1 1 0 0,0-18 0 0 0,-1 19-90 0 0,0 0 0 0 0,-1-1 0 0 0,-1 1 0 0 0,1 0 0 0 0,-2 0 0 0 0,1 0 0 0 0,-1 0 0 0 0,0 1 0 0 0,-1-1 0 0 0,0 1 0 0 0,0 0 0 0 0,-1 0 0 0 0,0 0 0 0 0,-1 0 0 0 0,-10-10 0 0 0,14 16-30 0 0,0 0 0 0 0,0 0 0 0 0,-1 0 0 0 0,1 0 0 0 0,-1 0 0 0 0,1 1 0 0 0,-1 0 0 0 0,0-1 0 0 0,0 1 0 0 0,-4-1 0 0 0,6 2 0 0 0,1 0 0 0 0,-1-1 0 0 0,0 1 0 0 0,0 0 0 0 0,0 0 0 0 0,0 0 0 0 0,0 0 0 0 0,0 0 0 0 0,0 0 0 0 0,0 1 0 0 0,0-1 0 0 0,0 0 0 0 0,0 0 0 0 0,0 1 0 0 0,1-1 0 0 0,-1 0 0 0 0,0 1 0 0 0,0-1 0 0 0,0 1 0 0 0,1-1 0 0 0,-1 1 0 0 0,0 0 0 0 0,0-1 0 0 0,1 1 0 0 0,-1 0 0 0 0,1-1 0 0 0,-1 1 0 0 0,0 0 0 0 0,1 0 0 0 0,-1-1 0 0 0,1 1 0 0 0,0 0 0 0 0,-1 0 0 0 0,1 0 0 0 0,0 0 0 0 0,-1 1 0 0 0,0 5 3 0 0,-1 0 0 0 0,1 0 0 0 0,0 0-1 0 0,1 0 1 0 0,0 0 0 0 0,0 0 0 0 0,2 8 0 0 0,10 54 31 0 0,-5-37-27 0 0,4 16 91 0 0,30 85 1 0 0,32 43 303 0 0,26 78-22 0 0,-96-241-396 0 0,-2-8-34 0 0,1 0-1 0 0,-1 1 1 0 0,1-1-1 0 0,0 0 1 0 0,1 0 0 0 0,-1 0-1 0 0,1 0 1 0 0,0 0-1 0 0,4 4 1 0 0,-4-7-2571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41.8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1 167 5527 0 0,'0'-1'55'0'0,"0"0"0"0"0,0 0 0 0 0,1 0 0 0 0,-1 0 0 0 0,0 0 0 0 0,1 1 0 0 0,-1-1 0 0 0,1 0 0 0 0,-1 0 0 0 0,1 0 0 0 0,-1 1 0 0 0,1-1 0 0 0,-1 0 0 0 0,1 1 0 0 0,0-1 0 0 0,0 0 0 0 0,-1 1 0 0 0,1-1 0 0 0,0 1 0 0 0,0-1 0 0 0,-1 1 0 0 0,1 0 0 0 0,1-1 0 0 0,25-9 1801 0 0,-18 8-1018 0 0,32-10 3603 0 0,69-9 0 0 0,28-7-2165 0 0,-123 23-2419 0 0,0 0 0 0 0,-1 0-1 0 0,0-2 1 0 0,0 0 0 0 0,0 0 0 0 0,25-19 0 0 0,-24 11-1011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42.0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77 3223 0 0,'3'-23'220'0'0,"-1"-10"1171"0"0,-2 31-858 0 0,0-1 0 0 0,-1 1 0 0 0,1 0 0 0 0,-1 0 0 0 0,1 0 0 0 0,-1 0 0 0 0,-1-3 0 0 0,2 5-444 0 0,0 0 0 0 0,0 0 0 0 0,0 1 0 0 0,0-1 0 0 0,0 0 0 0 0,0 0 1 0 0,0 0-1 0 0,0 0 0 0 0,0 1 0 0 0,0-1 0 0 0,-1 0 0 0 0,1 0 0 0 0,0 0 0 0 0,0 0 0 0 0,0 0 0 0 0,0 1 0 0 0,0-1 0 0 0,0 0 0 0 0,0 0 1 0 0,-1 0-1 0 0,1 0 0 0 0,0 0 0 0 0,0 0 0 0 0,0 0 0 0 0,0 0 0 0 0,0 1 0 0 0,-1-1 0 0 0,1 0 0 0 0,0 0 0 0 0,0 0 0 0 0,0 0 0 0 0,0 0 0 0 0,-1 0 1 0 0,1 0-1 0 0,0 0 0 0 0,0 0 0 0 0,0 0 0 0 0,0 0 0 0 0,-1 0 0 0 0,1 0 0 0 0,0 0 0 0 0,0 0 0 0 0,0-1 0 0 0,0 1 0 0 0,-1 0 0 0 0,1 0 1 0 0,0 0-1 0 0,0 0 0 0 0,0 0 0 0 0,0 0 0 0 0,0 0 0 0 0,-1 0 0 0 0,1 0 0 0 0,0-1 0 0 0,0 1 0 0 0,0 0 0 0 0,0 0 0 0 0,0 0 0 0 0,0 0 0 0 0,-1-1 1 0 0,-1 17 2687 0 0,16 160 2658 0 0,-2-67-5119 0 0,-12-98-445 0 0,1 1-264 0 0,0 1 1 0 0,1 0-1 0 0,6 23 1 0 0,-3-24-7258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42.3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70 66 455 0 0,'15'-30'1087'0'0,"-12"25"1282"0"0,-1-1-1 0 0,0 1 1 0 0,1-10 0 0 0,-3 15-2287 0 0,1-1 0 0 0,-1 1 0 0 0,0 0 0 0 0,0 0 0 0 0,0 0 1 0 0,0 0-1 0 0,0 0 0 0 0,0 0 0 0 0,0 0 0 0 0,0-1 0 0 0,0 1 0 0 0,0 0 1 0 0,0 0-1 0 0,0 0 0 0 0,0 0 0 0 0,0 0 0 0 0,0 0 0 0 0,0-1 1 0 0,0 1-1 0 0,0 0 0 0 0,0 0 0 0 0,0 0 0 0 0,0 0 0 0 0,0 0 0 0 0,0 0 1 0 0,0-1-1 0 0,0 1 0 0 0,-1 0 0 0 0,1 0 329 0 0,0 0-329 0 0,0 0 0 0 0,0 0 0 0 0,0-1 0 0 0,0 1 1 0 0,-1 0-1 0 0,1 0 0 0 0,0 0 0 0 0,0 0 0 0 0,-6 3 1953 0 0,-5 9 128 0 0,0 6-1709 0 0,1 1-1 0 0,1-1 0 0 0,0 2 1 0 0,2-1-1 0 0,0 1 0 0 0,1 0 1 0 0,1 0-1 0 0,1 1 0 0 0,-2 23 1 0 0,4-15-417 0 0,1 1 1 0 0,2 0-1 0 0,0 0 1 0 0,2 0-1 0 0,13 52 1 0 0,-13-69 100 0 0,1-1 0 0 0,0 1 0 0 0,1-1 0 0 0,11 22 0 0 0,-13-30-325 0 0,0 0 0 0 0,0 1 0 0 0,0-1 0 0 0,1-1 0 0 0,-1 1 0 0 0,1 0 0 0 0,0-1 0 0 0,5 4 0 0 0,-5-5-505 0 0,-1 0 0 0 0,0-1 0 0 0,0 1 0 0 0,1-1 0 0 0,-1 0 1 0 0,1 1-1 0 0,6 0 0 0 0,2-2-6607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42.8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0 221 2759 0 0,'0'-4'228'0'0,"1"1"0"0"0,-1-1-1 0 0,0 1 1 0 0,1-1-1 0 0,0 0 1 0 0,0 1 0 0 0,0-1-1 0 0,0 1 1 0 0,1-1-1 0 0,-1 1 1 0 0,1 0 0 0 0,2-3-1 0 0,0 0 644 0 0,0 1 0 0 0,1 0 0 0 0,0 0 0 0 0,0 0 1 0 0,9-6-1 0 0,-5 4 45 0 0,1 0 1 0 0,1 1-1 0 0,-1 0 1 0 0,1 1 0 0 0,0 0-1 0 0,0 1 1 0 0,1 0-1 0 0,22-5 1 0 0,-27 8-729 0 0,-1 0-1 0 0,1 0 1 0 0,0 1 0 0 0,-1 0 0 0 0,1 0 0 0 0,0 1-1 0 0,-1 0 1 0 0,1 0 0 0 0,0 0 0 0 0,-1 1-1 0 0,0 0 1 0 0,1 0 0 0 0,-1 1 0 0 0,0 0 0 0 0,0 0-1 0 0,0 0 1 0 0,9 8 0 0 0,-12-9-179 0 0,0 1 1 0 0,0 0 0 0 0,0-1-1 0 0,-1 2 1 0 0,1-1-1 0 0,-1 0 1 0 0,1 0-1 0 0,-1 1 1 0 0,0-1-1 0 0,0 1 1 0 0,-1 0 0 0 0,1 0-1 0 0,-1-1 1 0 0,0 1-1 0 0,0 0 1 0 0,0 0-1 0 0,0 0 1 0 0,-1 0-1 0 0,0 0 1 0 0,0 0 0 0 0,0 1-1 0 0,0-1 1 0 0,-2 6-1 0 0,-1 6 25 0 0,-2-1 0 0 0,0 0 0 0 0,0 0 0 0 0,-14 24 0 0 0,8-15-24 0 0,10-23-7 0 0,0 1-1 0 0,0 0 1 0 0,1 0-1 0 0,-1 0 0 0 0,0 0 1 0 0,1 0-1 0 0,0 0 1 0 0,-1 0-1 0 0,1 0 1 0 0,0-1-1 0 0,0 1 1 0 0,1 2-1 0 0,-1-3-1 0 0,0-1 0 0 0,0 0-1 0 0,0 1 1 0 0,0-1 0 0 0,0 0 0 0 0,0 0-1 0 0,0 1 1 0 0,1-1 0 0 0,-1 0 0 0 0,0 0-1 0 0,0 1 1 0 0,0-1 0 0 0,1 0 0 0 0,-1 0 0 0 0,0 0-1 0 0,0 1 1 0 0,0-1 0 0 0,1 0 0 0 0,-1 0-1 0 0,0 0 1 0 0,1 0 0 0 0,-1 1 0 0 0,0-1-1 0 0,0 0 1 0 0,1 0 0 0 0,-1 0 0 0 0,0 0-1 0 0,1 0 1 0 0,0 0 0 0 0,1 0 0 0 0,-1 0 0 0 0,0-1-1 0 0,0 1 1 0 0,0 0 0 0 0,0-1 0 0 0,1 1 0 0 0,-1-1 0 0 0,0 1-1 0 0,0-1 1 0 0,1-1 0 0 0,12-7-1 0 0,-1-1 0 0 0,0 0 0 0 0,0-1 0 0 0,-2-1 0 0 0,1 0 0 0 0,-1 0 0 0 0,-1-1 0 0 0,0-1 0 0 0,10-19 0 0 0,-7 7 0 0 0,0 0 0 0 0,-2-1 0 0 0,-2-1 0 0 0,10-41 0 0 0,-15 55 0 0 0,-2 10 0 0 0,-1 0 0 0 0,0-1 0 0 0,0 0 0 0 0,0-6 0 0 0,-7 18 0 0 0,-1 7 0 0 0,-50 122 0 0 0,52-121 0 0 0,0 0 0 0 0,2 1 0 0 0,0-1 0 0 0,0 1 0 0 0,2 0 0 0 0,0 0 0 0 0,1 20 0 0 0,0-33 4 0 0,1 0 0 0 0,-1 0 0 0 0,0 0 0 0 0,1 0 0 0 0,0 0 0 0 0,0-1 0 0 0,0 1 0 0 0,0 0 0 0 0,0-1 0 0 0,0 1-1 0 0,1-1 1 0 0,-1 1 0 0 0,1-1 0 0 0,0 1 0 0 0,0-1 0 0 0,0 0 0 0 0,0 0 0 0 0,0 0 0 0 0,0 0 0 0 0,3 2 0 0 0,-1-3 2 0 0,-1 1 0 0 0,1-1 0 0 0,-1 0 0 0 0,1 0 1 0 0,-1 0-1 0 0,1 0 0 0 0,-1-1 0 0 0,1 1 0 0 0,0-1 0 0 0,-1 0 1 0 0,1 0-1 0 0,0 0 0 0 0,-1-1 0 0 0,1 1 0 0 0,6-3 0 0 0,4-1-563 0 0,-1 0 0 0 0,14-6 0 0 0,-9 1-7161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58 5983 0 0,'24'5'4804'0'0,"-5"-5"-1568"0"0,34-7 0 0 0,53-18-705 0 0,-85 19-2119 0 0,35-10-1676 0 0,-30 7-5491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43.2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7 117 3223 0 0,'24'-56'1664'0'0,"-6"20"2243"0"0,-6 12 1160 0 0,-19 46 200 0 0,4-8-4480 0 0,-12 33 714 0 0,4-14-803 0 0,-9 47 0 0 0,18-70-653 0 0,1-1 0 0 0,0 2-1 0 0,1-1 1 0 0,0 0-1 0 0,0 0 1 0 0,1 0-1 0 0,0 0 1 0 0,1 0-1 0 0,3 12 1 0 0,-4-20-82 0 0,0 0 0 0 0,0 0 0 0 0,-1 0 1 0 0,1 0-1 0 0,1 0 0 0 0,-1-1 0 0 0,0 1 0 0 0,0 0 1 0 0,0-1-1 0 0,1 1 0 0 0,1 1 0 0 0,8 3-5948 0 0,-3-2-1255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43.5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1 162 2303 0 0,'0'-4'514'0'0,"0"1"0"0"0,1-1-1 0 0,0 0 1 0 0,0 1 0 0 0,0-1-1 0 0,0 1 1 0 0,0-1 0 0 0,4-4-1 0 0,17-29 6817 0 0,-8 14-4720 0 0,-5 7-796 0 0,-5 8-1013 0 0,0 0 1 0 0,1 1-1 0 0,0-1 1 0 0,7-7-1 0 0,-12 15-800 0 0,0-1-1 0 0,0 1 1 0 0,0 0 0 0 0,0 0-1 0 0,1 0 1 0 0,-1 0 0 0 0,0 0-1 0 0,0-1 1 0 0,0 1 0 0 0,0 0-1 0 0,1 0 1 0 0,-1 0 0 0 0,0 0-1 0 0,0 0 1 0 0,0 0 0 0 0,0 0-1 0 0,1 0 1 0 0,-1 0 0 0 0,0 0-1 0 0,0 0 1 0 0,0 0 0 0 0,1 0-1 0 0,-1 0 1 0 0,0 0 0 0 0,0 0-1 0 0,0 0 1 0 0,1 0 0 0 0,-1 0-1 0 0,0 0 1 0 0,0 0 0 0 0,0 0-1 0 0,1 0 1 0 0,-1 0 0 0 0,0 0-1 0 0,0 0 1 0 0,5 8-1 0 0,-2 9 23 0 0,-3-2 39 0 0,-1-1-1 0 0,0 0 1 0 0,-1 0 0 0 0,-5 21 0 0 0,4-18 8 0 0,0-1 1 0 0,-1 29 0 0 0,3-45-94 0 0,1 1 0 0 0,0 0-1 0 0,0-1 1 0 0,0 1 0 0 0,0 0 0 0 0,0-1-1 0 0,0 1 1 0 0,0 0 0 0 0,0-1 0 0 0,1 1-1 0 0,-1 0 1 0 0,0-1 0 0 0,0 1 0 0 0,0-1-1 0 0,1 1 1 0 0,-1 0 0 0 0,0-1-1 0 0,1 1 1 0 0,-1-1 0 0 0,1 1 0 0 0,-1-1-1 0 0,1 1 1 0 0,-1-1 0 0 0,0 1 0 0 0,1-1-1 0 0,0 1 1 0 0,-1-1 0 0 0,1 0 0 0 0,-1 1-1 0 0,1-1 1 0 0,0 0 0 0 0,-1 1 0 0 0,1-1-1 0 0,-1 0 1 0 0,1 0 0 0 0,0 0 0 0 0,-1 0-1 0 0,1 1 1 0 0,0-1 0 0 0,-1 0 0 0 0,1 0-1 0 0,0 0 1 0 0,-1 0 0 0 0,2-1-1 0 0,6-2-881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43.7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21 3223 0 0,'4'-3'362'0'0,"1"0"1"0"0,-1 1-1 0 0,1 0 0 0 0,-1 0 0 0 0,1 0 0 0 0,-1 0 0 0 0,1 1 0 0 0,0 0 0 0 0,0 0 0 0 0,0 0 0 0 0,0 1 0 0 0,0-1 0 0 0,0 1 0 0 0,-1 0 0 0 0,1 0 0 0 0,0 1 0 0 0,7 1 0 0 0,-5-1 357 0 0,-1 1-1 0 0,1 0 0 0 0,-1 0 0 0 0,1 0 1 0 0,-1 1-1 0 0,0 0 0 0 0,0 0 0 0 0,0 1 1 0 0,0 0-1 0 0,0 0 0 0 0,-1 0 1 0 0,6 6-1 0 0,-9-8-646 0 0,1 1 1 0 0,0 1-1 0 0,-1-1 1 0 0,0 0-1 0 0,0 1 1 0 0,0-1 0 0 0,0 1-1 0 0,-1-1 1 0 0,1 1-1 0 0,-1 0 1 0 0,0 0-1 0 0,0 0 1 0 0,0 0-1 0 0,0 7 1 0 0,-1-6 65 0 0,-1 1 0 0 0,1 0 0 0 0,-1 0 0 0 0,0-1 1 0 0,0 1-1 0 0,-1 0 0 0 0,0-1 0 0 0,0 1 0 0 0,-3 5 1 0 0,-3 4 102 0 0,-1-2 1 0 0,0 1-1 0 0,-1-1 1 0 0,-1 0 0 0 0,0-1-1 0 0,-15 14 1 0 0,-50 37-2690 0 0,62-52-5056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44.2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37 7567 0 0,'0'-2'124'0'0,"0"0"1"0"0,0 0-1 0 0,0 0 0 0 0,0 0 0 0 0,0 0 0 0 0,0 0 0 0 0,1 1 0 0 0,-1-1 0 0 0,1 0 0 0 0,0 0 0 0 0,-1 0 1 0 0,1 0-1 0 0,0 1 0 0 0,1-3 0 0 0,-1 4 136 0 0,0-1 0 0 0,0 0 0 0 0,0 0 0 0 0,0 1 0 0 0,0-1 0 0 0,1 1 1 0 0,-1-1-1 0 0,0 1 0 0 0,0 0 0 0 0,0-1 0 0 0,0 1 0 0 0,1 0 0 0 0,-1 0 0 0 0,0 0 0 0 0,0 0 0 0 0,1 0 0 0 0,-1 0 1 0 0,0 0-1 0 0,0 0 0 0 0,0 0 0 0 0,1 0 0 0 0,-1 1 0 0 0,0-1 0 0 0,1 1 0 0 0,5 1 415 0 0,0 1 0 0 0,0 0 0 0 0,-1 0-1 0 0,1 0 1 0 0,-1 0 0 0 0,0 1 0 0 0,6 5 0 0 0,-3-2-237 0 0,-1 1 0 0 0,1 0 0 0 0,12 18 1 0 0,-9-10-447 0 0,-1 1 1 0 0,-1 1 0 0 0,-1-1 0 0 0,12 33 0 0 0,-15-30 144 0 0,0 1 0 0 0,-1 0-1 0 0,-2 0 1 0 0,0 0 0 0 0,-1 0 0 0 0,-1 1-1 0 0,-3 33 1 0 0,-2-17-413 0 0,-2-1 0 0 0,-1 1 1 0 0,-16 48-1 0 0,10-50 563 0 0,-1-1 0 0 0,-1-1 1 0 0,-36 59-1 0 0,-2-16-6345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44.8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37 11055 0 0,'262'-35'11928'0'0,"-262"34"-11958"0"0,0 1-1 0 0,0 0 1 0 0,1 0-1 0 0,-1 0 1 0 0,0 0-1 0 0,0 0 1 0 0,1 0 0 0 0,-1-1-1 0 0,0 1 1 0 0,0 0-1 0 0,1 0 1 0 0,-1 0-1 0 0,0 0 1 0 0,0 0-1 0 0,1 0 1 0 0,-1 0-1 0 0,0 0 1 0 0,1 0 0 0 0,-1 0-1 0 0,0 0 1 0 0,0 1-1 0 0,1-1 1 0 0,-1 0-1 0 0,0 0 1 0 0,0 0-1 0 0,1 0 1 0 0,-1 0 0 0 0,0 0-1 0 0,0 1 1 0 0,0-1-1 0 0,1 0 1 0 0,-1 0-1 0 0,0 0 1 0 0,0 1-1 0 0,-8 5-2437 0 0,-16 5-2302 0 0,-22 4-2626 0 0,-4 2 2803 0 0,43-14 4392 0 0,0 1 0 0 0,0-1 0 0 0,0 1 0 0 0,-10 8 0 0 0,16-11 451 0 0,0-1 0 0 0,0 1 0 0 0,0 0-1 0 0,0 0 1 0 0,0 0 0 0 0,0 0 0 0 0,0 0 0 0 0,0 0 0 0 0,0 0 0 0 0,0 1 0 0 0,1-1 0 0 0,-1 0 0 0 0,0 0 0 0 0,1 1 0 0 0,-1-1 0 0 0,1 0-1 0 0,0 1 1 0 0,-1-1 0 0 0,1 0 0 0 0,0 1 0 0 0,0-1 0 0 0,0 1 0 0 0,0-1 0 0 0,0 0 0 0 0,0 1 0 0 0,0-1 0 0 0,0 1 0 0 0,1-1-1 0 0,-1 0 1 0 0,0 1 0 0 0,1-1 0 0 0,0 2 0 0 0,1-1 174 0 0,-1 0 0 0 0,1 0-1 0 0,-1 0 1 0 0,1 0 0 0 0,0 0 0 0 0,0 0-1 0 0,0-1 1 0 0,0 1 0 0 0,0-1-1 0 0,0 1 1 0 0,0-1 0 0 0,0 0 0 0 0,1 0-1 0 0,-1 0 1 0 0,0 0 0 0 0,1 0 0 0 0,2 0-1 0 0,6 1 299 0 0,0-1 0 0 0,0 0 0 0 0,1-1-1 0 0,-1 0 1 0 0,0-1 0 0 0,17-3 0 0 0,0-2-354 0 0,38-12 0 0 0,4-12-778 0 0,-56 23-904 0 0,-5 3-6439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49.5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12 629 6911 0 0,'0'0'79'0'0,"-1"0"0"0"0,1 0 0 0 0,-1 0 0 0 0,1 0 0 0 0,-1 0 0 0 0,1 0-1 0 0,0 0 1 0 0,-1-1 0 0 0,1 1 0 0 0,-1 0 0 0 0,1 0 0 0 0,-1 0 0 0 0,1 0-1 0 0,0-1 1 0 0,-1 1 0 0 0,1 0 0 0 0,-1 0 0 0 0,1-1 0 0 0,0 1 0 0 0,-1 0-1 0 0,1-1 1 0 0,0 1 0 0 0,-1 0 0 0 0,1-1 0 0 0,0 1 0 0 0,0 0 0 0 0,-1-1 0 0 0,1 0 98 0 0,0-1 1 0 0,-1 1-1 0 0,1 0 1 0 0,0 0 0 0 0,0 0-1 0 0,0 0 1 0 0,0 0-1 0 0,0 0 1 0 0,0-1 0 0 0,0 1-1 0 0,1-1 1 0 0,11-29 2825 0 0,-11 28-2762 0 0,54-100 4601 0 0,6-11-2180 0 0,-47 78-2499 0 0,-2-1 0 0 0,-1 1 0 0 0,-1-2 0 0 0,-2 1 0 0 0,-2-1 0 0 0,-2-1 0 0 0,0-42 0 0 0,-5 67-28 0 0,-3 22-82 0 0,-3 23-49 0 0,-1 50-17 0 0,4 0 1 0 0,3 0-1 0 0,3-1 0 0 0,15 84 0 0 0,-17-161 40 0 0,0 0 0 0 0,1 1-1 0 0,-1-1 1 0 0,1 0 0 0 0,0 0 0 0 0,0 0-1 0 0,1 1 1 0 0,-1-1 0 0 0,2 3 0 0 0,-2-6-78 0 0,-1 1 0 0 0,1-1 0 0 0,-1 1 0 0 0,1-1 0 0 0,-1 1 0 0 0,1-1 0 0 0,-1 1 1 0 0,1-1-1 0 0,-1 0 0 0 0,1 1 0 0 0,0-1 0 0 0,-1 0 0 0 0,1 0 0 0 0,-1 1 0 0 0,1-1 0 0 0,0 0 0 0 0,-1 0 0 0 0,1 0 1 0 0,1 0-1 0 0,-1 0-307 0 0,1 0 1 0 0,-1 0-1 0 0,1-1 0 0 0,-1 1 1 0 0,0-1-1 0 0,1 1 1 0 0,-1-1-1 0 0,0 1 1 0 0,1-1-1 0 0,-1 0 1 0 0,0 0-1 0 0,2-1 1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49.9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15 143 2039 0 0,'2'-6'226'0'0,"0"0"0"0"0,1 0 0 0 0,0 1 0 0 0,0-1 0 0 0,0 1 0 0 0,1-1 0 0 0,0 1 0 0 0,0 0 0 0 0,0 0 0 0 0,1 1 0 0 0,-1 0 0 0 0,9-6 0 0 0,-1 0 1044 0 0,0 1 0 0 0,1 1 0 0 0,1 1 0 0 0,-1 0 0 0 0,28-10 1 0 0,-34 14-759 0 0,1 1 1 0 0,-1 0 0 0 0,1 0-1 0 0,0 1 1 0 0,0 0 0 0 0,0 1-1 0 0,0-1 1 0 0,0 1 0 0 0,0 1-1 0 0,0 0 1 0 0,0 0 0 0 0,0 0 0 0 0,8 4-1 0 0,-13-5-395 0 0,-1 1-1 0 0,1 1 1 0 0,-1-1-1 0 0,0 0 1 0 0,1 0 0 0 0,-1 1-1 0 0,0-1 1 0 0,0 1-1 0 0,0 0 1 0 0,0 0-1 0 0,0 0 1 0 0,0 0 0 0 0,0 0-1 0 0,0 0 1 0 0,-1 0-1 0 0,1 1 1 0 0,-1-1-1 0 0,1 3 1 0 0,0-1-60 0 0,-1 0 0 0 0,0 0-1 0 0,-1 0 1 0 0,1 0 0 0 0,0 0 0 0 0,-1 0 0 0 0,0 0 0 0 0,0 0 0 0 0,0 0-1 0 0,-1 0 1 0 0,0 5 0 0 0,-1-1-41 0 0,-1 0 0 0 0,1 0 0 0 0,-1 0 1 0 0,-1 0-1 0 0,1 0 0 0 0,-1 0 0 0 0,-1-1 0 0 0,1 0 0 0 0,-1 0 1 0 0,0 0-1 0 0,-7 6 0 0 0,5-6 14 0 0,-1-1 0 0 0,-15 10 0 0 0,20-14 31 0 0,-1 0 0 0 0,1 0 0 0 0,-1 0 0 0 0,1-1 0 0 0,-1 1 0 0 0,0-1 0 0 0,0 0 0 0 0,0 0 0 0 0,-7 0 0 0 0,57-9-524 0 0,-32 8 472 0 0,0 0 0 0 0,0 0 1 0 0,0 2-1 0 0,0 0 0 0 0,0 0 0 0 0,24 8 0 0 0,-32-8-3 0 0,-1 1 1 0 0,1-1-1 0 0,-1 1 1 0 0,1 0-1 0 0,-1 1 0 0 0,0-1 1 0 0,9 9-1 0 0,-11-9-3 0 0,-1 0 0 0 0,1 0-1 0 0,-1 0 1 0 0,1 1 0 0 0,-1-1 0 0 0,0 1 0 0 0,0 0 0 0 0,-1-1 0 0 0,1 1 0 0 0,-1 0-1 0 0,0 0 1 0 0,2 8 0 0 0,-3-9 18 0 0,1 0-1 0 0,-1 0 1 0 0,0 1 0 0 0,0-1-1 0 0,-1 0 1 0 0,1 0-1 0 0,-1 0 1 0 0,1 0 0 0 0,-1 1-1 0 0,0-1 1 0 0,0 0 0 0 0,0 0-1 0 0,-1-1 1 0 0,-2 6-1 0 0,1-4 27 0 0,0 0-1 0 0,0 1 1 0 0,-1-1-1 0 0,0 0 1 0 0,0-1 0 0 0,0 1-1 0 0,-9 5 1 0 0,0-2 47 0 0,1 0 0 0 0,-1-1 1 0 0,0-1-1 0 0,-1 0 1 0 0,-23 6-1 0 0,-20-1 55 0 0,0-2-1 0 0,-1-2 1 0 0,-60-3 0 0 0,117-3-327 0 0,1 0 120 0 0,0 0 0 0 0,-1 0 0 0 0,1 0 0 0 0,0 0 0 0 0,0 0 1 0 0,0 0-1 0 0,-1 0 0 0 0,1 0 0 0 0,0 0 0 0 0,0 0 0 0 0,0 0 0 0 0,-1 0 0 0 0,1 0 1 0 0,0 0-1 0 0,0 0 0 0 0,0 0 0 0 0,-1 0 0 0 0,1 0 0 0 0,0 1 0 0 0,0-1 1 0 0,0 0-1 0 0,-1 0 0 0 0,1 0 0 0 0,0 0 0 0 0,0 0 0 0 0,0 0 0 0 0,0 1 0 0 0,0-1 1 0 0,-1 0-1 0 0,1 0 0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50.7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25 350 6447 0 0,'-8'-15'1755'0'0,"8"15"-1618"0"0,0-1 1 0 0,-1 1 0 0 0,1-1-1 0 0,0 1 1 0 0,-1 0-1 0 0,1-1 1 0 0,0 1-1 0 0,-1-1 1 0 0,1 1 0 0 0,0 0-1 0 0,-1-1 1 0 0,1 1-1 0 0,-1 0 1 0 0,1-1-1 0 0,0 1 1 0 0,-1 0-1 0 0,1 0 1 0 0,-1 0 0 0 0,1-1-1 0 0,-1 1 1 0 0,1 0-1 0 0,-1 0 1 0 0,1 0-1 0 0,-1 0 1 0 0,1 0-1 0 0,-1 0 1 0 0,1 0 0 0 0,-1 0-1 0 0,0 0 1 0 0,0 1-7 0 0,1-1 0 0 0,0 1 1 0 0,-1 0-1 0 0,1-1 0 0 0,0 1 1 0 0,0 0-1 0 0,-1-1 0 0 0,1 1 0 0 0,0 0 1 0 0,0 0-1 0 0,0-1 0 0 0,0 1 1 0 0,0 0-1 0 0,0 0 0 0 0,0-1 1 0 0,0 1-1 0 0,0 0 0 0 0,0-1 1 0 0,1 1-1 0 0,-1 0 0 0 0,0 0 0 0 0,0-1 1 0 0,1 1-1 0 0,0 0 0 0 0,7 18 1339 0 0,-4-14-1302 0 0,-1-1 1 0 0,1 0 0 0 0,-1 0 0 0 0,1-1 0 0 0,0 1 0 0 0,1-1 0 0 0,-1 0 0 0 0,0 0-1 0 0,1 0 1 0 0,0 0 0 0 0,0-1 0 0 0,-1 0 0 0 0,2 0 0 0 0,-1 0 0 0 0,0-1-1 0 0,0 1 1 0 0,0-1 0 0 0,1 0 0 0 0,9 0 0 0 0,-1-1-69 0 0,-1 0 1 0 0,1-1 0 0 0,-1 0-1 0 0,1-1 1 0 0,-1 0-1 0 0,24-8 1 0 0,-26 6-17 0 0,0 0 0 0 0,-1-1 0 0 0,1-1 0 0 0,-1 0 0 0 0,0 0 0 0 0,-1-1 0 0 0,0 0 0 0 0,0 0 0 0 0,0-1 0 0 0,-1 0 0 0 0,0-1 0 0 0,0 0 0 0 0,-1 0 0 0 0,7-13 0 0 0,-9 14-59 0 0,-1 0-1 0 0,-1 1 1 0 0,1-2 0 0 0,-1 1 0 0 0,-1 0 0 0 0,1 0 0 0 0,-1-1 0 0 0,-1 1 0 0 0,0-1-1 0 0,0 0 1 0 0,0 1 0 0 0,-1-1 0 0 0,-1 0 0 0 0,1 0 0 0 0,-1 1 0 0 0,-1-1 0 0 0,0 1-1 0 0,0-1 1 0 0,-6-13 0 0 0,4 11-11 0 0,-1 1-1 0 0,-1 1 1 0 0,0-1 0 0 0,-12-15-1 0 0,15 21-9 0 0,0 1 0 0 0,0 0 0 0 0,0 0 0 0 0,0 0 0 0 0,0 1 0 0 0,0-1 0 0 0,-1 1 0 0 0,1 0 0 0 0,-1 0 0 0 0,0 0 0 0 0,0 0 0 0 0,0 0 0 0 0,0 1 0 0 0,0 0 0 0 0,0 0 0 0 0,-4-1 0 0 0,5 2-3 0 0,0 0 1 0 0,1 1-1 0 0,-1-1 0 0 0,1 1 0 0 0,-1-1 1 0 0,0 1-1 0 0,1 0 0 0 0,0 0 0 0 0,-1 0 0 0 0,1 0 1 0 0,-1 0-1 0 0,1 1 0 0 0,0-1 0 0 0,0 1 1 0 0,0-1-1 0 0,0 1 0 0 0,0 0 0 0 0,0 0 1 0 0,0 0-1 0 0,1 0 0 0 0,-1 0 0 0 0,1 0 0 0 0,-1 1 1 0 0,1-1-1 0 0,-2 4 0 0 0,-1 3 4 0 0,0 1 1 0 0,1-1-1 0 0,0 1 0 0 0,0 0 1 0 0,-1 13-1 0 0,0 11 1 0 0,2-1 0 0 0,1 1 0 0 0,1 0 0 0 0,7 37-1 0 0,1-16 18 0 0,27 92 0 0 0,77 188-34 0 0,-106-318 11 0 0,20 46 0 0 0,-23-56 0 0 0,2 1 0 0 0,-1 0 0 0 0,1-1 0 0 0,0 0 0 0 0,10 10 0 0 0,-7-11-215 0 0,-4-8-290 0 0,-3 1 449 0 0,-1 1-1 0 0,0-1 0 0 0,0 0 0 0 0,0 0 0 0 0,0 0 0 0 0,0 0 0 0 0,-1 1 0 0 0,1-1 0 0 0,0 0 0 0 0,0 0 0 0 0,0 0 0 0 0,-1 1 0 0 0,1-1 0 0 0,0 0 0 0 0,-1 0 0 0 0,1 1 0 0 0,-2-2 0 0 0,-15-19-2288 0 0,4 9 475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50.9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6 139 1375 0 0,'-1'-3'332'0'0,"0"1"-1"0"0,0-1 1 0 0,0 1-1 0 0,1-1 0 0 0,0 0 1 0 0,-1 1-1 0 0,1-1 1 0 0,0 1-1 0 0,0-1 1 0 0,0 0-1 0 0,0 1 0 0 0,1-1 1 0 0,-1 1-1 0 0,1-1 1 0 0,0 0-1 0 0,0 1 0 0 0,2-5 1 0 0,-1 3 56 0 0,0 0 0 0 0,0 1 1 0 0,1-1-1 0 0,0 0 0 0 0,0 1 1 0 0,0 0-1 0 0,0 0 0 0 0,0 0 1 0 0,1 0-1 0 0,-1 0 0 0 0,1 1 1 0 0,0 0-1 0 0,-1 0 0 0 0,1 0 0 0 0,0 0 1 0 0,1 0-1 0 0,-1 1 0 0 0,6-2 1 0 0,9-1 377 0 0,-1 1 0 0 0,0 1 0 0 0,22 0 1 0 0,-18 1-384 0 0,37-1 192 0 0,-30 2-872 0 0,0-2 0 0 0,-1-1 1 0 0,36-7-1 0 0,-46 5-5995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51.1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49 26 9671 0 0,'-3'-5'255'0'0,"1"3"-163"0"0,1 0 0 0 0,-1 0 1 0 0,1 0-1 0 0,-1 0 0 0 0,0 0 0 0 0,1 0 1 0 0,-1 0-1 0 0,0 1 0 0 0,-3-3 1 0 0,4 5 110 0 0,0-1 0 0 0,0 0 0 0 0,0 0 0 0 0,1 1 0 0 0,-1-1 0 0 0,0 1 0 0 0,0-1 0 0 0,0 1 0 0 0,1-1 0 0 0,-1 1 0 0 0,0-1 0 0 0,1 1 0 0 0,-1 0 0 0 0,1-1 0 0 0,-1 1 1 0 0,0 0-1 0 0,1 0 0 0 0,0-1 0 0 0,-1 1 0 0 0,1 0 0 0 0,-1 0 0 0 0,1 1 0 0 0,-7 19 2079 0 0,5-12-1862 0 0,1 1 0 0 0,1-1 1 0 0,-1 0-1 0 0,1 1 1 0 0,1-1-1 0 0,0 1 1 0 0,3 11-1 0 0,21 66 189 0 0,-15-55-521 0 0,-9-29-99 0 0,0 0 1 0 0,0 0 0 0 0,0 0-1 0 0,0 0 1 0 0,0-1 0 0 0,1 1-1 0 0,0 0 1 0 0,3 3 0 0 0,-5-5-106 0 0,1 0 0 0 0,0-1 1 0 0,0 1-1 0 0,-1-1 0 0 0,1 1 0 0 0,0-1 1 0 0,0 0-1 0 0,0 1 0 0 0,0-1 1 0 0,0 0-1 0 0,0 0 0 0 0,-1 1 1 0 0,1-1-1 0 0,0 0 0 0 0,0 0 1 0 0,0 0-1 0 0,0 0 0 0 0,0 0 1 0 0,0 0-1 0 0,0-1 0 0 0,0 1 0 0 0,0 0 1 0 0,0 0-1 0 0,0-1 0 0 0,-1 1 1 0 0,1 0-1 0 0,0-1 0 0 0,0 1 1 0 0,0-1-1 0 0,-1 1 0 0 0,1-1 1 0 0,1-1-1 0 0,8-6-6483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51.3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 50 2759 0 0,'4'-12'102'0'0,"-3"9"-85"0"0,0 1 0 0 0,0-1 0 0 0,0 1 0 0 0,0-1 0 0 0,-1 0 0 0 0,1 1 0 0 0,-1-1 0 0 0,0 0 0 0 0,0-4 0 0 0,0 7 75 0 0,0 0-1 0 0,0 0 0 0 0,0 0 0 0 0,0-1 0 0 0,0 1 1 0 0,0 0-1 0 0,0 0 0 0 0,0-1 0 0 0,0 1 0 0 0,0 0 1 0 0,0 0-1 0 0,0-1 0 0 0,0 1 0 0 0,0 0 0 0 0,0 0 1 0 0,0 0-1 0 0,0-1 0 0 0,-1 1 0 0 0,1 0 1 0 0,0 0-1 0 0,0 0 0 0 0,0 0 0 0 0,0-1 0 0 0,0 1 1 0 0,-1 0-1 0 0,1 0 0 0 0,0 0 0 0 0,0 0 0 0 0,0 0 1 0 0,-1-1-1 0 0,1 1 0 0 0,0 0 0 0 0,0 0 0 0 0,-1 0 1 0 0,1 0-1 0 0,0 0 0 0 0,0 0 0 0 0,0 0 0 0 0,-1 0 1 0 0,1 0-1 0 0,0 0 0 0 0,0 0 0 0 0,-1 0 0 0 0,1 0 1 0 0,0 0-1 0 0,0 0 0 0 0,0 0 0 0 0,-1 0 0 0 0,0 1 196 0 0,0-1-1 0 0,0 1 0 0 0,1 0 0 0 0,-1-1 0 0 0,0 1 0 0 0,0-1 1 0 0,1 1-1 0 0,-1 0 0 0 0,0 0 0 0 0,1 0 0 0 0,-1-1 0 0 0,1 1 0 0 0,-1 0 1 0 0,1 0-1 0 0,-1 0 0 0 0,1 0 0 0 0,-1 2 0 0 0,-8 23 844 0 0,2 1 0 0 0,0 0-1 0 0,2 0 1 0 0,1 1 0 0 0,1-1-1 0 0,1 42 1 0 0,4-58-2506 0 0,1-1-5504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51.6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 45 3679 0 0,'1'-7'191'0'0,"8"-19"626"0"0,-8 25-490 0 0,-1 0-1 0 0,1 0 1 0 0,0 0-1 0 0,-1 0 1 0 0,1 0 0 0 0,0 0-1 0 0,0 0 1 0 0,0 0-1 0 0,0 0 1 0 0,0 1 0 0 0,0-1-1 0 0,2 1 1680 0 0,-2 0-1866 0 0,-1 1-1 0 0,0-1 1 0 0,0 0 0 0 0,0 0 0 0 0,0 0 0 0 0,0 0 0 0 0,0 1 0 0 0,0-1 0 0 0,0 0 0 0 0,0 0 0 0 0,0 0 0 0 0,0 1-1 0 0,0-1 1 0 0,0 0 0 0 0,0 0 0 0 0,0 0 0 0 0,0 1 0 0 0,0-1 0 0 0,0 0 0 0 0,0 0 0 0 0,0 0 0 0 0,0 0 0 0 0,0 1-1 0 0,0-1 1 0 0,0 0 0 0 0,0 0 0 0 0,-1 1 0 0 0,-1 15 2568 0 0,-12 41-432 0 0,-30 179 1043 0 0,41-210-3252 0 0,1 0-1 0 0,2 0 0 0 0,0-1 0 0 0,2 1 0 0 0,1 0 0 0 0,0-1 1 0 0,10 33-1 0 0,-9-49 28 0 0,-1 0 1 0 0,1 0-1 0 0,0 0 0 0 0,1-1 1 0 0,0 1-1 0 0,0-1 0 0 0,1 0 1 0 0,0-1-1 0 0,9 10 0 0 0,-8-11-283 0 0,-1-1 0 0 0,1 0 0 0 0,-1 0 1 0 0,13 6-1 0 0,-13-8-857 0 0,1 0 0 0 0,-1 0 1 0 0,1 0-1 0 0,0-1 1 0 0,12 2-1 0 0,-3-2-6298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52.0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6 158 6911 0 0,'-2'-8'350'0'0,"1"6"-237"0"0,1-1 0 0 0,-1 1 0 0 0,0 0 0 0 0,1 0 1 0 0,0 0-1 0 0,0-1 0 0 0,-1 1 0 0 0,1 0 0 0 0,0 0 0 0 0,1 0 0 0 0,-1-1 1 0 0,0 1-1 0 0,1 0 0 0 0,-1 0 0 0 0,1 0 0 0 0,0-1 0 0 0,-1 1 0 0 0,1 0 0 0 0,0 0 1 0 0,3-3-1 0 0,1-1 488 0 0,0 0 1 0 0,1 1 0 0 0,0-1 0 0 0,0 1-1 0 0,1 0 1 0 0,-1 1 0 0 0,1-1 0 0 0,0 1-1 0 0,0 1 1 0 0,1-1 0 0 0,-1 1 0 0 0,1 1-1 0 0,0-1 1 0 0,-1 1 0 0 0,16-1 0 0 0,-18 2-499 0 0,-1 1 1 0 0,1-1-1 0 0,0 1 1 0 0,-1 1-1 0 0,1-1 1 0 0,0 1-1 0 0,-1-1 1 0 0,1 1-1 0 0,-1 1 1 0 0,1-1-1 0 0,-1 1 1 0 0,0-1 0 0 0,1 1-1 0 0,-1 1 1 0 0,0-1-1 0 0,0 0 1 0 0,0 1-1 0 0,-1 0 1 0 0,1 0-1 0 0,-1 0 1 0 0,0 0-1 0 0,1 1 1 0 0,-1-1-1 0 0,-1 1 1 0 0,1 0 0 0 0,0 0-1 0 0,-1 0 1 0 0,3 7-1 0 0,-2-3-78 0 0,-1-1 0 0 0,0 1 0 0 0,0-1 0 0 0,-1 1 0 0 0,0 0 0 0 0,-1 0 0 0 0,1-1 0 0 0,-1 1 0 0 0,-1 0 0 0 0,0 0-1 0 0,0 0 1 0 0,0-1 0 0 0,-1 1 0 0 0,-5 13 0 0 0,3-8-15 0 0,-2-1-1 0 0,1 0 1 0 0,-2-1-1 0 0,1 1 1 0 0,-2-1 0 0 0,1 0-1 0 0,-1-1 1 0 0,-10 10-1 0 0,17-19-9 0 0,5-4 0 0 0,8-9 0 0 0,9-14 0 0 0,-1 0 0 0 0,-2-2 0 0 0,-1 0 0 0 0,-1-1 0 0 0,21-53 0 0 0,-19 31-44 0 0,-17 47 40 0 0,0 0-1 0 0,0-1 1 0 0,0 0 0 0 0,-1 1-1 0 0,1-1 1 0 0,-1 1-1 0 0,0-1 1 0 0,-1 0 0 0 0,0-6-1 0 0,1 11 5 0 0,0 0 0 0 0,0-1 0 0 0,0 1 0 0 0,0 0 0 0 0,-1 0 0 0 0,1-1 0 0 0,0 1 0 0 0,0 0 0 0 0,0 0 0 0 0,0 0 0 0 0,0 0 0 0 0,0-1 0 0 0,0 1 0 0 0,0 0 0 0 0,0 0 0 0 0,-1 0 0 0 0,1 0 0 0 0,0-1 0 0 0,0 1 0 0 0,0 0 0 0 0,0 0 0 0 0,-1 0 0 0 0,1 0 0 0 0,0 0 0 0 0,0 0 0 0 0,0-1 0 0 0,-1 1 0 0 0,1 0 0 0 0,0 0 0 0 0,0 0 0 0 0,0 0 0 0 0,-1 0 0 0 0,1 0 0 0 0,-6 5 0 0 0,-5 11 0 0 0,10-15 0 0 0,-13 30 1 0 0,0-1-1 0 0,-17 65 1 0 0,19-56 8 0 0,5-15 30 0 0,-11 36-25 0 0,16-53-11 0 0,1 0 0 0 0,-1 0-1 0 0,2 0 1 0 0,-1 0-1 0 0,1 0 1 0 0,1 10 0 0 0,-1-16 1 0 0,0 0 1 0 0,1 1-1 0 0,-1-1 0 0 0,0 0 1 0 0,1 0-1 0 0,-1 1 1 0 0,1-1-1 0 0,-1 0 1 0 0,1 0-1 0 0,0 0 0 0 0,-1 0 1 0 0,1 0-1 0 0,0 0 1 0 0,0 0-1 0 0,0 0 0 0 0,0 0 1 0 0,0 0-1 0 0,0 0 1 0 0,0 0-1 0 0,2 1 1 0 0,-1-1 12 0 0,1 0 0 0 0,-1 0 0 0 0,1-1 0 0 0,0 1 0 0 0,-1-1 0 0 0,1 1 0 0 0,-1-1 0 0 0,1 0 0 0 0,5 0 0 0 0,3-1 46 0 0,1-1 0 0 0,-1-1 1 0 0,19-5-1 0 0,-27 7-62 0 0,13-4-586 0 0,0-1 0 0 0,0-1-1 0 0,-1 0 1 0 0,17-11 0 0 0,-22 10-6785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52.2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91 7367 0 0,'42'-16'3624'0'0,"167"-30"2922"0"0,-104 25-7453 0 0,-75 14-5020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52.4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130 7 5063 0 0,'0'-1'95'0'0,"0"1"0"0"0,0 0 0 0 0,0 0 0 0 0,0-1 0 0 0,0 1 0 0 0,0 0 0 0 0,0 0 0 0 0,0-1 0 0 0,0 1 0 0 0,0 0 0 0 0,0 0 0 0 0,0 0 0 0 0,0-1 0 0 0,-1 1 0 0 0,1 0-1 0 0,0 0 1 0 0,0-1 0 0 0,0 1 0 0 0,0 0 0 0 0,0 0 0 0 0,-1 0 0 0 0,1 0 0 0 0,0-1 0 0 0,0 1 0 0 0,0 0 0 0 0,0 0 0 0 0,-1 0 0 0 0,1 0 0 0 0,0 0 0 0 0,0-1 0 0 0,0 1-1 0 0,-1 0 1 0 0,1 0 0 0 0,-1 0 0 0 0,-9 2 2662 0 0,-8 10 950 0 0,11-5-2911 0 0,0 1-1 0 0,0 0 1 0 0,1 0-1 0 0,0 1 1 0 0,1 0-1 0 0,-5 10 1 0 0,-23 59 1212 0 0,29-68-1916 0 0,1 0 0 0 0,1 0 0 0 0,0 0 0 0 0,0 0 0 0 0,1 1 0 0 0,0-1 0 0 0,1 1 0 0 0,1 12 0 0 0,-1-18-94 0 0,1-1 0 0 0,-1 0 0 0 0,1 0 0 0 0,0 0 0 0 0,1 0 1 0 0,-1 0-1 0 0,1 0 0 0 0,-1 0 0 0 0,1 0 0 0 0,0-1 0 0 0,1 1 0 0 0,-1-1 0 0 0,1 0 1 0 0,-1 1-1 0 0,1-1 0 0 0,0 0 0 0 0,0 0 0 0 0,0-1 0 0 0,1 1 0 0 0,-1-1 0 0 0,1 1 1 0 0,-1-1-1 0 0,6 2 0 0 0,-3-1-597 0 0,0-1 0 0 0,0 0 0 0 0,0-1 0 0 0,0 1 0 0 0,10 0 1 0 0,-1-2-6580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52.7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1 238 1375 0 0,'1'-8'636'0'0,"0"1"-1"0"0,1-1 0 0 0,0 1 0 0 0,0 0 0 0 0,1-1 1 0 0,4-7-1 0 0,0-2 673 0 0,2-4 343 0 0,2-5 1223 0 0,-2 0-1 0 0,0-1 1 0 0,6-34-1 0 0,-39 134-197 0 0,7 10-2676 0 0,16-71 0 0 0,0 0 0 0 0,0 0 0 0 0,1 0 0 0 0,3 23 0 0 0,-3-34-84 0 0,0 0 0 0 0,0 1-1 0 0,0-1 1 0 0,1 0 0 0 0,-1 0-1 0 0,0 0 1 0 0,1 0 0 0 0,-1 1 0 0 0,1-1-1 0 0,-1 0 1 0 0,1 0 0 0 0,0 0-1 0 0,-1 0 1 0 0,1 0 0 0 0,0 0-1 0 0,0 0 1 0 0,-1-1 0 0 0,1 1 0 0 0,0 0-1 0 0,0 0 1 0 0,0-1 0 0 0,0 1-1 0 0,0 0 1 0 0,0-1 0 0 0,0 1 0 0 0,2 0-1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52.9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36 3223 0 0,'1'-2'147'0'0,"0"0"-1"0"0,0 0 0 0 0,0 0 0 0 0,1 0 0 0 0,-1 0 0 0 0,0 0 0 0 0,1 0 0 0 0,-1 0 0 0 0,1 1 0 0 0,-1-1 0 0 0,1 1 0 0 0,0-1 0 0 0,0 1 0 0 0,0 0 0 0 0,0-1 0 0 0,0 1 0 0 0,0 0 0 0 0,0 0 0 0 0,0 1 1 0 0,0-1-1 0 0,1 0 0 0 0,-1 1 0 0 0,4-1 0 0 0,-2 0 321 0 0,0 1 0 0 0,0 0 1 0 0,-1 0-1 0 0,1 0 0 0 0,0 0 1 0 0,0 0-1 0 0,-1 1 0 0 0,1 0 1 0 0,-1 0-1 0 0,1 0 0 0 0,0 0 1 0 0,-1 0-1 0 0,0 1 0 0 0,1-1 1 0 0,-1 1-1 0 0,0 0 0 0 0,0 0 1 0 0,0 0-1 0 0,0 1 0 0 0,0-1 1 0 0,4 5-1 0 0,-5-4-185 0 0,1 1 0 0 0,-1-1 0 0 0,0 1 0 0 0,0 0 0 0 0,0 0 0 0 0,0 0 0 0 0,-1 0 0 0 0,1 0 0 0 0,-1 0 0 0 0,0 0 0 0 0,0 1 0 0 0,0 3 1 0 0,-1 1-98 0 0,0-1 0 0 0,0 1 1 0 0,-1-1-1 0 0,0 1 0 0 0,0-1 1 0 0,-1 0-1 0 0,0 0 1 0 0,0 1-1 0 0,-7 14 0 0 0,-15 21-1144 0 0,-5-2-4698 0 0,23-33-1178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53.2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 8 3679 0 0,'0'-1'36'0'0,"-1"1"0"0"0,1 0 0 0 0,0 0-1 0 0,0 0 1 0 0,0 0 0 0 0,0 0 0 0 0,0-1-1 0 0,-1 1 1 0 0,1 0 0 0 0,0 0-1 0 0,0 0 1 0 0,0-1 0 0 0,0 1 0 0 0,0 0-1 0 0,0 0 1 0 0,0 0 0 0 0,0-1 0 0 0,0 1-1 0 0,0 0 1 0 0,0 0 0 0 0,0 0-1 0 0,0-1 1 0 0,0 1 0 0 0,0 0 0 0 0,0 0-1 0 0,0 0 1 0 0,0-1 0 0 0,0 1 0 0 0,0 0-1 0 0,0 0 1 0 0,0 0 0 0 0,0-1-1 0 0,0 1 1 0 0,0 0 0 0 0,1 0 0 0 0,6 3 2424 0 0,9 11 1013 0 0,11 24 1784 0 0,9 22-1733 0 0,-28-44-2862 0 0,7 12-360 0 0,-1 1-1 0 0,-2-1 1 0 0,-1 2 0 0 0,-1 0 0 0 0,-2 0-1 0 0,-1 1 1 0 0,-1 0 0 0 0,-2 0-1 0 0,1 60 1 0 0,-5-42-230 0 0,-3 0 0 0 0,-16 90 0 0 0,14-114-51 0 0,-2 0 0 0 0,-1-1 0 0 0,0 0 0 0 0,-2 0 0 0 0,-1 0 0 0 0,-1-2 0 0 0,-19 29 0 0 0,19-34-334 0 0,-1-1 0 0 0,0 0 0 0 0,-2 0 0 0 0,1-1 0 0 0,-19 13 0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53.8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68 36 8751 0 0,'-1'-1'19'0'0,"1"1"0"0"0,0 0 0 0 0,0 0 0 0 0,-1 0 0 0 0,1 0 0 0 0,0 0 0 0 0,-1 0 0 0 0,1 0 0 0 0,0-1 0 0 0,0 1 0 0 0,0 0-1 0 0,-1 0 1 0 0,1 0 0 0 0,0 0 0 0 0,0-1 0 0 0,0 1 0 0 0,-1 0 0 0 0,1 0 0 0 0,0-1 0 0 0,0 1 0 0 0,0 0 0 0 0,0 0 0 0 0,0-1 0 0 0,-1 1-1 0 0,1 0 1 0 0,0-1 0 0 0,0 1 0 0 0,0 0 0 0 0,0-1 0 0 0,8-3 349 0 0,-8 4-367 0 0,0 0-1 0 0,0 0 1 0 0,0 0-1 0 0,0 0 1 0 0,0 0-1 0 0,0 0 0 0 0,0 0 1 0 0,0 0-1 0 0,0 0 1 0 0,0 0-1 0 0,0 0 1 0 0,1 0-1 0 0,-1 0 1 0 0,0 0-1 0 0,0 0 0 0 0,0 0 1 0 0,0 0-1 0 0,0 0 1 0 0,0-1-1 0 0,0 1 1 0 0,0 0-1 0 0,0 0 0 0 0,0 0 1 0 0,0 0-1 0 0,0 0 1 0 0,0 0-1 0 0,0 0 1 0 0,0 0-1 0 0,0 0 1 0 0,0 0-1 0 0,0 0 0 0 0,0 0 1 0 0,0 0-1 0 0,0 0 1 0 0,0 0-1 0 0,0 0 1 0 0,0 0-1 0 0,0-1 1 0 0,0 1-1 0 0,-1 0 0 0 0,1 0 1 0 0,0 0-1 0 0,0 0 1 0 0,0 0-1 0 0,0 0 1 0 0,0 0-1 0 0,0 0 0 0 0,0 0 1 0 0,0 0-1 0 0,0 0 1 0 0,0 0-1 0 0,0 0 1 0 0,0 0-1 0 0,0 0 1 0 0,0 0-1 0 0,0 0 0 0 0,0 0 1 0 0,0 0-1 0 0,0 0 1 0 0,0 0-1 0 0,-1 0 1 0 0,1 0-1 0 0,0 0 1 0 0,0 0-1 0 0,0 0 62 0 0,0 0 0 0 0,0 0-1 0 0,0 0 1 0 0,-1-1 0 0 0,1 1 0 0 0,0 0-1 0 0,0 0 1 0 0,0 0 0 0 0,0 0 0 0 0,0 0-1 0 0,-1 0 1 0 0,1 0 0 0 0,0-1 0 0 0,0 1-1 0 0,0 0 1 0 0,0 0 0 0 0,0 0 0 0 0,0 0-1 0 0,0-1 1 0 0,0 1 0 0 0,-1 0 0 0 0,1 0-1 0 0,0 0 1 0 0,0 0 0 0 0,0-1 0 0 0,0 1-1 0 0,0 0 1 0 0,0 0 0 0 0,0 0 0 0 0,0 0-1 0 0,0-1 1 0 0,0 1 0 0 0,0 0 0 0 0,0 0-1 0 0,0 0 1 0 0,1-1 0 0 0,-1 1 0 0 0,0 0-1 0 0,0 0 1 0 0,0 0 0 0 0,0 0 0 0 0,0 0-1 0 0,0-1 1 0 0,0 1 0 0 0,0 0 0 0 0,0 0-1 0 0,1 0 1 0 0,-1 0 0 0 0,0 0 0 0 0,0 0-1 0 0,0-1 1 0 0,0 1 0 0 0,1 0 0 0 0,-1 0-1 0 0,0 0 1 0 0,0 0 0 0 0,0 0 0 0 0,1 0-1 0 0,4-3 582 0 0,1 1 0 0 0,-1 0 0 0 0,1 0 0 0 0,0 1-1 0 0,0-1 1 0 0,0 1 0 0 0,0 0 0 0 0,0 1 0 0 0,0 0 0 0 0,6 0-1 0 0,0 0-392 0 0,0 1-1 0 0,0 1 1 0 0,-1 0-1 0 0,14 4 1 0 0,-24-6-251 0 0,0 0 0 0 0,0 0 1 0 0,1 1-1 0 0,-1-1 0 0 0,0 1 1 0 0,0-1-1 0 0,0 1 0 0 0,0-1 1 0 0,0 1-1 0 0,0 0 0 0 0,0-1 1 0 0,0 1-1 0 0,0 0 0 0 0,0 0 1 0 0,-1 0-1 0 0,1 0 0 0 0,1 1 0 0 0,-2-1-21 0 0,0 0 0 0 0,0 0 0 0 0,0-1 0 0 0,0 1-1 0 0,0 0 1 0 0,0 0 0 0 0,-1-1 0 0 0,1 1-1 0 0,0 0 1 0 0,0 0 0 0 0,-1-1 0 0 0,1 1 0 0 0,0 0-1 0 0,-1-1 1 0 0,1 1 0 0 0,0 0 0 0 0,-1-1-1 0 0,1 1 1 0 0,-1 0 0 0 0,1-1 0 0 0,-1 1 0 0 0,0-1-1 0 0,1 1 1 0 0,-1-1 0 0 0,0 0 0 0 0,1 1-1 0 0,-2 0 1 0 0,-14 9-883 0 0,-1 1-1 0 0,-27 11 1 0 0,-4 2-293 0 0,41-20 1144 0 0,-5 2 37 0 0,1 1 0 0 0,0 0 1 0 0,0 0-1 0 0,0 1 1 0 0,-14 15-1 0 0,24-23 57 0 0,1 1 0 0 0,-1-1 0 0 0,1 1-1 0 0,-1 0 1 0 0,1-1 0 0 0,-1 1 0 0 0,1-1-1 0 0,0 1 1 0 0,-1 0 0 0 0,1-1 0 0 0,0 1-1 0 0,-1 0 1 0 0,1 0 0 0 0,0-1 0 0 0,0 1-1 0 0,0 0 1 0 0,0 0 0 0 0,0-1 0 0 0,0 1-1 0 0,0 0 1 0 0,0 0 0 0 0,0 0 0 0 0,0 0 33 0 0,0-1 0 0 0,1 1 0 0 0,-1 0-1 0 0,1-1 1 0 0,-1 1 0 0 0,1-1 0 0 0,-1 1 0 0 0,1-1 0 0 0,-1 1 0 0 0,1-1 0 0 0,-1 1 0 0 0,1-1 0 0 0,0 1 0 0 0,-1-1 0 0 0,1 0 0 0 0,0 1 0 0 0,-1-1-1 0 0,2 0 1 0 0,3 2 241 0 0,-1-1 0 0 0,1 0 0 0 0,0-1-1 0 0,0 1 1 0 0,6-1 0 0 0,16-2 221 0 0,0-1 0 0 0,-1-1 0 0 0,42-13 0 0 0,-42 11-402 0 0,-7 1-120 0 0,24-5-1660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57.1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12 1839 0 0,'0'-12'12720'0'0,"100"23"-9531"0"0,-85-8-2826 0 0,-1 0 0 0 0,0 1 0 0 0,0 0 0 0 0,-1 1 0 0 0,18 10 0 0 0,-29-14-326 0 0,0-1 1 0 0,0 2-1 0 0,0-1 0 0 0,-1 0 1 0 0,1 0-1 0 0,-1 0 0 0 0,1 1 1 0 0,-1-1-1 0 0,1 1 0 0 0,-1-1 1 0 0,0 1-1 0 0,0 0 0 0 0,0-1 1 0 0,0 1-1 0 0,0 0 0 0 0,0 0 1 0 0,0 0-1 0 0,0 0 0 0 0,-1 0 1 0 0,1 0-1 0 0,0 3 0 0 0,-1-2-17 0 0,-1-1-1 0 0,1 1 0 0 0,0 0 1 0 0,-1-1-1 0 0,0 1 0 0 0,1-1 1 0 0,-1 1-1 0 0,0-1 0 0 0,0 0 1 0 0,-1 1-1 0 0,1-1 0 0 0,0 0 1 0 0,-1 0-1 0 0,1 0 0 0 0,-1 0 1 0 0,0 0-1 0 0,-2 2 0 0 0,-13 11 66 0 0,-1 0 0 0 0,0-1-1 0 0,-25 13 1 0 0,26-17-4 0 0,1 0 0 0 0,0 2 0 0 0,0 0 0 0 0,-24 24 0 0 0,39-34-54 0 0,-1 0 0 0 0,1 0 0 0 0,-1 0 0 0 0,1 0 0 0 0,-1 1-1 0 0,1-1 1 0 0,0 0 0 0 0,0 0 0 0 0,0 1 0 0 0,0-1 0 0 0,1 1 0 0 0,-1-1-1 0 0,1 1 1 0 0,-1-1 0 0 0,1 1 0 0 0,0-1 0 0 0,0 1 0 0 0,0 3 0 0 0,1-4-1 0 0,-1 0 1 0 0,1 0-1 0 0,0 0 1 0 0,-1 0 0 0 0,1-1-1 0 0,0 1 1 0 0,0 0 0 0 0,1 0-1 0 0,-1 0 1 0 0,0-1-1 0 0,0 1 1 0 0,1-1 0 0 0,-1 1-1 0 0,1-1 1 0 0,-1 0 0 0 0,1 1-1 0 0,0-1 1 0 0,0 0-1 0 0,-1 0 1 0 0,1 0 0 0 0,0 0-1 0 0,3 1 1 0 0,7 1 43 0 0,0 1 1 0 0,0-2 0 0 0,0 1-1 0 0,0-2 1 0 0,0 1-1 0 0,1-2 1 0 0,-1 0 0 0 0,1 0-1 0 0,21-4 1 0 0,-9-1-16 0 0,0-1 1 0 0,0-1-1 0 0,41-17 1 0 0,-63 23-44 0 0,15-9 13 0 0,-17 8-105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58.9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1 381 5527 0 0,'5'-5'-318'0'0,"4"-1"7161"0"0,6 4-6856 0 0,-9 2 668 0 0,5-2 22 0 0,-1-1 1 0 0,1-1-1 0 0,0 1 1 0 0,-1-2-1 0 0,0 0 1 0 0,0 0-1 0 0,15-11 1 0 0,-10 5-606 0 0,-1 0 0 0 0,0-1 1 0 0,20-24-1 0 0,-24 24-34 0 0,0 0 0 0 0,-1-1 0 0 0,-1-1 0 0 0,0 0 0 0 0,8-19 0 0 0,-13 26 6 0 0,0 0 0 0 0,0-1-1 0 0,-1 1 1 0 0,-1-1 0 0 0,1 0-1 0 0,-1 1 1 0 0,0-1 0 0 0,-1 0-1 0 0,0 0 1 0 0,0 0 0 0 0,-1 1 0 0 0,-2-14-1 0 0,2 18-16 0 0,1 0 0 0 0,-1 1 0 0 0,0-1 1 0 0,-1 1-1 0 0,1-1 0 0 0,0 1 0 0 0,-1-1 0 0 0,1 1 0 0 0,-1 0 0 0 0,0 0 0 0 0,0 0 0 0 0,0 0 0 0 0,0 0 0 0 0,0 0 0 0 0,-5-3 1 0 0,6 4-15 0 0,-1 1 0 0 0,1-1 1 0 0,-1 0-1 0 0,1 1 0 0 0,-1 0 1 0 0,1-1-1 0 0,-1 1 1 0 0,1 0-1 0 0,-1 0 0 0 0,0 0 1 0 0,1 0-1 0 0,-1 0 0 0 0,0 0 1 0 0,1 0-1 0 0,-1 0 1 0 0,1 1-1 0 0,-1-1 0 0 0,1 0 1 0 0,-1 1-1 0 0,1 0 0 0 0,-1-1 1 0 0,1 1-1 0 0,-1 0 1 0 0,1 0-1 0 0,0 0 0 0 0,-1 0 1 0 0,1 0-1 0 0,-2 2 1 0 0,-2 2 0 0 0,0 1 1 0 0,0 0 0 0 0,0 1 0 0 0,1-1 0 0 0,0 1-1 0 0,0 0 1 0 0,1 0 0 0 0,0 0 0 0 0,0 0 0 0 0,1 1-1 0 0,0-1 1 0 0,0 1 0 0 0,0-1 0 0 0,0 12 0 0 0,1-1 15 0 0,1-1 1 0 0,0 1-1 0 0,1-1 1 0 0,1 1-1 0 0,5 22 1 0 0,8 20 512 0 0,3 0 0 0 0,51 112 0 0 0,10-29 85 0 0,9 21-512 0 0,-80-141-6 0 0,-7-22-172 0 0,-1-1-1 0 0,0 1 1 0 0,1 0 0 0 0,-1 0 0 0 0,0 0-1 0 0,0 0 1 0 0,0 0 0 0 0,0 0 0 0 0,0 0-1 0 0,0 0 1 0 0,0 0 0 0 0,0 0 0 0 0,0 0-1 0 0,-1 0 1 0 0,1-1 0 0 0,0 1-1 0 0,0 0 1 0 0,-1 0 0 0 0,1 0 0 0 0,-1 0-1 0 0,0 1 1 0 0,-3 0-1246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59.1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2 169 5063 0 0,'0'-2'14'0'0,"0"0"65"0"0,-1 0 0 0 0,1 0 0 0 0,0 0 1 0 0,0 0-1 0 0,-1 0 0 0 0,1 0 0 0 0,1 0 0 0 0,-1-3 1 0 0,1 3 95 0 0,-1 1 1 0 0,1 0 0 0 0,0 0-1 0 0,0 0 1 0 0,-1 0 0 0 0,1 1 0 0 0,0-1-1 0 0,0 0 1 0 0,0 0 0 0 0,0 0-1 0 0,0 1 1 0 0,0-1 0 0 0,0 0 0 0 0,0 1-1 0 0,0-1 1 0 0,2 0 0 0 0,74-35 6423 0 0,-38 20-5003 0 0,42-12 1 0 0,45-14-3449 0 0,-107 33-4194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59.4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110 29 1839 0 0,'0'-2'80'0'0,"1"0"0"0"0,-1 0-1 0 0,0 0 1 0 0,0 0-1 0 0,0 0 1 0 0,0 0 0 0 0,0 0-1 0 0,0 0 1 0 0,0-1-1 0 0,-1-2 1 0 0,0 5-1 0 0,1 0 1 0 0,0 0-1 0 0,0-1 0 0 0,0 1 1 0 0,0 0-1 0 0,0 0 0 0 0,-1 0 0 0 0,1 0 1 0 0,0-1-1 0 0,0 1 0 0 0,0 0 1 0 0,-1 0-1 0 0,1 0 0 0 0,0 0 0 0 0,0 0 1 0 0,0 0-1 0 0,-1-1 0 0 0,1 1 1 0 0,0 0-1 0 0,0 0 0 0 0,-1 0 0 0 0,1 0 1 0 0,0 0-1 0 0,0 0 0 0 0,-1 0 1 0 0,1 0-1 0 0,0 0 0 0 0,0 0 0 0 0,-1 0 1 0 0,1 1-1 0 0,-14 7 3319 0 0,9-3-2659 0 0,0 0 0 0 0,1 1 0 0 0,0 0-1 0 0,0-1 1 0 0,0 1 0 0 0,0 1 0 0 0,1-1 0 0 0,-2 7-1 0 0,-18 56 2459 0 0,15-39-2561 0 0,2 1 0 0 0,0 0 0 0 0,2 0 0 0 0,2 0 0 0 0,1 0 1 0 0,3 39-1 0 0,0-49-585 0 0,1 0 0 0 0,1-1 0 0 0,0 0 0 0 0,2 0 0 0 0,0 0 0 0 0,1 0 0 0 0,1-1 0 0 0,1 0 0 0 0,1-1 0 0 0,16 25 0 0 0,-24-40-114 0 0,1 0 0 0 0,-1 1 0 0 0,1-1 0 0 0,0 0-1 0 0,0 0 1 0 0,0-1 0 0 0,0 1 0 0 0,1 0 0 0 0,-1-1 0 0 0,1 0 0 0 0,-1 0-1 0 0,1 0 1 0 0,5 2 0 0 0,1-2-901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09:59.9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0 101 1839 0 0,'6'-26'381'0'0,"-5"23"149"0"0,1 0-1 0 0,-1 0 1 0 0,1-1-1 0 0,0 1 1 0 0,0 0-1 0 0,0 1 0 0 0,0-1 1 0 0,0 0-1 0 0,1 1 1 0 0,-1-1-1 0 0,1 1 1 0 0,0 0-1 0 0,5-4 1 0 0,-1 1 432 0 0,1 1 1 0 0,-1 0 0 0 0,1 1 0 0 0,0-1-1 0 0,0 1 1 0 0,0 1 0 0 0,10-3 0 0 0,-14 4-743 0 0,0 1 1 0 0,-1-1 0 0 0,1 1-1 0 0,0 0 1 0 0,0-1 0 0 0,-1 2-1 0 0,1-1 1 0 0,0 0 0 0 0,0 1-1 0 0,-1 0 1 0 0,1 0 0 0 0,-1 0-1 0 0,1 0 1 0 0,-1 0 0 0 0,1 1-1 0 0,-1-1 1 0 0,1 1 0 0 0,4 4-1 0 0,-7-5-178 0 0,0 0-1 0 0,0 0 0 0 0,0 0 1 0 0,1 1-1 0 0,-1-1 0 0 0,-1 0 1 0 0,1 1-1 0 0,0-1 0 0 0,0 1 1 0 0,0-1-1 0 0,-1 1 1 0 0,1-1-1 0 0,-1 1 0 0 0,1-1 1 0 0,-1 1-1 0 0,0 0 0 0 0,1-1 1 0 0,-1 3-1 0 0,0-2-24 0 0,-1 1-1 0 0,1 0 1 0 0,-1-1 0 0 0,1 1-1 0 0,-1 0 1 0 0,0-1 0 0 0,0 1-1 0 0,0-1 1 0 0,0 1 0 0 0,-2 2-1 0 0,-1 1-21 0 0,0 0 0 0 0,0-1 0 0 0,-1 1 0 0 0,1-1 0 0 0,-1 0-1 0 0,-1-1 1 0 0,-8 7 0 0 0,11-10 5 0 0,2-1 0 0 0,0 0 0 0 0,0 0 0 0 0,1 0 0 0 0,-1 0 0 0 0,0 0 0 0 0,0 0 0 0 0,0 0 0 0 0,1 1 0 0 0,-1-1 0 0 0,0 0 0 0 0,0 1 0 0 0,1-1 0 0 0,-1 0 0 0 0,0 1 0 0 0,1-1 0 0 0,-1 1 0 0 0,0-1 0 0 0,1 1 0 0 0,-1-1 0 0 0,1 1 0 0 0,-2 1 0 0 0,2-2 0 0 0,-18 20 0 0 0,16-18 0 0 0,1 0 0 0 0,-1 0 0 0 0,1 0 0 0 0,0 0 0 0 0,0 0 0 0 0,0 0 0 0 0,0 0 0 0 0,0 0 0 0 0,0 1 0 0 0,1-1 0 0 0,-1 4 0 0 0,1-6 0 0 0,0 0 0 0 0,0 1 0 0 0,0-1 0 0 0,0 0 0 0 0,0 0 0 0 0,0 1 0 0 0,0-1 0 0 0,0 0 0 0 0,0 1 0 0 0,0-1 0 0 0,0 0 0 0 0,0 0 0 0 0,0 1 0 0 0,0-1 0 0 0,1 0 0 0 0,-1 0 0 0 0,0 1 0 0 0,0-1 0 0 0,0 0 0 0 0,0 0 0 0 0,1 0 0 0 0,-1 1 0 0 0,0-1 0 0 0,0 0 0 0 0,0 0 0 0 0,1 0 0 0 0,-1 0 0 0 0,0 0 0 0 0,0 1 0 0 0,1-1 0 0 0,-1 0 0 0 0,0 0 0 0 0,1 0 0 0 0,10-2 0 0 0,8-8 0 0 0,-15 6-122 0 0,1-3-26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00.9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58 3223 0 0,'6'-8'14710'0'0,"6"10"-8307"0"0,-4-1-9095 0 0,-2-1 2737 0 0,-1 0 0 0 0,1 0 1 0 0,-1 0-1 0 0,1-1 0 0 0,-1 0 0 0 0,0 0 0 0 0,1 0 0 0 0,-1-1 0 0 0,0 0 0 0 0,8-4 0 0 0,7-2 41 0 0,-20 8-83 0 0,0 0 1 0 0,0 1-1 0 0,0-1 1 0 0,0 0-1 0 0,0 0 1 0 0,-1 0-1 0 0,1 0 1 0 0,0 0 0 0 0,0 0-1 0 0,0 0 1 0 0,0 0-1 0 0,0 0 1 0 0,0 0-1 0 0,0 1 1 0 0,0-1-1 0 0,0 0 1 0 0,0 0-1 0 0,-1 0 1 0 0,1 0-1 0 0,0 0 1 0 0,0 0-1 0 0,0 1 1 0 0,0-1-1 0 0,0 0 1 0 0,0 0-1 0 0,0 0 1 0 0,0 0-1 0 0,0 0 1 0 0,0 0-1 0 0,0 1 1 0 0,0-1 0 0 0,0 0-1 0 0,0 0 1 0 0,0 0-1 0 0,0 0 1 0 0,0 0-1 0 0,0 1 1 0 0,0-1-1 0 0,0 0 1 0 0,1 0-1 0 0,-1 0 1 0 0,0 0-1 0 0,0 0 1 0 0,0 0-1 0 0,0 0 1 0 0,0 1-1 0 0,0-1 1 0 0,0 0-1 0 0,0 0 1 0 0,0 0-1 0 0,1 0 1 0 0,-1 0-1 0 0,0 0 1 0 0,0 0-1 0 0,0 0 1 0 0,0 0 0 0 0,0 0-1 0 0,0 0 1 0 0,1 0-1 0 0,-1 0 1 0 0,0 0-1 0 0,0 0 1 0 0,0 0-1 0 0,0 0 1 0 0,0 0-1 0 0,0 0 1 0 0,1 0-1 0 0,-1 0 1 0 0,0 0-1 0 0,0 1 5 0 0,-1-1 0 0 0,1 1 0 0 0,0-1-1 0 0,-1 1 1 0 0,1-1 0 0 0,0 0 0 0 0,-1 1-1 0 0,1-1 1 0 0,-1 0 0 0 0,1 1 0 0 0,-1-1-1 0 0,1 0 1 0 0,-1 1 0 0 0,1-1 0 0 0,-1 0-1 0 0,1 0 1 0 0,-1 0 0 0 0,1 0 0 0 0,-1 1-1 0 0,0-1 1 0 0,1 0 0 0 0,-1 0 0 0 0,1 0-1 0 0,-1 0 1 0 0,0 0 0 0 0,-8-3 0 0 0,2 1-7 0 0,-1 0 1 0 0,0 1 0 0 0,1-1 0 0 0,-14 1-1 0 0,20 1-1 0 0,-1-1 0 0 0,0 2 0 0 0,1-1 0 0 0,-1 0 0 0 0,0 0 0 0 0,1 0 0 0 0,-1 1 0 0 0,0-1-1 0 0,1 1 1 0 0,-1-1 0 0 0,1 1 0 0 0,-1 0 0 0 0,1 0 0 0 0,-1-1 0 0 0,1 1 0 0 0,0 0 0 0 0,-1 0-1 0 0,1 0 1 0 0,0 1 0 0 0,0-1 0 0 0,0 0 0 0 0,-1 0 0 0 0,1 1 0 0 0,1-1 0 0 0,-1 1 0 0 0,0-1-1 0 0,0 1 1 0 0,0-1 0 0 0,0 3 0 0 0,1-2 0 0 0,0-1 0 0 0,0 1 1 0 0,0-1-1 0 0,0 1 0 0 0,0-1 0 0 0,1 1 0 0 0,-1-1 0 0 0,0 0 0 0 0,1 1 0 0 0,-1-1 1 0 0,1 1-1 0 0,-1-1 0 0 0,1 0 0 0 0,0 1 0 0 0,0-1 0 0 0,0 0 0 0 0,0 0 1 0 0,-1 0-1 0 0,4 2 0 0 0,22 21-10 0 0,-24-22 6 0 0,108 72 28 0 0,-9-7 435 0 0,-96-63-432 0 0,0 0 0 0 0,0 0 0 0 0,-1 1-1 0 0,0 0 1 0 0,0 0 0 0 0,0 0 0 0 0,0 0 0 0 0,-1 1 0 0 0,5 8-1 0 0,-7-12-23 0 0,0 0 0 0 0,-1 0 0 0 0,1 0-1 0 0,-1 0 1 0 0,1 0 0 0 0,-1-1 0 0 0,0 1 0 0 0,1 0-1 0 0,-1 0 1 0 0,0 0 0 0 0,0 0 0 0 0,-1 0-1 0 0,1 0 1 0 0,0 0 0 0 0,-1 0 0 0 0,1 0-1 0 0,-1 0 1 0 0,1 0 0 0 0,-1-1 0 0 0,0 1 0 0 0,0 0-1 0 0,0 0 1 0 0,0-1 0 0 0,0 1 0 0 0,0-1-1 0 0,0 1 1 0 0,-1-1 0 0 0,1 1 0 0 0,-1-1 0 0 0,1 0-1 0 0,-1 0 1 0 0,1 1 0 0 0,-1-1 0 0 0,0 0-1 0 0,-1 0 1 0 0,-1 1-3 0 0,0 0 0 0 0,0-1 0 0 0,0 0 0 0 0,0 0 0 0 0,0 0 0 0 0,-1 0 0 0 0,1-1 0 0 0,0 0-1 0 0,0 1 1 0 0,0-2 0 0 0,-1 1 0 0 0,1 0 0 0 0,0-1 0 0 0,-8-2 0 0 0,2 0 3 0 0,0 0 0 0 0,0-1 0 0 0,1 0 0 0 0,-18-10-1 0 0,26 13-1 0 0,-5-2 12 0 0,0-1 0 0 0,1 1 0 0 0,-1-2 0 0 0,1 1 1 0 0,0-1-1 0 0,-5-5 0 0 0,9 9-11 0 0,0-1 1 0 0,0 1-1 0 0,0-1 0 0 0,0 1 1 0 0,0-1-1 0 0,1 0 1 0 0,-1 1-1 0 0,0-1 1 0 0,1 0-1 0 0,0 1 0 0 0,-1-1 1 0 0,1 0-1 0 0,0 0 1 0 0,0 1-1 0 0,0-1 1 0 0,0 0-1 0 0,0 0 0 0 0,1 0 1 0 0,-1 1-1 0 0,0-1 1 0 0,1 0-1 0 0,-1 1 1 0 0,1-1-1 0 0,0 0 0 0 0,-1 1 1 0 0,1-1-1 0 0,0 1 1 0 0,2-3-1 0 0,5-7-2 0 0,17-20 0 0 0,3-3 0 0 0,-19 23 0 0 0,-2-1 0 0 0,1-1 0 0 0,-1 1 0 0 0,6-19 0 0 0,-11 26 0 0 0,0 0 0 0 0,-1-1 0 0 0,1 1 0 0 0,-1-1 0 0 0,0 1 0 0 0,-1-1 0 0 0,1 1 0 0 0,-1-1 0 0 0,0 0 0 0 0,-1 1 0 0 0,1-1 0 0 0,-1 1 0 0 0,0-1 0 0 0,-2-5 0 0 0,2 10-1 0 0,1-1 0 0 0,-1 1-1 0 0,1 0 1 0 0,-1 0 0 0 0,1 0 0 0 0,-1 0-1 0 0,0 0 1 0 0,1-1 0 0 0,-1 1-1 0 0,0 0 1 0 0,0 1 0 0 0,0-1 0 0 0,0 0-1 0 0,0 0 1 0 0,0 0 0 0 0,0 0 0 0 0,0 1-1 0 0,0-1 1 0 0,0 0 0 0 0,0 1-1 0 0,0-1 1 0 0,0 1 0 0 0,-1 0 0 0 0,0-1-1 0 0,-1 1-3 0 0,1 0-1 0 0,0 0 0 0 0,-1 0 0 0 0,1 0 0 0 0,0 1 0 0 0,-1-1 0 0 0,1 1 0 0 0,0 0 1 0 0,0-1-1 0 0,0 1 0 0 0,0 0 0 0 0,-3 2 0 0 0,-3 2-23 0 0,1 0 1 0 0,-1 0-1 0 0,1 1 0 0 0,0 0 1 0 0,-10 13-1 0 0,15-18-256 0 0,1 1 1 0 0,-1 0-1 0 0,1 0 0 0 0,0 0 0 0 0,-1 0 0 0 0,1 0 1 0 0,0 0-1 0 0,0 0 0 0 0,0 0 0 0 0,1 0 0 0 0,-1 0 1 0 0,1 1-1 0 0,-1-1 0 0 0,0 4 0 0 0,1 2-6763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01.6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41 139 6911 0 0,'0'-1'40'0'0,"0"1"0"0"0,1-1 0 0 0,-1 0 0 0 0,0 1 0 0 0,0-1 0 0 0,0 1 0 0 0,0-1 0 0 0,1 1 0 0 0,-1-1 0 0 0,0 0 0 0 0,1 1 0 0 0,-1-1 0 0 0,0 1 0 0 0,1-1 0 0 0,-1 1 0 0 0,1 0 0 0 0,-1-1 0 0 0,0 1 0 0 0,1-1 0 0 0,-1 1 0 0 0,1 0 0 0 0,-1-1 0 0 0,2 1 0 0 0,17-6 1054 0 0,-11 5 10 0 0,0 0 1 0 0,14 1-1 0 0,-19 0-778 0 0,1 0 0 0 0,-1 0 0 0 0,0 1 0 0 0,0-1 0 0 0,0 1 0 0 0,1 0 0 0 0,-1 0 0 0 0,0 0 0 0 0,0 0 1 0 0,0 1-1 0 0,-1-1 0 0 0,1 1 0 0 0,0 0 0 0 0,0-1 0 0 0,-1 1 0 0 0,1 1 0 0 0,-1-1 0 0 0,0 0 0 0 0,1 0 0 0 0,-1 1 0 0 0,0 0 0 0 0,-1-1 0 0 0,1 1 0 0 0,3 5 0 0 0,-4-3-180 0 0,1 1-1 0 0,-1-1 0 0 0,0 0 0 0 0,0 0 0 0 0,-1 1 0 0 0,1-1 1 0 0,-1 0-1 0 0,0 1 0 0 0,-1-1 0 0 0,1 1 0 0 0,-1-1 1 0 0,0 0-1 0 0,-1 0 0 0 0,-2 8 0 0 0,-52 113 416 0 0,16-42-239 0 0,38-80-307 0 0,0 0 10 0 0,1 1 0 0 0,-1-1 0 0 0,0-1 0 0 0,-1 1 0 0 0,-3 5-1 0 0,6-8-20 0 0,-1-1-1 0 0,1 1 1 0 0,-1-1-1 0 0,1 1 0 0 0,-1-1 1 0 0,1 0-1 0 0,-1 1 1 0 0,1-1-1 0 0,-1 0 0 0 0,1 0 1 0 0,-1 1-1 0 0,1-1 1 0 0,-1 0-1 0 0,1 0 0 0 0,-1 0 1 0 0,0 0-1 0 0,1 1 1 0 0,-1-1-1 0 0,0 0 1 0 0,0-1-3 0 0,0 1 1 0 0,0 0 0 0 0,0 0-1 0 0,0-1 1 0 0,1 1 0 0 0,-1-1-1 0 0,0 1 1 0 0,0-1 0 0 0,1 1-1 0 0,-1-1 1 0 0,0 1 0 0 0,0-1-1 0 0,1 0 1 0 0,-1 1 0 0 0,1-1-1 0 0,-2-1 1 0 0,-2-5-70 0 0,-1 1-1 0 0,1-1 1 0 0,1 0 0 0 0,-1 0-1 0 0,1-1 1 0 0,0 1 0 0 0,1-1-1 0 0,0 1 1 0 0,0-1 0 0 0,1 0-1 0 0,0 0 1 0 0,-1-9 0 0 0,2 11 13 0 0,0-1 0 0 0,1 1 0 0 0,0 0 0 0 0,0 0 0 0 0,0 0 0 0 0,0 1 0 0 0,1-1 0 0 0,0 0 0 0 0,0 0 0 0 0,1 1 0 0 0,0-1 0 0 0,0 1 0 0 0,0 0 0 0 0,0 0 0 0 0,1 0 0 0 0,6-6 0 0 0,52-46-310 0 0,-37 36 323 0 0,39-43 0 0 0,-53 51 39 0 0,0 0-1 0 0,12-22 1 0 0,-21 30 12 0 0,0 1 0 0 0,1 0 0 0 0,-2-1 0 0 0,1 1 0 0 0,0-1 1 0 0,-1 0-1 0 0,0 0 0 0 0,0 1 0 0 0,0-1 0 0 0,-1 0 0 0 0,1 0 0 0 0,-1 0 0 0 0,-1-6 0 0 0,1 10 1 0 0,0 1 0 0 0,0 0-1 0 0,0 0 1 0 0,0 0-1 0 0,0-1 1 0 0,0 1-1 0 0,0 0 1 0 0,0 0-1 0 0,0-1 1 0 0,0 1 0 0 0,0 0-1 0 0,0 0 1 0 0,0 0-1 0 0,0-1 1 0 0,0 1-1 0 0,0 0 1 0 0,-1 0-1 0 0,1 0 1 0 0,0-1 0 0 0,0 1-1 0 0,0 0 1 0 0,0 0-1 0 0,0 0 1 0 0,-1-1-1 0 0,1 1 1 0 0,0 0-1 0 0,0 0 1 0 0,0 0 0 0 0,0 0-1 0 0,-1 0 1 0 0,1 0-1 0 0,0-1 1 0 0,0 1-1 0 0,0 0 1 0 0,-1 0-1 0 0,1 0 1 0 0,0 0-1 0 0,0 0 1 0 0,-1 0 0 0 0,1 0-1 0 0,0 0 1 0 0,-1 0-1 0 0,-8 9 266 0 0,-5 15-91 0 0,5-7-155 0 0,-19 25-1 0 0,20-31-25 0 0,0 0 0 0 0,1 0 0 0 0,0 0 0 0 0,1 1 0 0 0,-7 20-1 0 0,8-14 134 0 0,1 0-1 0 0,0 0 0 0 0,1 0 0 0 0,1 1 0 0 0,1 25 0 0 0,1-36-82 0 0,1 0-1 0 0,-1 0 1 0 0,1 0-1 0 0,1 0 1 0 0,0 0-1 0 0,0-1 1 0 0,0 1-1 0 0,1-1 1 0 0,0 1-1 0 0,0-1 1 0 0,1 0-1 0 0,0 0 1 0 0,0 0-1 0 0,1-1 1 0 0,5 7-1 0 0,-5-9-42 0 0,-1-1 0 0 0,1 1 0 0 0,0-1 1 0 0,1 0-1 0 0,-1-1 0 0 0,0 1 0 0 0,1-1 0 0 0,-1 0 0 0 0,1 0 0 0 0,0 0 0 0 0,0-1 0 0 0,0 0 1 0 0,-1 0-1 0 0,1-1 0 0 0,0 0 0 0 0,0 0 0 0 0,7 0 0 0 0,9-2 27 0 0,1-2-1 0 0,-1 0 1 0 0,24-7-1 0 0,-39 9-22 0 0,0 0-299 0 0,0 1 1 0 0,0-1-1 0 0,0-1 0 0 0,0 0 1 0 0,0 0-1 0 0,-1 0 0 0 0,1-1 1 0 0,5-4-1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01.8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9 149 919 0 0,'-9'-6'33'0'0,"10"1"1471"0"0,15-1 2496 0 0,-9 4-3295 0 0,177-51 9776 0 0,-67 20-8518 0 0,-2-3-3771 0 0,-94 29-4622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02.0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86 9 4143 0 0,'0'-1'16'0'0,"0"1"-1"0"0,0 0 1 0 0,0-1-1 0 0,0 1 0 0 0,0 0 1 0 0,0-1-1 0 0,0 1 0 0 0,-1 0 1 0 0,1-1-1 0 0,0 1 0 0 0,0 0 1 0 0,0-1-1 0 0,0 1 1 0 0,-1 0-1 0 0,1 0 0 0 0,0-1 1 0 0,0 1-1 0 0,-1 0 0 0 0,1 0 1 0 0,0-1-1 0 0,0 1 1 0 0,-1 0-1 0 0,1 0 0 0 0,0 0 1 0 0,-1-1-1 0 0,1 1 0 0 0,0 0 1 0 0,-1 0-1 0 0,1 0 0 0 0,0 0 1 0 0,-1 0-1 0 0,1 0 1 0 0,-1 0-1 0 0,0 0 83 0 0,1 0 0 0 0,-1 1 1 0 0,0-1-1 0 0,1 1 0 0 0,-1-1 0 0 0,0 1 1 0 0,1 0-1 0 0,-1-1 0 0 0,0 1 0 0 0,1 0 1 0 0,-1-1-1 0 0,1 1 0 0 0,-1 1 0 0 0,-15 34 3072 0 0,13-28-2599 0 0,-9 21 2066 0 0,2 0-1 0 0,-8 32 1 0 0,15-47-1988 0 0,1 0 0 0 0,0 0 0 0 0,0 1 0 0 0,1-1 0 0 0,1 0 0 0 0,3 25 0 0 0,-2-33-542 0 0,0-1 0 0 0,0 1 0 0 0,1-1 0 0 0,0 0 0 0 0,0 0 0 0 0,0 1 0 0 0,1-1-1 0 0,-1-1 1 0 0,1 1 0 0 0,5 6 0 0 0,-5-8-107 0 0,0 0 0 0 0,0 0 0 0 0,0 0-1 0 0,0-1 1 0 0,0 0 0 0 0,1 1 0 0 0,-1-1 0 0 0,1 0 0 0 0,0-1-1 0 0,-1 1 1 0 0,1-1 0 0 0,0 0 0 0 0,0 0 0 0 0,7 2-1 0 0,27 0-1744 0 0,-25-3 1073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02.2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3 156 3223 0 0,'-2'-14'989'0'0,"1"0"-1"0"0,1-19 0 0 0,3 4 4752 0 0,8-37 2369 0 0,-11 68-6648 0 0,1 10-426 0 0,-2 15-682 0 0,-2 7-236 0 0,2-15-58 0 0,-1-1 0 0 0,2 0 0 0 0,3 32 0 0 0,-3-49-131 0 0,0 0 0 0 0,0 0 0 0 0,0 0 0 0 0,1 0 0 0 0,-1 0 0 0 0,0-1 0 0 0,1 1 0 0 0,-1 0 0 0 0,0 0 0 0 0,1 0 0 0 0,-1 0 0 0 0,1 0 0 0 0,0 0 0 0 0,-1 0 0 0 0,1-1 0 0 0,-1 1 0 0 0,1 0 0 0 0,0-1 0 0 0,0 1 0 0 0,0 0 0 0 0,-1-1-1 0 0,1 1 1 0 0,0-1 0 0 0,0 1 0 0 0,0-1 0 0 0,0 1 0 0 0,0-1 0 0 0,0 0 0 0 0,0 0 0 0 0,0 1 0 0 0,0-1 0 0 0,0 0 0 0 0,0 0 0 0 0,0 0 0 0 0,0 0 0 0 0,0 0 0 0 0,0 0 0 0 0,0 0 0 0 0,0 0 0 0 0,0-1 0 0 0,0 1 0 0 0,1-1 0 0 0,7-2-7255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02.4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 1375 0 0,'1'0'37'0'0,"-1"-1"-1"0"0,1 0 1 0 0,-1 1-1 0 0,1-1 1 0 0,-1 0-1 0 0,1 1 1 0 0,0-1-1 0 0,-1 1 1 0 0,1-1-1 0 0,0 1 1 0 0,-1-1-1 0 0,1 1 1 0 0,0 0-1 0 0,-1-1 1 0 0,1 1-1 0 0,0 0 1 0 0,0 0-1 0 0,0-1 1 0 0,-1 1-1 0 0,1 0 1 0 0,0 0-1 0 0,1 0 1 0 0,23-1 2065 0 0,-15 1-1202 0 0,-2-1 58 0 0,0 1 0 0 0,1 0 0 0 0,-1 1 0 0 0,0 0 1 0 0,0 0-1 0 0,0 1 0 0 0,1 0 0 0 0,12 5 0 0 0,-18-6-677 0 0,1 1 0 0 0,-1 0-1 0 0,0 0 1 0 0,0 0 0 0 0,0 0-1 0 0,0 1 1 0 0,0-1 0 0 0,0 1-1 0 0,-1-1 1 0 0,1 1 0 0 0,-1 0-1 0 0,0 0 1 0 0,0 0 0 0 0,0 1-1 0 0,0-1 1 0 0,-1 0 0 0 0,1 1-1 0 0,-1-1 1 0 0,0 1 0 0 0,0 0 0 0 0,1 6-1 0 0,-1-2-98 0 0,0 1 1 0 0,-1 0-1 0 0,0-1 0 0 0,0 1 0 0 0,-1 0 1 0 0,0-1-1 0 0,-1 1 0 0 0,0-1 1 0 0,0 0-1 0 0,-5 11 0 0 0,0-4-94 0 0,0 0-1 0 0,0-1 1 0 0,-2 0-1 0 0,-15 20 1 0 0,20-28-78 0 0,0 0 1 0 0,0 0 0 0 0,0 0-1 0 0,-3 9 1 0 0,6-15-17 0 0,1 0 0 0 0,0 0-1 0 0,0 0 1 0 0,0 0 0 0 0,0 0 0 0 0,0 0-1 0 0,0 0 1 0 0,0 0 0 0 0,0 0 0 0 0,0 0-1 0 0,0 0 1 0 0,0 0 0 0 0,0 0 0 0 0,0 1-1 0 0,0-1 1 0 0,0 0 0 0 0,0 0 0 0 0,0 0-1 0 0,0 0 1 0 0,0 0 0 0 0,0 0 0 0 0,0 0-1 0 0,0 0 1 0 0,0 0 0 0 0,0 0 0 0 0,0 0-1 0 0,0 1 1 0 0,0-1 0 0 0,0 0 0 0 0,0 0-1 0 0,0 0 1 0 0,0 0 0 0 0,0 0 0 0 0,0 0-1 0 0,0 0 1 0 0,0 0 0 0 0,0 0 0 0 0,0 0-1 0 0,0 0 1 0 0,0 0 0 0 0,0 1 0 0 0,0-1-1 0 0,0 0 1 0 0,0 0 0 0 0,0 0-1 0 0,0 0 1 0 0,0 0 0 0 0,1 0 0 0 0,-1 0-1 0 0,0 0 1 0 0,0 0 0 0 0,0 0 0 0 0,0 0-1 0 0,0 0 1 0 0,0 0 0 0 0,0 0 0 0 0,0 0-1 0 0,0 0 1 0 0,0 0 0 0 0,0 0 0 0 0,1 0-1 0 0,-1 0 1 0 0,0 0 0 0 0,0 0 0 0 0,0 0-1 0 0,0 0 1 0 0,5-2-1330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02.7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 6911 0 0,'4'-4'254'0'0,"-3"3"-214"0"0,0 0 0 0 0,0 0 0 0 0,0 0 0 0 0,0 0 0 0 0,0 0 0 0 0,0 1 0 0 0,0-1-1 0 0,0 0 1 0 0,0 0 0 0 0,1 1 0 0 0,-1-1 0 0 0,0 1 0 0 0,0-1 0 0 0,1 1 0 0 0,-1 0 0 0 0,0 0 0 0 0,0-1 0 0 0,1 1 0 0 0,-1 0 0 0 0,0 0 0 0 0,1 0-1 0 0,1 0 1 0 0,15 5 1002 0 0,-13-3-462 0 0,1-1 0 0 0,0 1 0 0 0,9 4 0 0 0,2 4 1080 0 0,0 1-1 0 0,-1 0 1 0 0,0 1 0 0 0,21 21 0 0 0,49 63 1164 0 0,-63-67-2444 0 0,36 58 0 0 0,-53-77-330 0 0,-1 0 0 0 0,0 0 0 0 0,-1 1 0 0 0,0-1 1 0 0,0 1-1 0 0,-1 0 0 0 0,-1 0 0 0 0,0 0 0 0 0,0 1 0 0 0,-1 16 0 0 0,-1-16-38 0 0,-1 0-1 0 0,-1 1 0 0 0,0-1 1 0 0,-1 0-1 0 0,0 0 1 0 0,-10 22-1 0 0,5-17 1 0 0,-1 0 0 0 0,-1 0 0 0 0,-22 26 0 0 0,-76 74-5600 0 0,99-108 4570 0 0,-5 5-6448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03.3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44 11055 0 0,'0'0'62'0'0,"-1"0"-1"0"0,1-1 1 0 0,-1 1 0 0 0,1 0-1 0 0,-1-1 1 0 0,1 1-1 0 0,-1-1 1 0 0,1 1 0 0 0,-1-1-1 0 0,1 1 1 0 0,-1-1-1 0 0,1 1 1 0 0,0-1-1 0 0,-1 0 1 0 0,1 1 0 0 0,0-1-1 0 0,0 1 1 0 0,-1-1-1 0 0,1 0 1 0 0,0 1 0 0 0,0-1-1 0 0,0-1 1 0 0,0 2 42 0 0,0-1 0 0 0,1 1 1 0 0,-1-1-1 0 0,0 1 1 0 0,0-1-1 0 0,1 1 0 0 0,-1-1 1 0 0,1 1-1 0 0,-1-1 0 0 0,0 1 1 0 0,1-1-1 0 0,-1 1 0 0 0,1 0 1 0 0,-1-1-1 0 0,1 1 0 0 0,-1 0 1 0 0,1-1-1 0 0,0 1 1 0 0,0 0-1 0 0,5-2 737 0 0,0 0 1 0 0,1 0 0 0 0,9 0-1 0 0,-11 1-679 0 0,7-1 648 0 0,66-9 2119 0 0,-69 11-2812 0 0,-1 0 0 0 0,1 0 1 0 0,0 0-1 0 0,0 1 0 0 0,-1 0 1 0 0,15 4-1 0 0,-23-5-116 0 0,1 0 0 0 0,-1 0-1 0 0,0 0 1 0 0,1 0 0 0 0,-1 1 0 0 0,0-1 0 0 0,0 0-1 0 0,1 0 1 0 0,-1 0 0 0 0,0 0 0 0 0,1 0 0 0 0,-1 1-1 0 0,0-1 1 0 0,0 0 0 0 0,1 0 0 0 0,-1 0-1 0 0,0 1 1 0 0,0-1 0 0 0,1 0 0 0 0,-1 0 0 0 0,0 1-1 0 0,0-1 1 0 0,0 0 0 0 0,0 0 0 0 0,1 1-1 0 0,-1-1 1 0 0,0 0 0 0 0,0 1 0 0 0,0-1 0 0 0,0 0-1 0 0,0 0 1 0 0,0 1 0 0 0,0-1 0 0 0,0 0-1 0 0,0 1 1 0 0,-8 9-99 0 0,-20 5-277 0 0,28-15 364 0 0,-10 5-185 0 0,-64 32-1443 0 0,62-30 1502 0 0,0 0 0 0 0,1 0 0 0 0,1 2 0 0 0,-12 9 0 0 0,21-17 154 0 0,1-1 0 0 0,-1 1-1 0 0,0 0 1 0 0,1-1 0 0 0,-1 1 0 0 0,0 0-1 0 0,1 0 1 0 0,-1-1 0 0 0,1 1 0 0 0,-1 0-1 0 0,1 0 1 0 0,0 0 0 0 0,-1-1 0 0 0,1 1-1 0 0,0 0 1 0 0,-1 0 0 0 0,1 0 0 0 0,0 0-1 0 0,0 0 1 0 0,0 0 0 0 0,0 0 0 0 0,0 0-1 0 0,0 0 1 0 0,0 0 0 0 0,0-1 0 0 0,0 1-1 0 0,0 0 1 0 0,1 0 0 0 0,0 2 0 0 0,-1-2 49 0 0,1 0 0 0 0,0 0 0 0 0,0 0 0 0 0,0 0 0 0 0,0-1 0 0 0,1 1 0 0 0,-1 0 0 0 0,0 0 0 0 0,0-1 0 0 0,0 1 1 0 0,1 0-1 0 0,-1-1 0 0 0,0 0 0 0 0,1 1 0 0 0,-1-1 0 0 0,0 0 0 0 0,1 1 0 0 0,-1-1 0 0 0,3 0 0 0 0,24 0 386 0 0,1 0-1 0 0,0-3 0 0 0,0 0 1 0 0,-1-1-1 0 0,0-2 1 0 0,45-15-1 0 0,-65 17-468 0 0,-14 3 173 0 0,-13 3-2131 0 0,8 1-6205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18.3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12 243 6447 0 0,'-2'-2'469'0'0,"1"0"0"0"0,-1 0 0 0 0,1 0 0 0 0,0-1 0 0 0,0 1 0 0 0,0 0 0 0 0,1 0 0 0 0,-1-1-1 0 0,0 1 1 0 0,1-1 0 0 0,0 1 0 0 0,-1-1 0 0 0,1 1 0 0 0,0-1 0 0 0,1-4 0 0 0,-1-1 294 0 0,1-1 0 0 0,1 1 1 0 0,2-11-1 0 0,0 7-343 0 0,0 0 0 0 0,1 1 0 0 0,0 0 0 0 0,1 0 0 0 0,0 0-1 0 0,0 1 1 0 0,2-1 0 0 0,-1 2 0 0 0,1-1 0 0 0,11-10 0 0 0,-17 19-406 0 0,0-1 0 0 0,-1 0 1 0 0,1 1-1 0 0,0 0 0 0 0,0-1 1 0 0,0 1-1 0 0,1 0 0 0 0,-1 0 1 0 0,0 0-1 0 0,0 0 0 0 0,0 1 1 0 0,1-1-1 0 0,-1 0 0 0 0,0 1 1 0 0,1 0-1 0 0,-1 0 0 0 0,1-1 1 0 0,-1 1-1 0 0,0 1 0 0 0,1-1 0 0 0,-1 0 1 0 0,1 1-1 0 0,-1-1 0 0 0,0 1 1 0 0,1-1-1 0 0,-1 1 0 0 0,0 0 1 0 0,0 0-1 0 0,0 0 0 0 0,0 1 1 0 0,0-1-1 0 0,0 0 0 0 0,0 1 1 0 0,0-1-1 0 0,0 1 0 0 0,2 2 1 0 0,1 2 24 0 0,1 0 0 0 0,-1 0 0 0 0,-1 1 0 0 0,1-1 0 0 0,-1 1 0 0 0,0 0 1 0 0,0 0-1 0 0,-1 1 0 0 0,4 13 0 0 0,-4-6-37 0 0,0-1 0 0 0,-1 1-1 0 0,-1 0 1 0 0,-1 0 0 0 0,0 0-1 0 0,-1-1 1 0 0,0 1 0 0 0,-1 0-1 0 0,-1-1 1 0 0,-6 21 0 0 0,2-13 3 0 0,-1-1 0 0 0,-1 0 0 0 0,0-1 0 0 0,-2 0 0 0 0,0-1 0 0 0,-18 24-1 0 0,27-41 2 0 0,1 0-6 0 0,0 0 1 0 0,-1-1-1 0 0,1 1 1 0 0,-1 0-1 0 0,1-1 1 0 0,-1 1-1 0 0,0-1 0 0 0,1 1 1 0 0,-1-1-1 0 0,0 0 1 0 0,-2 2-1 0 0,3-3 1 0 0,1 0-1 0 0,0-1 1 0 0,-1 1 0 0 0,1 0-1 0 0,0 0 1 0 0,-1 0 0 0 0,1 0-1 0 0,0 0 1 0 0,0 0 0 0 0,-1-1-1 0 0,1 1 1 0 0,0 0 0 0 0,0 0-1 0 0,-1 0 1 0 0,1-1 0 0 0,0 1-1 0 0,0 0 1 0 0,0 0 0 0 0,0-1-1 0 0,-1 1 1 0 0,1 0 0 0 0,0 0-1 0 0,0-1 1 0 0,0 1 0 0 0,0 0-1 0 0,0-1 1 0 0,0 1 0 0 0,0 0-1 0 0,-1 0 1 0 0,1-1 0 0 0,0 1-1 0 0,0 0 1 0 0,0-1 0 0 0,0 1-1 0 0,1 0 1 0 0,-1-1 0 0 0,0 1-1 0 0,0 0 1 0 0,0-1 0 0 0,0 1-1 0 0,0 0 1 0 0,0 0 0 0 0,0-1-1 0 0,3-14 47 0 0,11-24-23 0 0,1 2 1 0 0,2 0-1 0 0,24-40 0 0 0,9-17 3 0 0,-29 53-27 0 0,-12 26 0 0 0,-1-1 0 0 0,-1 1 0 0 0,0-1 0 0 0,-1-1 0 0 0,7-29 0 0 0,-13 46 0 0 0,0 0 0 0 0,0-1 0 0 0,0 1 0 0 0,0 0 0 0 0,0 0 0 0 0,0 0 0 0 0,0-1 0 0 0,0 1 0 0 0,0 0 0 0 0,0 0 0 0 0,0 0 0 0 0,0-1 0 0 0,0 1 0 0 0,0 0 0 0 0,0 0 0 0 0,0 0 0 0 0,0-1 0 0 0,0 1 0 0 0,0 0 0 0 0,0 0 0 0 0,0 0 0 0 0,0-1 0 0 0,0 1 0 0 0,0 0 0 0 0,0 0 0 0 0,-1 0 0 0 0,1 0 0 0 0,0-1 0 0 0,0 1 0 0 0,0 0 0 0 0,0 0 0 0 0,0 0 0 0 0,-1 0 0 0 0,1-1 0 0 0,-6 6 0 0 0,-5 9 0 0 0,1 4 21 0 0,1 0 0 0 0,1 1 0 0 0,1 0-1 0 0,0 0 1 0 0,2 0 0 0 0,0 1 0 0 0,-3 25 0 0 0,6-22 8 0 0,0 0 1 0 0,1 0-1 0 0,2 0 1 0 0,0 0-1 0 0,2-1 1 0 0,6 29-1 0 0,-8-46-7 0 0,0 0 0 0 0,1 0 0 0 0,0 0 0 0 0,0 0 0 0 0,0 0-1 0 0,1-1 1 0 0,-1 1 0 0 0,1-1 0 0 0,0 1 0 0 0,0-1-1 0 0,1 0 1 0 0,-1 0 0 0 0,7 4 0 0 0,-8-6-12 0 0,1 0 1 0 0,-1-1 0 0 0,1 1-1 0 0,-1-1 1 0 0,1 0-1 0 0,0 0 1 0 0,0 0 0 0 0,0 0-1 0 0,-1 0 1 0 0,1-1 0 0 0,0 1-1 0 0,0-1 1 0 0,0 0-1 0 0,0 0 1 0 0,0 0 0 0 0,0 0-1 0 0,0 0 1 0 0,0-1-1 0 0,0 1 1 0 0,0-1 0 0 0,0 0-1 0 0,-1 0 1 0 0,1 0 0 0 0,5-3-1 0 0,-5 3-68 0 0,1-1-1 0 0,-1 0 1 0 0,0 0-1 0 0,0-1 0 0 0,0 1 1 0 0,0 0-1 0 0,0-1 1 0 0,0 0-1 0 0,-1 0 1 0 0,1 1-1 0 0,-1-2 1 0 0,0 1-1 0 0,0 0 1 0 0,0 0-1 0 0,0-1 1 0 0,-1 1-1 0 0,1-1 1 0 0,-1 1-1 0 0,1-6 0 0 0,-1-1-970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18.4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72 10591 0 0,'-1'0'863'0'0,"3"0"-312"0"0,8 1-14 0 0,15 0 896 0 0,-12-3-310 0 0,-1 1 0 0 0,1-1 0 0 0,21-7 0 0 0,-13 1-711 0 0,0-1 1 0 0,37-20 0 0 0,-35 16-615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18.7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152 2 6447 0 0,'0'0'41'0'0,"0"0"0"0"0,0 0-1 0 0,-1 0 1 0 0,1 0-1 0 0,0-1 1 0 0,0 1-1 0 0,0 0 1 0 0,-1 0-1 0 0,1 0 1 0 0,0 0 0 0 0,0 0-1 0 0,0 0 1 0 0,-1 0-1 0 0,1 0 1 0 0,0 0-1 0 0,0 0 1 0 0,-1 0 0 0 0,1 0-1 0 0,0 0 1 0 0,0 0-1 0 0,0 0 1 0 0,-1 0-1 0 0,1 0 1 0 0,0 0 0 0 0,0 0-1 0 0,-1 0 1 0 0,1 0-1 0 0,0 0 1 0 0,0 0-1 0 0,0 0 1 0 0,-1 1 0 0 0,1-1-1 0 0,0 0 1 0 0,0 0-1 0 0,0 0 1 0 0,0 0-1 0 0,-1 0 1 0 0,1 1-1 0 0,0-1 1 0 0,0 0 0 0 0,0 0-1 0 0,0 0 1 0 0,0 1-1 0 0,0-1 1 0 0,-1 0-1 0 0,-9 13 1346 0 0,6-8-540 0 0,-11 15 748 0 0,0 0 0 0 0,1 2 0 0 0,1 0 0 0 0,1 0 1 0 0,-18 46-1 0 0,23-48-1214 0 0,1 0 0 0 0,1 1 0 0 0,1-1 0 0 0,0 1 0 0 0,2 0 0 0 0,0 0 0 0 0,3 34 0 0 0,-1-47-337 0 0,1 1 1 0 0,1-1-1 0 0,-1 0 1 0 0,1 0-1 0 0,1 0 0 0 0,-1 0 1 0 0,6 9-1 0 0,-7-14-50 0 0,1 0-1 0 0,-1-1 0 0 0,1 0 0 0 0,-1 1 1 0 0,1-1-1 0 0,0 0 0 0 0,0 0 0 0 0,0 0 0 0 0,0 0 1 0 0,1 0-1 0 0,-1 0 0 0 0,0-1 0 0 0,1 1 1 0 0,-1-1-1 0 0,1 0 0 0 0,0 1 0 0 0,-1-1 1 0 0,1 0-1 0 0,0-1 0 0 0,0 1 0 0 0,0 0 0 0 0,-1-1 1 0 0,1 0-1 0 0,4 1 0 0 0,-1-1-127 0 0,15-1-6259 0 0,-6 0-813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19.0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70 3679 0 0,'1'-2'200'0'0,"0"-1"0"0"0,-1 0 0 0 0,1 0 0 0 0,0 1 0 0 0,0-1-1 0 0,1 0 1 0 0,-1 1 0 0 0,0-1 0 0 0,1 1 0 0 0,3-5 0 0 0,-1 3 810 0 0,1 0 0 0 0,-1 1 0 0 0,1-1 0 0 0,8-3 1 0 0,-10 4-526 0 0,1 1 1 0 0,0 1-1 0 0,0-1 0 0 0,0 0 1 0 0,0 1-1 0 0,0 0 1 0 0,0 0-1 0 0,1 0 1 0 0,-1 1-1 0 0,0-1 0 0 0,0 1 1 0 0,1 0-1 0 0,-1 0 1 0 0,0 1-1 0 0,5 0 1 0 0,-7 0-386 0 0,0-1 0 0 0,0 1 0 0 0,0 0 0 0 0,0 0 0 0 0,-1-1 0 0 0,1 1 0 0 0,0 0 0 0 0,-1 1 0 0 0,1-1 0 0 0,0 0 0 0 0,-1 0 0 0 0,0 1 0 0 0,1-1 1 0 0,-1 1-1 0 0,0-1 0 0 0,1 1 0 0 0,-1-1 0 0 0,0 1 0 0 0,0 0 0 0 0,-1 0 0 0 0,1 0 0 0 0,0-1 0 0 0,0 1 0 0 0,-1 0 0 0 0,1 0 0 0 0,-1 0 0 0 0,0 0 0 0 0,0 0 0 0 0,1 0 1 0 0,-1 0-1 0 0,0 0 0 0 0,-1 0 0 0 0,1 0 0 0 0,-1 2 0 0 0,0 5-70 0 0,-1-1 0 0 0,-1 0 0 0 0,0 0 0 0 0,0-1 1 0 0,0 1-1 0 0,-1 0 0 0 0,0-1 0 0 0,-1 0 0 0 0,1 0 0 0 0,-8 8 0 0 0,4-5 0 0 0,1 1-1 0 0,0 0 1 0 0,-8 16-1 0 0,15-26-25 0 0,-1 0 0 0 0,1 0 1 0 0,-1 0-1 0 0,1 0 0 0 0,-1 0 0 0 0,1 1 0 0 0,0-1 1 0 0,0 0-1 0 0,-1 0 0 0 0,1 0 0 0 0,0 0 0 0 0,0 0 0 0 0,0 1 1 0 0,0-1-1 0 0,0 0 0 0 0,0 0 0 0 0,1 0 0 0 0,-1 0 1 0 0,0 1-1 0 0,1-1 0 0 0,-1 0 0 0 0,0 0 0 0 0,1 0 0 0 0,0 0 1 0 0,-1 0-1 0 0,1 0 0 0 0,-1 0 0 0 0,1 0 0 0 0,1 1 0 0 0,-1-2 5 0 0,1 1-1 0 0,-1 0 0 0 0,1 0 1 0 0,0-1-1 0 0,-1 1 0 0 0,1-1 0 0 0,0 0 1 0 0,-1 1-1 0 0,1-1 0 0 0,0 0 0 0 0,0 0 1 0 0,-1 0-1 0 0,1 0 0 0 0,0 0 1 0 0,0 0-1 0 0,-1-1 0 0 0,1 1 0 0 0,0-1 1 0 0,2 0-1 0 0,15-6 106 0 0,0 0 1 0 0,31-17-1 0 0,-16 2-6709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19.3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 1839 0 0,'0'-1'178'0'0,"1"0"-1"0"0,-1 0 1 0 0,1 0-1 0 0,-1 0 1 0 0,1 0-1 0 0,0 1 1 0 0,0-1-1 0 0,0 0 1 0 0,-1 0-1 0 0,1 1 1 0 0,0-1-1 0 0,0 0 1 0 0,0 1-1 0 0,0-1 1 0 0,0 1-1 0 0,0-1 1 0 0,0 1-1 0 0,0 0 0 0 0,2-1 1 0 0,0 1 308 0 0,-1-1 0 0 0,1 1 1 0 0,0 0-1 0 0,-1 0 0 0 0,1 1 1 0 0,0-1-1 0 0,-1 0 0 0 0,4 2 0 0 0,4 1 1119 0 0,0 1 0 0 0,1 0 0 0 0,9 7 0 0 0,-18-11-1497 0 0,5 4 229 0 0,0 1 1 0 0,0-1 0 0 0,-1 1-1 0 0,0 0 1 0 0,0 0 0 0 0,0 1 0 0 0,0 0-1 0 0,-1 0 1 0 0,0 0 0 0 0,0 1-1 0 0,-1 0 1 0 0,0 0 0 0 0,0 0 0 0 0,0 0-1 0 0,-1 0 1 0 0,0 1 0 0 0,-1 0-1 0 0,1-1 1 0 0,0 9 0 0 0,-1-5-278 0 0,-1 0 0 0 0,0 0 0 0 0,-1 0 0 0 0,0 0 0 0 0,-1 0 0 0 0,0 0 0 0 0,-1 0 0 0 0,0 0 0 0 0,0 0 0 0 0,-1-1 0 0 0,-1 1 0 0 0,0-1 0 0 0,-7 14 0 0 0,-89 147-1553 0 0,91-155-6534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19.7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67 10591 0 0,'1'-1'209'0'0,"0"0"0"0"0,0 0-1 0 0,0 0 1 0 0,0 0 0 0 0,0 0 0 0 0,0 0-1 0 0,0 0 1 0 0,0 1 0 0 0,0-1-1 0 0,1 0 1 0 0,-1 1 0 0 0,0-1-1 0 0,0 1 1 0 0,1 0 0 0 0,-1-1 0 0 0,2 1-1 0 0,2-2 612 0 0,71-31 5132 0 0,-63 29-5572 0 0,-1 0-1 0 0,1 0 1 0 0,0 1-1 0 0,16-1 0 0 0,-10 5-279 0 0,-18-1-129 0 0,-1 0 1 0 0,0 0-1 0 0,1 0 1 0 0,-1 0-1 0 0,1 0 0 0 0,-1 1 1 0 0,1-1-1 0 0,-1 0 1 0 0,1 0-1 0 0,-1 0 0 0 0,0 1 1 0 0,1-1-1 0 0,-1 0 1 0 0,0 0-1 0 0,1 1 0 0 0,-1-1 1 0 0,0 0-1 0 0,1 1 1 0 0,-1-1-1 0 0,0 1 0 0 0,1-1 1 0 0,-1 0-1 0 0,0 1 1 0 0,0-1-1 0 0,0 1 0 0 0,1-1 1 0 0,-1 1-1 0 0,0-1 1 0 0,0 0-1 0 0,0 1 0 0 0,0-1 1 0 0,0 1-1 0 0,0-1 1 0 0,0 1-1 0 0,0-1 0 0 0,0 1 1 0 0,-1 4-1063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19.9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 2303 0 0,'-1'0'197'0'0,"1"1"-1"0"0,-1-1 1 0 0,1 1-1 0 0,0 0 1 0 0,0-1-1 0 0,-1 1 0 0 0,1 0 1 0 0,0-1-1 0 0,0 1 1 0 0,0 0-1 0 0,0-1 0 0 0,0 1 1 0 0,-1 0-1 0 0,1 0 1 0 0,1-1-1 0 0,-1 1 0 0 0,0 0 1 0 0,0-1-1 0 0,0 1 1 0 0,0 0-1 0 0,0-1 0 0 0,1 1 1 0 0,-1 0-1 0 0,1 0 1 0 0,7 14 3098 0 0,-6-13-3031 0 0,1 1 1 0 0,-1-1-1 0 0,1 0 1 0 0,-1 0-1 0 0,1 0 0 0 0,0-1 1 0 0,0 1-1 0 0,0-1 1 0 0,0 1-1 0 0,0-1 1 0 0,0 0-1 0 0,0 0 1 0 0,0 0-1 0 0,0 0 1 0 0,1-1-1 0 0,-1 0 0 0 0,0 1 1 0 0,0-1-1 0 0,4 0 1 0 0,9-1 1853 0 0,-1-1-1 0 0,29-6 1 0 0,-20 3-1342 0 0,5 1-2301 0 0,-17 4-6102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20.4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269 18 11519 0 0,'0'-1'81'0'0,"-1"0"-1"0"0,1 0 1 0 0,0 0-1 0 0,-1 0 1 0 0,0 0-1 0 0,1 0 1 0 0,-1 0-1 0 0,0 0 1 0 0,1 1-1 0 0,-1-1 1 0 0,0 0-1 0 0,0 0 1 0 0,0 1-1 0 0,0-1 1 0 0,0 0-1 0 0,0 1 1 0 0,0-1-1 0 0,0 1 1 0 0,0-1-1 0 0,0 1 1 0 0,0-1-1 0 0,0 1 1 0 0,0 0-1 0 0,0 0 1 0 0,0 0-1 0 0,-1-1 1 0 0,1 1-1 0 0,0 0 1 0 0,0 0-1 0 0,0 0 1 0 0,0 1-1 0 0,0-1 1 0 0,0 0-1 0 0,-2 1 1 0 0,-2 0 271 0 0,-1 0 0 0 0,1 1 0 0 0,0-1 0 0 0,0 1 0 0 0,0 0 0 0 0,-6 4 0 0 0,1 0-3 0 0,1 1 0 0 0,0 1 0 0 0,0 0 1 0 0,1 0-1 0 0,0 0 0 0 0,0 1 0 0 0,1 0 0 0 0,0 1 1 0 0,1-1-1 0 0,-6 12 0 0 0,-7 16 498 0 0,-19 56 0 0 0,38-92-828 0 0,-10 25 96 0 0,2 0 1 0 0,1 0-1 0 0,1 1 0 0 0,1 0 1 0 0,1 0-1 0 0,2 1 0 0 0,1 35 1 0 0,2-51-67 0 0,0-1-1 0 0,1 1 1 0 0,1-1 0 0 0,0 0 0 0 0,0 0-1 0 0,1 0 1 0 0,9 18 0 0 0,-9-22-58 0 0,0 0 0 0 0,0-1 0 0 0,0 1 0 0 0,1-1 0 0 0,0 0 0 0 0,0 0 0 0 0,1 0 0 0 0,0-1 0 0 0,0 0 0 0 0,0 0 0 0 0,0 0 0 0 0,8 3 0 0 0,-11-6-322 0 0,1-1 0 0 0,-1 1 0 0 0,0-1 0 0 0,1 0 0 0 0,4 1 0 0 0,4-2-7419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20.9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0 178 1839 0 0,'5'-9'802'0'0,"0"1"-1"0"0,0-1 0 0 0,1 1 0 0 0,-1 1 0 0 0,2-1 1 0 0,-1 1-1 0 0,1 0 0 0 0,0 0 0 0 0,12-8 0 0 0,-1 3 804 0 0,0 0 0 0 0,1 1-1 0 0,23-9 1 0 0,-35 16-1204 0 0,0 2 0 0 0,1-1 1 0 0,0 1-1 0 0,-1 0 0 0 0,1 1 0 0 0,0-1 1 0 0,0 2-1 0 0,-1-1 0 0 0,1 1 0 0 0,15 2 1 0 0,-20-2-329 0 0,0 0 1 0 0,0 1 0 0 0,0 0 0 0 0,0 0 0 0 0,0 0-1 0 0,-1 0 1 0 0,1 0 0 0 0,0 1 0 0 0,0-1 0 0 0,-1 1-1 0 0,1 0 1 0 0,-1-1 0 0 0,0 1 0 0 0,1 0-1 0 0,-1 1 1 0 0,0-1 0 0 0,0 0 0 0 0,0 1 0 0 0,-1-1-1 0 0,1 1 1 0 0,-1-1 0 0 0,1 1 0 0 0,-1 0 0 0 0,0 0-1 0 0,0-1 1 0 0,0 1 0 0 0,0 0 0 0 0,0 0 0 0 0,-1 0-1 0 0,1 5 1 0 0,-1 0-73 0 0,0-1 1 0 0,-1 1-1 0 0,1-1 0 0 0,-1 1 0 0 0,-1-1 1 0 0,0 1-1 0 0,0-1 0 0 0,0 0 0 0 0,-1 0 1 0 0,0 0-1 0 0,-4 7 0 0 0,-7 10-2 0 0,-27 35-1 0 0,35-50 2 0 0,-48 56 0 0 0,118-151 44 0 0,-24 33-24 0 0,-6 6-32 0 0,53-100 0 0 0,-82 140 12 0 0,-6 12 0 0 0,-6 14 0 0 0,-8 22 48 0 0,-11 46 0 0 0,6-14-8 0 0,18-69 2 0 0,1 1-1 0 0,0 0 1 0 0,0 0 0 0 0,1 0-1 0 0,-1 0 1 0 0,1 0-1 0 0,0 0 1 0 0,1 0 0 0 0,0 8-1 0 0,0-11-29 0 0,-1-1 1 0 0,0 1-1 0 0,1-1 0 0 0,-1 1 0 0 0,1-1 1 0 0,0 1-1 0 0,-1-1 0 0 0,1 0 0 0 0,0 1 1 0 0,0-1-1 0 0,0 0 0 0 0,0 1 0 0 0,0-1 0 0 0,0 0 1 0 0,0 0-1 0 0,0 0 0 0 0,1 0 0 0 0,-1 0 1 0 0,0 0-1 0 0,1 0 0 0 0,-1-1 0 0 0,0 1 1 0 0,1 0-1 0 0,-1-1 0 0 0,1 1 0 0 0,-1-1 1 0 0,1 0-1 0 0,0 1 0 0 0,-1-1 0 0 0,1 0 0 0 0,-1 0 1 0 0,1 0-1 0 0,2 0 0 0 0,6-2-47 0 0,-1 0 1 0 0,0 0-1 0 0,0-1 0 0 0,0 0 1 0 0,0-1-1 0 0,0 0 0 0 0,-1 0 1 0 0,0-1-1 0 0,1 0 0 0 0,-2 0 1 0 0,1-1-1 0 0,6-7 0 0 0,-3 3-490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21.0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2 111 9215 0 0,'0'0'39'0'0,"0"0"-1"0"0,0 0 0 0 0,-1-1 0 0 0,1 1 0 0 0,0 0 0 0 0,0 0 0 0 0,0-1 1 0 0,0 1-1 0 0,0 0 0 0 0,0-1 0 0 0,0 1 0 0 0,0 0 0 0 0,0 0 1 0 0,-1-1-1 0 0,1 1 0 0 0,0 0 0 0 0,1-1 0 0 0,-1 1 0 0 0,0 0 0 0 0,0-1 1 0 0,0 1-1 0 0,0 0 0 0 0,0-1 0 0 0,0 1 0 0 0,0 0 0 0 0,0 0 1 0 0,0-1-1 0 0,1 1 0 0 0,-1 0 0 0 0,0 0 0 0 0,0-1 0 0 0,0 1 0 0 0,1 0 1 0 0,-1 0-1 0 0,0-1 0 0 0,0 1 0 0 0,0 0 0 0 0,1 0 0 0 0,-1 0 1 0 0,0 0-1 0 0,1 0 0 0 0,-1-1 0 0 0,0 1 0 0 0,0 0 0 0 0,1 0 0 0 0,-1 0 1 0 0,0 0-1 0 0,1 0 0 0 0,-1 0 0 0 0,1 0 0 0 0,21-4 2805 0 0,-13 4-1920 0 0,154-37 6214 0 0,-5-16-8036 0 0,-145 48-6691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21.5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11 7831 0 0,'0'0'115'0'0,"0"-1"-1"0"0,0 0 0 0 0,1 1 1 0 0,-1-1-1 0 0,0 0 0 0 0,1 1 1 0 0,-1-1-1 0 0,0 0 0 0 0,1 1 1 0 0,-1-1-1 0 0,1 1 0 0 0,-1-1 1 0 0,1 0-1 0 0,-1 1 0 0 0,1-1 1 0 0,3 1 2361 0 0,-3 8 2822 0 0,-2 5-4785 0 0,-4 29 760 0 0,5-37-1178 0 0,-1 0 0 0 0,0-1 1 0 0,0 0-1 0 0,-1 1 0 0 0,1-1 0 0 0,-5 8 0 0 0,-4-2 2097 0 0,9-12-965 0 0,5-6-1049 0 0,-2 4-159 0 0,1 1-1 0 0,-1-1 1 0 0,0 1-1 0 0,1 0 1 0 0,0-1-1 0 0,0 1 0 0 0,0 0 1 0 0,0 1-1 0 0,1-1 1 0 0,5-4-1 0 0,-8 7-15 0 0,-1 0-1 0 0,0 0 0 0 0,1-1 1 0 0,-1 1-1 0 0,0 0 1 0 0,1 0-1 0 0,-1 0 1 0 0,0-1-1 0 0,1 1 1 0 0,-1 0-1 0 0,1 0 0 0 0,-1 0 1 0 0,0 0-1 0 0,1 0 1 0 0,-1 0-1 0 0,1 0 1 0 0,-1 0-1 0 0,0 0 0 0 0,1 0 1 0 0,-1 0-1 0 0,1 0 1 0 0,-1 0-1 0 0,1 0 1 0 0,-1 0-1 0 0,0 0 1 0 0,1 0-1 0 0,-1 1 0 0 0,0-1 1 0 0,1 0-1 0 0,-1 0 1 0 0,0 0-1 0 0,1 1 1 0 0,-1-1-1 0 0,0 0 1 0 0,1 0-1 0 0,-1 1 0 0 0,0-1 1 0 0,1 0-1 0 0,-1 1 1 0 0,0 0-1 0 0,0-1 2 0 0,0 1 0 0 0,0 0-1 0 0,0 0 1 0 0,0 0 0 0 0,0 0-1 0 0,-1 0 1 0 0,1 0 0 0 0,0 0-1 0 0,-1 0 1 0 0,1 0 0 0 0,-1-1 0 0 0,1 1-1 0 0,-1 0 1 0 0,1 0 0 0 0,-1-1-1 0 0,0 1 1 0 0,1 0 0 0 0,-1 0-1 0 0,0-1 1 0 0,1 1 0 0 0,-1-1 0 0 0,0 1-1 0 0,0-1 1 0 0,0 1 0 0 0,0-1-1 0 0,0 1 1 0 0,-3 1-4 0 0,1 0 0 0 0,0 1 0 0 0,0-1 0 0 0,0 1 0 0 0,0 0 0 0 0,1 0 0 0 0,-1 0 0 0 0,1 0 0 0 0,-1 0 0 0 0,1 1 0 0 0,0-1 0 0 0,1 1 0 0 0,-1-1 0 0 0,0 1 0 0 0,1 0 0 0 0,0 0 0 0 0,-2 7 0 0 0,1 7 0 0 0,0-1 0 0 0,2 0 0 0 0,0 1 0 0 0,2 21 0 0 0,-1-29 0 0 0,1-1 0 0 0,0 0 0 0 0,0 0 0 0 0,1 0 0 0 0,0 0 0 0 0,0 0 0 0 0,1 0 0 0 0,0-1 0 0 0,8 12 0 0 0,-11-18-12 0 0,0-1 0 0 0,1 1-1 0 0,-1 0 1 0 0,0-1 0 0 0,1 1 0 0 0,0-1-1 0 0,-1 0 1 0 0,1 1 0 0 0,0-1 0 0 0,-1 0-1 0 0,1 0 1 0 0,0 0 0 0 0,0 0 0 0 0,0-1-1 0 0,0 1 1 0 0,0 0 0 0 0,0-1 0 0 0,0 1-1 0 0,0-1 1 0 0,0 0 0 0 0,0 0 0 0 0,1 0-1 0 0,-1 0 1 0 0,0 0 0 0 0,0 0 0 0 0,0-1-1 0 0,0 1 1 0 0,0 0 0 0 0,0-1 0 0 0,0 0-1 0 0,3-1 1 0 0,4-2-83 0 0,-2-1 1 0 0,1 1-1 0 0,0-2 0 0 0,-1 1 1 0 0,13-13-1 0 0,-8 6-257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21.8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2 192 5527 0 0,'-1'-15'3720'0'0,"1"3"-1421"0"0,1 0 0 0 0,0 0 0 0 0,1 0 0 0 0,4-11 0 0 0,-2 9-1805 0 0,0 1 1 0 0,1 0-1 0 0,1 0 1 0 0,0 1-1 0 0,14-22 0 0 0,-19 34-489 0 0,-1-1-1 0 0,0 1 1 0 0,0-1-1 0 0,0 1 1 0 0,1 0-1 0 0,-1-1 1 0 0,0 1-1 0 0,1 0 1 0 0,-1-1-1 0 0,0 1 1 0 0,0 0-1 0 0,1-1 0 0 0,-1 1 1 0 0,1 0-1 0 0,-1 0 1 0 0,0-1-1 0 0,1 1 1 0 0,-1 0-1 0 0,1 0 1 0 0,-1 0-1 0 0,0 0 1 0 0,1-1-1 0 0,-1 1 0 0 0,1 0 1 0 0,0 0-1 0 0,-1 0 6 0 0,0 1-1 0 0,1-1 1 0 0,-1 0-1 0 0,0 1 0 0 0,1-1 1 0 0,-1 1-1 0 0,0-1 0 0 0,0 0 1 0 0,1 1-1 0 0,-1-1 0 0 0,0 1 1 0 0,0-1-1 0 0,0 1 1 0 0,0-1-1 0 0,0 0 0 0 0,0 1 1 0 0,0-1-1 0 0,0 1 0 0 0,0 0 1 0 0,-1 25 241 0 0,-17 41-296 0 0,12-48 10 0 0,1 0-1 0 0,-6 38 0 0 0,11-56 18 0 0,0 1 0 0 0,0-1 0 0 0,0 1 0 0 0,0 0-1 0 0,0-1 1 0 0,0 1 0 0 0,1-1 0 0 0,-1 1 0 0 0,1 1 0 0 0,-1-3-7 0 0,0 1 1 0 0,1-1-1 0 0,-1 0 1 0 0,0 0-1 0 0,0 1 1 0 0,0-1-1 0 0,1 0 1 0 0,-1 0-1 0 0,0 1 1 0 0,1-1-1 0 0,-1 0 1 0 0,0 0-1 0 0,0 0 1 0 0,1 1-1 0 0,-1-1 1 0 0,0 0-1 0 0,1 0 1 0 0,-1 0-1 0 0,0 0 1 0 0,1 0-1 0 0,-1 0 1 0 0,0 0-1 0 0,1 0 1 0 0,-1 0-1 0 0,1 0 1 0 0,-1 0-1 0 0,0 0 1 0 0,1 0-1 0 0,-1 0 1 0 0,0 0-1 0 0,1 0 1 0 0,-1 0-1 0 0,0 0 1 0 0,1 0-1 0 0,-1 0 1 0 0,0 0-1 0 0,1-1 1 0 0,-1 1 0 0 0,0 0-1 0 0,0 0 1 0 0,1-1-1 0 0,-1 1 0 0 0,5-3-716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22.0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6911 0 0,'1'1'186'0'0,"0"-1"-1"0"0,0 1 1 0 0,0 0-1 0 0,0-1 1 0 0,0 1-1 0 0,0 0 0 0 0,0-1 1 0 0,-1 1-1 0 0,1 0 1 0 0,0 0-1 0 0,0 0 1 0 0,-1 0-1 0 0,1 0 1 0 0,0 0-1 0 0,-1 0 0 0 0,1 0 1 0 0,0 2-1 0 0,9 21 2654 0 0,-10-23-2722 0 0,6 17 2958 0 0,7 31 1 0 0,-10-30-1882 0 0,1 35-1 0 0,-3-40-1137 0 0,-2 0 0 0 0,0-1 0 0 0,0 1 0 0 0,-1 0-1 0 0,-1 0 1 0 0,-1-1 0 0 0,0 0 0 0 0,-7 17 0 0 0,7-21-1632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22.6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 5527 0 0,'0'0'81'0'0,"1"-1"0"0"0,-1 1-1 0 0,0-1 1 0 0,0 1 0 0 0,1-1-1 0 0,-1 1 1 0 0,0 0-1 0 0,1-1 1 0 0,-1 1 0 0 0,0 0-1 0 0,1-1 1 0 0,-1 1 0 0 0,1 0-1 0 0,-1 0 1 0 0,0-1 0 0 0,1 1-1 0 0,-1 0 1 0 0,1 0-1 0 0,-1 0 1 0 0,1-1 0 0 0,-1 1-1 0 0,1 0 1 0 0,-1 0 0 0 0,1 0-1 0 0,-1 0 1 0 0,1 0 0 0 0,0 0-1 0 0,0 0 204 0 0,1 1 0 0 0,-1-1 0 0 0,1 0 0 0 0,-1 1-1 0 0,0-1 1 0 0,1 1 0 0 0,-1 0 0 0 0,1-1 0 0 0,0 2 0 0 0,26 22 4303 0 0,-27-23-4411 0 0,13 14 1076 0 0,0 1 0 0 0,-1 0 0 0 0,-2 0 0 0 0,15 26-1 0 0,-14-19-808 0 0,-1 1-1 0 0,-1 0 1 0 0,8 28-1 0 0,-10-20-417 0 0,-1 0 0 0 0,-2 0 1 0 0,-1 0-1 0 0,-1 1 0 0 0,-2-1 0 0 0,-3 36 0 0 0,-2-30 109 0 0,-2 0-1 0 0,-2 0 0 0 0,-1-1 1 0 0,-17 45-1 0 0,-19 28-1168 0 0,-10-3-5234 0 0,40-78-1015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23.3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37 6447 0 0,'-14'-9'5422'0'0,"4"3"1173"0"0,11 6-6390 0 0,0-1 0 0 0,0 1 1 0 0,0 0-1 0 0,0-1 0 0 0,0 1 0 0 0,0 0 0 0 0,0 0 1 0 0,0 0-1 0 0,-1 0 0 0 0,1 0 0 0 0,0-1 0 0 0,0 2 1 0 0,0-1-1 0 0,0 0 0 0 0,1 0 0 0 0,46 1 912 0 0,-6 0-737 0 0,48-6-1 0 0,31-8 5 0 0,-108 11-320 0 0,1 1 0 0 0,-1 1 0 0 0,25 2 0 0 0,-17-3-79 0 0,-20 3-320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24.2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14 351 6447 0 0,'0'0'119'0'0,"-1"0"-1"0"0,1 0 1 0 0,-1 0-1 0 0,1 0 0 0 0,-1 0 1 0 0,1 0-1 0 0,-1 0 1 0 0,1 0-1 0 0,-1 0 0 0 0,1 0 1 0 0,-1 1-1 0 0,1-1 1 0 0,-1 0-1 0 0,1 0 0 0 0,-1 0 1 0 0,1 1-1 0 0,0-1 1 0 0,-1 0-1 0 0,1 1 0 0 0,-1-1 1 0 0,1 0-1 0 0,0 1 1 0 0,-1-1-1 0 0,1 0 0 0 0,0 1 1 0 0,-1-1-1 0 0,1 1 1 0 0,0-1-1 0 0,0 1 1 0 0,-1-1-1 0 0,1 1 0 0 0,0-1 1 0 0,0 1-1 0 0,0-1 1 0 0,0 1-1 0 0,0-1 0 0 0,-1 1 1 0 0,1-1-1 0 0,0 1 1 0 0,0-1-1 0 0,0 1 0 0 0,0-1 1 0 0,1 1-1 0 0,-1-1 1 0 0,0 1-1 0 0,0-1 0 0 0,0 1 1 0 0,0-1-1 0 0,0 1 1 0 0,1 0-1 0 0,0 1 217 0 0,0 0-1 0 0,-1 0 1 0 0,1 0-1 0 0,1 0 1 0 0,-1 0-1 0 0,0 0 1 0 0,0 0-1 0 0,1-1 1 0 0,-1 1-1 0 0,2 1 1 0 0,3 0 13 0 0,-1 0-1 0 0,0 0 1 0 0,1 0 0 0 0,0-1 0 0 0,-1 0-1 0 0,1 0 1 0 0,0-1 0 0 0,0 0-1 0 0,0 0 1 0 0,0 0 0 0 0,11-1 0 0 0,1 0 58 0 0,0-1 0 0 0,30-6 0 0 0,-34 4-359 0 0,0-1 1 0 0,0-1 0 0 0,-1 0 0 0 0,1-1-1 0 0,-1 0 1 0 0,0-1 0 0 0,-1 0 0 0 0,1-1 0 0 0,-2-1-1 0 0,1 0 1 0 0,-1-1 0 0 0,19-21 0 0 0,-23 23-8 0 0,0 0 0 0 0,-1-1-1 0 0,-1 0 1 0 0,1 0 0 0 0,-1-1 0 0 0,-1 0 0 0 0,0 0 0 0 0,3-11 0 0 0,-5 13-27 0 0,0 1 0 0 0,-1-1 0 0 0,0 0 1 0 0,0 1-1 0 0,-1-1 0 0 0,0 0 0 0 0,-1 0 0 0 0,1 0 1 0 0,-2 1-1 0 0,1-1 0 0 0,-5-14 0 0 0,3 16-13 0 0,0 0 0 0 0,0 0 0 0 0,0 0 0 0 0,-1 0 0 0 0,0 0 0 0 0,0 1 0 0 0,0 0 0 0 0,-1 0 0 0 0,0 0 0 0 0,0 0 0 0 0,0 1 0 0 0,0-1 0 0 0,-11-5 0 0 0,14 8 0 0 0,-1 1 0 0 0,-1-1 0 0 0,1 1 0 0 0,0-1 0 0 0,0 1 0 0 0,0 0 0 0 0,-1 0 0 0 0,1 0 0 0 0,-1 1 0 0 0,1-1 0 0 0,0 1 0 0 0,-1 0 0 0 0,1 0 0 0 0,-1 0 0 0 0,1 0 0 0 0,-1 1 0 0 0,1-1 0 0 0,-1 1 0 0 0,1 0 0 0 0,0 0 0 0 0,0 0 0 0 0,-1 0 0 0 0,1 1 0 0 0,0-1 0 0 0,0 1 0 0 0,0 0 0 0 0,0 0 0 0 0,-3 3 0 0 0,3-2 0 0 0,0 1 0 0 0,0-1 0 0 0,1 1 0 0 0,-1 0 0 0 0,1 0 0 0 0,0 0 0 0 0,0 0 0 0 0,0 0 0 0 0,1 0 0 0 0,-1 1 0 0 0,1-1 0 0 0,0 0 0 0 0,0 1 0 0 0,1-1 0 0 0,-1 1 0 0 0,1-1 0 0 0,0 8 0 0 0,2 7 0 0 0,0 0 0 0 0,8 33 0 0 0,60 178 214 0 0,-22-86-68 0 0,-8 7 61 0 0,-33-119-199 0 0,-2 0 1 0 0,1 59-1 0 0,-6-90-124 0 0,1 0 16 0 0,-1 0 0 0 0,0 1 1 0 0,0-1-1 0 0,0 0 0 0 0,0 0 0 0 0,-1 0 0 0 0,1 0 0 0 0,0 0 0 0 0,0 0 0 0 0,-1 0 0 0 0,1 0 0 0 0,0 0 0 0 0,-1 0 0 0 0,1 0 0 0 0,-1 0 0 0 0,1 0 0 0 0,-2 1 1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24.3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0 138 8751 0 0,'2'-2'167'0'0,"-1"0"-1"0"0,1 0 1 0 0,0 0-1 0 0,-1 0 0 0 0,1 0 1 0 0,0 1-1 0 0,0-1 1 0 0,0 0-1 0 0,0 1 0 0 0,1 0 1 0 0,-1-1-1 0 0,0 1 1 0 0,0 0-1 0 0,1 0 0 0 0,-1 0 1 0 0,1 1-1 0 0,-1-1 1 0 0,1 0-1 0 0,3 1 0 0 0,152-34 6901 0 0,-117 23-6377 0 0,73-31 0 0 0,-90 31-2183 0 0,-2-2-5341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24.6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 10 3223 0 0,'1'-9'8004'0'0,"0"27"-2958"0"0,-1-8-5348 0 0,-8 78 4791 0 0,-15 41-1997 0 0,16-89-2216 0 0,4-28-794 0 0,0-1-1 0 0,-10 22 1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25.3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179 31 6911 0 0,'0'-2'195'0'0,"0"1"0"0"0,0 0-1 0 0,0 0 1 0 0,-1-1 0 0 0,1 1-1 0 0,0 0 1 0 0,-1 0 0 0 0,1 0-1 0 0,-1-1 1 0 0,1 1 0 0 0,-1 0-1 0 0,0 0 1 0 0,1 0 0 0 0,-1 0-1 0 0,0 0 1 0 0,0 0 0 0 0,0 0-1 0 0,0 0 1 0 0,1 1 0 0 0,-1-1-1 0 0,-1 0 1 0 0,1 0 0 0 0,0 1-1 0 0,0-1 1 0 0,0 1 0 0 0,0-1-1 0 0,-3 0 1 0 0,3 0 38 0 0,-1 1 1 0 0,1 0-1 0 0,-1-1 1 0 0,0 1-1 0 0,0 0 1 0 0,1 0-1 0 0,-1 0 1 0 0,0 0-1 0 0,1 0 0 0 0,-1 0 1 0 0,0 1-1 0 0,0-1 1 0 0,1 0-1 0 0,-1 1 1 0 0,0-1-1 0 0,1 1 1 0 0,-1 0-1 0 0,1 0 1 0 0,-1 0-1 0 0,-1 1 1 0 0,-2 3 160 0 0,0 0 0 0 0,0 0 1 0 0,0 1-1 0 0,1 0 1 0 0,0 0-1 0 0,0 0 1 0 0,-4 10-1 0 0,-18 50 1009 0 0,13-30-1128 0 0,3 0 0 0 0,0 0 0 0 0,3 1 0 0 0,1 1 0 0 0,1-1 1 0 0,3 1-1 0 0,1 0 0 0 0,1-1 0 0 0,12 76 0 0 0,-11-103-212 0 0,2 0-1 0 0,-1 0 1 0 0,2-1 0 0 0,-1 1 0 0 0,1-1 0 0 0,0 0 0 0 0,7 11-1 0 0,-8-16-39 0 0,0 0 0 0 0,-1-1 0 0 0,1 1 0 0 0,0-1 0 0 0,1 0 0 0 0,-1 0 0 0 0,1 0 0 0 0,-1 0 0 0 0,1 0 0 0 0,0-1 0 0 0,0 0 0 0 0,0 0 0 0 0,0 0 0 0 0,1 0 0 0 0,-1-1 0 0 0,1 1 0 0 0,7 0 0 0 0,10 0-2431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26.3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23 244 5063 0 0,'-2'-4'815'0'0,"0"0"-1"0"0,0 0 1 0 0,0-1-1 0 0,1 1 1 0 0,0-1-1 0 0,-1 1 0 0 0,2-1 1 0 0,-1 0-1 0 0,1 1 1 0 0,-1-1-1 0 0,2-7 1 0 0,-1 7-337 0 0,2-1 1 0 0,-1 1 0 0 0,0-1 0 0 0,1 1-1 0 0,0-1 1 0 0,1 1 0 0 0,-1 0 0 0 0,1 0-1 0 0,0 0 1 0 0,0 1 0 0 0,0-1 0 0 0,6-6-1 0 0,-4 6-306 0 0,0 0 1 0 0,0 0-1 0 0,1 1 0 0 0,-1-1 0 0 0,1 1 0 0 0,0 0 0 0 0,0 1 1 0 0,0 0-1 0 0,11-5 0 0 0,-16 8-165 0 0,-1 0 1 0 0,1 0-1 0 0,0-1 0 0 0,-1 1 1 0 0,1 0-1 0 0,0 0 1 0 0,-1 0-1 0 0,1-1 0 0 0,0 1 1 0 0,-1 0-1 0 0,1 0 1 0 0,0 0-1 0 0,0 0 0 0 0,-1 0 1 0 0,1 1-1 0 0,0-1 1 0 0,-1 0-1 0 0,1 0 0 0 0,0 0 1 0 0,-1 1-1 0 0,1-1 1 0 0,0 0-1 0 0,-1 1 0 0 0,1-1 1 0 0,-1 0-1 0 0,1 1 1 0 0,0-1-1 0 0,-1 1 0 0 0,1-1 1 0 0,-1 1-1 0 0,1-1 0 0 0,-1 1 1 0 0,0-1-1 0 0,1 1 1 0 0,-1 0-1 0 0,1-1 0 0 0,-1 1 1 0 0,0-1-1 0 0,0 1 1 0 0,1 0-1 0 0,-1-1 0 0 0,0 1 1 0 0,0 0-1 0 0,0 0 1 0 0,0-1-1 0 0,0 1 0 0 0,0 0 1 0 0,0-1-1 0 0,0 1 1 0 0,0 1-1 0 0,0 5 17 0 0,-1 0 1 0 0,0 0-1 0 0,0-1 0 0 0,-2 8 1 0 0,2-11-14 0 0,-36 161 200 0 0,36-160-206 0 0,0-1 0 0 0,-1 1 0 0 0,1-1 0 0 0,-1 0 0 0 0,1 1 0 0 0,-1-1 0 0 0,0 0 0 0 0,0 0-1 0 0,0 0 1 0 0,-1 0 0 0 0,1-1 0 0 0,-6 6 0 0 0,6-7-2 0 0,0 0 0 0 0,0 0 0 0 0,0 1 0 0 0,0-1 0 0 0,0-1 0 0 0,0 1 0 0 0,0 0-1 0 0,0 0 1 0 0,-1-1 0 0 0,1 1 0 0 0,0-1 0 0 0,-1 0 0 0 0,1 0 0 0 0,0 0 0 0 0,0 0 0 0 0,-1 0 0 0 0,1 0-1 0 0,0 0 1 0 0,-1-1 0 0 0,1 1 0 0 0,-2-2 0 0 0,3 2-3 0 0,0 0 0 0 0,1 0 0 0 0,-1 0-1 0 0,1-1 1 0 0,-1 1 0 0 0,1 0 0 0 0,-1 0-1 0 0,1-1 1 0 0,-1 1 0 0 0,1 0 0 0 0,-1-1 0 0 0,1 1-1 0 0,0 0 1 0 0,-1-1 0 0 0,1 1 0 0 0,-1-1 0 0 0,1 1-1 0 0,0-1 1 0 0,-1 1 0 0 0,1 0 0 0 0,0-1-1 0 0,0 0 1 0 0,-1 1 0 0 0,1-1 0 0 0,0 1 0 0 0,0-1-1 0 0,0 0 1 0 0,0 0-1 0 0,0-1 0 0 0,0 1-1 0 0,0 0 1 0 0,1 0 0 0 0,-1 0 0 0 0,1 0-1 0 0,-1 0 1 0 0,0-1 0 0 0,1 1-1 0 0,0 0 1 0 0,-1 0 0 0 0,2-1 0 0 0,4-5-14 0 0,-1 1 1 0 0,1 0-1 0 0,7-5 1 0 0,-8 7-3 0 0,11-11-69 0 0,53-50-184 0 0,-43 35 253 0 0,-2-2 0 0 0,-1 0 1 0 0,29-54-1 0 0,-46 68 17 0 0,-6 18 0 0 0,0 0 0 0 0,0 0 0 0 0,0 0 0 0 0,0 0 0 0 0,0-1 0 0 0,0 1 0 0 0,0 0 0 0 0,0 0 0 0 0,0 0 0 0 0,0 0 0 0 0,0 0 0 0 0,0 0 0 0 0,0 0 0 0 0,0-1 0 0 0,0 1 0 0 0,0 0 0 0 0,0 0 0 0 0,0 0 0 0 0,0 0 0 0 0,0 0 0 0 0,0 0 0 0 0,0 0 0 0 0,0 0 0 0 0,0-1 0 0 0,-1 1 0 0 0,1 0 0 0 0,0 0 0 0 0,0 0 0 0 0,0 0 0 0 0,0 0 0 0 0,0 0 0 0 0,0 0 0 0 0,0 0 0 0 0,0 0 0 0 0,0 0 0 0 0,-1 0 0 0 0,1 0 0 0 0,0 0 0 0 0,0 0 0 0 0,0 0 0 0 0,0 0 0 0 0,-9 6 0 0 0,-6 9 4 0 0,0 1 0 0 0,1 1-1 0 0,1 0 1 0 0,-16 28 0 0 0,23-32 0 0 0,-1 0 0 0 0,2 0 1 0 0,0 0-1 0 0,0 1 0 0 0,2-1 1 0 0,-1 1-1 0 0,-2 27 0 0 0,6-31 52 0 0,-1 1-1 0 0,1-1 1 0 0,1 0-1 0 0,0 0 1 0 0,4 17-1 0 0,-4-23-25 0 0,0-1-1 0 0,0 1 1 0 0,0 0-1 0 0,1-1 0 0 0,-1 1 1 0 0,1-1-1 0 0,0 0 1 0 0,0 0-1 0 0,0 0 1 0 0,0 0-1 0 0,1 0 0 0 0,0 0 1 0 0,-1 0-1 0 0,1-1 1 0 0,0 1-1 0 0,0-1 1 0 0,0 0-1 0 0,5 3 0 0 0,-3-3-53 0 0,-1 0-1 0 0,1 0 0 0 0,0-1 1 0 0,-1 0-1 0 0,1 1 0 0 0,0-1 0 0 0,0-1 1 0 0,0 1-1 0 0,0-1 0 0 0,0 0 1 0 0,0 0-1 0 0,0-1 0 0 0,0 1 0 0 0,-1-1 1 0 0,1 0-1 0 0,0 0 0 0 0,0-1 0 0 0,-1 1 1 0 0,1-1-1 0 0,0 0 0 0 0,-1 0 1 0 0,0-1-1 0 0,6-3 0 0 0,-1-1-623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26.5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60 7831 0 0,'3'-2'344'0'0,"1"1"72"0"0,-1-1-328 0 0,1 2-88 0 0,-1 0 0 0 0,0 0 0 0 0,1 0 1288 0 0,3-2 248 0 0,4 2 40 0 0,6-3 16 0 0,6-1-592 0 0,-1 1-112 0 0,3-2-24 0 0,1 0-8 0 0,-2 0-696 0 0,1-4-160 0 0,1 1 0 0 0,-3-3-7368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26.7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142 1 4607 0 0,'-1'0'78'0'0,"0"0"0"0"0,0 0-1 0 0,1 0 1 0 0,-1 0-1 0 0,0 0 1 0 0,0 0-1 0 0,0 0 1 0 0,1 0-1 0 0,-1 0 1 0 0,0 0-1 0 0,0 1 1 0 0,1-1-1 0 0,-1 0 1 0 0,0 0 0 0 0,0 1-1 0 0,1-1 1 0 0,-1 1-1 0 0,0-1 1 0 0,1 0-1 0 0,-1 1 1 0 0,1 0-1 0 0,-1-1 1 0 0,1 1-1 0 0,-1-1 1 0 0,1 1-1 0 0,-1 0 1 0 0,1-1 0 0 0,-1 2-1 0 0,-16 24 3908 0 0,12-19-3527 0 0,5-6-397 0 0,-21 31 3197 0 0,2 1 0 0 0,-17 38 1 0 0,32-60-3042 0 0,0 0 0 0 0,0 0 0 0 0,1 1 0 0 0,0-1 0 0 0,1 1 0 0 0,0 0 0 0 0,1-1 0 0 0,1 1 0 0 0,0 0 0 0 0,0 0 0 0 0,3 14 0 0 0,-3-24-194 0 0,1-1-1 0 0,-1 0 0 0 0,0 1 1 0 0,1-1-1 0 0,-1 0 1 0 0,1 1-1 0 0,-1-1 0 0 0,1 0 1 0 0,0 0-1 0 0,0 1 1 0 0,-1-1-1 0 0,1 0 0 0 0,0 0 1 0 0,0 0-1 0 0,0 0 1 0 0,0 0-1 0 0,1 0 0 0 0,-1-1 1 0 0,0 1-1 0 0,0 0 1 0 0,0 0-1 0 0,1-1 0 0 0,1 2 1 0 0,14 1-1102 0 0,2-2-5141 0 0,-7-1-1079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1 185 919 0 0,'0'-5'429'0'0,"1"0"0"0"0,0 0-1 0 0,0 0 1 0 0,1 1 0 0 0,0-1-1 0 0,3-6 1 0 0,1-6 844 0 0,4-16 1567 0 0,-6 19-828 0 0,0 1 0 0 0,1 0 0 0 0,0 0 1 0 0,13-24-1 0 0,-18 37-1951 0 0,1-1 0 0 0,-1 1 0 0 0,0 0 0 0 0,0 0 0 0 0,0-1 0 0 0,0 1 0 0 0,1 0 0 0 0,-1 0 0 0 0,0-1 0 0 0,0 1 0 0 0,1 0 0 0 0,-1 0 0 0 0,0 0 0 0 0,0-1 0 0 0,1 1 0 0 0,-1 0 0 0 0,0 0 0 0 0,1 0 0 0 0,-1 0 0 0 0,0 0 1 0 0,0-1-1 0 0,1 1 0 0 0,-1 0 0 0 0,0 0 0 0 0,1 0 0 0 0,-1 0 0 0 0,0 0 0 0 0,1 0 0 0 0,-1 0 0 0 0,0 0 0 0 0,1 0 0 0 0,-1 0 0 0 0,0 1 0 0 0,0-1 0 0 0,1 0 0 0 0,-1 0 0 0 0,0 0 0 0 0,1 0 0 0 0,-1 0 0 0 0,0 0 0 0 0,0 1 0 0 0,1-1 0 0 0,-1 0 0 0 0,0 0 0 0 0,0 0 0 0 0,1 1 0 0 0,-1-1 0 0 0,0 0 0 0 0,0 0 0 0 0,0 1 0 0 0,1-1 0 0 0,-1 0 0 0 0,0 1 0 0 0,0-1 1 0 0,0 0-1 0 0,0 0 0 0 0,0 1 0 0 0,0-1 0 0 0,0 0 0 0 0,1 1 0 0 0,5 19 973 0 0,-6-6-900 0 0,0 1-1 0 0,-1 0 1 0 0,0-1-1 0 0,-4 17 1 0 0,-17 56-63 0 0,21-82-70 0 0,-3 13 173 0 0,5-9-641 0 0,-1-9 406 0 0,0 0-1 0 0,1 0 1 0 0,-1 0-1 0 0,0 0 1 0 0,0 0 0 0 0,0 0-1 0 0,0 1 1 0 0,0-1-1 0 0,0 0 1 0 0,1 0 0 0 0,-1 0-1 0 0,0 0 1 0 0,0 0-1 0 0,0 0 1 0 0,0 0 0 0 0,0 0-1 0 0,1 0 1 0 0,-1 0-1 0 0,0 0 1 0 0,0 0-1 0 0,0 0 1 0 0,0 0 0 0 0,1 0-1 0 0,-1 0 1 0 0,0 0-1 0 0,0 0 1 0 0,0 0 0 0 0,0 0-1 0 0,1 0 1 0 0,-1 0-1 0 0,0 0 1 0 0,0 0 0 0 0,0 0-1 0 0,0 0 1 0 0,1 0-1 0 0,-1 0 1 0 0,0 0 0 0 0,0-1-1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27.2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 3223 0 0,'2'-1'163'0'0,"-1"0"-1"0"0,1 0 1 0 0,-1 1-1 0 0,1-1 1 0 0,-1 0-1 0 0,1 0 1 0 0,-1 1-1 0 0,1-1 1 0 0,0 1-1 0 0,-1-1 1 0 0,1 1-1 0 0,0 0 1 0 0,0 0-1 0 0,-1 0 1 0 0,1 0-1 0 0,0 0 1 0 0,-1 0-1 0 0,3 1 1 0 0,-1-1 240 0 0,0 1 1 0 0,0 0-1 0 0,-1 0 1 0 0,1 1-1 0 0,0-1 1 0 0,-1 1-1 0 0,1-1 1 0 0,-1 1 0 0 0,0 0-1 0 0,3 2 1 0 0,0 1 452 0 0,0 0 0 0 0,-1 0 0 0 0,1 1 0 0 0,-1 0 1 0 0,0 0-1 0 0,-1 0 0 0 0,0 0 0 0 0,4 9 0 0 0,-5-7-531 0 0,0 0 0 0 0,0 0 0 0 0,-1 0 0 0 0,0 1 0 0 0,0-1-1 0 0,-1 0 1 0 0,0 0 0 0 0,0 1 0 0 0,-1-1 0 0 0,0 0 0 0 0,-3 11 0 0 0,2-12-375 0 0,0-1 0 0 0,0 0 0 0 0,-1 1 1 0 0,0-1-1 0 0,0 0 0 0 0,0 0 0 0 0,0-1 1 0 0,-1 1-1 0 0,0-1 0 0 0,-1 0 0 0 0,1 0 0 0 0,-1 0 1 0 0,0 0-1 0 0,-7 5 0 0 0,5-7-5187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27.5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17 5983 0 0,'3'-2'251'0'0,"0"0"-1"0"0,0 0 1 0 0,1 1-1 0 0,-1-1 1 0 0,1 1-1 0 0,-1-1 0 0 0,1 1 1 0 0,-1 0-1 0 0,1 1 1 0 0,0-1-1 0 0,0 0 1 0 0,-1 1-1 0 0,1 0 0 0 0,0 0 1 0 0,0 0-1 0 0,6 1 1 0 0,1 2 420 0 0,-1-1 0 0 0,0 1 0 0 0,0 1 0 0 0,0 0 0 0 0,0 1 1 0 0,0-1-1 0 0,-1 2 0 0 0,0-1 0 0 0,0 1 0 0 0,0 1 0 0 0,-1 0 0 0 0,0 0 1 0 0,9 11-1 0 0,-4-4-205 0 0,-1 1 0 0 0,0 1 1 0 0,-1 0-1 0 0,-1 1 0 0 0,-1 0 0 0 0,12 28 0 0 0,-14-26-410 0 0,-2 0-1 0 0,0 0 1 0 0,-1 0-1 0 0,-1 1 0 0 0,-1-1 1 0 0,0 1-1 0 0,-2-1 1 0 0,0 1-1 0 0,-1 0 0 0 0,-5 23 1 0 0,-2-2 64 0 0,-2 0 0 0 0,-2-1 1 0 0,-29 67-1 0 0,-96 206-223 0 0,119-279-1730 0 0,8-18-6079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28.0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69 312 6911 0 0,'-8'-1'236'0'0,"-31"-5"1050"0"0,17 0 7592 0 0,46 5-6624 0 0,70 3-1339 0 0,0-4 1 0 0,113-17-1 0 0,546-47-456 0 0,-212 21 124 0 0,-491 41-489 0 0,466-68 349 0 0,-377 46-411 0 0,216-32 53 0 0,-340 56-85 0 0,48-3 0 0 0,-63 5-8 0 0,0 0 0 0 0,0 0 0 0 0,0 0 0 0 0,1 0 0 0 0,-1 0 0 0 0,0 0-1 0 0,0 0 1 0 0,0 0 0 0 0,0 0 0 0 0,0 0 0 0 0,0 0 0 0 0,0 0 0 0 0,0 0 0 0 0,1 0 0 0 0,-1 0-1 0 0,0 0 1 0 0,0 0 0 0 0,0 0 0 0 0,0 0 0 0 0,0 0 0 0 0,0 0 0 0 0,0 0 0 0 0,0 0 0 0 0,0 0 0 0 0,0 0-1 0 0,1 0 1 0 0,-1 0 0 0 0,0 0 0 0 0,0 0 0 0 0,0 0 0 0 0,0 0 0 0 0,0 0 0 0 0,0 0 0 0 0,0 1-1 0 0,0-1 1 0 0,0 0 0 0 0,0 0 0 0 0,0 0 0 0 0,0 0 0 0 0,0 0 0 0 0,0 0 0 0 0,0 0 0 0 0,0 0 0 0 0,0 0-1 0 0,0 1 1 0 0,0-1 0 0 0,0 0 0 0 0,-4 4-1200 0 0,-8 5-3904 0 0,-1-4-2331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28.6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58 299 7831 0 0,'-12'1'378'0'0,"11"-2"-278"0"0,-1 1-1 0 0,0 0 0 0 0,0 0 1 0 0,0 0-1 0 0,0 0 1 0 0,0 0-1 0 0,0 1 0 0 0,0-1 1 0 0,0 0-1 0 0,1 1 1 0 0,-1 0-1 0 0,0-1 1 0 0,0 1-1 0 0,1 0 0 0 0,-1 0 1 0 0,0 0-1 0 0,1 0 1 0 0,-3 2-1 0 0,3-2 140 0 0,-1 1 0 0 0,2-1 0 0 0,-1 1 0 0 0,0-1 0 0 0,0 1 1 0 0,0 0-1 0 0,1-1 0 0 0,-1 1 0 0 0,1 0 0 0 0,-1-1 0 0 0,1 1 0 0 0,0 0 0 0 0,-1-1 0 0 0,1 1 0 0 0,0 0 1 0 0,0 0-1 0 0,1 0 0 0 0,-1-1 0 0 0,0 3 0 0 0,1-3-43 0 0,0 1 1 0 0,0 0-1 0 0,0-1 0 0 0,0 1 1 0 0,0-1-1 0 0,0 1 1 0 0,1-1-1 0 0,-1 1 0 0 0,0-1 1 0 0,1 0-1 0 0,-1 0 1 0 0,1 0-1 0 0,0 0 0 0 0,-1 0 1 0 0,1 0-1 0 0,0 0 0 0 0,-1 0 1 0 0,3 0-1 0 0,6 2 122 0 0,0 0 1 0 0,-1-1-1 0 0,1 0 0 0 0,0 0 0 0 0,0-1 1 0 0,1-1-1 0 0,-1 0 0 0 0,14-1 0 0 0,-7-1-127 0 0,-1-1 0 0 0,0 0-1 0 0,0-1 1 0 0,22-8-1 0 0,-28 8-132 0 0,0-1-1 0 0,0 0 0 0 0,-1 0 0 0 0,0-1 0 0 0,0-1 0 0 0,0 1 0 0 0,-1-1 0 0 0,0 0 0 0 0,0-1 0 0 0,-1 0 1 0 0,0 0-1 0 0,10-18 0 0 0,-13 21-37 0 0,-1-1 0 0 0,0 0 1 0 0,-1 0-1 0 0,1 0 1 0 0,-1 0-1 0 0,0 0 0 0 0,-1 0 1 0 0,0-1-1 0 0,0 1 0 0 0,0 0 1 0 0,0-1-1 0 0,-1 1 0 0 0,0-1 1 0 0,-1 1-1 0 0,0-1 1 0 0,0 1-1 0 0,0-1 0 0 0,0 1 1 0 0,-1 0-1 0 0,0 0 0 0 0,-1 0 1 0 0,-4-9-1 0 0,1 5-9 0 0,0-1 1 0 0,-1 1-1 0 0,-1 1 0 0 0,1-1 1 0 0,-15-11-1 0 0,19 18-8 0 0,0-1-1 0 0,-1 2 0 0 0,1-1 1 0 0,-1 0-1 0 0,0 1 1 0 0,0-1-1 0 0,0 1 1 0 0,0 0-1 0 0,0 1 1 0 0,-1-1-1 0 0,1 1 0 0 0,0-1 1 0 0,-1 1-1 0 0,1 1 1 0 0,-1-1-1 0 0,1 1 1 0 0,-7-1-1 0 0,8 2-2 0 0,1 0 0 0 0,-1-1 1 0 0,1 1-1 0 0,0 0 0 0 0,-1 0 0 0 0,1 0 0 0 0,0 1 0 0 0,0-1 0 0 0,-1 0 1 0 0,1 1-1 0 0,0-1 0 0 0,1 1 0 0 0,-1 0 0 0 0,0 0 0 0 0,0 0 0 0 0,1 0 1 0 0,-1 0-1 0 0,1 0 0 0 0,0 0 0 0 0,-1 0 0 0 0,1 1 0 0 0,0-1 1 0 0,0 1-1 0 0,0 2 0 0 0,-2 5-4 0 0,0 0 0 0 0,1 0 1 0 0,0 0-1 0 0,0 18 0 0 0,2 26-20 0 0,2-1 0 0 0,18 99-1 0 0,83 464 817 0 0,-93-562-728 0 0,-10-54-84 0 0,0 0-1 0 0,0 0 1 0 0,0-1-1 0 0,0 1 1 0 0,0 0-1 0 0,-1 0 1 0 0,1 0-1 0 0,0 0 1 0 0,0 0 0 0 0,0 0-1 0 0,0 0 1 0 0,0 0-1 0 0,0 0 1 0 0,0 0-1 0 0,0 0 1 0 0,-1 0-1 0 0,1 0 1 0 0,0 0-1 0 0,0 0 1 0 0,0 0 0 0 0,0 0-1 0 0,0 1 1 0 0,0-1-1 0 0,0 0 1 0 0,-1 0-1 0 0,1 0 1 0 0,0 0-1 0 0,0 0 1 0 0,0 0-1 0 0,0 0 1 0 0,0 0 0 0 0,0 0-1 0 0,0 0 1 0 0,0 0-1 0 0,0 0 1 0 0,0 1-1 0 0,0-1 1 0 0,0 0-1 0 0,0 0 1 0 0,-1 0-1 0 0,1 0 1 0 0,0 0 0 0 0,0 0-1 0 0,0 0 1 0 0,0 0-1 0 0,0 1 1 0 0,0-1-1 0 0,0 0 1 0 0,0 0-1 0 0,0 0 1 0 0,0 0-1 0 0,0 0 1 0 0,0 0-1 0 0,0 0 1 0 0,0 1 0 0 0,0-1-1 0 0,1 0 1 0 0,-1 0-1 0 0,-8-9-3653 0 0,6 6 1542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28.8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15 123 5527 0 0,'-5'-2'-80'0'0,"-5"-3"1836"0"0,10 5-1572 0 0,1 0 1 0 0,-1-1-1 0 0,0 1 0 0 0,1-1 1 0 0,-1 1-1 0 0,0 0 0 0 0,1-1 0 0 0,-1 1 1 0 0,1 0-1 0 0,-1 0 0 0 0,0-1 0 0 0,1 1 1 0 0,-1 0-1 0 0,1 0 0 0 0,-1 0 1 0 0,1 0-1 0 0,-1-1 0 0 0,1 1 0 0 0,-1 0 1 0 0,1 0-1 0 0,-1 0 0 0 0,1 0 0 0 0,-1 0 1 0 0,1 0-1 0 0,330-81 9757 0 0,-246 57-15941 0 0,-59 19-768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29.0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49 5063 0 0,'-1'-9'430'0'0,"-1"-14"-19"0"0,1 22-34 0 0,1 0 0 0 0,0 0 1 0 0,-1 0-1 0 0,1 0 0 0 0,0 0 1 0 0,-1 0-1 0 0,1 0 0 0 0,-1 0 1 0 0,0 0-1 0 0,1 0 0 0 0,-1 0 0 0 0,0 0 1 0 0,1 0-1 0 0,-1 1 0 0 0,0-1 1 0 0,-1-1-1 0 0,2 2-228 0 0,-1 0 0 0 0,1 0 0 0 0,-1 0 0 0 0,1 0 0 0 0,-1 0 0 0 0,1 0 0 0 0,-1 0 0 0 0,1 0 1 0 0,-1 0-1 0 0,1 1 0 0 0,-1-1 0 0 0,1 0 0 0 0,-1 0 0 0 0,1 0 0 0 0,-1 0 0 0 0,1 1 0 0 0,-1-1 0 0 0,1 0 0 0 0,-1 1 0 0 0,1-1 0 0 0,0 0 0 0 0,-1 1 0 0 0,1-1 0 0 0,0 0 0 0 0,-1 1 0 0 0,1-1 1 0 0,0 1-1 0 0,-1-1 0 0 0,1 0 0 0 0,0 1 0 0 0,0-1 0 0 0,-1 1 0 0 0,1-1 0 0 0,0 1 0 0 0,0 0 0 0 0,-7 20 1605 0 0,3 4-1321 0 0,1 0 1 0 0,1 0-1 0 0,2 0 0 0 0,0 0 1 0 0,2 0-1 0 0,5 27 0 0 0,-2-32-572 0 0,2-8-5914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29.2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1 4607 0 0,'0'0'354'0'0,"-3"14"3062"0"0,-10 38 3683 0 0,-7 31-1542 0 0,18-70-5192 0 0,1 0 1 0 0,-1 0-1 0 0,2 0 0 0 0,1 17 0 0 0,-1-27-372 0 0,0-1 0 0 0,1 1 0 0 0,-1-1 0 0 0,1 1 0 0 0,0 0 0 0 0,0-1 0 0 0,0 0 0 0 0,0 1 0 0 0,0-1 0 0 0,0 0 0 0 0,1 1 0 0 0,-1-1 0 0 0,1 0 0 0 0,-1 0 0 0 0,3 2 0 0 0,6 2-309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29.5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63 0 11055 0 0,'-12'40'6067'0'0,"-16"96"-977"0"0,18-76-4561 0 0,-1 88 0 0 0,10-109-472 0 0,1 98 352 0 0,1-115-355 0 0,2 0 0 0 0,0 0 1 0 0,1 0-1 0 0,8 22 0 0 0,-10-37-247 0 0,1 0 0 0 0,0-1 0 0 0,0 1 0 0 0,1-1 0 0 0,0 1-1 0 0,0-1 1 0 0,0-1 0 0 0,1 1 0 0 0,0 0 0 0 0,0-1 0 0 0,11 8 0 0 0,-5-5-7618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29.9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0 151 10591 0 0,'5'-6'635'0'0,"1"1"-1"0"0,-1-1 0 0 0,1 1 1 0 0,0 0-1 0 0,0 1 0 0 0,0 0 1 0 0,13-7-1 0 0,-3 3 456 0 0,1 1-1 0 0,20-6 1 0 0,-28 10-738 0 0,-1 1-1 0 0,1 0 1 0 0,0 0 0 0 0,0 1-1 0 0,0 0 1 0 0,0 1 0 0 0,15 1-1 0 0,-20-1-304 0 0,-1 1 0 0 0,1-1-1 0 0,-1 1 1 0 0,0 0 0 0 0,0 1-1 0 0,1-1 1 0 0,-1 0 0 0 0,0 1-1 0 0,0 0 1 0 0,0 0 0 0 0,0 0-1 0 0,-1 0 1 0 0,1 0 0 0 0,0 0-1 0 0,-1 1 1 0 0,0-1 0 0 0,1 1-1 0 0,-1 0 1 0 0,0 0 0 0 0,0-1-1 0 0,-1 1 1 0 0,3 6 0 0 0,-1-2-40 0 0,-1 0 0 0 0,0-1 1 0 0,0 1-1 0 0,-1 0 0 0 0,0 0 1 0 0,0 0-1 0 0,-1 0 0 0 0,0 0 1 0 0,0 0-1 0 0,0 0 1 0 0,-1 0-1 0 0,0 0 0 0 0,-1 0 1 0 0,1 0-1 0 0,-4 9 0 0 0,-1-2 18 0 0,0 0-1 0 0,-1 0 0 0 0,0-1 1 0 0,-1 0-1 0 0,-1 0 0 0 0,-10 11 1 0 0,9-10 93 0 0,11-13-107 0 0,3-3-8 0 0,6-4-6 0 0,11-14-18 0 0,0 1 0 0 0,-2-2 0 0 0,0-1 1 0 0,-2 0-1 0 0,0-2 0 0 0,-1 0 0 0 0,-2 0 0 0 0,19-42 0 0 0,-23 43-2 0 0,0 1-28 0 0,22-38 1 0 0,-39 85 50 0 0,-21 44 134 0 0,-30 114 0 0 0,56-175-120 0 0,0 0 0 0 0,1 1 1 0 0,0-1-1 0 0,1 0 0 0 0,-1 0 0 0 0,2 14 0 0 0,-1-21-9 0 0,0 1 0 0 0,1 0 0 0 0,-1-1 0 0 0,0 1 0 0 0,1-1 0 0 0,-1 1 0 0 0,1 0 0 0 0,-1-1 0 0 0,1 1 0 0 0,0-1 0 0 0,-1 1 0 0 0,1-1 0 0 0,0 1-1 0 0,0-1 1 0 0,0 0 0 0 0,0 0 0 0 0,1 1 0 0 0,-1-1 0 0 0,0 0 0 0 0,0 0 0 0 0,1 0 0 0 0,-1 0 0 0 0,1 0 0 0 0,-1-1 0 0 0,1 1 0 0 0,-1 0 0 0 0,1-1 0 0 0,-1 1 0 0 0,1-1 0 0 0,-1 1 0 0 0,1-1 0 0 0,0 0-1 0 0,-1 1 1 0 0,1-1 0 0 0,0 0 0 0 0,-1 0 0 0 0,1 0 0 0 0,3-1 0 0 0,2-1-185 0 0,1 0-1 0 0,-1 0 1 0 0,0-1 0 0 0,0 0 0 0 0,-1 0-1 0 0,1 0 1 0 0,0-1 0 0 0,8-7-1 0 0,-13 10 24 0 0,10-8-7623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30.1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47 5983 0 0,'-1'3'536'0'0,"-1"-3"-432"0"0,2 2-104 0 0,2-2 0 0 0,-1 0 1088 0 0,3 0 200 0 0,-1 0 40 0 0,6 0 8 0 0,6 0 520 0 0,5 0 96 0 0,8-2 32 0 0,1-1 0 0 0,3-2-1296 0 0,0-2-256 0 0,1 0-48 0 0,-3-2-16 0 0,2-1-536 0 0,-3 2-112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30.3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95 14 9671 0 0,'0'-1'-12'0'0,"-7"-11"1307"0"0,7 12-1215 0 0,-1 0 0 0 0,1 0-1 0 0,0-1 1 0 0,-1 1 0 0 0,1 0 0 0 0,-1 0-1 0 0,1 0 1 0 0,0 0 0 0 0,-1 0 0 0 0,1 0-1 0 0,-1 0 1 0 0,1 0 0 0 0,0 0-1 0 0,-1 1 1 0 0,1-1 0 0 0,0 0 0 0 0,-1 0-1 0 0,1 0 1 0 0,-1 0 0 0 0,1 0 0 0 0,0 1-1 0 0,-1-1 1 0 0,1 0 0 0 0,0 0-1 0 0,0 1 1 0 0,-1-1 0 0 0,1 0 0 0 0,0 1-1 0 0,-1-1 1 0 0,1 0 0 0 0,0 0-1 0 0,0 1 1 0 0,0-1 0 0 0,-1 1 0 0 0,-6 9 888 0 0,0 0 1 0 0,0 0-1 0 0,1 1 0 0 0,1 0 1 0 0,0 0-1 0 0,0 0 1 0 0,1 0-1 0 0,-5 20 1 0 0,2 7-288 0 0,-5 53 0 0 0,11-76-551 0 0,1 31 0 0 0,0-41-110 0 0,1 1 0 0 0,-1-1 0 0 0,2 1 0 0 0,-1-1 0 0 0,0 0 0 0 0,1 1 0 0 0,0-1 0 0 0,5 9 0 0 0,-6-12-27 0 0,0-1 1 0 0,0 0-1 0 0,0 1 0 0 0,1-1 0 0 0,-1 0 1 0 0,0 0-1 0 0,0 1 0 0 0,1-1 0 0 0,-1 0 0 0 0,1 0 1 0 0,-1-1-1 0 0,1 1 0 0 0,-1 0 0 0 0,1 0 1 0 0,0-1-1 0 0,-1 1 0 0 0,1-1 0 0 0,2 1 0 0 0,0-1-277 0 0,-1 1 0 0 0,1-1 0 0 0,-1-1 0 0 0,1 1 0 0 0,-1 0 0 0 0,1-1 0 0 0,-1 1 0 0 0,5-3 0 0 0,5-3-7511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30.5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1 129 4143 0 0,'0'-9'1342'0'0,"1"0"1"0"0,0 0-1 0 0,1 0 0 0 0,0 0 0 0 0,5-14 0 0 0,-5 19-641 0 0,-1-1 1 0 0,1 1 0 0 0,0-1 0 0 0,1 1-1 0 0,-1 0 1 0 0,1 0 0 0 0,0 0-1 0 0,0 0 1 0 0,0 0 0 0 0,0 1-1 0 0,1-1 1 0 0,5-3 0 0 0,-9 7-679 0 0,1-1 0 0 0,0 1 1 0 0,-1-1-1 0 0,1 1 0 0 0,0-1 1 0 0,-1 1-1 0 0,1 0 0 0 0,0-1 1 0 0,-1 1-1 0 0,1 0 0 0 0,0 0 1 0 0,0 0-1 0 0,0 0 0 0 0,-1 0 1 0 0,1 0-1 0 0,0 0 0 0 0,0 0 1 0 0,-1 0-1 0 0,1 0 0 0 0,0 0 1 0 0,0 0-1 0 0,0 0 0 0 0,-1 0 1 0 0,1 1-1 0 0,0-1 0 0 0,1 1 1 0 0,-1 0 33 0 0,0 0 1 0 0,0 0-1 0 0,0 0 1 0 0,0 1-1 0 0,0-1 1 0 0,-1 0 0 0 0,1 0-1 0 0,0 1 1 0 0,-1-1-1 0 0,1 1 1 0 0,-1-1-1 0 0,1 0 1 0 0,-1 3 0 0 0,2 3 139 0 0,-1 1 1 0 0,0 0 0 0 0,-1 0 0 0 0,0 10 0 0 0,-2 5-198 0 0,-2 0 0 0 0,-8 28 0 0 0,2-5 0 0 0,10-46-2 0 0,0 0-1 0 0,0 0 0 0 0,-1 1 1 0 0,1-1-1 0 0,0 0 1 0 0,0 0-1 0 0,0 0 0 0 0,0 0 1 0 0,0 0-1 0 0,0 0 1 0 0,0 0-1 0 0,0 0 0 0 0,0 0 1 0 0,0 0-1 0 0,0 0 1 0 0,0 0-1 0 0,0 0 0 0 0,0 0 1 0 0,0 1-1 0 0,0-1 1 0 0,0 0-1 0 0,0 0 0 0 0,0 0 1 0 0,0 0-1 0 0,0 0 0 0 0,0 0 1 0 0,0 0-1 0 0,0 0 1 0 0,0 0-1 0 0,0 0 0 0 0,0 1 1 0 0,0-1-1 0 0,0 0 1 0 0,0 0-1 0 0,0 0 0 0 0,0 0 1 0 0,0 0-1 0 0,0 0 1 0 0,0 0-1 0 0,0 0 0 0 0,0 0 1 0 0,0 0-1 0 0,0 0 1 0 0,0 0-1 0 0,0 1 0 0 0,0-1 1 0 0,0 0-1 0 0,0 0 1 0 0,0 0-1 0 0,0 0 0 0 0,1 0 1 0 0,-1 0-1 0 0,0 0 1 0 0,0 0-1 0 0,0 0 0 0 0,0 0 1 0 0,0 0-1 0 0,0 0 1 0 0,0 0-1 0 0,0 0 0 0 0,0 0 1 0 0,0 0-1 0 0,0 0 1 0 0,1 0-1 0 0,-1 0 0 0 0,4-5-1921 0 0,-3 4 1154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30.9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51 26 3223 0 0,'11'-9'-224'0'0,"10"-5"4440"0"0,-20 14-4064 0 0,-1-1-1 0 0,1 1 1 0 0,0 0-1 0 0,-1-1 0 0 0,1 1 1 0 0,0 0-1 0 0,0 0 0 0 0,-1 0 1 0 0,1-1-1 0 0,0 1 1 0 0,-1 0-1 0 0,1 0 0 0 0,0 0 1 0 0,0 0-1 0 0,-1 0 0 0 0,1 1 1 0 0,0-1-1 0 0,0 0 0 0 0,-1 0 1 0 0,1 0-1 0 0,0 1 1 0 0,-1-1-1 0 0,1 0 0 0 0,0 0 1 0 0,-1 1-1 0 0,1-1 0 0 0,0 1 1 0 0,-1-1-1 0 0,1 1 1 0 0,-1-1-1 0 0,1 1 0 0 0,-1-1 1 0 0,1 1-1 0 0,-1-1 0 0 0,1 1 1 0 0,-1 0-1 0 0,0-1 0 0 0,1 1 1 0 0,-1 0-1 0 0,0-1 1 0 0,0 1-1 0 0,1 0 0 0 0,-1-1 1 0 0,0 1-1 0 0,0 0 0 0 0,0 0 1 0 0,0-1-1 0 0,0 1 1 0 0,0 0-1 0 0,0 1 0 0 0,1 2 146 0 0,0 1 0 0 0,0-1 0 0 0,1 0 0 0 0,-1 1 0 0 0,1-1 0 0 0,0 0 0 0 0,1 0 0 0 0,-1 0 0 0 0,4 5 0 0 0,9 15 2811 0 0,-14-21-2983 0 0,-1-1 0 0 0,1 1 0 0 0,0 0 0 0 0,-1-1 0 0 0,0 1 0 0 0,0 0 0 0 0,1-1 0 0 0,-2 1 0 0 0,1 0 0 0 0,0-1 0 0 0,0 1 0 0 0,-1 0 0 0 0,0-1 0 0 0,1 1 0 0 0,-1 0 0 0 0,0-1 1 0 0,-3 5-1 0 0,-2 5 17 0 0,0 0 1 0 0,-11 12 0 0 0,17-24-132 0 0,-52 63 291 0 0,34-45-173 0 0,-20 31 0 0 0,36-45-96 0 0,4-4-94 0 0,5-4-1295 0 0,-4 3 55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31.2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 0 10135 0 0,'14'11'4864'0'0,"9"13"-2132"0"0,10 14 246 0 0,34 49 0 0 0,-56-70-2875 0 0,-1 1-1 0 0,0 1 0 0 0,-1 0 0 0 0,-1 0 0 0 0,10 35 0 0 0,-10-21-50 0 0,-2 1-1 0 0,-2 0 0 0 0,-1 1 0 0 0,-2-1 1 0 0,-1 0-1 0 0,-2 1 0 0 0,-1-1 1 0 0,-1 0-1 0 0,-3 0 0 0 0,0-1 0 0 0,-2 0 1 0 0,-2 0-1 0 0,-1-1 0 0 0,-1 0 0 0 0,-1-1 1 0 0,-2-1-1 0 0,-26 38 0 0 0,35-59 18 0 0,0 0-1 0 0,-1 0 0 0 0,-14 12 1 0 0,17-17-321 0 0,0 0 1 0 0,1-1-1 0 0,-1 1 0 0 0,-1-1 1 0 0,1-1-1 0 0,0 1 1 0 0,-1-1-1 0 0,-10 3 0 0 0,6-3-8085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32.0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45 6911 0 0,'0'0'72'0'0,"1"0"0"0"0,-1-1 1 0 0,1 1-1 0 0,-1 0 0 0 0,1 0 0 0 0,-1 0 0 0 0,1-1 0 0 0,-1 1 0 0 0,1 0 0 0 0,-1-1 0 0 0,0 1 0 0 0,1-1 0 0 0,-1 1 0 0 0,0 0 0 0 0,1-1 0 0 0,-1 1 0 0 0,0-1 0 0 0,1 1 0 0 0,-1-1 0 0 0,5-6 1521 0 0,1 3-768 0 0,0 0 0 0 0,0 1 1 0 0,0 0-1 0 0,0 0 0 0 0,1 0 1 0 0,-1 1-1 0 0,1 0 0 0 0,-1 0 1 0 0,1 1-1 0 0,0 0 1 0 0,0 0-1 0 0,12 0 0 0 0,2 1 80 0 0,1 1 0 0 0,38 7-1 0 0,-53-7-855 0 0,-1 0-1 0 0,1 1 1 0 0,-1-1-1 0 0,0 2 0 0 0,1-1 1 0 0,9 6-1 0 0,-16-8-57 0 0,0 0 0 0 0,0 0 1 0 0,0 1-1 0 0,0-1 0 0 0,1 0 0 0 0,-1 0 0 0 0,0 0 0 0 0,0 1 1 0 0,0-1-1 0 0,0 0 0 0 0,0 0 0 0 0,0 0 0 0 0,0 1 0 0 0,0-1 0 0 0,0 0 1 0 0,1 0-1 0 0,-1 1 0 0 0,0-1 0 0 0,0 0 0 0 0,0 0 0 0 0,0 0 1 0 0,0 1-1 0 0,0-1 0 0 0,-1 0 0 0 0,1 0 0 0 0,0 1 0 0 0,0-1 1 0 0,0 0-1 0 0,0 0 0 0 0,0 0 0 0 0,0 1 0 0 0,0-1 0 0 0,0 0 0 0 0,0 0 1 0 0,-1 0-1 0 0,1 1 0 0 0,0-1 0 0 0,0 0 0 0 0,0 0 0 0 0,0 0 1 0 0,-1 0-1 0 0,1 1 0 0 0,0-1 0 0 0,0 0 0 0 0,0 0 0 0 0,-1 0 0 0 0,1 0 1 0 0,0 0-1 0 0,0 0 0 0 0,0 0 0 0 0,-1 0 0 0 0,1 0 0 0 0,0 0 1 0 0,-1 0-1 0 0,-13 6-871 0 0,14-6 865 0 0,-27 9-3546 0 0,-47 17-2190 0 0,67-23 5670 0 0,1 0 0 0 0,0 0 0 0 0,0 1-1 0 0,0 0 1 0 0,0 0 0 0 0,1 1 0 0 0,-1-1 0 0 0,-7 10-1 0 0,12-13 255 0 0,0 0-1 0 0,0 0 1 0 0,0 0-1 0 0,1 0 1 0 0,-1 0-1 0 0,0 0 1 0 0,0 0-1 0 0,1 1 1 0 0,-1-1-1 0 0,1 0 0 0 0,-1 1 1 0 0,1-1-1 0 0,0 0 1 0 0,0 1-1 0 0,-1-1 1 0 0,1 0-1 0 0,0 1 1 0 0,0-1-1 0 0,0 1 1 0 0,0-1-1 0 0,1 2 1 0 0,-1-1 46 0 0,1-1 0 0 0,0 0 0 0 0,0 1 1 0 0,0-1-1 0 0,0 0 0 0 0,0 0 1 0 0,0 0-1 0 0,0 0 0 0 0,0 0 0 0 0,0 0 1 0 0,0 0-1 0 0,0 0 0 0 0,1 0 1 0 0,-1 0-1 0 0,0-1 0 0 0,3 2 0 0 0,3 0 322 0 0,1 1 0 0 0,0-1 0 0 0,0 0-1 0 0,1-1 1 0 0,12 2 0 0 0,-6-4-328 0 0,-1 1 0 0 0,0-2 0 0 0,1 0 0 0 0,20-6 0 0 0,22-3 235 0 0,-56 11-536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36.4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176 166 5063 0 0,'2'-45'1433'0'0,"-1"33"-676"0"0,0 0-1 0 0,-1-1 1 0 0,0 1 0 0 0,-1 0 0 0 0,0 0-1 0 0,-1 0 1 0 0,-4-14 0 0 0,6 26-649 0 0,0-1 0 0 0,0 1-1 0 0,0-1 1 0 0,0 0 0 0 0,0 1 0 0 0,-1-1 0 0 0,1 1 0 0 0,0-1-1 0 0,-1 1 1 0 0,1-1 0 0 0,0 1 0 0 0,-1-1 0 0 0,1 1 0 0 0,-1-1-1 0 0,1 1 1 0 0,0 0 0 0 0,-1-1 0 0 0,1 1 0 0 0,-1-1 0 0 0,0 1-26 0 0,1 0 0 0 0,0 0 0 0 0,-1 1 0 0 0,1-1 0 0 0,0 0 1 0 0,0 0-1 0 0,-1 0 0 0 0,1 0 0 0 0,0 0 0 0 0,-1 1 0 0 0,1-1 1 0 0,0 0-1 0 0,0 0 0 0 0,0 0 0 0 0,-1 1 0 0 0,1-1 1 0 0,0 0-1 0 0,0 0 0 0 0,0 0 0 0 0,-1 1 0 0 0,1-1 0 0 0,0 0 1 0 0,0 1-1 0 0,0-1 0 0 0,0 1 0 0 0,-6 21 2058 0 0,6-7-1707 0 0,0 0 0 0 0,1 0-1 0 0,1-1 1 0 0,0 1-1 0 0,6 22 1 0 0,28 69 419 0 0,-7-31-524 0 0,73 218 408 0 0,-101-288-737 0 0,1 0 1 0 0,-1 0-1 0 0,-1 0 0 0 0,1 1 1 0 0,-1-1-1 0 0,1 0 0 0 0,-2 8 1 0 0,0-11 3 0 0,1 0 0 0 0,0 0 1 0 0,-1 0-1 0 0,0-1 0 0 0,1 1 1 0 0,-1 0-1 0 0,0-1 0 0 0,0 1 1 0 0,0 0-1 0 0,0-1 0 0 0,0 1 1 0 0,-1-1-1 0 0,1 0 0 0 0,0 1 1 0 0,-1-1-1 0 0,1 0 0 0 0,-1 0 1 0 0,1 0-1 0 0,-1 0 0 0 0,1 0 1 0 0,-1 0-1 0 0,0 0 0 0 0,-3 1 1 0 0,-4 0 4 0 0,-1 1 0 0 0,1-2 0 0 0,-1 1-1 0 0,1-1 1 0 0,-1-1 0 0 0,1 1 0 0 0,-1-2 0 0 0,0 1 0 0 0,1-1 0 0 0,-14-3 0 0 0,-8-4-37 0 0,-52-20 0 0 0,75 25 29 0 0,1 0 0 0 0,0-1 0 0 0,0 0 1 0 0,1 0-1 0 0,-1 0 0 0 0,1-1 0 0 0,-7-5 0 0 0,12 9 0 0 0,0 0 0 0 0,0-1 0 0 0,0 1 0 0 0,0-1 0 0 0,0 1-1 0 0,0 0 1 0 0,0-1 0 0 0,0 1 0 0 0,0-1 0 0 0,1 0 0 0 0,-1 1 0 0 0,1-1 0 0 0,-1 0 0 0 0,1 1 0 0 0,-1-4-1 0 0,2 3 1 0 0,-1 0-1 0 0,0 1 1 0 0,1-1-1 0 0,-1 0 1 0 0,1 1-1 0 0,-1-1 1 0 0,1 0-1 0 0,0 1 1 0 0,0-1-1 0 0,0 1 1 0 0,0-1-1 0 0,0 1 1 0 0,0 0-1 0 0,0-1 1 0 0,0 1-1 0 0,1 0 1 0 0,-1 0-1 0 0,0 0 1 0 0,3-1-1 0 0,28-20-21 0 0,53-27-1 0 0,-48 30 88 0 0,40-29 1 0 0,-46 25-40 0 0,34-33 1 0 0,-53 44-14 0 0,0 0 0 0 0,-1-1 0 0 0,-1 0 0 0 0,0-1-1 0 0,11-19 1 0 0,-18 27 7 0 0,-1 1-1 0 0,0-1 0 0 0,0 1 0 0 0,0-1 1 0 0,0 0-1 0 0,-1 1 0 0 0,0-1 0 0 0,0 0 1 0 0,-1 0-1 0 0,0 0 0 0 0,0-7 0 0 0,-1 10-4 0 0,1 1-1 0 0,0-1 0 0 0,-1 0 0 0 0,0 1 0 0 0,0-1 0 0 0,0 1 0 0 0,0-1 0 0 0,0 1 0 0 0,0-1 0 0 0,0 1 0 0 0,-1 0 0 0 0,1-1 0 0 0,-1 1 0 0 0,0 0 0 0 0,0 0 0 0 0,0 0 1 0 0,0 1-1 0 0,0-1 0 0 0,0 0 0 0 0,0 1 0 0 0,0-1 0 0 0,-1 1 0 0 0,1 0 0 0 0,-1 0 0 0 0,1 0 0 0 0,-4-1 0 0 0,-2 0 0 0 0,0 1 0 0 0,0 0 0 0 0,1 0 0 0 0,-1 1 0 0 0,0 0 0 0 0,0 1 0 0 0,0-1 0 0 0,1 1 0 0 0,-1 1 0 0 0,-13 4 0 0 0,13-4-3 0 0,0 1 0 0 0,0 0-1 0 0,1 0 1 0 0,-1 1 0 0 0,1 0-1 0 0,0 1 1 0 0,0-1 0 0 0,1 1 0 0 0,-1 0-1 0 0,-6 7 1 0 0,12-10-88 0 0,-1 0 0 0 0,0 0-1 0 0,0 0 1 0 0,1 0 0 0 0,-1 1 0 0 0,1-1-1 0 0,0 0 1 0 0,0 1 0 0 0,0-1 0 0 0,0 1-1 0 0,0-1 1 0 0,0 1 0 0 0,0-1 0 0 0,1 1-1 0 0,0 0 1 0 0,-1-1 0 0 0,1 1 0 0 0,0 0-1 0 0,0-1 1 0 0,0 1 0 0 0,1 0 0 0 0,-1-1 0 0 0,1 1-1 0 0,-1-1 1 0 0,1 1 0 0 0,0-1 0 0 0,0 1-1 0 0,0-1 1 0 0,2 4 0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36.8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0 118 1919 0 0,'13'-12'17750'0'0,"-9"9"-17545"0"0,1 1 0 0 0,-1-1 1 0 0,1 1-1 0 0,0 0 1 0 0,0 0-1 0 0,-1 1 1 0 0,1-1-1 0 0,0 1 1 0 0,0 0-1 0 0,0 0 0 0 0,10 0 1 0 0,15 1-10 0 0,0-3 0 0 0,0 0 0 0 0,-1-2 0 0 0,0-1 1 0 0,0-1-1 0 0,0-2 0 0 0,-1-1 0 0 0,41-20 0 0 0,-50 20 31 0 0,-18 9-196 0 0,-3 1-30 0 0,-9 7-132 0 0,-21 9-1974 0 0,20-9-5770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38.3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20 442 9671 0 0,'-1'-1'169'0'0,"0"1"-1"0"0,0-1 0 0 0,0 0 0 0 0,0 0 0 0 0,0 1 1 0 0,0-1-1 0 0,0 0 0 0 0,0 0 0 0 0,1 0 1 0 0,-1 0-1 0 0,0 0 0 0 0,1 0 0 0 0,-1-1 1 0 0,0 1-1 0 0,1 0 0 0 0,0 0 0 0 0,-1 0 0 0 0,1 0 1 0 0,0-1-1 0 0,-1 1 0 0 0,1 0 0 0 0,0 0 1 0 0,0-1-1 0 0,0 1 0 0 0,0 0 0 0 0,0 0 1 0 0,1-1-1 0 0,-1 1 0 0 0,0 0 0 0 0,1-3 0 0 0,2-4 644 0 0,-1 1-1 0 0,1-1 0 0 0,7-12 0 0 0,-5 11-341 0 0,7-20 440 0 0,-1 0 0 0 0,-2 0 0 0 0,9-44 1 0 0,7-93-253 0 0,-21 138-587 0 0,-20 106-59 0 0,3 15-10 0 0,-14 79-1 0 0,18-131-7 0 0,-1-1 0 0 0,-20 47 0 0 0,27-76-195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38.6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46 6911 0 0,'1'-2'91'0'0,"0"-1"0"0"0,0 1 0 0 0,1-1-1 0 0,-1 1 1 0 0,1 0 0 0 0,-1 0 0 0 0,1 0-1 0 0,0 0 1 0 0,0 0 0 0 0,0 0 0 0 0,0 0-1 0 0,0 0 1 0 0,0 1 0 0 0,3-2 0 0 0,0 0 346 0 0,0 1 0 0 0,0 1 1 0 0,0-1-1 0 0,0 1 0 0 0,1 0 1 0 0,6-1-1 0 0,-6 1 173 0 0,0 1-1 0 0,1 0 1 0 0,-1 0-1 0 0,1 0 1 0 0,-1 0 0 0 0,1 1-1 0 0,-1 0 1 0 0,0 1-1 0 0,13 3 1 0 0,-17-4-457 0 0,1 0 0 0 0,-1 1 0 0 0,0-1 0 0 0,1 1 1 0 0,-1-1-1 0 0,0 1 0 0 0,0 0 0 0 0,0-1 0 0 0,0 1 0 0 0,0 0 0 0 0,0 1 0 0 0,0-1 1 0 0,-1 0-1 0 0,1 0 0 0 0,-1 1 0 0 0,0-1 0 0 0,1 1 0 0 0,-1-1 0 0 0,0 1 1 0 0,-1-1-1 0 0,1 1 0 0 0,0 0 0 0 0,-1 0 0 0 0,1-1 0 0 0,-1 1 0 0 0,0 4 1 0 0,0-2-113 0 0,-1 0 1 0 0,1 0 0 0 0,-1 0 0 0 0,0-1 0 0 0,-1 1 0 0 0,1 0 0 0 0,-1-1 0 0 0,0 1 0 0 0,0-1 0 0 0,0 0 0 0 0,0 0 0 0 0,-1 1 0 0 0,0-1 0 0 0,-5 6 0 0 0,-2 0 17 0 0,0-1 1 0 0,0 0 0 0 0,-1-1 0 0 0,-11 8-1 0 0,27-18-50 0 0,-1 0 0 0 0,1 0 0 0 0,0 0 0 0 0,-1 1 0 0 0,1 0 0 0 0,0 0 0 0 0,0 0 0 0 0,0 1 0 0 0,0 0 0 0 0,0 0 0 0 0,8 1 0 0 0,-3-1 5 0 0,0 2 1 0 0,-1-1-1 0 0,1 1 1 0 0,-1 1 0 0 0,16 5-1 0 0,-22-7-7 0 0,0 1 0 0 0,0-1 1 0 0,0 1-1 0 0,0 0 0 0 0,-1-1 0 0 0,1 1 0 0 0,0 1 0 0 0,-1-1 0 0 0,0 0 0 0 0,1 1 1 0 0,-1-1-1 0 0,0 1 0 0 0,0-1 0 0 0,0 1 0 0 0,-1 0 0 0 0,1 0 0 0 0,-1 0 1 0 0,1 0-1 0 0,-1 0 0 0 0,0 0 0 0 0,0 1 0 0 0,0-1 0 0 0,-1 0 0 0 0,1 0 0 0 0,-1 1 1 0 0,0-1-1 0 0,0 0 0 0 0,0 1 0 0 0,0-1 0 0 0,0 0 0 0 0,-1 1 0 0 0,0-1 0 0 0,1 0 1 0 0,-1 0-1 0 0,-1 0 0 0 0,1 1 0 0 0,0-1 0 0 0,-1 0 0 0 0,1-1 0 0 0,-1 1 1 0 0,0 0-1 0 0,-3 3 0 0 0,0 1 22 0 0,-1-1 0 0 0,0 0 0 0 0,-1 0 0 0 0,1 0-1 0 0,-1-1 1 0 0,0 0 0 0 0,0 0 0 0 0,-1 0 0 0 0,-14 5 0 0 0,4-3 63 0 0,0-1 0 0 0,0 0 0 0 0,-27 4 0 0 0,37-9-58 0 0,0 0 0 0 0,0 0 0 0 0,0-1 1 0 0,0 0-1 0 0,0 0 0 0 0,-14-3 0 0 0,21 3-28 0 0,1 0 1 0 0,-1 0-1 0 0,1 0 1 0 0,0 0-1 0 0,-1 0 1 0 0,1 0-1 0 0,-1 0 0 0 0,1 0 1 0 0,0-1-1 0 0,-1 1 1 0 0,1 0-1 0 0,0 0 1 0 0,-1 0-1 0 0,1-1 1 0 0,0 1-1 0 0,-1 0 1 0 0,1-1-1 0 0,0 1 0 0 0,-1 0 1 0 0,1 0-1 0 0,0-1 1 0 0,0 1-1 0 0,0-1 1 0 0,-1 1-1 0 0,1 0 1 0 0,0-1-1 0 0,0 1 1 0 0,0 0-1 0 0,0-1 0 0 0,0 1 1 0 0,-1-1-1 0 0,1 1 1 0 0,0-1-1 0 0,0 1 1 0 0,0 0-1 0 0,0-1 1 0 0,0 1-1 0 0,0-1 1 0 0,1 1-1 0 0,-1 0 0 0 0,0-1 1 0 0,0 1-1 0 0,0-1 1 0 0,0 1-1 0 0,0 0 1 0 0,1-1-1 0 0,-1 1 1 0 0,0 0-1 0 0,0-1 1 0 0,0 1-1 0 0,1-1 0 0 0,8-8-1355 0 0,0 4-4524 0 0,1 5-1435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39.0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61 135 3223 0 0,'-35'2'135'0'0,"10"-1"5442"0"0,47 0 1169 0 0,30-1-3612 0 0,11 1-1827 0 0,0-3-1 0 0,84-13 0 0 0,248-58-153 0 0,-262 43-820 0 0,-100 21-317 0 0,-26 7-11 0 0,1-1 1 0 0,0 2-1 0 0,-1-1 1 0 0,13 0-1 0 0,-25 7-2213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39.6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75 6447 0 0,'-4'-4'595'0'0,"1"0"0"0"0,-1 1-1 0 0,1-2 1 0 0,0 1 0 0 0,0 0-1 0 0,-5-9 1 0 0,8 12-364 0 0,0 0 1 0 0,-1 0-1 0 0,1 0 1 0 0,0 0-1 0 0,0 0 1 0 0,-1 0-1 0 0,1 0 1 0 0,0 0-1 0 0,0 0 1 0 0,0 1 0 0 0,0-1-1 0 0,0 0 1 0 0,1 0-1 0 0,-1 0 1 0 0,0 0-1 0 0,0 0 1 0 0,1 0-1 0 0,-1-1 1 0 0,1 1-42 0 0,0 0 0 0 0,0 0 1 0 0,0 0-1 0 0,0 0 0 0 0,0 0 1 0 0,1 0-1 0 0,-1 0 0 0 0,0 0 1 0 0,0 0-1 0 0,0 0 0 0 0,1 1 1 0 0,-1-1-1 0 0,1 1 0 0 0,-1-1 1 0 0,3 0-1 0 0,1 0 67 0 0,1 0 0 0 0,-1 0-1 0 0,1 0 1 0 0,0 1 0 0 0,-1 0 0 0 0,1 0 0 0 0,0 1-1 0 0,-1-1 1 0 0,1 1 0 0 0,0 0 0 0 0,-1 1 0 0 0,1-1 0 0 0,-1 1-1 0 0,0 0 1 0 0,0 1 0 0 0,1-1 0 0 0,5 5 0 0 0,-7-5-234 0 0,0 1 1 0 0,-1 0 0 0 0,1 0 0 0 0,-1 0-1 0 0,1 0 1 0 0,-1 0 0 0 0,0 0 0 0 0,-1 1-1 0 0,1 0 1 0 0,0-1 0 0 0,-1 1 0 0 0,0 0 0 0 0,0 0-1 0 0,0 0 1 0 0,0 1 0 0 0,-1-1 0 0 0,0 0-1 0 0,0 1 1 0 0,0-1 0 0 0,0 1 0 0 0,-1-1-1 0 0,1 8 1 0 0,-2-6-24 0 0,0-1-1 0 0,0 0 1 0 0,-1 0-1 0 0,1 1 1 0 0,-1-1 0 0 0,0 0-1 0 0,-1 0 1 0 0,1-1-1 0 0,-1 1 1 0 0,0 0-1 0 0,-3 3 1 0 0,-7 9 10 0 0,-23 20 1 0 0,31-31-11 0 0,-20 15 32 0 0,20-17-17 0 0,-1 0 0 0 0,1 1-1 0 0,1-1 1 0 0,-1 1-1 0 0,1 0 1 0 0,-1 0-1 0 0,1 0 1 0 0,1 1-1 0 0,-1-1 1 0 0,-2 7-1 0 0,6-11-3 0 0,-1 0 0 0 0,1 0-1 0 0,0 0 1 0 0,-1 0 0 0 0,1 0-1 0 0,0 0 1 0 0,0 0 0 0 0,0 0 0 0 0,0 0-1 0 0,0 0 1 0 0,0 0 0 0 0,0 0-1 0 0,0 0 1 0 0,1 0 0 0 0,-1 0 0 0 0,0 0-1 0 0,0-1 1 0 0,1 1 0 0 0,-1 0-1 0 0,1 0 1 0 0,0 1 0 0 0,0-1 11 0 0,0 1 0 0 0,0-1 0 0 0,1 0-1 0 0,-1 0 1 0 0,1 0 0 0 0,-1 0 0 0 0,1 0 0 0 0,-1 0 0 0 0,1 0 0 0 0,2 1 0 0 0,4 1 50 0 0,0-1 0 0 0,0-1 0 0 0,0 1 0 0 0,8 0 0 0 0,154 0 981 0 0,-93-3-479 0 0,-5-7-94 0 0,-72 8-542 0 0,1 0-1 0 0,-1 0 1 0 0,0 0-1 0 0,1 0 1 0 0,-1 0-1 0 0,0 0 0 0 0,1 0 1 0 0,-1 0-1 0 0,0 0 1 0 0,1 0-1 0 0,-1 1 1 0 0,0-1-1 0 0,1 0 1 0 0,-1 0-1 0 0,0 0 1 0 0,1 1-1 0 0,-1-1 1 0 0,0 0-1 0 0,0 0 1 0 0,1 0-1 0 0,-1 1 1 0 0,0-1-1 0 0,0 0 1 0 0,0 1-1 0 0,1-1 1 0 0,-1 0-1 0 0,0 1 1 0 0,0-1-1 0 0,0 0 1 0 0,0 1-1 0 0,0-1 1 0 0,1 0-1 0 0,-1 1 0 0 0,0-1 1 0 0,0 0-1 0 0,0 1 1 0 0,0-1-1 0 0,0 0 1 0 0,0 1-1 0 0,0-1 1 0 0,0 0-1 0 0,0 1 1 0 0,-1-1-1 0 0,1 1 1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41.7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29 6911 0 0,'0'-1'528'0'0,"0"0"-270"0"0,1 0 20 0 0,0 1 0 0 0,0-1 0 0 0,0 0 1 0 0,0 1-1 0 0,0-1 0 0 0,0 1 0 0 0,0-1 1 0 0,0 1-1 0 0,0 0 0 0 0,0-1 0 0 0,0 1 1 0 0,0 0-1 0 0,0 0 0 0 0,1 0 0 0 0,-1-1 1 0 0,2 2-1 0 0,3-2 840 0 0,14-4 1426 0 0,24-3 1 0 0,56 2 620 0 0,-100 6-3160 0 0,1 0 0 0 0,-1 0 0 0 0,1 0 0 0 0,-1 0 0 0 0,0 0 0 0 0,1 0 0 0 0,-1 0 0 0 0,1 0 0 0 0,-1 0 0 0 0,0 0 0 0 0,1 0 0 0 0,-1 0 0 0 0,1 0 0 0 0,-1 0 0 0 0,0 0 0 0 0,1 0 0 0 0,-1 0 0 0 0,0 1 0 0 0,1-1 0 0 0,-1 0 0 0 0,1 0 0 0 0,-1 0 0 0 0,0 1 0 0 0,0-1 0 0 0,1 0 0 0 0,-1 0 0 0 0,0 1 0 0 0,1-1 0 0 0,-1 0 0 0 0,0 1 0 0 0,0 0-10 0 0,0 0 1 0 0,0-1-1 0 0,-1 1 0 0 0,1-1 1 0 0,-1 1-1 0 0,1 0 1 0 0,0-1-1 0 0,-1 1 1 0 0,1-1-1 0 0,-1 1 1 0 0,1-1-1 0 0,-1 1 1 0 0,0-1-1 0 0,0 1 1 0 0,-25 14-356 0 0,-2-3-1057 0 0,-64 30-1353 0 0,89-40 2761 0 0,1-1 1 0 0,-1 1-1 0 0,1 0 0 0 0,-1 0 0 0 0,1 0 0 0 0,0 0 0 0 0,0 1 0 0 0,0-1 0 0 0,-3 5 1 0 0,4-6 25 0 0,1-1 1 0 0,0 1 0 0 0,0-1 0 0 0,-1 1 0 0 0,1 0 0 0 0,0-1-1 0 0,0 1 1 0 0,0-1 0 0 0,0 1 0 0 0,0 0 0 0 0,0-1 0 0 0,0 1-1 0 0,0-1 1 0 0,0 1 0 0 0,0 0 0 0 0,0-1 0 0 0,0 1 0 0 0,0-1-1 0 0,0 1 1 0 0,1 1 0 0 0,-1-2 33 0 0,1 1 0 0 0,0 0 0 0 0,-1 0 0 0 0,1-1 0 0 0,0 1 0 0 0,0-1 0 0 0,0 1 0 0 0,-1 0-1 0 0,1-1 1 0 0,0 1 0 0 0,0-1 0 0 0,0 0 0 0 0,0 1 0 0 0,0-1 0 0 0,0 0 0 0 0,0 0 0 0 0,1 1 0 0 0,10 0 477 0 0,-1 0 0 0 0,0-1 0 0 0,1-1 0 0 0,-1 1 0 0 0,1-2 1 0 0,-1 1-1 0 0,21-7 0 0 0,-1 1-179 0 0,-14 5-131 0 0,-17 1-260 0 0,1 1-1 0 0,-1 0 1 0 0,0 0-1 0 0,1 0 1 0 0,-1 0-1 0 0,1 0 1 0 0,-1 0-1 0 0,0 0 1 0 0,1 0-1 0 0,-1 0 1 0 0,0 0-1 0 0,1 0 1 0 0,-1 0-1 0 0,0 0 1 0 0,1 0-1 0 0,-1 0 1 0 0,1 0-1 0 0,-1 0 1 0 0,0 1-1 0 0,1-1 1 0 0,-1 0-1 0 0,0 0 1 0 0,0 0-1 0 0,1 1 1 0 0,-1-1-1 0 0,0 0 1 0 0,1 0-1 0 0,-1 1 1 0 0,0-1-1 0 0,0 0 1 0 0,1 0-1 0 0,-1 1 1 0 0,0-1-1 0 0,0 0 1 0 0,0 1-1 0 0,0-1 1 0 0,1 0-1 0 0,-1 1 1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50.1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0 468 8751 0 0,'21'-16'2460'0'0,"-5"-3"-782"0"0,0 0-1 0 0,-2-1 1 0 0,22-40-1 0 0,-18 29-537 0 0,7-11-200 0 0,-2-1 1 0 0,-1-1-1 0 0,19-60 1 0 0,-39 97-882 0 0,0 0-22 0 0,0 0 0 0 0,0 1 0 0 0,1-1 0 0 0,0 1 1 0 0,0-1-1 0 0,0 1 0 0 0,9-11 0 0 0,-12 17-34 0 0,0 0 0 0 0,0 1 0 0 0,1-1 0 0 0,-1 0 0 0 0,0 0 0 0 0,0 0 0 0 0,1 0 0 0 0,-1 1 0 0 0,0-1 0 0 0,0 0 0 0 0,0 0 0 0 0,0 0-1 0 0,1 1 1 0 0,-1-1 0 0 0,0 0 0 0 0,0 0 0 0 0,0 1 0 0 0,0-1 0 0 0,0 0 0 0 0,0 1 0 0 0,0-1 0 0 0,0 0 0 0 0,0 0 0 0 0,0 1 0 0 0,0-1 0 0 0,0 0 0 0 0,0 1 0 0 0,0-1 0 0 0,0 0 0 0 0,0 0 0 0 0,0 1 0 0 0,0-1-1 0 0,0 0 1 0 0,0 1 0 0 0,0 15 34 0 0,-4 8 13 0 0,-1-1 0 0 0,-13 42 0 0 0,-24 44 168 0 0,13-36-154 0 0,15-36 18 0 0,-61 149-1009 0 0,71-176-4598 0 0,1-1-1937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50.4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0 10591 0 0,'2'13'2067'0'0,"1"7"-133"0"0,-2 1-1 0 0,-1-1 1 0 0,-4 40 0 0 0,-16 60 113 0 0,16-104-2198 0 0,3-8-251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50.7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9 9671 0 0,'0'0'55'0'0,"0"-1"0"0"0,0 1 1 0 0,-1 0-1 0 0,1 0 0 0 0,0-1 0 0 0,0 1 0 0 0,0 0 0 0 0,0 0 0 0 0,0-1 0 0 0,0 1 0 0 0,0 0 0 0 0,0 0 0 0 0,0-1 0 0 0,0 1 0 0 0,0 0 0 0 0,1 0 1 0 0,-1-1-1 0 0,0 1 0 0 0,0 0 0 0 0,0 0 0 0 0,0 0 0 0 0,0-1 0 0 0,0 1 0 0 0,0 0 0 0 0,1 0 0 0 0,-1-1 0 0 0,0 1 0 0 0,0 0 0 0 0,0 0 0 0 0,1 0 1 0 0,-1 0-1 0 0,0-1 0 0 0,0 1 0 0 0,0 0 0 0 0,1 0 0 0 0,-1 0 0 0 0,0 0 0 0 0,0 0 0 0 0,1 0 0 0 0,-1 0 0 0 0,0 0 0 0 0,0 0 0 0 0,1 0 0 0 0,-1 0 1 0 0,0 0-1 0 0,0 0 0 0 0,1 0 0 0 0,-1 0 0 0 0,0 0 0 0 0,0 0 0 0 0,1 0 0 0 0,0 0 226 0 0,-1 1 0 0 0,1 0 0 0 0,-1-1 0 0 0,1 1 1 0 0,-1 0-1 0 0,1-1 0 0 0,-1 1 0 0 0,1 0 0 0 0,-1 0 0 0 0,0 0 0 0 0,1-1 0 0 0,-1 1 0 0 0,0 0 0 0 0,0 0 1 0 0,0 0-1 0 0,0 0 0 0 0,0-1 0 0 0,1 1 0 0 0,-1 0 0 0 0,-1 0 0 0 0,1 1 0 0 0,-1 11 150 0 0,0 0 408 0 0,0-1 0 0 0,2 18-1 0 0,-1-27-755 0 0,0 0 1 0 0,1 0-1 0 0,-1 0 0 0 0,1 0 0 0 0,0 0 1 0 0,-1 0-1 0 0,2 0 0 0 0,-1 0 0 0 0,0 0 0 0 0,0 0 1 0 0,1-1-1 0 0,0 1 0 0 0,-1 0 0 0 0,1-1 1 0 0,4 5-1 0 0,6 1 184 0 0,0 0 0 0 0,24 11 0 0 0,-22-13-186 0 0,-1 2-1 0 0,0-1 1 0 0,13 11-1 0 0,-23-15-71 0 0,0-1 0 0 0,0 1 0 0 0,0 0 0 0 0,0 0 0 0 0,0 1 0 0 0,-1-1-1 0 0,1 0 1 0 0,-1 1 0 0 0,0 0 0 0 0,0-1 0 0 0,-1 1 0 0 0,1 0 0 0 0,-1 0-1 0 0,1 0 1 0 0,0 7 0 0 0,-2-8 4 0 0,1 0 0 0 0,-1 0-1 0 0,0 0 1 0 0,0 0 0 0 0,0 0 0 0 0,-1 0 0 0 0,1 0-1 0 0,-1 0 1 0 0,0 0 0 0 0,0 0 0 0 0,0 0 0 0 0,0 0-1 0 0,0 0 1 0 0,0 0 0 0 0,-1-1 0 0 0,0 1 0 0 0,1-1-1 0 0,-1 1 1 0 0,-3 2 0 0 0,2-1 11 0 0,-1-1 0 0 0,0 0-1 0 0,1-1 1 0 0,-1 1 0 0 0,0 0 0 0 0,-1-1 0 0 0,1 0 0 0 0,0 0-1 0 0,-1 0 1 0 0,1-1 0 0 0,-10 2 0 0 0,9-2-11 0 0,-1 0 0 0 0,0 0 1 0 0,0-1-1 0 0,1 0 0 0 0,-1 0 0 0 0,0-1 0 0 0,1 1 0 0 0,-1-1 1 0 0,0 0-1 0 0,-5-3 0 0 0,8 3-23 0 0,0 0 0 0 0,-1 0 1 0 0,1-1-1 0 0,0 0 0 0 0,0 0 0 0 0,0 1 0 0 0,0-2 0 0 0,1 1 1 0 0,-1 0-1 0 0,0 0 0 0 0,1-1 0 0 0,0 0 0 0 0,-1 1 1 0 0,1-1-1 0 0,0 0 0 0 0,-2-5 0 0 0,-6-19-4913 0 0,8 22 2881 0 0,-3-12-5617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50.9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1 167 11055 0 0,'7'-6'419'0'0,"0"0"0"0"0,1 0 0 0 0,0 1 0 0 0,0 0 0 0 0,1 0 0 0 0,-1 1-1 0 0,1 0 1 0 0,0 1 0 0 0,11-4 0 0 0,-14 5-69 0 0,150-59 7804 0 0,-105 39-8901 0 0,0-2-4619 0 0,-37 18-2198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07.0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1 138 11055 0 0,'0'-4'286'0'0,"1"0"0"0"0,0 0-1 0 0,0 0 1 0 0,0 0-1 0 0,1 1 1 0 0,-1-1 0 0 0,1 0-1 0 0,0 1 1 0 0,4-7 0 0 0,0 1 458 0 0,1 0 0 0 0,9-11 1 0 0,-10 15-495 0 0,-1 0 0 0 0,1 0 1 0 0,0 0-1 0 0,1 0 0 0 0,-1 1 1 0 0,1 0-1 0 0,0 0 0 0 0,0 1 1 0 0,0 0-1 0 0,0 0 0 0 0,0 1 1 0 0,1 0-1 0 0,-1 0 0 0 0,1 1 1 0 0,8-1-1 0 0,-10 1-173 0 0,0 1 0 0 0,0 0 0 0 0,0 1 0 0 0,0 0 0 0 0,0 0 0 0 0,0 0 0 0 0,0 0 0 0 0,-1 1 0 0 0,1 0 0 0 0,0 0 0 0 0,-1 1 0 0 0,0 0 0 0 0,1 0 0 0 0,-1 0 0 0 0,0 0 0 0 0,-1 1 0 0 0,1 0 0 0 0,0 0 0 0 0,-1 0 0 0 0,4 5 0 0 0,-6-6-54 0 0,0-1-1 0 0,0 1 1 0 0,0 0 0 0 0,0 0-1 0 0,-1 0 1 0 0,0 0 0 0 0,1 0-1 0 0,-1 0 1 0 0,0 0-1 0 0,0 1 1 0 0,-1-1 0 0 0,1 0-1 0 0,-1 0 1 0 0,1 1-1 0 0,-1 5 1 0 0,-1-4-18 0 0,0 1 0 0 0,0-1-1 0 0,0 1 1 0 0,-1-1 0 0 0,0 0-1 0 0,0 0 1 0 0,0 0 0 0 0,-5 9 0 0 0,-4 1-18 0 0,0 0 1 0 0,-1 0 0 0 0,-1-1 0 0 0,-20 18 0 0 0,-12 6 12 0 0,31-28 0 0 0,0 1 0 0 0,1 1 0 0 0,0 0 0 0 0,-13 17 0 0 0,26-28 0 0 0,-1 0 0 0 0,0-1 0 0 0,1 1 0 0 0,-1 0 0 0 0,1 0 0 0 0,-1 0 0 0 0,1 0 0 0 0,-1-1 0 0 0,1 1 0 0 0,0 0 0 0 0,-1 0 1 0 0,1 0-1 0 0,0 0 0 0 0,0 0 0 0 0,0 0 0 0 0,-1 0 0 0 0,1 0 0 0 0,0 0 0 0 0,0 0 0 0 0,1 0 0 0 0,-1 0 0 0 0,0 2 0 0 0,1-2 1 0 0,0 0 1 0 0,-1 0-1 0 0,1-1 1 0 0,0 1 0 0 0,0 0-1 0 0,-1 0 1 0 0,1-1-1 0 0,0 1 1 0 0,0-1-1 0 0,0 1 1 0 0,0-1-1 0 0,0 1 1 0 0,0-1-1 0 0,0 1 1 0 0,0-1 0 0 0,0 0-1 0 0,2 1 1 0 0,6 0 19 0 0,0 0 1 0 0,0 0 0 0 0,17-2 0 0 0,-22 1-13 0 0,54-5 139 0 0,-1-3 0 0 0,92-25-1 0 0,-148 33-407 0 0,0 0 1 0 0,0-1-1 0 0,0 1 0 0 0,0 0 1 0 0,-1-1-1 0 0,1 1 0 0 0,0-1 0 0 0,0 1 1 0 0,0-1-1 0 0,0 1 0 0 0,0-1 0 0 0,-1 0 1 0 0,1 1-1 0 0,1-2 0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07.3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1 106 3223 0 0,'0'-2'-103'0'0,"1"-5"747"0"0,0 0-1 0 0,1 1 1 0 0,3-11 0 0 0,-4 14-177 0 0,1 1-1 0 0,-1-1 0 0 0,1 1 1 0 0,-1-1-1 0 0,1 1 0 0 0,0 0 1 0 0,0 0-1 0 0,0 0 0 0 0,0 0 1 0 0,1 0-1 0 0,2-2 0 0 0,3-1 359 0 0,1 0-1 0 0,0 1 0 0 0,0 0 0 0 0,0 0 1 0 0,0 1-1 0 0,1 1 0 0 0,-1-1 1 0 0,16-1-1 0 0,-6 2-124 0 0,-1 1 0 0 0,1 1 0 0 0,28 3 0 0 0,-43-3-622 0 0,0 0 0 0 0,0 1 0 0 0,0 0-1 0 0,-1 0 1 0 0,1 0 0 0 0,0 0 0 0 0,5 4 0 0 0,-8-5-69 0 0,0 1 0 0 0,0 0 0 0 0,0-1-1 0 0,0 1 1 0 0,0 0 0 0 0,-1 0 0 0 0,1-1 0 0 0,0 1 0 0 0,0 0-1 0 0,-1 0 1 0 0,1 0 0 0 0,-1 0 0 0 0,1 0 0 0 0,-1 0 0 0 0,1 0 0 0 0,-1 0-1 0 0,0 0 1 0 0,1 0 0 0 0,-1 1 0 0 0,0-1 0 0 0,0 0 0 0 0,0 0-1 0 0,0 0 1 0 0,0 0 0 0 0,0 0 0 0 0,0 0 0 0 0,0 1 0 0 0,0-1-1 0 0,0 0 1 0 0,-1 1 0 0 0,-6 19 121 0 0,-12 31 1 0 0,11-35-47 0 0,1 2 1 0 0,-8 29 0 0 0,13-35-37 0 0,0 0 0 0 0,1 0 0 0 0,0 0 0 0 0,1 0 0 0 0,1 0 0 0 0,2 15 1 0 0,1-9 13 0 0,0 1 1 0 0,2-1-1 0 0,9 23 0 0 0,-14-39-131 0 0,5 10 234 0 0,-3-9-364 0 0,-1-5-551 0 0,-2-2-210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0:07.5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69 6911 0 0,'61'-1'5158'0'0,"64"-10"0"0"0,-67 2-2758 0 0,66-19-1 0 0,-69 14-3496 0 0,-32 9-6345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45.4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68 108 3223 0 0,'-5'0'-52'0'0,"1"0"0"0"0,0 0 0 0 0,0 1 0 0 0,0-1 0 0 0,0 1-1 0 0,0 0 1 0 0,0 0 0 0 0,0 1 0 0 0,0-1 0 0 0,-4 3-1 0 0,6-3 356 0 0,0 1 0 0 0,0-1 0 0 0,1 0-1 0 0,-1 1 1 0 0,0 0 0 0 0,0 0 0 0 0,-1 1-1 0 0,3-3-224 0 0,0 1 0 0 0,0-1 0 0 0,-1 0 0 0 0,1 0-1 0 0,0 0 1 0 0,0 0 0 0 0,0 1 0 0 0,0-1 0 0 0,0 0-1 0 0,-1 0 1 0 0,1 0 0 0 0,0 1 0 0 0,0-1-1 0 0,0 0 1 0 0,0 0 0 0 0,0 1 0 0 0,0-1 0 0 0,0 0-1 0 0,0 0 1 0 0,0 1 0 0 0,0-1 0 0 0,0 0 0 0 0,0 0-1 0 0,0 1 1 0 0,0-1 0 0 0,0 0 0 0 0,0 0 0 0 0,0 1-1 0 0,0-1 1 0 0,0 0 0 0 0,0 0 0 0 0,0 1-1 0 0,0-1 1 0 0,0 0 0 0 0,1 0 0 0 0,0 1 411 0 0,0-1 0 0 0,0 1 1 0 0,0-1-1 0 0,0 0 0 0 0,0 0 1 0 0,0 0-1 0 0,0 1 0 0 0,1-1 0 0 0,-1 0 1 0 0,0 0-1 0 0,2-1 0 0 0,59-7 2127 0 0,15-3-377 0 0,57 5-1260 0 0,161-14-154 0 0,101-23-292 0 0,-365 40-503 0 0,0-1-1 0 0,-1-1 0 0 0,56-18 1 0 0,-33 4-20 0 0,-142 50-7516 0 0,70-23 5540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45.9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171 98 1359 0 0,'-19'0'240'0'0,"-1"1"0"0"0,-30 7-1 0 0,24-2-787 0 0,18-3 1001 0 0,0-1-1 0 0,0 0 1 0 0,-1-1-1 0 0,-8 1 1 0 0,12 1 2048 0 0,10-3 2056 0 0,210-24 1651 0 0,-108 10-5020 0 0,-14 2-369 0 0,152-16 1106 0 0,-154 19-1313 0 0,107-26 0 0 0,-190 33-691 0 0,3 0 249 0 0,-10 3-205 0 0,-1-1 1 0 0,0 0-1 0 0,0 1 0 0 0,0-1 0 0 0,0 1 1 0 0,0-1-1 0 0,0 0 0 0 0,0 1 0 0 0,0-1 1 0 0,0 1-1 0 0,0-1 0 0 0,0 0 0 0 0,0 1 0 0 0,0-1 1 0 0,-1 0-1 0 0,1 1 0 0 0,0-1 0 0 0,0 1 1 0 0,0-1-1 0 0,0 0 0 0 0,-1 1 0 0 0,1-1 1 0 0,0 0-1 0 0,0 0 0 0 0,-1 1 0 0 0,1-1 1 0 0,0 0-1 0 0,0 1 0 0 0,-1-1 0 0 0,0 0 0 0 0,-4 7-5096 0 0,-1 1-1783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47.9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612 405 6911 0 0,'-12'-11'-207'0'0,"0"1"-1"0"0,-1 0 0 0 0,0 1 0 0 0,-26-14 0 0 0,-63-21 2811 0 0,90 40-1730 0 0,1 0 1 0 0,-1 1-1 0 0,0 0 0 0 0,0 1 0 0 0,-20-3 874 0 0,40 0-1459 0 0,10-4-93 0 0,239-83 1652 0 0,6 17-931 0 0,-97 29-516 0 0,-157 43-391 0 0,33-10 44 0 0,0 2 0 0 0,1 2 0 0 0,53-5 0 0 0,-75 15-53 0 0,-14 3 0 0 0,-7-3 0 0 0,0-1 0 0 0,0 1 0 0 0,0-1 0 0 0,0 1 0 0 0,0-1 0 0 0,-1 0 0 0 0,1 1 0 0 0,0-1 0 0 0,0 1 0 0 0,0-1 0 0 0,0 0 0 0 0,-1 1 0 0 0,1-1 0 0 0,0 0 0 0 0,-1 1 0 0 0,1-1 0 0 0,0 0 0 0 0,-1 1 0 0 0,1-1 0 0 0,0 0 0 0 0,-1 1 0 0 0,1-1 0 0 0,-1 0 0 0 0,-13 10 0 0 0,-1 0 0 0 0,-1-2 0 0 0,1 0 0 0 0,-25 9 0 0 0,3-2 0 0 0,-386 148 72 0 0,-11-34 0 0 0,407-121-72 0 0,-46 11 0 0 0,-102 43 0 0 0,174-62 0 0 0,-2 1 0 0 0,1 0 0 0 0,0 0 0 0 0,0 0 0 0 0,-1 0 0 0 0,1 1 0 0 0,0-1 0 0 0,0 1 0 0 0,0-1 0 0 0,0 1 0 0 0,-1 2 0 0 0,3-4 0 0 0,0 0-1 0 0,0 0 0 0 0,0 0 1 0 0,0 0-1 0 0,0 0 0 0 0,-1 1 1 0 0,1-1-1 0 0,0 0 1 0 0,0 0-1 0 0,0 0 0 0 0,0 0 1 0 0,1 1-1 0 0,-1-1 1 0 0,0 0-1 0 0,0 0 0 0 0,0 0 1 0 0,0 0-1 0 0,0 1 0 0 0,0-1 1 0 0,0 0-1 0 0,0 0 1 0 0,0 0-1 0 0,0 0 0 0 0,0 0 1 0 0,0 0-1 0 0,1 1 0 0 0,-1-1 1 0 0,0 0-1 0 0,0 0 1 0 0,0 0-1 0 0,0 0 0 0 0,0 0 1 0 0,0 0-1 0 0,1 0 0 0 0,-1 0 1 0 0,0 0-1 0 0,0 1 1 0 0,0-1-1 0 0,0 0 0 0 0,0 0 1 0 0,1 0-1 0 0,-1 0 1 0 0,0 0-1 0 0,0 0 0 0 0,0 0 1 0 0,0 0-1 0 0,1 0 0 0 0,-1 0 1 0 0,0 0-1 0 0,0 0 1 0 0,0 0-1 0 0,0 0 0 0 0,1-1 1 0 0,-1 1-1 0 0,0 0 0 0 0,0 0 1 0 0,12-1-37 0 0,-12 1 37 0 0,163-32 0 0 0,-22 3 0 0 0,57-9 280 0 0,259-37 792 0 0,-368 69-816 0 0,111 8 0 0 0,-194-2-256 0 0,-1 0 0 0 0,0 1 0 0 0,0 0 0 0 0,8 2 0 0 0,-12-3 0 0 0,0 0 0 0 0,-1 0 0 0 0,1 1 0 0 0,-1-1 0 0 0,1 0 0 0 0,-1 0 0 0 0,1 0 0 0 0,-1 1 0 0 0,1-1 0 0 0,-1 0 0 0 0,1 1 0 0 0,-1-1 0 0 0,1 0 0 0 0,-1 1 0 0 0,1-1 0 0 0,-1 1 0 0 0,0-1 0 0 0,1 1 0 0 0,-1-1 0 0 0,0 1 0 0 0,1-1 0 0 0,-1 1 0 0 0,0-1 0 0 0,0 1 0 0 0,1-1 0 0 0,-1 1 0 0 0,0 0 0 0 0,0-1 0 0 0,0 1 0 0 0,0-1 0 0 0,0 1 0 0 0,0-1 0 0 0,0 1 0 0 0,0 0 0 0 0,0-1 0 0 0,0 1 0 0 0,0-1 0 0 0,0 1 0 0 0,0 0 0 0 0,-1-1 0 0 0,1 1 0 0 0,0-1 0 0 0,0 1 0 0 0,0-1 0 0 0,-1 1 0 0 0,1-1 0 0 0,0 1 0 0 0,-1-1 0 0 0,1 1 0 0 0,-1-1 0 0 0,0 1 0 0 0,-5 6 0 0 0,0-1 0 0 0,0 1 0 0 0,-1-1 0 0 0,0 0 0 0 0,0-1 0 0 0,-15 9 0 0 0,-51 22 0 0 0,53-27 0 0 0,-276 114 16 0 0,-3-17 14 0 0,-21 7-12 0 0,303-107-13 0 0,6-2 5 0 0,0 0 0 0 0,0 0 0 0 0,1 1-1 0 0,0 0 1 0 0,-18 13 0 0 0,28-18-9 0 0,0 0 0 0 0,0 0 0 0 0,1 0 0 0 0,-1 0 0 0 0,0 0 0 0 0,0 0 0 0 0,1 0 0 0 0,-1 0 0 0 0,0 0 0 0 0,0 1 0 0 0,0-1 0 0 0,1 0 0 0 0,-1 0 0 0 0,0 0 0 0 0,0 0 0 0 0,0 0 0 0 0,1 0 0 0 0,-1 0 0 0 0,0 1 0 0 0,0-1 1 0 0,0 0-1 0 0,0 0 0 0 0,1 0 0 0 0,-1 0 0 0 0,0 1 0 0 0,0-1 0 0 0,0 0 0 0 0,0 0 0 0 0,0 0 0 0 0,0 1 0 0 0,0-1 0 0 0,1 0 0 0 0,-1 0 0 0 0,0 0 0 0 0,0 1 0 0 0,0-1 0 0 0,0 0 0 0 0,0 0 0 0 0,0 1 0 0 0,0-1 0 0 0,0 0 0 0 0,0 0 0 0 0,0 0 0 0 0,0 1 0 0 0,0-1 0 0 0,-1 0 0 0 0,1 0 0 0 0,0 1 0 0 0,0-1 0 0 0,0 0 0 0 0,0 0 0 0 0,0 0 0 0 0,0 1 0 0 0,0-1 0 0 0,-1 0 0 0 0,1 0 0 0 0,0 0 0 0 0,0 0 0 0 0,0 0 0 0 0,0 1 0 0 0,-1-1 0 0 0,1 0 0 0 0,21-2 63 0 0,178-58 26 0 0,-85 22-38 0 0,273-64 621 0 0,-226 69-424 0 0,319-22-1 0 0,-471 54-248 0 0,6 0 0 0 0,-1 0 0 0 0,0 1 0 0 0,26 3 0 0 0,-40-3 0 0 0,1 0 0 0 0,-1 0 0 0 0,1 0 0 0 0,-1 0 0 0 0,1 1 0 0 0,0-1 0 0 0,-1 0 0 0 0,1 0 0 0 0,-1 0 0 0 0,1 1 0 0 0,-1-1 0 0 0,1 0 0 0 0,-1 0 0 0 0,0 1 0 0 0,1-1 0 0 0,-1 0 0 0 0,1 1 0 0 0,-1-1 0 0 0,0 1 0 0 0,1-1 0 0 0,0 1 0 0 0,-1 0 0 0 0,0-1 0 0 0,0 0 0 0 0,0 1 0 0 0,-1-1 0 0 0,1 1 0 0 0,0-1 0 0 0,0 0 0 0 0,0 1 0 0 0,0-1 0 0 0,0 0 0 0 0,-1 1 0 0 0,1-1 0 0 0,0 0 0 0 0,0 1 0 0 0,0-1 0 0 0,-1 0 0 0 0,1 1 0 0 0,0-1 0 0 0,-1 0 0 0 0,1 0 0 0 0,-1 1 0 0 0,-22 13 0 0 0,22-13 0 0 0,-53 22 77 0 0,-2-2 0 0 0,-73 18-1 0 0,69-22-50 0 0,-313 86-26 0 0,-5-21 0 0 0,348-77 11 0 0,11-1 19 0 0,0 0 0 0 0,0-2 0 0 0,-1 0 0 0 0,-29-2 0 0 0,48 0-15 0 0,-1 0-1 0 0,1-1 0 0 0,-1 1 0 0 0,1 0 0 0 0,0 0 0 0 0,-1-1 0 0 0,1 1 0 0 0,0-1 0 0 0,-1 0 0 0 0,1 1 0 0 0,0-1 0 0 0,0 0 0 0 0,-1 0 0 0 0,1 1 0 0 0,0-1 0 0 0,0 0 0 0 0,0 0 0 0 0,0 0 0 0 0,0 0 0 0 0,0-1 0 0 0,-1 0 0 0 0,2 1-3 0 0,0 0-1 0 0,0 0 1 0 0,-1-1-1 0 0,1 1 1 0 0,0 0 0 0 0,0 0-1 0 0,0 0 1 0 0,0 0-1 0 0,0 0 1 0 0,0 0 0 0 0,1 0-1 0 0,-1 0 1 0 0,0 0-1 0 0,0 0 1 0 0,1-1 0 0 0,-1 1-1 0 0,1 0 1 0 0,-1 1-1 0 0,1-1 1 0 0,-1 0 0 0 0,1 0-1 0 0,0 0 1 0 0,-1 0-1 0 0,1 0 1 0 0,0 0 0 0 0,0 1-1 0 0,0-1 1 0 0,1-1-1 0 0,10-8 83 0 0,1-1 0 0 0,1 2 0 0 0,0 0-1 0 0,0 0 1 0 0,24-10 0 0 0,-27 15-94 0 0,-1 0-1 0 0,1 1 1 0 0,0 0 0 0 0,0 1 0 0 0,0 0-1 0 0,1 0 1 0 0,-1 1 0 0 0,0 1 0 0 0,12 1-1 0 0,-17-1-31 0 0,-1 1 0 0 0,0 1 0 0 0,1-1 0 0 0,-1 1 0 0 0,0 0 0 0 0,0 0 0 0 0,0 0 0 0 0,0 1 0 0 0,8 5 0 0 0,7 7-102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49.7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119 519 3223 0 0,'-23'1'152'0'0,"11"-1"895"0"0,1 0-1 0 0,-1 0 1 0 0,-40-20 6095 0 0,77 8-6501 0 0,-19 9-360 0 0,274-116 3079 0 0,-162 73-2700 0 0,344-114 991 0 0,14 40-312 0 0,-458 116-1337 0 0,28-7 90 0 0,0 1 0 0 0,1 3 0 0 0,49-1 0 0 0,-93 8-92 0 0,0 0-1 0 0,-1 1 1 0 0,1-1 0 0 0,0 0-1 0 0,0 1 1 0 0,4 1-1 0 0,-6-2 2 0 0,-1 1-1 0 0,0-1 0 0 0,1 0 0 0 0,-1 0 0 0 0,0 0 0 0 0,1 1 0 0 0,-1-1 0 0 0,0 0 1 0 0,0 0-1 0 0,1 1 0 0 0,-1-1 0 0 0,0 0 0 0 0,0 0 0 0 0,1 1 0 0 0,-1-1 0 0 0,0 0 0 0 0,0 1 1 0 0,0-1-1 0 0,1 0 0 0 0,-1 1 0 0 0,0-1 0 0 0,0 1 0 0 0,0 0 1 0 0,0-1-1 0 0,0 1 1 0 0,-1 0 0 0 0,1 0-1 0 0,0-1 1 0 0,0 1-1 0 0,0 0 1 0 0,-1-1 0 0 0,1 1-1 0 0,-1-1 1 0 0,1 1-1 0 0,0 0 1 0 0,-1-1-1 0 0,1 1 1 0 0,-1-1 0 0 0,1 1-1 0 0,-1 0 1 0 0,-8 5 40 0 0,1 1 0 0 0,-1-1 0 0 0,1 0 0 0 0,-19 8 0 0 0,9-5-11 0 0,-407 190-13 0 0,-17-35-180 0 0,-190 94 23 0 0,618-251 140 0 0,8-5 0 0 0,-1 0 0 0 0,2 1 0 0 0,-1 0 0 0 0,0 1 0 0 0,1-1 0 0 0,-1 1 0 0 0,1 0 0 0 0,-7 7 0 0 0,11-11 0 0 0,1 1 0 0 0,0-1 0 0 0,0 0 0 0 0,0 0 0 0 0,-1 1 0 0 0,1-1 0 0 0,0 0 0 0 0,0 0 0 0 0,0 1 0 0 0,0-1 0 0 0,0 0 0 0 0,0 0 0 0 0,-1 1 0 0 0,1-1 0 0 0,0 0 0 0 0,0 1 0 0 0,0-1 0 0 0,0 0 0 0 0,0 0 0 0 0,0 1 0 0 0,0-1 0 0 0,0 0 0 0 0,0 1 0 0 0,0-1 0 0 0,0 0 0 0 0,0 1 0 0 0,1-1 0 0 0,-1 0 0 0 0,0 0 0 0 0,0 1 0 0 0,9 3 0 0 0,13-5 0 0 0,-22 1 0 0 0,187-35 2 0 0,-141 24 8 0 0,418-101 477 0 0,-59 26-311 0 0,5 19-56 0 0,-165 23-55 0 0,-38 5-13 0 0,-202 38-52 0 0,-1 0 13 0 0,0 1 0 0 0,1-1 0 0 0,-1 1 0 0 0,1-1-1 0 0,-1 1 1 0 0,1 0 0 0 0,-1 1 0 0 0,1-1-1 0 0,5 2 1 0 0,-9-1-13 0 0,-1-1 0 0 0,0 0 0 0 0,0 0 0 0 0,0 0 0 0 0,0 0 0 0 0,0 0 0 0 0,0 0 0 0 0,0 0 0 0 0,0 0 0 0 0,0 0 0 0 0,0 0 0 0 0,0 0 0 0 0,0 0 0 0 0,0 0 0 0 0,0 0 0 0 0,1 1 0 0 0,-1-1 0 0 0,0 0 0 0 0,0 0 0 0 0,0 0 0 0 0,0 0 0 0 0,0 0 0 0 0,0 0 0 0 0,0 0 0 0 0,0 0 0 0 0,0 0 0 0 0,0 1 0 0 0,0-1 0 0 0,0 0 0 0 0,0 0 0 0 0,0 0 0 0 0,0 0 0 0 0,0 0 0 0 0,0 0 0 0 0,-1 0 0 0 0,1 0 0 0 0,0 0 0 0 0,0 0 0 0 0,0 1 0 0 0,0-1 0 0 0,0 0 0 0 0,0 0 0 0 0,0 0 0 0 0,0 0 0 0 0,0 0 0 0 0,0 0 0 0 0,0 0 0 0 0,0 0 0 0 0,0 0 0 0 0,-7 5 0 0 0,-9 4 0 0 0,16-9 0 0 0,-288 116 120 0 0,208-87-104 0 0,-184 59-18 0 0,92-32 15 0 0,-271 90 51 0 0,432-143-144 0 0,-1 2 380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00.4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51 324 1839 0 0,'-3'1'519'0'0,"1"-1"0"0"0,-1 0-1 0 0,1 0 1 0 0,-1 1 0 0 0,1-1-1 0 0,-1 1 1 0 0,1 0-1 0 0,0 0 1 0 0,-1 0 0 0 0,1 0-1 0 0,0 0 1 0 0,0 1-1 0 0,0-1 1 0 0,0 1 0 0 0,0-1-1 0 0,-3 4 1 0 0,4-4-289 0 0,0 0 1 0 0,0 0-1 0 0,1 0 1 0 0,-1 1-1 0 0,0-1 1 0 0,1 0-1 0 0,-1 0 1 0 0,1 0-1 0 0,-1 1 0 0 0,1-1 1 0 0,0 0-1 0 0,-1 0 1 0 0,1 1-1 0 0,0-1 1 0 0,0 0-1 0 0,0 1 1 0 0,0-1-1 0 0,0 0 0 0 0,0 1 1 0 0,0-1-1 0 0,1 0 1 0 0,-1 0-1 0 0,0 1 1 0 0,1-1-1 0 0,-1 0 1 0 0,1 0-1 0 0,-1 1 1 0 0,1-1-1 0 0,0 0 0 0 0,0 0 1 0 0,-1 0-1 0 0,1 0 1 0 0,1 1-1 0 0,2 2-79 0 0,-1 0-1 0 0,1-1 1 0 0,-1 0-1 0 0,1 0 0 0 0,0 0 1 0 0,0 0-1 0 0,1-1 1 0 0,-1 1-1 0 0,0-1 1 0 0,1 0-1 0 0,0 0 0 0 0,-1-1 1 0 0,1 1-1 0 0,0-1 1 0 0,0 0-1 0 0,0-1 1 0 0,0 1-1 0 0,0-1 1 0 0,-1 0-1 0 0,1 0 0 0 0,0 0 1 0 0,0-1-1 0 0,8-1 1 0 0,-4-1-105 0 0,0 0 1 0 0,0 0 0 0 0,0 0 0 0 0,0-1 0 0 0,-1-1-1 0 0,0 1 1 0 0,0-1 0 0 0,0-1 0 0 0,0 1 0 0 0,-1-1-1 0 0,10-11 1 0 0,-9 9-28 0 0,-1-1 0 0 0,0 0 0 0 0,0-1 0 0 0,-1 1 0 0 0,0-1 0 0 0,-1 0 0 0 0,0-1-1 0 0,-1 1 1 0 0,0-1 0 0 0,4-18 0 0 0,-6 19-5 0 0,-1 1-1 0 0,0-1 1 0 0,0 0-1 0 0,-1 0 1 0 0,-1 0-1 0 0,1 0 1 0 0,-2 0-1 0 0,1 0 1 0 0,-1 0 0 0 0,-1 1-1 0 0,0-1 1 0 0,-6-13-1 0 0,5 16-13 0 0,0-1 0 0 0,0 1 0 0 0,0-1 0 0 0,-1 1 0 0 0,-1 0 0 0 0,-5-6 0 0 0,7 10 0 0 0,1-1 0 0 0,-1 1 0 0 0,0 0 0 0 0,0 0 0 0 0,0 1 0 0 0,0-1 0 0 0,0 1 0 0 0,0 0 0 0 0,-1 0 0 0 0,1 0 0 0 0,-1 1 0 0 0,-6-2 0 0 0,10 3 0 0 0,-1 0 0 0 0,1 0 0 0 0,-1 0 0 0 0,1 0 0 0 0,-1 0 0 0 0,1 0 0 0 0,-1 0 0 0 0,1 0 0 0 0,-1 1 0 0 0,1-1 0 0 0,0 0 0 0 0,-1 1 0 0 0,1 0 0 0 0,-1-1 0 0 0,1 1 0 0 0,0 0 0 0 0,0-1 0 0 0,-3 3 0 0 0,2-1 0 0 0,0 0 0 0 0,0 0 0 0 0,0 1 0 0 0,0-1 0 0 0,1 1 0 0 0,-1-1 0 0 0,1 1 0 0 0,-3 5 0 0 0,1 0 0 0 0,1 1 0 0 0,0 0 0 0 0,0-1 0 0 0,0 1 0 0 0,0 12 0 0 0,3 15 0 0 0,1 0-1 0 0,2 0 1 0 0,12 53 0 0 0,2 10 12 0 0,40 399 1084 0 0,-56-473-1094 0 0,2-1 1 0 0,1 0 0 0 0,0 0-1 0 0,9 24 1 0 0,-17-74-1130 0 0,-1 16 105 0 0,0-2-269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00.6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2 117 5063 0 0,'0'-1'59'0'0,"0"1"-1"0"0,0 0 0 0 0,0-1 0 0 0,-1 1 1 0 0,1 0-1 0 0,0-1 0 0 0,0 1 0 0 0,0 0 1 0 0,0-1-1 0 0,0 1 0 0 0,0 0 0 0 0,0-1 0 0 0,-1 1 1 0 0,1 0-1 0 0,0-1 0 0 0,0 1 0 0 0,0 0 1 0 0,0-1-1 0 0,0 1 0 0 0,1 0 0 0 0,-1-1 1 0 0,0 1-1 0 0,0 0 0 0 0,0-1 0 0 0,0 1 1 0 0,0 0-1 0 0,0-1 0 0 0,1 1 0 0 0,-1-1 1 0 0,10-2 3409 0 0,-4 1-2597 0 0,92-15 9788 0 0,2 0-8609 0 0,-87 14-1923 0 0,0-1 1 0 0,-1 0-1 0 0,1-1 0 0 0,-1-1 0 0 0,17-10 0 0 0,-20 11-77 0 0,-1 0 0 0 0,11-11 0 0 0,-18 13 67 0 0,-4 4-199 0 0,-5 3-225 0 0,1 0-615 0 0,-3 2-5114 0 0,0 0-1507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01.6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275 84 4607 0 0,'14'-22'761'0'0,"-4"5"1495"0"0,13-25 1 0 0,-24 40-678 0 0,-3 4-955 0 0,-7 7-189 0 0,10-9-292 0 0,-185 146 1704 0 0,81-64-850 0 0,92-70-516 0 0,13-9-86 0 0,9-7-186 0 0,138-78 202 0 0,-111 60-328 0 0,-32 19-75 0 0,1 1 0 0 0,-1 0 0 0 0,0-1 1 0 0,1 2-1 0 0,-1-1 0 0 0,1 0 1 0 0,0 1-1 0 0,7-2 0 0 0,-12 4-5 0 0,0-1-1 0 0,0 0 0 0 0,0 0 1 0 0,1 0-1 0 0,-1 0 1 0 0,0 0-1 0 0,0 0 0 0 0,0 0 1 0 0,0 0-1 0 0,1 0 1 0 0,-1 0-1 0 0,0 1 0 0 0,0-1 1 0 0,0 0-1 0 0,0 0 0 0 0,0 0 1 0 0,1 0-1 0 0,-1 1 1 0 0,0-1-1 0 0,0 0 0 0 0,0 0 1 0 0,0 0-1 0 0,0 0 1 0 0,0 1-1 0 0,0-1 0 0 0,0 0 1 0 0,0 0-1 0 0,0 0 1 0 0,0 1-1 0 0,0-1 0 0 0,0 0 1 0 0,0 0-1 0 0,0 0 0 0 0,0 1 1 0 0,0-1-1 0 0,0 0 1 0 0,0 0-1 0 0,0 0 0 0 0,0 1 1 0 0,0-1-1 0 0,0 0 1 0 0,0 0-1 0 0,0 0 0 0 0,0 0 1 0 0,0 1-1 0 0,-1-1 1 0 0,1 0-1 0 0,0 0 0 0 0,0 0 1 0 0,0 0-1 0 0,-1 1 0 0 0,-5 9 81 0 0,-12 12 529 0 0,-27 27 0 0 0,45-49-601 0 0,-7 8 83 0 0,6-8-92 0 0,1 1 0 0 0,0-1 0 0 0,0 0 0 0 0,-1 0 0 0 0,1 0 0 0 0,0 1 0 0 0,0-1 0 0 0,0 0 0 0 0,0 1 0 0 0,-1-1 0 0 0,1 0 0 0 0,0 1 0 0 0,0-1 0 0 0,0 0 0 0 0,0 0 0 0 0,0 1 0 0 0,0-1 0 0 0,0 0 0 0 0,0 1 0 0 0,0-1 0 0 0,0 0 0 0 0,0 1 0 0 0,0-1 0 0 0,0 0 0 0 0,0 1 0 0 0,0-1 0 0 0,0 1 0 0 0,10-13-6607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03.4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106 85 4143 0 0,'-6'-11'964'0'0,"0"0"-1"0"0,-12-16 0 0 0,16 23-611 0 0,-1 1 0 0 0,1 0 1 0 0,-1 1-1 0 0,0-1 0 0 0,0 0 1 0 0,0 1-1 0 0,0-1 0 0 0,-1 1 1 0 0,1 0-1 0 0,-1 0 0 0 0,1 0 0 0 0,-5-1 1 0 0,7 3-207 0 0,0 0 0 0 0,0-1 1 0 0,0 1-1 0 0,1 0 1 0 0,-1 0-1 0 0,0 0 0 0 0,0 0 1 0 0,0 0-1 0 0,0 0 0 0 0,1 0 1 0 0,-1 0-1 0 0,0 0 1 0 0,0 0-1 0 0,0 0 0 0 0,0 0 1 0 0,1 1-1 0 0,-1-1 0 0 0,0 0 1 0 0,0 1-1 0 0,1-1 0 0 0,-1 1 1 0 0,0-1-1 0 0,1 1 1 0 0,-1-1-1 0 0,-1 1 0 0 0,1 1 18 0 0,0 0 0 0 0,0-1 0 0 0,0 1 0 0 0,0-1 0 0 0,1 1 0 0 0,-1 0 0 0 0,0 0 0 0 0,1 0 0 0 0,-1-1 0 0 0,1 1-1 0 0,-1 2 1 0 0,1 6 232 0 0,-1-1-1 0 0,1 1 0 0 0,2 13 0 0 0,-2-22-324 0 0,4 45 1102 0 0,-1 1 1 0 0,-8 91 0 0 0,5-124-825 0 0,2-13-141 0 0,3-7-116 0 0,-4 3-490 0 0,1 1 0 0 0,-1-1 1 0 0,0 1-1 0 0,0-1 0 0 0,0 0 0 0 0,0 0 0 0 0,-1 0 0 0 0,1-4 0 0 0,-1 6 244 0 0,1 1-1 0 0,-1-1 1 0 0,0 1-1 0 0,0-1 1 0 0,0 0-1 0 0,0 1 1 0 0,-1-1-1 0 0,1 0 1 0 0,0 1-1 0 0,0-1 1 0 0,0 0-1 0 0,0 1 1 0 0,-1-1-1 0 0,1 1 1 0 0,0-1-1 0 0,-1 1 1 0 0,1-1-1 0 0,0 1 0 0 0,-1-1 1 0 0,1 1-1 0 0,-1-1 1 0 0,1 1-1 0 0,-1-1 1 0 0,1 1-1 0 0,-1-1 1 0 0,1 1-1 0 0,-1 0 1 0 0,1-1-1 0 0,-1 1 1 0 0,1 0-1 0 0,-1 0 1 0 0,0-1-1 0 0,1 1 1 0 0,-1 0-1 0 0,1 0 1 0 0,-1 0-1 0 0,0 0 1 0 0,1 0-1 0 0,-1 0 1 0 0,-1 0-1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03.7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243 1 2303 0 0,'-4'0'368'0'0,"1"1"0"0"0,0-1-1 0 0,0 1 1 0 0,-1 0 0 0 0,1 1-1 0 0,0-1 1 0 0,0 0-1 0 0,0 1 1 0 0,-3 2 0 0 0,-27 19 3685 0 0,22-14-3113 0 0,1 1 0 0 0,0 0 1 0 0,0 0-1 0 0,1 1 0 0 0,1 0 1 0 0,0 1-1 0 0,0 0 0 0 0,2 0 1 0 0,-1 1-1 0 0,-6 19 0 0 0,-3 15 331 0 0,-16 78-1 0 0,29-110-1165 0 0,-6 30 20 0 0,3 0 0 0 0,-3 65 0 0 0,16 89 17 0 0,-3-156-96 0 0,9 43-1 0 0,-11-72-54 0 0,2 0 0 0 0,0-1 0 0 0,1 1 0 0 0,0-1 0 0 0,1 0 0 0 0,0-1 0 0 0,9 13 0 0 0,-14-23-54 0 0,-1-1 0 0 0,1 0 0 0 0,0 0 1 0 0,0 0-1 0 0,0 0 0 0 0,0 0 0 0 0,0 0 0 0 0,1 0 1 0 0,-1 0-1 0 0,0 0 0 0 0,0 0 0 0 0,1 0 0 0 0,-1-1 1 0 0,0 1-1 0 0,1-1 0 0 0,-1 1 0 0 0,1-1 0 0 0,-1 1 1 0 0,3-1-1 0 0,2-1-960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04.1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5 106 3223 0 0,'-2'-31'416'0'0,"0"-5"1957"0"0,2 32-1408 0 0,0 1 0 0 0,0-1 0 0 0,1 0 1 0 0,0 0-1 0 0,-1 0 0 0 0,4-6 1 0 0,-4 9-846 0 0,0 1 1 0 0,0 0-1 0 0,1-1 1 0 0,-1 1 0 0 0,0 0-1 0 0,0-1 1 0 0,1 1-1 0 0,-1 0 1 0 0,0 0 0 0 0,0-1-1 0 0,1 1 1 0 0,-1 0-1 0 0,0 0 1 0 0,1 0 0 0 0,-1-1-1 0 0,0 1 1 0 0,1 0-1 0 0,-1 0 1 0 0,0 0 0 0 0,1 0-1 0 0,-1 0 1 0 0,1 0-1 0 0,-1 0 1 0 0,0 0 0 0 0,1 0-1 0 0,-1 0 1 0 0,0 0-1 0 0,1 0 1 0 0,-1 0 0 0 0,0 0-1 0 0,1 0 1 0 0,-1 0-1 0 0,1 0 1 0 0,-1 0 0 0 0,0 0-1 0 0,1 1 1 0 0,-1-1-1 0 0,0 0 1 0 0,1 0-1 0 0,-1 0 1 0 0,0 1 0 0 0,0-1-1 0 0,1 0 1 0 0,-1 0-1 0 0,0 1 1 0 0,0-1 0 0 0,1 0-1 0 0,-1 1 1 0 0,17 17 2141 0 0,-13-13-1824 0 0,101 124 1803 0 0,-34-39-1885 0 0,-34-43-248 0 0,32 35 72 0 0,-57-74-902 0 0,-12-8 681 0 0,1 0 0 0 0,-1 0 0 0 0,1 0 0 0 0,-1 0 0 0 0,1 0 0 0 0,-1 0 0 0 0,0 0 0 0 0,1 0 0 0 0,-1 0 0 0 0,1 0 0 0 0,-1 0 0 0 0,1-1 0 0 0,-1 1 0 0 0,0 0 0 0 0,1 0 0 0 0,-1 0 0 0 0,1 0 0 0 0,-1-1 0 0 0,0 1 0 0 0,1 0 0 0 0,-1 0 0 0 0,0-1 0 0 0,1 1 0 0 0,-1 0 0 0 0,0-1 0 0 0,0 1 0 0 0,1 0 0 0 0,-1-1 0 0 0,0 1 0 0 0,1-1 0 0 0,2-6-1110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04.3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240 62 2527 0 0,'1'-1'6'0'0,"-1"-5"790"0"0,1 0 1 0 0,-1 0-1 0 0,0 1 0 0 0,-1-10 0 0 0,1 14-653 0 0,0 0 0 0 0,0 0-1 0 0,-1 0 1 0 0,1 0 0 0 0,0 0-1 0 0,0 0 1 0 0,-1 0-1 0 0,1 0 1 0 0,-1 0 0 0 0,1 1-1 0 0,-1-1 1 0 0,1 0-1 0 0,-1 0 1 0 0,0 0 0 0 0,1 0-1 0 0,-1 1 1 0 0,0-1 0 0 0,1 0-1 0 0,-1 1 1 0 0,0-1-1 0 0,0 1 1 0 0,0-1 0 0 0,0 1-1 0 0,0-1 1 0 0,0 1-1 0 0,0-1 1 0 0,0 1 0 0 0,0 0-1 0 0,0-1 1 0 0,0 1-1 0 0,0 0 1 0 0,0 0 0 0 0,-1 0-1 0 0,1 0 162 0 0,0 0 0 0 0,-1 1 0 0 0,1-1 0 0 0,0 0 0 0 0,0 1 0 0 0,0-1 0 0 0,0 1 0 0 0,0-1 0 0 0,0 1 0 0 0,0 0 0 0 0,0-1 0 0 0,0 1 0 0 0,0 0 0 0 0,0 0 0 0 0,0 0 0 0 0,0 0 0 0 0,0 0 0 0 0,1 0 0 0 0,-2 1 0 0 0,-12 24 1778 0 0,11-20-1658 0 0,-59 136 2724 0 0,15-32-2729 0 0,27-66-349 0 0,-29 64-104 0 0,49-105-1817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04.5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94 8287 0 0,'13'-18'597'0'0,"-6"8"-182"0"0,1 0 0 0 0,9-11 0 0 0,18-13 3405 0 0,-41 46 151 0 0,-2 3-3248 0 0,-8 11 265 0 0,-5 7-104 0 0,2 1 0 0 0,-17 40 0 0 0,31-64-786 0 0,2 0 1 0 0,-1 0 0 0 0,2 1 0 0 0,-1-1 0 0 0,1 0-1 0 0,1 1 1 0 0,0 0 0 0 0,0-1 0 0 0,1 1 0 0 0,1 0 0 0 0,-1-1-1 0 0,5 19 1 0 0,-4-27-69 0 0,0 1-1 0 0,0 0 1 0 0,0 0-1 0 0,0 0 0 0 0,0-1 1 0 0,1 1-1 0 0,-1-1 1 0 0,1 1-1 0 0,0-1 1 0 0,0 0-1 0 0,0 1 1 0 0,0-1-1 0 0,0 0 0 0 0,0 0 1 0 0,1 0-1 0 0,-1-1 1 0 0,1 1-1 0 0,-1-1 1 0 0,1 1-1 0 0,0-1 1 0 0,-1 0-1 0 0,1 0 1 0 0,4 1-1 0 0,-1-1-211 0 0,-1 0 0 0 0,0 0 0 0 0,0 0 1 0 0,0-1-1 0 0,7 0 0 0 0,-4-1-1377 0 0,-1 0 0 0 0,0 0 0 0 0,9-3 0 0 0,1-2-5725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04.8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43 7367 0 0,'0'-1'96'0'0,"0"0"-1"0"0,0 0 0 0 0,0 0 0 0 0,1 0 0 0 0,-1 0 1 0 0,0 0-1 0 0,1 0 0 0 0,-1 0 0 0 0,1 0 0 0 0,-1 0 1 0 0,1 0-1 0 0,-1 0 0 0 0,1 0 0 0 0,-1 1 0 0 0,1-1 1 0 0,0 0-1 0 0,0 0 0 0 0,1 0 0 0 0,0-1 257 0 0,1 0-1 0 0,0 0 1 0 0,0 0-1 0 0,0 1 1 0 0,-1 0-1 0 0,5-2 1 0 0,4 0 1183 0 0,0 0-1 0 0,17-2 1 0 0,-21 5-1088 0 0,-1-1 1 0 0,0 1-1 0 0,1 0 1 0 0,-1 1 0 0 0,1 0-1 0 0,-1 0 1 0 0,0 0-1 0 0,0 1 1 0 0,1-1-1 0 0,-1 2 1 0 0,-1-1 0 0 0,1 1-1 0 0,8 4 1 0 0,-12-5-415 0 0,1-1 0 0 0,-1 1 0 0 0,0-1 0 0 0,0 1 0 0 0,0 0 0 0 0,0 0 0 0 0,-1 0 0 0 0,1 0 0 0 0,0 0 0 0 0,-1 0 0 0 0,1 0 0 0 0,-1 0 0 0 0,0 1 0 0 0,0-1 0 0 0,0 1 0 0 0,0-1 0 0 0,0 1 0 0 0,-1-1 1 0 0,1 1-1 0 0,-1-1 0 0 0,1 1 0 0 0,-1 0 0 0 0,0-1 0 0 0,0 1 0 0 0,0-1 0 0 0,0 1 0 0 0,-1 0 0 0 0,1-1 0 0 0,-1 1 0 0 0,0-1 0 0 0,1 1 0 0 0,-1-1 0 0 0,0 1 0 0 0,-3 3 0 0 0,-3 6 6 0 0,0-1-1 0 0,-1 0 1 0 0,-13 15 0 0 0,12-16-12 0 0,1 0 0 0 0,0 1 1 0 0,-10 17-1 0 0,18-28-27 0 0,-1 1 0 0 0,1 0 0 0 0,0-1 0 0 0,-1 1 0 0 0,1 0 0 0 0,0-1 0 0 0,0 1 0 0 0,-1 0 0 0 0,1-1 0 0 0,0 1 0 0 0,0 0 0 0 0,0-1 0 0 0,0 1 0 0 0,0 0 0 0 0,0 0 0 0 0,0-1 0 0 0,0 1 0 0 0,0 0 0 0 0,0-1 0 0 0,0 1 0 0 0,1 0 0 0 0,-1 0 0 0 0,1 0 0 0 0,-1-1 0 0 0,1 0 0 0 0,-1 1 0 0 0,1-1 0 0 0,-1 0 0 0 0,1 1 0 0 0,-1-1 0 0 0,1 0 0 0 0,-1 0 0 0 0,1 1 0 0 0,-1-1 0 0 0,1 0 0 0 0,0 0 0 0 0,-1 0 0 0 0,1 0 0 0 0,-1 0 0 0 0,1 0 0 0 0,0 0 0 0 0,0 0 0 0 0,4 0 0 0 0,-1-1 0 0 0,0 0 0 0 0,1 0 0 0 0,-1 0 0 0 0,6-3 0 0 0,17-9-883 0 0,0-2 1 0 0,35-25-1 0 0,-47 28-6797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05.0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 2303 0 0,'17'-4'844'0'0,"-14"4"56"0"0,1-1 0 0 0,0 1 0 0 0,0 1 0 0 0,0-1 1 0 0,-1 1-1 0 0,1-1 0 0 0,0 1 0 0 0,4 1 1 0 0,0 1 145 0 0,1 1 0 0 0,-1-1 0 0 0,1 1 0 0 0,-1 0 0 0 0,0 1 0 0 0,8 6 0 0 0,-10-6-521 0 0,1 1-1 0 0,-1 0 1 0 0,1 0-1 0 0,-2 1 1 0 0,1-1-1 0 0,6 12 1 0 0,-8-13-444 0 0,-1 1 0 0 0,0 0 0 0 0,0 0 0 0 0,-1 1 0 0 0,0-1 0 0 0,0 0 0 0 0,0 1 0 0 0,-1-1 0 0 0,0 1-1 0 0,0 0 1 0 0,-1-1 0 0 0,1 1 0 0 0,-1 0 0 0 0,-1-1 0 0 0,0 1 0 0 0,1 0 0 0 0,-2-1 0 0 0,1 1 0 0 0,-1-1 0 0 0,-3 8 0 0 0,1-5-17 0 0,0-1 0 0 0,0 1 0 0 0,-8 11-1 0 0,10-18-201 0 0,1 1 0 0 0,-1-1 0 0 0,0 0-1 0 0,0 0 1 0 0,1 0 0 0 0,-1-1 0 0 0,-1 1-1 0 0,1 0 1 0 0,0-1 0 0 0,0 1 0 0 0,-1-1-1 0 0,1 0 1 0 0,0 0 0 0 0,-1 0 0 0 0,0 0-1 0 0,1 0 1 0 0,-4 0 0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05.3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23 10591 0 0,'0'-2'68'0'0,"0"1"0"0"0,1 0 0 0 0,-1 0 0 0 0,1 0 0 0 0,-1 0 0 0 0,1 0 0 0 0,0-1 0 0 0,-1 1 0 0 0,1 0 0 0 0,0 1 0 0 0,0-1 0 0 0,0 0 0 0 0,0 0 0 0 0,0 0 0 0 0,0 0 0 0 0,0 1 0 0 0,0-1 0 0 0,0 0 0 0 0,0 1 0 0 0,0-1 0 0 0,0 1 0 0 0,0-1 0 0 0,1 1 0 0 0,-1 0 0 0 0,0-1 0 0 0,0 1 0 0 0,1 0 0 0 0,-1 0 0 0 0,0 0 0 0 0,0 0 0 0 0,1 0 0 0 0,-1 0 0 0 0,0 0 0 0 0,0 0 0 0 0,1 1 0 0 0,-1-1 0 0 0,0 0 0 0 0,0 1 0 0 0,0-1 0 0 0,2 2 0 0 0,14 4 737 0 0,-1 2-1 0 0,0 0 0 0 0,0 0 0 0 0,-1 2 0 0 0,0 0 1 0 0,-1 0-1 0 0,0 2 0 0 0,18 17 0 0 0,-6 0 42 0 0,0 0-1 0 0,39 61 1 0 0,-50-66-720 0 0,-2 1 1 0 0,0 1 0 0 0,-1 0-1 0 0,-2 1 1 0 0,-1 0 0 0 0,-1 1-1 0 0,-1-1 1 0 0,-1 2-1 0 0,-2-1 1 0 0,-1 0 0 0 0,-1 57-1 0 0,-4-53-75 0 0,-1-1-1 0 0,-1 0 0 0 0,-2 0 0 0 0,-1 0 0 0 0,-2-1 1 0 0,0 0-1 0 0,-2 0 0 0 0,-2-1 0 0 0,0-1 1 0 0,-29 44-1 0 0,12-28 59 0 0,-3-1 0 0 0,-2-2 1 0 0,-42 40-1 0 0,70-74-556 0 0,-1 0 0 0 0,0 0 0 0 0,-1-1-1 0 0,-14 8 1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05.9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54 10591 0 0,'-1'0'177'0'0,"1"-1"0"0"0,-1 1-1 0 0,1-1 1 0 0,-1 1 0 0 0,1-1-1 0 0,-1 1 1 0 0,1-1-1 0 0,-1 1 1 0 0,1-1 0 0 0,0 0-1 0 0,-1 1 1 0 0,1-1 0 0 0,0 1-1 0 0,-1-1 1 0 0,1 0 0 0 0,0 0-1 0 0,0 1 1 0 0,0-1 0 0 0,0 0-1 0 0,0 1 1 0 0,0-1-1 0 0,0 0 1 0 0,0 1 0 0 0,0-1-1 0 0,0 0 1 0 0,0-1 0 0 0,1 1 68 0 0,0 0-1 0 0,-1 0 1 0 0,1 0 0 0 0,0 1 0 0 0,0-1 0 0 0,-1 0-1 0 0,1 0 1 0 0,0 0 0 0 0,0 1 0 0 0,0-1 0 0 0,0 1-1 0 0,0-1 1 0 0,0 1 0 0 0,2-1 0 0 0,4-2 566 0 0,0 1 0 0 0,1 0 1 0 0,11-1-1 0 0,124-11 1163 0 0,-141 14-1973 0 0,0 0 0 0 0,0 0-1 0 0,0-1 1 0 0,0 1 0 0 0,-1 1 0 0 0,1-1-1 0 0,0 0 1 0 0,0 0 0 0 0,0 1-1 0 0,2 0 1 0 0,-4-1-3 0 0,0 0 1 0 0,1 0-1 0 0,-1 0 1 0 0,0 0 0 0 0,0 0-1 0 0,0 1 1 0 0,1-1-1 0 0,-1 0 1 0 0,0 0-1 0 0,0 0 1 0 0,0 0-1 0 0,0 1 1 0 0,1-1-1 0 0,-1 0 1 0 0,0 0-1 0 0,0 0 1 0 0,0 1-1 0 0,0-1 1 0 0,0 0-1 0 0,0 0 1 0 0,0 1-1 0 0,0-1 1 0 0,0 0-1 0 0,0 0 1 0 0,0 0-1 0 0,0 1 1 0 0,0-1-1 0 0,0 0 1 0 0,0 1 0 0 0,-8 10-104 0 0,-46 36-759 0 0,-2 0 257 0 0,50-41 593 0 0,0 0 0 0 0,1 1 0 0 0,-1 0 0 0 0,1 0 0 0 0,1 0 0 0 0,-6 11 0 0 0,9-17 32 0 0,1 0 1 0 0,-1 0 0 0 0,1 0-1 0 0,0 0 1 0 0,-1 0 0 0 0,1 0-1 0 0,0 0 1 0 0,0 0 0 0 0,-1 0-1 0 0,1 0 1 0 0,0 0 0 0 0,0 0-1 0 0,0 0 1 0 0,0 0 0 0 0,0 0-1 0 0,1 0 1 0 0,-1 0 0 0 0,0 0-1 0 0,0 0 1 0 0,1 0 0 0 0,-1 0-1 0 0,0 0 1 0 0,2 1 0 0 0,-1-1 24 0 0,0 0 0 0 0,0 0 0 0 0,0 0 0 0 0,0 0 0 0 0,0 0 0 0 0,1 0 0 0 0,-1 0 0 0 0,0-1 0 0 0,0 1 0 0 0,1 0 0 0 0,-1-1 0 0 0,1 0 0 0 0,-1 1 0 0 0,3 0 0 0 0,3-1 124 0 0,-1 1 0 0 0,1-1 0 0 0,0 0-1 0 0,0 0 1 0 0,-1-1 0 0 0,10-1 0 0 0,29-9 399 0 0,-21 4-443 0 0,33-3 0 0 0,-57 10-171 0 0,0-1 1 0 0,0 1-1 0 0,1 0 0 0 0,-1 0 1 0 0,0 0-1 0 0,0 0 0 0 0,0 0 1 0 0,1 0-1 0 0,-1 0 0 0 0,0 0 1 0 0,0 0-1 0 0,0 0 0 0 0,1 0 1 0 0,-1 0-1 0 0,0 0 0 0 0,0 0 1 0 0,0 0-1 0 0,1 0 0 0 0,-1 0 1 0 0,0 0-1 0 0,0 0 0 0 0,0 0 1 0 0,1 1-1 0 0,-1-1 0 0 0,0 0 1 0 0,0 0-1 0 0,0 0 0 0 0,0 0 1 0 0,1 0-1 0 0,-1 0 0 0 0,0 1 1 0 0,0-1-1 0 0,0 0 0 0 0,0 0 1 0 0,0 0-1 0 0,0 0 0 0 0,1 1 1 0 0,-1-1-1 0 0,0 0 0 0 0,0 0 1 0 0,0 0-1 0 0,0 1 0 0 0,0-1 1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08.9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63 84 7831 0 0,'-62'2'12945'0'0,"62"-2"-12891"0"0,5-3 930 0 0,10-2-595 0 0,99-15 985 0 0,-55 12-1186 0 0,105-31 1 0 0,-139 32-676 0 0,-15 4-133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09.2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1 526 11519 0 0,'13'-14'1353'0'0,"0"-1"-1"0"0,-1 0 0 0 0,-1-1 0 0 0,0 0 0 0 0,-1-1 1 0 0,14-31-1 0 0,-14 23-910 0 0,-2-1 1 0 0,0 0 0 0 0,-1 0-1 0 0,3-35 1 0 0,-5 32-375 0 0,-2-1 0 0 0,-1 0 0 0 0,-2 0 1 0 0,-1 1-1 0 0,-4-31 0 0 0,5 59-68 0 0,0 0 0 0 0,0 1 0 0 0,0-1 0 0 0,0 0 0 0 0,0 1 0 0 0,-1-1 0 0 0,1 1 0 0 0,0-1 0 0 0,0 0 0 0 0,0 1 0 0 0,-1-1 0 0 0,1 0 0 0 0,0 1 0 0 0,-1-1 0 0 0,1 1 0 0 0,0-1 0 0 0,-1 1 0 0 0,1-1 0 0 0,-2 0 0 0 0,2 1 0 0 0,0 0 0 0 0,-1 1 0 0 0,1-1 0 0 0,0 0 0 0 0,-1 1 0 0 0,1-1 0 0 0,0 0 0 0 0,-1 1 0 0 0,1-1 0 0 0,0 0 0 0 0,0 1 0 0 0,-1-1 0 0 0,1 0 0 0 0,0 1 0 0 0,0-1 0 0 0,0 1 0 0 0,-1-1 0 0 0,1 0 0 0 0,0 1 0 0 0,0 0 0 0 0,-7 27 0 0 0,-24 246 11 0 0,18-135 125 0 0,13-120-163 0 0,0 1-1 0 0,1-1 1 0 0,2 0 0 0 0,0 1-1 0 0,6 21 1 0 0,-8-38-76 0 0,0 1 1 0 0,1 0-1 0 0,-1-1 1 0 0,1 1-1 0 0,0-1 1 0 0,0 1-1 0 0,0-1 0 0 0,1 0 1 0 0,-1 0-1 0 0,5 5 1 0 0,4 1-921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09.4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14279 0 0,'3'5'498'0'0,"0"0"-1"0"0,0 0 1 0 0,-1 0 0 0 0,1 1-1 0 0,-1-1 1 0 0,0 1-1 0 0,-1 0 1 0 0,2 8 0 0 0,0-1 225 0 0,1 4-338 0 0,-1 0 0 0 0,-1 0 1 0 0,0 0-1 0 0,-2 1 0 0 0,0-1 1 0 0,-1 0-1 0 0,0 1 0 0 0,-1-1 0 0 0,-2 0 1 0 0,-5 21-1 0 0,0-3-1530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09.8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1 152 4607 0 0,'0'-4'3'0'0,"22"-71"2080"0"0,-19 66-1130 0 0,1 1-1 0 0,-1-1 1 0 0,2 1 0 0 0,-1 0 0 0 0,1 0-1 0 0,8-9 1 0 0,-13 16-823 0 0,0 1 0 0 0,1 0-1 0 0,-1-1 1 0 0,0 1 0 0 0,0 0 0 0 0,1-1 0 0 0,-1 1-1 0 0,0 0 1 0 0,1 0 0 0 0,-1-1 0 0 0,0 1 0 0 0,1 0 0 0 0,-1 0-1 0 0,1-1 1 0 0,-1 1 0 0 0,0 0 0 0 0,1 0 0 0 0,-1 0-1 0 0,1 0 1 0 0,-1 0 0 0 0,1 0 0 0 0,-1 0 0 0 0,0 0-1 0 0,1 0 1 0 0,-1 0 0 0 0,1 0 0 0 0,-1 0 0 0 0,1 0 0 0 0,-1 0-1 0 0,1 0 1 0 0,-1 0 0 0 0,0 0 0 0 0,1 1 0 0 0,0-1-1 0 0,0 1 67 0 0,0 0 0 0 0,0 0 0 0 0,0 0 0 0 0,0 0 0 0 0,0 0 0 0 0,0 1 0 0 0,-1-1 0 0 0,1 0-1 0 0,0 0 1 0 0,0 3 0 0 0,3 5 376 0 0,-1 0 0 0 0,2 12-1 0 0,-5-20-529 0 0,11 45 562 0 0,2 1 1 0 0,24 53 0 0 0,-29-80-448 0 0,0 1 1 0 0,6 31-1 0 0,-12-46-131 0 0,-1-1 0 0 0,-1 0 0 0 0,1 1 0 0 0,-1-1 0 0 0,1 1 0 0 0,-2-1 0 0 0,1 0 0 0 0,-1 1 0 0 0,1-1 0 0 0,-1 0 0 0 0,-1 1 0 0 0,1-1 0 0 0,-1 0 0 0 0,0 0 0 0 0,-5 9 0 0 0,6-12-22 0 0,-1 0 0 0 0,1 0-1 0 0,-1 0 1 0 0,0-1 0 0 0,0 1-1 0 0,0 0 1 0 0,1-1 0 0 0,-2 1 0 0 0,1-1-1 0 0,0 0 1 0 0,0 0 0 0 0,0 0 0 0 0,-1 0-1 0 0,1 0 1 0 0,0 0 0 0 0,-1 0-1 0 0,1-1 1 0 0,-1 1 0 0 0,1-1 0 0 0,-1 0-1 0 0,1 0 1 0 0,-1 0 0 0 0,1 0-1 0 0,-1 0 1 0 0,1 0 0 0 0,0-1 0 0 0,-1 1-1 0 0,1-1 1 0 0,-4-1 0 0 0,-1 0 3 0 0,1-1 1 0 0,0 0-1 0 0,-1 0 0 0 0,1 0 1 0 0,1-1-1 0 0,-1 0 0 0 0,0 0 1 0 0,1 0-1 0 0,-7-7 0 0 0,-8-13-4181 0 0,16 19 1475 0 0,-6-9-4965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10.1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0 128 14279 0 0,'2'-2'146'0'0,"-1"-1"-1"0"0,1 1 1 0 0,-1 0 0 0 0,1 0-1 0 0,0 0 1 0 0,0 0-1 0 0,-1 1 1 0 0,1-1 0 0 0,1 0-1 0 0,-1 1 1 0 0,0-1-1 0 0,0 1 1 0 0,1 0 0 0 0,-1 0-1 0 0,0 0 1 0 0,1 0-1 0 0,-1 0 1 0 0,4-1 0 0 0,1 0 239 0 0,147-45 5239 0 0,-21 8-8634 0 0,-111 30-4284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10.2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87 0 7367 0 0,'9'8'543'0'0,"-1"1"0"0"0,0 0 0 0 0,-1 1 0 0 0,0-1 0 0 0,0 1 0 0 0,7 16-1 0 0,-3-8 332 0 0,6 14-185 0 0,0 0 0 0 0,-3 2 1 0 0,0 0-1 0 0,-2 0 0 0 0,-2 1 1 0 0,-1 1-1 0 0,-2 0 1 0 0,3 41-1 0 0,-7-38-1 0 0,-2 1 0 0 0,-1-1 1 0 0,-3 0-1 0 0,-1 0 0 0 0,-1 0 1 0 0,-3-1-1 0 0,-18 57 0 0 0,19-76-947 0 0,0-1 1 0 0,-1 0-1 0 0,-2 0 0 0 0,1-1 1 0 0,-2 0-1 0 0,-13 16 0 0 0,10-17-609 0 0,0-1 0 0 0,0-1-1 0 0,-1 0 1 0 0,-1-1-1 0 0,-29 19 1 0 0,13-13-6327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10.5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235 24 9215 0 0,'-3'-3'427'0'0,"-15"-13"48"0"0,18 16-423 0 0,-1-1 0 0 0,0 1 0 0 0,1-1 0 0 0,-1 1 0 0 0,0-1 0 0 0,0 1 0 0 0,0 0 0 0 0,1 0 0 0 0,-1-1 0 0 0,0 1 0 0 0,0 0 0 0 0,0 0 0 0 0,0 0 0 0 0,0 0 0 0 0,0 0 0 0 0,1 0 0 0 0,-1 0 0 0 0,0 0 0 0 0,0 0 0 0 0,0 0 0 0 0,0 0 0 0 0,-1 1 0 0 0,-10 6 548 0 0,1 0 0 0 0,0 1 0 0 0,0 0 0 0 0,1 0 1 0 0,0 1-1 0 0,1 1 0 0 0,0 0 0 0 0,0 0 0 0 0,1 0 1 0 0,-13 23-1 0 0,10-14-54 0 0,1 0-1 0 0,1 1 1 0 0,1 0 0 0 0,1 1 0 0 0,-9 42 0 0 0,11-30-226 0 0,1 1 0 0 0,2 0 0 0 0,2 0 0 0 0,1 0 0 0 0,5 34 0 0 0,39 168 562 0 0,-39-208-678 0 0,-2-9-186 0 0,44 162 617 0 0,-42-161-802 0 0,2-1 1 0 0,0 0-1 0 0,1-1 1 0 0,1 0-1 0 0,1 0 1 0 0,1-1-1 0 0,13 16 0 0 0,-1-10-5535 0 0,1-3-1953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11.1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86 8287 0 0,'1'-5'531'0'0,"-1"1"0"0"0,1-1 0 0 0,1 1-1 0 0,-1 0 1 0 0,0-1 0 0 0,1 1 0 0 0,0 0 0 0 0,0 0-1 0 0,0 0 1 0 0,1 0 0 0 0,-1 0 0 0 0,1 1 0 0 0,0-1-1 0 0,0 1 1 0 0,0 0 0 0 0,0 0 0 0 0,1 0-1 0 0,-1 0 1 0 0,1 0 0 0 0,0 1 0 0 0,5-4 0 0 0,-8 6-438 0 0,0 0 1 0 0,0-1-1 0 0,1 1 1 0 0,-1 0-1 0 0,0 0 1 0 0,0 0-1 0 0,0 0 1 0 0,1 0-1 0 0,-1 0 1 0 0,0 0-1 0 0,0 0 1 0 0,0 0-1 0 0,1 0 1 0 0,-1 1-1 0 0,0-1 1 0 0,0 0 0 0 0,0 1-1 0 0,0-1 1 0 0,0 1-1 0 0,0 0 1 0 0,0-1-1 0 0,1 2 1 0 0,0-1-23 0 0,-1 1 0 0 0,1 0 0 0 0,-1-1 1 0 0,0 1-1 0 0,0 0 0 0 0,0 0 0 0 0,0 0 0 0 0,0-1 1 0 0,0 1-1 0 0,0 0 0 0 0,0 4 0 0 0,0 0-23 0 0,1 0 0 0 0,-2 1 0 0 0,1-1 0 0 0,-1 1 0 0 0,0-1 0 0 0,0 0 0 0 0,-3 11 0 0 0,-3 5-37 0 0,-2 0 0 0 0,0 0 0 0 0,-22 39 0 0 0,-6 11 82 0 0,35-70-82 0 0,1 0 0 0 0,-1 0-1 0 0,0 1 1 0 0,0-1 0 0 0,1 0-1 0 0,0 0 1 0 0,-1 0 0 0 0,1 1 0 0 0,0-1-1 0 0,0 0 1 0 0,0 0 0 0 0,0 1 0 0 0,1 2-1 0 0,0-4 1 0 0,-1 0-1 0 0,0 0 0 0 0,1 0 1 0 0,0 0-1 0 0,-1-1 1 0 0,1 1-1 0 0,0 0 0 0 0,-1 0 1 0 0,1-1-1 0 0,0 1 1 0 0,0-1-1 0 0,-1 1 0 0 0,1 0 1 0 0,0-1-1 0 0,0 0 1 0 0,0 1-1 0 0,0-1 0 0 0,0 1 1 0 0,0-1-1 0 0,0 0 1 0 0,0 0-1 0 0,0 1 0 0 0,0-1 1 0 0,0 0-1 0 0,0 0 1 0 0,0 0-1 0 0,0 0 0 0 0,0 0 1 0 0,0-1-1 0 0,0 1 1 0 0,0 0-1 0 0,1-1 0 0 0,26-4 206 0 0,0-2-1 0 0,-1-1 1 0 0,1-1-1 0 0,29-15 1 0 0,19-6 97 0 0,-76 29-313 0 0,21-4-108 0 0,-21 5 103 0 0,0 0 0 0 0,1 0 0 0 0,-1 0 0 0 0,0-1-1 0 0,0 1 1 0 0,1 0 0 0 0,-1 0 0 0 0,0 0 0 0 0,1 0 0 0 0,-1 0 0 0 0,0 0 0 0 0,0 0 0 0 0,1 0 0 0 0,-1 0 0 0 0,0 0 0 0 0,0 0-1 0 0,1 1 1 0 0,-1-1 0 0 0,0 0 0 0 0,1 0 0 0 0,-1 0 0 0 0,0 0 0 0 0,0 0 0 0 0,1 0 0 0 0,-1 1 0 0 0,0-1 0 0 0,0 0 0 0 0,0 0-1 0 0,1 0 1 0 0,-1 1 0 0 0,0-1 0 0 0,0 0 0 0 0,0 0 0 0 0,0 1 0 0 0,1-1 0 0 0,-1 0 0 0 0,0 0 0 0 0,0 1 0 0 0,0-1 0 0 0,0 0-1 0 0,0 0 1 0 0,0 1 0 0 0,0-1 0 0 0,0 0 0 0 0,0 1 0 0 0,0-1 0 0 0,0 0 0 0 0,0 0 0 0 0,0 1 0 0 0,0-1 0 0 0,0 0-1 0 0,0 1 1 0 0,0-1 0 0 0,0 0 0 0 0,0 0 0 0 0,0 1 0 0 0,-1-1 0 0 0,1 0 0 0 0,0 0 0 0 0,0 1 0 0 0,0-1 0 0 0,0 0 0 0 0,-1 0-1 0 0,1 1 1 0 0,-6 8-492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12.2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34 7367 0 0,'8'-5'5820'0'0,"10"-1"-2432"0"0,109-14 226 0 0,-107 18-3034 0 0,1 1-1 0 0,-1 1 1 0 0,1 1 0 0 0,25 5-1 0 0,-30-3-693 0 0,-5-1-312 0 0,-1 0 0 0 0,13 1 0 0 0,-21-3 234 0 0,1 0-1 0 0,-1 0 0 0 0,0 0 1 0 0,1 0-1 0 0,-1-1 0 0 0,1 1 1 0 0,-1-1-1 0 0,0 1 1 0 0,1-1-1 0 0,-1 0 0 0 0,0 0 1 0 0,0 0-1 0 0,1 0 1 0 0,2-3-1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12.4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117 1 6447 0 0,'-1'0'65'0'0,"0"0"0"0"0,0 0 0 0 0,0 0 0 0 0,0 0 0 0 0,0 0 0 0 0,0 0-1 0 0,-1 0 1 0 0,1 1 0 0 0,0-1 0 0 0,0 0 0 0 0,0 1 0 0 0,0-1 0 0 0,0 1-1 0 0,0-1 1 0 0,0 1 0 0 0,-1 1 0 0 0,-9 16 1983 0 0,10-16-1821 0 0,-7 17 1743 0 0,1 0 0 0 0,1 1 1 0 0,0 0-1 0 0,-2 22 0 0 0,-7 85 1384 0 0,-2 12-2681 0 0,10-108-612 0 0,4-20-98 0 0,0 0 0 0 0,1 1-1 0 0,0-1 1 0 0,1 1 0 0 0,0 12-1 0 0,1-23-61 0 0,0-1 0 0 0,0 1 0 0 0,0 0 0 0 0,0-1 0 0 0,1 1 0 0 0,-1 0 0 0 0,0-1 0 0 0,0 1-1 0 0,1 0 1 0 0,-1-1 0 0 0,0 1 0 0 0,0-1 0 0 0,1 1 0 0 0,-1-1 0 0 0,1 1 0 0 0,-1-1 0 0 0,0 1-1 0 0,1-1 1 0 0,-1 1 0 0 0,2 0 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12.8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51 6911 0 0,'3'-6'335'0'0,"1"1"1"0"0,0 0-1 0 0,7-6 0 0 0,-8 9 251 0 0,0 0 1 0 0,0 0 0 0 0,0 0-1 0 0,0 0 1 0 0,0 1-1 0 0,0-1 1 0 0,7-1 0 0 0,-5 1 63 0 0,1 1 0 0 0,-1-1 0 0 0,1 1 0 0 0,-1 1 0 0 0,1-1 1 0 0,-1 1-1 0 0,1 0 0 0 0,0 0 0 0 0,5 1 0 0 0,-8 0-494 0 0,-1-1 0 0 0,0 1-1 0 0,1 0 1 0 0,-1 0 0 0 0,0 0-1 0 0,1 0 1 0 0,-1 0 0 0 0,0 0-1 0 0,0 0 1 0 0,0 1 0 0 0,0-1 0 0 0,0 1-1 0 0,0 0 1 0 0,-1 0 0 0 0,1-1-1 0 0,0 1 1 0 0,-1 0 0 0 0,1 1-1 0 0,-1-1 1 0 0,0 0 0 0 0,0 0-1 0 0,2 5 1 0 0,-1-1-100 0 0,-1 0-1 0 0,0 1 0 0 0,0-1 1 0 0,0 1-1 0 0,-1-1 1 0 0,0 1-1 0 0,0-1 1 0 0,0 1-1 0 0,-1-1 0 0 0,0 1 1 0 0,0-1-1 0 0,-1 0 1 0 0,0 0-1 0 0,0 1 1 0 0,-4 6-1 0 0,-5 10 34 0 0,-1-1 1 0 0,-21 31-1 0 0,32-51-80 0 0,-24 33 89 0 0,-20 33 37 0 0,40-59-74 0 0,0 1 0 0 0,0-1 0 0 0,1 1 1 0 0,1 0-1 0 0,-4 15 0 0 0,6-23-40 0 0,0-1 0 0 0,1 1 0 0 0,0 0-1 0 0,-1 0 1 0 0,1 0 0 0 0,0-1 0 0 0,0 1-1 0 0,0 0 1 0 0,0 0 0 0 0,0 0 0 0 0,1-1 0 0 0,-1 1-1 0 0,1 0 1 0 0,-1 0 0 0 0,1-1 0 0 0,-1 1 0 0 0,1 0-1 0 0,0-1 1 0 0,0 1 0 0 0,0 0 0 0 0,0-1 0 0 0,0 0-1 0 0,0 1 1 0 0,0-1 0 0 0,0 1 0 0 0,1-1 0 0 0,-1 0-1 0 0,0 0 1 0 0,1 0 0 0 0,-1 0 0 0 0,1 0 0 0 0,0 0-1 0 0,-1 0 1 0 0,1-1 0 0 0,0 1 0 0 0,-1 0 0 0 0,1-1-1 0 0,0 1 1 0 0,2-1 0 0 0,6 2 79 0 0,-1-2 1 0 0,0 1 0 0 0,1-1-1 0 0,-1-1 1 0 0,1 0-1 0 0,11-2 1 0 0,12-5 272 0 0,54-18 0 0 0,-60 16-278 0 0,0 2 1 0 0,0 0 0 0 0,41-4-1 0 0,-41 12-64 0 0,-26 0-53 0 0,0 0 0 0 0,0 1 0 0 0,0-1 0 0 0,0 0 0 0 0,0 1 0 0 0,0-1 0 0 0,0 0 0 0 0,0 1 0 0 0,0-1 0 0 0,0 1 0 0 0,0 0 0 0 0,0-1 0 0 0,0 1 0 0 0,0 0 0 0 0,0-1 0 0 0,-1 1 0 0 0,1 0 0 0 0,0 0 0 0 0,0 0 0 0 0,-1 0 0 0 0,2 1 0 0 0,0 10-485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33.1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50 7367 0 0,'1'-1'444'0'0,"0"0"-1"0"0,0 0 1 0 0,0 1-1 0 0,0-1 1 0 0,0 1 0 0 0,0-1-1 0 0,0 0 1 0 0,0 1-1 0 0,1 0 1 0 0,-1-1-1 0 0,0 1 1 0 0,0 0-1 0 0,3-1 1 0 0,-1 0 501 0 0,64-17 4797 0 0,35-3-3722 0 0,-99 20-2043 0 0,0 1 0 0 0,-1 0 0 0 0,1-1 0 0 0,0 1-1 0 0,-1 0 1 0 0,1 0 0 0 0,0 1 0 0 0,-1-1-1 0 0,1 0 1 0 0,0 1 0 0 0,-1 0 0 0 0,1-1-1 0 0,3 3 1 0 0,0 2-377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33.3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8 7831 0 0,'0'0'68'0'0,"-1"0"-1"0"0,1 0 0 0 0,-1 1 0 0 0,0-1 0 0 0,1 0 0 0 0,-1 0 1 0 0,1 1-1 0 0,-1-1 0 0 0,1 1 0 0 0,-1-1 0 0 0,1 0 0 0 0,-1 1 1 0 0,1-1-1 0 0,-1 1 0 0 0,1-1 0 0 0,0 1 0 0 0,-1-1 0 0 0,0 2 1 0 0,2-2 35 0 0,-1 1 1 0 0,0-1 0 0 0,0 0 0 0 0,0 1 0 0 0,1-1-1 0 0,-1 0 1 0 0,0 0 0 0 0,0 0 0 0 0,1 1 0 0 0,-1-1-1 0 0,0 0 1 0 0,1 0 0 0 0,-1 0 0 0 0,0 1 0 0 0,0-1-1 0 0,1 0 1 0 0,-1 0 0 0 0,0 0 0 0 0,1 0 0 0 0,-1 0-1 0 0,0 0 1 0 0,1 0 0 0 0,-1 0 0 0 0,1 0 0 0 0,29 1 4456 0 0,-27-1-4373 0 0,23-1 2642 0 0,44-8 0 0 0,-45 5-2889 0 0,44-2-1 0 0,-55 6-567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33.7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52 9671 0 0,'1'-2'188'0'0,"-1"0"-1"0"0,0 0 1 0 0,1 0 0 0 0,-1 0-1 0 0,1 0 1 0 0,0 0-1 0 0,0 0 1 0 0,0 0-1 0 0,0 0 1 0 0,0 0-1 0 0,0 1 1 0 0,0-1-1 0 0,1 0 1 0 0,1-1-1 0 0,0 0 255 0 0,-1 1 0 0 0,1 0 0 0 0,-1 0 0 0 0,1 0-1 0 0,0 0 1 0 0,0 0 0 0 0,0 0 0 0 0,4-1 0 0 0,-6 2-313 0 0,0 1 0 0 0,0 0 0 0 0,-1 0 0 0 0,1 0 0 0 0,0 0 0 0 0,-1 0 0 0 0,1 0 0 0 0,0 0 0 0 0,0 0 0 0 0,-1 0 0 0 0,1 0 0 0 0,0 0 0 0 0,0 0 0 0 0,-1 0 0 0 0,1 0 1 0 0,0 1-1 0 0,-1-1 0 0 0,1 0 0 0 0,0 1 0 0 0,-1-1 0 0 0,1 0 0 0 0,0 1 0 0 0,-1-1 0 0 0,1 1 0 0 0,1 1 8 0 0,-1-1 0 0 0,0 1 0 0 0,0-1 0 0 0,0 1 0 0 0,0 0 0 0 0,0-1 0 0 0,0 1 0 0 0,0 0 1 0 0,0 2-1 0 0,1 4 146 0 0,0 1 0 0 0,-1-1 0 0 0,1 11 0 0 0,-1 7 104 0 0,-7 50 1 0 0,0 11-109 0 0,6-77-255 0 0,1-1 1 0 0,0 1-1 0 0,0 0 1 0 0,1 0-1 0 0,0-1 1 0 0,6 15-1 0 0,-7-21-13 0 0,0 0 0 0 0,0-1 0 0 0,0 1 0 0 0,1 0 0 0 0,-1-1 0 0 0,1 1 0 0 0,0-1-1 0 0,0 0 1 0 0,0 1 0 0 0,0-1 0 0 0,0 0 0 0 0,0 0 0 0 0,1 0 0 0 0,-1-1 0 0 0,1 1 0 0 0,-1-1 0 0 0,4 2 0 0 0,-3-2 0 0 0,0 0 0 0 0,0 0 0 0 0,0-1 0 0 0,0 1 0 0 0,0-1 0 0 0,0 0 0 0 0,0 0 0 0 0,0 0 0 0 0,0-1 0 0 0,1 1 0 0 0,-1 0 0 0 0,0-1 0 0 0,0 0 0 0 0,0 0 0 0 0,0 0 0 0 0,3-2 0 0 0,5-2 8 0 0,0-1 1 0 0,-1 0-1 0 0,0 0 0 0 0,0-1 0 0 0,0-1 0 0 0,13-13 1 0 0,-6 3 7 0 0,-1 0 0 0 0,17-26 0 0 0,-32 42-27 0 0,1 0 0 0 0,-1 0 0 0 0,1 0 0 0 0,0 0 0 0 0,-1 0 0 0 0,1 1 0 0 0,0-1 0 0 0,3-1 0 0 0,-5 3 0 0 0,0 0 0 0 0,0 0 0 0 0,1-1 0 0 0,-1 1 0 0 0,0 0 0 0 0,1 0 0 0 0,-1 0 0 0 0,0 0 0 0 0,1 0 0 0 0,-1 0 0 0 0,0 0 0 0 0,0 0 0 0 0,1 0 0 0 0,-1 0 0 0 0,0 0 0 0 0,1 0 0 0 0,-1 0 0 0 0,0 0 0 0 0,1 0 0 0 0,-1 0 0 0 0,0 0 0 0 0,1 0 0 0 0,-1 1 0 0 0,1-1 0 0 0,-1 1 0 0 0,1-1 0 0 0,-1 1 0 0 0,1-1 0 0 0,-1 1 0 0 0,0 0 0 0 0,1-1 0 0 0,-1 1 0 0 0,0 0 0 0 0,0 0 0 0 0,1-1 0 0 0,-1 1 0 0 0,0 0 0 0 0,0 0 0 0 0,0-1 0 0 0,0 2 0 0 0,1 25 61 0 0,-2 0 0 0 0,-1-1 1 0 0,-7 39-1 0 0,5-40-8 0 0,0 0 1 0 0,2 0-1 0 0,1 1 1 0 0,2 27-1 0 0,0-47-76 0 0,0 0 0 0 0,0 0-1 0 0,0 0 1 0 0,3 6 0 0 0,-3-10 1 0 0,0 0-1 0 0,0 0 1 0 0,0-1 0 0 0,0 1 0 0 0,0 0-1 0 0,0-1 1 0 0,0 1 0 0 0,0-1-1 0 0,1 1 1 0 0,-1-1 0 0 0,0 1 0 0 0,1-1-1 0 0,0 0 1 0 0,-1 0 0 0 0,1 0 0 0 0,2 2-1 0 0,4-1-530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33.9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7367 0 0,'0'11'2050'0'0,"2"-1"0"0"0,-1 1 0 0 0,6 14 0 0 0,1 12 1286 0 0,-5 1-2067 0 0,-1 0 0 0 0,-2 0 0 0 0,-5 39 0 0 0,5-73-1561 0 0,-1 6 112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34.2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1 171 4143 0 0,'2'-7'636'0'0,"0"0"0"0"0,1 0 0 0 0,0 0 0 0 0,0 1 0 0 0,1 0 0 0 0,4-7 0 0 0,29-34 3315 0 0,-30 40-3180 0 0,-1 0-128 0 0,0 1 1 0 0,0 0 0 0 0,0 0 0 0 0,1 1 0 0 0,0 0 0 0 0,0 0-1 0 0,0 1 1 0 0,0 0 0 0 0,1 0 0 0 0,8-3 0 0 0,-13 6-552 0 0,0 0 1 0 0,-1 0 0 0 0,1 1-1 0 0,0-1 1 0 0,0 1 0 0 0,-1 0-1 0 0,1 0 1 0 0,0 0 0 0 0,0 0-1 0 0,0 0 1 0 0,-1 0 0 0 0,1 1-1 0 0,0-1 1 0 0,0 1 0 0 0,-1 0-1 0 0,1 0 1 0 0,0 0 0 0 0,-1 0-1 0 0,1 0 1 0 0,-1 1 0 0 0,1-1-1 0 0,-1 1 1 0 0,0 0 0 0 0,0-1-1 0 0,0 1 1 0 0,0 0 0 0 0,0 0-1 0 0,0 1 1 0 0,0-1 0 0 0,-1 0-1 0 0,1 0 1 0 0,-1 1 0 0 0,1-1-1 0 0,0 4 1 0 0,1-1-73 0 0,-1 1 0 0 0,0-1 1 0 0,0 1-1 0 0,-1 0 0 0 0,0 0 0 0 0,0 0 0 0 0,0 0 1 0 0,0 0-1 0 0,-2 10 0 0 0,1-5 39 0 0,-2-1 0 0 0,0 1 0 0 0,0 0 0 0 0,-7 18-1 0 0,-2-3 38 0 0,-1 0-1 0 0,-1 0 0 0 0,-19 25 0 0 0,21-34-95 0 0,6-10 0 0 0,0-1 0 0 0,1 1 0 0 0,0 0 0 0 0,0 0 0 0 0,1 0 0 0 0,0 1 0 0 0,-3 9 0 0 0,6-16 0 0 0,0-1 1 0 0,-1 1-1 0 0,1-1 1 0 0,0 1-1 0 0,0 0 0 0 0,0-1 1 0 0,0 1-1 0 0,0-1 0 0 0,0 1 1 0 0,0-1-1 0 0,0 1 1 0 0,0 0-1 0 0,1-1 0 0 0,-1 1 1 0 0,0-1-1 0 0,0 1 0 0 0,0-1 1 0 0,1 1-1 0 0,-1-1 1 0 0,0 1-1 0 0,0-1 0 0 0,1 1 1 0 0,-1-1-1 0 0,1 1 0 0 0,-1-1 1 0 0,1 1-1 0 0,0 0 2 0 0,0-1-1 0 0,0 0 1 0 0,0 1 0 0 0,0-1-1 0 0,0 0 1 0 0,0 0 0 0 0,1 0-1 0 0,-1 1 1 0 0,0-1-1 0 0,0 0 1 0 0,0-1 0 0 0,0 1-1 0 0,1 0 1 0 0,5-2 8 0 0,0 1-1 0 0,0-2 1 0 0,9-3-1 0 0,-14 5-8 0 0,76-32-1569 0 0,-4-7-3625 0 0,-58 30-2478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34.5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75 39 10591 0 0,'3'-38'9027'0'0,"-16"60"-5558"0"0,8-14-3357 0 0,2 0 1 0 0,-1 1-1 0 0,1-1 0 0 0,0 1 1 0 0,-2 11-1 0 0,5-17-90 0 0,-1 0 0 0 0,1 0 0 0 0,0 0-1 0 0,0-1 1 0 0,0 1 0 0 0,0 0 0 0 0,1 0 0 0 0,-1 0 0 0 0,1 0-1 0 0,0 0 1 0 0,0-1 0 0 0,0 1 0 0 0,0 0 0 0 0,0-1 0 0 0,0 1-1 0 0,1 0 1 0 0,-1-1 0 0 0,1 0 0 0 0,0 1 0 0 0,-1-1-1 0 0,1 0 1 0 0,4 3 0 0 0,40 30 139 0 0,-30-24-57 0 0,0 1 1 0 0,-1 1-1 0 0,18 19 1 0 0,-26-24-77 0 0,0 0 1 0 0,-1 0 0 0 0,0 1-1 0 0,-1 0 1 0 0,1 0-1 0 0,-2 0 1 0 0,7 18-1 0 0,-10-23-18 0 0,0 0-1 0 0,0 0 1 0 0,0 0 0 0 0,-1 0-1 0 0,1 1 1 0 0,-1-1-1 0 0,0 0 1 0 0,0 0-1 0 0,-1 0 1 0 0,1 0-1 0 0,-1 1 1 0 0,0-1-1 0 0,0 0 1 0 0,0 0-1 0 0,-1 0 1 0 0,0 0 0 0 0,1-1-1 0 0,-1 1 1 0 0,0 0-1 0 0,-1-1 1 0 0,1 1-1 0 0,-4 3 1 0 0,0 0 19 0 0,-1-1 0 0 0,0 1 0 0 0,-1-1 0 0 0,1 0 0 0 0,-1-1 0 0 0,-1 0 0 0 0,1 0-1 0 0,-13 5 1 0 0,16-8-15 0 0,0 0-1 0 0,1 0 1 0 0,-1-1-1 0 0,0 0 0 0 0,0 0 1 0 0,-1 0-1 0 0,1 0 0 0 0,0-1 1 0 0,0 0-1 0 0,0 0 1 0 0,0 0-1 0 0,0-1 0 0 0,0 0 1 0 0,-1 0-1 0 0,1 0 0 0 0,1 0 1 0 0,-8-3-1 0 0,-7-11-1671 0 0,4-3-3780 0 0,5 3-2586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34.7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0 153 17967 0 0,'7'-7'471'0'0,"0"0"-1"0"0,1 0 1 0 0,0 1-1 0 0,0 0 1 0 0,0 0-1 0 0,11-5 1 0 0,57-24 1513 0 0,-57 27-1662 0 0,8-4 42 0 0,1 1-1 0 0,0 2 1 0 0,1 1-1 0 0,0 1 1 0 0,35-4-1 0 0,-38 9-456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57.0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24 238 919 0 0,'-14'-5'198'0'0,"4"3"5838"0"0,12 5-5782 0 0,-1-1 1 0 0,0 1-1 0 0,0 0 1 0 0,-1 0 0 0 0,1 0-1 0 0,0-1 1 0 0,-1 1-1 0 0,0 0 1 0 0,0 0-1 0 0,0 5 1 0 0,0 0 70 0 0,5 77 1243 0 0,13 114-328 0 0,62 229-456 0 0,-34-199-503 0 0,69 244-144 0 0,-42-192-74 0 0,80 309 281 0 0,-54-256-207 0 0,28-11-66 0 0,33 58 961 0 0,39 108 384 0 0,-125-315-1193 0 0,-32-79-125 0 0,5-3-1 0 0,3-2 1 0 0,78 104 0 0 0,21 34 209 0 0,-62-91-16 0 0,-53-89-73 0 0,1-2-1 0 0,48 47 1 0 0,90 75 454 0 0,-139-137-515 0 0,0-1 77 0 0,51 36 0 0 0,16 14 72 0 0,-1-1-135 0 0,27 6-117 0 0,2-5-1 0 0,230 102 1 0 0,-245-135-72 0 0,3-5 1 0 0,229 51-1 0 0,-233-68-59 0 0,-50-11-3 0 0,1-3 0 0 0,0-3 0 0 0,82 0 0 0 0,257-24-105 0 0,-292 3 48 0 0,175-44 0 0 0,-172 25-10 0 0,-3-4 0 0 0,190-92-1 0 0,-225 89 65 0 0,-3-4 1 0 0,-1-3-1 0 0,-2-3 0 0 0,102-93 0 0 0,83-134 69 0 0,-29-22 333 0 0,-175 221-104 0 0,-3-1 1 0 0,-3-3-1 0 0,-5-2 0 0 0,47-133 0 0 0,-40 85 6 0 0,140-435 238 0 0,-126 337-391 0 0,32-242 0 0 0,-68 288-54 0 0,40-318 36 0 0,-20 106 86 0 0,16-147 132 0 0,9-217 152 0 0,-16 329-420 0 0,-51 409 0 0 0,39-219 0 0 0,-26 155 0 0 0,-14 74 0 0 0,0 0 0 0 0,1 0 0 0 0,0 1 0 0 0,5-12 0 0 0,-8 22-4 0 0,0 0-1 0 0,0 0 1 0 0,1 0-1 0 0,-1-1 1 0 0,0 1 0 0 0,0 0-1 0 0,0 0 1 0 0,0 0-1 0 0,0-1 1 0 0,0 1-1 0 0,0 0 1 0 0,0 0 0 0 0,1 0-1 0 0,-1-1 1 0 0,0 1-1 0 0,0 0 1 0 0,0 0-1 0 0,0 0 1 0 0,0 0-1 0 0,1 0 1 0 0,-1-1 0 0 0,0 1-1 0 0,0 0 1 0 0,0 0-1 0 0,1 0 1 0 0,-1 0-1 0 0,0 0 1 0 0,0 0 0 0 0,0 0-1 0 0,1 0 1 0 0,-1 0-1 0 0,0 0 1 0 0,0 0-1 0 0,1 0 1 0 0,-1 0 0 0 0,0 0-1 0 0,0 0 1 0 0,0 0-1 0 0,1 0 1 0 0,-1 0-1 0 0,0 0 1 0 0,0 0 0 0 0,0 0-1 0 0,1 0 1 0 0,-1 0-1 0 0,0 1 1 0 0,0-1-1 0 0,0 0 1 0 0,1 0-1 0 0,-1 0 1 0 0,0 0 0 0 0,0 0-1 0 0,0 0 1 0 0,0 1-1 0 0,0-1 1 0 0,1 0-1 0 0,-1 0 1 0 0,0 0 0 0 0,0 1-1 0 0,0-1 1 0 0,0 0-1 0 0,0 1 1 0 0,4 6-1623 0 0,-2 0-3368 0 0,0 1-1704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1:59.8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12 455 0 0,'0'0'58'0'0,"0"0"0"0"0,0-1 0 0 0,-1 1 0 0 0,1 0 0 0 0,0 0 0 0 0,0 0 0 0 0,0-1 0 0 0,-1 1 0 0 0,1 0 0 0 0,0 0 0 0 0,0-1 0 0 0,0 1 0 0 0,0 0 0 0 0,0 0 0 0 0,-1-1 0 0 0,1 1 0 0 0,0 0 0 0 0,0-1 0 0 0,0 1 0 0 0,0 0 0 0 0,0-1-1 0 0,0 1 1 0 0,0 0 0 0 0,0 0 0 0 0,3-6 4565 0 0,-1 12-4175 0 0,-1 0-296 0 0,0 0-1 0 0,0 0 1 0 0,0 1-1 0 0,-1-1 1 0 0,0 1-1 0 0,0-1 1 0 0,-2 13-1 0 0,-3 2 64 0 0,2 0 0 0 0,0 0 0 0 0,0 27-1 0 0,7 66 460 0 0,-1-50-239 0 0,16 245 1272 0 0,1 32-836 0 0,-34-87 541 0 0,10-203-1002 0 0,1-1 364 0 0,3 63 0 0 0,1-109-672 0 0,-1 0 0 0 0,0 0 0 0 0,1-1-1 0 0,0 1 1 0 0,2 6 0 0 0,-3-10-78 0 0,0 1 1 0 0,0-1-1 0 0,1 0 1 0 0,-1 1-1 0 0,0-1 1 0 0,0 1-1 0 0,1-1 0 0 0,-1 0 1 0 0,0 1-1 0 0,1-1 1 0 0,-1 0-1 0 0,0 1 1 0 0,1-1-1 0 0,-1 0 1 0 0,1 1-1 0 0,-1-1 0 0 0,0 0 1 0 0,1 0-1 0 0,-1 1 1 0 0,2-1-1 0 0,-2 0 0 0 0,1 0 1 0 0,0 0-1 0 0,0 0 0 0 0,-1-1 0 0 0,1 1 0 0 0,0 0 1 0 0,-1 0-1 0 0,1-1 0 0 0,0 1 0 0 0,-1 0 1 0 0,1-1-1 0 0,0 1 0 0 0,-1 0 0 0 0,1-1 0 0 0,-1 1 1 0 0,1-1-1 0 0,0 1 0 0 0,0-2 0 0 0,3-2-6 0 0,0 0 0 0 0,0 0-1 0 0,0-1 1 0 0,-1 0 0 0 0,1 1-1 0 0,-1-1 1 0 0,0-1 0 0 0,-1 1-1 0 0,1 0 1 0 0,-1 0 0 0 0,2-8-1 0 0,-4 12-67 0 0,0 1-1 0 0,0 0 0 0 0,0-1 1 0 0,0 1-1 0 0,0-1 0 0 0,0 1 1 0 0,0 0-1 0 0,0-1 0 0 0,0 1 1 0 0,0-1-1 0 0,0 1 0 0 0,0 0 1 0 0,0-1-1 0 0,0 1 0 0 0,-1 0 1 0 0,1-1-1 0 0,0 1 0 0 0,0 0 1 0 0,0-1-1 0 0,-1 1 0 0 0,1 0 1 0 0,-1-1-1 0 0,-5-1-4444 0 0,-2 2-777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00.5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0 126 455 0 0,'4'-126'3752'0'0,"4"157"-326"0"0,5 21-2212 0 0,-3 0 0 0 0,-3 1 0 0 0,2 89 0 0 0,-12-73 40 0 0,1-81-1792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01.4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89 163 1839 0 0,'7'-25'2179'0'0,"2"9"-632"0"0,-8 13-936 0 0,0 1 0 0 0,1 0 0 0 0,-1-1-1 0 0,0 1 1 0 0,0-1 0 0 0,0 1 0 0 0,-4-7 6044 0 0,2 9-6592 0 0,6-12-46 0 0,-2 5-18 0 0,0 0 0 0 0,-1 0 0 0 0,0 0 0 0 0,0 0-1 0 0,1-9 1 0 0,-3 15 3 0 0,0-1 0 0 0,0 1 0 0 0,0 0 0 0 0,0 0 0 0 0,0-1 0 0 0,0 1 0 0 0,0 0 0 0 0,-1 0 0 0 0,1 0 0 0 0,0-1 0 0 0,-1 1 0 0 0,1 0 0 0 0,-1 0 0 0 0,1 0 0 0 0,-1 0 0 0 0,0 0 0 0 0,1 0 0 0 0,-1 0 0 0 0,0 0 0 0 0,0 0 0 0 0,0 0-1 0 0,0 0 1 0 0,0 0 0 0 0,0 1 0 0 0,0-1 0 0 0,0 0 0 0 0,0 1 0 0 0,0-1 0 0 0,0 1 0 0 0,0-1 0 0 0,0 1 0 0 0,0-1 0 0 0,-1 1 0 0 0,1 0 0 0 0,0 0 0 0 0,0-1 0 0 0,0 1 0 0 0,-3 0 0 0 0,0 0 79 0 0,0 0 1 0 0,0 1-1 0 0,-1-1 1 0 0,1 1-1 0 0,0 0 0 0 0,0 0 1 0 0,0 1-1 0 0,0-1 1 0 0,0 1-1 0 0,0 0 0 0 0,0 0 1 0 0,0 0-1 0 0,1 0 1 0 0,-1 1-1 0 0,1-1 0 0 0,-5 5 1 0 0,6-5-32 0 0,-1 0 0 0 0,1 1 0 0 0,0-1 0 0 0,0 0 0 0 0,0 1 0 0 0,0 0 0 0 0,0-1 1 0 0,1 1-1 0 0,-1 0 0 0 0,1 0 0 0 0,-1 0 0 0 0,1 0 0 0 0,0 0 0 0 0,0 0 0 0 0,1 0 0 0 0,-1 0 0 0 0,1 1 0 0 0,-1-1 1 0 0,1 0-1 0 0,0 0 0 0 0,0 0 0 0 0,1 5 0 0 0,1-2-17 0 0,0 0 1 0 0,1 0 0 0 0,-1 0-1 0 0,1 0 1 0 0,0 0-1 0 0,1 0 1 0 0,0-1-1 0 0,6 8 1 0 0,5 3 101 0 0,20 18 0 0 0,10 9 174 0 0,-27-22-145 0 0,-1 0 0 0 0,-1 1 0 0 0,15 29 0 0 0,-24-39-101 0 0,-1 1 0 0 0,0 0 0 0 0,-1 0 1 0 0,-1 1-1 0 0,0-1 0 0 0,-1 1 0 0 0,0 0 0 0 0,0 15 0 0 0,-3-23-28 0 0,0 0-1 0 0,0 1 0 0 0,-1-1 1 0 0,0 0-1 0 0,-1 0 0 0 0,1 0 1 0 0,-1 0-1 0 0,0 0 0 0 0,0-1 1 0 0,-5 9-1 0 0,6-12-29 0 0,0 0 0 0 0,0 0 0 0 0,-1 0 0 0 0,1 0 0 0 0,0 0 0 0 0,-1 0 0 0 0,1-1 0 0 0,-1 1 0 0 0,0 0 0 0 0,0-1 0 0 0,1 0 0 0 0,-1 1 0 0 0,0-1 0 0 0,0 0 0 0 0,0 0 0 0 0,0 0 0 0 0,0 0 0 0 0,-1 0 0 0 0,1 0 0 0 0,0-1 0 0 0,0 1 0 0 0,-1-1 0 0 0,1 0 0 0 0,0 1 0 0 0,0-1 0 0 0,-1 0 0 0 0,1 0 0 0 0,0-1 0 0 0,-1 1 0 0 0,-3-1 1 0 0,-4-3-11 0 0,0 0 0 0 0,0-1 1 0 0,1 1-1 0 0,0-2 1 0 0,0 1-1 0 0,0-1 1 0 0,-11-11-1 0 0,6 4 1 0 0,1 0 0 0 0,1 0-1 0 0,-16-23 1 0 0,27 33 4 0 0,-1 0 1 0 0,1 1-1 0 0,0-1 0 0 0,0 0 0 0 0,0 0 0 0 0,1 1 1 0 0,-1-1-1 0 0,1 0 0 0 0,-1 0 0 0 0,1 0 1 0 0,0 0-1 0 0,0 0 0 0 0,0 0 0 0 0,1 0 0 0 0,0-4 1 0 0,2-5-20 0 0,0 1 0 0 0,7-17 0 0 0,4-4 15 0 0,3 0-1 0 0,33-50 1 0 0,2-1 6 0 0,-49 77-2 0 0,0 0 0 0 0,0 1 0 0 0,-1-1 0 0 0,1 0 0 0 0,1-8 0 0 0,-4 13 0 0 0,0-1 0 0 0,0 1 0 0 0,1 0 0 0 0,-1 0 0 0 0,0 0 0 0 0,0 0 0 0 0,0 0 0 0 0,0 0 0 0 0,0 0 0 0 0,0-1 0 0 0,-1 1 0 0 0,1 0 0 0 0,0 0 0 0 0,-1 0 0 0 0,1 0 0 0 0,0 0 0 0 0,-1 0 0 0 0,1 0 0 0 0,-1 0 0 0 0,0 0 0 0 0,1 0 0 0 0,-1 0 0 0 0,0 1 0 0 0,1-1 0 0 0,-1 0 0 0 0,0 0 0 0 0,0 1 0 0 0,0-1 0 0 0,0 0 0 0 0,0 1 0 0 0,0-1 0 0 0,0 1 0 0 0,0-1 0 0 0,0 1 0 0 0,0-1 0 0 0,0 1 0 0 0,-2-1 0 0 0,-6 0 3 0 0,0-1 0 0 0,0 1 1 0 0,0 0-1 0 0,0 1 0 0 0,-12 1 0 0 0,18-1-1 0 0,0 0-1 0 0,0 1 1 0 0,0-1 0 0 0,0 1 0 0 0,0 0-1 0 0,1-1 1 0 0,-1 1 0 0 0,0 1-1 0 0,0-1 1 0 0,1 0 0 0 0,-1 1 0 0 0,0-1-1 0 0,1 1 1 0 0,0 0 0 0 0,-1 0 0 0 0,1 0-1 0 0,0 0 1 0 0,0 0 0 0 0,-3 5 0 0 0,4-7-9 0 0,1 1 0 0 0,0-1 1 0 0,0 1-1 0 0,0-1 1 0 0,-1 1-1 0 0,1-1 1 0 0,0 1-1 0 0,0-1 1 0 0,0 1-1 0 0,0-1 1 0 0,0 1-1 0 0,0-1 1 0 0,0 1-1 0 0,0-1 1 0 0,0 1-1 0 0,0-1 1 0 0,0 1-1 0 0,0-1 0 0 0,0 1 1 0 0,1-1-1 0 0,-1 1 1 0 0,0-1-1 0 0,0 1 1 0 0,1-1-1 0 0,-1 1 1 0 0,0-1-1 0 0,0 1 1 0 0,1 0-1 0 0,7 4-225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02.7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1 286 1375 0 0,'0'0'34'0'0,"0"0"0"0"0,0-1 0 0 0,0 1 0 0 0,0 0 0 0 0,0 0 0 0 0,0 0 0 0 0,0-1-1 0 0,0 1 1 0 0,-1 0 0 0 0,1 0 0 0 0,0 0 0 0 0,0-1 0 0 0,0 1 0 0 0,0 0 0 0 0,0 0-1 0 0,0 0 1 0 0,0-1 0 0 0,0 1 0 0 0,1 0 0 0 0,-1 0 0 0 0,0-1 0 0 0,0 1-1 0 0,0 0 1 0 0,0 0 0 0 0,0 0 0 0 0,0 0 0 0 0,0-1 0 0 0,0 1 0 0 0,0 0 0 0 0,1 0-1 0 0,-1 0 1 0 0,0 0 0 0 0,0-1 0 0 0,0 1 0 0 0,0 0 0 0 0,1 0 0 0 0,-1 0 0 0 0,0 0-1 0 0,0 0 1 0 0,1-1 0 0 0,13-7 1105 0 0,19-2 275 0 0,120-3 1115 0 0,-109 11-2040 0 0,404 13 2419 0 0,-118 4-2088 0 0,92-33-275 0 0,-1-22-177 0 0,-403 38-345 0 0,338-6 148 0 0,-182 10 94 0 0,-155-3-240 0 0,501-1 282 0 0,-350 1-244 0 0,184 9 130 0 0,-98 18-190 0 0,222 18 24 0 0,-160-39 111 0 0,-1-18-66 0 0,-250 9-80 0 0,527 18 278 0 0,-104-14-200 0 0,-482 0-63 0 0,382-32 253 0 0,-283 21-192 0 0,16-3 26 0 0,100-8 85 0 0,34 0 122 0 0,121-6-128 0 0,102 17-28 0 0,255-12 104 0 0,-142-8-46 0 0,-345 21-150 0 0,409 6 651 0 0,-329 8-160 0 0,984-28-40 0 0,-1058 16-560 0 0,332-25-285 0 0,-531 25-1272 0 0,-41 4-4177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03.2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56 79 2303 0 0,'-1'-5'388'0'0,"-1"-3"849"0"0,4 1 3930 0 0,1 0-5072 0 0,9-29 1105 0 0,-12 35-1165 0 0,1 1 1 0 0,-1-1-1 0 0,0 1 0 0 0,0-1 1 0 0,0 1-1 0 0,0-1 0 0 0,0 0 1 0 0,0 1-1 0 0,0-1 0 0 0,0 1 1 0 0,0-1-1 0 0,0 1 0 0 0,0-1 1 0 0,0 1-1 0 0,0-1 0 0 0,0 1 1 0 0,0-1-1 0 0,-1 0 0 0 0,1 1 1 0 0,0-1-1 0 0,0 1 0 0 0,-1 0 1 0 0,1-1-1 0 0,0 1 0 0 0,-1-1 1 0 0,0 0-1 0 0,1 1 5 0 0,-1 0 1 0 0,0 0-1 0 0,1-1 0 0 0,-1 1 0 0 0,0 0 1 0 0,0 0-1 0 0,1 0 0 0 0,-1 0 0 0 0,0 0 0 0 0,1 0 1 0 0,-1 0-1 0 0,0 1 0 0 0,1-1 0 0 0,-1 0 1 0 0,0 0-1 0 0,0 0 0 0 0,0 1 0 0 0,-3 1 78 0 0,-1 0 0 0 0,1 1 0 0 0,0-1 0 0 0,0 1-1 0 0,-3 3 1 0 0,4-4-171 0 0,1 1-1 0 0,0-1 1 0 0,0 1 0 0 0,0 0-1 0 0,0 0 1 0 0,0 0-1 0 0,0 0 1 0 0,1 0-1 0 0,-1 0 1 0 0,1 0 0 0 0,0 0-1 0 0,-1 6 1 0 0,0 4-4261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07.4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107 10 1839 0 0,'6'2'7728'0'0,"-5"9"-7579"0"0,7 80 1574 0 0,-7-86-1299 0 0,0-5-34 0 0,3-13 280 0 0,0-20 158 0 0,-4 30-787 0 0,0 0-1 0 0,-1 0 0 0 0,0 0 1 0 0,1 0-1 0 0,-1 0 1 0 0,0 0-1 0 0,0 0 0 0 0,-1 0 1 0 0,1 0-1 0 0,-1 0 1 0 0,-3-5-1 0 0,4 7-17 0 0,-1 0 0 0 0,1-1 0 0 0,0 1 0 0 0,-1 0 0 0 0,1 0 0 0 0,-1 0 0 0 0,1 1 0 0 0,-1-1 0 0 0,1 0 0 0 0,-1 1 0 0 0,0-1 0 0 0,1 0 0 0 0,-1 1 0 0 0,0 0 0 0 0,1-1 0 0 0,-1 1 0 0 0,0 0-1 0 0,0 0 1 0 0,1 0 0 0 0,-1 0 0 0 0,0 0 0 0 0,0 1 0 0 0,-2 0 0 0 0,1-1 53 0 0,-1 1-1 0 0,0 0 0 0 0,0 1 1 0 0,1-1-1 0 0,-1 1 0 0 0,1-1 0 0 0,-1 1 1 0 0,1 0-1 0 0,0 0 0 0 0,0 0 1 0 0,0 1-1 0 0,0-1 0 0 0,0 1 1 0 0,0 0-1 0 0,1 0 0 0 0,-1 0 1 0 0,1 0-1 0 0,0 0 0 0 0,0 0 0 0 0,0 1 1 0 0,0-1-1 0 0,1 1 0 0 0,-1-1 1 0 0,1 1-1 0 0,0 0 0 0 0,0-1 1 0 0,0 1-1 0 0,0 5 0 0 0,0-4-58 0 0,1 0 0 0 0,-1 0 0 0 0,1 1-1 0 0,0-1 1 0 0,0 0 0 0 0,1 1 0 0 0,1 8-1 0 0,-1-12-11 0 0,-1 0 0 0 0,1-1 0 0 0,0 1 0 0 0,0-1 0 0 0,-1 1 0 0 0,1-1 0 0 0,0 1-1 0 0,0-1 1 0 0,1 0 0 0 0,-1 1 0 0 0,0-1 0 0 0,0 0 0 0 0,0 0 0 0 0,1 0 0 0 0,-1 0-1 0 0,1 0 1 0 0,-1 0 0 0 0,1 0 0 0 0,-1 0 0 0 0,1-1 0 0 0,-1 1 0 0 0,1-1-1 0 0,0 1 1 0 0,-1-1 0 0 0,1 0 0 0 0,0 1 0 0 0,2-1 0 0 0,1 0 22 0 0,0 0 0 0 0,1-1 0 0 0,-1 0 0 0 0,0 0 0 0 0,0 0 0 0 0,0 0 1 0 0,0-1-1 0 0,0 0 0 0 0,-1 0 0 0 0,1 0 0 0 0,0 0 0 0 0,-1-1 0 0 0,1 0 0 0 0,-1 0 0 0 0,0 0 0 0 0,0 0 1 0 0,0-1-1 0 0,-1 0 0 0 0,1 1 0 0 0,-1-1 0 0 0,0-1 0 0 0,0 1 0 0 0,5-9 0 0 0,-7 10 15 0 0,1 0 0 0 0,-1-1 0 0 0,0 1 0 0 0,1-1 0 0 0,-1 1 0 0 0,-1-1 0 0 0,1 1-1 0 0,0-1 1 0 0,-1 1 0 0 0,0-1 0 0 0,0 1 0 0 0,0-1 0 0 0,0 0 0 0 0,-1 1 0 0 0,0-5 0 0 0,0 5 3 0 0,0 0 1 0 0,-1 0 0 0 0,1 1-1 0 0,-1-1 1 0 0,0 0 0 0 0,1 0 0 0 0,-1 1-1 0 0,0-1 1 0 0,-1 1 0 0 0,1 0-1 0 0,0-1 1 0 0,-1 1 0 0 0,1 0-1 0 0,-1 0 1 0 0,0 1 0 0 0,1-1-1 0 0,-1 0 1 0 0,0 1 0 0 0,-4-2 0 0 0,4 2 5 0 0,0 0 1 0 0,0 0-1 0 0,0 0 1 0 0,-1 0 0 0 0,1 1-1 0 0,0-1 1 0 0,0 1 0 0 0,-1 0-1 0 0,1 0 1 0 0,0 0-1 0 0,-1 0 1 0 0,-5 1 0 0 0,7 0-38 0 0,0 0 0 0 0,0-1 0 0 0,0 1 0 0 0,1 0 0 0 0,-1 0 0 0 0,1 0 0 0 0,-1 0 0 0 0,0 0 0 0 0,1 0 0 0 0,0 0 0 0 0,-1 1 0 0 0,1-1 0 0 0,0 1 0 0 0,-1-1 0 0 0,1 1 0 0 0,0-1 0 0 0,0 1 0 0 0,0-1 0 0 0,1 1 0 0 0,-1 0 0 0 0,0 0 0 0 0,1-1 0 0 0,-2 4 1 0 0,2-2-25 0 0,-1 0 1 0 0,1 1 0 0 0,-1-1 0 0 0,1 0 0 0 0,0 1 0 0 0,0-1 0 0 0,0 0-1 0 0,1 0 1 0 0,-1 1 0 0 0,1-1 0 0 0,0 0 0 0 0,0 0 0 0 0,0 0 0 0 0,0 0-1 0 0,1 0 1 0 0,-1 0 0 0 0,1 0 0 0 0,-1 0 0 0 0,1 0 0 0 0,4 3 0 0 0,7 7-293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08.4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 41 455 0 0,'-4'-2'-145'0'0,"-16"-14"1403"0"0,19 16-1237 0 0,1 0-1 0 0,-1-1 1 0 0,1 1-1 0 0,0-1 1 0 0,-1 1-1 0 0,1-1 1 0 0,0 1-1 0 0,-1-1 1 0 0,1 1 0 0 0,0-1-1 0 0,0 0 1 0 0,-1 1-1 0 0,1-1 1 0 0,0 1-1 0 0,0-1 1 0 0,0 1-1 0 0,0-1 1 0 0,0 0-1 0 0,0 1 1 0 0,0-1 0 0 0,0 1-1 0 0,0-1 1 0 0,0 0-1 0 0,0 1 1 0 0,0-1-1 0 0,1 1 1 0 0,-1-1-1 0 0,0 1 1 0 0,0-1-1 0 0,1 1 1 0 0,-1-1 0 0 0,0 1-1 0 0,1-1 1 0 0,-1 1-1 0 0,0-1 1 0 0,1 1-1 0 0,0-1 1 0 0,-1 1-128 0 0,3-2 79 0 0,-2 2 2 0 0,-1 0 0 0 0,0 0 0 0 0,0 0 0 0 0,0 1 0 0 0,0-1 0 0 0,0 0 0 0 0,0 0 0 0 0,0 0 0 0 0,0 0 0 0 0,0 0 0 0 0,0 1 0 0 0,0-1 0 0 0,0 0 0 0 0,0 0 0 0 0,0 0 0 0 0,0 0 0 0 0,0 0 0 0 0,0 1 0 0 0,0-1 0 0 0,0 0 0 0 0,0 0 0 0 0,0 0 0 0 0,0 0 0 0 0,0 0 0 0 0,0 1 0 0 0,0-1 0 0 0,0 0 0 0 0,0 0 0 0 0,0 0 0 0 0,0 0 0 0 0,0 0 0 0 0,0 1 0 0 0,0-1 0 0 0,0 0 0 0 0,-1 0 0 0 0,1 0 0 0 0,0 0 0 0 0,0 0 0 0 0,0 0 0 0 0,0 0 0 0 0,0 0 0 0 0,0 1 0 0 0,-1-1 0 0 0,-10 19 101 0 0,1-9-61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08.9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436 27 3223 0 0,'-2'-2'216'0'0,"-1"-1"-1"0"0,0 1 1 0 0,0 1-1 0 0,0-1 1 0 0,0 0-1 0 0,-1 1 1 0 0,1-1-1 0 0,0 1 1 0 0,-1 0-1 0 0,-6-1 1 0 0,-38-3 992 0 0,39 4-927 0 0,-21 0 12 0 0,-1 1-1 0 0,-49 6 0 0 0,-58 19-801 0 0,108-18 169 0 0,2 1-4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09.2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4342 51 2303 0 0,'-38'-8'361'0'0,"1"1"-1"0"0,-49-3 1 0 0,-83 1-328 0 0,-183-7-364 0 0,51 32 243 0 0,52-1 40 0 0,244-14 48 0 0,-353 13-64 0 0,10 6 0 0 0,-28 7-14 0 0,75-3 20 0 0,-128 14-23 0 0,136-8 34 0 0,162-19 38 0 0,-282 12-46 0 0,-10-54 55 0 0,390 26 0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09.5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474 0 455 0 0,'-122'10'1308'0'0,"6"-1"456"0"0,95-8-996 0 0,-1 0 0 0 0,1-2 0 0 0,-34-4 0 0 0,36 2-145 0 0,16 3-668 0 0,-1 0-1 0 0,1 0 1 0 0,0 0-1 0 0,0 1 1 0 0,0-1-1 0 0,-1 1 1 0 0,1 0-1 0 0,0-1 0 0 0,0 1 1 0 0,0 1-1 0 0,0-1 1 0 0,0 0-1 0 0,0 1 1 0 0,1-1-1 0 0,-4 3 1 0 0,1 0-163 0 0,0 1 0 0 0,-1 0-1 0 0,2 0 1 0 0,-1 0 0 0 0,-7 11 0 0 0,4-4 306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10.4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168 43 2327 0 0,'-1'-1'117'0'0,"1"1"-1"0"0,0-1 0 0 0,0 1 0 0 0,-1 0 0 0 0,1-1 1 0 0,0 1-1 0 0,-1-1 0 0 0,1 1 0 0 0,-1 0 0 0 0,1-1 1 0 0,0 1-1 0 0,-1 0 0 0 0,1-1 0 0 0,-1 1 0 0 0,1 0 1 0 0,-1-1-1 0 0,1 1 0 0 0,-1 0 0 0 0,1 0 0 0 0,-1 0 1 0 0,1 0-1 0 0,-1 0 0 0 0,1 0 0 0 0,-1-1 0 0 0,0 1 0 0 0,-17-2 821 0 0,16 2-609 0 0,-6-1 489 0 0,0 1 1 0 0,1 0 0 0 0,-16 2 0 0 0,21-2-548 0 0,0 1 1 0 0,-1-1-1 0 0,1 1 1 0 0,0-1 0 0 0,0 1-1 0 0,0-1 1 0 0,0 1 0 0 0,0 0-1 0 0,0 0 1 0 0,0 0 0 0 0,0 0-1 0 0,0 1 1 0 0,1-1 0 0 0,-1 0-1 0 0,0 1 1 0 0,1-1 0 0 0,-1 1-1 0 0,-1 2 1 0 0,3-4-247 0 0,0 0 0 0 0,0 0-1 0 0,0 0 1 0 0,0 0 0 0 0,0 1 0 0 0,0-1-1 0 0,0 0 1 0 0,0 0 0 0 0,0 0 0 0 0,0 0 0 0 0,0 0-1 0 0,0 0 1 0 0,0 1 0 0 0,0-1 0 0 0,0 0 0 0 0,0 0-1 0 0,0 0 1 0 0,0 0 0 0 0,1 0 0 0 0,-1 0-1 0 0,0 1 1 0 0,0-1 0 0 0,0 0 0 0 0,0 0 0 0 0,0 0-1 0 0,0 0 1 0 0,0 0 0 0 0,0 0 0 0 0,0 0 0 0 0,1 0-1 0 0,-1 0 1 0 0,0 1 0 0 0,0-1 0 0 0,0 0-1 0 0,0 0 1 0 0,0 0 0 0 0,0 0 0 0 0,1 0 0 0 0,-1 0-1 0 0,0 0 1 0 0,0 0 0 0 0,0 0 0 0 0,0 0 0 0 0,1 0-1 0 0,11 1 332 0 0,11-3-124 0 0,-15 0-217 0 0,-1-1 0 0 0,1 1 1 0 0,-1-1-1 0 0,1-1 0 0 0,10-6 0 0 0,-18 10-14 0 0,1 0 0 0 0,0-1 0 0 0,-1 1 0 0 0,1 0 0 0 0,-1-1 0 0 0,1 1 0 0 0,-1 0 0 0 0,1-1 0 0 0,-1 1 0 0 0,0-1 0 0 0,1 1 0 0 0,-1-1 0 0 0,1 1 0 0 0,-1-1 0 0 0,0 1 0 0 0,0-1 0 0 0,1 1 0 0 0,-1-1 0 0 0,0 1 0 0 0,0-1 0 0 0,1 0 0 0 0,-1 1 0 0 0,0-1 0 0 0,0 1 0 0 0,0-1 0 0 0,0 0 0 0 0,0 1 0 0 0,0-1 0 0 0,0 0 0 0 0,0 1 0 0 0,0-1 0 0 0,0 1 0 0 0,-1-1 0 0 0,1 0 0 0 0,0 1 0 0 0,0-1 0 0 0,0 1 0 0 0,-1-1 0 0 0,1 1 0 0 0,0-1 0 0 0,-1 1 0 0 0,0-2 0 0 0,0 1 0 0 0,0 0 0 0 0,1 0 0 0 0,-1 1 0 0 0,0-1 0 0 0,0 0 0 0 0,-1 0 0 0 0,1 1 0 0 0,0-1 0 0 0,0 0 0 0 0,0 1 0 0 0,0-1 0 0 0,0 1 0 0 0,-1 0 0 0 0,1-1 0 0 0,0 1 0 0 0,0 0 0 0 0,-1 0 0 0 0,1 0 0 0 0,0-1 0 0 0,-2 2 0 0 0,0-1 54 0 0,-1 1 0 0 0,1 1 0 0 0,-1-1 0 0 0,1 0 0 0 0,0 1 0 0 0,0-1 0 0 0,-1 1 0 0 0,1 0-1 0 0,1 0 1 0 0,-1 1 0 0 0,0-1 0 0 0,0 0 0 0 0,1 1 0 0 0,-4 4 0 0 0,3-3 30 0 0,-1 0-1 0 0,2 1 1 0 0,-1-1 0 0 0,0 1-1 0 0,1 0 1 0 0,0-1 0 0 0,0 1-1 0 0,0 0 1 0 0,-1 7 0 0 0,3-10-73 0 0,0-1 0 0 0,-1 0 1 0 0,1 0-1 0 0,0 1 0 0 0,0-1 1 0 0,0 0-1 0 0,0 1 0 0 0,0-1 1 0 0,0 0-1 0 0,1 0 0 0 0,-1 1 1 0 0,0-1-1 0 0,1 0 0 0 0,-1 0 1 0 0,1 0-1 0 0,-1 1 1 0 0,1-1-1 0 0,-1 0 0 0 0,1 0 1 0 0,0 0-1 0 0,-1 0 0 0 0,1 0 1 0 0,0 0-1 0 0,0 0 0 0 0,0 0 1 0 0,0-1-1 0 0,0 1 0 0 0,0 0 1 0 0,0 0-1 0 0,0-1 0 0 0,0 1 1 0 0,1-1-1 0 0,-1 1 0 0 0,0-1 1 0 0,0 1-1 0 0,0-1 1 0 0,1 0-1 0 0,0 1 0 0 0,-1-1-11 0 0,-1 0 0 0 0,0 0 0 0 0,0 0 0 0 0,0 0 0 0 0,0 0 0 0 0,0 0 0 0 0,0 0 0 0 0,1 0 0 0 0,-1 0 0 0 0,0 0 0 0 0,0 0 0 0 0,0 0 0 0 0,0 0 0 0 0,0 0 0 0 0,0 0 0 0 0,1 0 0 0 0,-1-1 0 0 0,0 1 0 0 0,0 0 0 0 0,0 0 0 0 0,0 0 0 0 0,0 0 0 0 0,0 0 0 0 0,0 0 0 0 0,1 0 0 0 0,-1 0 0 0 0,0 0 0 0 0,0-1 0 0 0,0 1 0 0 0,0 0 0 0 0,0 0 0 0 0,0 0 0 0 0,0 0 0 0 0,0 0 0 0 0,0 0 0 0 0,0-1 0 0 0,0 1 0 0 0,0 0 0 0 0,0 0 0 0 0,0 0 0 0 0,0 0 0 0 0,0 0 0 0 0,0 0 0 0 0,0-1 0 0 0,0 1 0 0 0,-7-15 0 0 0,-6-10 0 0 0,7 12 0 0 0,-14-22 0 0 0,19 34 2 0 0,1 1 0 0 0,-1-1 0 0 0,1 1 0 0 0,0-1 0 0 0,-1 1 0 0 0,1-1 0 0 0,-1 1 0 0 0,1-1-1 0 0,-1 1 1 0 0,1-1 0 0 0,-1 1 0 0 0,0 0 0 0 0,1-1 0 0 0,-1 1 0 0 0,0 0 0 0 0,1 0 0 0 0,-1-1 0 0 0,0 1 0 0 0,1 0-1 0 0,-1 0 1 0 0,0 0 0 0 0,1 0 0 0 0,-1 0 0 0 0,0 0 0 0 0,1 0 0 0 0,-1 0 0 0 0,0 0 0 0 0,1 0 0 0 0,-2 1 0 0 0,1-1-38 0 0,0 1 0 0 0,0-1 0 0 0,0 1 0 0 0,0-1 1 0 0,0 1-1 0 0,1 0 0 0 0,-1 0 0 0 0,0-1 0 0 0,0 1 1 0 0,1 0-1 0 0,-1 0 0 0 0,1 0 0 0 0,-1 0 0 0 0,1 0 1 0 0,-1 0-1 0 0,1 0 0 0 0,-1 0 0 0 0,1 0 0 0 0,0 1 1 0 0,-2 5-699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11.5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120 25 4143 0 0,'-2'-2'111'0'0,"0"0"0"0"0,0 0 0 0 0,0 0 1 0 0,0 0-1 0 0,0 1 0 0 0,0-1 0 0 0,-1 0 0 0 0,1 1 0 0 0,-1 0 0 0 0,1-1 0 0 0,-1 1 0 0 0,1 0 0 0 0,-1 0 0 0 0,0 1 0 0 0,1-1 0 0 0,-1 1 0 0 0,0-1 0 0 0,0 1 0 0 0,1 0 0 0 0,-6 0 0 0 0,5 0-69 0 0,1 0 0 0 0,-1 1 1 0 0,1-1-1 0 0,0 1 0 0 0,-1 0 1 0 0,1-1-1 0 0,0 1 0 0 0,0 0 1 0 0,0 0-1 0 0,0 1 0 0 0,0-1 1 0 0,0 0-1 0 0,0 1 0 0 0,0-1 1 0 0,0 1-1 0 0,0-1 0 0 0,1 1 1 0 0,-1 0-1 0 0,1 0 0 0 0,-1 0 1 0 0,1 0-1 0 0,0 0 0 0 0,0 0 1 0 0,0 0-1 0 0,-1 3 0 0 0,-2 7 139 0 0,1 1 0 0 0,0 0-1 0 0,1 0 1 0 0,1 0-1 0 0,0 18 1 0 0,6 70 620 0 0,-3-76-646 0 0,15 359 727 0 0,-10-170-580 0 0,19 319-489 0 0,10 312-226 0 0,-17 104-315 0 0,39-238 800 0 0,49 284 632 0 0,-97-861-525 0 0,22 239 175 0 0,21-3 49 0 0,21 13 717 0 0,20 57-1081 0 0,-75-359-683 0 0,-10-35-2223 0 0,-2-3-933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12.6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305 153 5063 0 0,'-5'-46'1986'0'0,"5"36"-1548"0"0,-1 0 0 0 0,0 0 0 0 0,-1 0 0 0 0,-4-14 0 0 0,6 24-409 0 0,0-1-1 0 0,0 1 0 0 0,0-1 1 0 0,-1 1-1 0 0,1 0 0 0 0,0-1 1 0 0,0 1-1 0 0,-1-1 0 0 0,1 1 1 0 0,0 0-1 0 0,0-1 0 0 0,-1 1 1 0 0,1 0-1 0 0,0-1 0 0 0,-1 1 1 0 0,1 0-1 0 0,0-1 0 0 0,-1 1 1 0 0,1 0-1 0 0,-1 0 0 0 0,1 0 1 0 0,0-1-1 0 0,-1 1 0 0 0,1 0 1 0 0,-1 0-1 0 0,1 0 0 0 0,-1 0 1 0 0,1 0-1 0 0,0 0 0 0 0,-1 0 1 0 0,1 0-1 0 0,-1 0 0 0 0,1 0 1 0 0,-1 0-1 0 0,1 0 0 0 0,-1 0 1 0 0,1 0-1 0 0,0 0 0 0 0,-1 0 1 0 0,1 1-1 0 0,-1-1 0 0 0,1 0 1 0 0,-1 0-1 0 0,1 0 0 0 0,0 1 1 0 0,-1-1-1 0 0,1 0 0 0 0,-1 1 1 0 0,-17 17 814 0 0,-7 17-220 0 0,1 2 0 0 0,2 0-1 0 0,-19 46 1 0 0,20-41-387 0 0,-2 4-59 0 0,-30 62 110 0 0,42-83-237 0 0,2 1 0 0 0,-10 35 1 0 0,18-55-43 0 0,0-3-7 0 0,0 0-1 0 0,0 1 0 0 0,1-1 0 0 0,-1 0 1 0 0,1 0-1 0 0,0 1 0 0 0,0 6 0 0 0,0-10 2 0 0,0 0 0 0 0,0 0 0 0 0,0 0 0 0 0,1 0 0 0 0,-1 0-1 0 0,0 0 1 0 0,0 0 0 0 0,0 1 0 0 0,0-1 0 0 0,0 0 0 0 0,0 0-1 0 0,0 0 1 0 0,1 0 0 0 0,-1 0 0 0 0,0 0 0 0 0,0 0 0 0 0,0 0 0 0 0,0 0-1 0 0,0 0 1 0 0,0 0 0 0 0,1 0 0 0 0,-1 0 0 0 0,0 0 0 0 0,0 0 0 0 0,0 0-1 0 0,0 0 1 0 0,0 0 0 0 0,1 0 0 0 0,-1 0 0 0 0,0 0 0 0 0,0 0-1 0 0,0 0 1 0 0,0 0 0 0 0,0 0 0 0 0,0 0 0 0 0,1 0 0 0 0,-1 0 0 0 0,0 0-1 0 0,0-1 1 0 0,0 1 0 0 0,0 0 0 0 0,0 0 0 0 0,0 0 0 0 0,0 0 0 0 0,0 0-1 0 0,0 0 1 0 0,1 0 0 0 0,-1-1 0 0 0,0 1 0 0 0,0 0 0 0 0,6-7 150 0 0,22-34 664 0 0,27-54 0 0 0,-19 32-301 0 0,5-12-194 0 0,-3-1 1 0 0,31-88 0 0 0,-66 155-291 0 0,11-26 155 0 0,-13 32-137 0 0,0 1 0 0 0,1 0-1 0 0,-1-1 1 0 0,0 1 0 0 0,1 0-1 0 0,0 0 1 0 0,-1 0 0 0 0,1 0-1 0 0,0 0 1 0 0,0 1 0 0 0,3-3-1 0 0,-5 4-20 0 0,1 0 1 0 0,0 0-1 0 0,0-1 0 0 0,-1 1 0 0 0,1 0 1 0 0,0 0-1 0 0,0 0 0 0 0,-1 0 0 0 0,1 0 1 0 0,0 0-1 0 0,0 0 0 0 0,0 0 0 0 0,-1 0 1 0 0,1 1-1 0 0,0-1 0 0 0,0 0 0 0 0,-1 0 1 0 0,1 1-1 0 0,0-1 0 0 0,-1 0 0 0 0,1 1 1 0 0,0-1-1 0 0,-1 1 0 0 0,1-1 0 0 0,-1 1 1 0 0,1-1-1 0 0,0 1 0 0 0,-1-1 0 0 0,1 1 1 0 0,-1-1-1 0 0,1 2 0 0 0,14 23 529 0 0,-13-21-471 0 0,50 117 762 0 0,-2-2-731 0 0,-20-64-863 0 0,-9-18-4448 0 0,0-5-1498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13.4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33 208 5983 0 0,'-4'-5'415'0'0,"1"0"0"0"0,-1 0 0 0 0,1-1 0 0 0,0 1-1 0 0,0-1 1 0 0,1 0 0 0 0,0 0 0 0 0,0 0-1 0 0,0 0 1 0 0,1 0 0 0 0,-1 0 0 0 0,2 0 0 0 0,-1 0-1 0 0,1-1 1 0 0,0 1 0 0 0,0 0 0 0 0,0-1 0 0 0,1 1-1 0 0,0 0 1 0 0,3-8 0 0 0,-2 8-161 0 0,0 1 1 0 0,1 0-1 0 0,0 0 1 0 0,0 0-1 0 0,1 1 0 0 0,0-1 1 0 0,-1 1-1 0 0,1 0 0 0 0,1 0 1 0 0,-1 0-1 0 0,0 1 1 0 0,1-1-1 0 0,0 1 0 0 0,9-5 1 0 0,-12 7-212 0 0,1 0 0 0 0,-1 0 1 0 0,1 0-1 0 0,0 0 0 0 0,-1 1 0 0 0,1-1 0 0 0,0 1 1 0 0,0-1-1 0 0,0 1 0 0 0,-1 0 0 0 0,1 0 1 0 0,0 0-1 0 0,0 1 0 0 0,0-1 0 0 0,-1 1 1 0 0,1-1-1 0 0,0 1 0 0 0,-1 0 0 0 0,1 0 1 0 0,-1 0-1 0 0,1 1 0 0 0,-1-1 0 0 0,1 0 0 0 0,-1 1 1 0 0,0 0-1 0 0,1-1 0 0 0,-1 1 0 0 0,0 0 1 0 0,0 0-1 0 0,-1 0 0 0 0,1 1 0 0 0,1 1 1 0 0,2 2-16 0 0,-2 0 1 0 0,1 1 0 0 0,-1-1 0 0 0,0 1 0 0 0,0 0 0 0 0,-1-1 0 0 0,1 1 0 0 0,-2 0 0 0 0,3 14 0 0 0,-3-11-5 0 0,-1 1 0 0 0,0 0 0 0 0,-1-1 0 0 0,0 1 0 0 0,0-1 0 0 0,-4 12-1 0 0,-1 0 26 0 0,-1-1-1 0 0,-1 0 0 0 0,-1-1 0 0 0,-1 0 0 0 0,-23 34 0 0 0,8-23 30 0 0,22-28-62 0 0,0 0 0 0 0,1-1 0 0 0,-1 1 1 0 0,0-1-1 0 0,0 0 0 0 0,0 0 0 0 0,-1 0 0 0 0,1-1 1 0 0,-4 2-1 0 0,7-2-16 0 0,0-1 0 0 0,-1 0 1 0 0,1 0-1 0 0,0 0 0 0 0,-1 0 0 0 0,1 1 0 0 0,0-1 1 0 0,-1 0-1 0 0,1 0 0 0 0,0 0 0 0 0,-1 0 1 0 0,1 0-1 0 0,0 0 0 0 0,-1 0 0 0 0,1 0 0 0 0,0 0 1 0 0,-1 0-1 0 0,1 0 0 0 0,0 0 0 0 0,-1 0 1 0 0,1 0-1 0 0,0 0 0 0 0,-1 0 0 0 0,1 0 1 0 0,0 0-1 0 0,-1 0 0 0 0,1-1 0 0 0,0 1 0 0 0,0 0 1 0 0,-1 0-1 0 0,1 0 0 0 0,0-1 0 0 0,-1 1 1 0 0,1 0-1 0 0,0 0 0 0 0,0-1 0 0 0,0 1 0 0 0,-1 0 1 0 0,1 0-1 0 0,0-1 0 0 0,0 1 0 0 0,0 0 1 0 0,0-1-1 0 0,-1 1 0 0 0,1 0 0 0 0,0-1 0 0 0,0 1 1 0 0,0 0-1 0 0,0-1 0 0 0,0 1 0 0 0,0 0 1 0 0,0-1-1 0 0,0 1 0 0 0,0 0 0 0 0,0-1 1 0 0,0 1-1 0 0,0 0 0 0 0,0-1 0 0 0,0 1 0 0 0,0 0 1 0 0,1-1-1 0 0,-1 1 0 0 0,0-1 0 0 0,1-1 0 0 0,0 0 0 0 0,0-1 0 0 0,0 1 0 0 0,0 0 0 0 0,0 0-1 0 0,1 0 1 0 0,2-3 0 0 0,-1 2-6 0 0,1 0 0 0 0,-1 0 0 0 0,1 0-1 0 0,0 0 1 0 0,0 1 0 0 0,0 0 0 0 0,0 0 0 0 0,0 0-1 0 0,0 1 1 0 0,1-1 0 0 0,-1 1 0 0 0,0 0-1 0 0,1 0 1 0 0,4 0 0 0 0,6 0 8 0 0,1 1 0 0 0,28 4 1 0 0,-28-2-4 0 0,-1-1 1 0 0,24-1-1 0 0,-32 0-274 0 0,30-5 677 0 0,-14-3-4382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13.8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5 120 4143 0 0,'-5'-12'7787'0'0,"6"12"-7701"0"0,16 7 5140 0 0,-14-6-6446 0 0,0 0 1383 0 0,1 0 1 0 0,-1 0-1 0 0,1 0 1 0 0,-1 0-1 0 0,1-1 1 0 0,0 0-1 0 0,-1 0 1 0 0,1 0-1 0 0,-1 0 1 0 0,1 0-1 0 0,-1-1 1 0 0,1 1-1 0 0,0-1 1 0 0,3-1-1 0 0,4-2 57 0 0,-1 0 1 0 0,19-11-1 0 0,-17 8-76 0 0,0 0 1 0 0,20-17-1 0 0,-27 20-117 0 0,-1 0 1 0 0,1-1-1 0 0,-1 0 1 0 0,0 0-1 0 0,0 0 1 0 0,-1 0-1 0 0,1 0 1 0 0,3-10-1 0 0,-7 15-27 0 0,0 0 0 0 0,0 0 0 0 0,0 0 0 0 0,0 0 0 0 0,0 0 0 0 0,0 0 0 0 0,-1 0 0 0 0,1 0 0 0 0,0 0 0 0 0,0 0 0 0 0,0 0 0 0 0,0 0 0 0 0,0 0 0 0 0,0 0 0 0 0,0 0 0 0 0,-1 0 0 0 0,1 0 0 0 0,0 0 0 0 0,0 0 0 0 0,0 0 0 0 0,0 0 0 0 0,0 0 0 0 0,0 0 0 0 0,0 0 0 0 0,0 0 0 0 0,-1-1 0 0 0,1 1 0 0 0,0 0 0 0 0,0 0 0 0 0,0 0 0 0 0,0 0 0 0 0,0 0 0 0 0,0 0 0 0 0,0 0 0 0 0,0 0-1 0 0,0 0 1 0 0,0-1 0 0 0,0 1 0 0 0,0 0 0 0 0,0 0 0 0 0,0 0 0 0 0,0 0 0 0 0,-1 0 0 0 0,1 0 0 0 0,0 0 0 0 0,0-1 0 0 0,-9 11 12 0 0,5-3 17 0 0,1 0 1 0 0,0 0-1 0 0,0 0 1 0 0,1 0 0 0 0,-1 1-1 0 0,2-1 1 0 0,-2 11-1 0 0,-3 57 609 0 0,6-55-361 0 0,4 100 518 0 0,-2-87-704 0 0,-2-23-72 0 0,-1 1 0 0 0,0-1 0 0 0,-3 15 0 0 0,2-13 1 0 0,0 0 0 0 0,0 13 0 0 0,1-17-835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13.9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4 106 6047 0 0,'-1'-5'128'0'0,"0"1"-80"0"0,0 0 1 0 0,1 1 0 0 0,-1-1-1 0 0,1-7 1 0 0,0 10 136 0 0,1 0-1 0 0,-1-1 1 0 0,0 1 0 0 0,1 0 0 0 0,-1 0 0 0 0,1 0 0 0 0,-1-1-1 0 0,1 1 1 0 0,-1 0 0 0 0,1 0 0 0 0,0 0 0 0 0,-1 0-1 0 0,1 0 1 0 0,0 0 0 0 0,0 0 0 0 0,0 0 0 0 0,0 0-1 0 0,0 1 1 0 0,1-2 0 0 0,5-2 813 0 0,0 1-1 0 0,1 0 1 0 0,-1 0 0 0 0,1 1-1 0 0,-1 0 1 0 0,12-2-1 0 0,7-2 224 0 0,52-13-541 0 0,-44 12-575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16.2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65 135 1375 0 0,'-3'-30'2359'0'0,"2"26"-2041"0"0,0 1-1 0 0,1-1 0 0 0,0 1 1 0 0,-1-1-1 0 0,1 1 0 0 0,0-1 1 0 0,1 0-1 0 0,-1 1 0 0 0,1-1 0 0 0,-1 1 1 0 0,1-1-1 0 0,0 1 0 0 0,3-6 1 0 0,1-2 545 0 0,1-1 1975 0 0,-5 13-1706 0 0,-2 10-791 0 0,-6 34 283 0 0,3-25-239 0 0,-1 43 0 0 0,4-62-383 0 0,1-1 1 0 0,0 1 0 0 0,0 0 0 0 0,0-1 0 0 0,0 1-1 0 0,0 0 1 0 0,1-1 0 0 0,-1 1 0 0 0,0-1 0 0 0,0 1-1 0 0,0 0 1 0 0,0-1 0 0 0,1 1 0 0 0,-1 0 0 0 0,0-1-1 0 0,1 1 1 0 0,-1-1 0 0 0,1 1 0 0 0,-1-1-2 0 0,0 1 0 0 0,1-1 0 0 0,-1 0 0 0 0,0 0 0 0 0,1 0 0 0 0,-1 0 0 0 0,0 0 0 0 0,0 0 0 0 0,1 0 0 0 0,-1 0 0 0 0,0 0 0 0 0,1 0 0 0 0,-1 0 0 0 0,0-1 0 0 0,0 1 0 0 0,1 0 0 0 0,-1 0 0 0 0,0 0 1 0 0,1 0-1 0 0,-1 0 0 0 0,0 0 0 0 0,0-1 0 0 0,0 1 0 0 0,1 0 0 0 0,-1 0 0 0 0,0-1 0 0 0,2-1 0 0 0,0 0-1 0 0,0 0 1 0 0,0 0 0 0 0,-1 0-1 0 0,1 0 1 0 0,-1-1 0 0 0,2-3-1 0 0,1-3-20 0 0,-1 0-1 0 0,-1-1 1 0 0,0 1-1 0 0,0-1 1 0 0,1-16 0 0 0,-3 20 6 0 0,0 0 0 0 0,0 0 1 0 0,-1 0-1 0 0,1 0 1 0 0,-1 0-1 0 0,-1 0 1 0 0,1 0-1 0 0,-1 0 0 0 0,0 1 1 0 0,-5-10-1 0 0,7 15 18 0 0,0-1 0 0 0,0 1 0 0 0,0-1 0 0 0,-1 1 0 0 0,1-1 0 0 0,0 1 0 0 0,0 0 0 0 0,0-1 0 0 0,-1 1 0 0 0,1-1 0 0 0,0 1 1 0 0,-1 0-1 0 0,1-1 0 0 0,0 1 0 0 0,-1 0 0 0 0,1 0 0 0 0,0-1 0 0 0,-1 1 0 0 0,1 0 0 0 0,-1 0 0 0 0,1-1 0 0 0,0 1 0 0 0,-1 0 0 0 0,1 0 0 0 0,-1 0 0 0 0,1 0 0 0 0,-1 0 0 0 0,1-1 0 0 0,-1 1 0 0 0,1 0 0 0 0,-1 0 0 0 0,0 1 0 0 0,0-1-4 0 0,0 1 0 0 0,1-1 0 0 0,-1 1 1 0 0,0 0-1 0 0,1 0 0 0 0,-1 0 0 0 0,0-1 0 0 0,1 1 0 0 0,-1 0 0 0 0,1 0 1 0 0,0 0-1 0 0,-1 0 0 0 0,1 0 0 0 0,-1 1 0 0 0,-7 36 144 0 0,-7 107 785 0 0,15-144-932 0 0,0-1-1 0 0,0 0 1 0 0,0 0-1 0 0,0 0 0 0 0,1 1 1 0 0,-1-1-1 0 0,0 0 1 0 0,0 0-1 0 0,0 0 1 0 0,0 1-1 0 0,0-1 0 0 0,0 0 1 0 0,0 0-1 0 0,-1 1 1 0 0,1-1-1 0 0,0 0 0 0 0,0 0 1 0 0,0 0-1 0 0,0 1 1 0 0,0-1-1 0 0,0 0 1 0 0,0 0-1 0 0,0 0 0 0 0,0 1 1 0 0,-1-1-1 0 0,1 0 1 0 0,0 0-1 0 0,0 0 1 0 0,0 0-1 0 0,0 0 0 0 0,-1 1 1 0 0,1-1-1 0 0,0 0 1 0 0,0 0-1 0 0,0 0 1 0 0,-1 0-1 0 0,1 0 0 0 0,0 0 1 0 0,0 0-1 0 0,0 0 1 0 0,-1 0-1 0 0,1 0 0 0 0,0 0 1 0 0,0 0-1 0 0,0 0 1 0 0,-1 0-1 0 0,1 0 1 0 0,0 0-1 0 0,-9-9-552 0 0,-1-1-619 0 0,-2 6-1372 0 0,5 4-1688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16.6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10 123 919 0 0,'0'-5'299'0'0,"-1"0"-1"0"0,1 1 0 0 0,0-1 1 0 0,0 1-1 0 0,0-1 0 0 0,0 0 0 0 0,1 1 1 0 0,0-1-1 0 0,0 1 0 0 0,0-1 0 0 0,1 1 1 0 0,2-7-1 0 0,-1 5 537 0 0,-1-1 0 0 0,0 1 0 0 0,-1-1 0 0 0,1 0 0 0 0,0-8 0 0 0,-2 15-749 0 0,0-1 0 0 0,0 1 0 0 0,0-1 0 0 0,0 1-1 0 0,0 0 1 0 0,0-1 0 0 0,0 1 0 0 0,0 0 0 0 0,0-1-1 0 0,0 1 1 0 0,0 0 0 0 0,0-1 0 0 0,-1 1 0 0 0,1 0-1 0 0,0-1 1 0 0,0 1 0 0 0,0 0 0 0 0,0-1 0 0 0,-1 1-1 0 0,1 0 1 0 0,0 0 0 0 0,0-1 0 0 0,0 1 0 0 0,-1 0-1 0 0,1 0 1 0 0,-1-1 0 0 0,-6 4 1380 0 0,-6 13-147 0 0,12-10-1145 0 0,-1 0 0 0 0,1-1 0 0 0,0 1 0 0 0,0 0 0 0 0,0 0 0 0 0,1 11 0 0 0,5 36 514 0 0,-3-45-561 0 0,-1 0 0 0 0,1-1 0 0 0,1 1-1 0 0,-1-1 1 0 0,1 1 0 0 0,0-1 0 0 0,7 10-1 0 0,-9-15-100 0 0,1 0 0 0 0,-1 0 0 0 0,1 0-1 0 0,-1-1 1 0 0,1 1 0 0 0,0 0-1 0 0,-1-1 1 0 0,1 1 0 0 0,0-1 0 0 0,0 0-1 0 0,0 0 1 0 0,4 2 0 0 0,-4-3-19 0 0,-1 1 0 0 0,1-1-1 0 0,0 0 1 0 0,-1 1 0 0 0,1-1 0 0 0,0 0 0 0 0,-1 0 0 0 0,1-1-1 0 0,0 1 1 0 0,-1 0 0 0 0,1 0 0 0 0,-1-1 0 0 0,1 1 0 0 0,0-1-1 0 0,-1 0 1 0 0,1 1 0 0 0,-1-1 0 0 0,1 0 0 0 0,2-2 0 0 0,-1 0-2 0 0,1 0 0 0 0,0 0 1 0 0,-1 0-1 0 0,0-1 1 0 0,0 0-1 0 0,0 1 1 0 0,0-1-1 0 0,-1 0 1 0 0,1-1-1 0 0,-1 1 1 0 0,0 0-1 0 0,0-1 1 0 0,-1 1-1 0 0,1-1 1 0 0,-1 1-1 0 0,0-1 0 0 0,0 0 1 0 0,-1 0-1 0 0,1-7 1 0 0,-1 6-1 0 0,0 0 1 0 0,0 1-1 0 0,-1-1 1 0 0,1 0-1 0 0,-2 1 1 0 0,1-1-1 0 0,0 0 1 0 0,-1 1-1 0 0,0 0 1 0 0,0-1-1 0 0,-1 1 1 0 0,1 0-1 0 0,-1 0 1 0 0,0 0-1 0 0,-1 1 1 0 0,-4-6-1 0 0,8 10-6 0 0,0-1 0 0 0,-1 1 0 0 0,1-1-1 0 0,0 1 1 0 0,0 0 0 0 0,-1 0 0 0 0,1-1 0 0 0,0 1-1 0 0,-1 0 1 0 0,1-1 0 0 0,0 1 0 0 0,-1 0 0 0 0,1 0-1 0 0,0 0 1 0 0,-1-1 0 0 0,1 1 0 0 0,0 0 0 0 0,-1 0-1 0 0,1 0 1 0 0,-1 0 0 0 0,1 0 0 0 0,0 0 0 0 0,-1 0-1 0 0,1 0 1 0 0,-1 0 0 0 0,1 0 0 0 0,-1 0-1 0 0,1 0 1 0 0,0 0 0 0 0,-1 0 0 0 0,1 0 0 0 0,-1 0-1 0 0,1 0 1 0 0,0 0 0 0 0,-1 0 0 0 0,1 1 0 0 0,-1-1-1 0 0,1 0 1 0 0,-1 1-8 0 0,0 0 0 0 0,1 0-1 0 0,-1 0 1 0 0,1 0 0 0 0,0 0-1 0 0,-1 0 1 0 0,1 0 0 0 0,0 0-1 0 0,0 0 1 0 0,0 1 0 0 0,-1-1-1 0 0,1 0 1 0 0,0 0 0 0 0,0 0 0 0 0,1 1-1 0 0,0 11-202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17.2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9 100 7367 0 0,'-1'-2'226'0'0,"0"-1"-1"0"0,1 1 0 0 0,-1-1 0 0 0,1 1 1 0 0,0-1-1 0 0,0 1 0 0 0,0-1 0 0 0,0 1 1 0 0,0-1-1 0 0,0 0 0 0 0,1 1 0 0 0,0-4 0 0 0,12-30 2671 0 0,-13 34-2710 0 0,1 0-1 0 0,0 1 0 0 0,0-1 1 0 0,0 0-1 0 0,1 1 0 0 0,-1-1 0 0 0,0 1 1 0 0,0-1-1 0 0,1 1 0 0 0,-1 0 1 0 0,1 0-1 0 0,-1 0 0 0 0,1-1 1 0 0,0 1-1 0 0,0 1 0 0 0,-1-1 1 0 0,1 0-1 0 0,0 0 0 0 0,0 1 0 0 0,0-1 1 0 0,0 1-1 0 0,-1-1 0 0 0,1 1 1 0 0,0 0-1 0 0,0 0 0 0 0,0 0 1 0 0,0 0-1 0 0,0 0 0 0 0,3 1 1 0 0,1 0 5 0 0,-1 0 0 0 0,1 0 0 0 0,-1 1 0 0 0,0 0 0 0 0,1 0 0 0 0,-1 0 0 0 0,0 1 1 0 0,-1 0-1 0 0,7 4 0 0 0,-10-7-187 0 0,-1 1 1 0 0,1-1 0 0 0,0 1-1 0 0,0 0 1 0 0,-1-1-1 0 0,1 1 1 0 0,-1 0 0 0 0,1 0-1 0 0,0-1 1 0 0,-1 1-1 0 0,0 0 1 0 0,1 0-1 0 0,-1 0 1 0 0,1 0 0 0 0,-1 0-1 0 0,0 0 1 0 0,0 0-1 0 0,1 0 1 0 0,-1 0 0 0 0,0 0-1 0 0,0-1 1 0 0,0 3-1 0 0,-1-1 1 0 0,1 0-1 0 0,0 0 0 0 0,-1 0 0 0 0,0 0 0 0 0,1 0 1 0 0,-1 0-1 0 0,0-1 0 0 0,0 1 0 0 0,-3 3 0 0 0,0 1-1 0 0,0-1 0 0 0,-1 0 0 0 0,0 0 0 0 0,0-1 0 0 0,-8 7 0 0 0,2-5 41 0 0,8-5-37 0 0,1 1 0 0 0,-1-1-1 0 0,0 0 1 0 0,1 1 0 0 0,-1 0-1 0 0,1 0 1 0 0,0 0 0 0 0,-1 0-1 0 0,1 0 1 0 0,0 0 0 0 0,-3 5-1 0 0,5-6-6 0 0,0 0 0 0 0,1-1 0 0 0,-1 1 0 0 0,0 0 0 0 0,1-1 0 0 0,-1 1 0 0 0,0 0 0 0 0,1-1 0 0 0,-1 1 0 0 0,1 0 0 0 0,-1-1 0 0 0,1 1 0 0 0,-1-1 0 0 0,1 1 0 0 0,0-1 0 0 0,-1 1 0 0 0,1-1 0 0 0,0 1 0 0 0,-1-1 0 0 0,1 0 0 0 0,0 1 0 0 0,1-1 0 0 0,18 9 0 0 0,-19-9 0 0 0,29 11 0 0 0,-6-3 0 0 0,-2 1 0 0 0,24 13 0 0 0,-39-19 0 0 0,-1 1 0 0 0,0 0 0 0 0,-1 0 0 0 0,1 0 0 0 0,-1 1 0 0 0,1 0 0 0 0,-2 0 0 0 0,1 0 0 0 0,0 1 0 0 0,-1 0 0 0 0,6 11 0 0 0,-9-15 5 0 0,0 0-1 0 0,0 0 0 0 0,0 0 1 0 0,-1 0-1 0 0,1 0 0 0 0,-1 0 1 0 0,1 0-1 0 0,-1 1 0 0 0,0-1 1 0 0,0 0-1 0 0,0 0 0 0 0,0 1 1 0 0,0-1-1 0 0,-1 0 1 0 0,1 0-1 0 0,-2 4 0 0 0,1-2 21 0 0,-1 0 0 0 0,0-1 0 0 0,0 1 0 0 0,0-1 0 0 0,0 0 0 0 0,-1 1 0 0 0,0-1-1 0 0,-4 5 1 0 0,-2-1 147 0 0,1 0-1 0 0,-1-1 1 0 0,0 0-1 0 0,-1 0 0 0 0,-19 8 1 0 0,-12 1 229 0 0,-50 12 1 0 0,74-23-380 0 0,13-3-278 0 0,0 0-1 0 0,-1 1 1 0 0,1-1-1 0 0,0 1 1 0 0,-6 4 0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25.5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17 215 2703 0 0,'1'-21'1604'0'0,"8"-40"-1"0"0,-5 36-534 0 0,3-6 480 0 0,-5 25-1032 0 0,0 0 0 0 0,0 1 0 0 0,-1-1 0 0 0,0 0 0 0 0,0 0 0 0 0,-1 0 0 0 0,1 0 0 0 0,-1 0 0 0 0,-1 0 0 0 0,0-9 0 0 0,1 15-475 0 0,0 0-1 0 0,0-1 1 0 0,0 1 0 0 0,0 0-1 0 0,0 0 1 0 0,-1 0-1 0 0,1 0 1 0 0,0 0-1 0 0,0 0 1 0 0,0-1 0 0 0,0 1-1 0 0,0 0 1 0 0,0 0-1 0 0,0 0 1 0 0,0 0-1 0 0,0 0 1 0 0,0 0 0 0 0,0 0-1 0 0,0 0 1 0 0,-1 0-1 0 0,1 0 1 0 0,0-1 0 0 0,0 1-1 0 0,0 0 1 0 0,0 0-1 0 0,0 0 1 0 0,0 0-1 0 0,0 0 1 0 0,-1 0 0 0 0,1 0-1 0 0,0 0 1 0 0,0 0-1 0 0,0 0 1 0 0,0 0-1 0 0,0 0 1 0 0,0 0 0 0 0,0 0-1 0 0,-1 0 1 0 0,1 0-1 0 0,0 0 1 0 0,0 0-1 0 0,0 0 1 0 0,0 0 0 0 0,0 0-1 0 0,0 0 1 0 0,-1 0-1 0 0,1 1 1 0 0,-6 5 1073 0 0,-3 10-142 0 0,4-3-697 0 0,0 0 0 0 0,2 0-1 0 0,-1 0 1 0 0,2 0 0 0 0,0 1 0 0 0,-1 13-1 0 0,2 8-90 0 0,3 40 0 0 0,2-46-258 0 0,1 0 0 0 0,1-1 0 0 0,12 36 0 0 0,-11-42-307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26.5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5 354 6911 0 0,'-1'0'46'0'0,"1"0"0"0"0,0-1-1 0 0,0 1 1 0 0,-1 0-1 0 0,1 0 1 0 0,0-1 0 0 0,0 1-1 0 0,-1 0 1 0 0,1 0-1 0 0,0-1 1 0 0,0 1-1 0 0,0 0 1 0 0,-1-1 0 0 0,1 1-1 0 0,0 0 1 0 0,0-1-1 0 0,0 1 1 0 0,0 0 0 0 0,0-1-1 0 0,0 1 1 0 0,0 0-1 0 0,0-1 1 0 0,0 1 0 0 0,0 0-1 0 0,0-1 1 0 0,0 1-1 0 0,0 0 1 0 0,0-1-1 0 0,0-13 788 0 0,1 12-750 0 0,4-39 1960 0 0,3 0 0 0 0,2 1 0 0 0,19-55 1 0 0,1-2 187 0 0,-24 83-1874 0 0,-5 14-352 0 0,-1 0 0 0 0,0 0 0 0 0,0 0 0 0 0,1 0 0 0 0,-1 1 0 0 0,0-1 0 0 0,0 0 0 0 0,0 0 0 0 0,1 0 0 0 0,-1 1 0 0 0,0-1 0 0 0,0 0 0 0 0,0 0 0 0 0,0 0 0 0 0,0 1 0 0 0,1-1 0 0 0,-1 0 0 0 0,0 0 0 0 0,0 1 0 0 0,0-1 0 0 0,0 0 0 0 0,0 0 0 0 0,0 1 0 0 0,0-1 0 0 0,0 0 0 0 0,0 0 0 0 0,0 1 0 0 0,0-1 0 0 0,3 33 5 0 0,-3-28-4 0 0,0 69 771 0 0,-9 84 0 0 0,-1-15-408 0 0,4-81 246 0 0,4-38-1990 0 0,-1 1-4036 0 0,2-13-1389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26.7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0 11519 0 0,'0'1'74'0'0,"-1"-1"-1"0"0,1 1 0 0 0,0-1 1 0 0,-1 1-1 0 0,1-1 0 0 0,0 0 1 0 0,-1 1-1 0 0,1-1 0 0 0,0 1 1 0 0,0-1-1 0 0,-1 1 0 0 0,1-1 0 0 0,0 1 1 0 0,0 0-1 0 0,0-1 0 0 0,0 1 1 0 0,0-1-1 0 0,0 1 0 0 0,0-1 1 0 0,0 1-1 0 0,0-1 0 0 0,0 2 1 0 0,2 18 860 0 0,0-1 121 0 0,-3 9 531 0 0,-2 1 0 0 0,-1 0-1 0 0,-8 34 1 0 0,5-47-1679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27.1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44 6911 0 0,'-1'-1'213'0'0,"1"-1"1"0"0,0 0-1 0 0,0 1 0 0 0,0-1 0 0 0,0 0 0 0 0,0 1 0 0 0,1-1 0 0 0,-1 1 0 0 0,0-1 0 0 0,1 0 1 0 0,-1 1-1 0 0,1-1 0 0 0,-1 1 0 0 0,1-1 0 0 0,0 1 0 0 0,0 0 0 0 0,0-1 0 0 0,0 1 0 0 0,0 0 0 0 0,0-1 1 0 0,0 1-1 0 0,0 0 0 0 0,0 0 0 0 0,0 0 0 0 0,1 0 0 0 0,-1 0 0 0 0,0 0 0 0 0,1 0 0 0 0,-1 1 0 0 0,1-1 1 0 0,-1 0-1 0 0,1 1 0 0 0,-1-1 0 0 0,1 1 0 0 0,0 0 0 0 0,-1-1 0 0 0,1 1 0 0 0,-1 0 0 0 0,1 0 1 0 0,3 0-1 0 0,0 1 401 0 0,0 0 0 0 0,0 1 1 0 0,0-1-1 0 0,-1 1 0 0 0,1 0 0 0 0,0 0 1 0 0,8 5-1 0 0,30 24 720 0 0,-38-27-1233 0 0,3 2-40 0 0,-1 0-1 0 0,1 1 1 0 0,-2 0 0 0 0,1 0 0 0 0,-1 1 0 0 0,0 0-1 0 0,0 0 1 0 0,-1 0 0 0 0,0 1 0 0 0,-1 0-1 0 0,7 17 1 0 0,-9-20-42 0 0,0 0-1 0 0,-1 0 1 0 0,0 1-1 0 0,0-1 1 0 0,-1 0-1 0 0,0 1 1 0 0,0-1-1 0 0,0 0 1 0 0,0 0 0 0 0,-1 1-1 0 0,0-1 1 0 0,-1 0-1 0 0,0 0 1 0 0,1 0-1 0 0,-2 0 1 0 0,1 0-1 0 0,-1 0 1 0 0,0-1-1 0 0,-5 9 1 0 0,7-13-10 0 0,0 1 0 0 0,0-1 0 0 0,0 0-1 0 0,0 0 1 0 0,0 1 0 0 0,0-1 0 0 0,0 0 0 0 0,0 0 0 0 0,-1 0 0 0 0,1 0 0 0 0,0 0 0 0 0,-1-1-1 0 0,1 1 1 0 0,-1 0 0 0 0,1-1 0 0 0,-1 1 0 0 0,1-1 0 0 0,-1 1 0 0 0,-1-1 0 0 0,2 0-5 0 0,-1 0 0 0 0,1 0 0 0 0,-1 0 0 0 0,1-1 0 0 0,-1 1 0 0 0,1 0 0 0 0,-1-1 1 0 0,1 1-1 0 0,-1-1 0 0 0,1 0 0 0 0,0 0 0 0 0,-1 1 0 0 0,1-1 0 0 0,0 0 0 0 0,-3-2 0 0 0,0-2-41 0 0,-1 0 0 0 0,1 0 0 0 0,1 0 0 0 0,-1-1 0 0 0,0 1 0 0 0,1-1 0 0 0,-4-10-1 0 0,0-1-1321 0 0,0 1-3773 0 0,-1-1-1982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27.3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0 298 5983 0 0,'10'-18'1300'0'0,"1"1"0"0"0,1 0-1 0 0,0 1 1 0 0,1 0-1 0 0,1 1 1 0 0,28-24 0 0 0,-11 11 1282 0 0,43-36 1375 0 0,-55 49-4064 0 0,0 1 0 0 0,23-12 0 0 0,-23 18-5025 0 0,-2 3-1804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34.3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3603 113 688 0 0,'-19'-64'17545'0'0,"11"43"-14754"0"0,0 1-4155 0 0,7 19 1364 0 0,1 1 0 0 0,0-1 0 0 0,0 1 0 0 0,-1 0 0 0 0,1-1 0 0 0,-1 1 0 0 0,1-1 0 0 0,0 1 0 0 0,-1 0 0 0 0,1-1 0 0 0,-1 1 0 0 0,1 0 0 0 0,-1-1 0 0 0,1 1 0 0 0,-1 0 0 0 0,1 0 0 0 0,-1-1 0 0 0,0 1 0 0 0,1 0 0 0 0,-1 0 0 0 0,1 0 0 0 0,-1 0 0 0 0,1 0 0 0 0,-1 0 0 0 0,0 0 0 0 0,1 0 0 0 0,-1 0 0 0 0,1 0 0 0 0,-1 0 0 0 0,1 0 0 0 0,-1 0 0 0 0,1 0 0 0 0,-1 1 0 0 0,0-1 0 0 0,1 0 0 0 0,-1 0 0 0 0,1 1 0 0 0,-1-1 0 0 0,1 0 0 0 0,0 1 0 0 0,-1-1 0 0 0,0 1 0 0 0,-24 18 0 0 0,22-16 0 0 0,-8 7 0 0 0,2 0 0 0 0,-1 1 0 0 0,1 0 0 0 0,1 0 0 0 0,-9 16 0 0 0,3-2 0 0 0,-18 42 0 0 0,29-58 0 0 0,0-1 0 0 0,0 1 0 0 0,1 0 0 0 0,0 0 0 0 0,1 0 0 0 0,-1 12 0 0 0,2-18 0 0 0,0-1 0 0 0,0 0 0 0 0,0 0 0 0 0,0 1 0 0 0,0-1 0 0 0,1 0 0 0 0,-1 0 0 0 0,1 0 0 0 0,-1 1 0 0 0,1-1 0 0 0,0 0 0 0 0,0 0 0 0 0,0 0 0 0 0,0 0 0 0 0,0 0 0 0 0,1 0 0 0 0,-1-1 0 0 0,1 1 0 0 0,-1 0 0 0 0,1-1 0 0 0,-1 1 0 0 0,1-1 0 0 0,0 1 0 0 0,0-1 0 0 0,0 0 0 0 0,0 0 0 0 0,0 0 0 0 0,0 0 0 0 0,0 0 0 0 0,3 1 0 0 0,-2-2 0 0 0,-1 1 0 0 0,0-1 0 0 0,1 0 0 0 0,-1 0 0 0 0,1 0 0 0 0,-1 0 0 0 0,1-1 0 0 0,-1 1 0 0 0,0-1 0 0 0,1 1 0 0 0,-1-1 0 0 0,0 0 0 0 0,1 0 0 0 0,3-2 0 0 0,30-22 0 0 0,-29 20 0 0 0,5-5-116 0 0,0 0 0 0 0,-1 0 0 0 0,0-1 0 0 0,-1 0 0 0 0,12-17 1 0 0,-17 22-326 0 0,-1-1 1 0 0,0 0 0 0 0,0 0-1 0 0,-1-1 1 0 0,1 1 0 0 0,-2-1-1 0 0,1 1 1 0 0,-1-1 0 0 0,0 0 0 0 0,-1 0-1 0 0,1-14 1 0 0,-2 19 343 0 0,0 0 0 0 0,0 1 1 0 0,0-1-1 0 0,0 1 0 0 0,0-1 0 0 0,-1 1 0 0 0,0-1 1 0 0,1 1-1 0 0,-1-1 0 0 0,0 1 0 0 0,0-1 1 0 0,0 1-1 0 0,-1 0 0 0 0,1 0 0 0 0,0 0 0 0 0,-1-1 1 0 0,0 1-1 0 0,1 1 0 0 0,-1-1 0 0 0,0 0 0 0 0,0 0 1 0 0,0 1-1 0 0,0-1 0 0 0,0 1 0 0 0,0-1 1 0 0,-1 1-1 0 0,1 0 0 0 0,0 0 0 0 0,-1 0 0 0 0,1 0 1 0 0,-4 0-1 0 0,0 0 132 0 0,1 0 0 0 0,-1 1 0 0 0,1-1 0 0 0,-1 1 0 0 0,1 1 1 0 0,-1-1-1 0 0,1 1 0 0 0,-1 0 0 0 0,1 0 0 0 0,0 0 0 0 0,0 1 0 0 0,-1 0 0 0 0,-8 5 1 0 0,4-1-30 0 0,1 0 1 0 0,1 1 0 0 0,-1 0 0 0 0,1 1 0 0 0,1 0 0 0 0,-1 0 0 0 0,1 0-1 0 0,0 1 1 0 0,1 0 0 0 0,0 1 0 0 0,1-1 0 0 0,0 1 0 0 0,-7 20 0 0 0,10-25 20 0 0,1 0 1 0 0,-1 0 0 0 0,1 0-1 0 0,0 0 1 0 0,1 1 0 0 0,-1-1-1 0 0,1 0 1 0 0,0 1 0 0 0,1 8-1 0 0,0-12-7 0 0,-1 0 0 0 0,0-1 0 0 0,1 1 0 0 0,-1 0-1 0 0,1-1 1 0 0,-1 1 0 0 0,1 0 0 0 0,0-1 0 0 0,0 1-1 0 0,0-1 1 0 0,0 1 0 0 0,0-1 0 0 0,0 0 0 0 0,0 1-1 0 0,0-1 1 0 0,1 0 0 0 0,-1 0 0 0 0,0 0 0 0 0,1 0-1 0 0,-1 0 1 0 0,1 0 0 0 0,-1 0 0 0 0,1 0 0 0 0,-1-1-1 0 0,1 1 1 0 0,0 0 0 0 0,-1-1 0 0 0,1 0 0 0 0,0 1-1 0 0,-1-1 1 0 0,1 0 0 0 0,0 0 0 0 0,1 0 0 0 0,5 0 454 0 0,0-1 0 0 0,0 0 1 0 0,-1-1-1 0 0,1 0 1 0 0,-1 0-1 0 0,0-1 1 0 0,1 0-1 0 0,-1 0 1 0 0,0 0-1 0 0,0-1 0 0 0,-1 0 1 0 0,10-8-1 0 0,-5 4-323 0 0,-1-1-1 0 0,-1 0 0 0 0,1 0 0 0 0,-2-1 0 0 0,1-1 0 0 0,10-16 1 0 0,-14 19-669 0 0,-1 0 1 0 0,0-1-1 0 0,5-15 1 0 0,-8 21-37 0 0,0-1 0 0 0,0 0 0 0 0,0 1 1 0 0,-1-1-1 0 0,0 1 0 0 0,0-1 0 0 0,0-5 1 0 0,0 8 577 0 0,0 0 0 0 0,0 1 0 0 0,0-1 1 0 0,-1 1-1 0 0,1-1 0 0 0,0 1 0 0 0,0-1 1 0 0,0 0-1 0 0,0 1 0 0 0,-1-1 0 0 0,1 1 1 0 0,0-1-1 0 0,-1 1 0 0 0,1-1 0 0 0,0 1 1 0 0,-1 0-1 0 0,1-1 0 0 0,0 1 1 0 0,-1-1-1 0 0,1 1 0 0 0,-1 0 0 0 0,1-1 1 0 0,-1 1-1 0 0,1 0 0 0 0,-1 0 0 0 0,1-1 1 0 0,-1 1-1 0 0,0 0 0 0 0,0 0 171 0 0,0 0 0 0 0,-1 0 0 0 0,1 0-1 0 0,0 0 1 0 0,0 0 0 0 0,-1 0 0 0 0,1 0 0 0 0,0 1 0 0 0,0-1-1 0 0,-1 0 1 0 0,1 1 0 0 0,-1 0 0 0 0,-3 2 509 0 0,0-1-1 0 0,1 1 1 0 0,-1 1 0 0 0,-7 5-1 0 0,3 0-693 0 0,1 1-1 0 0,0 0 0 0 0,0 0 0 0 0,1 0 1 0 0,0 1-1 0 0,-7 14 0 0 0,14-24-9 0 0,-1 1 0 0 0,1-1 0 0 0,-1 1 0 0 0,1 0 0 0 0,-1-1 0 0 0,1 1 0 0 0,0 0 0 0 0,0-1 0 0 0,0 1 0 0 0,0 0 0 0 0,0-1 0 0 0,0 1 0 0 0,0 0 0 0 0,0-1 0 0 0,2 4 0 0 0,-2-4 0 0 0,0 0 0 0 0,1-1 0 0 0,-1 1 0 0 0,1-1 0 0 0,0 1 0 0 0,-1-1 0 0 0,1 1 0 0 0,-1-1 0 0 0,1 1 0 0 0,0-1 0 0 0,-1 1 0 0 0,1-1 0 0 0,0 0 0 0 0,-1 0 0 0 0,1 1 0 0 0,0-1 0 0 0,0 0 0 0 0,-1 0 0 0 0,1 0 0 0 0,0 1 0 0 0,0-1 0 0 0,0 0 0 0 0,-1 0 0 0 0,1 0 0 0 0,0-1 0 0 0,0 1 0 0 0,-1 0 0 0 0,1 0 0 0 0,0 0 0 0 0,0 0 0 0 0,-1-1 0 0 0,1 1 0 0 0,0 0 0 0 0,1-1 0 0 0,12-6 45 0 0,-1 0 0 0 0,0 0 0 0 0,0-2 0 0 0,16-12 0 0 0,13-8-3635 0 0,38-24-1369 0 0,-93 58 5868 0 0,1 1 0 0 0,-1-2 0 0 0,0 0 1 0 0,0 0-1 0 0,0-1 0 0 0,0 0 0 0 0,-22 0 0 0 0,13 0-2069 0 0,-40 10-1 0 0,22-3-1882 0 0,-4-1 2566 0 0,-1-2-1 0 0,0-1 1 0 0,-67-1 0 0 0,40-5 477 0 0,0 2 0 0 0,0 4 0 0 0,-136 30 0 0 0,4 7 9 0 0,-151 38 14 0 0,274-58-21 0 0,-40 10 13 0 0,-135 56 0 0 0,-156 113 33 0 0,213-100-32 0 0,-265 156-48 0 0,458-254 32 0 0,-22 12 1 0 0,-21 11 9 0 0,1 3 0 0 0,-70 57 1 0 0,57-35 78 0 0,-87 57 0 0 0,108-85 119 0 0,-2-2 0 0 0,-68 25-1 0 0,106-46-30 0 0,26-7 307 0 0,-14 4 1571 0 0,12-5 2624 0 0,-22 7-5367 0 0,-18 1-5963 0 0,11 1 6532 0 0,-15 1 4442 0 0,23-3-4127 0 0,0 0 0 0 0,0 0 0 0 0,0 0 0 0 0,0 0 0 0 0,0 0 0 0 0,0 0 0 0 0,-1 0 0 0 0,1 0 0 0 0,0-1 0 0 0,0 1 0 0 0,0 0-1 0 0,0-1 1 0 0,0 1 0 0 0,0-1 0 0 0,-1 0 0 0 0,1 0-196 0 0,0 0 0 0 0,1 0 0 0 0,-1-1 0 0 0,0 1 0 0 0,1 0 0 0 0,-1 0 0 0 0,1 0 0 0 0,0 0 0 0 0,-1 0 0 0 0,1-1 0 0 0,0-1 0 0 0,0 2 0 0 0,-1 0 0 0 0,1 0 0 0 0,0 0 0 0 0,0 0 0 0 0,0 0 0 0 0,-1-1 0 0 0,1 1 0 0 0,-1 0 0 0 0,1 0 0 0 0,-1 0 0 0 0,1 0 0 0 0,-1 1 0 0 0,0-1 0 0 0,1 0 0 0 0,-1 0 0 0 0,0 0 0 0 0,0 0 0 0 0,0 0-42 0 0,1 1 0 0 0,-1-1 0 0 0,1 1 0 0 0,-1 0 0 0 0,1-1 0 0 0,-1 1 0 0 0,0 0 0 0 0,1 0-1 0 0,-1-1 1 0 0,0 1 0 0 0,1 0 0 0 0,-1 0 0 0 0,1 0 0 0 0,-1 0 0 0 0,0 0 0 0 0,1 0 0 0 0,-1 0 0 0 0,0 0 0 0 0,1 0-1 0 0,-1 0 1 0 0,0 0 0 0 0,1 0 0 0 0,-1 0 0 0 0,1 0 0 0 0,-1 1 0 0 0,0-1 0 0 0,1 0 0 0 0,-1 0 0 0 0,0 1 0 0 0,0 0-190 0 0,0 1 1 0 0,0-1-1 0 0,0 0 1 0 0,0 0-1 0 0,0 1 1 0 0,0-1-1 0 0,1 0 1 0 0,-1 1-1 0 0,0-1 1 0 0,1 1-1 0 0,-1 2 1 0 0,-1 4-779 0 0,0 1 0 0 0,1-1 0 0 0,0 14 0 0 0,1-16 1010 0 0,0-1 0 0 0,1 1 0 0 0,-1-1 0 0 0,1 1 0 0 0,0-1 0 0 0,1 1 0 0 0,-1-1 0 0 0,1 0 0 0 0,0 0 0 0 0,3 5 0 0 0,-4-7 0 0 0,0-1 0 0 0,1 0 0 0 0,0 0 0 0 0,-1 0 0 0 0,1 0 0 0 0,0 0 0 0 0,0-1 0 0 0,0 1 0 0 0,1-1 0 0 0,-1 1 0 0 0,0-1 0 0 0,0 0 0 0 0,1 1 0 0 0,-1-1 0 0 0,1 0 0 0 0,-1-1 0 0 0,1 1 0 0 0,-1 0 0 0 0,1-1 0 0 0,0 1 0 0 0,-1-1 0 0 0,1 0 0 0 0,3 0 0 0 0,1-1 0 0 0,-1 1 0 0 0,1-1 0 0 0,0-1 0 0 0,0 1 0 0 0,-1-1 0 0 0,1-1 0 0 0,-1 1 0 0 0,0-1 0 0 0,1 0 0 0 0,-1 0 0 0 0,6-5 0 0 0,-5 3 0 0 0,0 0 0 0 0,-1-1 0 0 0,1 1 0 0 0,-1-1 0 0 0,0 0 0 0 0,-1-1 0 0 0,0 1 0 0 0,9-15 0 0 0,-13 19 0 0 0,0-1 0 0 0,0 1 1 0 0,0-1-1 0 0,0 1 1 0 0,0-1-1 0 0,0 1 1 0 0,-1-1-1 0 0,1 0 1 0 0,-1 0-1 0 0,0 1 0 0 0,0-1 1 0 0,0 0-1 0 0,0 1 1 0 0,0-1-1 0 0,-1 0 1 0 0,1 0-1 0 0,-1 1 1 0 0,0-1-1 0 0,1 1 0 0 0,-1-1 1 0 0,-1 1-1 0 0,1-1 1 0 0,0 1-1 0 0,0-1 1 0 0,-1 1-1 0 0,1 0 1 0 0,-1 0-1 0 0,0 0 0 0 0,0 0 1 0 0,0 0-1 0 0,0 0 1 0 0,0 0-1 0 0,0 1 1 0 0,0-1-1 0 0,-5-1 1 0 0,3 0-1 0 0,0 0 1 0 0,-1 1 0 0 0,0 0 0 0 0,1 0 0 0 0,-1 1 0 0 0,0-1-1 0 0,0 1 1 0 0,0 0 0 0 0,0 0 0 0 0,0 1 0 0 0,0-1 0 0 0,0 1 0 0 0,0 0-1 0 0,0 1 1 0 0,0-1 0 0 0,0 1 0 0 0,0 0 0 0 0,-8 3 0 0 0,8-2-1 0 0,0 1 0 0 0,1-1 0 0 0,0 1 0 0 0,0 0 0 0 0,0 1 0 0 0,0-1 0 0 0,0 1 0 0 0,0-1 0 0 0,1 1 0 0 0,0 0 0 0 0,0 0 0 0 0,0 1 0 0 0,0-1 0 0 0,1 1 0 0 0,0-1 0 0 0,0 1 0 0 0,-2 7 0 0 0,1-4 0 0 0,1 1 0 0 0,0-1 0 0 0,1 1 0 0 0,0-1 0 0 0,0 1 0 0 0,1 0 0 0 0,0 0 0 0 0,0-1 0 0 0,3 15 0 0 0,-2-19 1 0 0,0 0 1 0 0,0 0 0 0 0,1-1 0 0 0,-1 1 0 0 0,1 0 0 0 0,0-1 0 0 0,0 1 0 0 0,0-1 0 0 0,0 0-1 0 0,1 0 1 0 0,-1 0 0 0 0,1 0 0 0 0,0 0 0 0 0,0 0 0 0 0,0-1 0 0 0,0 1 0 0 0,7 3-1 0 0,-8-5-1 0 0,1 0 0 0 0,-1 0 0 0 0,1 0 0 0 0,-1 0 0 0 0,1 0 0 0 0,0 0 0 0 0,-1-1 0 0 0,1 0 0 0 0,0 1 0 0 0,0-1 0 0 0,-1 0 0 0 0,1 0 0 0 0,0 0-1 0 0,0-1 1 0 0,-1 1 0 0 0,1-1 0 0 0,0 1 0 0 0,-1-1 0 0 0,1 0 0 0 0,0 0 0 0 0,-1 0 0 0 0,1 0 0 0 0,-1-1 0 0 0,0 1 0 0 0,1-1 0 0 0,2-2 0 0 0,1-1 3 0 0,-1-1 0 0 0,0 0 0 0 0,1 0 0 0 0,-2 0 1 0 0,1 0-1 0 0,-1-1 0 0 0,0 0 0 0 0,-1 0 0 0 0,1 0 1 0 0,-1-1-1 0 0,-1 1 0 0 0,1 0 0 0 0,-1-1 0 0 0,1-9 1 0 0,-2 12-2 0 0,-1 0 0 0 0,1 0 0 0 0,-1 0 0 0 0,0 0 0 0 0,0 0 0 0 0,0-1 0 0 0,-1 1 0 0 0,0 0 0 0 0,0 0 0 0 0,0 0 1 0 0,-1 0-1 0 0,0 1 0 0 0,0-1 0 0 0,0 0 0 0 0,0 1 0 0 0,-1-1 0 0 0,1 1 0 0 0,-1 0 0 0 0,0 0 0 0 0,-1 0 0 0 0,1 0 0 0 0,-7-5 1 0 0,9 8 7 0 0,0 0 1 0 0,0 0-1 0 0,-1 0 1 0 0,1 0-1 0 0,0 1 1 0 0,0-1 0 0 0,-1 1-1 0 0,1-1 1 0 0,0 1-1 0 0,-1-1 1 0 0,1 1 0 0 0,-1 0-1 0 0,1 0 1 0 0,0-1-1 0 0,-1 1 1 0 0,1 0-1 0 0,-1 0 1 0 0,1 0 0 0 0,0 1-1 0 0,-1-1 1 0 0,1 0-1 0 0,-2 1 1 0 0,0 0 36 0 0,1 0 0 0 0,-1 1 0 0 0,1-1 1 0 0,0 1-1 0 0,-1-1 0 0 0,1 1 0 0 0,0 0 1 0 0,0 0-1 0 0,0 0 0 0 0,-3 4 0 0 0,-1 2 74 0 0,0 1-1 0 0,1 0 1 0 0,0 1 0 0 0,-7 18-1 0 0,9-19-268 0 0,0-1 0 0 0,1 1 0 0 0,0-1 0 0 0,0 1-1 0 0,1 0 1 0 0,-1 11 0 0 0,2-17 145 0 0,0-1 0 0 0,0 1-1 0 0,1-1 1 0 0,-1 1 0 0 0,1-1-1 0 0,-1 1 1 0 0,1-1 0 0 0,0 1 0 0 0,0-1-1 0 0,0 0 1 0 0,0 0 0 0 0,0 1-1 0 0,0-1 1 0 0,1 0 0 0 0,-1 0 0 0 0,1 0-1 0 0,-1 0 1 0 0,1 0 0 0 0,0-1 0 0 0,0 1-1 0 0,0 0 1 0 0,0-1 0 0 0,0 1-1 0 0,0-1 1 0 0,0 0 0 0 0,5 2 0 0 0,12 3-799 0 0,4-1-3204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37.5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46 217 1380 0 0,'-12'3'12707'0'0,"-5"6"-7612"0"0,13-7-5006 0 0,-9 4 307 0 0,13-6-403 0 0,32-39 7 0 0,-28 36 0 0 0,0-1 0 0 0,0 0 0 0 0,0 1 0 0 0,0 0 0 0 0,0 0 0 0 0,8-4 0 0 0,-6 3 0 0 0,0 1 0 0 0,-1-1 0 0 0,8-7 0 0 0,-8 7 0 0 0,1-1 0 0 0,-1 1 0 0 0,1 0 0 0 0,1 0 0 0 0,10-5 0 0 0,37-12 0 0 0,-49 20 0 0 0,27-9 0 0 0,45-8 0 0 0,16-4 0 0 0,70-20 0 0 0,-154 40 0 0 0,-1 1 0 0 0,1 0 0 0 0,-1 0 0 0 0,0 1 0 0 0,1 1 0 0 0,-1-1 0 0 0,1 1 0 0 0,8 2 0 0 0,1 2 0 0 0,-1 1 0 0 0,29 13 0 0 0,-1 1 355 0 0,-28-14-1718 0 0,0 1 0 0 0,-1 0 0 0 0,0 2 0 0 0,-1 0 0 0 0,29 22 0 0 0,-30-18 3310 0 0,-1 1 0 0 0,0 1 0 0 0,11 16 0 0 0,0 4-1912 0 0,-24-35-35 0 0,1 0 0 0 0,-1 0 0 0 0,0 0 0 0 0,0 0 0 0 0,0 0 0 0 0,0 0 0 0 0,0 0 0 0 0,1 0 0 0 0,-1 0 0 0 0,0 0 0 0 0,0 0 0 0 0,0 0 0 0 0,0 0 0 0 0,0 0 0 0 0,1 0 0 0 0,-1 0 0 0 0,0-1 0 0 0,0 1 0 0 0,0 0 0 0 0,0 0 0 0 0,0 0 0 0 0,0 0 0 0 0,0 0 0 0 0,0 0 0 0 0,1 0 0 0 0,-1-1 0 0 0,0 1 0 0 0,0 0 0 0 0,0 0 0 0 0,0 0 0 0 0,0 0 0 0 0,0 0 0 0 0,0-1 0 0 0,0 1 0 0 0,0 0 0 0 0,0 0 0 0 0,0 0 0 0 0,0 0 0 0 0,0-1 0 0 0,0 1 0 0 0,0 0 0 0 0,0 0 0 0 0,0 0 0 0 0,0-3 0 0 0,1 0 0 0 0,-1 0 0 0 0,0-1 0 0 0,0 1 0 0 0,0-6 0 0 0,0 8 1 0 0,-1-2-2 0 0,1-1 0 0 0,0 1 1 0 0,-1 0-1 0 0,0 0 0 0 0,1 0 0 0 0,-4-6 1 0 0,4 7-2 0 0,-1 1 1 0 0,0 0-1 0 0,0 0 1 0 0,0 0 0 0 0,0 0-1 0 0,0 0 1 0 0,0 0-1 0 0,0 0 1 0 0,0 0-1 0 0,0 1 1 0 0,0-1 0 0 0,-1 0-1 0 0,1 0 1 0 0,0 1-1 0 0,0-1 1 0 0,-1 1-1 0 0,1-1 1 0 0,-1 1-1 0 0,1 0 1 0 0,0 0 0 0 0,-3-1-1 0 0,-9 0 1 0 0,0 1 0 0 0,-1 0 0 0 0,1 0 0 0 0,-21 5 0 0 0,-52 14-947 0 0,67-14 159 0 0,-3 0 1359 0 0,22-4-589 0 0,1-1 0 0 0,-1 1 1 0 0,0-1-1 0 0,1 0 0 0 0,-1 1 0 0 0,0-1 1 0 0,1 0-1 0 0,-1 1 0 0 0,1-1 0 0 0,-1 0 0 0 0,1 1 1 0 0,-1-1-1 0 0,0 0 0 0 0,1 0 0 0 0,-1 0 1 0 0,1 0-1 0 0,-1 1 0 0 0,1-1 0 0 0,0 0 0 0 0,-1 0 1 0 0,1 0-1 0 0,-1 0 0 0 0,1 0 0 0 0,25 7-6501 0 0,20 12 12654 0 0,42 25-4089 0 0,-85-42-2218 0 0,0 0-1 0 0,0-1 0 0 0,0 0 1 0 0,1 0-1 0 0,-1 1 0 0 0,0-2 1 0 0,0 1-1 0 0,0 0 0 0 0,1-1 1 0 0,-1 1-1 0 0,0-1 0 0 0,1 0 1 0 0,-1 0-1 0 0,0 0 0 0 0,1-1 1 0 0,-1 1-1 0 0,0-1 0 0 0,1 0 1 0 0,-1 0-1 0 0,0 0 1 0 0,3-2-1 0 0,-2 1-81 0 0,0 0 1 0 0,0-1-1 0 0,0 0 0 0 0,-1 0 0 0 0,0 0 1 0 0,1 0-1 0 0,-1-1 0 0 0,0 1 1 0 0,0-1-1 0 0,-1 0 0 0 0,1 0 1 0 0,-1 0-1 0 0,0 0 0 0 0,3-8 1 0 0,-3 7 254 0 0,0-1 0 0 0,-1 1 0 0 0,1-1 0 0 0,-1 1 0 0 0,0-1 0 0 0,-1 0 0 0 0,1 0 0 0 0,-1 1 0 0 0,-1-1 0 0 0,1 0 0 0 0,-1 0 0 0 0,0 1 0 0 0,0-1 0 0 0,0 0 0 0 0,-1 1 0 0 0,0-1 0 0 0,0 1 0 0 0,0 0 0 0 0,-1 0 0 0 0,0 0 0 0 0,0 0 0 0 0,0 0 0 0 0,0 0 0 0 0,-6-5 0 0 0,9 10 6 0 0,0 0 1 0 0,0 0 0 0 0,-1-1 0 0 0,1 1 0 0 0,0 0-1 0 0,0 0 1 0 0,-1-1 0 0 0,1 1 0 0 0,0 0 0 0 0,0 0 0 0 0,-1 0-1 0 0,1-1 1 0 0,0 1 0 0 0,-1 0 0 0 0,1 0 0 0 0,0 0 0 0 0,0 0-1 0 0,-1 0 1 0 0,1 0 0 0 0,0 0 0 0 0,-1 0 0 0 0,1 0-1 0 0,0 0 1 0 0,-1 0 0 0 0,1 0 0 0 0,0 0 0 0 0,-1 0 0 0 0,1 0-1 0 0,0 0 1 0 0,-1 0 0 0 0,0 0 0 0 0,-3 11 525 0 0,3 20 733 0 0,1-27-1053 0 0,1 52 639 0 0,1-32-2791 0 0,7 35 0 0 0,-3-34-2070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41.4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509 1 2304 0 0,'-9'3'13338'0'0,"-1"6"-11103"0"0,-31 71-284 0 0,-5 8-2119 0 0,-64 61 168 0 0,74-104 0 0 0,-55 88 0 0 0,68-93-28 0 0,-1-1 0 0 0,-2-2 0 0 0,-46 53 0 0 0,62-79-706 0 0,-1 0-2028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42.7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23 713 1380 0 0,'-7'0'12038'0'0,"6"-1"-11704"0"0,1 1 0 0 0,-1 0 0 0 0,0 0 0 0 0,0 0 0 0 0,0 0-1 0 0,0 0 1 0 0,0 0 0 0 0,1 0 0 0 0,-1 0 0 0 0,0 0-1 0 0,0 0 1 0 0,0 1 0 0 0,0-1 0 0 0,1 0 0 0 0,-1 0 0 0 0,-2 2 418 0 0,7-6-617 0 0,48-49-129 0 0,64-52 0 0 0,-104 95-5 0 0,35-26 21 0 0,92-54 1 0 0,-37 27-748 0 0,-36 21-1887 0 0,2 2 0 0 0,121-50-1 0 0,-41 38 1983 0 0,315-64 1081 0 0,-431 111-425 0 0,1 0 0 0 0,0 3 1 0 0,0 0-1 0 0,0 3 0 0 0,1 0 0 0 0,-1 2 0 0 0,-1 2 0 0 0,1 1 0 0 0,-1 1 0 0 0,0 2 0 0 0,0 1 0 0 0,-1 1 0 0 0,-1 2 0 0 0,37 21 1 0 0,38 22 1485 0 0,33 19 4026 0 0,-114-60-5224 0 0,0 1-1 0 0,-1 2 1 0 0,29 27-1 0 0,-48-40-313 0 0,0-1 0 0 0,0 1 0 0 0,0 0 0 0 0,-1 0 0 0 0,1 1 0 0 0,-1-1 0 0 0,3 9 0 0 0,-5-13 0 0 0,-1 1 0 0 0,1-1 0 0 0,-1 0 0 0 0,0 0 0 0 0,1 1 0 0 0,-1-1 0 0 0,0 0 0 0 0,0 1 0 0 0,1-1 0 0 0,-1 0 0 0 0,0 1 0 0 0,0-1 0 0 0,-1 1 0 0 0,1-1 0 0 0,0 0 0 0 0,0 1 0 0 0,-1-1 0 0 0,1 0 0 0 0,-1 0 0 0 0,1 1 0 0 0,-1-1 0 0 0,1 0 0 0 0,-1 0 0 0 0,0 0 0 0 0,1 0 0 0 0,-1 1 0 0 0,0-1 0 0 0,0 0 0 0 0,0 0 0 0 0,0-1 0 0 0,0 1 0 0 0,0 0 0 0 0,0 0 0 0 0,0 0 0 0 0,-1-1 0 0 0,1 1 0 0 0,0-1 0 0 0,0 1 0 0 0,-3 0 0 0 0,4-1 0 0 0,0 0 0 0 0,-1 1 0 0 0,1-1 0 0 0,0 0 0 0 0,0 0 0 0 0,-1 0 0 0 0,1 0 0 0 0,0 0 0 0 0,0 0 0 0 0,-1 0 0 0 0,1 0 0 0 0,0 0 0 0 0,0 0 0 0 0,-1 0 0 0 0,1 0 0 0 0,0 0 0 0 0,0 0 0 0 0,-1 0 0 0 0,1 0 0 0 0,0 0 0 0 0,-1 0 0 0 0,1 0 0 0 0,0 0 0 0 0,0 0 0 0 0,-1 0 0 0 0,1 0 0 0 0,0 0 0 0 0,0-1 0 0 0,-1 1 0 0 0,1 0 0 0 0,0 0 0 0 0,0 0 0 0 0,0 0 0 0 0,-1-1 0 0 0,1 1 0 0 0,0 0 0 0 0,0 0 0 0 0,0-1 0 0 0,0 1 0 0 0,0 0 0 0 0,-1 0 0 0 0,1-1 0 0 0,0 1 0 0 0,0 0 0 0 0,0 0 0 0 0,0-1 0 0 0,0 1 0 0 0,0 0 0 0 0,0 0 0 0 0,0-1 0 0 0,0 1 0 0 0,0-1 0 0 0,-1-1-1 0 0,0-1 1 0 0,0 1-1 0 0,-1 0 0 0 0,1-1 0 0 0,-1 1 1 0 0,1 0-1 0 0,-1 0 0 0 0,0 0 1 0 0,0 0-1 0 0,0 0 0 0 0,0 0 0 0 0,0 0 1 0 0,0 1-1 0 0,-1-1 0 0 0,1 1 0 0 0,0 0 1 0 0,-1-1-1 0 0,1 1 0 0 0,-1 0 0 0 0,0 1 1 0 0,1-1-1 0 0,-5-1 0 0 0,-6 0-5 0 0,0 1 0 0 0,0 0 1 0 0,-20 1-1 0 0,15 0 14 0 0,5 2 6 0 0,-12 0 7 0 0,24-2-23 0 0,1 0 1 0 0,-1 0-1 0 0,0 0 0 0 0,1 0 0 0 0,-1 0 1 0 0,0 0-1 0 0,1 0 0 0 0,-1 0 0 0 0,0 0 1 0 0,1-1-1 0 0,-1 1 0 0 0,0 0 1 0 0,1 0-1 0 0,-1-1 0 0 0,1 1 0 0 0,-1-1 1 0 0,0 1-1 0 0,1 0 0 0 0,-1-1 0 0 0,1 1 1 0 0,-1-1-1 0 0,1 1 0 0 0,0-1 0 0 0,-1 1 1 0 0,1-1-1 0 0,-1 0 0 0 0,-1-10 46 0 0,-1 9-41 0 0,-3 8-35 0 0,-3 12 54 0 0,9-16-22 0 0,0-1 1 0 0,0 1-1 0 0,0 0 0 0 0,0-1 1 0 0,0 1-1 0 0,0-1 1 0 0,1 1-1 0 0,-1-1 0 0 0,1 1 1 0 0,-1-1-1 0 0,1 1 1 0 0,-1-1-1 0 0,1 1 0 0 0,0-1 1 0 0,0 0-1 0 0,1 3 1 0 0,0-1-1 0 0,2 4 2 0 0,0 1-1 0 0,1-1 0 0 0,0 0 1 0 0,1 0-1 0 0,0-1 1 0 0,6 7-1 0 0,-8-10-10 0 0,0 0-1 0 0,-1-1 1 0 0,1 1-1 0 0,0-1 0 0 0,1 0 1 0 0,-1 0-1 0 0,0 0 1 0 0,0 0-1 0 0,1-1 1 0 0,-1 0-1 0 0,1 0 0 0 0,8 1 1 0 0,0-1-1166 0 0,0-1 0 0 0,0 0 0 0 0,18-3 0 0 0,-25 2 881 0 0,0 0 1 0 0,0-1-1 0 0,-1 1 0 0 0,1-1 0 0 0,-1 0 0 0 0,1-1 0 0 0,-1 1 0 0 0,0-1 0 0 0,9-7 1 0 0,-11 8 295 0 0,0-1 0 0 0,0 0 1 0 0,-1-1-1 0 0,1 1 0 0 0,-1 0 1 0 0,0-1-1 0 0,0 1 0 0 0,-1-1 1 0 0,1 0-1 0 0,-1 1 0 0 0,1-1 1 0 0,-1 0-1 0 0,0 0 0 0 0,0-7 1 0 0,1-6-5 0 0,-1 0 0 0 0,-1-20 0 0 0,-1 13 5 0 0,8-139 738 0 0,-5 154-593 0 0,1 11 891 0 0,-2 16 4753 0 0,-4 2-5982 0 0,-1 0 0 0 0,-1-1 0 0 0,-1 0 0 0 0,-10 21 0 0 0,6-18-1475 0 0,-2-1 0 0 0,0 0 1 0 0,-28 34-1 0 0,35-49 1628 0 0,1 0 0 0 0,0 1 0 0 0,0-1 0 0 0,-3 9 0 0 0,4-2-41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44.6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1944 209 3224 0 0,'6'-12'10826'0'0,"-4"10"-9994"0"0,13-10 3526 0 0,-12 9-3938 0 0,-1 2-399 0 0,-1 0 1 0 0,1-1-1 0 0,0 1 0 0 0,-1-1 0 0 0,1 1 0 0 0,-1-1 1 0 0,0 0-1 0 0,1 1 0 0 0,-1-1 0 0 0,0 0 0 0 0,2-3 1 0 0,-3 3-160 0 0,0 1 1 0 0,0 0 0 0 0,0-1 0 0 0,-1 1 0 0 0,1 0-1 0 0,0 0 1 0 0,0-1 0 0 0,-1 1 0 0 0,1 0 0 0 0,-1 0-1 0 0,1-1 1 0 0,-1 1 0 0 0,1 0 0 0 0,-1 0 0 0 0,0 0-1 0 0,1 0 1 0 0,-1 0 0 0 0,0 0 0 0 0,0 0 0 0 0,0 0-1 0 0,0 0 1 0 0,-1 0 0 0 0,-2-3-754 0 0,0 0 0 0 0,0 1 0 0 0,-1 0 0 0 0,1 0 0 0 0,-1 0 0 0 0,0 0 0 0 0,-6-1 0 0 0,3 0 501 0 0,-1 2 0 0 0,1-1 0 0 0,-17-1 0 0 0,-1 2 894 0 0,0 1 0 0 0,-27 2-1 0 0,34 0-1099 0 0,-35 1 799 0 0,-1-2-1 0 0,1-3 1 0 0,0-2-1 0 0,-78-18 1 0 0,-143-33 123 0 0,222 53-299 0 0,0 2 1 0 0,-99 10 0 0 0,118-4-23 0 0,0 1 0 0 0,1 2 1 0 0,0 1-1 0 0,1 1 0 0 0,-51 24 0 0 0,35-9 17 0 0,1 1 0 0 0,-79 59-1 0 0,86-54 158 0 0,-55 55-1 0 0,76-66-116 0 0,1 0 1 0 0,2 2-1 0 0,0 0 1 0 0,-20 36-1 0 0,28-42-58 0 0,2 1 0 0 0,-7 21 0 0 0,8-20 421 0 0,-14 30 0 0 0,14-41-316 0 0,3-9 793 0 0,1-15 1684 0 0,3-10-1906 0 0,0 16-4318 0 0,-2 8 3673 0 0,0 1 0 0 0,0-1 0 0 0,0 0 0 0 0,0 1 0 0 0,0-1 0 0 0,-1 0 0 0 0,1 1 1 0 0,-1-1-1 0 0,0 1 0 0 0,1-1 0 0 0,-1 0 0 0 0,-3-3 0 0 0,1 1 617 0 0,0 1 0 0 0,0 0 0 0 0,-1 0-1 0 0,-7-7 1 0 0,8 9-357 0 0,0-1 0 0 0,0 0 0 0 0,0 0 0 0 0,0 0 0 0 0,1 0 0 0 0,-1 0 0 0 0,1-1 0 0 0,0 1 0 0 0,0-1 0 0 0,-3-7 0 0 0,4 6-295 0 0,-1-2 4 0 0,0 1-1 0 0,0 0 1 0 0,-6-11-1 0 0,8 15-2 0 0,-1 1-1 0 0,0 0 1 0 0,0 0-1 0 0,0 0 1 0 0,1-1-1 0 0,-1 1 1 0 0,0 0-1 0 0,-1 0 1 0 0,1 0-1 0 0,0 1 1 0 0,0-1-1 0 0,0 0 1 0 0,0 0-1 0 0,-1 1 1 0 0,1-1-1 0 0,0 0 1 0 0,-1 1-1 0 0,1-1 1 0 0,-1 1-1 0 0,1 0 1 0 0,0-1-1 0 0,-1 1 1 0 0,-1 0-1 0 0,3 0 0 0 0,0 0 0 0 0,-1 0 0 0 0,1 0 0 0 0,0 1 0 0 0,-1-1 0 0 0,1 0 0 0 0,0 0 0 0 0,0 0 0 0 0,0 0 0 0 0,-1 0 0 0 0,1 1 0 0 0,0-1 0 0 0,0 0 0 0 0,-1 0 0 0 0,1 0 0 0 0,0 1 0 0 0,0-1 0 0 0,0 0 0 0 0,0 0 0 0 0,0 1 0 0 0,-1-1 0 0 0,1 0 0 0 0,0 0 0 0 0,0 1 0 0 0,0-1 0 0 0,0 0 0 0 0,0 1 0 0 0,0-1 0 0 0,0 0 0 0 0,0 0 0 0 0,0 1 0 0 0,0-1 0 0 0,0 0 0 0 0,0 0 0 0 0,0 1 0 0 0,0-1 0 0 0,0 0 0 0 0,0 1 0 0 0,0-1 0 0 0,1 0 0 0 0,-1 0 0 0 0,0 1 0 0 0,0-1 0 0 0,0 0 0 0 0,0 0 0 0 0,1 1 0 0 0,6 15 0 0 0,-6-14 0 0 0,22 52 70 0 0,-5-7-1689 0 0,-14-39 187 0 0,1 0 1 0 0,-1 0 0 0 0,8 10 0 0 0,-10-16 1377 0 0,-1 0 1 0 0,1-1-1 0 0,0 1 0 0 0,-1 0 0 0 0,1 0 0 0 0,0-1 0 0 0,0 0 1 0 0,0 1-1 0 0,0-1 0 0 0,1 0 0 0 0,-1 0 0 0 0,0 0 0 0 0,0 0 1 0 0,4 1-1 0 0,-5-2 60 0 0,1 0 0 0 0,-1 0-1 0 0,0 0 1 0 0,1 0 0 0 0,-1 0 0 0 0,0 0 0 0 0,0 0 0 0 0,1 0-1 0 0,-1-1 1 0 0,0 1 0 0 0,1-1 0 0 0,-1 1 0 0 0,0-1 0 0 0,0 1-1 0 0,0-1 1 0 0,0 0 0 0 0,0 1 0 0 0,1-1 0 0 0,-1 0 0 0 0,0 0-1 0 0,-1 0 1 0 0,1 0 0 0 0,0 0 0 0 0,0 0 0 0 0,0 0 0 0 0,0 0-1 0 0,0-2 1 0 0,9-17 24 0 0,0 0-1 0 0,-2 0 1 0 0,8-28 0 0 0,-7 19 265 0 0,-7 22-319 0 0,-4 11 185 0 0,-3 14 139 0 0,5-17-311 0 0,0 0 0 0 0,0 1 0 0 0,0-1 0 0 0,0 1 0 0 0,0-1 0 0 0,1 1 0 0 0,-1-1 0 0 0,1 0 0 0 0,-1 1 0 0 0,1-1 0 0 0,-1 0 0 0 0,1 1 0 0 0,0-1 0 0 0,0 0 0 0 0,-1 0 0 0 0,1 0 0 0 0,1 2 0 0 0,1-1-17 0 0,0 0 0 0 0,-1 0 0 0 0,1 0 0 0 0,0-1 0 0 0,0 1 0 0 0,5 1 0 0 0,2 2-197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2:46.0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14 220 1380 0 0,'-13'15'16799'0'0,"13"-14"-16590"0"0,3 2-12 0 0,-1-1-1 0 0,1 1 1 0 0,-1-1-1 0 0,1 0 0 0 0,0 1 1 0 0,4 1-1 0 0,-6-3-200 0 0,0-1 0 0 0,1 1-1 0 0,-1-1 1 0 0,0 0 0 0 0,1 1 0 0 0,-1-1-1 0 0,0 0 1 0 0,1 0 0 0 0,-1 0-1 0 0,0 0 1 0 0,1 0 0 0 0,-1 0-1 0 0,0 0 1 0 0,1 0 0 0 0,-1 0 0 0 0,0-1-1 0 0,1 1 1 0 0,-1 0 0 0 0,0-1-1 0 0,0 1 1 0 0,1-1 0 0 0,-1 0 0 0 0,2-1-1 0 0,18-12 5 0 0,1 1 0 0 0,0 0 0 0 0,1 2 0 0 0,0 0 0 0 0,33-9 0 0 0,50-13 0 0 0,-48 14 0 0 0,97-20 0 0 0,-108 34 0 0 0,0 2 0 0 0,59 4 0 0 0,14-1 0 0 0,-102-1 0 0 0,0 1 0 0 0,-1 1 0 0 0,1 0 0 0 0,23 5 0 0 0,-34-4 0 0 0,1 0 0 0 0,-1 0 0 0 0,-1 1 0 0 0,1 0 0 0 0,0 0 0 0 0,-1 1 0 0 0,1 0 0 0 0,-1 0 0 0 0,0 0 0 0 0,0 1 0 0 0,-1 0 0 0 0,0 0 0 0 0,6 6 0 0 0,11 20-38 0 0,-12-18 86 0 0,15 18-1 0 0,-22-28-119 0 0,0 1-1 0 0,0-2 0 0 0,0 1 1 0 0,1 0-1 0 0,-1-1 1 0 0,1 1-1 0 0,-1-1 1 0 0,1 0-1 0 0,0 0 1 0 0,5 1-1 0 0,-6-2 135 0 0,0-1 0 0 0,0 0 0 0 0,0 0 0 0 0,0 0 0 0 0,0 0 0 0 0,0 0 0 0 0,-1-1 0 0 0,1 1 0 0 0,0-1 0 0 0,0 0 0 0 0,0 0 0 0 0,4-2 0 0 0,-5 3-64 0 0,-1-1 0 0 0,0 1 0 0 0,0-1 0 0 0,0 0 0 0 0,1 1 0 0 0,-1-1 0 0 0,0 0-1 0 0,0 1 1 0 0,0-1 0 0 0,0 0 0 0 0,0 0 0 0 0,-1 0 0 0 0,1 0 0 0 0,0 0 0 0 0,0 0 0 0 0,-1 0 0 0 0,1 0-1 0 0,0-1 1 0 0,-1 1 0 0 0,1 0 0 0 0,-1 0 0 0 0,0 0 0 0 0,1-1 0 0 0,-1 1 0 0 0,0 0 0 0 0,0-1 0 0 0,0 1-1 0 0,1 0 1 0 0,-1 0 0 0 0,-1-3 0 0 0,1 3 2 0 0,0 0 0 0 0,-1 0 0 0 0,1 1 0 0 0,0-1 0 0 0,-1 0 0 0 0,1 0 0 0 0,-1 0 0 0 0,1 1 0 0 0,-1-1 0 0 0,1 0 0 0 0,-1 0 0 0 0,0 1 0 0 0,1-1 0 0 0,-1 1 0 0 0,0-1 0 0 0,1 0 0 0 0,-1 1 0 0 0,0-1 0 0 0,0 1 0 0 0,-1-1 0 0 0,0 0 0 0 0,-1 1 0 0 0,1-1 0 0 0,0 1 0 0 0,0-1 0 0 0,-1 1 0 0 0,1 0 0 0 0,0 0 0 0 0,-3 0 0 0 0,-3 1 0 0 0,1 0 0 0 0,0 1 0 0 0,0 0 0 0 0,-9 3 0 0 0,3 2 0 0 0,0 0 0 0 0,1 0 0 0 0,0 1 0 0 0,1 1 0 0 0,0 0 0 0 0,-14 14 0 0 0,24-21 0 0 0,-4 2 0 0 0,5-4 0 0 0,0 0 0 0 0,-1 0 0 0 0,1 0 0 0 0,0 0 0 0 0,0 0 0 0 0,0 0 0 0 0,0 0 0 0 0,0 0 0 0 0,0 0 0 0 0,-1 0 0 0 0,1 0 0 0 0,0-1 0 0 0,0 1 0 0 0,0 0 0 0 0,0 0 0 0 0,0 0 0 0 0,0 0 0 0 0,0 0 0 0 0,0 0 0 0 0,-1 0 0 0 0,1 0 0 0 0,0 0 0 0 0,0 0 0 0 0,0-1 0 0 0,0 1 0 0 0,0 0 0 0 0,0 0 0 0 0,0 0 0 0 0,0 0 0 0 0,0 0 0 0 0,0 0 0 0 0,0 0 0 0 0,0-1 0 0 0,0 1 0 0 0,0 0 0 0 0,0 0 0 0 0,0 0 0 0 0,0 0 0 0 0,0 0 0 0 0,0 0 0 0 0,0-1 0 0 0,0 1 0 0 0,0 0 0 0 0,0 0 0 0 0,0 0 0 0 0,0 0 0 0 0,0 0 0 0 0,0-1 0 0 0,3-5 0 0 0,11-7 0 0 0,-14 12 0 0 0,1 1 0 0 0,0-1 0 0 0,0 1 0 0 0,0 0 0 0 0,0-1 0 0 0,0 1 0 0 0,0 0 0 0 0,0 0 0 0 0,-1 0 0 0 0,1 0 0 0 0,0 0 0 0 0,0 0 0 0 0,0 0 0 0 0,0 0 0 0 0,0 0 0 0 0,2 0 0 0 0,4 1 0 0 0,-3-2-152 0 0,-1 0 1 0 0,0 0-1 0 0,0 0 0 0 0,0-1 1 0 0,0 1-1 0 0,-1-1 0 0 0,1 0 0 0 0,0 0 1 0 0,-1 1-1 0 0,1-2 0 0 0,-1 1 1 0 0,0 0-1 0 0,1 0 0 0 0,2-6 0 0 0,2-4 1933 0 0,-6 12-1767 0 0,-1 0 0 0 0,0 0-1 0 0,0 0 1 0 0,0-1 0 0 0,0 1 0 0 0,0 0 0 0 0,0 0 0 0 0,0 0-1 0 0,0 0 1 0 0,0 0 0 0 0,0 0 0 0 0,0 0 0 0 0,0-1-1 0 0,0 1 1 0 0,0 0 0 0 0,0 0 0 0 0,0 0 0 0 0,0 0-1 0 0,0 0 1 0 0,-1 0 0 0 0,1-1 0 0 0,0 1 0 0 0,0 0-1 0 0,0 0 1 0 0,0 0 0 0 0,0 0 0 0 0,0 0 0 0 0,0 0 0 0 0,0 0-1 0 0,0 0 1 0 0,0 0 0 0 0,-1-1 0 0 0,1 1 0 0 0,0 0-1 0 0,0 0 1 0 0,0 0 0 0 0,0 0 0 0 0,0 0 0 0 0,-1 0-17 0 0,0 0 1 0 0,1 0 0 0 0,-1 1 0 0 0,1-1 0 0 0,-1 0 0 0 0,0 0-1 0 0,1 1 1 0 0,-1-1 0 0 0,1 0 0 0 0,-1 1 0 0 0,1-1 0 0 0,-1 0-1 0 0,1 1 1 0 0,-1-1 0 0 0,1 1 0 0 0,-1-1 0 0 0,1 1 0 0 0,0-1-1 0 0,-1 1 1 0 0,-11 14 2 0 0,12-14 0 0 0,0-1-1 0 0,0 0 1 0 0,0 1-1 0 0,1-1 0 0 0,-1 0 1 0 0,0 0-1 0 0,0 0 1 0 0,0 1-1 0 0,0-1 1 0 0,1 0-1 0 0,-1 0 0 0 0,0 1 1 0 0,0-1-1 0 0,0 0 1 0 0,1 0-1 0 0,-1 0 1 0 0,0 0-1 0 0,0 0 1 0 0,1 1-1 0 0,-1-1 0 0 0,0 0 1 0 0,0 0-1 0 0,1 0 1 0 0,-1 0-1 0 0,0 0 1 0 0,0 0-1 0 0,1 0 1 0 0,-1 0-1 0 0,0 0 0 0 0,1 0 1 0 0,-1 0-1 0 0,0 0 1 0 0,0 0-1 0 0,1 0 1 0 0,-1 0-1 0 0,0 0 0 0 0,0 0 1 0 0,1 0-1 0 0,-1 0 1 0 0,0-1-1 0 0,0 1 1 0 0,1 0-1 0 0,-1 0 1 0 0,0 0-1 0 0,0 0 0 0 0,1-1 1 0 0,-1 1-1 0 0,0 0 1 0 0,0 0-1 0 0,0 0 1 0 0,0-1-1 0 0,1 1 0 0 0,-1 0 1 0 0,0 0-1 0 0,0-1 1 0 0,0 1-1 0 0,-8-39-7084 0 0,2 6 6661 0 0,1-1 0 0 0,0-52 1 0 0,3 68 423 0 0,2 18 0 0 0,0-1 0 0 0,0 1 0 0 0,0-1 0 0 0,0 1 0 0 0,-1-1 0 0 0,1 1 0 0 0,0-1 0 0 0,0 1 0 0 0,-1-1 0 0 0,1 1 0 0 0,0 0 0 0 0,-1-1 0 0 0,1 1 0 0 0,0-1 0 0 0,-1 1 0 0 0,1 0 0 0 0,-1-1 0 0 0,1 1 0 0 0,-1 0 0 0 0,1 0 0 0 0,-1-1 0 0 0,1 1 0 0 0,-1 0 0 0 0,1 0 0 0 0,-1 0 0 0 0,1 0 0 0 0,-1-1 0 0 0,0 1 0 0 0,0 1 128 0 0,1-1-1 0 0,0 0 1 0 0,-1 1 0 0 0,1-1 0 0 0,-1 1 0 0 0,1-1 0 0 0,0 1 0 0 0,-1-1 0 0 0,1 1 0 0 0,0-1 0 0 0,0 1 0 0 0,-1-1 0 0 0,1 1 0 0 0,0-1 0 0 0,0 1 0 0 0,0 0-1 0 0,0-1 1 0 0,0 1 0 0 0,0-1 0 0 0,0 1 0 0 0,0 0 0 0 0,0-1 0 0 0,0 2 0 0 0,0 16-2703 0 0,3-2 2716 0 0,1 0-1 0 0,0 0 1 0 0,1 0 0 0 0,1 0 0 0 0,12 21 0 0 0,1 8 3644 0 0,-17-41-3415 0 0,-1-1-1 0 0,0 1 0 0 0,0 0 1 0 0,-1 0-1 0 0,1-1 0 0 0,-1 1 0 0 0,0 7 1 0 0,0-11-348 0 0,0 1 0 0 0,0-1 1 0 0,0 1-1 0 0,0-1 0 0 0,0 1 0 0 0,0 0 1 0 0,0-1-1 0 0,-1 1 0 0 0,1-1 1 0 0,0 1-1 0 0,0-1 0 0 0,-1 1 0 0 0,1-1 1 0 0,0 1-1 0 0,-1-1 0 0 0,1 0 1 0 0,0 1-1 0 0,-1-1 0 0 0,1 1 1 0 0,-1-1-1 0 0,1 0 0 0 0,-1 1 0 0 0,0-1-32 0 0,0 0 0 0 0,0 0 0 0 0,0 0 0 0 0,0 0-1 0 0,0 0 1 0 0,0 0 0 0 0,0 0 0 0 0,0 0 0 0 0,1 0-1 0 0,-1-1 1 0 0,0 1 0 0 0,0 0 0 0 0,0-1-1 0 0,0 1 1 0 0,0 0 0 0 0,1-1 0 0 0,-1 1 0 0 0,0-1-1 0 0,0 0 1 0 0,-3-2 10 0 0,0 0 0 0 0,1 0 0 0 0,-1-1 0 0 0,1 1 0 0 0,0-1 0 0 0,0 1 0 0 0,1-1 0 0 0,-1 0 0 0 0,1 0 0 0 0,-3-7 0 0 0,4 10 0 0 0,1 1 0 0 0,0 0 0 0 0,-1-1 0 0 0,1 1 0 0 0,0 0 0 0 0,-1-1 0 0 0,1 1 0 0 0,0 0 0 0 0,-1 0 0 0 0,1-1 0 0 0,-1 1 0 0 0,1 0 0 0 0,0 0 0 0 0,-1 0 0 0 0,1 0 0 0 0,-1-1 0 0 0,1 1 0 0 0,-1 0 0 0 0,1 0 0 0 0,-1 0 0 0 0,1 0 0 0 0,0 0 0 0 0,-1 0 0 0 0,1 0 0 0 0,-1 0 0 0 0,1 0 0 0 0,-1 0 0 0 0,1 1 0 0 0,-1-1 0 0 0,1 0 0 0 0,0 0 0 0 0,-1 0 0 0 0,1 0 0 0 0,-1 1 0 0 0,1-1 0 0 0,0 0 0 0 0,-1 0 0 0 0,1 1 0 0 0,-1-1 0 0 0,1 1 0 0 0,-20 15 0 0 0,16-12 0 0 0,-3 2 0 0 0,1 0 0 0 0,0 0 0 0 0,0 0 0 0 0,-5 8 0 0 0,11-13-47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3:22.8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73 275 900 0 0,'-18'3'9582'0'0,"9"-4"-7665"0"0,7 1-1216 0 0,-1 0 1 0 0,1 0-1 0 0,-1-1 1 0 0,1 0-1 0 0,-1 1 1 0 0,1-1-1 0 0,-5-2 0 0 0,6 2-640 0 0,-1 0 1 0 0,1 0-1 0 0,-1 0 0 0 0,1 0 0 0 0,0-1 0 0 0,-1 1 0 0 0,1 0 0 0 0,0-1 0 0 0,0 1 0 0 0,0-1 1 0 0,0 1-1 0 0,0-1 0 0 0,0 1 0 0 0,0-1 0 0 0,1 0 0 0 0,-1 1 0 0 0,1-1 0 0 0,-1 0 0 0 0,1 0 0 0 0,-1 0 1 0 0,1 1-1 0 0,0-1 0 0 0,0 0 0 0 0,0 0 0 0 0,0 0 0 0 0,1-2 0 0 0,0-3-61 0 0,0 0 0 0 0,1 1 0 0 0,0-1 0 0 0,0 0 0 0 0,0 1 0 0 0,1 0 0 0 0,0-1 0 0 0,1 1 0 0 0,6-10 0 0 0,-8 14 0 0 0,0-1 0 0 0,0 1 0 0 0,1-1 0 0 0,-1 1 0 0 0,1 0 0 0 0,-1 0 0 0 0,1 0 0 0 0,0 0 0 0 0,-1 0 0 0 0,5-1 0 0 0,-5 2 0 0 0,0 1 0 0 0,0-1 0 0 0,0 1 0 0 0,0 0 0 0 0,0-1 0 0 0,0 1 0 0 0,0 0 0 0 0,0 0 0 0 0,0 0 0 0 0,0 0 0 0 0,0 1 0 0 0,0-1 0 0 0,0 0 0 0 0,0 1 0 0 0,0-1 0 0 0,-1 1 0 0 0,5 2 0 0 0,0 1-165 0 0,-1 0 0 0 0,1 1 0 0 0,-1-1 0 0 0,0 1 0 0 0,0 1 0 0 0,-1-1 0 0 0,1 1 0 0 0,4 7 0 0 0,5 7-788 0 0,-7-12-150 0 0,-1 0 1 0 0,1-1-1 0 0,0 0 0 0 0,1 0 1 0 0,0-1-1 0 0,14 10 0 0 0,-17-14 977 0 0,-1 1-1 0 0,1-1 0 0 0,0-1 0 0 0,-1 1 0 0 0,1 0 0 0 0,0-1 0 0 0,0 0 0 0 0,0 0 0 0 0,0-1 0 0 0,0 0 0 0 0,0 1 1 0 0,0-2-1 0 0,0 1 0 0 0,0 0 0 0 0,7-3 0 0 0,3-1 203 0 0,0-1 0 0 0,-1 0 0 0 0,0-1-1 0 0,0-1 1 0 0,0 0 0 0 0,18-13 0 0 0,71-63 629 0 0,-64 49-610 0 0,-37 33-95 0 0,-1 0 0 0 0,0-1 0 0 0,1 1 0 0 0,-1 0 0 0 0,0 0 0 0 0,1 0 0 0 0,-1 1 0 0 0,1-1 0 0 0,0 0 0 0 0,-1 1 0 0 0,1-1 0 0 0,0 0 0 0 0,-1 1 0 0 0,1 0 0 0 0,0-1 0 0 0,-1 1 0 0 0,1 0 0 0 0,0 0 0 0 0,2 0 0 0 0,-1 1 0 0 0,-1 0 0 0 0,0 0 0 0 0,0 0 0 0 0,1 1 0 0 0,-1-1 0 0 0,0 1 0 0 0,0-1 0 0 0,0 1 0 0 0,0 0 0 0 0,-1-1 0 0 0,1 1 0 0 0,2 4 0 0 0,11 12 359 0 0,-8-8 411 0 0,1-1 0 0 0,0 0 0 0 0,11 9 0 0 0,-15-15-620 0 0,0 0 0 0 0,-1-1 1 0 0,2 0-1 0 0,-1 1 0 0 0,0-1 0 0 0,0-1 1 0 0,1 1-1 0 0,-1-1 0 0 0,1 1 1 0 0,-1-1-1 0 0,10 1 0 0 0,1-2-843 0 0,0 0 0 0 0,0-1 0 0 0,0 0 0 0 0,0-1 0 0 0,-1-1 0 0 0,27-8 0 0 0,-4-2 459 0 0,50-24 1 0 0,-69 27 243 0 0,-1-1 1 0 0,0 0 0 0 0,-1-2-1 0 0,25-22 1 0 0,-5 3 0 0 0,-33 30 210 0 0,0-1 1 0 0,0 1 0 0 0,0-1-1 0 0,1 1 1 0 0,-1 0 0 0 0,8-3-1 0 0,-10 5-131 0 0,0 0-1 0 0,0-1 0 0 0,0 1 0 0 0,1 0 1 0 0,-1 0-1 0 0,0 0 0 0 0,0 0 0 0 0,0 0 1 0 0,0 1-1 0 0,0-1 0 0 0,1 0 0 0 0,-1 0 0 0 0,0 1 1 0 0,0-1-1 0 0,0 1 0 0 0,0-1 0 0 0,0 1 1 0 0,0-1-1 0 0,0 1 0 0 0,0 0 0 0 0,0-1 1 0 0,0 1-1 0 0,-1 0 0 0 0,1 0 0 0 0,0 0 1 0 0,0-1-1 0 0,-1 1 0 0 0,2 1 0 0 0,4 8 1504 0 0,0-1-1 0 0,6 14 1 0 0,-7-13-908 0 0,1 0-1 0 0,7 10 1 0 0,-11-17-696 0 0,1 1 1 0 0,0-1 0 0 0,0 0 0 0 0,0 0-1 0 0,0-1 1 0 0,1 1 0 0 0,-1-1 0 0 0,1 1-1 0 0,5 1 1 0 0,-1 0-4 0 0,0-2 1 0 0,1 1-1 0 0,-1-1 0 0 0,1 0 0 0 0,0-1 0 0 0,0 0 0 0 0,-1 0 1 0 0,1-1-1 0 0,0 0 0 0 0,0-1 0 0 0,0 0 0 0 0,-1 0 1 0 0,1-1-1 0 0,14-4 0 0 0,5-4-269 0 0,0-1 0 0 0,51-29 1 0 0,-28 10 272 0 0,-51 30 25 0 0,0 0 0 0 0,0 0 0 0 0,0 0-1 0 0,0 0 1 0 0,0 0 0 0 0,0 0 0 0 0,0-1-1 0 0,1 1 1 0 0,-1 0 0 0 0,0 0 0 0 0,0 0-1 0 0,0 0 1 0 0,0 0 0 0 0,0 0 0 0 0,0 0-1 0 0,0 0 1 0 0,0 0 0 0 0,0 0 0 0 0,0 0-1 0 0,0 0 1 0 0,0 0 0 0 0,0 0 0 0 0,0 0-1 0 0,0 0 1 0 0,0 0 0 0 0,1 0 0 0 0,-1 0-1 0 0,0 0 1 0 0,0 0 0 0 0,0 0 0 0 0,0 0-1 0 0,0 0 1 0 0,0 0 0 0 0,0 0 0 0 0,0 0-1 0 0,0 0 1 0 0,0 0 0 0 0,0 0 0 0 0,0 0-1 0 0,0 0 1 0 0,0 0 0 0 0,0 0 0 0 0,0 0-1 0 0,0 1 1 0 0,1-1 0 0 0,-1 0 0 0 0,0 0-1 0 0,0 0 1 0 0,0 0 0 0 0,0 0 0 0 0,0 0-1 0 0,0 0 1 0 0,0 0 0 0 0,0 0 0 0 0,0 0-1 0 0,0 0 1 0 0,0 0 0 0 0,0 0 0 0 0,0 0-1 0 0,0 0 1 0 0,0 0 0 0 0,0 1 0 0 0,0-1 0 0 0,-3 5 193 0 0,-7 8-984 0 0,-4 2-2236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3:23.5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59 346 688 0 0,'-12'-5'13939'0'0,"-6"-1"-10996"0"0,-3-2-853 0 0,21 8-2090 0 0,0 0 0 0 0,-1 0 0 0 0,1 0 0 0 0,-1 0 0 0 0,1 0 0 0 0,0 0 0 0 0,-1-1 0 0 0,1 1 0 0 0,0 0 0 0 0,-1 0 0 0 0,1-1 0 0 0,0 1 0 0 0,-1 0 0 0 0,1-1 0 0 0,0 1 0 0 0,0 0 0 0 0,-1-1 0 0 0,1 1 0 0 0,0 0 0 0 0,0-1 0 0 0,-1 1 0 0 0,1 0 0 0 0,0-1 0 0 0,0 1 0 0 0,0-1 0 0 0,0 1 0 0 0,0 0 0 0 0,0-1 0 0 0,0 1 0 0 0,0-1 0 0 0,0 1 0 0 0,0-1 0 0 0,0 0 0 0 0,1-1 0 0 0,-1 1 0 0 0,1 0 0 0 0,-1 0 0 0 0,1 0 0 0 0,0 0 0 0 0,-1 0 0 0 0,1 0 0 0 0,0 0 0 0 0,1-2 0 0 0,26-18 0 0 0,-28 21 0 0 0,5-5-398 0 0,1 2 0 0 0,1-1 0 0 0,-1 1 0 0 0,0 0-1 0 0,1 0 1 0 0,-1 1 0 0 0,11-3 0 0 0,-13 4-94 0 0,1 1 0 0 0,-1 0 0 0 0,1 0 0 0 0,-1 0 0 0 0,1 0 0 0 0,-1 1-1 0 0,1 0 1 0 0,-1 0 0 0 0,0 0 0 0 0,1 0 0 0 0,-1 1 0 0 0,7 3 0 0 0,37 21-1748 0 0,-34-18 2277 0 0,0 0-1 0 0,19 7 1 0 0,-27-12-7 0 0,0-2-1 0 0,0 1 1 0 0,0-1-1 0 0,0 0 1 0 0,0 0-1 0 0,1 0 1 0 0,-1-1 0 0 0,0 0-1 0 0,9-1 1 0 0,2-3 48 0 0,-1 0 0 0 0,1 0 0 0 0,-1-2 0 0 0,0 0 0 0 0,0-1 0 0 0,-1 0 0 0 0,0-1 0 0 0,0-1 0 0 0,-1-1 0 0 0,0 0 0 0 0,24-23 0 0 0,-36 31-78 0 0,0 0 0 0 0,0 0 0 0 0,0 0 0 0 0,0-1 0 0 0,-1 1 0 0 0,1 0 0 0 0,-1-1 0 0 0,1 0 0 0 0,-1 1 0 0 0,0-1 0 0 0,0 0 0 0 0,0 0 0 0 0,0 0 0 0 0,-1 1 0 0 0,1-5 0 0 0,-1 11 15 0 0,0 0 1 0 0,0 0 0 0 0,0-1-1 0 0,1 1 1 0 0,-1 0 0 0 0,1-1-1 0 0,0 1 1 0 0,0 0 0 0 0,1-1-1 0 0,-1 1 1 0 0,0-1 0 0 0,1 0-1 0 0,0 0 1 0 0,0 1 0 0 0,0-1-1 0 0,0 0 1 0 0,1 0 0 0 0,-1-1-1 0 0,1 1 1 0 0,0-1 0 0 0,-1 1-1 0 0,1-1 1 0 0,0 0 0 0 0,0 0-1 0 0,1 0 1 0 0,-1 0 0 0 0,0 0-1 0 0,1-1 1 0 0,-1 0 0 0 0,1 0-1 0 0,-1 0 1 0 0,1 0 0 0 0,0 0-1 0 0,-1 0 1 0 0,1-1-1 0 0,4 0 1 0 0,7 0-35 0 0,0-1-1 0 0,0 0 0 0 0,-1-1 1 0 0,1-1-1 0 0,-1-1 0 0 0,1 1 1 0 0,-1-2-1 0 0,24-11 1 0 0,2-4-16 0 0,60-41 0 0 0,-61 35 58 0 0,57-36-21 0 0,-78 52 5 0 0,-1 1 0 0 0,2 1 0 0 0,29-10 0 0 0,-41 16 35 0 0,-1 1 0 0 0,1-1 0 0 0,0 2 0 0 0,0-1 0 0 0,0 1 0 0 0,0 0 0 0 0,0 0 0 0 0,-1 1 0 0 0,1 0 0 0 0,10 2 0 0 0,-1 2 3 0 0,1 1 0 0 0,29 15 0 0 0,-38-17-7 0 0,1 0 0 0 0,0-1 0 0 0,0 0-1 0 0,0 0 1 0 0,0-1 0 0 0,1 0 0 0 0,-1-1 0 0 0,1 0 0 0 0,-1-1-1 0 0,1 0 1 0 0,-1 0 0 0 0,12-2 0 0 0,6-4 117 0 0,0 0-1 0 0,47-19 1 0 0,-39 13-438 0 0,-19 6 322 0 0,-2 1 856 0 0,23-6-1 0 0,-33 10-1258 0 0,0 1-1 0 0,0-1 0 0 0,1 1 1 0 0,-1 0-1 0 0,8 0 0 0 0,-1 3-986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3:34.9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60 174 688 0 0,'-25'4'18225'0'0,"23"-4"-17531"0"0,-16-6-641 0 0,17 5-53 0 0,0 1 0 0 0,0-1 0 0 0,1 1 0 0 0,-1-1 0 0 0,0 0 0 0 0,0 1 0 0 0,1-1 0 0 0,-1 0 0 0 0,0 0 0 0 0,1 1 0 0 0,-1-1 0 0 0,1 0 0 0 0,-1 0 0 0 0,1 0 0 0 0,-1 0 0 0 0,1 1 0 0 0,0-1 0 0 0,-1 0 0 0 0,1 0 0 0 0,0-1 0 0 0,-2-16 0 0 0,2 13-11 0 0,0 0 0 0 0,0 0-1 0 0,1 0 1 0 0,0 0 0 0 0,3-7-1 0 0,-3 7-499 0 0,1 0-1 0 0,1 0 1 0 0,-1 1-1 0 0,1-1 1 0 0,0 1-1 0 0,0-1 1 0 0,0 1-1 0 0,6-6 1 0 0,10-7-4418 0 0,-16 14 4967 0 0,0 0 1 0 0,1 0-1 0 0,-1 1 0 0 0,1-1 1 0 0,0 1-1 0 0,0 0 1 0 0,0 1-1 0 0,0-1 0 0 0,0 1 1 0 0,8-2-1 0 0,-5 2-23 0 0,0 0 0 0 0,-1 1 0 0 0,1 0 0 0 0,0 0 0 0 0,-1 1-1 0 0,1-1 1 0 0,0 2 0 0 0,-1-1 0 0 0,0 1 0 0 0,1 0 0 0 0,-1 0 0 0 0,9 5-1 0 0,8 5 16 0 0,40 28 0 0 0,-42-26-19 0 0,14 16 77 0 0,0 0-23 0 0,-32-28-32 0 0,0 0 1 0 0,1 0-1 0 0,-1 0 1 0 0,0 0-1 0 0,1-1 1 0 0,-1 0-1 0 0,1 1 1 0 0,0-1-1 0 0,6 0 1 0 0,-6-1 150 0 0,0 0 1 0 0,1 0 0 0 0,-1-1-1 0 0,1 1 1 0 0,-1-1 0 0 0,0-1-1 0 0,0 1 1 0 0,1 0 0 0 0,-1-1-1 0 0,7-4 1 0 0,2-2-1090 0 0,22-15 0 0 0,16-22 442 0 0,-41 34 468 0 0,1 1-1 0 0,0 1 1 0 0,0 0-1 0 0,1 0 1 0 0,0 1-1 0 0,18-8 1 0 0,-28 15-5 0 0,0 0 0 0 0,0 0 0 0 0,0 0 0 0 0,1 1 0 0 0,-1-1 0 0 0,0 1 0 0 0,1 0 0 0 0,-1-1 0 0 0,0 1 0 0 0,1 0 0 0 0,-1 0 0 0 0,0 1 0 0 0,1-1 0 0 0,-1 0 0 0 0,0 1 0 0 0,1-1 0 0 0,-1 1 0 0 0,0 0 0 0 0,0 0 0 0 0,4 2 0 0 0,-3-1 0 0 0,1 1 0 0 0,-1 0 0 0 0,1 0 0 0 0,-1 0 0 0 0,0 0 0 0 0,-1 1 0 0 0,1-1 0 0 0,0 1 0 0 0,3 8 0 0 0,0-1 5 0 0,0-1 1 0 0,1 1-1 0 0,11 13 1 0 0,-14-20-5 0 0,-1-1 1 0 0,1 1 0 0 0,0-1 0 0 0,0 0 0 0 0,0 0 0 0 0,0 0-1 0 0,1 0 1 0 0,-1-1 0 0 0,1 0 0 0 0,0 0 0 0 0,5 2 0 0 0,-1-2-1 0 0,-1 0 0 0 0,0-1 0 0 0,1 0 0 0 0,-1-1 0 0 0,1 1 1 0 0,0-2-1 0 0,-1 1 0 0 0,1-1 0 0 0,-1 0 0 0 0,14-5 0 0 0,4-2 7 0 0,-1-1-1 0 0,25-14 0 0 0,13-5-1 0 0,-61 27-6 0 0,1 0 0 0 0,0 0 0 0 0,0 0 0 0 0,1 0 0 0 0,-1 1 0 0 0,0-1 0 0 0,0 1 0 0 0,0 0 0 0 0,0 0 0 0 0,0 0 0 0 0,1 0 0 0 0,-1 1 0 0 0,0-1 0 0 0,0 1 0 0 0,0 0 0 0 0,3 1 0 0 0,0 1 0 0 0,-1 0 0 0 0,0 0 0 0 0,1 0 0 0 0,-1 1 0 0 0,-1 0 0 0 0,1 0 0 0 0,4 6 0 0 0,-1-3 7 0 0,-1 0-1 0 0,1 0 1 0 0,0-1 0 0 0,0 0 0 0 0,0-1 0 0 0,1 1 0 0 0,0-2 0 0 0,0 1 0 0 0,0-1 0 0 0,1-1 0 0 0,0 1 0 0 0,-1-2 0 0 0,1 1 0 0 0,0-1 0 0 0,0-1 0 0 0,0 0 0 0 0,0 0 0 0 0,1-1 0 0 0,-1 0 0 0 0,0-1 0 0 0,0 0 0 0 0,15-4 0 0 0,-3-1 19 0 0,-1-1 0 0 0,1-1 0 0 0,39-21 0 0 0,55-43 62 0 0,-110 67-81 0 0,1 1 1 0 0,0 0-1 0 0,0 0 1 0 0,13-4-1 0 0,-18 7-4 0 0,0 1 0 0 0,-1-1-1 0 0,1 1 1 0 0,0-1-1 0 0,0 1 1 0 0,0 0 0 0 0,0 0-1 0 0,-1 0 1 0 0,1 0-1 0 0,0 0 1 0 0,0 0 0 0 0,0 1-1 0 0,0-1 1 0 0,0 1-1 0 0,-1-1 1 0 0,1 1 0 0 0,0 0-1 0 0,0-1 1 0 0,-1 1-1 0 0,1 0 1 0 0,-1 0 0 0 0,1 0-1 0 0,-1 0 1 0 0,1 1 0 0 0,-1-1-1 0 0,2 2 1 0 0,20 28 76 0 0,-18-23 385 0 0,0 0 0 0 0,1 0 0 0 0,6 6 0 0 0,-4-6 294 0 0,0-1-1 0 0,0 0 1 0 0,1-1-1 0 0,0 0 1 0 0,18 9-1 0 0,-17-11-738 0 0,0 0-1 0 0,1 0 0 0 0,-1-1 1 0 0,1 0-1 0 0,15 1 0 0 0,-13-3-589 0 0,1 0 0 0 0,0-1 0 0 0,0-1 0 0 0,0 0-1 0 0,0-1 1 0 0,-1 0 0 0 0,1-1 0 0 0,-1-1 0 0 0,0 0 0 0 0,13-6 0 0 0,-11 4 1112 0 0,-1 0 1 0 0,0-1-1 0 0,0-1 1 0 0,0 0-1 0 0,-1-1 1 0 0,-1 0-1 0 0,13-13 1 0 0,-24 22-420 0 0,0-1 0 0 0,0 0 0 0 0,0 1-1 0 0,0-1 1 0 0,1 1 0 0 0,-1-1 0 0 0,0 1 0 0 0,0 0 0 0 0,0-1 0 0 0,0 1 0 0 0,1 0-1 0 0,-1 0 1 0 0,0 0 0 0 0,0 0 0 0 0,1 0 0 0 0,-1 0 0 0 0,0 0 0 0 0,0 0-1 0 0,0 0 1 0 0,1 1 0 0 0,-1-1 0 0 0,0 1 0 0 0,0-1 0 0 0,0 0 0 0 0,0 1-1 0 0,0 0 1 0 0,2 1 0 0 0,4 4-82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3:42.9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18 305 1380 0 0,'-17'-27'20154'0'0,"17"22"-19816"0"0,-1-1-2550 0 0,1 2 2212 0 0,0-1 0 0 0,0 1 0 0 0,1-1 0 0 0,-1 1 0 0 0,1 0 0 0 0,0-1 0 0 0,0 1 0 0 0,1 0 0 0 0,-1-1 0 0 0,1 1 0 0 0,0 0 0 0 0,0 0 0 0 0,0 0 0 0 0,5-6 0 0 0,0 1 0 0 0,0 1 0 0 0,1 0 0 0 0,-1 0 0 0 0,19-14 0 0 0,-21 18 0 0 0,1 0 0 0 0,0 0 0 0 0,0 1 0 0 0,0 0 0 0 0,0 0 0 0 0,1 0 0 0 0,11-3 0 0 0,-15 5 0 0 0,0 1 0 0 0,0 0 0 0 0,-1-1 0 0 0,1 1 0 0 0,0 0 0 0 0,0 0 0 0 0,0 1 0 0 0,-1-1 0 0 0,1 1 0 0 0,0-1 0 0 0,0 1 0 0 0,-1 0 0 0 0,1 0 0 0 0,0 0 0 0 0,-1 0 0 0 0,1 0 0 0 0,-1 1 0 0 0,0-1 0 0 0,1 1 0 0 0,-1 0 0 0 0,0 0 0 0 0,2 2 0 0 0,8 6 0 0 0,0 0 0 0 0,16 10 0 0 0,3 2 0 0 0,-19-12 1 0 0,0-2 0 0 0,0 1 0 0 0,15 6 0 0 0,-22-12-5 0 0,0-1 1 0 0,1-1 0 0 0,-1 1 0 0 0,0-1 0 0 0,0 0-1 0 0,1 0 1 0 0,-1 0 0 0 0,1-1 0 0 0,-1 0 0 0 0,0 0-1 0 0,1 0 1 0 0,5-1 0 0 0,3-2-821 0 0,-1 0-1 0 0,0-1 1 0 0,0 0-1 0 0,21-11 1 0 0,46-30-2883 0 0,1 0 3518 0 0,-66 37 191 0 0,-8 4-3 0 0,1 1 0 0 0,0-1 0 0 0,0 1 1 0 0,0 0-1 0 0,14-3 0 0 0,-19 6 2 0 0,-1 0 0 0 0,0 0 0 0 0,1 0 0 0 0,-1 0 1 0 0,0 0-1 0 0,1 1 0 0 0,-1-1 0 0 0,0 1 0 0 0,1-1 0 0 0,-1 1 0 0 0,0 0 0 0 0,0 0 1 0 0,0 0-1 0 0,1 0 0 0 0,-1 0 0 0 0,0 0 0 0 0,0 1 0 0 0,-1-1 0 0 0,1 1 0 0 0,0-1 1 0 0,0 1-1 0 0,-1 0 0 0 0,1 0 0 0 0,-1 0 0 0 0,2 3 0 0 0,2 1 19 0 0,-1 1-1 0 0,1-1 1 0 0,0 0-1 0 0,0 0 0 0 0,0-1 1 0 0,8 7-1 0 0,-10-10 41 0 0,0 0 0 0 0,1-1-1 0 0,-1 1 1 0 0,0 0-1 0 0,1-1 1 0 0,-1 0 0 0 0,1 0-1 0 0,-1 0 1 0 0,1 0-1 0 0,-1-1 1 0 0,1 1 0 0 0,0-1-1 0 0,-1 0 1 0 0,1 0-1 0 0,5-1 1 0 0,4-1-88 0 0,-1 0 1 0 0,0-1-1 0 0,0-1 1 0 0,0 0-1 0 0,17-8 0 0 0,57-35-242 0 0,-50 26-16 0 0,-8 5 288 0 0,-3 2-20 0 0,36-16 0 0 0,-54 27 18 0 0,1 0-1 0 0,-1 1 1 0 0,0 0-1 0 0,1 0 1 0 0,-1 1 0 0 0,1 0-1 0 0,0 0 1 0 0,-1 1-1 0 0,1 0 1 0 0,9 1 0 0 0,-13 0-1 0 0,1 0 0 0 0,-1 1 1 0 0,0 0-1 0 0,1 0 0 0 0,-1 0 0 0 0,0 0 1 0 0,0 0-1 0 0,5 5 0 0 0,-4-3 13 0 0,-1-1 0 0 0,1 0 0 0 0,0 0 0 0 0,1-1 0 0 0,6 4-1 0 0,0-3 5 0 0,0 0-1 0 0,1-1 0 0 0,-1-1 0 0 0,0 1 0 0 0,1-2 1 0 0,-1 0-1 0 0,14-1 0 0 0,-6-2 21 0 0,0-1 1 0 0,0-1-1 0 0,29-10 1 0 0,-15 3 44 0 0,50-12 1 0 0,-73 22-76 0 0,-1 0 0 0 0,1 1 0 0 0,0 0 0 0 0,-1 1 0 0 0,1 0 1 0 0,0 1-1 0 0,0 0 0 0 0,-1 1 0 0 0,15 3 0 0 0,-14-1 22 0 0,0 0 1 0 0,0 0 0 0 0,14 9 0 0 0,-20-10-130 0 0,-1 0 1 0 0,1 1-1 0 0,-1-1 0 0 0,1 1 0 0 0,-1 0 1 0 0,0 0-1 0 0,0 0 0 0 0,5 9 0 0 0,-3-1-4095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3:46.1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133 138 1840 0 0,'-20'-28'17838'0'0,"14"22"-15584"0"0,1-1-4526 0 0,5 7 2272 0 0,0 0 0 0 0,0 0 0 0 0,0-1 0 0 0,0 1 0 0 0,0 0 0 0 0,0 0 0 0 0,0 0 0 0 0,0 0 0 0 0,0-1 0 0 0,0 1 0 0 0,0 0 0 0 0,-1 0 0 0 0,1 0 0 0 0,0 0 0 0 0,0 0 0 0 0,0-1 0 0 0,0 1 0 0 0,0 0 0 0 0,0 0 0 0 0,-1 0 0 0 0,1 0 0 0 0,0 0 0 0 0,0 0 0 0 0,0 0 0 0 0,0 0 0 0 0,0 0 0 0 0,-1-1 0 0 0,1 1 0 0 0,0 0 0 0 0,0 0 0 0 0,0 0 0 0 0,0 0 0 0 0,-1 0 0 0 0,1 0 0 0 0,0 0 0 0 0,0 0 0 0 0,0 0 0 0 0,-1 0 0 0 0,1 0 0 0 0,0 0 0 0 0,0 0 0 0 0,0 1 0 0 0,0-1 0 0 0,-1 0 0 0 0,1 0 0 0 0,0 0 0 0 0,0 0 0 0 0,0 0 0 0 0,-1 0 0 0 0,-5 18 0 0 0,5-15 0 0 0,-9 40-581 0 0,7-21-1276 0 0,1 0 0 0 0,1-1 0 0 0,2 25 0 0 0,-1-21 1869 0 0,-1 0 0 0 0,-1 0 0 0 0,-7 34 0 0 0,2-20-7 0 0,4-15 2 0 0,2-12 10 0 0,0 0 1 0 0,-6 19-1 0 0,6-28-14 0 0,0 0 0 0 0,-1 0 1 0 0,1 0-1 0 0,0 0 0 0 0,-1 0 0 0 0,0 0 1 0 0,1-1-1 0 0,-1 1 0 0 0,0-1 0 0 0,0 1 1 0 0,-1-1-1 0 0,1 0 0 0 0,0 0 0 0 0,-6 3 1 0 0,7-4-7 0 0,0-1 0 0 0,1 1 1 0 0,-1-1-1 0 0,0 1 1 0 0,0 0-1 0 0,0-1 1 0 0,0 1-1 0 0,0 0 1 0 0,1 0-1 0 0,-1-1 1 0 0,0 1-1 0 0,2 3 970 0 0,-1-4-893 0 0,0 1 1 0 0,0-1-1 0 0,0 0 1 0 0,1 0-1 0 0,-1 0 1 0 0,0 0 0 0 0,0 0-1 0 0,0 0 1 0 0,1 0-1 0 0,-1 0 1 0 0,0 0-1 0 0,0 0 1 0 0,0 0 0 0 0,1 0-1 0 0,-1 0 1 0 0,0 0-1 0 0,0 0 1 0 0,1 0-1 0 0,-1 0 1 0 0,0 0-1 0 0,0 0 1 0 0,34-4 3605 0 0,-34 4-3707 0 0,7-1 366 0 0,1 1 0 0 0,-1 0 0 0 0,9 1 0 0 0,14-1-533 0 0,10-5 239 0 0,41-11 0 0 0,12-2-1652 0 0,483-47-4075 0 0,-379 48 5682 0 0,231-7 0 0 0,-62 16 0 0 0,101-18 0 0 0,-165 5 0 0 0,-61 3 0 0 0,-185 15 79 0 0,0-3 0 0 0,0-2 1 0 0,105-29-1 0 0,-148 33 48 0 0,193-69-16 0 0,-203 72 140 0 0,-1 0 0 0 0,1 1 0 0 0,-1-1 1 0 0,1 1-1 0 0,0-1 0 0 0,-1 1 1 0 0,1 0-1 0 0,0 0 0 0 0,0 0 1 0 0,-1 0-1 0 0,6 1 0 0 0,28 11-1991 0 0,-28-9 1738 0 0,0-1 0 0 0,0 1 1 0 0,11 1-1 0 0,-16-3 614 0 0,0-1 1 0 0,0 0 0 0 0,0 0-1 0 0,-1 0 1 0 0,1-1 0 0 0,0 1-1 0 0,0-1 1 0 0,3 0 0 0 0,-2-1-590 0 0,0 0 0 0 0,0 0 0 0 0,0 0 0 0 0,0 0 1 0 0,-1 0-1 0 0,1-1 0 0 0,-1 0 0 0 0,0 0 0 0 0,1 0 0 0 0,-1 0 1 0 0,0 0-1 0 0,-1-1 0 0 0,1 1 0 0 0,3-8 0 0 0,0 0-28 0 0,-1 0-1 0 0,0-1 0 0 0,-1 0 1 0 0,3-12-1 0 0,-5 16 6 0 0,-1 0 0 0 0,0 0 0 0 0,0 0 0 0 0,-1 0 0 0 0,0 0 0 0 0,0 0 0 0 0,-1 0 0 0 0,0 0 0 0 0,0 0 0 0 0,-4-10 0 0 0,5 16 0 0 0,-1 1 0 0 0,1-1 0 0 0,-1 1 0 0 0,1 0 0 0 0,-1-1 0 0 0,0 1 0 0 0,0 0 0 0 0,1-1 0 0 0,-1 1 0 0 0,0 0 0 0 0,0 0 0 0 0,-1 0 0 0 0,1-1 0 0 0,0 1 0 0 0,0 1 0 0 0,0-1 0 0 0,-1 0 0 0 0,1 0 0 0 0,-3-1 0 0 0,3 2 0 0 0,-1 0 0 0 0,1 0 0 0 0,-1-1 0 0 0,1 1 0 0 0,-1 0 0 0 0,1 0 0 0 0,-1 1 0 0 0,1-1 0 0 0,-1 0 0 0 0,1 0 0 0 0,-1 1 0 0 0,1-1 0 0 0,-1 1 0 0 0,1 0 0 0 0,0-1 0 0 0,-3 2 0 0 0,-1 1 0 0 0,0 1 0 0 0,0 0 0 0 0,1 0 0 0 0,-1 0 0 0 0,1 1 0 0 0,0-1 0 0 0,0 1 0 0 0,-5 7 0 0 0,-9 19-989 0 0,1 0 0 0 0,2 1-1 0 0,1 1 1 0 0,2 0 0 0 0,1 1 0 0 0,-7 38 0 0 0,12-34 788 0 0,3 2 74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3:55.2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140 44 1840 0 0,'-11'-17'14504'0'0,"10"12"-13616"0"0,-3-9 1393 0 0,4 13-2277 0 0,1 1 1 0 0,-1-1-1 0 0,0 1 0 0 0,0 0 1 0 0,0-1-1 0 0,1 1 0 0 0,-1 0 1 0 0,0-1-1 0 0,0 1 0 0 0,1 0 1 0 0,-1-1-1 0 0,0 1 0 0 0,0 0 1 0 0,1 0-1 0 0,-1-1 0 0 0,0 1 1 0 0,1 0-1 0 0,-1 0 0 0 0,1 0 1 0 0,-1 0-1 0 0,0-1 0 0 0,1 1 1 0 0,-1 0-1 0 0,1 0 0 0 0,-1 0 1 0 0,0 0-1 0 0,1 0 0 0 0,-1 0 1 0 0,1 0-1 0 0,-1 0 0 0 0,0 0 1 0 0,1 0-1 0 0,0 0 0 0 0,1 5-4 0 0,-1 6 0 0 0,-1-1 0 0 0,0 0 0 0 0,-1 0 0 0 0,0 0 0 0 0,-1 0 0 0 0,0 0 0 0 0,-4 12 0 0 0,-3 9 0 0 0,1 2 0 0 0,1-1 0 0 0,-3 41 0 0 0,9-56 0 0 0,-2 0 0 0 0,0-1 0 0 0,-1 1 0 0 0,-1-1 0 0 0,0 0 0 0 0,-1 0 0 0 0,-1-1 0 0 0,0 0 0 0 0,-17 26 0 0 0,20-36 0 0 0,0 1 0 0 0,1-1 0 0 0,0 1 0 0 0,0 0 0 0 0,1 0 0 0 0,0 0 0 0 0,0 0 0 0 0,-2 11 0 0 0,4-16 0 0 0,0-1 0 0 0,0 1 0 0 0,1 0 0 0 0,-1 0 0 0 0,0-1 0 0 0,1 1 0 0 0,-1 0 0 0 0,0 0 0 0 0,1-1 0 0 0,-1 1 0 0 0,1-1 0 0 0,-1 1 0 0 0,1 0 0 0 0,0-1 0 0 0,-1 1 0 0 0,1-1 0 0 0,-1 1 0 0 0,1-1 0 0 0,0 0 0 0 0,0 1 0 0 0,-1-1 0 0 0,1 0 0 0 0,0 1 0 0 0,0-1 0 0 0,-1 0 0 0 0,1 0 0 0 0,0 0 0 0 0,0 1 0 0 0,1-1 0 0 0,29 3 0 0 0,-23-3 0 0 0,23 1-818 0 0,-1-2-1 0 0,1-1 0 0 0,-1-2 1 0 0,39-9-1 0 0,2 1-2188 0 0,255-21 2547 0 0,-129 18 478 0 0,-6 0-8 0 0,-129 13-8 0 0,69 6 0 0 0,-75 2-2 0 0,7 0 0 0 0,0-2 0 0 0,88-5 0 0 0,161-20 149 0 0,-283 19-146 0 0,-18 2 1 0 0,23-2 121 0 0,70 4 0 0 0,-93 0 148 0 0,-1 0 705 0 0,0-1 1 0 0,0 0-1 0 0,12-1 1 0 0,-20 0-840 0 0,1-1 1 0 0,-1 1 0 0 0,0 0 0 0 0,0-1-1 0 0,0 1 1 0 0,0-1 0 0 0,1 0 0 0 0,-1 1 0 0 0,0-1-1 0 0,0 0 1 0 0,0 0 0 0 0,-1-1 0 0 0,1 1 0 0 0,0 0-1 0 0,0-1 1 0 0,-1 1 0 0 0,1-1 0 0 0,0 1 0 0 0,-1-1-1 0 0,2-2 1 0 0,-1 0-140 0 0,0 0 0 0 0,-1 1 0 0 0,1-1 0 0 0,-1 0 0 0 0,0 0 0 0 0,0-1 0 0 0,-1 1 0 0 0,1-7 0 0 0,-2-39 0 0 0,0 21 0 0 0,1 20 0 0 0,2-92 0 0 0,0 83 0 0 0,0 1 0 0 0,1-1 0 0 0,8-27 0 0 0,-3 28 0 0 0,-8 17 0 0 0,0 0 0 0 0,0 0 0 0 0,0 0 0 0 0,1 0 0 0 0,-1 0 0 0 0,0 0 0 0 0,0 0 0 0 0,0 0 0 0 0,0 0 0 0 0,0 0 0 0 0,0 0 0 0 0,0 0 0 0 0,0 0 0 0 0,0 0 0 0 0,0 0 0 0 0,0 0 0 0 0,0 0 0 0 0,0 0 0 0 0,0 0 0 0 0,0 0 0 0 0,0 0 0 0 0,0 0 0 0 0,1 0 0 0 0,-1 0 0 0 0,0 0 0 0 0,0 0 0 0 0,0 0 0 0 0,0 0 0 0 0,0 0 0 0 0,0 0 0 0 0,0 0 0 0 0,0 0 0 0 0,0 0 0 0 0,0 0 0 0 0,0 0 0 0 0,0 0 0 0 0,0 0 0 0 0,0 0 0 0 0,0 0 0 0 0,0 0 0 0 0,1 0 0 0 0,-1 0 0 0 0,0 0 0 0 0,0 0 0 0 0,0 0 0 0 0,0 0 0 0 0,0 0 0 0 0,0 0 0 0 0,0 0 0 0 0,0 0 0 0 0,0 0 0 0 0,0 1 0 0 0,0-1 0 0 0,0 0 0 0 0,0 0 0 0 0,0 0 0 0 0,0 0 0 0 0,0 0 0 0 0,0 0 0 0 0,0 0 0 0 0,0 0 0 0 0,0 11 0 0 0,-3 20-681 0 0,-2-1-1 0 0,-15 54 1 0 0,11-58-389 0 0,-2 0 0 0 0,0 0 0 0 0,-18 25 0 0 0,-50 69-947 0 0,72-109 1919 0 0,-15 20-3915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4:08.5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43 851 1152 0 0,'-16'-13'15394'0'0,"14"11"-15082"0"0,-1 1-1 0 0,1-1 0 0 0,0 0 1 0 0,-1 0-1 0 0,1 0 1 0 0,0 0-1 0 0,0 0 0 0 0,0 0 1 0 0,-2-5-1 0 0,3 4-309 0 0,1 1 0 0 0,-1-1 0 0 0,1 0 0 0 0,0 1 0 0 0,0-1 0 0 0,0 0 0 0 0,0 1-1 0 0,0-1 1 0 0,1 0 0 0 0,-1 1 0 0 0,1-1 0 0 0,2-5 0 0 0,15-30-696 0 0,-10 24-259 0 0,32-65-6588 0 0,3 4 5054 0 0,-27 49 2525 0 0,2 1 0 0 0,0 1 0 0 0,39-38 0 0 0,22-19-8 0 0,-42 43-7 0 0,1 1-1 0 0,52-40 1 0 0,-54 51 2 0 0,1 1 0 0 0,0 2 0 0 0,77-33 0 0 0,-96 49 401 0 0,4-2-557 0 0,28-7 0 0 0,-43 14 536 0 0,-1 1 0 0 0,1-1 0 0 0,-1 2 0 0 0,1-1 0 0 0,0 1 1 0 0,-1 0-1 0 0,1 0 0 0 0,0 1 0 0 0,7 1 0 0 0,-11-1 48 0 0,0 0-1 0 0,0 0 0 0 0,0 0 1 0 0,0 1-1 0 0,-1-1 1 0 0,1 1-1 0 0,0-1 1 0 0,-1 1-1 0 0,1 0 1 0 0,-1 0-1 0 0,0 0 1 0 0,0 0-1 0 0,0 1 1 0 0,4 4-1 0 0,-1 2-357 0 0,1 0 0 0 0,7 21 0 0 0,-9-21-641 0 0,-1-1 0 0 0,2 0 0 0 0,-1 1 0 0 0,7 8 0 0 0,-3-8-587 0 0,1 1 0 0 0,0-2 0 0 0,0 1-1 0 0,1-2 1 0 0,13 10 0 0 0,-9-9 682 0 0,1 1 0 0 0,1-2-1 0 0,21 8 1 0 0,-11-6 559 0 0,1-2 0 0 0,0-1 0 0 0,1-1-1 0 0,44 1 1 0 0,-52-6-73 0 0,0-2 0 0 0,-1 0 0 0 0,1-1 1 0 0,36-11-1 0 0,-44 10 166 0 0,0 1 1 0 0,0-2 0 0 0,-1 0 0 0 0,0 0-1 0 0,0-1 1 0 0,0-1 0 0 0,0 0 0 0 0,-1 0 0 0 0,0-1-1 0 0,-1 0 1 0 0,15-16 0 0 0,-16 15 2189 0 0,0-2 0 0 0,9-14 1 0 0,-10 13-2047 0 0,-1-1 1 0 0,6-14 0 0 0,-8 15-346 0 0,1 0 0 0 0,1 1 0 0 0,7-13 0 0 0,-10 22 0 0 0,-2 8 0 0 0,-2 7 0 0 0,1-6 10 0 0,-1 0 0 0 0,1-1-1 0 0,0 1 1 0 0,0 0-1 0 0,1-1 1 0 0,0 1 0 0 0,0 0-1 0 0,1-1 1 0 0,2 7 0 0 0,-3-9-73 0 0,0-1 0 0 0,1 0 0 0 0,0 0 0 0 0,-1 0 0 0 0,1 0 0 0 0,0 0-1 0 0,1 0 1 0 0,-1 0 0 0 0,0-1 0 0 0,1 1 0 0 0,0-1 0 0 0,-1 1 0 0 0,1-1 0 0 0,0 0 0 0 0,0 0 0 0 0,0-1 0 0 0,0 1 0 0 0,7 2 0 0 0,2-1-986 0 0,0 0 0 0 0,0-1 0 0 0,0-1 0 0 0,0 0 1 0 0,0 0-1 0 0,0-1 0 0 0,18-2 0 0 0,0-2 684 0 0,53-15 0 0 0,92-40 510 0 0,20-6-30 0 0,-153 55-65 0 0,1 2 1 0 0,0 2-1 0 0,50-1 1 0 0,-62 7-20 0 0,-1 1-1 0 0,1 2 1 0 0,0 1-1 0 0,-1 1 1 0 0,38 11 0 0 0,-27-4 99 0 0,-14-5 99 0 0,-1 2 0 0 0,0 0 0 0 0,44 23 0 0 0,-66-30-102 0 0,0 1 0 0 0,0-1 0 0 0,0 1 1 0 0,-1 1-1 0 0,8 6 0 0 0,-10-9-132 0 0,0 0 1 0 0,0 1 0 0 0,0-1-1 0 0,-1 1 1 0 0,1-1 0 0 0,0 0-1 0 0,-1 1 1 0 0,1 0-1 0 0,0-1 1 0 0,-1 1 0 0 0,0-1-1 0 0,1 1 1 0 0,-1 0 0 0 0,0-1-1 0 0,0 1 1 0 0,0 0-1 0 0,0-1 1 0 0,0 1 0 0 0,-1 0-1 0 0,1-1 1 0 0,-1 2 0 0 0,-3 12-148 0 0,-2 0 0 0 0,0-1 0 0 0,-11 20 0 0 0,7-19-3057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4:09.4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207 106 1612 0 0,'9'-11'13169'0'0,"-1"-1"-8140"0"0,-1-1-5079 0 0,0-1 0 0 0,7-24 0 0 0,-13 37 50 0 0,-1 1 0 0 0,0-1 0 0 0,1 0 0 0 0,-1 1 0 0 0,0-1 0 0 0,0 0 0 0 0,0 1 0 0 0,0-1 0 0 0,1 0 0 0 0,-1 0 0 0 0,0 1 0 0 0,0-1 0 0 0,0 0 0 0 0,0 1 0 0 0,-1-1 0 0 0,1 0 0 0 0,0 1 0 0 0,0-1 0 0 0,0 0 0 0 0,0 1 0 0 0,-1-1 0 0 0,1 0 0 0 0,-1 0 0 0 0,1 1 0 0 0,-1 0 0 0 0,1 0 0 0 0,-1 0 0 0 0,1 0 0 0 0,-1 0 0 0 0,1 0 0 0 0,-1 0 0 0 0,1-1 0 0 0,-1 1 0 0 0,1 1 0 0 0,-1-1 0 0 0,1 0 0 0 0,-1 0 0 0 0,1 0 0 0 0,-1 0 0 0 0,1 0 0 0 0,-1 0 0 0 0,1 1 0 0 0,-1-1 0 0 0,1 0 0 0 0,-1 1 0 0 0,-4 1 0 0 0,-1 2 0 0 0,1-1 0 0 0,-7 6 0 0 0,-6 7 22 0 0,0 2 0 0 0,1 0-1 0 0,0 0 1 0 0,2 2 0 0 0,0 0-1 0 0,1 0 1 0 0,2 2-1 0 0,0 0 1 0 0,1 0 0 0 0,-15 44-1 0 0,16-35-643 0 0,2 1 0 0 0,-7 60-1 0 0,11-51-2860 0 0,4 79-1 0 0,8-14 964 0 0,11 52 4505 0 0,-19-155-1938 0 0,14 15 7765 0 0,-13-18-7645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4:10.1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1 142 1300 0 0,'25'-16'12963'0'0,"-13"11"-10802"0"0,-1 1-565 0 0,-1-1-3780 0 0,35-20 5464 0 0,22-15-2635 0 0,6-3-746 0 0,-73 43 101 0 0,1-1 0 0 0,-1 1 0 0 0,1 0 0 0 0,0-1 0 0 0,-1 1 0 0 0,1 0 0 0 0,0 0 0 0 0,-1 0 0 0 0,1-1 0 0 0,0 1 0 0 0,-1 0 0 0 0,1 0 0 0 0,0 0 0 0 0,-1 0 0 0 0,1 0 0 0 0,0 0 0 0 0,-1 0 0 0 0,1 0 0 0 0,0 0 0 0 0,0 1 0 0 0,-1-1 0 0 0,1 0 0 0 0,0 0 0 0 0,-1 1 0 0 0,1-1 0 0 0,0 1 0 0 0,0 0 0 0 0,0 0 0 0 0,0 0 0 0 0,0 0 0 0 0,0 0 0 0 0,0 0 0 0 0,0 1 0 0 0,0-1 0 0 0,-1 0 0 0 0,1 1 0 0 0,-1-1 0 0 0,2 3 0 0 0,0 6 0 0 0,0-1 0 0 0,-1 1 0 0 0,1 10 0 0 0,-2-16 0 0 0,1 15-587 0 0,-2 1 1 0 0,0-1-1 0 0,0 0 0 0 0,-2 0 0 0 0,-1 0 0 0 0,0 0 0 0 0,-11 30 1 0 0,5-26-384 0 0,0 0 0 0 0,-1-1 1 0 0,-2-1-1 0 0,0 0 0 0 0,-25 31 1 0 0,23-33 1030 0 0,-16 18 78 0 0,53-60 8795 0 0,13-16-6861 0 0,16-17-2941 0 0,-30 34 76 0 0,97-110-6863 0 0,-103 111 6380 0 0,18-31 0 0 0,-24 35 1582 0 0,-1 0 1 0 0,10-30-1 0 0,-17 43-307 0 0,0 0 0 0 0,1 0 0 0 0,-1 0 0 0 0,-1 0 0 0 0,1 0 0 0 0,0-5 0 0 0,-1 9 1 0 0,0 0 0 0 0,0 0 0 0 0,0 0 0 0 0,0 0 0 0 0,0 0 0 0 0,0 0 0 0 0,0 0 0 0 0,0 0 0 0 0,0-1 0 0 0,0 1 0 0 0,0 0 0 0 0,0 0 0 0 0,0 0 0 0 0,0 0 1 0 0,0 0-1 0 0,0 0 0 0 0,-1 0 0 0 0,1 0 0 0 0,0 0 0 0 0,0 0 0 0 0,0 0 0 0 0,0 0 0 0 0,0 0 0 0 0,0 0 0 0 0,0 0 0 0 0,0 0 0 0 0,0 0 0 0 0,0 0 0 0 0,0 0 0 0 0,0 0 1 0 0,0-1-1 0 0,-1 1 0 0 0,1 0 0 0 0,0 0 0 0 0,0 0 0 0 0,0 0 0 0 0,0 0 0 0 0,0 0 0 0 0,0 1 0 0 0,0-1 0 0 0,0 0 0 0 0,0 0 0 0 0,0 0 0 0 0,0 0 0 0 0,-1 0 0 0 0,1 0 1 0 0,0 0-1 0 0,0 0 0 0 0,0 0 0 0 0,0 0 0 0 0,0 0 0 0 0,0 0 0 0 0,0 0 0 0 0,0 0 0 0 0,0 0 0 0 0,-7 5 936 0 0,-5 6-105 0 0,-7 9 260 0 0,2 1-1 0 0,0 1 0 0 0,1 1 0 0 0,-24 45 0 0 0,6 4-2047 0 0,28-58-408 0 0,1 1 0 0 0,-6 31-1 0 0,10-39 1181 0 0,0-1 0 0 0,0 1 0 0 0,1 0 0 0 0,0 0 0 0 0,0 0 0 0 0,1 0 1 0 0,0 0-1 0 0,0 0 0 0 0,3 7 0 0 0,-3-11 210 0 0,0 0 0 0 0,1 0 0 0 0,-1 0 0 0 0,1 0 0 0 0,0-1 0 0 0,0 1 0 0 0,0 0 0 0 0,0-1 0 0 0,1 0 0 0 0,-1 1 0 0 0,1-1 0 0 0,-1 0 0 0 0,1-1 0 0 0,0 1 0 0 0,-1 0 0 0 0,1-1 0 0 0,0 1 0 0 0,0-1 0 0 0,0 0 0 0 0,1 0 0 0 0,-1 0 0 0 0,0 0 0 0 0,0-1 0 0 0,4 1 0 0 0,7 0 2 0 0,0 0-1 0 0,0-1 1 0 0,0 0-1 0 0,17-4 1 0 0,-10 1-321 0 0,0 0 0 0 0,-1-2 1 0 0,26-9-1 0 0,-36 9-3112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4:10.3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49 3456 0 0,'8'-13'7332'0'0,"24"9"4089"0"0,-20 3-13970 0 0,402-30 2549 0 0,-390 31-636 0 0,-1 2-2546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4:10.5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78 2992 0 0,'3'-13'8682'0'0,"-1"11"-8062"0"0,11-6 3438 0 0,-7 5-3545 0 0,1 2 0 0 0,-1-1 1 0 0,12 0-1 0 0,1-2 541 0 0,21-5-910 0 0,71-16-77 0 0,-88 21-70 0 0,-1 1-1 0 0,45 1 1 0 0,-50 4-159 0 0,-2 1-649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4:11.8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120 155 1440 0 0,'-21'9'13358'0'0,"0"4"-8157"0"0,-14 6-5698 0 0,32-18 510 0 0,1 0 0 0 0,-1 0 0 0 0,0 0 1 0 0,1-1-1 0 0,-1 1 0 0 0,0-1 0 0 0,1 0 0 0 0,-1 0 1 0 0,0 1-1 0 0,0-2 0 0 0,-4 1 0 0 0,7 0-12 0 0,0-1 0 0 0,-1 1-1 0 0,1 0 1 0 0,0 0-1 0 0,-1 0 1 0 0,1 0 0 0 0,0-1-1 0 0,0 1 1 0 0,-1 0 0 0 0,1 0-1 0 0,0 0 1 0 0,0-1 0 0 0,-1 1-1 0 0,1 0 1 0 0,0-1 0 0 0,0 1-1 0 0,0 0 1 0 0,0 0-1 0 0,-1-1 1 0 0,1 1 0 0 0,0 0-1 0 0,0-1 1 0 0,0 1 0 0 0,0 0-1 0 0,0-1 1 0 0,0 1 0 0 0,0 0-1 0 0,0-1 1 0 0,0 1 0 0 0,0 0-1 0 0,0-1 1 0 0,0 1-1 0 0,0 0 1 0 0,0-1 0 0 0,0 1-1 0 0,0 0 1 0 0,0-1 0 0 0,0 1-1 0 0,1 0 1 0 0,-1-1 0 0 0,0 1-1 0 0,0 0 1 0 0,0 0 0 0 0,0-1-1 0 0,1 1 1 0 0,-1 0 0 0 0,11-18-259 0 0,-9 16 19 0 0,6-7-300 0 0,-1 0 0 0 0,1 0 1 0 0,1 0-1 0 0,0 1 0 0 0,0 1 1 0 0,1-1-1 0 0,0 2 0 0 0,0-1 0 0 0,14-6 1 0 0,-17 10 245 0 0,0 0 0 0 0,0 0 0 0 0,0 1 0 0 0,0 0 0 0 0,1 0 0 0 0,-1 1 0 0 0,1-1 0 0 0,-1 2 0 0 0,1-1 0 0 0,-1 1 0 0 0,1 0 0 0 0,0 1 0 0 0,-1 0 1 0 0,1 0-1 0 0,12 4 0 0 0,-16-4 291 0 0,0 1 0 0 0,0 0 0 0 0,0 0 1 0 0,0 0-1 0 0,0 1 0 0 0,0-1 1 0 0,-1 1-1 0 0,1 0 0 0 0,-1 0 1 0 0,0 0-1 0 0,0 0 0 0 0,0 0 0 0 0,0 1 1 0 0,3 6-1 0 0,-3-4-4 0 0,0 1-1 0 0,0-1 1 0 0,-1 1 0 0 0,0-1 0 0 0,0 1-1 0 0,0 0 1 0 0,-1 0 0 0 0,1 12 0 0 0,-2-4-3 0 0,-1 0-1 0 0,0 0 1 0 0,-1 0 0 0 0,0 0 0 0 0,-1-1 0 0 0,-1 1 0 0 0,0-1 0 0 0,-7 16 0 0 0,5-16 9 0 0,-1 0 0 0 0,0-1 0 0 0,-1 1 0 0 0,0-2 0 0 0,-1 1 0 0 0,0-1 0 0 0,-1 0 0 0 0,-1-1 0 0 0,1-1 0 0 0,-19 15 0 0 0,17-20 5 0 0,12-5-5 0 0,0 0 0 0 0,0 0 1 0 0,-1 0-1 0 0,1 0 0 0 0,0-1 0 0 0,0 1 1 0 0,0 0-1 0 0,0 0 0 0 0,0 0 1 0 0,0 0-1 0 0,-1 0 0 0 0,1-1 1 0 0,0 1-1 0 0,0 0 0 0 0,0 0 1 0 0,0 0-1 0 0,0 0 0 0 0,0-1 0 0 0,0 1 1 0 0,0 0-1 0 0,0 0 0 0 0,0 0 1 0 0,0 0-1 0 0,0-1 0 0 0,0 1 1 0 0,0 0-1 0 0,0 0 0 0 0,0 0 0 0 0,0-1 1 0 0,0 1-1 0 0,0 0 0 0 0,0 0 1 0 0,0 0-1 0 0,0 0 0 0 0,0-1 1 0 0,10-20 15 0 0,56-68 19 0 0,25-39-38 0 0,-6 2 3 0 0,-64 99 0 0 0,1 0 0 0 0,36-33 0 0 0,-57 59 1 0 0,0 0 1 0 0,0 0 0 0 0,0 1 0 0 0,0-1 0 0 0,0 0 0 0 0,0 0-1 0 0,0 1 1 0 0,1-1 0 0 0,-1 1 0 0 0,0-1 0 0 0,0 1-1 0 0,2-1 1 0 0,-3 1-1 0 0,1 0-1 0 0,-1 0 0 0 0,0 0 1 0 0,0 0-1 0 0,0 0 0 0 0,0 0 1 0 0,1 0-1 0 0,-1 0 0 0 0,0 0 1 0 0,0 0-1 0 0,0 1 1 0 0,0-1-1 0 0,1 0 0 0 0,-1 0 1 0 0,0 0-1 0 0,0 0 0 0 0,0 0 1 0 0,0 0-1 0 0,0 0 0 0 0,0 0 1 0 0,1 1-1 0 0,-1-1 1 0 0,0 0-1 0 0,0 0 0 0 0,0 0 1 0 0,0 0-1 0 0,0 0 0 0 0,0 1 1 0 0,0-1-1 0 0,0 0 0 0 0,0 0 1 0 0,-1 12-4 0 0,-6 5 94 0 0,0-1 1 0 0,-1 1 0 0 0,-15 20 0 0 0,12-18-459 0 0,4-6 847 0 0,-24 37 40 0 0,3 1 1 0 0,-31 79-1 0 0,57-126-540 0 0,1 1-1 0 0,0-1 0 0 0,0 0 1 0 0,0 1-1 0 0,0-1 0 0 0,1 0 1 0 0,-1 1-1 0 0,1 6 0 0 0,1-9 140 0 0,-1-1-1 0 0,0 0 1 0 0,1 1-1 0 0,-1-1 0 0 0,1 0 1 0 0,-1 1-1 0 0,1-1 1 0 0,0 0-1 0 0,-1 0 0 0 0,1 0 1 0 0,0 0-1 0 0,0 1 1 0 0,0-1-1 0 0,0 0 0 0 0,0-1 1 0 0,0 1-1 0 0,0 0 1 0 0,0 0-1 0 0,0 0 0 0 0,0-1 1 0 0,0 1-1 0 0,1 0 1 0 0,-1-1-1 0 0,0 1 0 0 0,1-1 1 0 0,-1 1-1 0 0,0-1 1 0 0,1 0-1 0 0,-1 0 0 0 0,3 1 1 0 0,8 0 668 0 0,1-1 1 0 0,-1 0-1 0 0,1-1 1 0 0,-1 0-1 0 0,14-3 0 0 0,61-17-2629 0 0,-73 17 1297 0 0,4 0-3395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4:12.1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1 114 3224 0 0,'8'-13'12577'0'0,"-3"8"-10780"0"0,14-7 1636 0 0,-10 8-4304 0 0,1 0 0 0 0,16-3 0 0 0,-9 3 2113 0 0,74-19-1428 0 0,140-15-1 0 0,-195 34-1680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4:12.3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224 19 3456 0 0,'-13'-10'13272'0'0,"2"4"-10472"0"0,10 5-2810 0 0,1 1 1 0 0,-1 0-1 0 0,0-1 1 0 0,0 1 0 0 0,0 0-1 0 0,0 0 1 0 0,1 0-1 0 0,-1 0 1 0 0,0 0-1 0 0,0 0 1 0 0,0 0 0 0 0,0 0-1 0 0,0 0 1 0 0,0 0-1 0 0,1 0 1 0 0,-1 0 0 0 0,0 1-1 0 0,0-1 1 0 0,0 0-1 0 0,0 1 1 0 0,1-1-1 0 0,-1 1 1 0 0,0-1 0 0 0,-1 1-1 0 0,-13 14 67 0 0,1-1 1 0 0,0 2-1 0 0,0-1 0 0 0,2 2 0 0 0,0 0 0 0 0,-13 25 0 0 0,8-7-67 0 0,2-1-1 0 0,-18 58 0 0 0,31-86 16 0 0,1 0-1 0 0,0-1 0 0 0,0 1 1 0 0,0 0-1 0 0,1 0 0 0 0,0 0 1 0 0,0-1-1 0 0,0 1 0 0 0,2 7 1 0 0,-1-10-37 0 0,0 1 0 0 0,0-1 0 0 0,0 1 1 0 0,0-1-1 0 0,0 0 0 0 0,1 0 1 0 0,0 1-1 0 0,0-1 0 0 0,0 0 0 0 0,0-1 1 0 0,0 1-1 0 0,0 0 0 0 0,1-1 0 0 0,-1 1 1 0 0,1-1-1 0 0,3 3 0 0 0,5 2-2448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4:12.6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26 1840 0 0,'-3'-12'9212'0'0,"1"1"-5579"0"0,0 9-3156 0 0,-1 21 4021 0 0,-17 205-4498 0 0,20-220 0 0 0,0 19 0 0 0,0-23 0 0 0,0 0 0 0 0,0 1 0 0 0,0-1 0 0 0,0 0 0 0 0,0 0 0 0 0,0 1 0 0 0,0-1 0 0 0,1 0 0 0 0,-1 0 0 0 0,0 0 0 0 0,0 1 0 0 0,0-1 0 0 0,0 0 0 0 0,1 0 0 0 0,-1 0 0 0 0,0 1 0 0 0,0-1 0 0 0,0 0 0 0 0,1 0 0 0 0,-1 0 0 0 0,0 0 0 0 0,0 0 0 0 0,1 1 0 0 0,-1-1 0 0 0,1 0 0 0 0,-1 0 0 0 0,1 0 0 0 0,0 0 0 0 0,0-1 0 0 0,-1 1 0 0 0,1 0 0 0 0,0 0 0 0 0,-1 0 0 0 0,1-1 0 0 0,0 1 0 0 0,-1 0 0 0 0,1-1 0 0 0,-1 1 0 0 0,1-1 0 0 0,0 0 0 0 0,16-12 0 0 0,-2-2 0 0 0,23-26 0 0 0,9-9 0 0 0,-43 46-57 0 0,48-42-143 0 0,-14 18-3432 0 0,-59 53-3979 0 0,-16 6 7611 0 0,27-24 0 0 0,1 0 0 0 0,0 0 0 0 0,0 1 0 0 0,1 1 0 0 0,0-1 0 0 0,0 1 0 0 0,-11 18 0 0 0,19-27 0 0 0,0 0 0 0 0,0 1 0 0 0,0-1 1 0 0,0 0-1 0 0,-1 0 0 0 0,1 1 1 0 0,0-1-1 0 0,0 0 0 0 0,0 1 0 0 0,0-1 1 0 0,0 0-1 0 0,0 1 0 0 0,0-1 0 0 0,0 0 1 0 0,0 1-1 0 0,0-1 0 0 0,0 0 1 0 0,0 0-1 0 0,0 1 0 0 0,0-1 0 0 0,1 0 1 0 0,-1 1-1 0 0,0-1 0 0 0,0 0 0 0 0,0 0 1 0 0,0 1-1 0 0,0-1 0 0 0,1 0 1 0 0,-1 0-1 0 0,0 1 0 0 0,1-1 0 0 0,10 5-21 0 0,15-4 182 0 0,13-5 302 0 0,-15 2-1920 0 0,34 0-1 0 0,-41 3-1058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4:12.8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1 3456 0 0,'13'0'14072'0'0,"6"26"-11336"0"0,-18-25-3340 0 0,6 13 614 0 0,1-1-1 0 0,-2 1 1 0 0,0 0 0 0 0,0 0-1 0 0,-1 0 1 0 0,-1 1-1 0 0,0 0 1 0 0,-2 0-1 0 0,1 0 1 0 0,-2 0 0 0 0,0 0-1 0 0,-1 1 1 0 0,0-1-1 0 0,-1 0 1 0 0,-5 24-1 0 0,2-20-155 0 0,-1 0 0 0 0,0-1 0 0 0,-2 0 0 0 0,0-1-1 0 0,-1 1 1 0 0,-1-1 0 0 0,0-1 0 0 0,-1 0 0 0 0,-1 0 0 0 0,-1-1-1 0 0,0 0 1 0 0,-16 15 0 0 0,11-15-3092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4:13.6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85 23 1380 0 0,'14'-22'13820'0'0,"-12"22"-13414"0"0,0 0 126 0 0,-1 0-1 0 0,1 0 1 0 0,-1 0 0 0 0,1 0-1 0 0,-1 0 1 0 0,1 1-1 0 0,-1-1 1 0 0,1 0 0 0 0,-1 1-1 0 0,2 0 1 0 0,9 7-2326 0 0,-4 0 1794 0 0,1 0 0 0 0,-2 1 0 0 0,1 0 0 0 0,-1 1 0 0 0,-1 0 0 0 0,8 14 0 0 0,27 68 0 0 0,-28-53-980 0 0,-1 2 0 0 0,-1-1 0 0 0,-3 1 0 0 0,-1 1 0 0 0,-2 0 0 0 0,-1 55 0 0 0,-5-46-534 0 0,-2 0 1 0 0,-11 57 0 0 0,-18 26 2312 0 0,23-108-759 0 0,-1 0 0 0 0,-2-1 1 0 0,-21 36-1 0 0,-52 67 107 0 0,52-81 40 0 0,-26 30 8987 0 0,62-79-8431 0 0,2-1-954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4:14.2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83 1296 0 0,'8'-25'12938'0'0,"-5"3"-4421"0"0,2 12-11608 0 0,-3 7 3091 0 0,0 1 0 0 0,0 0 0 0 0,0 0 0 0 0,1 0 0 0 0,-1 1 0 0 0,1-1 0 0 0,0 0 0 0 0,-1 1 0 0 0,1 0 0 0 0,0 0 0 0 0,0-1 0 0 0,0 2 0 0 0,0-1 0 0 0,0 0 0 0 0,0 1 0 0 0,0-1 0 0 0,4 1 0 0 0,0-1 0 0 0,0 1 0 0 0,-1 0 0 0 0,1 0 0 0 0,0 1 0 0 0,0 0 0 0 0,12 3 0 0 0,-16-3 0 0 0,1 1 0 0 0,0-1 0 0 0,-1 1 0 0 0,1 0 0 0 0,-1 0 0 0 0,1 0 0 0 0,-1 0 0 0 0,0 1 0 0 0,0-1 0 0 0,0 1 0 0 0,0 0 0 0 0,0 0 0 0 0,-1 0 0 0 0,1 0 0 0 0,-1 0 0 0 0,0 1 0 0 0,0-1 0 0 0,0 1 0 0 0,-1-1 0 0 0,1 1 0 0 0,-1 0 0 0 0,2 3 0 0 0,-2-1 0 0 0,0 1 0 0 0,-1-1 0 0 0,1 0 0 0 0,-1 0 0 0 0,-1 0 0 0 0,1 1 0 0 0,-1-1 0 0 0,0 0 0 0 0,0 0 0 0 0,0 0 0 0 0,-1 0 0 0 0,0 0 0 0 0,-4 8 0 0 0,-6 6 0 0 0,0 0 0 0 0,-1-1 0 0 0,-1 0 0 0 0,0-1 0 0 0,-25 23 0 0 0,-7 9 0 0 0,44-48 0 0 0,-5 7 0 0 0,0 0 0 0 0,-8 13 0 0 0,13-20 0 0 0,1 0 0 0 0,0-1 0 0 0,0 1 0 0 0,0 0 0 0 0,0 0 0 0 0,1 0 0 0 0,-1 0 0 0 0,0 0 0 0 0,1 0 0 0 0,-1 0 0 0 0,1 0 0 0 0,0 1 0 0 0,0-1 0 0 0,0 0 0 0 0,0 0 0 0 0,0 0 0 0 0,0 0 0 0 0,1 0 0 0 0,-1 0 0 0 0,1 3 0 0 0,0-4 0 0 0,1 1 0 0 0,-1-1 0 0 0,0 0 0 0 0,0 1 0 0 0,1-1 0 0 0,-1 0 0 0 0,1 0 0 0 0,-1 0 0 0 0,1 0 0 0 0,-1 0 0 0 0,1 0 0 0 0,0 0 0 0 0,-1-1 0 0 0,1 1 0 0 0,0 0 0 0 0,0-1 0 0 0,-1 0 0 0 0,5 1 0 0 0,36 1 0 0 0,-35-2 0 0 0,120-7-6559 0 0,-82 4 5206 0 0,-31 1 1417 0 0,1 0 0 0 0,0-1 0 0 0,25-9 0 0 0,-48 11 431 0 0,-4 4 1999 0 0,-7 6-3960 0 0,4-3-2343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4:25.8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18 800 228 0 0,'-12'-25'2222'0'0,"11"20"-594"0"0,0 0 0 0 0,-1 0-1 0 0,2 0 1 0 0,-1-1 0 0 0,1 1 0 0 0,0 0 0 0 0,0 0-1 0 0,0-1 1 0 0,1-5 0 0 0,4-11-953 0 0,-1 11-628 0 0,-1 0 0 0 0,2 1-1 0 0,-1 0 1 0 0,2 0-1 0 0,10-17 1 0 0,-3 10-55 0 0,1 0 1 0 0,16-15-1 0 0,-2 7-622 0 0,1 0 0 0 0,37-24 0 0 0,77-38-9107 0 0,-80 54 8728 0 0,-60 32 1011 0 0,42-22 12 0 0,71-25-1 0 0,-101 43-3 0 0,1 1 1 0 0,0 0-1 0 0,0 1 0 0 0,0 1 1 0 0,0 1-1 0 0,0 0 1 0 0,1 1-1 0 0,28 3 0 0 0,123 29 26 0 0,60 8 6 0 0,-180-37 102 0 0,0-1 0 0 0,1-3 0 0 0,-1-1 0 0 0,0-3 0 0 0,-1-2 0 0 0,1-1 0 0 0,48-17 0 0 0,-77 18-83 0 0,0 0 0 0 0,-1-1 0 0 0,0-1 0 0 0,23-15 0 0 0,28-26 4583 0 0,-64 46-4101 0 0,-1-1-1 0 0,1 1 0 0 0,-1-1 0 0 0,0 1 1 0 0,0-1-1 0 0,0 0 0 0 0,-1-1 1 0 0,0 1-1 0 0,0-1 0 0 0,3-6 1 0 0,-5 9-531 0 0,0 1 0 0 0,-1 0 1 0 0,1-1-1 0 0,0 1 0 0 0,-1 0 1 0 0,0-1-1 0 0,0 1 0 0 0,0-1 1 0 0,0 1-1 0 0,0 0 0 0 0,0-1 0 0 0,0 1 1 0 0,-1 0-1 0 0,1-1 0 0 0,-1 1 1 0 0,0 0-1 0 0,0-1 0 0 0,0 1 1 0 0,0 0-1 0 0,0 0 0 0 0,0 0 1 0 0,0 0-1 0 0,-1 0 0 0 0,1 0 1 0 0,-1 0-1 0 0,0 0 0 0 0,1 1 1 0 0,-1-1-1 0 0,-3-1 0 0 0,5 2-11 0 0,0 1-1 0 0,0 0 0 0 0,0 0 1 0 0,-1-1-1 0 0,1 1 1 0 0,0 0-1 0 0,0 0 0 0 0,-1-1 1 0 0,1 1-1 0 0,0 0 1 0 0,-1 0-1 0 0,1 0 0 0 0,0 0 1 0 0,-1-1-1 0 0,1 1 1 0 0,0 0-1 0 0,-1 0 1 0 0,1 0-1 0 0,0 0 0 0 0,-1 0 1 0 0,1 0-1 0 0,0 0 1 0 0,-1 0-1 0 0,1 0 0 0 0,0 0 1 0 0,-1 0-1 0 0,1 0 1 0 0,0 0-1 0 0,-1 0 0 0 0,1 1 1 0 0,0 9-38 0 0,11 15 47 0 0,-5-14-238 0 0,0 0-1 0 0,0 0 0 0 0,1-1 1 0 0,0 0-1 0 0,1-1 0 0 0,14 15 1 0 0,-16-19-461 0 0,1 0 0 0 0,-1 0 0 0 0,1-1 1 0 0,0 1-1 0 0,0-2 0 0 0,0 1 1 0 0,1-1-1 0 0,-1 0 0 0 0,1-1 1 0 0,-1 1-1 0 0,11 0 0 0 0,7 0 434 0 0,0-1 0 0 0,1-1 1 0 0,-1-1-1 0 0,0-1 0 0 0,49-9 0 0 0,124-42 441 0 0,-76 18-223 0 0,5-1 145 0 0,139-28-248 0 0,-232 58 377 0 0,0 1 1 0 0,0 2-1 0 0,0 1 1 0 0,0 2-1 0 0,0 1 0 0 0,34 7 1 0 0,-59-7-298 0 0,5 0 22 0 0,-1 1 0 0 0,0 0 0 0 0,0 1 0 0 0,0 0 0 0 0,15 8 0 0 0,-25-11 52 0 0,-1 1 1 0 0,1-1 0 0 0,-1 1-1 0 0,1 0 1 0 0,-1 0 0 0 0,0 0 0 0 0,0 0-1 0 0,0 0 1 0 0,0 0 0 0 0,0 1-1 0 0,0-1 1 0 0,-1 1 0 0 0,1-1-1 0 0,-1 1 1 0 0,1-1 0 0 0,-1 1-1 0 0,0 0 1 0 0,0 0 0 0 0,0 0 0 0 0,-1 0-1 0 0,1-1 1 0 0,-1 1 0 0 0,1 0-1 0 0,-1 0 1 0 0,0 0 0 0 0,0 0-1 0 0,-1 0 1 0 0,1 0 0 0 0,-2 5-1 0 0,-3 10-707 0 0,-3 0-2203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4:38.8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63 140 1152 0 0,'-13'-17'15912'0'0,"-3"1"-12734"0"0,-12-14-3760 0 0,27 29 582 0 0,1 0 0 0 0,-1 1 0 0 0,1-1 0 0 0,-1 0 0 0 0,1 0 0 0 0,-1 0 0 0 0,1 1 0 0 0,-1-1 0 0 0,1 0 0 0 0,0 0 0 0 0,0 0 0 0 0,-1 0 0 0 0,1 0 0 0 0,0 0 0 0 0,0 0 0 0 0,0 1 0 0 0,0-1 0 0 0,0 0 0 0 0,0 0 0 0 0,1-2 0 0 0,-1 3 0 0 0,0-1 0 0 0,1 1 0 0 0,-1-1 0 0 0,0 1 0 0 0,1-1 0 0 0,-1 1 0 0 0,1-1 0 0 0,-1 1 0 0 0,1 0 0 0 0,-1-1 0 0 0,1 1 0 0 0,-1 0 0 0 0,1 0 0 0 0,-1-1 0 0 0,1 1 0 0 0,-1 0 0 0 0,1 0 0 0 0,0-1 0 0 0,-1 1 0 0 0,1 0 0 0 0,-1 0 0 0 0,1 0 0 0 0,-1 0 0 0 0,1 0 0 0 0,0 0 0 0 0,-1 0 0 0 0,1 0 0 0 0,-1 0 0 0 0,1 0 0 0 0,0 1 0 0 0,13 1 378 0 0,57 9-2770 0 0,-51-9 72 0 0,-1-1 0 0 0,1 0 0 0 0,29-4 0 0 0,12-7 2561 0 0,97-29 0 0 0,-151 37-224 0 0,7-2 18 0 0,0 0 1 0 0,0 1 0 0 0,0 0 0 0 0,27 15 7485 0 0,-43-7-7049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4:39.1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79 13 1612 0 0,'-6'-6'17396'0'0,"6"6"-17381"0"0,0 0 1 0 0,0 0 0 0 0,-1 0-1 0 0,1 0 1 0 0,0 0 0 0 0,0 0-1 0 0,0-1 1 0 0,0 1 0 0 0,0 0-1 0 0,0 0 1 0 0,-1 0 0 0 0,1 0-1 0 0,0-1 1 0 0,0 1 0 0 0,0 0-1 0 0,0 0 1 0 0,0 0 0 0 0,0 0-1 0 0,0-1 1 0 0,0 1 0 0 0,0 0-1 0 0,0 0 1 0 0,0 0 0 0 0,0 0-1 0 0,0-1 1 0 0,0 1 0 0 0,0 0-1 0 0,0 0 1 0 0,0 0 0 0 0,0-1-1 0 0,0 1 1 0 0,0 0 0 0 0,0 0-1 0 0,0 0 1 0 0,0 0 0 0 0,1-1 0 0 0,-1 1-1 0 0,0 0 1 0 0,3 5 25 0 0,4 16-41 0 0,-7-18 0 0 0,1 0 0 0 0,-1 0 0 0 0,0 0 0 0 0,-1 0 0 0 0,1 1 0 0 0,0-1 0 0 0,-1 0 0 0 0,1 0 0 0 0,-1 0 0 0 0,0 0 0 0 0,0 0 0 0 0,-1-1 0 0 0,1 1 0 0 0,0 0 0 0 0,-1 0 0 0 0,0-1 0 0 0,-2 5 0 0 0,-6 9 0 0 0,-1 8-175 0 0,2 1 1 0 0,0 1-1 0 0,1 0 0 0 0,2 0 0 0 0,-6 50 0 0 0,22-4-844 0 0,-10-72 1223 0 0,17-3 1611 0 0,-16 2-1766 0 0,40-8-426 0 0,-26 7-1463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4:48.1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1 0 1080 0 0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4:48.4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93 111 876 0 0,'-10'-4'4000'0'0,"1"-1"0"0"0,-1 1 0 0 0,0 1 0 0 0,-14-4 0 0 0,-5-2-5216 0 0,46 11-1801 0 0,38-7-3717 0 0,-12-2 5931 0 0,71-20 1 0 0,4-1 1681 0 0,-92 23-926 0 0,1 1 1 0 0,38 0 0 0 0,-62 4 45 0 0,-1 0-1 0 0,0 0 1 0 0,0 0 0 0 0,0 0 0 0 0,0 1 0 0 0,0-1 0 0 0,1 1 0 0 0,-1-1 0 0 0,0 1 0 0 0,2 1 0 0 0,-4-2 0 0 0,1 0-1 0 0,-1 0 1 0 0,0 0-1 0 0,0 1 1 0 0,0-1-1 0 0,1 0 1 0 0,-1 0 0 0 0,0 0-1 0 0,0 1 1 0 0,0-1-1 0 0,0 0 1 0 0,1 0 0 0 0,-1 1-1 0 0,0-1 1 0 0,0 0-1 0 0,0 0 1 0 0,0 1 0 0 0,0-1-1 0 0,0 0 1 0 0,0 1-1 0 0,0-1 1 0 0,0 0-1 0 0,0 0 1 0 0,0 1 0 0 0,0-1-1 0 0,0 0 1 0 0,0 1-1 0 0,0-1 1 0 0,-9 12-192 0 0,-7 0-773 0 0,6-6-1874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4:48.8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 66 1380 0 0,'-23'-17'13287'0'0,"21"16"-12675"0"0,2 1-495 0 0,-1 0 1 0 0,1 0-1 0 0,-1-1 0 0 0,1 1 1 0 0,-1 0-1 0 0,1 0 0 0 0,0-1 1 0 0,-1 1-1 0 0,1-1 0 0 0,-1 1 1 0 0,1 0-1 0 0,0-1 0 0 0,-1 1 1 0 0,1-1-1 0 0,0 1 0 0 0,0-1 1 0 0,-1 1-1 0 0,1-1 1 0 0,0 1-1 0 0,0-1 0 0 0,0 1 1 0 0,0-1-1 0 0,0 1 0 0 0,0-1 1 0 0,0 1-1 0 0,0-1 0 0 0,0 0 1 0 0,0 1-1 0 0,0-1 0 0 0,0 1 1 0 0,0-1-1 0 0,0 1 0 0 0,0-1 1 0 0,0 1-1 0 0,1-2 1 0 0,0 1-109 0 0,0 0 1 0 0,-1 1 0 0 0,1-1 0 0 0,0 0 0 0 0,0 0 0 0 0,0 0 0 0 0,0 0 0 0 0,0 1 0 0 0,1-1 0 0 0,-1 1 0 0 0,0-1 0 0 0,0 1 0 0 0,0-1 0 0 0,1 1 0 0 0,-1-1 0 0 0,2 1 0 0 0,27-5-33 0 0,-14 3 13 0 0,25-7-76 0 0,-27 6 192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4:49.1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417 10 1612 0 0,'-16'-9'18048'0'0,"-213"307"-18048"0"0,116-147 0 0 0,105-142-40 0 0,1 0 0 0 0,1 1 1 0 0,-1-1-1 0 0,2 1 0 0 0,-1 0 0 0 0,1 1 0 0 0,1-1 0 0 0,-5 17 0 0 0,7-14-1610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5:04.6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122 148 228 0 0,'-2'1'948'0'0,"-1"0"1"0"0,0 0 0 0 0,0 0-1 0 0,0-1 1 0 0,0 1-1 0 0,0-1 1 0 0,0 0 0 0 0,1 0-1 0 0,-1 0 1 0 0,0 0-1 0 0,-5-1 1 0 0,0-2 2139 0 0,0 1-1 0 0,-14-7 1 0 0,-3-1-4302 0 0,25 10 1214 0 0,-1 0 0 0 0,1 0 0 0 0,-1 0 0 0 0,1 0 0 0 0,-1 0 0 0 0,1 0 0 0 0,-1 0 0 0 0,1 0 0 0 0,0 1 0 0 0,-1-1 0 0 0,1 0 0 0 0,-1 0 0 0 0,1 0 0 0 0,-1 0 0 0 0,1 1 0 0 0,-1-1 0 0 0,1 0 0 0 0,-1 1 0 0 0,1-1 0 0 0,0 0 0 0 0,-1 1 0 0 0,1-1 0 0 0,0 0 0 0 0,-1 1 0 0 0,1-1 0 0 0,-1 1 0 0 0,-6 12 0 0 0,6-12 0 0 0,5 2 0 0 0,7-1-19 0 0,-1-1-1 0 0,0 0 0 0 0,1-1 1 0 0,-1 0-1 0 0,1 0 0 0 0,16-3 1 0 0,32-8-1422 0 0,81-7-10316 0 0,-90 14 11336 0 0,88-9 861 0 0,99-4 36 0 0,-150 13-211 0 0,130-23-1 0 0,-45 4 23 0 0,-109 17 42 0 0,39-4-272 0 0,-36-2 4411 0 0,-64 12-5043 0 0,14-5 7635 0 0,-23 4-6375 0 0,5 2-691 0 0,2-1-57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5:06.2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52 230 1152 0 0,'-17'-8'17834'0'0,"-18"-10"-17160"0"0,40 23-674 0 0,-4-4 0 0 0,1 0 0 0 0,-1-1 0 0 0,0 1 0 0 0,0-1 0 0 0,1 1 0 0 0,-1-1 0 0 0,0 0 0 0 0,1 1 0 0 0,-1-1 0 0 0,0 0 0 0 0,1 0 0 0 0,-1 0 0 0 0,0 0 0 0 0,3-1 0 0 0,46-5 41 0 0,91-2-12223 0 0,-80 8 11607 0 0,7-2 951 0 0,134-21 0 0 0,-121 12-38 0 0,135 1 0 0 0,49-5-90 0 0,-127-8-133 0 0,51-5 95 0 0,-133 22-45 0 0,79 1 0 0 0,-49 7 108 0 0,1-3 0 0 0,89-15 0 0 0,-169 15 146 0 0,1 0 1 0 0,-1 0-1 0 0,0-1 0 0 0,0 0 0 0 0,14-13 6339 0 0,-21 14-6566 0 0,0 1-102 0 0,-1-1 0 0 0,1 0 0 0 0,-1 0 0 0 0,0 0 0 0 0,1 1 0 0 0,-1-1 0 0 0,1 0 0 0 0,-1 1 0 0 0,0-1 0 0 0,0 0 0 0 0,1 1 0 0 0,-2-1 0 0 0,-24-12-984 0 0,25 13 1138 0 0,-12-7-244 0 0,11 6 0 0 0,0 0 0 0 0,0 0 0 0 0,0 0 0 0 0,-1 0 0 0 0,1 0 0 0 0,0 0 0 0 0,0 0 0 0 0,-1 1 0 0 0,-2-1 0 0 0,4 2-5 0 0,1 0-1 0 0,-1 0 1 0 0,1 0 0 0 0,-1 0-1 0 0,0-1 1 0 0,1 1 0 0 0,0 0-1 0 0,-1 0 1 0 0,1 0-1 0 0,0 0 1 0 0,-1 1 0 0 0,1-1-1 0 0,0 2 1 0 0,-1 0-154 0 0,-2 4 393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5:07.8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 32 900 0 0,'0'-16'15188'0'0,"-8"2"-12307"0"0,7 14-3051 0 0,1-1 187 0 0,0 1 1 0 0,0 0 0 0 0,0 0-1 0 0,0 0 1 0 0,-1 0 0 0 0,1 0 0 0 0,0 0-1 0 0,0-1 1 0 0,-1 1 0 0 0,1 0-1 0 0,0 0 1 0 0,0 0 0 0 0,0 0-1 0 0,-1 0 1 0 0,1 0 0 0 0,0 0-1 0 0,0 0 1 0 0,-1 0 0 0 0,1 0-1 0 0,0 0 1 0 0,0 0 0 0 0,-1 0-1 0 0,1 0 1 0 0,0 0 0 0 0,0 0-1 0 0,-1 0 1 0 0,1 1 0 0 0,0-1-1 0 0,0 0 1 0 0,0 0 0 0 0,-1 0 0 0 0,1 0-1 0 0,0 0 1 0 0,0 0 0 0 0,0 1-1 0 0,0-1 1 0 0,-1 0 0 0 0,1 0-1 0 0,0 0 1 0 0,0 0 0 0 0,0 1-1 0 0,0-1 1 0 0,0 0 0 0 0,0 0-1 0 0,-1 1 1 0 0,1-1 0 0 0,0 0-1 0 0,0 0 1 0 0,0 0 0 0 0,0 1-1 0 0,0-1 1 0 0,0 0 0 0 0,-6 13-94 0 0,4-3 76 0 0,-1 0 0 0 0,1-1 0 0 0,1 1 0 0 0,0 0 0 0 0,0 0 0 0 0,2 13 0 0 0,-1-19 0 0 0,0 1 0 0 0,1-1 0 0 0,0 0 0 0 0,0 1 0 0 0,0-1 0 0 0,0 0 0 0 0,1 0 0 0 0,-1 0 0 0 0,1 0 0 0 0,0 0 0 0 0,1 0 0 0 0,-1-1 0 0 0,0 1 0 0 0,1-1 0 0 0,0 1 0 0 0,5 4 0 0 0,18 11 0 0 0,53 29 0 0 0,-12-9 0 0 0,-30-17 15 0 0,1-2-1 0 0,58 21 0 0 0,-9-4-1433 0 0,1 7-3205 0 0,22 10-1303 0 0,-88-45 5755 0 0,-1-1-1 0 0,1-1 1 0 0,30 5 0 0 0,-20-7 190 0 0,0-2 0 0 0,44-1 0 0 0,65-10 69 0 0,46 0-20 0 0,156 29 101 0 0,-336-21-167 0 0,6 2 1 0 0,-1-1 1 0 0,1 1-1 0 0,-1 1 0 0 0,0 0 0 0 0,0 1 1 0 0,0 0-1 0 0,0 1 0 0 0,11 7 1 0 0,-18-10 45 0 0,-1 1 1 0 0,0-1-1 0 0,-1 1 1 0 0,1 0-1 0 0,0 0 1 0 0,-1 0 0 0 0,0 0-1 0 0,0 0 1 0 0,0 1-1 0 0,0 0 1 0 0,0 0-1 0 0,-1-1 1 0 0,1 1-1 0 0,-1 1 1 0 0,0-1 0 0 0,-1 0-1 0 0,1 0 1 0 0,-1 1-1 0 0,1-1 1 0 0,-1 1-1 0 0,-1 0 1 0 0,1-1-1 0 0,-1 1 1 0 0,0 8 0 0 0,0-9 413 0 0,-1 0 0 0 0,0-1 0 0 0,0 1 0 0 0,-1 0-1 0 0,1-1 1 0 0,-1 1 0 0 0,0 0 0 0 0,1-1 0 0 0,-2 0 0 0 0,1 0 0 0 0,0 1 0 0 0,-1-1 0 0 0,1-1 0 0 0,-1 1 0 0 0,0 0 0 0 0,-5 3 0 0 0,4-2-219 0 0,-1-1-1 0 0,1-1 0 0 0,0 1 1 0 0,-1-1-1 0 0,1 0 1 0 0,-1 0-1 0 0,0 0 0 0 0,0 0 1 0 0,0-1-1 0 0,0 0 0 0 0,0 0 1 0 0,-7 0-1 0 0,11 0-242 0 0,1-1 0 0 0,-1 0 0 0 0,0 0 0 0 0,1 0 0 0 0,-1 0 0 0 0,0 0 0 0 0,1-1 0 0 0,-1 1 0 0 0,0 0 0 0 0,1 0 0 0 0,-1 0 0 0 0,0-1 0 0 0,1 1 0 0 0,-1 0 0 0 0,0 0 0 0 0,1-1 0 0 0,-1 1 0 0 0,1-1 0 0 0,-1 1 0 0 0,0-1 0 0 0,1 1 0 0 0,-1-1 0 0 0,1 1 0 0 0,0-1 0 0 0,-1 0 0 0 0,0 0 0 0 0,1 0 0 0 0,0 0 0 0 0,0 0 0 0 0,0 0 0 0 0,0 0 0 0 0,0-1 0 0 0,0 1 0 0 0,0 0 0 0 0,0 0 0 0 0,0 0 0 0 0,0 0 0 0 0,0 0 0 0 0,1 0 0 0 0,0-2 0 0 0,3-5 0 0 0,0-1 0 0 0,1 1 0 0 0,7-9 0 0 0,-7 8 0 0 0,11-14-40 0 0,1 1 0 0 0,0 0 0 0 0,2 1 0 0 0,0 1 0 0 0,1 1 0 0 0,2 1 0 0 0,-1 1 0 0 0,2 1-1 0 0,0 0 1 0 0,1 2 0 0 0,1 1 0 0 0,44-18 0 0 0,-26 15-429 0 0,127-49 89 0 0,-110 46-682 0 0,-22 9-3283 0 0,66-9-1 0 0,-51 14 3973 0 0,-41 5-126 0 0,0 0 1 0 0,15 2-1 0 0,24 8 2345 0 0,48 25 6058 0 0,-30-9-4101 0 0,-23-13-4364 0 0,-8-5 181 0 0,69 6 0 0 0,-83-13-984 0 0,0-1 1 0 0,27-3 0 0 0,13-8-4066 0 0,1-7 4184 0 0,-54 15 1298 0 0,0-2 0 0 0,0 1 0 0 0,0-1 1 0 0,-1-1-1 0 0,0 0 0 0 0,0-1 0 0 0,-1 0 0 0 0,0 0 0 0 0,11-11 1 0 0,-13 10 61 0 0,-1-1 0 0 0,-1 1 0 0 0,1-1 1 0 0,-1 0-1 0 0,0-1 0 0 0,-1 1 1 0 0,0-1-1 0 0,-1 1 0 0 0,0-1 0 0 0,-1-1 1 0 0,0 1-1 0 0,0 0 0 0 0,-1 0 1 0 0,0-18-1 0 0,-1 27 146 0 0,0-1 0 0 0,0 1 0 0 0,-1-1 0 0 0,1 1 0 0 0,0-1 0 0 0,-1 1 0 0 0,1-1 0 0 0,-1 1 0 0 0,0 0 0 0 0,1-1 0 0 0,-1 1 0 0 0,0 0 0 0 0,-1-2 0 0 0,1 2-140 0 0,1 1-1 0 0,-1-1 1 0 0,1 1 0 0 0,-1 0-1 0 0,0-1 1 0 0,1 1-1 0 0,-1 0 1 0 0,0-1 0 0 0,0 1-1 0 0,1 0 1 0 0,-1 0 0 0 0,0-1-1 0 0,0 1 1 0 0,1 0-1 0 0,-1 0 1 0 0,0 0 0 0 0,0 0-1 0 0,1 0 1 0 0,-1 0-1 0 0,0 0 1 0 0,0 0 0 0 0,0 1-1 0 0,1-1 1 0 0,-1 0 0 0 0,0 0-1 0 0,1 1 1 0 0,-2-1-1 0 0,-9 5 666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5:08.9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510 128 920 0 0,'22'-21'17066'0'0,"2"1"-13920"0"0,13-13-5958 0 0,-22 18 4152 0 0,-8 8-1340 0 0,-5 4 0 0 0,1 1 0 0 0,0-1 0 0 0,-1 0 0 0 0,0 0 0 0 0,0 0 0 0 0,0 0 0 0 0,0 0 0 0 0,2-5 0 0 0,-27 66 0 0 0,16-34 0 0 0,-2-1 0 0 0,0 0 0 0 0,-1 0 0 0 0,-2-1 0 0 0,0 0 0 0 0,-1-1 0 0 0,-1-1 0 0 0,-29 33 0 0 0,23-32 0 0 0,-1-1 0 0 0,-1-1 0 0 0,0-1 0 0 0,-1-1 0 0 0,-1-1 0 0 0,-1-2 0 0 0,-35 17 0 0 0,52-27 0 0 0,-104 41 0 0 0,100-41 0 0 0,-1-1 0 0 0,1 0 0 0 0,-1 0 0 0 0,0-2 0 0 0,0 1 0 0 0,0-2 0 0 0,-16 0 0 0 0,28 0 0 0 0,0 0 0 0 0,-1 0 0 0 0,1-1 0 0 0,0 1 0 0 0,0 0-1 0 0,0 0 1 0 0,-1-1 0 0 0,1 1 0 0 0,0 0 0 0 0,0-1 0 0 0,0 0 0 0 0,0 1-1 0 0,0-1 1 0 0,0 1 0 0 0,0-1 0 0 0,0 0 0 0 0,0 0 0 0 0,0 0 0 0 0,0 0-1 0 0,0 0 1 0 0,0 0 0 0 0,0 0 0 0 0,1 0 0 0 0,-1 0 0 0 0,1 0 0 0 0,-1 0-1 0 0,0 0 1 0 0,1 0 0 0 0,0 0 0 0 0,-1-1 0 0 0,1 1 0 0 0,0 0 0 0 0,0 0-1 0 0,-1 0 1 0 0,1-1 0 0 0,0-1 0 0 0,1-4-1 0 0,0 0-1 0 0,0 0 0 0 0,1 0 1 0 0,0 0-1 0 0,3-9 1 0 0,-2 8-6 0 0,-1 3 23 0 0,3-12-169 0 0,1 1 1 0 0,11-21 0 0 0,-15 32 36 0 0,1 1 0 0 0,1-1 0 0 0,-1 0 0 0 0,0 1-1 0 0,1 0 1 0 0,0 0 0 0 0,0 0 0 0 0,0 0 0 0 0,1 0 0 0 0,-1 1 0 0 0,7-4 0 0 0,11-5-1691 0 0,0 2 1 0 0,0 0-1 0 0,1 1 0 0 0,37-9 1 0 0,-53 16 1999 0 0,1 0 1153 0 0,-1 1 0 0 0,1 0 0 0 0,14-1 0 0 0,-20 2-1132 0 0,0 0-1 0 0,-1 0 1 0 0,1 0-1 0 0,0 1 0 0 0,0-1 1 0 0,-1 0-1 0 0,1 1 1 0 0,0 0-1 0 0,-1-1 1 0 0,1 1-1 0 0,-1 0 1 0 0,1-1-1 0 0,-1 1 1 0 0,1 0-1 0 0,-1 0 1 0 0,1 0-1 0 0,-1 1 1 0 0,0-1-1 0 0,0 0 1 0 0,0 0-1 0 0,1 1 0 0 0,0 2 1 0 0,20 45-63 0 0,-19-40-170 0 0,1 1 1 0 0,0-1 0 0 0,1 0 0 0 0,-1 0 0 0 0,2 0 0 0 0,11 14-1 0 0,-1-6-2111 0 0,1-1-1 0 0,1 0 1 0 0,21 13 0 0 0,-22-17 2067 0 0,1-1 1 0 0,0-1 0 0 0,0-1 0 0 0,1 0 0 0 0,0-2 0 0 0,37 10 0 0 0,-48-15 311 0 0,-1-1 0 0 0,1 0-1 0 0,0-1 1 0 0,10 1 0 0 0,-15-2-250 0 0,0 1 0 0 0,0 0 0 0 0,0-1 0 0 0,0 1 0 0 0,0-1 0 0 0,-1 0 0 0 0,1 0 0 0 0,0 0 0 0 0,0 0 0 0 0,11-12 5318 0 0,-21 14-3999 0 0,-9 4-173 0 0,4 2-1558 0 0,-6 4-3251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34.609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1 110 4143 244265 55137,'0'-2'440'0'0,"1"-1"-440"0"0,1-2 136 0 0,-1 0 168 0 0,1-2-152 0 0,1-1 552 0 0,1-2 104 0 0,0-2 24 0 0,1-1 8 0 0,0 0 256 0 0,0 0 1208 0 0,1 2-256 0 0,-1 4-400 0 0,-1 7-312 0 0,0 7-424 0 0,-2 9-208 0 0,0 5-496 0 0,-2 3-8 0 0,-1 4 136 0 0,-2 7-88 0 0,0 5-128 0 0,-2 4-32 0 0,0 0 56 0 0,0-1-16 0 0,2-3 16 0 0,3-5 16 0 0,5-6-8 0 0,3-7-8 0 0,6-8 24 0 0,5-7 40 0 0,4-7-24 0 0,4-7-40 0 0,3-6-72 0 0,2-6 8 0 0,-1-5 0 0 0,-1-4-8 0 0,-3-2-72 0 0,-3-3 72 0 0,-3-1 8 0 0,-3 0-16 0 0,-3-1 24 0 0,-3 0-24 0 0,-3 4 32 0 0,-2 6-32 0 0,-2 3 0 0 0,-2 4 112 0 0,-2 4-32 0 0,-1 7-72 0 0,-3 4-72 0 0,-2 8 0 0 0,-2 8 0 0 0,-2 5 80 0 0,-1 4-80 0 0,0 4 80 0 0,1 1-80 0 0,1 0 72 0 0,2 1-8 0 0,2 1 0 0 0,3-3-64 0 0,1-3 72 0 0,4-3 24 0 0,1-2 0 0 0,4-2 0 0 0,3-2-32 0 0,5-3-64 0 0,2-3 0 0 0,3-3-64 0 0,1-4-928 0 0,0-2-160 0 0,-5-2-19895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35.097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7 284 6911 245433 55072,'-2'-5'744'0'0,"1"-4"-744"0"0,-1-2 152 0 0,0-1 8 0 0,2-1 8 0 0,1-6 1320 0 0,2-8 1664 0 0,3-6-480 0 0,3-3-768 0 0,2-1-384 0 0,2 5-504 0 0,1 6-264 0 0,0 9-360 0 0,-1 11-72 0 0,-3 11-88 0 0,-2 8-120 0 0,-4 6-112 0 0,-3 7 0 0 0,-4 7 72 0 0,-1 2-8 0 0,-2-2 0 0 0,0-1 64 0 0,1-1 0 0 0,1-3-64 0 0,3-6 0 0 0,2-5 64 0 0,4-5-64 0 0,4-7 16 0 0,2-5 0 0 0,1-6 0 0 0,3-6 80 0 0,2-6-80 0 0,2-6-80 0 0,-1-6 0 0 0,-1-2 64 0 0,-2-2 0 0 0,-3 2 32 0 0,-3 4-32 0 0,-3 9-144 0 0,-2 9 80 0 0,-3 13 0 0 0,-2 12 0 0 0,-2 11 0 0 0,-1 9 64 0 0,0 6-64 7-496,0-1 0-7 496,2-4 0 0 0,1-7 0 0 0,2-6 0 0 0,4-5-616 0 0,8-7-9416 0 0,2-5-2543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35.264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162 6 2759 245107 55719,'1'-2'248'0'0,"1"-1"144"0"0,1 2 464 0 0,0 2-424 0 0,1 3 928 0 0,3 8 1768 0 0,4 13-256 0 0,4 13-456 0 0,0 7-1216 0 0,-1 2-248 0 0,-2 6 840 0 0,-2 6-232 0 0,-4 8-320 0 0,-8 7-368 0 0,-8 5-512 0 0,-12 2-192 0 0,-12 1-96 0 0,-12-4-136 0 0,-8-6-224 0 0,1-12-8664 0 0,9-16-4423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35.57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617 4 6447 246763 49454,'-8'-1'688'0'0,"-7"-1"-688"0"0,-6 2 0 0 0,-14 3 1384 0 0,-9 3-640 0 0,-4 5 8 0 0,-1 4 320 0 0,-4 11 1216 0 0,1 7-1136 0 0,5 4-264 0 0,5 2-56 0 0,6 2 0 0 0,4 1-8 0 0,4 2-136 0 0,0 9 632 0 0,1 10-232 0 0,3 9-320 0 0,6 3-200 0 0,9-4-248 0 0,10-5-104 0 0,10-7-120 0 0,11-9-32 0 0,9-6-64 0 0,10-7 0 0 0,8-6-104-501 4,1-8-6024 501-4,-1-6-1200 0 0,-7-6-2143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35.855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94 29 7831 244647 54288,'2'-7'2544'0'0,"0"-2"-1936"0"0,0 1 568 0 0,-2 4 1424 0 0,-2 7-240 0 0,-4 13-408 0 0,-2 8-984 0 0,0 6-360 0 0,-1 5-64 0 0,0 2-24 0 0,-1 8 224 0 0,1 2-584 0 0,1-2-16 0 0,1-4 0 0 0,0-4-144 0 0,2-5 0 0 0,1-3 64 0 0,1 1-320 0 0,0-3-88 0 0,2-5-22023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36.130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 41 9671 242187 54466,'0'0'864'0'0,"-1"-1"-696"0"0,2 1 576 0 0,1-1 120 0 0,0-1 16 0 0,6-1 1312 0 0,3-1-808 0 0,5-1 24 0 0,7-3 536 0 0,7 1-1256 0 0,2 1-304 0 0,-2 2-384 0 0,-8 5 0 0 0,-11 5 0 0 0,-14 6-96 0 0,-11 4-40 0 0,-5 2-8 0 0,-8 3 0 0 0,-3 4 144 0 0,0 3 0 0 0,6-3 112 0 0,6-3-8 0 0,11-3 216 0 0,14-5 152 0 0,15-6-96 0 0,15-7-144 0 0,8-4-6160 0 0,2-4-1208 0 0,-8 0-2087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36.80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57 464 9215 245511 55255,'-5'-5'992'0'0,"-2"-6"640"0"0,-4-7 104 0 0,1-4-464 0 0,0-3 16 0 0,3-4 872 0 0,2-4-608 0 0,3 0-792 0 0,3 3-344 0 0,3 1 280 0 0,2 3-360 0 0,2 3-192 0 0,3 0 56 0 0,3-1-40 0 0,5-1-96 0 0,2-1 32 0 0,5 1-96 0 0,2 3 0 0 0,3 4 0 0 0,0 6 0 0 0,0 8 88 0 0,-4 10-8 0 0,-6 11-8 0 0,-6 6-72 0 0,-7 5 0 0 0,-6 6 0 0 0,-5 7 0 0 0,-4 4 0 0 0,-1 0 64 0 0,1-3-64 0 0,1-6 0 0 0,4-9 0 0 0,4-10 0 0 0,3-9 0 0 0,2-9 0 0 0,4-7 160 0 0,1-7-64 0 0,0-3 8 0 0,3-6 0 0 0,0-5-104 0 0,1-5 0 0 0,0-4 0 0 0,-1-2 0 0 0,-1 4 192 0 0,-2 5-120 0 0,-3 9-72 0 0,-2 8 0 0 0,0 9 0 0 0,-3 9 0 0 0,-1 7 0 0 0,-1 5 64 0 0,-1 8 64 0 0,-1 7-64 0 0,-1 6-64 0 0,1 6 0 0 0,1-2 0 0 0,3-4-568 0 0,12-9-9736 0 0,1-9-2831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36.939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24 11 4607 248465 54679,'-1'-3'1168'0'0,"0"-1"464"0"0,-1 2 840 0 0,0 0-664 0 0,0 3 32 0 0,1 0 1240 0 0,-1 1-1968 0 0,0 5-24 0 0,-2 3-8 0 0,1 2-680 0 0,1 0 104 0 0,1 2-712 0 0,2-1-368 0 0,0-3-19431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37.363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 30 3223 250315 50213,'2'-4'288'0'0,"2"-2"64"0"0,0-1 400 0 0,1 1 1512 0 0,0 1 2168 0 0,0 4-2168 0 0,0 2-728 0 0,-2 7 1232 0 0,-2 4-1408 0 0,-1 7 24 0 0,-1 5-776 0 0,-1 1-8 0 0,-1 2-280 0 0,-2 4 208 0 0,1 1-272 0 0,-1-1-160 0 0,1 1 32 0 0,1 0-48 0 0,3 1-16 0 0,4-4 8 0 0,5-3 8 0 0,7-7-80 0 0,5-7 0 0 0,6-8 80 0 0,4-7 64 0 0,-1-6-72 0 0,-3-4-72 0 0,-1-4 0 0 0,-2-5 0 0 0,-1-6 0 0 0,-4-2 0 0 0,-3 1 0 0 0,-4 1 0 0 0,-2 1 0 0 0,-2 2 0 0 0,-3 2 64 0 0,0-1 64 0 0,-1 0 0 0 0,0 1 0 0 0,-2 5-64 0 0,-1 6-64 0 0,-2 11 0 0 0,-2 10 72 0 0,0 10-8 0 0,1 9 16 0 0,0 8-16 0 0,3 5-64 0 0,1 2 0 0 0,1-3 0 0 0,2-7 0 0 0,2-6-136 0 0,0-6-56 0 0,-1-6-24023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39.33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40 348 5063 256028 50931,'0'0'448'0'0,"-1"0"-352"0"0,0-1-96 0 0,-1 0 512 0 0,1 0 96 0 0,-1-1 8 0 0,0 0 8 0 0,0-1 432 0 0,-3-3 1232 0 0,0-5-232 0 0,0-1-1208 0 0,0-2-16 0 0,1 0 0 0 0,2-1-208 0 0,0 2-48 0 0,2-1 0 0 0,1-2 464 0 0,2-4-144 0 0,3-6-128 0 0,5-4-184 0 0,2-2-48 0 0,2 0-72 0 0,3 3-120 0 0,1 4-176 0 0,0 7-88 0 0,-3 7-16 0 0,-5 11 0 0 0,-4 11-64 0 0,-4 8 0 0 0,-4 3 0 0 0,-3 6 64 0 0,-2 6-64 0 0,-1 3 0 0 0,0 1 0 0 0,1-4 0 0 0,2-6 0 0 0,2-5 0 0 0,1-5 0 0 0,1-7 0 0 0,2-4 64 0 0,1-6 64 0 0,3-5-64 0 0,1-5-64 0 0,1-2 0 0 0,1-2 0 0 0,0-1 64 0 0,0-1 0 0 0,0-1 0 0 0,0 0 0 0 0,0-2-64 0 0,0-1-80 0 0,0 0 80 0 0,-1-1 0 0 0,-1 3 80 0 0,-2 3-80 0 0,-2 5 0 0 0,-1 5 0 0 0,-2 4 64 0 0,0 4 0 0 0,-2 4 0 0 0,0 6 0 0 0,-1 4-64 0 0,0 2-80 0 0,0 4 80 0 0,1 1 0 0 0,1 0 0 0 0,0 0 0 0 0,2-1 0 0 0,1-3-64 0 0,1-4 64 0 0,2-2-160 0 0,3-3-168 0 0,2-2-8840 0 0,0-3-4527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39.526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 1 6911 252330 50205,'1'0'744'0'0,"-1"-1"-744"0"0,2 2 1952 0 0,2 0 224 0 0,8 3 1928 0 0,5 1-2712 0 0,4-1-656 0 0,7-1 456 0 0,7-1-504 1-495,7-3-688-1 495,-1 0-5304 0 0,-4-2-1064 0 0,-7 1-1855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39.725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18 94 3679 257398 47204,'1'-3'392'0'0,"2"-2"440"0"0,3-6 768 0 0,4-4 1440 0 0,4-4-176 0 0,0 0-336 0 0,-2 6-168 0 0,-3 5-1288 0 0,-4 8-8 0 0,-3 5 0 0 0,-4 7-424 0 0,-2 4-80 0 0,-2 5-16 0 0,-2 4-8 0 0,-2 8-152 0 0,0 2-240 0 0,0 1 0 0 0,0-1-56 0 0,2 2 56 0 0,0 2-72 0 0,3-2-72 0 0,0-3 0 0 0,2-5-6352 0 0,1-3-1248 0 0,0-8-2199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39.981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0 184 12439 254308 52221,'1'-1'1296'0'0,"1"-1"1776"0"0,4-2 304 0 0,3-1-2464 0 0,3-1 576 0 0,5-3-464 0 0,3-2-800 0 0,0 0-24-5-495,0 0 0 5 495,2-3-40 0 0,-1-4-32 0 0,-2-3-128 0 0,-6-1 0 0 0,-8 3 0 0 0,-7 4 0 0 0,-5 5 0 0 0,-5 6-152 0 0,-4 4 88 0 0,-7 8-704 0 0,-2 4-8672 0 0,3 0-4655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40.804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20 125 5527 258449 46065,'3'-2'584'0'0,"1"-2"-64"0"0,2-1-240 0 0,5-6 1120 0 0,3-3-104-503 538,1-3 32 503-538,0 0 8 0 0,0 1-136 0 0,-2 1 1144 0 0,-2 1-208 0 0,-5 6-280 0 0,-6 7-392 0 0,-8 9-552 0 0,-6 11-320 0 0,-7 9-448 0 0,-2 10 0 0 0,-2 8 16 0 0,3 5-8 0 0,7 3-8 0 0,10 1 24 0 0,17-4-72 0 0,14-11 0 0 0,14-16 144 0 0,7-16-96 0 0,1-15-16 0 0,-2-13 0 0 0,-8-7-128 0 0,-6-6 0 0 0,-9-5 0 0 0,-7 0 0 0 0,-6 3 0 0 0,-5 4 0 0 0,-4 5 0 0 0,-2 4 0 0 0,-2 5 0 0 0,-1 4 0 0 0,0 4 0 0 0,-2 4 72 0 0,-2 5-72 0 0,0 5 64 0 0,0 5-64 0 0,-1 7 0 0 0,0 4 0 0 0,2 3 0 0 0,0 6 0 0 0,-1 6 0 0 0,2 5 64 0 0,0-1-64 0 0,2-4 0 0 0,2-1 0 0 0,1-4 0 0 0,1-5 0 0 0,5-5-656 0 0,3-7-9000 0 0,0-5-4751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41.029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74 47 5527 261156 52409,'-1'-8'2064'0'0,"1"-3"-304"0"0,-1 2 48 0 0,0 0 1896 0 0,0 3-1816 3-501,-1 3 8-3 501,0 3 0 0 0,0 4-992 0 0,-1 1-200-6-512,0 5-32 6 512,-1 5-16 0 0,-1 3-368 0 0,-1 8 112-2-511,-1 3-208 2 511,-1 2-128 0 0,1 0-64-1-512,0-1 64 1 512,-1 0-9856 0 0,2-5-4903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50.1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77 6447 0 0,'-3'-10'12376'0'0,"28"13"-11599"0"0,-1-2 0 0 0,1-1-1 0 0,-1 0 1 0 0,1-2 0 0 0,35-7 0 0 0,124-39 65 0 0,-176 45-813 0 0,1 1 0 0 0,-1 0 0 0 0,1 0 0 0 0,-1 1 1 0 0,1 0-1 0 0,15 0 0 0 0,-24 1-24 0 0,1 0 1 0 0,-1 0-1 0 0,1 1 0 0 0,-1-1 1 0 0,1 0-1 0 0,-1 0 1 0 0,1 0-1 0 0,-1 0 0 0 0,1 1 1 0 0,-1-1-1 0 0,1 0 1 0 0,-1 0-1 0 0,1 1 1 0 0,-1-1-1 0 0,0 0 0 0 0,1 1 1 0 0,-1-1-1 0 0,0 1 1 0 0,1-1-1 0 0,-1 0 0 0 0,0 1 1 0 0,1-1-1 0 0,-1 1 1 0 0,0-1-1 0 0,0 1 0 0 0,1-1 1 0 0,-1 1-1 0 0,0-1 1 0 0,0 1-1 0 0,0-1 1 0 0,0 1-1 0 0,0-1 0 0 0,0 1 1 0 0,0-1-1 0 0,0 1 1 0 0,0-1-1 0 0,0 1 0 0 0,0-1 1 0 0,0 1-1 0 0,0 0 1 0 0,-1 1-164 0 0,1-1 0 0 0,-1 1 1 0 0,1-1-1 0 0,-1 1 0 0 0,0-1 1 0 0,1 0-1 0 0,-1 1 0 0 0,0-1 1 0 0,0 0-1 0 0,0 0 0 0 0,0 0 1 0 0,-2 3-1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10.3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355 196 3679 0 0,'-2'-12'1415'0'0,"0"0"-1"0"0,0-1 1 0 0,-2 1-1 0 0,1 0 0 0 0,-1 1 1 0 0,-1-1-1 0 0,-8-14 0 0 0,7 12-223 0 0,4 9-939 0 0,-1 1 0 0 0,1-1 1 0 0,-1 1-1 0 0,0-1 1 0 0,0 1-1 0 0,0 0 1 0 0,0 0-1 0 0,-1 1 1 0 0,1-1-1 0 0,-1 1 1 0 0,0 0-1 0 0,0 0 1 0 0,-1 0-1 0 0,-4-3 0 0 0,3 4-157 0 0,1 0-1 0 0,-1 0 0 0 0,0 0 0 0 0,1 1 0 0 0,-1 0 1 0 0,0 0-1 0 0,0 1 0 0 0,0-1 0 0 0,0 1 0 0 0,0 0 1 0 0,-11 3-1 0 0,8-2-74 0 0,0 1 0 0 0,1 0 0 0 0,-1 0 0 0 0,1 1 0 0 0,0 0 0 0 0,0 0 0 0 0,0 1 1 0 0,0 0-1 0 0,1 1 0 0 0,-1 0 0 0 0,1 0 0 0 0,0 0 0 0 0,1 1 0 0 0,-1 0 0 0 0,1 0 0 0 0,0 1 0 0 0,1 0 0 0 0,-1 0 0 0 0,1 0 1 0 0,1 0-1 0 0,0 1 0 0 0,0 0 0 0 0,0 0 0 0 0,1 0 0 0 0,0 0 0 0 0,0 1 0 0 0,1-1 0 0 0,0 1 0 0 0,1 0 0 0 0,-1 12 1 0 0,2 2 32 0 0,1 0 1 0 0,0 1 0 0 0,2-1 0 0 0,1-1 0 0 0,10 36 0 0 0,46 107 259 0 0,-3-11-27 0 0,-37-78-202 0 0,11 83-1 0 0,-1 80-74 0 0,-17 49-9 0 0,-10-166 0 0 0,1 191 0 0 0,0 179 211 0 0,-4-322-124 0 0,5 122 79 0 0,0-214-124 0 0,-1 1 99 0 0,18 100 1 0 0,-21-171-121 0 0,1 0 0 0 0,0-1-1 0 0,0 1 1 0 0,1 0-1 0 0,4 7 1 0 0,-6-13-10 0 0,-1-1 0 0 0,1 0 0 0 0,0 0 0 0 0,0 0 0 0 0,-1 1 0 0 0,1-1 0 0 0,0 0 0 0 0,0 0 0 0 0,0 0 0 0 0,0 0 0 0 0,0-1 0 0 0,1 1 0 0 0,-1 0 0 0 0,0 0 0 0 0,0-1 0 0 0,1 1 1 0 0,-1-1-1 0 0,0 1 0 0 0,0-1 0 0 0,1 1 0 0 0,-1-1 0 0 0,1 0 0 0 0,-1 1 0 0 0,0-1 0 0 0,1 0 0 0 0,-1 0 0 0 0,1 0 0 0 0,-1 0 0 0 0,0-1 0 0 0,1 1 0 0 0,-1 0 0 0 0,1 0 0 0 0,-1-1 0 0 0,0 1 0 0 0,1-1 0 0 0,1 0 0 0 0,5-4 80 0 0,1 0 0 0 0,-1 0 0 0 0,-1-1 0 0 0,12-9-1 0 0,-13 8-18 0 0,1 2 1 0 0,1-1-1 0 0,-1 1 0 0 0,1 0 0 0 0,9-5 0 0 0,-10 7-202 0 0,-5 2-98 0 0,0 1 0 0 0,0-1 0 0 0,-1 0 0 0 0,1 0 0 0 0,0 1 0 0 0,0-1-1 0 0,0 1 1 0 0,2-1 0 0 0,-3 2 87 0 0,-1-1 0 0 0,1 0 0 0 0,-1 0 0 0 0,1 0 0 0 0,-1 0 0 0 0,1 1 0 0 0,-1-1 0 0 0,1 0 0 0 0,-1 1 0 0 0,1-1 0 0 0,-1 0 0 0 0,0 1 0 0 0,1-1 0 0 0,-1 0 0 0 0,1 1 0 0 0,-1-1-1 0 0,0 1 1 0 0,1-1 0 0 0,-1 1 0 0 0,0-1 0 0 0,0 1 0 0 0,1-1 0 0 0,-1 1 0 0 0,0-1 0 0 0,0 1 0 0 0,0-1 0 0 0,0 1 0 0 0,0-1 0 0 0,1 1 0 0 0,-1-1 0 0 0,0 1 0 0 0,0 0 0 0 0,-1 0 0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10.3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42 188 1839 0 0,'-8'-3'987'0'0,"6"2"-712"0"0,-1 0 1 0 0,0 0-1 0 0,1-1 1 0 0,-1 1-1 0 0,0 0 1 0 0,1-1-1 0 0,0 0 1 0 0,-1 1-1 0 0,1-1 1 0 0,0 0-1 0 0,0 0 1 0 0,-2-3-1 0 0,4 5-194 0 0,0-1-1 0 0,0 1 0 0 0,0 0 1 0 0,1 0-1 0 0,-1-1 0 0 0,0 1 1 0 0,0 0-1 0 0,0-1 0 0 0,1 1 1 0 0,-1 0-1 0 0,0 0 0 0 0,0-1 1 0 0,1 1-1 0 0,-1 0 0 0 0,0 0 1 0 0,1 0-1 0 0,-1-1 0 0 0,0 1 1 0 0,1 0-1 0 0,-1 0 0 0 0,0 0 1 0 0,1 0-1 0 0,-1 0 0 0 0,0 0 1 0 0,1 0-1 0 0,-1 0 0 0 0,0 0 1 0 0,1 0-1 0 0,14-3 775 0 0,-13 3-672 0 0,57-9 1471 0 0,103-11 700 0 0,93 15-1039 0 0,-238 5-1234 0 0,0-1 0 0 0,-1 0 1 0 0,25-5-1 0 0,49-17 426 0 0,-46 11-379 0 0,179-31 439 0 0,-82 18 495 0 0,-128 21-888 0 0,12-1 147 0 0,-43 13-181 0 0,-12 0-130 0 0,-1-2 1 0 0,-56 3 0 0 0,-1 1 10 0 0,-66 17-17 0 0,-89 12-24 0 0,193-33-178 0 0,19-1 189 0 0,-1-1 1 0 0,0-2 0 0 0,-51-3-1 0 0,77 0-1201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11.2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1 499 2759 0 0,'40'-2'5276'0'0,"140"-16"-1692"0"0,35 0-2348 0 0,181 6-132 0 0,343-59-784 0 0,-57-13 182 0 0,-357 52-169 0 0,-62 3 174 0 0,-62 5-310 0 0,-9 2 40 0 0,53-4 43 0 0,-10 2-39 0 0,-16 1-158 0 0,-8 1 17 0 0,-53 6-22 0 0,28-9 12 0 0,-54 6-18 0 0,103-3 134 0 0,-227 21-204 0 0,8 0-34 0 0,25-6 0 0 0,-56 11-862 0 0,10-1-20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16.1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77 6447 0 0,'-1'0'226'0'0,"0"-1"0"0"0,-1 0 0 0 0,1 1 0 0 0,0-1 0 0 0,0 0 0 0 0,-1 0 0 0 0,1 0 0 0 0,0 0-1 0 0,0 0 1 0 0,0 0 0 0 0,0 0 0 0 0,0-1 0 0 0,1 1 0 0 0,-1 0 0 0 0,-1-3 0 0 0,0 0 639 0 0,19 34 5450 0 0,0 2-3513 0 0,-6-10-2245 0 0,1-1 0 0 0,14 20 0 0 0,-13-25-400 0 0,132 162 695 0 0,-141-173-832 0 0,0 0-1 0 0,-1 0 0 0 0,1 0 0 0 0,-1 0 0 0 0,0 0 0 0 0,-1 1 0 0 0,1 0 0 0 0,1 6 0 0 0,-3-10-13 0 0,-1-1-1 0 0,0 0 1 0 0,1 1 0 0 0,-1-1 0 0 0,0 0 0 0 0,0 1 0 0 0,0-1-1 0 0,0 0 1 0 0,0 1 0 0 0,0-1 0 0 0,-1 0 0 0 0,1 1-1 0 0,0-1 1 0 0,-1 0 0 0 0,1 0 0 0 0,-1 1 0 0 0,0 1-1 0 0,0-2-2 0 0,0 0-1 0 0,0 0 0 0 0,0-1 0 0 0,0 1 0 0 0,0 0 0 0 0,-1 0 0 0 0,1-1 0 0 0,0 1 1 0 0,0-1-1 0 0,0 1 0 0 0,-1-1 0 0 0,1 1 0 0 0,0-1 0 0 0,-1 0 0 0 0,1 0 0 0 0,0 0 1 0 0,-1 0-1 0 0,1 0 0 0 0,0 0 0 0 0,-1 0 0 0 0,-1 0 0 0 0,-8-1-2 0 0,-1-1 0 0 0,1 0 0 0 0,0-1 0 0 0,0 0 0 0 0,1 0 0 0 0,-1-1 0 0 0,1-1 0 0 0,-1 0 0 0 0,1 0 0 0 0,1-1 0 0 0,-1 0 0 0 0,1-1 0 0 0,0 0 0 0 0,-10-10 0 0 0,16 15 26 0 0,0-1 0 0 0,0 0 0 0 0,0 0 0 0 0,0-1 0 0 0,1 1 0 0 0,-1-1 0 0 0,-2-3 0 0 0,5 6-17 0 0,0-1 0 0 0,-1 1 0 0 0,1 0 0 0 0,-1-1 0 0 0,1 1-1 0 0,0 0 1 0 0,0-1 0 0 0,0 1 0 0 0,0 0 0 0 0,0-1 0 0 0,0 1 0 0 0,0 0 0 0 0,1-1 0 0 0,-1 1-1 0 0,0 0 1 0 0,1 0 0 0 0,-1-1 0 0 0,1 1 0 0 0,-1 0 0 0 0,1 0 0 0 0,-1 0 0 0 0,1-1 0 0 0,0 1-1 0 0,0 0 1 0 0,0 0 0 0 0,1-1 0 0 0,9-10 35 0 0,1 1 0 0 0,1 0 0 0 0,21-13 0 0 0,9-9-9 0 0,-32 23 3 0 0,0 0 0 0 0,0 0 0 0 0,-1-1 0 0 0,-1-1 0 0 0,0 0 0 0 0,11-19-1 0 0,-17 26-18 0 0,0-1 0 0 0,0 0-1 0 0,-1 0 1 0 0,0 0-1 0 0,0 0 1 0 0,0-1-1 0 0,-1 1 1 0 0,0 0 0 0 0,0-1-1 0 0,-1 1 1 0 0,1-1-1 0 0,-2 1 1 0 0,1-1-1 0 0,-1 1 1 0 0,1 0 0 0 0,-2-1-1 0 0,-2-8 1 0 0,4 13-11 0 0,-1 0 1 0 0,0 0-1 0 0,0 0 1 0 0,0 0 0 0 0,0 0-1 0 0,0 0 1 0 0,0 1-1 0 0,0-1 1 0 0,0 0-1 0 0,-1 1 1 0 0,1-1-1 0 0,-1 1 1 0 0,1-1-1 0 0,-1 1 1 0 0,0 0 0 0 0,1-1-1 0 0,-1 1 1 0 0,0 0-1 0 0,-3-1 1 0 0,2 1 6 0 0,0 1-1 0 0,0-1 1 0 0,0 1 0 0 0,0 0 0 0 0,0 0-1 0 0,0 0 1 0 0,0 0 0 0 0,0 0 0 0 0,0 1-1 0 0,0-1 1 0 0,0 1 0 0 0,-4 1 0 0 0,-3 2 27 0 0,-1 1 1 0 0,1 0 0 0 0,0 1-1 0 0,0 0 1 0 0,1 0-1 0 0,-11 9 1 0 0,-4 8-669 0 0,1 0 0 0 0,-24 31-1 0 0,32-35-7646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20.6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95 78 2303 0 0,'-7'-5'298'0'0,"0"-1"0"0"0,-1 1-1 0 0,0 0 1 0 0,-11-5-1 0 0,19 10-279 0 0,0-1-1 0 0,0 1 0 0 0,-1 0 0 0 0,1 0 0 0 0,0 0 0 0 0,0 0 0 0 0,0 0 1 0 0,0 0-1 0 0,-1 0 0 0 0,1 0 0 0 0,0 0 0 0 0,0 0 0 0 0,0-1 0 0 0,0 1 1 0 0,-1 0-1 0 0,1 0 0 0 0,0 0 0 0 0,0 0 0 0 0,0 0 0 0 0,0-1 0 0 0,0 1 1 0 0,0 0-1 0 0,0 0 0 0 0,0 0 0 0 0,0-1 0 0 0,-1 1 0 0 0,1 0 0 0 0,0 0 1 0 0,0 0-1 0 0,0 0 0 0 0,0-1 0 0 0,0 1 0 0 0,0 0 0 0 0,0 0 0 0 0,0 0 1 0 0,0-1-1 0 0,0 1 0 0 0,0 0 0 0 0,1 0 0 0 0,-1 0 0 0 0,0-1 0 0 0,0 1 1 0 0,9-7 344 0 0,13-1 28 0 0,9 0-135 0 0,0 2-1 0 0,0 1 1 0 0,1 2 0 0 0,0 1 0 0 0,-1 1 0 0 0,1 2 0 0 0,53 8-1 0 0,-75-5-237 0 0,-10-4-16 0 0,0 0 1 0 0,0 0-1 0 0,0 0 0 0 0,0 1 1 0 0,0-1-1 0 0,0 0 0 0 0,0 0 0 0 0,0 0 1 0 0,1 0-1 0 0,-1 1 0 0 0,0-1 0 0 0,0 0 1 0 0,0 0-1 0 0,0 0 0 0 0,0 0 0 0 0,0 1 1 0 0,0-1-1 0 0,0 0 0 0 0,0 0 1 0 0,0 0-1 0 0,0 1 0 0 0,0-1 0 0 0,0 0 1 0 0,0 0-1 0 0,0 0 0 0 0,-1 0 0 0 0,1 1 1 0 0,0-1-1 0 0,0 0 0 0 0,0 0 0 0 0,-15 13 79 0 0,9-8-72 0 0,-3 2-4 0 0,-139 105-8 0 0,116-91 100 0 0,-1-1 0 0 0,-63 28 0 0 0,46-26 480 0 0,82-31-507 0 0,-18 5-61 0 0,28-5 1 0 0,261-14 1032 0 0,-288 23-995 0 0,-2-1-17 0 0,0 0-1 0 0,0 1 1 0 0,0 0-1 0 0,1 2 1 0 0,17 3-1 0 0,-26-2-29 0 0,-12 0 3 0 0,-15 0 78 0 0,19-2-39 0 0,-85 10 381 0 0,-187 29 1018 0 0,268-38-1433 0 0,0-1-1 0 0,1 1 1 0 0,-1 0-1 0 0,0 0 0 0 0,1 1 1 0 0,-1 0-1 0 0,1 0 1 0 0,0 0-1 0 0,-7 5 0 0 0,-2 6-6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21.2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550 16 5983 0 0,'-2'-2'96'0'0,"-1"1"0"0"0,1-1 0 0 0,0 1 0 0 0,-1 0 0 0 0,1-1 0 0 0,-1 1 0 0 0,0 0 0 0 0,1 1 0 0 0,-1-1 0 0 0,0 0 0 0 0,0 1 0 0 0,1 0 0 0 0,-1-1 0 0 0,-5 1 0 0 0,-2 0-40 0 0,-3-1 119 0 0,1 1 1 0 0,-1 0 0 0 0,-14 2-1 0 0,23-1-142 0 0,0 0 0 0 0,0 0-1 0 0,0 0 1 0 0,0 0 0 0 0,0 1-1 0 0,1-1 1 0 0,-1 1 0 0 0,1 0-1 0 0,-1 0 1 0 0,1 1 0 0 0,0-1-1 0 0,-1 1 1 0 0,1-1 0 0 0,-3 5-1 0 0,-29 33-32 0 0,-1-2 0 0 0,-61 50 0 0 0,56-58 24 0 0,22-18 31 0 0,-20 19 0 0 0,39-31-50 0 0,0 0-1 0 0,-1 0 1 0 0,1 0 0 0 0,0 0 0 0 0,0 0 0 0 0,0 0 0 0 0,0 0 0 0 0,0 0 0 0 0,0 0 0 0 0,0 0-1 0 0,0 0 1 0 0,-1 0 0 0 0,1 0 0 0 0,0 0 0 0 0,0 0 0 0 0,0 0 0 0 0,0 0 0 0 0,0 0 0 0 0,0 0-1 0 0,0 0 1 0 0,0 0 0 0 0,0 0 0 0 0,0 0 0 0 0,0 1 0 0 0,0-1 0 0 0,0 0 0 0 0,0 0-1 0 0,-1 0 1 0 0,1 0 0 0 0,0 0 0 0 0,0 0 0 0 0,0 0 0 0 0,0 0 0 0 0,0 0 0 0 0,0 1 0 0 0,0-1-1 0 0,0 0 1 0 0,0 0 0 0 0,0 0 0 0 0,0 0 0 0 0,0 0 0 0 0,0 0 0 0 0,0 0 0 0 0,0 0 0 0 0,0 0-1 0 0,0 1 1 0 0,0-1 0 0 0,1 0 0 0 0,-1 0 0 0 0,0 0 0 0 0,0 0 0 0 0,0 0 0 0 0,0 0 0 0 0,0 0-1 0 0,0 0 1 0 0,0 0 0 0 0,0 0 0 0 0,0 0 0 0 0,0 1 0 0 0,0-1 0 0 0,1 0 0 0 0,8-1 173 0 0,13-6 55 0 0,146-44 39 0 0,-128 42-213 0 0,1 1 0 0 0,51-2-1 0 0,-89 10-58 0 0,40 0 0 0 0,-40 0 0 0 0,0 0 0 0 0,0 0 0 0 0,0 1 0 0 0,-1 0 0 0 0,1 0 0 0 0,0-1 0 0 0,0 2 0 0 0,0-1 0 0 0,-1 0 0 0 0,1 0 0 0 0,-1 1 0 0 0,3 1 0 0 0,-4-2 0 0 0,0 0-1 0 0,-1-1 1 0 0,1 1-1 0 0,-1 0 1 0 0,1-1-1 0 0,-1 1 0 0 0,1 0 1 0 0,-1 0-1 0 0,0-1 1 0 0,1 1-1 0 0,-1 0 1 0 0,0 0-1 0 0,1 0 0 0 0,-1-1 1 0 0,0 1-1 0 0,0 0 1 0 0,0 0-1 0 0,0 0 1 0 0,0 0-1 0 0,0 0 0 0 0,0 0 1 0 0,0-1-1 0 0,0 1 1 0 0,0 0-1 0 0,-1 0 1 0 0,1 0-1 0 0,0 0 1 0 0,-1-1-1 0 0,1 1 0 0 0,0 0 1 0 0,-1 0-1 0 0,0 1 1 0 0,-2 1-6 0 0,1 1 0 0 0,-1-1 0 0 0,0 0 1 0 0,0 0-1 0 0,-5 5 0 0 0,-4 1 4 0 0,0 0 0 0 0,-1-1 0 0 0,0-1 1 0 0,0 0-1 0 0,-22 8 0 0 0,-74 19 135 0 0,78-25-42 0 0,-116 29 1302 0 0,116-32-465 0 0,0-1 0 0 0,-54 1-1 0 0,74-7-421 0 0,15-3-39 0 0,18-3-1314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52.5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 43 5983 0 0,'-3'-7'536'0'0,"0"1"-432"0"0,1 3-104 0 0,2 1 280 0 0,-1-1 32 0 0,-1 1 8 0 0,0-4 0 0 0,-1 0 736 0 0,-2 0 144 0 0,1 5 32 0 0,0 4 8 0 0,-1 4-544 0 0,1 4-112 0 0,0 4-16 0 0,-1 7-6288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09.9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64 919 0 0,'-5'1'-584'0'0,"-10"2"3011"0"0,14 1 548 0 0,9 1 925 0 0,-5-3-3249 0 0,2 0 0 0 0,-1-1 0 0 0,0 0 0 0 0,0 0 1 0 0,0 0-1 0 0,0 0 0 0 0,1-1 0 0 0,-1 1 0 0 0,0-1 1 0 0,1 0-1 0 0,-1-1 0 0 0,8 0 0 0 0,5-3 507 0 0,30-9-1 0 0,-43 12-1061 0 0,23-9 509 0 0,29-13 0 0 0,-21 6-3092 0 0,-16 8-1375 0 0,-3 1-2737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21.7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15 106 8287 0 0,'0'1'66'0'0,"-1"-1"0"0"0,1 0 0 0 0,-1 0-1 0 0,1 0 1 0 0,-1 0 0 0 0,1 0-1 0 0,-1 0 1 0 0,1 0 0 0 0,-1 0 0 0 0,1 0-1 0 0,-1 0 1 0 0,1 0 0 0 0,0 0 0 0 0,-1-1-1 0 0,1 1 1 0 0,-1 0 0 0 0,1 0-1 0 0,-1 0 1 0 0,1-1 0 0 0,-1 1 0 0 0,1 0-1 0 0,0-1 1 0 0,-1 1 0 0 0,1 0 0 0 0,0-1-1 0 0,-1 1 1 0 0,1 0 0 0 0,0-1-1 0 0,-1 1 1 0 0,1 0 0 0 0,0-1 0 0 0,-1-2 2742 0 0,4 1-2504 0 0,72-34 1308 0 0,-64 29-1511 0 0,1 1 0 0 0,17-7 0 0 0,-24 12-84 0 0,0-1 0 0 0,0 1 1 0 0,0 0-1 0 0,0 0 0 0 0,0 1 1 0 0,0-1-1 0 0,0 1 1 0 0,0 0-1 0 0,7 1 0 0 0,0 1-17 0 0,-1 0 0 0 0,1-1 0 0 0,0 0 0 0 0,0-1 0 0 0,-1-1 0 0 0,1 1 0 0 0,16-5 0 0 0,-11 2 150 0 0,0 1-1 0 0,1 1 1 0 0,27 1-1 0 0,-29 1 144 0 0,0-1 1 0 0,0-1-1 0 0,0-1 0 0 0,23-4 0 0 0,-23 3-59 0 0,-13 3-186 0 0,0-1 1 0 0,1 1 0 0 0,-1-1 0 0 0,0 0-1 0 0,0 0 1 0 0,0 0 0 0 0,0 0-1 0 0,6-3 1 0 0,-26 9-110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4:07.4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65 10591 0 0,'-5'-4'508'0'0,"-3"-4"4410"0"0,14 2-1045 0 0,2 1-4774 0 0,1-1 1199 0 0,0 1 1 0 0,0 0 0 0 0,0 1-1 0 0,0 0 1 0 0,1 0 0 0 0,0 1-1 0 0,0 0 1 0 0,0 1-1 0 0,0 0 1 0 0,0 0 0 0 0,11 1-1 0 0,-13 0-288 0 0,-1 2 0 0 0,1-1-1 0 0,-1 1 1 0 0,1 0 0 0 0,-1 0-1 0 0,0 1 1 0 0,0 0 0 0 0,0 0-1 0 0,0 1 1 0 0,0 0 0 0 0,0 0-1 0 0,0 0 1 0 0,-1 1 0 0 0,0 0-1 0 0,9 8 1 0 0,-13-11-21 0 0,-1 0 0 0 0,0 0-1 0 0,1 1 1 0 0,-1-1 0 0 0,0 0-1 0 0,0 1 1 0 0,0-1 0 0 0,0 1-1 0 0,0-1 1 0 0,0 1 0 0 0,-1-1 0 0 0,1 1-1 0 0,0 0 1 0 0,-1-1 0 0 0,1 1-1 0 0,-1 0 1 0 0,0-1 0 0 0,0 1-1 0 0,1 0 1 0 0,-1 0 0 0 0,0-1 0 0 0,0 1-1 0 0,-1 0 1 0 0,1 0 0 0 0,0-1-1 0 0,0 1 1 0 0,-1 0 0 0 0,0 1-1 0 0,-2 3-314 0 0,0-1-1 0 0,0 0 0 0 0,0 0 1 0 0,-1-1-1 0 0,1 1 0 0 0,-1 0 1 0 0,-6 4-1 0 0,-15 13-3102 0 0,-1-1-1 0 0,-1 0 1 0 0,-37 19 0 0 0,-14 11 87 0 0,78-51 3460 0 0,0 0 0 0 0,-1 0 0 0 0,1 1 0 0 0,-1-1-1 0 0,1 0 1 0 0,0 0 0 0 0,-1 1 0 0 0,1-1 0 0 0,0 0-1 0 0,-1 1 1 0 0,1-1 0 0 0,0 0 0 0 0,-1 1 0 0 0,1-1-1 0 0,0 0 1 0 0,0 1 0 0 0,-1-1 0 0 0,1 1-1 0 0,0-1 1 0 0,0 0 0 0 0,0 1 0 0 0,0-1 0 0 0,0 1-1 0 0,-1-1 1 0 0,1 1 0 0 0,1 0 85 0 0,-1-1 1 0 0,0 0-1 0 0,1 0 1 0 0,-1 1-1 0 0,1-1 0 0 0,-1 0 1 0 0,0 0-1 0 0,1 1 1 0 0,-1-1-1 0 0,1 0 0 0 0,-1 0 1 0 0,1 0-1 0 0,-1 0 0 0 0,0 0 1 0 0,1 0-1 0 0,-1 0 1 0 0,1 0-1 0 0,0 0 0 0 0,25-2 4054 0 0,-2-6-2404 0 0,0-1 0 0 0,0-1 0 0 0,23-14-1 0 0,-23 11-1293 0 0,0 2 0 0 0,43-15 0 0 0,-65 25-733 0 0,4 0 208 0 0,-1-1 1 0 0,1 1-1 0 0,-1 0 0 0 0,1 0 1 0 0,0 1-1 0 0,6-1 0 0 0,8 7-6320 0 0,-10 0-910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4:29.0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73 97 4607 0 0,'1'-25'522'0'0,"0"20"-5"0"0,0-1 0 0 0,-1 1 1 0 0,0-1-1 0 0,0 1 0 0 0,0-1 1 0 0,-1 0-1 0 0,0 1 0 0 0,0-1 1 0 0,-2-7-1 0 0,3 12-405 0 0,-1 1-1 0 0,1 0 1 0 0,0-1-1 0 0,0 1 1 0 0,0-1 0 0 0,0 1-1 0 0,0 0 1 0 0,-1-1 0 0 0,1 1-1 0 0,0-1 1 0 0,0 1-1 0 0,-1 0 1 0 0,1-1 0 0 0,0 1-1 0 0,0 0 1 0 0,-1 0-1 0 0,1-1 1 0 0,0 1 0 0 0,-1 0-1 0 0,1 0 1 0 0,0-1 0 0 0,-1 1-1 0 0,1 0 1 0 0,-1 0-1 0 0,1 0 1 0 0,0 0 0 0 0,-1 0-1 0 0,1-1 1 0 0,-1 1-1 0 0,1 0 1 0 0,0 0 0 0 0,-1 0-1 0 0,1 0 1 0 0,-1 0 0 0 0,1 0-1 0 0,0 0 1 0 0,-1 0-1 0 0,1 1 1 0 0,-1-1 0 0 0,1 0-1 0 0,0 0 1 0 0,-1 0-1 0 0,1 0 1 0 0,-1 0 0 0 0,1 1-1 0 0,0-1 1 0 0,-1 0 0 0 0,1 0-1 0 0,0 1 1 0 0,-1-1-1 0 0,1 0 1 0 0,0 1 0 0 0,0-1-1 0 0,-1 0 1 0 0,1 1-1 0 0,0-1 1 0 0,0 0 0 0 0,0 1-1 0 0,-1 0 1 0 0,0 1 184 0 0,-1 1 0 0 0,1-1 0 0 0,0 0-1 0 0,0 1 1 0 0,0 0 0 0 0,0-1 0 0 0,-1 6 0 0 0,-7 108 1353 0 0,6-90-1497 0 0,-26 307 1040 0 0,38-25-786 0 0,-2-223-302 0 0,28 135-1 0 0,-24-177-39 0 0,2-1-1 0 0,2 0 0 0 0,1-1 1 0 0,2-1-1 0 0,47 74 0 0 0,0 0 480 0 0,-64-112-513 0 0,0-1-1 0 0,0 2 0 0 0,0-1 1 0 0,0 0-1 0 0,0 0 0 0 0,0 0 1 0 0,0 0-1 0 0,0 5 1 0 0,-1-7-32 0 0,0 1 0 0 0,0-1 1 0 0,0 1-1 0 0,0-1 1 0 0,0 1-1 0 0,-1 0 1 0 0,1-1-1 0 0,0 1 0 0 0,0-1 1 0 0,0 1-1 0 0,-1-1 1 0 0,1 1-1 0 0,0-1 1 0 0,0 1-1 0 0,-1-1 1 0 0,1 0-1 0 0,-1 1 0 0 0,1-1 1 0 0,0 1-1 0 0,-1-1 1 0 0,1 0-1 0 0,-1 1 1 0 0,1-1-1 0 0,-1 0 0 0 0,1 0 1 0 0,0 1-1 0 0,-1-1 1 0 0,1 0-1 0 0,-1 0 1 0 0,0 0-1 0 0,1 1 0 0 0,-1-1 1 0 0,1 0-1 0 0,-1 0 1 0 0,1 0-1 0 0,-1 0 1 0 0,1 0-1 0 0,-1 0 1 0 0,1 0-1 0 0,-1 0 0 0 0,0-1 1 0 0,0 1-31 0 0,1 0 1 0 0,-1 0-1 0 0,0 0 0 0 0,1-1 1 0 0,-1 1-1 0 0,1 0 1 0 0,-1-1-1 0 0,0 1 0 0 0,1 0 1 0 0,-1-1-1 0 0,1 1 1 0 0,-1-1-1 0 0,1 1 0 0 0,-1-1 1 0 0,1 1-1 0 0,0-1 1 0 0,-1 0-1 0 0,-1-1-423 0 0,-2-3-488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4:31.3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0 510 7367 0 0,'1'-4'516'0'0,"0"0"0"0"0,0 0-1 0 0,0 0 1 0 0,0 0 0 0 0,1 0 0 0 0,-1 0-1 0 0,4-5 1 0 0,4-10 1168 0 0,30-107 3971 0 0,-29 79-4903 0 0,-1 0 0 0 0,1-53-1 0 0,-8 63-648 0 0,-2 18-60 0 0,1-1 0 0 0,5-25 0 0 0,-1 33-50 0 0,-5 12 8 0 0,0 0 0 0 0,0 0 0 0 0,0 0 0 0 0,0 0 0 0 0,1 0 0 0 0,-1 0 0 0 0,0 0 0 0 0,0 0 0 0 0,0 0 0 0 0,0 0 0 0 0,1 0 0 0 0,-1 1 0 0 0,0-1 0 0 0,0 0 0 0 0,0 0 0 0 0,0 0 0 0 0,0 0 0 0 0,0 0 0 0 0,1 1 0 0 0,-1-1 0 0 0,0 0 0 0 0,0 0 0 0 0,0 0 0 0 0,0 0 0 0 0,0 0 0 0 0,0 1 0 0 0,0-1 0 0 0,0 0 0 0 0,0 0 0 0 0,0 0 0 0 0,0 1 0 0 0,0-1 0 0 0,0 0 0 0 0,0 0 0 0 0,0 1 0 0 0,4 28 117 0 0,-3-22-89 0 0,5 138 478 0 0,-5-84-270 0 0,-1 14 63 0 0,-1-33-68 0 0,8 69-1 0 0,0-78-181 0 0,-6-31-80 0 0,-1 0 1 0 0,1 0-1 0 0,0 0 1 0 0,-1 0 0 0 0,1 0-1 0 0,0-1 1 0 0,0 1-1 0 0,0 0 1 0 0,0-1-1 0 0,1 1 1 0 0,-1 0-1 0 0,0-1 1 0 0,1 0-1 0 0,2 3 1 0 0,-3-4-462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4:31.9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53 47 9215 0 0,'-1'3'312'0'0,"-6"17"190"0"0,7-19-417 0 0,-1-1 1 0 0,1 1-1 0 0,0 0 0 0 0,0-1 0 0 0,0 1 0 0 0,0 0 1 0 0,0 0-1 0 0,-1-1 0 0 0,1 1 0 0 0,1 0 0 0 0,-1-1 1 0 0,0 1-1 0 0,0 0 0 0 0,0-1 0 0 0,0 1 0 0 0,0 0 1 0 0,0-1-1 0 0,1 1 0 0 0,-1 0 0 0 0,0-1 0 0 0,1 1 1 0 0,-1 0-1 0 0,1 0 0 0 0,0-1 229 0 0,0-1 0 0 0,-1 1 0 0 0,1 0-1 0 0,0-1 1 0 0,-1 1 0 0 0,1 0 0 0 0,0-1 0 0 0,-1 1 0 0 0,1-1-1 0 0,0 1 1 0 0,-1-1 0 0 0,1 1 0 0 0,-1-1 0 0 0,1 0 0 0 0,-1 1 0 0 0,1-1-1 0 0,-1 0 1 0 0,0 1 0 0 0,1-1 0 0 0,0-1 0 0 0,7-11 755 0 0,1-7 324 0 0,4-7-242 0 0,-12 26-1108 0 0,0 0 0 0 0,0 0 0 0 0,0 0 0 0 0,-1 0 0 0 0,1 0 1 0 0,0 0-1 0 0,0 0 0 0 0,1 0 0 0 0,-1 0 0 0 0,0 0 0 0 0,0 1 0 0 0,0-1 1 0 0,0 0-1 0 0,1 1 0 0 0,-1-1 0 0 0,2 0 0 0 0,-2 2-34 0 0,0-1 0 0 0,0 0 0 0 0,0 0 1 0 0,0 0-1 0 0,0 0 0 0 0,0 1 0 0 0,0-1 0 0 0,0 1 0 0 0,0-1 0 0 0,0 1 0 0 0,0-1 0 0 0,0 1 1 0 0,0-1-1 0 0,0 1 0 0 0,0 0 0 0 0,-1-1 0 0 0,1 1 0 0 0,0 0 0 0 0,-1 0 0 0 0,1 0 0 0 0,0-1 0 0 0,-1 1 1 0 0,1 1-1 0 0,14 24 35 0 0,-15-25-36 0 0,5 10 3 0 0,-1 1 0 0 0,0 0 0 0 0,-1 0 0 0 0,0 0 0 0 0,-1 0 0 0 0,0 0 0 0 0,-1 0 0 0 0,0 1 0 0 0,-1-1 0 0 0,-1 0 0 0 0,0 0 0 0 0,0 1 0 0 0,-1-1 0 0 0,-1 0 0 0 0,0 0 0 0 0,-1-1 0 0 0,0 1 0 0 0,-1-1 0 0 0,0 1 0 0 0,0-1 0 0 0,-1-1 0 0 0,-14 18 0 0 0,17-23-11 0 0,-1-1 0 0 0,0 0 0 0 0,-1 0 0 0 0,1-1 0 0 0,0 1 0 0 0,-1-1 0 0 0,0 0 0 0 0,-10 5 0 0 0,13-7 0 0 0,0 0 0 0 0,0 0 0 0 0,0-1 0 0 0,-1 1 0 0 0,1 0 0 0 0,0-1 0 0 0,-1 0 0 0 0,1 1 0 0 0,0-1 0 0 0,-1 0 0 0 0,1 0 0 0 0,0-1 0 0 0,-1 1 0 0 0,1 0 0 0 0,0-1 0 0 0,-1 1 0 0 0,1-1 0 0 0,0 0 0 0 0,0 0 0 0 0,-1 0 0 0 0,1 0 0 0 0,0 0 0 0 0,-3-2 0 0 0,5 3 0 0 0,0-1 0 0 0,0 1 0 0 0,-1 0 0 0 0,1 0 0 0 0,0 0 0 0 0,-1 0 0 0 0,1-1 0 0 0,0 1 0 0 0,0 0 0 0 0,0 0 0 0 0,-1 0 0 0 0,1-1 0 0 0,0 1 0 0 0,0 0 0 0 0,0 0 0 0 0,-1-1 0 0 0,1 1 0 0 0,0 0 0 0 0,0-1 0 0 0,0 1 0 0 0,0 0 0 0 0,0-1 0 0 0,0 1 0 0 0,0 0 0 0 0,0 0 0 0 0,0-1 0 0 0,0 1 0 0 0,0 0 0 0 0,0-1 0 0 0,0 1 0 0 0,0 0 0 0 0,0-1 0 0 0,0 1 0 0 0,0-1 0 0 0,11-4 0 0 0,16 2 0 0 0,77 11 65 0 0,1-1 398 0 0,2-9 174 0 0,-103 2-621 0 0,0 1 0 0 0,0-1 0 0 0,1 1 0 0 0,-1-1 0 0 0,0 1-1 0 0,0 0 1 0 0,0 1 0 0 0,6 2 0 0 0,-9-4-16 0 0,-1 0-1 0 0,1 1 1 0 0,0-1 0 0 0,-1 0-1 0 0,1 1 1 0 0,-1-1 0 0 0,1 1-1 0 0,0 0 1 0 0,-1-1 0 0 0,1 1-1 0 0,-1-1 1 0 0,0 1 0 0 0,1 0 0 0 0,-1-1-1 0 0,1 1 1 0 0,-1 0 0 0 0,0-1-1 0 0,0 1 1 0 0,1 0 0 0 0,-1 1-1 0 0,0-1-7 0 0,0 0-1 0 0,0 1 0 0 0,-1-1 0 0 0,1 0 0 0 0,0 0 1 0 0,-1 1-1 0 0,1-1 0 0 0,-1 0 0 0 0,1 0 0 0 0,-1 0 0 0 0,0 0 1 0 0,1 0-1 0 0,-1 0 0 0 0,0 0 0 0 0,0 0 0 0 0,0 0 1 0 0,-1 1-1 0 0,-7 5 105 0 0,4-4-1615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4:32.4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50 143 3679 0 0,'-26'-69'2894'0'0,"7"21"1610"0"0,18 46-4057 0 0,0 0 1 0 0,1 0-1 0 0,-1-1 1 0 0,1 1 0 0 0,-1 0-1 0 0,1-1 1 0 0,0-2-1 0 0,0 5-369 0 0,0 0-1 0 0,0 0 0 0 0,0-1 0 0 0,0 1 0 0 0,0 0 0 0 0,0 0 0 0 0,0-1 1 0 0,0 1-1 0 0,0 0 0 0 0,0 0 0 0 0,0 0 0 0 0,1-1 0 0 0,-1 1 0 0 0,0 0 1 0 0,0 0-1 0 0,0 0 0 0 0,0 0 0 0 0,0-1 0 0 0,1 1 0 0 0,-1 0 1 0 0,0 0-1 0 0,0 0 0 0 0,0 0 0 0 0,0 0 0 0 0,1 0 0 0 0,-1-1 0 0 0,0 1 1 0 0,0 0-1 0 0,1 0 0 0 0,10 5 1189 0 0,-6-2-1094 0 0,0 1 1 0 0,0 1 0 0 0,-1-1-1 0 0,0 1 1 0 0,0 0-1 0 0,0 0 1 0 0,0 0 0 0 0,-1 0-1 0 0,0 1 1 0 0,0-1-1 0 0,0 1 1 0 0,-1 0-1 0 0,3 10 1 0 0,1 7 87 0 0,-1 1 0 0 0,3 28 0 0 0,-7-39-212 0 0,5 33 318 0 0,17 64 1 0 0,-13-91-254 0 0,-10-19-112 0 0,0 0 0 0 0,0 0 0 0 0,0 0-1 0 0,1 0 1 0 0,-1 1 0 0 0,0-1 0 0 0,0 0 0 0 0,0 0 0 0 0,0 0-1 0 0,0 0 1 0 0,1 0 0 0 0,-1 0 0 0 0,0 1 0 0 0,0-1 0 0 0,0 0-1 0 0,0 0 1 0 0,1 0 0 0 0,-1 0 0 0 0,0 0 0 0 0,0 0 0 0 0,0 0-1 0 0,1 0 1 0 0,-1 0 0 0 0,0 0 0 0 0,0 0 0 0 0,0 0 0 0 0,1 0 0 0 0,-1 0-1 0 0,0 0 1 0 0,3-10 64 0 0,-3 7-97 0 0,-1 1 1 0 0,1 0-1 0 0,-1 0 0 0 0,1 0 1 0 0,-1 0-1 0 0,0-1 1 0 0,0 1-1 0 0,0 0 0 0 0,0 0 1 0 0,-2-3-1 0 0,-5-4-5771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4:33.0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66 32 2303 0 0,'-29'8'5864'0'0,"49"-15"2063"0"0,27-7-5779 0 0,-37 10-1713 0 0,1 0-1 0 0,1 1 1 0 0,19-4-1 0 0,-27 7-356 0 0,0 0 0 0 0,-1 0-1 0 0,1 0 1 0 0,0 0 0 0 0,0 1 0 0 0,-1-1-1 0 0,1 1 1 0 0,0 0 0 0 0,-1 0 0 0 0,1 0-1 0 0,-1 1 1 0 0,1-1 0 0 0,-1 1 0 0 0,0 0-1 0 0,1 0 1 0 0,2 2 0 0 0,-1 0-20 0 0,0 1 0 0 0,-1-1 0 0 0,1 1 0 0 0,-1 0 0 0 0,0 0 0 0 0,0 1 0 0 0,-1-1 0 0 0,0 1 0 0 0,0 0 0 0 0,0 0 0 0 0,-1 0 0 0 0,1 0 0 0 0,-1 0 0 0 0,-1 0 0 0 0,1 1 0 0 0,-1-1 1 0 0,0 0-1 0 0,-1 1 0 0 0,1-1 0 0 0,-1 1 0 0 0,-1-1 0 0 0,0 7 0 0 0,-1 1 5 0 0,-1 0 1 0 0,0 0-1 0 0,-1 0 1 0 0,0-1-1 0 0,-1 1 0 0 0,-1-1 1 0 0,0-1-1 0 0,-1 1 1 0 0,-9 12-1 0 0,10-15-15 0 0,-1-1 0 0 0,0 0 0 0 0,-1-1 0 0 0,0 1 0 0 0,0-1 0 0 0,-1-1 0 0 0,-9 8 0 0 0,15-13-34 0 0,-1 0-1 0 0,1-1 1 0 0,0 1-1 0 0,-1 0 1 0 0,1-1-1 0 0,-1 0 1 0 0,1 0-1 0 0,-1 0 1 0 0,0 0 0 0 0,1 0-1 0 0,-1-1 1 0 0,0 0-1 0 0,1 0 1 0 0,-1 0-1 0 0,0 0 1 0 0,0 0-1 0 0,1-1 1 0 0,-1 1-1 0 0,0-1 1 0 0,1 0-1 0 0,-1 0 1 0 0,1-1 0 0 0,-1 1-1 0 0,1-1 1 0 0,-5-2-1 0 0,-3-3-13 0 0,1 0 0 0 0,-1 1 0 0 0,-13-6 0 0 0,19 8-1777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4:33.5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4 153 5063 0 0,'-2'-11'505'0'0,"1"0"1"0"0,0-1-1 0 0,1 1 0 0 0,0-1 0 0 0,1 1 0 0 0,0-1 0 0 0,1 1 0 0 0,0 0 0 0 0,5-14 0 0 0,-6 24-298 0 0,-1-1-1 0 0,0 1 1 0 0,1-1 0 0 0,0 1 0 0 0,-1 0-1 0 0,1-1 1 0 0,0 1 0 0 0,0 0-1 0 0,0-1 1 0 0,0 1 0 0 0,0 0 0 0 0,0 0-1 0 0,0 0 1 0 0,0 0 0 0 0,0 0 0 0 0,0 0-1 0 0,1 0 1 0 0,1-1 0 0 0,-1 2-46 0 0,-1-1 1 0 0,0 1-1 0 0,1 0 1 0 0,-1 0-1 0 0,1 0 1 0 0,-1 0-1 0 0,0 0 1 0 0,1 0-1 0 0,-1 0 1 0 0,1 0 0 0 0,-1 1-1 0 0,0-1 1 0 0,1 0-1 0 0,-1 1 1 0 0,0-1-1 0 0,2 2 1 0 0,2 1 91 0 0,0-1 1 0 0,-1 2 0 0 0,1-1 0 0 0,-1 0-1 0 0,0 1 1 0 0,0 0 0 0 0,0 0-1 0 0,6 9 1 0 0,-1 2 118 0 0,-1 0-1 0 0,0 1 1 0 0,11 30-1 0 0,11 55 632 0 0,-21-65-660 0 0,12 47 387 0 0,12 107-1 0 0,-8 87-167 0 0,-24 220 393 0 0,-45-164-143 0 0,16-155-520 0 0,24-156-273 0 0,-1 16 26 0 0,6-42-64 0 0,-1-1 1 0 0,1 1-1 0 0,0 0 0 0 0,0 0 0 0 0,0-1 1 0 0,1 1-1 0 0,2-5 0 0 0,18-33-531 0 0,-10 22-257 0 0,-1 0 129 0 0,1 0-9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5:13.6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32 885 3223 0 0,'-4'-2'166'0'0,"2"2"-158"0"0,0 0 0 0 0,1-1 0 0 0,-1 1 0 0 0,0-1 0 0 0,0 0 0 0 0,1 0 1 0 0,-1 0-1 0 0,1 1 0 0 0,-1-1 0 0 0,0-1 0 0 0,-1 0 0 0 0,2-2-27 0 0,0 4 119 0 0,1-1 0 0 0,-1 0-1 0 0,1 1 1 0 0,-1-1 0 0 0,1 0-1 0 0,0 1 1 0 0,-1-1 0 0 0,1 0-1 0 0,0 1 1 0 0,0-1 0 0 0,0 0 0 0 0,-1 0-1 0 0,1 1 1 0 0,0-1 0 0 0,0 0-1 0 0,0 0 1 0 0,0 0 0 0 0,0 1 0 0 0,1-1-1 0 0,-1 0 1 0 0,0 0 0 0 0,0 1-1 0 0,0-1 1 0 0,1 0 0 0 0,-1 1-1 0 0,0-1 1 0 0,1 0 0 0 0,-1 1 0 0 0,0-1-1 0 0,1 0 1 0 0,-1 1 0 0 0,1-1-1 0 0,-1 0 1 0 0,1 1 0 0 0,-1-1 0 0 0,1 1-1 0 0,0-1 1 0 0,-1 1 0 0 0,2-1-1 0 0,6-4 409 0 0,1-1 0 0 0,0 1 0 0 0,0 1 0 0 0,0 0 0 0 0,1 0 1 0 0,0 1-1 0 0,10-3 0 0 0,-3 1-66 0 0,63-24 1011 0 0,135-71-1 0 0,-59 24-448 0 0,60-22 99 0 0,128-57-228 0 0,124-70-583 0 0,-248 113-226 0 0,-205 108-76 0 0,-13 4-18 0 0,-9 5 2 0 0,-22 12-515 0 0,-81 54-3970 0 0,83-51-381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5:14.0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157 874 1375 0 0,'-17'6'320'0'0,"1"0"0"0"0,0 1 0 0 0,-22 13 0 0 0,13-6 554 0 0,19-11-211 0 0,-1 1-1 0 0,0 0 1 0 0,1 0-1 0 0,-11 9 1 0 0,17-13-633 0 0,0 0 0 0 0,0 0 0 0 0,0 0 0 0 0,0 0 0 0 0,0 0 0 0 0,0 0 0 0 0,0 0 0 0 0,0 0 0 0 0,0 0 0 0 0,0 0 0 0 0,0 0 0 0 0,-1 0 0 0 0,1 0 0 0 0,0 0 0 0 0,0 0 0 0 0,0 0 0 0 0,0 0 0 0 0,0 0 0 0 0,0 0 0 0 0,0 0 0 0 0,0 1 0 0 0,0-1 0 0 0,0 0 0 0 0,0 0 0 0 0,0 0 0 0 0,0 0 0 0 0,0 0 0 0 0,0 0 0 0 0,0 0 0 0 0,0 0 0 0 0,0 0 0 0 0,0 0 0 0 0,0 0 0 0 0,0 0 0 0 0,0 0 0 0 0,0 0 0 0 0,0 1 0 0 0,0-1 0 0 0,0 0 0 0 0,0 0 0 0 0,0 0 0 0 0,0 0 0 0 0,0 0 0 0 0,0 0 0 0 0,0 0 0 0 0,0 0 0 0 0,0 0 0 0 0,0 0 0 0 0,0 0 0 0 0,0 0 0 0 0,0 0 0 0 0,0 0 0 0 0,0 0 0 0 0,0 0 0 0 0,0 0 0 0 0,0 1 0 0 0,0-1 0 0 0,1 0 0 0 0,-1 0 0 0 0,0 0 0 0 0,0 0 0 0 0,0 0 0 0 0,0 0 0 0 0,0 0 0 0 0,0 0 0 0 0,0 0 0 0 0,0 0 0 0 0,7-1 1014 0 0,9-4 77 0 0,266-154 5119 0 0,-139 72-4993 0 0,288-145 1185 0 0,58-31-1656 0 0,-380 202-639 0 0,-28 17-18 0 0,-32 19-22 0 0,78-53-1 0 0,-126 76-1411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5:37.7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74 146 3223 0 0,'1'0'240'0'0,"0"1"-213"0"0,-1-1-148 0 0,19 14 10734 0 0,-16-12-10514 0 0,-1-1-1304 0 0,-1-1 1234 0 0,-1 0-1 0 0,0 0 1 0 0,1 0 0 0 0,-1 0-1 0 0,1 0 1 0 0,-1 0 0 0 0,1-1 0 0 0,-1 1-1 0 0,0 0 1 0 0,1 0 0 0 0,-1 0-1 0 0,1-1 1 0 0,-1 1 0 0 0,0 0-1 0 0,1 0 1 0 0,-1-1 0 0 0,0 1-1 0 0,1 0 1 0 0,-1-1 0 0 0,0 1-1 0 0,0 0 1 0 0,1-1 0 0 0,-1 1 0 0 0,0 0-1 0 0,0-1 1 0 0,1 1 0 0 0,-1-1-1 0 0,0 0 1 0 0,6-12 625 0 0,-4 6-429 0 0,-1 1 0 0 0,0-1 0 0 0,-1 0-1 0 0,1 0 1 0 0,-1 1 0 0 0,0-1 0 0 0,-1 0 0 0 0,0 1 0 0 0,-2-12 0 0 0,2 14-114 0 0,0 0 0 0 0,0 1 0 0 0,-1-1 0 0 0,1 1-1 0 0,-1-1 1 0 0,1 1 0 0 0,-1 0 0 0 0,0-1 0 0 0,-1 1 0 0 0,1 0 0 0 0,0 0 0 0 0,-1 0 0 0 0,1 1 0 0 0,-1-1 0 0 0,0 1 0 0 0,0-1 0 0 0,0 1 0 0 0,-6-3 0 0 0,8 4-109 0 0,0 1 0 0 0,0-1 0 0 0,-1 1-1 0 0,1 0 1 0 0,0-1 0 0 0,0 1 0 0 0,-1 0-1 0 0,1 0 1 0 0,0 0 0 0 0,0 0 0 0 0,-1 0-1 0 0,1 0 1 0 0,0 0 0 0 0,0 0 0 0 0,-1 0-1 0 0,1 1 1 0 0,0-1 0 0 0,0 0 0 0 0,-1 1-1 0 0,1-1 1 0 0,0 1 0 0 0,0-1 0 0 0,0 1 0 0 0,0 0-1 0 0,0-1 1 0 0,0 1 0 0 0,0 0 0 0 0,0 0-1 0 0,0 0 1 0 0,0 0 0 0 0,0 0 0 0 0,1 0-1 0 0,-2 2 1 0 0,-4 3 2 0 0,5-5-4 0 0,1-1 0 0 0,-1 1 0 0 0,1-1 0 0 0,-1 1 0 0 0,1-1 0 0 0,-1 0 0 0 0,1 1 0 0 0,-1-1 0 0 0,1 0 0 0 0,-1 1 0 0 0,1-1 0 0 0,-1 0 0 0 0,1 0 0 0 0,-1 0 0 0 0,1 0 0 0 0,-1 1 0 0 0,0-1 0 0 0,1 0 0 0 0,-1 0 0 0 0,1 0 0 0 0,-1 0 0 0 0,1 0 0 0 0,-1 0 0 0 0,0 0 0 0 0,0-1 0 0 0,0 2 0 0 0,1 1-13 0 0,0-2 9 0 0,0 1 0 0 0,0 0 1 0 0,0-1-1 0 0,0 1 0 0 0,0-1 0 0 0,-1 1 1 0 0,1 0-1 0 0,0-1 0 0 0,0 1 1 0 0,0 0-1 0 0,-1-1 0 0 0,1 1 0 0 0,0-1 1 0 0,-1 1-1 0 0,1-1 0 0 0,0 1 0 0 0,-2 0 1 0 0,2 0 1 0 0,0-1 0 0 0,-1 1 0 0 0,1-1 1 0 0,-1 1-1 0 0,1-1 0 0 0,0 1 0 0 0,-1-1 1 0 0,1 1-1 0 0,0 0 0 0 0,0-1 0 0 0,0 1 1 0 0,-1 0-1 0 0,1-1 0 0 0,0 1 0 0 0,0 0 1 0 0,0-1-1 0 0,0 2 0 0 0,2 6-2469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5:38.4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54 173 3223 0 0,'-20'-50'461'0'0,"-14"-28"11167"0"0,36 89-9545 0 0,4 15-741 0 0,45 143 1321 0 0,-38-134-2364 0 0,2 0-1 0 0,31 56 0 0 0,15 16 50 0 0,-46-68-160 0 0,-16-51-151 0 0,-1 0 1 0 0,1 0-1 0 0,1 1 0 0 0,0-1 1 0 0,1 0-1 0 0,2-15 0 0 0,-1 12-31 0 0,6-38 51 0 0,28-97 0 0 0,-29 123-54 0 0,-2 6 15 0 0,2 0 1 0 0,0 1-1 0 0,1 0 0 0 0,1 0 1 0 0,1 1-1 0 0,16-25 0 0 0,15-5-18 0 0,-74 60 0 0 0,-20 7 0 0 0,0-3 0 0 0,0-2 0 0 0,-86 9 0 0 0,138-21 1 0 0,-17 1 34 0 0,17-2-33 0 0,0 0-1 0 0,1 1 1 0 0,-1-1-1 0 0,0 0 1 0 0,1 0-1 0 0,-1 0 1 0 0,0 0 0 0 0,0 1-1 0 0,1-1 1 0 0,-1 0-1 0 0,1 1 1 0 0,-1-1-1 0 0,0 0 1 0 0,1 1-1 0 0,-1-1 1 0 0,1 1 0 0 0,-2 0-1 0 0,3-1-63 0 0,0 1-1 0 0,0-1 1 0 0,0 0 0 0 0,0 0-1 0 0,0 1 1 0 0,-1-1 0 0 0,1 0-1 0 0,0 0 1 0 0,0 0 0 0 0,0 0-1 0 0,0 0 1 0 0,0-1 0 0 0,0 1-1 0 0,0 0 1 0 0,0 0 0 0 0,-1 0-1 0 0,1-1 1 0 0,0 1 0 0 0,1-1-1 0 0,4 0-5356 0 0,17-4-1771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5:38.9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2 247 6447 0 0,'0'1'63'0'0,"-1"0"1"0"0,1 0-1 0 0,0 0 0 0 0,0 0 0 0 0,0 0 0 0 0,0 0 0 0 0,0 0 0 0 0,0 0 0 0 0,0 0 0 0 0,0 0 0 0 0,0 0 1 0 0,0 0-1 0 0,0 0 0 0 0,0 0 0 0 0,1 0 0 0 0,0 1 0 0 0,0-1 179 0 0,0 0 0 0 0,0 0-1 0 0,0 0 1 0 0,1 0 0 0 0,-1-1 0 0 0,0 1 0 0 0,1 0-1 0 0,-1-1 1 0 0,3 2 0 0 0,3 0 287 0 0,0 0-1 0 0,0-1 1 0 0,0 0-1 0 0,-1 0 1 0 0,1 0 0 0 0,0-1-1 0 0,0 0 1 0 0,0 0 0 0 0,0-1-1 0 0,0 0 1 0 0,0 0-1 0 0,0 0 1 0 0,9-4 0 0 0,-7 2-225 0 0,1-1 0 0 0,-1 0 0 0 0,0 0 0 0 0,0-1 0 0 0,0 0 0 0 0,-1 0 0 0 0,1-1 0 0 0,11-11 0 0 0,-15 12-194 0 0,-1 0 0 0 0,0-1 0 0 0,0 1 0 0 0,0-1-1 0 0,-1 0 1 0 0,0 0 0 0 0,0 0 0 0 0,0-1 0 0 0,-1 1 0 0 0,0-1-1 0 0,0 1 1 0 0,-1-1 0 0 0,0 0 0 0 0,1-12 0 0 0,-2 14-74 0 0,0 0 1 0 0,0 0-1 0 0,0 0 1 0 0,-1 0 0 0 0,0-1-1 0 0,0 1 1 0 0,0 0-1 0 0,-1 1 1 0 0,1-1 0 0 0,-1 0-1 0 0,0 0 1 0 0,-1 1-1 0 0,1-1 1 0 0,-1 1 0 0 0,0 0-1 0 0,0 0 1 0 0,0 0-1 0 0,-1 0 1 0 0,1 0 0 0 0,-6-3-1 0 0,7 5-28 0 0,0 1-1 0 0,0-1 1 0 0,0 1-1 0 0,0-1 1 0 0,-1 1 0 0 0,1 0-1 0 0,0 0 1 0 0,-1 0-1 0 0,1 0 1 0 0,-1 0 0 0 0,1 1-1 0 0,-1-1 1 0 0,0 1-1 0 0,1 0 1 0 0,-1-1-1 0 0,0 1 1 0 0,1 0 0 0 0,-1 1-1 0 0,1-1 1 0 0,-1 0-1 0 0,0 1 1 0 0,1 0-1 0 0,-1-1 1 0 0,1 1 0 0 0,-1 0-1 0 0,1 0 1 0 0,0 0-1 0 0,-1 1 1 0 0,1-1-1 0 0,0 1 1 0 0,0-1 0 0 0,0 1-1 0 0,0 0 1 0 0,0-1-1 0 0,-2 3 1 0 0,-1 2-8 0 0,1 0 0 0 0,-1 0 1 0 0,1 0-1 0 0,1 1 0 0 0,-1-1 1 0 0,1 1-1 0 0,0 0 0 0 0,0 0 0 0 0,1 0 1 0 0,0 0-1 0 0,-1 11 0 0 0,0 6 3 0 0,2 1-1 0 0,1 0 0 0 0,4 35 1 0 0,17 74 126 0 0,-9-86-95 0 0,31 80 0 0 0,-4-14 16 0 0,-32-89-42 0 0,-1-1-1 0 0,5 46 1 0 0,-10-57-10 0 0,0-5-31 0 0,0-1 0 0 0,-1 1 1 0 0,1-1-1 0 0,-2 1 0 0 0,1 0 1 0 0,-1-1-1 0 0,-3 14 0 0 0,1-16-951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5:39.1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8 103 3223 0 0,'-7'-8'-258'0'0,"7"8"432"0"0,-1-1 0 0 0,1 1 0 0 0,0 0 0 0 0,0-1 0 0 0,0 1 0 0 0,0-1 0 0 0,0 1 1 0 0,0 0-1 0 0,0-1 0 0 0,0 1 0 0 0,0 0 0 0 0,0-1 0 0 0,0 1 0 0 0,0-1 0 0 0,1 1 0 0 0,-1 0 0 0 0,0-1 0 0 0,0 1 0 0 0,0 0 1 0 0,0-1-1 0 0,1 1 0 0 0,-1 0 0 0 0,0-1 0 0 0,0 1 0 0 0,0 0 0 0 0,1 0 0 0 0,0-1 0 0 0,0 0 399 0 0,0 0 1 0 0,0 0-1 0 0,1 0 1 0 0,-1 1-1 0 0,1-1 0 0 0,-1 0 1 0 0,1 1-1 0 0,-1-1 0 0 0,1 1 1 0 0,-1 0-1 0 0,1-1 0 0 0,-1 1 1 0 0,3 0-1 0 0,21 0 1066 0 0,29-3 1 0 0,-45 1-1253 0 0,0 0 0 0 0,1 0 0 0 0,-1-1 0 0 0,0 0 1 0 0,0 0-1 0 0,11-7 0 0 0,54-32-3756 0 0,-64 35-3390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5:39.5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91 4 3223 0 0,'0'0'97'0'0,"0"0"0"0"0,-1-1 0 0 0,1 1 0 0 0,0 0 0 0 0,-1 0 0 0 0,1-1 0 0 0,-1 1 0 0 0,1 0-1 0 0,0 0 1 0 0,-1-1 0 0 0,1 1 0 0 0,-1 0 0 0 0,1 0 0 0 0,-1 0 0 0 0,1 0 0 0 0,0 0 0 0 0,-1 0 0 0 0,1 0-1 0 0,-1 0 1 0 0,1 0 0 0 0,-1 0 0 0 0,1 0 0 0 0,-1 0 0 0 0,1 0 0 0 0,-1 0 0 0 0,1 0 0 0 0,0 0-1 0 0,-1 1 1 0 0,1-1 0 0 0,-1 0 0 0 0,-1 2 314 0 0,1-1-1 0 0,-1 0 0 0 0,0 0 1 0 0,1 1-1 0 0,0-1 1 0 0,-1 1-1 0 0,-1 2 0 0 0,-3 6 2219 0 0,-9 20 0 0 0,13-26-2163 0 0,-6 14 449 0 0,1 0 1 0 0,1 1-1 0 0,1 0 0 0 0,1 0 1 0 0,-4 39-1 0 0,6-21-336 0 0,1 1 0 0 0,5 43 0 0 0,0-47-406 0 0,1-1 0 0 0,1 1 0 0 0,2-1 0 0 0,1-1 0 0 0,1 0 0 0 0,2 0 0 0 0,21 38 0 0 0,-32-68-290 0 0,0 0 0 0 0,0 0 0 0 0,0 0 0 0 0,-1 0 0 0 0,1 0 0 0 0,0 1 1 0 0,-1-1-1 0 0,0 0 0 0 0,1 0 0 0 0,-1 0 0 0 0,0 0 0 0 0,0 1 0 0 0,0-1 0 0 0,-1 0 0 0 0,1 0 0 0 0,-1 4 0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5:40.8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1 318 5063 0 0,'9'-4'13550'0'0,"-1"-19"-13020"0"0,-1 0 0 0 0,-1 0 1 0 0,-1 0-1 0 0,-2-1 1 0 0,0 0-1 0 0,0-44 1 0 0,-5 46-396 0 0,-5-23 1 0 0,1 6-38 0 0,18 279 437 0 0,-9-120-347 0 0,-3-120-188 0 0,4 55-1 0 0,-3-51-31 0 0,0 0 0 0 0,0 1 0 0 0,0-1 0 0 0,0 0 0 0 0,1 1 0 0 0,0-1 1 0 0,0 0-1 0 0,0 0 0 0 0,0 0 0 0 0,3 3 0 0 0,1-2-810 0 0,1-2-271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5:41.0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6967 0 0,'2'3'507'0'0,"1"-1"-1"0"0,-1 1 0 0 0,-1 0 1 0 0,1 0-1 0 0,0 0 0 0 0,-1 1 0 0 0,1-1 1 0 0,-1 0-1 0 0,1 4 0 0 0,7 35 3384 0 0,-7-29-3019 0 0,2 7 15 0 0,-1 0 0 0 0,0 25-1 0 0,-3-38-1064 0 0,0 1 0 0 0,-1-1 0 0 0,0 0 0 0 0,0 0 0 0 0,0 0 0 0 0,-1 0 0 0 0,0 0 0 0 0,-1 0 0 0 0,-5 12 0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5:41.3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64 8287 0 0,'1'-3'154'0'0,"0"0"-1"0"0,1 1 1 0 0,-1-1-1 0 0,1 0 0 0 0,0 1 1 0 0,0-1-1 0 0,0 1 1 0 0,0-1-1 0 0,0 1 0 0 0,1 0 1 0 0,-1 0-1 0 0,1 0 0 0 0,2-1 1 0 0,3-3 598 0 0,0 1 1 0 0,0 1-1 0 0,10-4 1 0 0,-16 7-573 0 0,0 0 0 0 0,0 0 0 0 0,0 0 0 0 0,0 1 1 0 0,0-1-1 0 0,0 1 0 0 0,0-1 0 0 0,1 1 1 0 0,-1 0-1 0 0,0 0 0 0 0,0 0 0 0 0,0 0 0 0 0,0 0 1 0 0,0 1-1 0 0,0-1 0 0 0,1 1 0 0 0,-1-1 0 0 0,0 1 1 0 0,0 0-1 0 0,0 0 0 0 0,-1 0 0 0 0,1 0 0 0 0,0 0 1 0 0,0 0-1 0 0,0 0 0 0 0,-1 0 0 0 0,1 1 0 0 0,2 2 1 0 0,-2-1-31 0 0,1 1 0 0 0,-1-1 0 0 0,0 0 0 0 0,-1 1 1 0 0,1 0-1 0 0,-1-1 0 0 0,1 1 0 0 0,-1 0 0 0 0,0 0 0 0 0,-1 0 1 0 0,1 0-1 0 0,-1 0 0 0 0,1 0 0 0 0,-1 6 0 0 0,-2 7 38 0 0,-1-1-1 0 0,0 1 0 0 0,-1 0 1 0 0,-1-1-1 0 0,0 0 1 0 0,-1 0-1 0 0,-1-1 0 0 0,-9 16 1 0 0,40-43-71 0 0,1-7-116 0 0,-14 10 1 0 0,19-11 0 0 0,-27 18 7 0 0,0 1 0 0 0,0-1-1 0 0,-1 1 1 0 0,1 0 0 0 0,0 0-1 0 0,0 0 1 0 0,0 0-1 0 0,0 1 1 0 0,0-1 0 0 0,1 1-1 0 0,-1 0 1 0 0,6 0-1 0 0,-8 1-7 0 0,0-1-1 0 0,0 0 1 0 0,1 1-1 0 0,-1 0 0 0 0,0-1 1 0 0,0 1-1 0 0,1 0 0 0 0,-1 0 1 0 0,0-1-1 0 0,0 1 0 0 0,0 0 1 0 0,0 0-1 0 0,0 0 0 0 0,0 0 1 0 0,-1 0-1 0 0,1 1 0 0 0,0-1 1 0 0,0 0-1 0 0,-1 0 1 0 0,1 0-1 0 0,-1 1 0 0 0,1-1 1 0 0,-1 0-1 0 0,0 1 0 0 0,1-1 1 0 0,-1 0-1 0 0,0 1 0 0 0,0 2 1 0 0,1 4 3 0 0,-1 0 0 0 0,0 0 0 0 0,-1 11 0 0 0,-1-3 53 0 0,-2 0-1 0 0,1 0 1 0 0,-2-1-1 0 0,0 0 1 0 0,-1 0-1 0 0,0 0 1 0 0,-1-1-1 0 0,-1 1 1 0 0,0-2-1 0 0,-1 1 1 0 0,-1-1 0 0 0,0-1-1 0 0,0 1 1 0 0,-20 16-1 0 0,27-27-23 0 0,0 1 0 0 0,0-1 0 0 0,0 0 0 0 0,0 0 0 0 0,-1 0 0 0 0,1-1 0 0 0,0 1 0 0 0,-1-1 0 0 0,1 0 0 0 0,-1 0 0 0 0,0 0 0 0 0,1 0 0 0 0,-5 0 0 0 0,2-1 11 0 0,0 0-1 0 0,1-1 1 0 0,-1 1-1 0 0,0-1 1 0 0,1-1 0 0 0,-1 1-1 0 0,-9-4 1 0 0,11 4-19 0 0,-5-3-178 0 0,12 3-1034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5:41.7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62 6911 0 0,'1'-4'138'0'0,"0"0"0"0"0,1-1 0 0 0,0 1 0 0 0,0 0 0 0 0,0 0 1 0 0,1 0-1 0 0,3-5 0 0 0,-5 7 146 0 0,1 1 0 0 0,-1-1 0 0 0,1 0 0 0 0,-1 0 0 0 0,1 1 0 0 0,-1-1 0 0 0,1 1 1 0 0,0 0-1 0 0,0-1 0 0 0,0 1 0 0 0,0 0 0 0 0,-1 0 0 0 0,2 0 0 0 0,-1 0 1 0 0,0 1-1 0 0,0-1 0 0 0,2 0 0 0 0,-2 1-94 0 0,-1 0 0 0 0,1 1 0 0 0,-1-1 0 0 0,1 1 0 0 0,-1-1 0 0 0,1 1 0 0 0,-1 0 0 0 0,0 0 1 0 0,1 0-1 0 0,-1-1 0 0 0,0 1 0 0 0,0 0 0 0 0,0 0 0 0 0,1 1 0 0 0,-1-1 0 0 0,0 0 0 0 0,0 0 0 0 0,-1 0 0 0 0,1 1 0 0 0,0-1 0 0 0,0 0 0 0 0,0 2 0 0 0,3 6 475 0 0,1 1-1 0 0,2 11 0 0 0,-4-13-152 0 0,10 32 0 0 0,-2 0 0 0 0,-2 0 1 0 0,-1 1-1 0 0,-2 0 0 0 0,0 50 0 0 0,-5-41-398 0 0,-3 0-1 0 0,-2-1 1 0 0,-2 0 0 0 0,-13 50-1 0 0,4-48 54 0 0,-32 75 0 0 0,3-12-101 0 0,43-112-90 0 0,0 1 0 0 0,0 0 0 0 0,1-1 1 0 0,-1 1-1 0 0,1 0 0 0 0,-1 0 0 0 0,1 0 0 0 0,0-1 0 0 0,0 1 0 0 0,0 0 0 0 0,1 3 0 0 0,2 0-321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5:42.0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34 6911 0 0,'1'-2'341'0'0,"1"0"-1"0"0,-1 0 1 0 0,1-1-1 0 0,0 1 1 0 0,0 0-1 0 0,0 0 1 0 0,0 1 0 0 0,0-1-1 0 0,0 0 1 0 0,0 1-1 0 0,1-1 1 0 0,-1 1-1 0 0,1 0 1 0 0,-1 0-1 0 0,1 0 1 0 0,-1 0-1 0 0,1 0 1 0 0,-1 0-1 0 0,4 0 1 0 0,-1 0 473 0 0,1 1 1 0 0,-1-1 0 0 0,1 1-1 0 0,0 0 1 0 0,-1 0 0 0 0,1 1-1 0 0,-1 0 1 0 0,9 1 0 0 0,-14-1-798 0 0,1-1 0 0 0,-1 0 1 0 0,1 1-1 0 0,0-1 0 0 0,-1 0 1 0 0,1 1-1 0 0,-1-1 0 0 0,1 1 1 0 0,-1-1-1 0 0,1 1 0 0 0,-1-1 1 0 0,0 1-1 0 0,1 0 0 0 0,-1-1 1 0 0,0 1-1 0 0,1-1 0 0 0,-1 1 1 0 0,0 0-1 0 0,0-1 0 0 0,1 1 1 0 0,-1 0-1 0 0,0-1 0 0 0,0 1 1 0 0,0 0-1 0 0,0-1 0 0 0,0 1 1 0 0,0 0-1 0 0,0-1 0 0 0,0 1 1 0 0,0 0-1 0 0,0-1 0 0 0,0 1 1 0 0,-1 0-1 0 0,1-1 0 0 0,0 1 0 0 0,-1 1 1 0 0,0 1-21 0 0,0 0 1 0 0,0 1-1 0 0,-1-1 0 0 0,0 0 1 0 0,-3 5-1 0 0,-28 31 2 0 0,25-32 24 0 0,0 1 0 0 0,1 0 0 0 0,0 1 0 0 0,1-1 0 0 0,0 1 0 0 0,-8 16 0 0 0,14-25-11 0 0,0 0 0 0 0,0 1 0 0 0,0-1 0 0 0,0 0 0 0 0,0 1 0 0 0,0-1 0 0 0,0 1 0 0 0,0-1 0 0 0,0 0 0 0 0,0 1 0 0 0,0-1 0 0 0,0 1 0 0 0,0-1 0 0 0,0 0 0 0 0,0 1 0 0 0,0-1 0 0 0,0 0 0 0 0,0 1 0 0 0,0-1 1 0 0,1 1-1 0 0,-1-1 0 0 0,0 0 0 0 0,0 1 0 0 0,0-1 0 0 0,1 0 0 0 0,-1 0 0 0 0,0 1 0 0 0,1-1 0 0 0,-1 0 0 0 0,0 0 0 0 0,0 1 0 0 0,1-1 0 0 0,-1 0 0 0 0,0 0 0 0 0,1 0 0 0 0,-1 1 0 0 0,1-1 0 0 0,-1 0 0 0 0,0 0 0 0 0,1 0 0 0 0,-1 0 0 0 0,0 0 0 0 0,1 0 0 0 0,-1 0 0 0 0,1 0 0 0 0,-1 0 0 0 0,0 0 0 0 0,1 0 0 0 0,-1 0 0 0 0,1 0 0 0 0,-1 0 0 0 0,1 0 0 0 0,22-3 367 0 0,12-6 65 0 0,56-21 0 0 0,-79 26-1978 0 0,-12 4 1334 0 0,1 0-1 0 0,-1 0 0 0 0,1 0 0 0 0,-1 0 1 0 0,1 0-1 0 0,-1 0 0 0 0,0 0 0 0 0,1 0 0 0 0,-1 0 1 0 0,1 0-1 0 0,-1 0 0 0 0,1 0 0 0 0,-1 0 1 0 0,1 1-1 0 0,-1-1 0 0 0,0 0 0 0 0,1 0 0 0 0,-1 1 1 0 0,1-1-1 0 0,-1 0 0 0 0,0 0 0 0 0,1 1 0 0 0,-1-1 1 0 0,1 1-1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5:42.9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361 78 7831 0 0,'0'-2'385'0'0,"-1"0"0"0"0,0 0-1 0 0,0 0 1 0 0,1 0-1 0 0,-1 0 1 0 0,0 0 0 0 0,-1 0-1 0 0,1 0 1 0 0,0 1-1 0 0,-1-1 1 0 0,1 0 0 0 0,-1 1-1 0 0,-1-3 1 0 0,-25-18 3228 0 0,21 18-3368 0 0,0 0 0 0 0,0 1 0 0 0,0 0 0 0 0,0 0 0 0 0,-1 0 1 0 0,1 1-1 0 0,-1 0 0 0 0,0 1 0 0 0,1 0 0 0 0,-1 0 1 0 0,0 0-1 0 0,-11 2 0 0 0,8 0 53 0 0,0 1-1 0 0,0 0 1 0 0,0 0 0 0 0,1 2-1 0 0,-1-1 1 0 0,1 1 0 0 0,0 1-1 0 0,-12 6 1 0 0,17-8-298 0 0,-12 6 0 0 0,-21 16 0 0 0,34-22 0 0 0,1-1 0 0 0,-1 1 0 0 0,1 0 0 0 0,0 1 0 0 0,0-1 0 0 0,0 0 0 0 0,0 1 0 0 0,1 0 0 0 0,0-1 0 0 0,-1 1 0 0 0,-2 8 0 0 0,4-8 0 0 0,0 0 0 0 0,1-1 0 0 0,0 1 0 0 0,0 0 0 0 0,0-1 0 0 0,0 1 0 0 0,0 0 0 0 0,1-1 0 0 0,-1 1 0 0 0,1 0 0 0 0,2 4 0 0 0,17 41 0 0 0,-11-31 0 0 0,56 156 167 0 0,-58-146-129 0 0,0-1-1 0 0,-2 2 1 0 0,-1-1-1 0 0,0 42 1 0 0,-5-35 128 0 0,-3-1 0 0 0,-15 66 0 0 0,12-70-27 0 0,1 0-1 0 0,2 0 0 0 0,0 0 0 0 0,2 41 0 0 0,2-69-114 0 0,0 1 0 0 0,0-1 0 0 0,1 1 0 0 0,-1-1 1 0 0,1 0-1 0 0,-1 1 0 0 0,1-1 0 0 0,0 0 0 0 0,0 0 0 0 0,0 1 0 0 0,0-1 0 0 0,1 0 0 0 0,-1 0 0 0 0,1 0 0 0 0,-1 0 0 0 0,1-1 1 0 0,-1 1-1 0 0,1 0 0 0 0,0-1 0 0 0,0 1 0 0 0,0-1 0 0 0,0 1 0 0 0,0-1 0 0 0,0 0 0 0 0,0 0 0 0 0,1 0 0 0 0,2 1 0 0 0,-1-1 4 0 0,0 0 0 0 0,0 0-1 0 0,0-1 1 0 0,0 0 0 0 0,0 0-1 0 0,-1 0 1 0 0,1 0-1 0 0,0 0 1 0 0,0-1 0 0 0,0 0-1 0 0,0 0 1 0 0,0 0 0 0 0,-1 0-1 0 0,1 0 1 0 0,0-1-1 0 0,4-2 1 0 0,43-27 66 0 0,-30 17-7609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5:58.9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1 473 5983 0 0,'34'2'4767'0'0,"-28"-2"-4660"0"0,2 0 10 0 0,0 0 1 0 0,0 0-1 0 0,1-1 1 0 0,-1 0 0 0 0,0-1-1 0 0,0 1 1 0 0,0-2-1 0 0,0 1 1 0 0,-1-1 0 0 0,1 0-1 0 0,-1-1 1 0 0,14-8-1 0 0,-13 7 147 0 0,-1-1-1 0 0,0-1 1 0 0,0 1-1 0 0,0-1 0 0 0,-1 0 1 0 0,0-1-1 0 0,0 1 1 0 0,-1-1-1 0 0,0 0 1 0 0,4-10-1 0 0,-3 6-9 0 0,-1-1 0 0 0,-1 0 1 0 0,0 0-1 0 0,-1 0 0 0 0,0 0 1 0 0,-1-1-1 0 0,0 1 0 0 0,-1-1 0 0 0,-1 1 1 0 0,0-1-1 0 0,-1 0 0 0 0,-1 1 0 0 0,0-1 1 0 0,0 1-1 0 0,-7-20 0 0 0,4 20-246 0 0,-1 0 0 0 0,0 1 0 0 0,-9-14 0 0 0,11 19-4 0 0,0 1 0 0 0,-1 0 0 0 0,0 0 0 0 0,0 1 0 0 0,0 0 0 0 0,-1 0 0 0 0,-9-7 0 0 0,14 11-4 0 0,0 0 0 0 0,-1 0 1 0 0,1 0-1 0 0,0 1 0 0 0,0-1 0 0 0,0 1 0 0 0,0-1 0 0 0,-1 1 0 0 0,1-1 1 0 0,0 1-1 0 0,0 0 0 0 0,-1-1 0 0 0,1 1 0 0 0,0 0 0 0 0,-1 0 0 0 0,1 0 0 0 0,0 0 1 0 0,-1 0-1 0 0,1 1 0 0 0,0-1 0 0 0,0 0 0 0 0,-1 0 0 0 0,0 1 0 0 0,0 0 0 0 0,1 0-1 0 0,0 0 1 0 0,0 1-1 0 0,-1-1 1 0 0,1 0-1 0 0,0 0 1 0 0,0 1-1 0 0,0-1 1 0 0,0 0-1 0 0,0 1 1 0 0,1-1-1 0 0,-1 1 1 0 0,0-1 0 0 0,1 1-1 0 0,-1 2 1 0 0,-1 5 9 0 0,0 0 1 0 0,1 0 0 0 0,0 1-1 0 0,0-1 1 0 0,2 12 0 0 0,3 14 208 0 0,2 0 1 0 0,1-1 0 0 0,15 43 0 0 0,-5-17 211 0 0,-7-22-120 0 0,58 249 1269 0 0,-57-208-1511 0 0,-6-40-70 0 0,17 68 0 0 0,-17-96 83 0 0,-2-4-492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5:59.1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1 142 4143 0 0,'0'0'20'0'0,"0"0"-1"0"0,0-1 1 0 0,0 1-1 0 0,0 0 0 0 0,0 0 1 0 0,0 0-1 0 0,0 0 0 0 0,0 0 1 0 0,0 0-1 0 0,0 0 0 0 0,0-1 1 0 0,0 1-1 0 0,0 0 1 0 0,-1 0-1 0 0,1 0 0 0 0,0 0 1 0 0,0 0-1 0 0,0 0 0 0 0,0 0 1 0 0,0-1-1 0 0,0 1 0 0 0,0 0 1 0 0,0 0-1 0 0,0 0 1 0 0,1 0-1 0 0,-1 0 0 0 0,0 0 1 0 0,0-1-1 0 0,0 1 0 0 0,0 0 1 0 0,0 0-1 0 0,0 0 0 0 0,0 0 1 0 0,0 0-1 0 0,0 0 1 0 0,0 0-1 0 0,0 0 0 0 0,0-1 1 0 0,1 1-1 0 0,6-4 1246 0 0,14-3 1593 0 0,-15 5-1961 0 0,100-29 5753 0 0,22-9-4873 0 0,-94 29-1900 0 0,19-8 220 0 0,-19 5-5229 0 0,-19 6-548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5:59.4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148 3 2759 0 0,'-1'0'107'0'0,"0"-1"-1"0"0,0 1 1 0 0,0 0-1 0 0,0-1 1 0 0,0 1-1 0 0,1 0 1 0 0,-1 0-1 0 0,0 0 1 0 0,0-1-1 0 0,0 1 1 0 0,0 0-1 0 0,0 1 0 0 0,0-1 1 0 0,0 0-1 0 0,0 0 1 0 0,0 0-1 0 0,0 0 1 0 0,0 1-1 0 0,0-1 1 0 0,0 0-1 0 0,0 1 1 0 0,1-1-1 0 0,-1 1 0 0 0,0-1 1 0 0,0 1-1 0 0,0 0 1 0 0,-22 15 2778 0 0,14-7-2223 0 0,0 1 0 0 0,1 0 0 0 0,0 0 0 0 0,0 0 0 0 0,1 1 0 0 0,1 0-1 0 0,0 1 1 0 0,0 0 0 0 0,1-1 0 0 0,1 2 0 0 0,0-1 0 0 0,0 0 0 0 0,-1 16 0 0 0,0 0 86 0 0,2 1 0 0 0,1 0 1 0 0,1-1-1 0 0,6 56 0 0 0,0-47-330 0 0,13 52 0 0 0,-12-69-289 0 0,0-1 0 0 0,1 1 0 0 0,1-2-1 0 0,13 23 1 0 0,5-3-1038 0 0,-23-33-118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00.0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1 249 4607 0 0,'0'-4'138'0'0,"1"0"-1"0"0,0 1 1 0 0,0-1-1 0 0,0 0 0 0 0,0 0 1 0 0,1 0-1 0 0,-1 1 1 0 0,1-1-1 0 0,0 1 1 0 0,0-1-1 0 0,0 1 0 0 0,1 0 1 0 0,-1 0-1 0 0,1 0 1 0 0,0 0-1 0 0,3-2 0 0 0,7-8 1261 0 0,0 2 0 0 0,0 0-1 0 0,1 0 1 0 0,25-13-1 0 0,-33 21-1063 0 0,0-1 0 0 0,0 2 0 0 0,0-1-1 0 0,0 1 1 0 0,1 0 0 0 0,-1 0-1 0 0,1 0 1 0 0,0 1 0 0 0,-1 0 0 0 0,1 1-1 0 0,0 0 1 0 0,0 0 0 0 0,0 0 0 0 0,-1 0-1 0 0,8 2 1 0 0,-11-1-276 0 0,0 1 0 0 0,-1-1 0 0 0,1 0 0 0 0,0 0 0 0 0,0 1 0 0 0,-1 0 0 0 0,1-1 0 0 0,-1 1 0 0 0,0 0 0 0 0,0 0 0 0 0,1 1 0 0 0,-1-1 0 0 0,0 0 0 0 0,-1 1 0 0 0,1-1 0 0 0,0 1 0 0 0,-1-1 0 0 0,1 1 0 0 0,-1 0 0 0 0,0 0 0 0 0,0-1 0 0 0,0 1 0 0 0,0 0 0 0 0,-1 0 0 0 0,1 0 0 0 0,-1 4 0 0 0,1 5 31 0 0,0 0-1 0 0,-1 1 1 0 0,0-1 0 0 0,-5 24 0 0 0,2-19 79 0 0,0-1 0 0 0,-10 27 1 0 0,10-35-116 0 0,0-1 1 0 0,-1 0 0 0 0,0 1-1 0 0,0-1 1 0 0,0-1 0 0 0,-1 1-1 0 0,-8 9 1 0 0,13-16-54 0 0,0 0 0 0 0,0 0 0 0 0,-1 1-1 0 0,1-1 1 0 0,0 0 0 0 0,0 0 0 0 0,0 1 0 0 0,0-1 0 0 0,-1 0-1 0 0,1 0 1 0 0,0 0 0 0 0,0 1 0 0 0,-1-1 0 0 0,1 0-1 0 0,0 0 1 0 0,0 0 0 0 0,-1 0 0 0 0,1 0 0 0 0,0 0-1 0 0,0 1 1 0 0,-1-1 0 0 0,1 0 0 0 0,0 0 0 0 0,-1 0 0 0 0,1 0-1 0 0,0 0 1 0 0,0 0 0 0 0,-1 0 0 0 0,2-8 19 0 0,8-13 95 0 0,12-26-136 0 0,-3 0 0 0 0,-1-2 0 0 0,16-81 0 0 0,-30 116 22 0 0,6-26 0 0 0,-8 37 0 0 0,0-1 0 0 0,1 1 0 0 0,-1 0 0 0 0,1 0 0 0 0,0 0 0 0 0,-1 0 0 0 0,1 0 0 0 0,4-4 0 0 0,-6 6 1 0 0,0 1 0 0 0,0 0 0 0 0,1 0 0 0 0,-1-1 0 0 0,0 1 0 0 0,0 0-1 0 0,0 0 1 0 0,1-1 0 0 0,-1 1 0 0 0,0 0 0 0 0,0 0 0 0 0,1 0 0 0 0,-1-1 0 0 0,0 1 0 0 0,1 0 0 0 0,-1 0 0 0 0,0 0-1 0 0,1 0 1 0 0,-1 0 0 0 0,0 0 0 0 0,0 0 0 0 0,1 0 0 0 0,-1 0 0 0 0,0 0 0 0 0,1 0 0 0 0,-1 0 0 0 0,0 0-1 0 0,1 0 1 0 0,-1 0 0 0 0,0 0 0 0 0,1 0 0 0 0,-1 0 0 0 0,0 0 0 0 0,1 0 0 0 0,0 1 1 0 0,-1 0 0 0 0,1 0 0 0 0,-1-1 0 0 0,1 1 0 0 0,-1 0 0 0 0,0 0 0 0 0,1 0 0 0 0,-1-1 0 0 0,0 1 0 0 0,0 0 0 0 0,0 0 0 0 0,1 1 0 0 0,-1 29-70 0 0,0-30 51 0 0,-4 42-4 0 0,-3-1-1 0 0,-14 52 0 0 0,7-37 18 0 0,11-44 111 0 0,1 0-1 0 0,0 1 0 0 0,0-1 1 0 0,1 24-1 0 0,1-34-84 0 0,1 1 1 0 0,-1-1-1 0 0,1 1 0 0 0,-1-1 0 0 0,1 1 0 0 0,1-1 0 0 0,-1 1 0 0 0,0-1 1 0 0,1 0-1 0 0,-1 0 0 0 0,1 0 0 0 0,0 0 0 0 0,0 0 0 0 0,0 0 1 0 0,1 0-1 0 0,-1-1 0 0 0,1 1 0 0 0,-1-1 0 0 0,1 0 0 0 0,0 1 1 0 0,0-1-1 0 0,0-1 0 0 0,3 3 0 0 0,1-1-24 0 0,0-1 0 0 0,0 1 0 0 0,0-1 0 0 0,0-1 0 0 0,1 1 0 0 0,-1-1 0 0 0,0 0 0 0 0,1-1 0 0 0,-1 0 0 0 0,1 0 0 0 0,11-2 0 0 0,-9 0-15 0 0,0 0 0 0 0,0 0 0 0 0,0-1 1 0 0,-1-1-1 0 0,1 1 0 0 0,-1-1 0 0 0,0-1 0 0 0,9-6 0 0 0,-9 5-1144 0 0,-1-3-4242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00.2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9 108 455 0 0,'-8'2'1798'0'0,"20"-3"1303"0"0,20-4 872 0 0,119-34 3885 0 0,-76 14-7465 0 0,-4-6-5021 0 0,-54 22-931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00.5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 4143 0 0,'1'-1'180'0'0,"0"1"0"0"0,-1-1 0 0 0,1 0-1 0 0,0 1 1 0 0,0-1 0 0 0,0 1 0 0 0,0-1-1 0 0,0 1 1 0 0,0 0 0 0 0,0-1-1 0 0,0 1 1 0 0,0 0 0 0 0,0 0 0 0 0,0-1-1 0 0,0 1 1 0 0,0 0 0 0 0,0 0-1 0 0,2 1 1 0 0,0-1 337 0 0,0 1-1 0 0,0-1 1 0 0,0 1-1 0 0,0 0 1 0 0,0 0-1 0 0,4 2 1 0 0,2 2 695 0 0,-1 1 1 0 0,1 0-1 0 0,8 7 0 0 0,1 3-120 0 0,0 1-1 0 0,-2 1 0 0 0,0 1 1 0 0,-1 0-1 0 0,16 27 0 0 0,-13-14-713 0 0,-1 1-1 0 0,23 63 0 0 0,-33-76-300 0 0,-2 1 0 0 0,0 0 1 0 0,-2 0-1 0 0,0 0 0 0 0,-1 1 0 0 0,-1-1 0 0 0,-1 1 1 0 0,-1-1-1 0 0,-1 0 0 0 0,-1 1 0 0 0,-1-1 0 0 0,0 0 0 0 0,-2 0 1 0 0,0-1-1 0 0,-2 0 0 0 0,-16 33 0 0 0,6-28-1827 0 0,17-24 1516 0 0,0-1 1 0 0,1 1-1 0 0,-1 0 0 0 0,0 0 0 0 0,0 0 0 0 0,0-1 0 0 0,0 1 1 0 0,0 0-1 0 0,0-1 0 0 0,0 1 0 0 0,0-1 0 0 0,0 1 0 0 0,0-1 1 0 0,0 1-1 0 0,-1-1 0 0 0,1 0 0 0 0,0 1 0 0 0,0-1 1 0 0,0 0-1 0 0,0 0 0 0 0,-1 0 0 0 0,-1 0 0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01.7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51 8287 0 0,'1'-1'106'0'0,"-1"1"1"0"0,0 0-1 0 0,0-1 0 0 0,0 1 0 0 0,1-1 0 0 0,-1 1 0 0 0,0-1 0 0 0,0 1 0 0 0,1 0 0 0 0,-1-1 0 0 0,0 1 0 0 0,1 0 0 0 0,-1-1 0 0 0,0 1 0 0 0,1 0 0 0 0,-1-1 1 0 0,1 1-1 0 0,-1 0 0 0 0,0 0 0 0 0,1-1 0 0 0,-1 1 0 0 0,1 0 0 0 0,-1 0 0 0 0,1 0 0 0 0,0 0 0 0 0,15-3 1948 0 0,-12 2-1328 0 0,55-11 3970 0 0,79-10-1332 0 0,-131 20-3342 0 0,-5 2-18 0 0,0-1 1 0 0,0 1-1 0 0,0-1 0 0 0,0 1 1 0 0,-1 0-1 0 0,1 0 0 0 0,0 0 1 0 0,0 0-1 0 0,0 0 0 0 0,0 0 1 0 0,3 1-1 0 0,-7 4-1138 0 0,-2 0-124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01.9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 3679 0 0,'1'1'209'0'0,"0"1"-1"0"0,1 0 0 0 0,0-1 0 0 0,-1 1 0 0 0,1-1 0 0 0,0 0 0 0 0,0 1 0 0 0,-1-1 0 0 0,1 0 1 0 0,0 0-1 0 0,0 0 0 0 0,0 0 0 0 0,1-1 0 0 0,-1 1 0 0 0,0 0 0 0 0,0-1 0 0 0,3 1 0 0 0,40 4 4534 0 0,-45-5-4628 0 0,18 0 1353 0 0,0-1-1 0 0,0-1 1 0 0,0-1 0 0 0,0 0 0 0 0,18-6 0 0 0,-2 0-2510 0 0,0 3-3454 0 0,-24 5-2174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08.3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7 9671 0 0,'-12'-7'8976'0'0,"13"13"-8154"0"0,5 24 168 0 0,2-1 1 0 0,18 44 0 0 0,-1-1-633 0 0,-15-42-335 0 0,-2 0-1 0 0,-1 1 1 0 0,-1 0 0 0 0,-2 1-1 0 0,1 36 1 0 0,-6-50-846 0 0,0-15-122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08.5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1 123 7831 0 0,'22'4'2931'0'0,"-7"-1"-1571"0"0,-1-1 1 0 0,1 0-1 0 0,-1-1 1 0 0,1-1-1 0 0,-1 0 0 0 0,22-3 1 0 0,3-2-171 0 0,44-13 1 0 0,91-33-603 0 0,0 0-1348 0 0,-152 44-23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08.8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102 15 6911 0 0,'0'0'-3'0'0,"-4"-13"873"0"0,3 13-800 0 0,1 0 0 0 0,0 0 0 0 0,0 0 0 0 0,0-1 0 0 0,-1 1 0 0 0,1 0 1 0 0,0 0-1 0 0,0 0 0 0 0,-1 0 0 0 0,1 0 0 0 0,0 0 0 0 0,0 0 0 0 0,-1 0 0 0 0,1 0 0 0 0,0 0 0 0 0,0 0 0 0 0,-1 0 0 0 0,1 0 0 0 0,0 0 0 0 0,-1 0 0 0 0,1 0 0 0 0,0 0 0 0 0,0 0 0 0 0,-1 0 1 0 0,1 0-1 0 0,0 0 0 0 0,0 1 0 0 0,0-1 0 0 0,-1 0 0 0 0,1 0 0 0 0,0 0 0 0 0,0 0 0 0 0,0 0 0 0 0,-1 1 0 0 0,1-1 0 0 0,0 0 0 0 0,0 0 0 0 0,0 0 0 0 0,0 1 0 0 0,-1-1 0 0 0,1 0 0 0 0,0 0 1 0 0,0 1-1 0 0,0-1 0 0 0,0 1 0 0 0,-9 10 1324 0 0,0 1 0 0 0,1 0 0 0 0,1 1 0 0 0,0 0 1 0 0,-6 17-1 0 0,6-11-643 0 0,0 0 0 0 0,2 1 0 0 0,-4 27 0 0 0,6-19-581 0 0,1 0 0 0 0,1 0 1 0 0,1 0-1 0 0,2 0 0 0 0,9 46 0 0 0,-5-44-61 0 0,2 0 1 0 0,16 39-1 0 0,-19-55-69 0 0,2 0 0 0 0,-1-1 0 0 0,2 0 0 0 0,0 0 0 0 0,1-1 0 0 0,18 22 0 0 0,-24-32-194 0 0,-1 0 0 0 0,1 1 0 0 0,-1-1 0 0 0,1 0 0 0 0,0 0 0 0 0,0-1 0 0 0,0 1 0 0 0,0-1 0 0 0,0 1 0 0 0,0-1 0 0 0,1 0 0 0 0,-1 0 0 0 0,0 0 0 0 0,5 0 0 0 0,3-1-7656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09.1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52 10135 0 0,'4'-4'243'0'0,"0"1"-1"0"0,0 0 1 0 0,1 0-1 0 0,0 0 1 0 0,0 0-1 0 0,0 1 1 0 0,0 0-1 0 0,5-2 1 0 0,46-11 2183 0 0,-45 13-1601 0 0,0-1-179 0 0,0 1 1 0 0,1 1-1 0 0,-1 0 1 0 0,1 0-1 0 0,-1 1 1 0 0,1 1-1 0 0,16 2 1 0 0,-23-2-530 0 0,0 0-1 0 0,0 0 1 0 0,0 1 0 0 0,0 0-1 0 0,0 0 1 0 0,0 0 0 0 0,0 0-1 0 0,0 1 1 0 0,-1 0 0 0 0,0 0-1 0 0,1 0 1 0 0,-1 1 0 0 0,0-1-1 0 0,0 1 1 0 0,-1 0 0 0 0,1 0-1 0 0,-1 1 1 0 0,4 5 0 0 0,-6-6-109 0 0,1 0 1 0 0,-1 0-1 0 0,0 0 1 0 0,0 0-1 0 0,0 0 0 0 0,-1 0 1 0 0,1 0-1 0 0,-1 1 1 0 0,0-1-1 0 0,0 0 1 0 0,0 0-1 0 0,-1 1 1 0 0,0-1-1 0 0,1 0 0 0 0,-1 0 1 0 0,-1 0-1 0 0,1 0 1 0 0,-1 0-1 0 0,-2 4 1 0 0,-3 8 6 0 0,-2-1 1 0 0,0 0-1 0 0,-13 17 0 0 0,5-10 3 0 0,4-6 15 0 0,-11 19-1 0 0,21-31-8 0 0,1 0 0 0 0,0 0 0 0 0,0 0 0 0 0,0 1 0 0 0,0-1 0 0 0,1 1 0 0 0,-1-1 0 0 0,1 1 0 0 0,1-1 0 0 0,-1 7 0 0 0,1-9-6 0 0,0 0-1 0 0,0 0 1 0 0,0 1-1 0 0,1-1 0 0 0,-1 0 1 0 0,1 0-1 0 0,-1 0 1 0 0,1 0-1 0 0,0 0 1 0 0,0 1-1 0 0,0-2 1 0 0,0 1-1 0 0,0 0 1 0 0,0 0-1 0 0,4 3 1 0 0,-3-2 0 0 0,1-1 0 0 0,0 0 0 0 0,0 0 0 0 0,0 1 0 0 0,0-2 0 0 0,0 1 1 0 0,1 0-1 0 0,6 2 0 0 0,0-2 19 0 0,0 1 0 0 0,0-1-1 0 0,0-1 1 0 0,0 0 0 0 0,21 0 0 0 0,-14-2-242 0 0,0 0-1 0 0,-1-1 1 0 0,1-1 0 0 0,0-1-1 0 0,-1 0 1 0 0,1-1 0 0 0,-1-1-1 0 0,29-14 1 0 0,-30 10-7803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09.5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1 104 6447 0 0,'5'-5'465'0'0,"1"0"0"0"0,-1 1 0 0 0,1 0 0 0 0,0 0-1 0 0,1 1 1 0 0,-1-1 0 0 0,1 1 0 0 0,-1 1 0 0 0,1-1 0 0 0,11-1-1 0 0,4-1 1515 0 0,0 2-1 0 0,25-1 0 0 0,-33 4-1673 0 0,0 0-1 0 0,0 1 0 0 0,0 0 1 0 0,-1 1-1 0 0,1 1 0 0 0,0 0 1 0 0,-1 1-1 0 0,0 0 0 0 0,0 1 1 0 0,19 10-1 0 0,-26-11-129 0 0,1 0-1 0 0,-1 0 1 0 0,0 1-1 0 0,0 0 1 0 0,-1 0-1 0 0,1 0 1 0 0,-1 1-1 0 0,0 0 1 0 0,4 7-1 0 0,-6-8-116 0 0,0 0 1 0 0,0 0-1 0 0,-1 1 0 0 0,0 0 0 0 0,0-1 0 0 0,0 1 0 0 0,-1 0 0 0 0,0 0 0 0 0,0-1 0 0 0,0 1 0 0 0,-1 0 0 0 0,0 11 0 0 0,-2-6-53 0 0,0 0-1 0 0,0 0 1 0 0,-1 0-1 0 0,0-1 1 0 0,0 1 0 0 0,-9 15-1 0 0,-1-1 12 0 0,-22 32 0 0 0,70-95-16 0 0,-13 10 0 0 0,-1-1 0 0 0,-1-2 0 0 0,30-63 0 0 0,-47 87 0 0 0,10-23 0 0 0,1 0 0 0 0,1 1 0 0 0,27-37 0 0 0,-40 63 0 0 0,1 0 0 0 0,-1 1 0 0 0,0-1 0 0 0,1 1 0 0 0,-1 0 0 0 0,4-3 0 0 0,-5 5 0 0 0,-1 0 0 0 0,0 0 0 0 0,0 0 0 0 0,0 0 0 0 0,1 0 0 0 0,-1 0 0 0 0,0-1 0 0 0,0 1 0 0 0,1 0 0 0 0,-1 0 0 0 0,0 0 0 0 0,0 0 0 0 0,1 0 0 0 0,-1 0 0 0 0,0 0 0 0 0,0 0 0 0 0,1 0 0 0 0,-1 0 0 0 0,0 0 0 0 0,0 0 0 0 0,1 0 0 0 0,-1 0 0 0 0,0 1 0 0 0,0-1 0 0 0,1 0 0 0 0,-1 0 0 0 0,0 0 0 0 0,0 0 0 0 0,1 0 0 0 0,-1 0 0 0 0,0 1 0 0 0,1 0 0 0 0,-1 0 0 0 0,1 0 0 0 0,-1 0 0 0 0,0 0 0 0 0,0 0 0 0 0,1 0 0 0 0,-1 0 0 0 0,0 0 0 0 0,0 0 0 0 0,0 0 0 0 0,0 0 0 0 0,0 0 0 0 0,-1 1 0 0 0,-1 12 0 0 0,-1 0 0 0 0,-1 0 0 0 0,-1-1 0 0 0,0 0 0 0 0,0 0 0 0 0,-12 20 0 0 0,-3 6 0 0 0,8-12 5 0 0,2-6 5 0 0,0 0-1 0 0,2 1 1 0 0,0 0 0 0 0,-6 33-1 0 0,13-53-8 0 0,1 0 0 0 0,0 0-1 0 0,-1 1 1 0 0,1-1 0 0 0,0 0-1 0 0,0 0 1 0 0,1 0 0 0 0,-1 1-1 0 0,0-1 1 0 0,1 0 0 0 0,-1 0-1 0 0,1 0 1 0 0,0 0 0 0 0,0 0-1 0 0,0 0 1 0 0,0 0 0 0 0,0 0-1 0 0,0 0 1 0 0,2 2 0 0 0,-1-2-1 0 0,-1-1 0 0 0,1 0-1 0 0,0 0 1 0 0,-1 0 0 0 0,1 0 0 0 0,0 0 0 0 0,0-1 0 0 0,0 1 0 0 0,0 0 0 0 0,-1-1-1 0 0,1 1 1 0 0,0-1 0 0 0,0 0 0 0 0,0 0 0 0 0,0 0 0 0 0,0 0 0 0 0,0 0 0 0 0,0 0 0 0 0,0 0-1 0 0,0-1 1 0 0,3 0 0 0 0,13-4-222 0 0,1-1 0 0 0,-2 0 0 0 0,1-2 0 0 0,-1 0 0 0 0,21-13 0 0 0,-26 12-5160 0 0,-3 1-1824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09.8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 20 4143 0 0,'-42'2'4778'0'0,"46"0"-2256"0"0,8 3 90 0 0,10-3-1070 0 0,0-2 0 0 0,0 0 0 0 0,34-5 0 0 0,-34 3-1371 0 0,155-19-1051 0 0,-147 18-6107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10.0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85 1839 0 0,'3'-3'894'0'0,"0"1"-1"0"0,0-1 0 0 0,0-1 0 0 0,0 1 0 0 0,0 0 1 0 0,-1-1-1 0 0,1 1 0 0 0,-1-1 0 0 0,0 0 0 0 0,0 1 0 0 0,2-7 1 0 0,-4 9-605 0 0,2-4 832 0 0,1 0 0 0 0,-1 1 0 0 0,1-1 0 0 0,0 1-1 0 0,3-4 1 0 0,-6 7-1044 0 0,1 1-1 0 0,-1-1 1 0 0,1 1 0 0 0,-1-1-1 0 0,1 1 1 0 0,-1-1 0 0 0,1 1-1 0 0,-1 0 1 0 0,1-1 0 0 0,-1 1-1 0 0,1 0 1 0 0,-1-1 0 0 0,1 1-1 0 0,-1 0 1 0 0,1 0-1 0 0,0 0 1 0 0,-1-1 0 0 0,1 1-1 0 0,0 0 1 0 0,-1 0 0 0 0,1 0-1 0 0,-1 0 1 0 0,1 0 0 0 0,0 0-1 0 0,-1 0 1 0 0,1 0 0 0 0,0 0-1 0 0,-1 1 1 0 0,1-1 0 0 0,-1 0-1 0 0,1 0 1 0 0,0 0-1 0 0,-1 1 1 0 0,1-1 0 0 0,-1 0-1 0 0,1 1 1 0 0,-1-1 0 0 0,1 1-1 0 0,-1-1 1 0 0,1 0 0 0 0,-1 1-1 0 0,0-1 1 0 0,1 1 0 0 0,-1-1-1 0 0,1 1 1 0 0,-1-1 0 0 0,0 1-1 0 0,0 0 1 0 0,1 0-1 0 0,3 8 61 0 0,0 0-1 0 0,-1 1 0 0 0,0-1 0 0 0,0 1 0 0 0,-1-1 1 0 0,0 1-1 0 0,-1 0 0 0 0,0 17 0 0 0,3 14 40 0 0,10 94 6 0 0,-8-64-131 0 0,-6-69-49 0 0,1-1-1 0 0,-1 0 1 0 0,0 1 0 0 0,0-1-1 0 0,1 1 1 0 0,-1-1-1 0 0,1 0 1 0 0,0 1 0 0 0,-1-1-1 0 0,2 2 1 0 0,-2-3-88 0 0,1 1 0 0 0,-1-1 0 0 0,0 0 1 0 0,1 1-1 0 0,-1-1 0 0 0,1 0 0 0 0,-1 1 0 0 0,1-1 1 0 0,-1 0-1 0 0,0 1 0 0 0,1-1 0 0 0,-1 0 0 0 0,1 0 1 0 0,-1 0-1 0 0,1 1 0 0 0,0-1 0 0 0,-1 0 0 0 0,1 0 1 0 0,-1 0-1 0 0,1 0 0 0 0,-1 0 0 0 0,1 0 0 0 0,-1 0 0 0 0,1 0 1 0 0,-1 0-1 0 0,1 0 0 0 0,-1 0 0 0 0,2-1 0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10.2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31 11055 0 0,'4'-5'255'0'0,"-3"2"-169"0"0,1 1 0 0 0,-1 0 0 0 0,1-1 0 0 0,0 1 0 0 0,-1 0 0 0 0,1 0 0 0 0,0 0 0 0 0,0 0 0 0 0,0 1-1 0 0,4-3 1 0 0,-4 4 217 0 0,0 1-1 0 0,0 0 0 0 0,-1-1 0 0 0,1 1 1 0 0,0 0-1 0 0,-1 0 0 0 0,1 0 1 0 0,0 0-1 0 0,-1 0 0 0 0,3 3 0 0 0,-4-4-191 0 0,4 3 325 0 0,-1 1 0 0 0,0-1-1 0 0,0 0 1 0 0,-1 1-1 0 0,1 0 1 0 0,-1 0 0 0 0,1 0-1 0 0,-1 0 1 0 0,0 0 0 0 0,-1 0-1 0 0,3 8 1 0 0,1 7 490 0 0,3 28 0 0 0,-4-22-721 0 0,1 6-134 0 0,4 22 172 0 0,3 0 0 0 0,28 85-1 0 0,-39-138-242 0 0,6 17 14 0 0,-7-16-17 0 0,1 0-1 0 0,-1-1 0 0 0,0 1 0 0 0,1 0 1 0 0,-1-1-1 0 0,1 1 0 0 0,-1-1 0 0 0,1 1 1 0 0,-1 0-1 0 0,1-1 0 0 0,-1 1 0 0 0,1-1 0 0 0,0 1 1 0 0,-1-1-1 0 0,1 0 0 0 0,-1 1 0 0 0,1-1 1 0 0,1 1-1 0 0,-4-10-2600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10.5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4 10591 0 0,'-8'-3'1148'0'0,"12"8"256"0"0,14 8 1084 0 0,-8-8-1321 0 0,0 0-1 0 0,0-1 0 0 0,0-1 1 0 0,21 5-1 0 0,-14-5-480 0 0,0-1 0 0 0,26 0 0 0 0,4-5-542 0 0,61-10 0 0 0,-93 10 43 0 0,78-14-1840 0 0,-69 12-6347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11.1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30 170 10135 0 0,'-2'-1'94'0'0,"1"0"0"0"0,-1 0 0 0 0,1 0 0 0 0,0 0 0 0 0,0-1 0 0 0,-1 1 1 0 0,1 0-1 0 0,0-1 0 0 0,0 1 0 0 0,-1-3 0 0 0,-4-5 35 0 0,3 5 394 0 0,3 4-393 0 0,-1-1-1 0 0,0 0 1 0 0,1 1-1 0 0,-1-1 1 0 0,1 0-1 0 0,0 0 0 0 0,-1 0 1 0 0,1 1-1 0 0,-1-1 1 0 0,1 0-1 0 0,0 0 1 0 0,0 0-1 0 0,0 0 1 0 0,0 0-1 0 0,-1 0 0 0 0,1 0 1 0 0,0 0-1 0 0,0 1 1 0 0,1-3-1 0 0,-1 0 129 0 0,0-1-1 0 0,0 0 1 0 0,1 0-1 0 0,-1 1 1 0 0,1-1-1 0 0,0 0 1 0 0,0 1-1 0 0,0-1 1 0 0,1 1-1 0 0,-1-1 1 0 0,1 1-1 0 0,0 0 1 0 0,0-1-1 0 0,0 1 1 0 0,5-5-1 0 0,-3 4-21 0 0,0 1 0 0 0,0-1 0 0 0,0 1 0 0 0,1 0-1 0 0,0 0 1 0 0,-1 1 0 0 0,1-1 0 0 0,0 1 0 0 0,10-3 0 0 0,1 1 19 0 0,-1 1 0 0 0,1 1 0 0 0,0 0 1 0 0,-1 1-1 0 0,1 1 0 0 0,26 3 0 0 0,-35-3-229 0 0,-1 2 0 0 0,1-1-1 0 0,-1 0 1 0 0,1 1 0 0 0,-1 1-1 0 0,0-1 1 0 0,1 1-1 0 0,-1 0 1 0 0,0 0 0 0 0,-1 1-1 0 0,1-1 1 0 0,-1 1-1 0 0,10 10 1 0 0,-11-10-26 0 0,0 0 1 0 0,-1 0-1 0 0,0 1 1 0 0,0-1-1 0 0,0 1 0 0 0,-1 0 1 0 0,1 0-1 0 0,-1 0 0 0 0,0 0 1 0 0,0 0-1 0 0,-1 0 1 0 0,0 1-1 0 0,0-1 0 0 0,0 1 1 0 0,0-1-1 0 0,-1 1 0 0 0,0 8 1 0 0,-2-3 2 0 0,1 0 0 0 0,-2 1 0 0 0,1-1 0 0 0,-2 0 1 0 0,1-1-1 0 0,-2 1 0 0 0,1-1 0 0 0,-10 16 0 0 0,-6 5 8 0 0,-32 37 0 0 0,18-24-8 0 0,32-42 0 0 0,3-3 7 0 0,6-7 20 0 0,28-36 55 0 0,-11 15-72 0 0,-1-2 0 0 0,-1 0 0 0 0,-2-1-1 0 0,22-47 1 0 0,-35 64-13 0 0,4-11 3 0 0,2 2-1 0 0,0 0 1 0 0,2 0 0 0 0,19-23-1 0 0,-34 47 3 0 0,0 0-1 0 0,0-1 0 0 0,1 1 0 0 0,-1-1 0 0 0,0 1 0 0 0,0 0 0 0 0,1-1 0 0 0,-1 1 1 0 0,0 0-1 0 0,1-1 0 0 0,-1 1 0 0 0,1 0 0 0 0,-1-1 0 0 0,0 1 0 0 0,1 0 0 0 0,-1 0 0 0 0,1 0 1 0 0,-1-1-1 0 0,1 1 0 0 0,-1 0 0 0 0,0 0 0 0 0,1 0 0 0 0,-1 0 0 0 0,2 0 0 0 0,-2 0-3 0 0,0 1 0 0 0,0-1 0 0 0,0 1 0 0 0,1-1 0 0 0,-1 0 0 0 0,0 1 0 0 0,0-1 0 0 0,0 1 0 0 0,0-1 0 0 0,0 1 0 0 0,0-1 0 0 0,0 1 0 0 0,0-1 0 0 0,0 1 0 0 0,0-1 0 0 0,0 1 0 0 0,0-1 0 0 0,0 1 0 0 0,-6 25-56 0 0,-22 29 38 0 0,-35 55 1 0 0,-22 44-15 0 0,82-149 41 0 0,1 0 0 0 0,0 1 0 0 0,0-1 0 0 0,1 1 0 0 0,0-1 0 0 0,-1 1 0 0 0,1 6 0 0 0,1-10-7 0 0,0-1 1 0 0,0 0-1 0 0,0 1 0 0 0,0-1 1 0 0,0 1-1 0 0,1-1 0 0 0,-1 0 0 0 0,0 1 1 0 0,1-1-1 0 0,-1 0 0 0 0,1 1 1 0 0,0-1-1 0 0,-1 0 0 0 0,1 0 1 0 0,0 1-1 0 0,0-1 0 0 0,0 0 0 0 0,-1 0 1 0 0,1 0-1 0 0,0 0 0 0 0,0 0 1 0 0,1 0-1 0 0,-1 0 0 0 0,0-1 1 0 0,0 1-1 0 0,0 0 0 0 0,1-1 0 0 0,-1 1 1 0 0,0 0-1 0 0,1-1 0 0 0,-1 0 1 0 0,0 1-1 0 0,3-1 0 0 0,4 1 34 0 0,1 0 1 0 0,0 0-1 0 0,0-1 0 0 0,-1-1 0 0 0,1 0 1 0 0,0 0-1 0 0,14-4 0 0 0,59-21-1027 0 0,-76 24 682 0 0,12-5-5154 0 0,-3 0-1860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11.3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6 6911 0 0,'-13'-5'732'0'0,"38"15"5318"0"0,7-4-3178 0 0,1-1 0 0 0,66 1 0 0 0,-41-6-3979 0 0,-1-3-4040 0 0,-23-1-1749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11.7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 7831 0 0,'0'-1'45'0'0,"0"1"-1"0"0,0 0 1 0 0,0-1-1 0 0,0 1 1 0 0,0 0-1 0 0,0-1 0 0 0,0 1 1 0 0,0 0-1 0 0,0 0 1 0 0,0-1-1 0 0,0 1 1 0 0,0 0-1 0 0,1-1 0 0 0,-1 1 1 0 0,0 0-1 0 0,0 0 1 0 0,0-1-1 0 0,0 1 1 0 0,1 0-1 0 0,-1 0 0 0 0,0 0 1 0 0,0-1-1 0 0,1 1 1 0 0,-1 0-1 0 0,0 0 1 0 0,0 0-1 0 0,1 0 1 0 0,-1-1-1 0 0,1 1 0 0 0,10 0 2020 0 0,15 10 1680 0 0,-21-8-3314 0 0,5 2 431 0 0,0 0-1 0 0,0 1 1 0 0,-1 0 0 0 0,0 0-1 0 0,0 1 1 0 0,0 0 0 0 0,11 11-1 0 0,-17-14-803 0 0,0 0 0 0 0,0 1-1 0 0,0-1 1 0 0,-1 1 0 0 0,0-1 0 0 0,1 1-1 0 0,-1 0 1 0 0,-1 0 0 0 0,1 0 0 0 0,-1 0-1 0 0,1 0 1 0 0,-1 0 0 0 0,0 0-1 0 0,-1 0 1 0 0,1 1 0 0 0,-1-1 0 0 0,1 0-1 0 0,-1 0 1 0 0,-1 1 0 0 0,1-1-1 0 0,-2 6 1 0 0,1-5-48 0 0,0 0 0 0 0,0-1 0 0 0,-1 1 0 0 0,0 0 0 0 0,0-1 0 0 0,0 1 0 0 0,-1-1 0 0 0,1 0 0 0 0,-1 1 0 0 0,-4 4 0 0 0,-3 0 14 0 0,1 0 1 0 0,-16 12 0 0 0,13-12 11 0 0,1 1 1 0 0,-13 13-1 0 0,24-23-30 0 0,-1 1 0 0 0,0-1 0 0 0,1 1 0 0 0,-1-1 0 0 0,1 1 0 0 0,-1-1 0 0 0,1 1 0 0 0,-1 0 0 0 0,1-1 0 0 0,-1 1 0 0 0,1 0 0 0 0,0 0 0 0 0,-1-1 0 0 0,1 1 0 0 0,0 0 0 0 0,0 0 0 0 0,0-1 0 0 0,-1 1 0 0 0,1 0 0 0 0,0 0-1 0 0,0 0 1 0 0,0-1 0 0 0,0 1 0 0 0,0 0 0 0 0,0 0 0 0 0,1 0 0 0 0,-1-1 0 0 0,0 1 0 0 0,0 0 0 0 0,1 0 0 0 0,-1-1 0 0 0,0 1 0 0 0,1 0 0 0 0,-1-1 0 0 0,0 1 0 0 0,1 0 0 0 0,-1-1 0 0 0,1 1 0 0 0,-1 0 0 0 0,1-1 0 0 0,0 1 0 0 0,-1-1 0 0 0,1 1 0 0 0,-1-1 0 0 0,1 1 0 0 0,0-1 0 0 0,0 0 0 0 0,-1 1 0 0 0,1-1 0 0 0,0 0 0 0 0,1 1-1 0 0,6 1 45 0 0,-1 1-1 0 0,1-1 1 0 0,-1-1-1 0 0,10 2 0 0 0,-13-3-32 0 0,15 2-46 0 0,0-1-1 0 0,-1-1 1 0 0,1 0-1 0 0,-1-2 1 0 0,1 0-1 0 0,-1-1 1 0 0,1-1 0 0 0,-1-1-1 0 0,-1 0 1 0 0,1-1-1 0 0,30-16 1 0 0,-34 15-1181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12.1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2 4143 0 0,'-5'-2'6938'0'0,"37"30"662"0"0,2-6-4104 0 0,-18-14-3219 0 0,-1-1-1 0 0,1-1 0 0 0,0 0 1 0 0,1-1-1 0 0,20 3 0 0 0,-13-3-171 0 0,0-2-1 0 0,1 0 0 0 0,-1-2 1 0 0,0-1-1 0 0,1 0 1 0 0,-1-2-1 0 0,0-1 1 0 0,34-8-1 0 0,-58 11-171 0 0,1 0-1 0 0,0-1 1 0 0,-1 1-1 0 0,1 0 1 0 0,0 0-1 0 0,-1 0 1 0 0,1 0 0 0 0,0-1-1 0 0,-1 1 1 0 0,1 0-1 0 0,-1-1 1 0 0,1 1-1 0 0,0 0 1 0 0,-1-1-1 0 0,1 1 1 0 0,-1-1 0 0 0,1 1-1 0 0,-1-1 1 0 0,1 1-1 0 0,-1-1 1 0 0,0 1-1 0 0,1-1 1 0 0,-1 1-1 0 0,0-1 1 0 0,1 0 0 0 0,-1 1-1 0 0,0-1 1 0 0,1-1-1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12.7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84 16 8751 0 0,'-6'-9'369'0'0,"1"2"1649"0"0,5 7-1890 0 0,-1 1 0 0 0,1-1 0 0 0,-1 0 0 0 0,1 0 0 0 0,0 1 0 0 0,-1-1 0 0 0,1 0 0 0 0,0 1-1 0 0,-1-1 1 0 0,1 0 0 0 0,0 1 0 0 0,-1-1 0 0 0,1 0 0 0 0,0 1 0 0 0,0-1 0 0 0,-1 1 0 0 0,1-1 0 0 0,0 1 0 0 0,0-1 0 0 0,0 0 0 0 0,0 1 0 0 0,-1 0 0 0 0,-4 14 2517 0 0,-7 32 0 0 0,9-32-2002 0 0,-1-1-1 0 0,0 0 0 0 0,-8 19 1 0 0,-3-1-57 0 0,15-32-577 0 0,0 0 0 0 0,0 0-1 0 0,0 0 1 0 0,0 0 0 0 0,0 0-1 0 0,0 0 1 0 0,0 1 0 0 0,-1-1-1 0 0,1 0 1 0 0,0 0 0 0 0,0 0-1 0 0,0 0 1 0 0,0 0 0 0 0,0 0-1 0 0,0 0 1 0 0,0 1 0 0 0,0-1-1 0 0,0 0 1 0 0,0 0 0 0 0,0 0 0 0 0,0 0-1 0 0,0 0 1 0 0,0 0 0 0 0,0 1-1 0 0,0-1 1 0 0,1 0 0 0 0,-1 0-1 0 0,0 0 1 0 0,0 0 0 0 0,0 0-1 0 0,0 0 1 0 0,0 0 0 0 0,0 1-1 0 0,0-1 1 0 0,0 0 0 0 0,0 0 0 0 0,0 0-1 0 0,0 0 1 0 0,1 0 0 0 0,-1 0-1 0 0,0 0 1 0 0,7-1 126 0 0,8-6-103 0 0,-13 6 13 0 0,7-3-32 0 0,-1 1 0 0 0,1 0-1 0 0,0 0 1 0 0,0 1 0 0 0,0 0-1 0 0,0 0 1 0 0,0 1-1 0 0,16 0 1 0 0,-19 1-5 0 0,-1 1-1 0 0,1 0 1 0 0,-1 0-1 0 0,0 0 1 0 0,1 0-1 0 0,-1 1 1 0 0,0 0-1 0 0,0 0 1 0 0,0 0-1 0 0,0 1 1 0 0,-1 0-1 0 0,1 0 1 0 0,-1 0-1 0 0,1 0 1 0 0,-1 1-1 0 0,4 4 1 0 0,3 5 53 0 0,0 0-1 0 0,0 1 1 0 0,-2 0 0 0 0,0 1-1 0 0,8 15 1 0 0,-12-19-33 0 0,-1 0 0 0 0,1 1-1 0 0,-2-1 1 0 0,0 1 0 0 0,0-1 0 0 0,-1 1 0 0 0,2 24-1 0 0,-4-34-15 0 0,0 1-1 0 0,0-1 0 0 0,0 1 0 0 0,-1-1 1 0 0,1 0-1 0 0,-1 1 0 0 0,1-1 0 0 0,-1 0 1 0 0,0 0-1 0 0,1 1 0 0 0,-1-1 0 0 0,0 0 1 0 0,-1 0-1 0 0,1 0 0 0 0,0 0 0 0 0,-1 0 0 0 0,1 0 1 0 0,-1-1-1 0 0,1 1 0 0 0,-1 0 0 0 0,0-1 1 0 0,0 1-1 0 0,-3 1 0 0 0,-1 0 23 0 0,1-1-1 0 0,-1 0 0 0 0,1 0 1 0 0,-1-1-1 0 0,1 1 1 0 0,-1-1-1 0 0,0-1 1 0 0,-10 1-1 0 0,1 0 28 0 0,1-2-1 0 0,-1 1 0 0 0,0-2 1 0 0,0 0-1 0 0,0-1 0 0 0,-18-5 1 0 0,26 5-223 0 0,-1 0 0 0 0,0 0 0 0 0,1-1 0 0 0,0 0 0 0 0,0 0-1 0 0,0 0 1 0 0,0-1 0 0 0,1 0 0 0 0,-1-1 0 0 0,1 0 0 0 0,1 1 0 0 0,-11-14 0 0 0,7 5-8018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12.9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0 101 8287 0 0,'5'-4'415'0'0,"0"1"-1"0"0,0 0 1 0 0,0 0-1 0 0,0 1 0 0 0,0-1 1 0 0,1 1-1 0 0,-1 0 0 0 0,1 0 1 0 0,0 1-1 0 0,-1 0 1 0 0,11-1-1 0 0,4-2 604 0 0,52-11 2969 0 0,36-9-548 0 0,-2-2-4176 0 0,-91 23-6743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13.1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5063 0 0,'4'1'173'0'0,"1"1"0"0"0,0-1 0 0 0,-1 1 0 0 0,1 0 0 0 0,-1 0 0 0 0,0 1-1 0 0,0-1 1 0 0,1 1 0 0 0,4 5 0 0 0,4 4 1198 0 0,15 18-1 0 0,-17-18-984 0 0,12 14 2404 0 0,21 32-1 0 0,-28-34-1293 0 0,-2-1 1 0 0,0 2-1 0 0,18 48 0 0 0,-25-55-1214 0 0,-2 0-1 0 0,0 0 1 0 0,-1 0-1 0 0,-1 1 1 0 0,0 0 0 0 0,-2-1-1 0 0,0 1 1 0 0,-1 0-1 0 0,-1 0 1 0 0,-1 0-1 0 0,0-1 1 0 0,-8 29-1 0 0,6-37-313 0 0,1 1-1 0 0,-1-1 1 0 0,-1-1-1 0 0,0 1 1 0 0,0-1-1 0 0,-1 1 1 0 0,0-2 0 0 0,-13 16-1 0 0,13-18 6 0 0,1-1-1 0 0,-1 0 1 0 0,0 0 0 0 0,-1 0-1 0 0,1-1 1 0 0,-1 0-1 0 0,0 0 1 0 0,0 0 0 0 0,0-1-1 0 0,0 0 1 0 0,0-1-1 0 0,-15 4 1 0 0,20-6-114 0 0,1 0 1 0 0,-1 0-1 0 0,1 0 0 0 0,-1 0 0 0 0,1 0 1 0 0,-1 0-1 0 0,1 0 0 0 0,-1 0 0 0 0,1-1 1 0 0,-1 1-1 0 0,-1-1 0 0 0,2 1 10 0 0,1-1 0 0 0,-1 1-1 0 0,1 0 1 0 0,0-1 0 0 0,-1 1 0 0 0,1 0-1 0 0,-1 0 1 0 0,1-1 0 0 0,0 1-1 0 0,0-1 1 0 0,-1 1 0 0 0,1 0 0 0 0,0-1-1 0 0,0 1 1 0 0,-1-1 0 0 0,1 1 0 0 0,0-1-1 0 0,0 1 1 0 0,0 0 0 0 0,0-1-1 0 0,0 1 1 0 0,-1-1 0 0 0,1 1 0 0 0,0-1-1 0 0,0 1 1 0 0,0-1 0 0 0,0 1 0 0 0,1-1-1 0 0,-1 1 1 0 0,0-1 0 0 0,0 1-1 0 0,0-1 1 0 0,0 1 0 0 0,0 0 0 0 0,1-1-1 0 0,-1 1 1 0 0,0-1 0 0 0,0 1-1 0 0,1-1 1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13.4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77 10591 0 0,'2'-3'93'0'0,"0"-1"-1"0"0,0 1 1 0 0,0 0 0 0 0,0 0-1 0 0,1 0 1 0 0,-1 0-1 0 0,1 0 1 0 0,0 0-1 0 0,0 1 1 0 0,0-1-1 0 0,0 1 1 0 0,0 0 0 0 0,0 0-1 0 0,0 0 1 0 0,1 0-1 0 0,-1 0 1 0 0,1 1-1 0 0,5-2 1 0 0,17-5 2542 0 0,49-8 0 0 0,-63 15-2000 0 0,-1 0-1 0 0,1 0 1 0 0,-1 1 0 0 0,1 0 0 0 0,-1 1-1 0 0,24 5 1 0 0,-33-6-599 0 0,0 1 0 0 0,0 0 0 0 0,0-1 0 0 0,0 1 0 0 0,0 0 0 0 0,0 0-1 0 0,0 0 1 0 0,0 0 0 0 0,0 0 0 0 0,-1 0 0 0 0,1 0 0 0 0,0 1 0 0 0,-1-1 0 0 0,1 1 0 0 0,-1-1 0 0 0,1 1-1 0 0,-1 0 1 0 0,0 0 0 0 0,1-1 0 0 0,-1 1 0 0 0,0 0 0 0 0,0 0 0 0 0,0 0 0 0 0,-1 0 0 0 0,1 0 0 0 0,-1 0 0 0 0,1 1-1 0 0,-1-1 1 0 0,1 0 0 0 0,-1 0 0 0 0,0 0 0 0 0,0 0 0 0 0,0 1 0 0 0,0-1 0 0 0,-1 0 0 0 0,1 0 0 0 0,0 0-1 0 0,-1 0 1 0 0,0 0 0 0 0,-1 4 0 0 0,-2 3-11 0 0,-1-1-1 0 0,1 0 0 0 0,-2 0 1 0 0,1 0-1 0 0,-8 8 1 0 0,-15 22 89 0 0,26-34-79 0 0,0-1 0 0 0,0 1 1 0 0,1 0-1 0 0,-1 0 0 0 0,1 0 1 0 0,0 0-1 0 0,0 0 0 0 0,-1 7 1 0 0,2-9-8 0 0,0-1 1 0 0,0 1 0 0 0,0 0-1 0 0,0-1 1 0 0,1 1 0 0 0,-1-1-1 0 0,1 1 1 0 0,-1-1 0 0 0,1 1-1 0 0,-1-1 1 0 0,1 1-1 0 0,0-1 1 0 0,0 1 0 0 0,0-1-1 0 0,0 0 1 0 0,0 0 0 0 0,0 1-1 0 0,0-1 1 0 0,0 0-1 0 0,0 0 1 0 0,0 0 0 0 0,1 0-1 0 0,-1 0 1 0 0,0-1 0 0 0,1 1-1 0 0,-1 0 1 0 0,1 0 0 0 0,-1-1-1 0 0,1 1 1 0 0,-1-1-1 0 0,4 1 1 0 0,5 1 138 0 0,-1 0 0 0 0,1-1 1 0 0,19 1-1 0 0,-25-2-124 0 0,44-1 131 0 0,0-2 0 0 0,-1-1 0 0 0,0-3 0 0 0,68-19 0 0 0,-96 20-2219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04.3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13 312 10591 0 0,'-5'-29'2639'0'0,"3"20"-2160"0"0,0 0 0 0 0,1 0 0 0 0,0-1 0 0 0,0 1 1 0 0,1 0-1 0 0,0 0 0 0 0,1-1 0 0 0,0 1 0 0 0,0 0 0 0 0,5-14 1 0 0,-5 19-404 0 0,0 0 0 0 0,1 0 0 0 0,0 1 0 0 0,0-1 1 0 0,0 0-1 0 0,0 1 0 0 0,1 0 0 0 0,-1 0 0 0 0,1 0 1 0 0,0 0-1 0 0,0 0 0 0 0,0 0 0 0 0,0 1 0 0 0,0-1 1 0 0,1 1-1 0 0,-1 0 0 0 0,1 0 0 0 0,0 0 1 0 0,-1 0-1 0 0,1 1 0 0 0,0 0 0 0 0,0 0 0 0 0,4-1 1 0 0,-2 1-40 0 0,0 0 0 0 0,0 1 1 0 0,0 0-1 0 0,-1 0 0 0 0,1 1 1 0 0,0 0-1 0 0,0 0 0 0 0,0 0 1 0 0,-1 0-1 0 0,1 1 0 0 0,-1 0 1 0 0,1 0-1 0 0,-1 1 0 0 0,0 0 1 0 0,8 5-1 0 0,-8-5-7 0 0,0 1-1 0 0,0 0 1 0 0,-1 0 0 0 0,1 0-1 0 0,-1 1 1 0 0,0-1 0 0 0,-1 1-1 0 0,1 0 1 0 0,-1 0 0 0 0,0 0-1 0 0,0 1 1 0 0,0-1 0 0 0,-1 1-1 0 0,3 10 1 0 0,-3-7-7 0 0,0-1 0 0 0,-1 1 1 0 0,-1-1-1 0 0,0 1 0 0 0,0-1 0 0 0,0 1 1 0 0,-1 0-1 0 0,0-1 0 0 0,-5 17 1 0 0,-1-3 104 0 0,-1 0 0 0 0,-1 0 0 0 0,-1-1-1 0 0,-1 0 1 0 0,0-1 0 0 0,-27 34 0 0 0,52-85 192 0 0,20-25-285 0 0,30-68-1 0 0,-39 73-13 0 0,1 1-1 0 0,41-58 1 0 0,-34 68-21 0 0,-29 36 0 0 0,-1 0 0 0 0,1 1 0 0 0,0-1 0 0 0,0 1 0 0 0,1 0 0 0 0,-1 0 0 0 0,9-4 0 0 0,-13 7 0 0 0,1 0 0 0 0,-1 0 0 0 0,0 0 0 0 0,0 0 0 0 0,1 0 0 0 0,-1 0 0 0 0,0 0 0 0 0,1 0 0 0 0,-1 0 0 0 0,0 0 0 0 0,0 0 0 0 0,1-1 0 0 0,-1 2 0 0 0,0-1 0 0 0,0 0 0 0 0,1 0 0 0 0,-1 0 0 0 0,0 0 0 0 0,0 0 0 0 0,1 0 0 0 0,-1 0 0 0 0,0 0 0 0 0,0 0 0 0 0,1 0 0 0 0,-1 0 0 0 0,0 1 0 0 0,0-1 0 0 0,1 0 0 0 0,-1 0 0 0 0,0 0 0 0 0,1 1 0 0 0,0 9 0 0 0,-5 11 0 0 0,-10 14 0 0 0,-32 63 0 0 0,23-51 0 0 0,17-35 0 0 0,-25 52 0 0 0,-36 104 0 0 0,66-163 0 0 0,-1 0 0 0 0,1 0 0 0 0,0 0 0 0 0,0 1 0 0 0,1-1 0 0 0,0 0 0 0 0,0 0 0 0 0,0 1 0 0 0,2 8 0 0 0,-2-12 0 0 0,1 0 0 0 0,0 1 0 0 0,0-1 0 0 0,-1 0 0 0 0,1 0 0 0 0,1 0 0 0 0,-1 0 0 0 0,0 0 0 0 0,0 0 0 0 0,1 0 0 0 0,-1-1 0 0 0,1 1 0 0 0,-1 0 0 0 0,1-1 0 0 0,0 1 0 0 0,0-1 0 0 0,0 1 0 0 0,0-1 0 0 0,0 0 0 0 0,0 0 0 0 0,0 0 0 0 0,0 0 0 0 0,0 0 0 0 0,3 0 0 0 0,3 1-18 0 0,0-1 0 0 0,0 0 0 0 0,0 0 0 0 0,0-1 0 0 0,0 0 0 0 0,0 0 0 0 0,14-3-1 0 0,-3-2-134 0 0,0 0-1 0 0,19-7 1 0 0,-21 5-506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04.5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1 104 7831 0 0,'13'-1'2676'0'0,"0"0"0"0"0,25-6-1 0 0,51-13-47 0 0,125-43-2897 0 0,-183 51-6253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04.8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19 169 5983 0 0,'33'-119'8238'0'0,"-21"80"-4088"0"0,-8 29-2133 0 0,-3 13-564 0 0,-5 18-552 0 0,-48 153-420 0 0,48-159-1261 0 0,-4 25 1 0 0,8-35 229 0 0,-1 0 0 0 0,1 1 1 0 0,0-1-1 0 0,1 0 0 0 0,-1 1 1 0 0,1-1-1 0 0,0 0 0 0 0,2 7 1 0 0,0-3-6633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05.7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36 10135 0 0,'1'-2'313'0'0,"1"1"0"0"0,0 0-1 0 0,-1 0 1 0 0,1 0-1 0 0,0 0 1 0 0,0 0 0 0 0,0 0-1 0 0,0 0 1 0 0,0 0 0 0 0,0 1-1 0 0,3-1 1 0 0,1-1 239 0 0,9-3 851 0 0,1 0-1 0 0,24-4 1 0 0,-34 8-1256 0 0,-1 0 0 0 0,1 1-1 0 0,-1 0 1 0 0,0 0 0 0 0,1 0 0 0 0,-1 0 0 0 0,1 1 0 0 0,-1 0 0 0 0,1 0 0 0 0,-1 1 0 0 0,8 2 0 0 0,-12-3-178 0 0,-1-1 1 0 0,1 0 0 0 0,-1 0-1 0 0,1 1 1 0 0,0-1-1 0 0,-1 0 1 0 0,1 1-1 0 0,-1-1 1 0 0,1 1-1 0 0,-1-1 1 0 0,1 1-1 0 0,-1-1 1 0 0,1 1 0 0 0,-1-1-1 0 0,1 1 1 0 0,-1 0-1 0 0,0-1 1 0 0,1 1-1 0 0,-1-1 1 0 0,0 1-1 0 0,0 0 1 0 0,1-1-1 0 0,-1 1 1 0 0,0 0 0 0 0,0-1-1 0 0,0 1 1 0 0,0 0-1 0 0,0-1 1 0 0,0 1-1 0 0,0 1 1 0 0,0-1-260 0 0,-1 0 0 0 0,1 0-1 0 0,-1 0 1 0 0,1 0 0 0 0,-1 0 0 0 0,1-1 0 0 0,-1 1 0 0 0,1 0 0 0 0,-1 0 0 0 0,0-1-1 0 0,0 1 1 0 0,1 0 0 0 0,-1-1 0 0 0,-1 2 0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05.8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49 1839 0 0,'-27'14'2569'0'0,"32"-13"-1419"0"0,4-1 489 0 0,79-14 6578 0 0,-1-7-4049 0 0,18-5-4053 0 0,-93 23-7149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06.3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173 170 10591 0 0,'3'-14'459'0'0,"1"1"0"0"0,8-17-1 0 0,-9 24-136 0 0,-1-1 0 0 0,0 1 0 0 0,0 0 0 0 0,0-1 1 0 0,-1 0-1 0 0,0 1 0 0 0,0-1 0 0 0,0-7 0 0 0,-1 12-179 0 0,0 0 1 0 0,0 0-1 0 0,-1 0 1 0 0,1 0-1 0 0,0 1 0 0 0,-1-1 1 0 0,1 0-1 0 0,-1 0 1 0 0,1 0-1 0 0,-1 1 1 0 0,0-1-1 0 0,0 0 1 0 0,0 1-1 0 0,0-1 1 0 0,0 1-1 0 0,0-1 0 0 0,0 1 1 0 0,0-1-1 0 0,-1 1 1 0 0,1 0-1 0 0,-1 0 1 0 0,1-1-1 0 0,-1 1 1 0 0,1 0-1 0 0,-1 0 1 0 0,1 1-1 0 0,-1-1 0 0 0,0 0 1 0 0,0 0-1 0 0,1 1 1 0 0,-1-1-1 0 0,0 1 1 0 0,-2-1-1 0 0,-3 1-23 0 0,0-1-1 0 0,0 1 0 0 0,0 1 1 0 0,0-1-1 0 0,0 1 0 0 0,1 0 1 0 0,-1 1-1 0 0,0 0 0 0 0,0 0 1 0 0,1 0-1 0 0,0 1 0 0 0,-1 0 1 0 0,-9 5-1 0 0,12-5-103 0 0,1-1 0 0 0,-1 1 0 0 0,0 0 0 0 0,1 0 0 0 0,0 0 0 0 0,-1 0 0 0 0,1 0 0 0 0,0 1 1 0 0,1-1-1 0 0,-1 1 0 0 0,1 0 0 0 0,0 0 0 0 0,-1 0 0 0 0,2 0 0 0 0,-1 0 0 0 0,0 1 0 0 0,1-1 0 0 0,0 0 0 0 0,0 1 0 0 0,0-1 0 0 0,0 7 0 0 0,3 22 80 0 0,6 41 0 0 0,-3-45 29 0 0,-2 0 1 0 0,-1 34-1 0 0,-17 88 373 0 0,0-6-108 0 0,15-143-390 0 0,-1 9 59 0 0,1-1-1 0 0,1 1 0 0 0,-1-1 0 0 0,3 12 0 0 0,-3-20-41 0 0,1 0-1 0 0,-1-1 1 0 0,1 1 0 0 0,-1 0-1 0 0,1 0 1 0 0,0 0 0 0 0,0 0-1 0 0,-1-1 1 0 0,1 1 0 0 0,1 0-1 0 0,-1-1 1 0 0,0 1-1 0 0,0-1 1 0 0,0 1 0 0 0,1-1-1 0 0,-1 0 1 0 0,1 1 0 0 0,-1-1-1 0 0,1 0 1 0 0,-1 0-1 0 0,1 0 1 0 0,0 0 0 0 0,0 0-1 0 0,-1-1 1 0 0,1 1 0 0 0,0 0-1 0 0,0-1 1 0 0,4 1-1 0 0,3 0 7 0 0,0-1 0 0 0,0 0-1 0 0,1-1 1 0 0,-1 0-1 0 0,0-1 1 0 0,15-4-1 0 0,-2-1-1197 0 0,31-16-1 0 0,-37 15-6660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06.7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210 128 1839 0 0,'2'-5'247'0'0,"-1"1"0"0"0,0 0 0 0 0,0-1-1 0 0,0 1 1 0 0,-1 0 0 0 0,1-1 0 0 0,-1 1-1 0 0,0-1 1 0 0,0 1 0 0 0,-1-1 0 0 0,1 1 0 0 0,-3-7-1 0 0,3 7 107 0 0,-1 0-1 0 0,0 1 1 0 0,-1-1-1 0 0,1 1 0 0 0,0-1 1 0 0,-1 1-1 0 0,0-1 1 0 0,0 1-1 0 0,0 0 0 0 0,0 0 1 0 0,0 0-1 0 0,-1 0 1 0 0,1 0-1 0 0,-1 0 1 0 0,-3-2-1 0 0,3 4-103 0 0,0-1 0 0 0,0 1-1 0 0,0 0 1 0 0,0 0 0 0 0,0 1 0 0 0,-1-1-1 0 0,1 0 1 0 0,0 1 0 0 0,0 0 0 0 0,-1 0 0 0 0,1 0-1 0 0,0 0 1 0 0,0 1 0 0 0,-1-1 0 0 0,1 1-1 0 0,0 0 1 0 0,0-1 0 0 0,0 2 0 0 0,0-1-1 0 0,0 0 1 0 0,0 0 0 0 0,0 1 0 0 0,0 0 0 0 0,-2 2-1 0 0,-4 1 145 0 0,1 2 0 0 0,0-1-1 0 0,0 1 1 0 0,0 1 0 0 0,1-1-1 0 0,-7 11 1 0 0,8-10-146 0 0,1-1 0 0 0,0 2 0 0 0,1-1 0 0 0,0 0 0 0 0,0 1 0 0 0,-4 17 0 0 0,7-23-189 0 0,0 0 1 0 0,1 0-1 0 0,0 0 1 0 0,-1 0-1 0 0,1 0 1 0 0,0 0-1 0 0,1-1 1 0 0,-1 1-1 0 0,0 0 1 0 0,1 0-1 0 0,1 5 1 0 0,-1-7-36 0 0,0 1 0 0 0,0 0 0 0 0,0-1 0 0 0,0 1 1 0 0,0-1-1 0 0,0 1 0 0 0,0-1 0 0 0,1 0 0 0 0,-1 1 1 0 0,1-1-1 0 0,-1 0 0 0 0,1 0 0 0 0,-1 0 0 0 0,1 0 1 0 0,0 0-1 0 0,-1 0 0 0 0,1-1 0 0 0,0 1 0 0 0,3 0 0 0 0,2 1-5 0 0,-1-2-1 0 0,0 1 0 0 0,1-1 1 0 0,0 0-1 0 0,-1 0 0 0 0,1 0 1 0 0,-1-1-1 0 0,0 0 0 0 0,1-1 1 0 0,-1 1-1 0 0,0-1 0 0 0,0 0 1 0 0,1-1-1 0 0,10-5 0 0 0,-5 1-15 0 0,0-1 0 0 0,-1 0 1 0 0,0 0-1 0 0,0-1 0 0 0,-1 0 0 0 0,10-11 0 0 0,-13 11 12 0 0,1 1 1 0 0,-1-1-1 0 0,-1-1 0 0 0,0 1 0 0 0,0-1 0 0 0,-1 0 1 0 0,0 0-1 0 0,6-19 0 0 0,-33 87-14 0 0,7 9 268 0 0,4 0-1 0 0,-4 84 1 0 0,14-146-237 0 0,1-1 0 0 0,0 1-1 0 0,0-1 1 0 0,0 1 0 0 0,1-1 0 0 0,0 1 0 0 0,1 4 0 0 0,-2-8-102 0 0,1 0-1 0 0,-1 0 1 0 0,1 1 0 0 0,0-1 0 0 0,-1 0 0 0 0,1 0-1 0 0,0 0 1 0 0,0 0 0 0 0,0 0 0 0 0,0 0 0 0 0,0-1 0 0 0,0 1-1 0 0,0 0 1 0 0,0 0 0 0 0,0-1 0 0 0,0 1 0 0 0,0 0-1 0 0,0-1 1 0 0,1 1 0 0 0,-1-1 0 0 0,0 0 0 0 0,0 1 0 0 0,1-1-1 0 0,-1 0 1 0 0,0 0 0 0 0,1 0 0 0 0,-1 0 0 0 0,2 0-1 0 0,7 0-7793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07.0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0 8751 0 0,'-5'29'4202'0'0,"-12"53"2897"0"0,12-48-5685 0 0,-2 59-1 0 0,7-90-1400 0 0,0-1 0 0 0,0 0 0 0 0,1 0 0 0 0,-1 0 0 0 0,0 1 0 0 0,1-1 0 0 0,-1 0 0 0 0,1 0 0 0 0,0 0 0 0 0,0 0 0 0 0,1 3 0 0 0,-1-4-46 0 0,0 0 0 0 0,0 0 0 0 0,0 0 0 0 0,-1 0 0 0 0,1-1 0 0 0,0 1 0 0 0,0 0 0 0 0,0 0 0 0 0,0-1 0 0 0,1 1 0 0 0,-1-1 0 0 0,0 1 0 0 0,0-1 0 0 0,0 1 0 0 0,0-1 0 0 0,1 0 0 0 0,-1 1 0 0 0,0-1 0 0 0,0 0 0 0 0,0 0 0 0 0,3 0-1 0 0,6-1-739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07.4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43 154 4143 0 0,'0'-2'156'0'0,"0"0"0"0"0,0 0-1 0 0,0 0 1 0 0,0 1 0 0 0,1-1-1 0 0,-1 0 1 0 0,1 0 0 0 0,-1 0-1 0 0,2-2 1 0 0,-2 3 26 0 0,1 1 1 0 0,-1 0-1 0 0,0-1 1 0 0,1 1-1 0 0,-1-1 1 0 0,1 1-1 0 0,-1 0 1 0 0,0-1-1 0 0,1 1 1 0 0,-1 0-1 0 0,1 0 1 0 0,-1-1 0 0 0,1 1-1 0 0,-1 0 1 0 0,1 0-1 0 0,-1 0 1 0 0,1 0-1 0 0,0 0 1 0 0,-1-1-1 0 0,1 1 1 0 0,-1 0-1 0 0,1 0 1 0 0,-1 0-1 0 0,1 1 1 0 0,-1-1-1 0 0,1 0 1 0 0,0 0-1 0 0,-1 0 1 0 0,1 0-1 0 0,-1 0 1 0 0,1 1-1 0 0,-1-1 1 0 0,1 0-1 0 0,-1 0 1 0 0,1 1-1 0 0,0 0 1 0 0,8 4 659 0 0,0 1 0 0 0,-1 0 1 0 0,0 0-1 0 0,0 1 0 0 0,0 0 1 0 0,-1 1-1 0 0,0 0 1 0 0,0 0-1 0 0,9 15 0 0 0,1 4 248 0 0,24 55 0 0 0,-33-63-855 0 0,10 36 0 0 0,-16-47-183 0 0,0 0 0 0 0,-1 0 0 0 0,0 0 1 0 0,0 0-1 0 0,-1 1 0 0 0,0-1 0 0 0,-1 10 0 0 0,1-16-48 0 0,0 0-1 0 0,-1-1 1 0 0,1 1-1 0 0,-1-1 1 0 0,1 1 0 0 0,-1-1-1 0 0,0 1 1 0 0,1-1-1 0 0,-1 1 1 0 0,0-1 0 0 0,0 0-1 0 0,0 1 1 0 0,0-1-1 0 0,0 0 1 0 0,0 0-1 0 0,-1 0 1 0 0,1 0 0 0 0,-3 2-1 0 0,2-2 7 0 0,-1 1 0 0 0,1-1 0 0 0,-1-1-1 0 0,0 1 1 0 0,1 0 0 0 0,-1 0 0 0 0,0-1 0 0 0,0 0-1 0 0,1 0 1 0 0,-5 0 0 0 0,-3 0 14 0 0,0-1 0 0 0,0-1 0 0 0,0 0 0 0 0,1 0 0 0 0,-11-5 0 0 0,5 2-32 0 0,1-1 0 0 0,0 0 0 0 0,-18-11 0 0 0,28 15 6 0 0,1 0 1 0 0,0-1-1 0 0,-1 1 0 0 0,1 0 1 0 0,0-1-1 0 0,1 0 0 0 0,-1 0 1 0 0,0 0-1 0 0,1 0 0 0 0,-1 0 1 0 0,1 0-1 0 0,0-1 0 0 0,0 1 1 0 0,1-1-1 0 0,-1 1 0 0 0,1-1 1 0 0,-1 0-1 0 0,0-7 0 0 0,2 9-3 0 0,0-1 0 0 0,0 0 0 0 0,1 0 0 0 0,0 0 0 0 0,-1 0 0 0 0,1 0 1 0 0,0 1-1 0 0,0-1 0 0 0,0 0 0 0 0,1 1 0 0 0,-1-1 0 0 0,1 1 0 0 0,-1-1 0 0 0,1 1 0 0 0,0 0 0 0 0,3-4 0 0 0,5-4-10 0 0,1 1 1 0 0,12-9-1 0 0,-20 15 7 0 0,35-26-6 0 0,49-49 0 0 0,-74 64 11 0 0,-1 1-1 0 0,-1-1 1 0 0,0-1-1 0 0,-1 0 1 0 0,0 0-1 0 0,-1-1 1 0 0,7-18-1 0 0,-15 31 4 0 0,0-1 0 0 0,0 1 0 0 0,0-1 0 0 0,0 1 0 0 0,-1-1 0 0 0,1 1 0 0 0,-1-1 0 0 0,0 0 0 0 0,-1-6 0 0 0,1 9 0 0 0,0 0 0 0 0,0 0 0 0 0,-1 0 0 0 0,1 0 0 0 0,0 0 0 0 0,-1 0 0 0 0,1 0 0 0 0,-1 0 0 0 0,1 0 0 0 0,-1 0 0 0 0,1 0 0 0 0,-1 1 0 0 0,0-1 0 0 0,1 0 0 0 0,-1 0 0 0 0,0 1 0 0 0,0-1 0 0 0,1 0 0 0 0,-1 1 0 0 0,0-1 0 0 0,0 1 0 0 0,0-1 0 0 0,0 1 0 0 0,0-1 0 0 0,0 1 0 0 0,0 0 0 0 0,0-1 0 0 0,0 1 0 0 0,0 0 0 0 0,0 0 0 0 0,0 0 0 0 0,0 0 0 0 0,0 0 0 0 0,0 0 0 0 0,0 0 0 0 0,0 0 0 0 0,-2 1 0 0 0,-2-1-164 0 0,1 1 1 0 0,-1 1-1 0 0,1-1 0 0 0,-1 1 1 0 0,1-1-1 0 0,0 1 0 0 0,0 0 0 0 0,0 1 1 0 0,0-1-1 0 0,-6 5 0 0 0,6-3-491 0 0,-1 1-1 0 0,1-1 1 0 0,0 1 0 0 0,0-1-1 0 0,1 1 1 0 0,-1 0 0 0 0,-3 9-1 0 0,1-2-6636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07.9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39 3679 0 0,'0'-1'92'0'0,"0"-1"0"0"0,0 1 0 0 0,0 0 0 0 0,0 0 0 0 0,0-1 0 0 0,0 1 0 0 0,0 0 0 0 0,1 0 0 0 0,-1-1 0 0 0,1 1 0 0 0,-1 0 0 0 0,1 0 0 0 0,-1 0 0 0 0,1 0 0 0 0,0 0 0 0 0,0 0 0 0 0,-1 0 0 0 0,1 0 0 0 0,0 0 0 0 0,0 0 0 0 0,0 0 0 0 0,0 0 0 0 0,0 0 0 0 0,0 1 0 0 0,0-1 0 0 0,0 0 0 0 0,2 0 0 0 0,1 0 581 0 0,1 0 0 0 0,-1 0 1 0 0,1 0-1 0 0,0 0 0 0 0,-1 1 0 0 0,9 0 0 0 0,11 1 1244 0 0,-1 2-1 0 0,41 9 0 0 0,-38-7-830 0 0,51 5-1 0 0,-62-9-891 0 0,0-1-1 0 0,0-1 1 0 0,0 0 0 0 0,-1-1-1 0 0,1-1 1 0 0,0 0-1 0 0,-1-1 1 0 0,0-1 0 0 0,27-12-1 0 0,-44 21-193 0 0,0 1 1 0 0,0-1-1 0 0,0 1 0 0 0,0 0 0 0 0,-1 5 1 0 0,0-2 8 0 0,-7 15 51 0 0,1-1 0 0 0,1 2 0 0 0,1 0 0 0 0,-5 27 1 0 0,-13 100 769 0 0,25-137-707 0 0,-3 23 200 0 0,1-1-1 0 0,3 0 1 0 0,4 46-1 0 0,24 107 491 0 0,-23-163-701 0 0,8 62 236 0 0,-12-79-296 0 0,-1-1-1 0 0,0 1 1 0 0,0 0-1 0 0,-1-1 1 0 0,0 1-1 0 0,-1-1 1 0 0,-4 16-1 0 0,4-20-24 0 0,1-1 0 0 0,-1 0 0 0 0,0 0 0 0 0,1 0 0 0 0,-1 0 0 0 0,-1-1 0 0 0,1 1 0 0 0,0 0 0 0 0,-1-1 0 0 0,1 0 0 0 0,-1 1-1 0 0,1-1 1 0 0,-1 0 0 0 0,0-1 0 0 0,0 1 0 0 0,0 0 0 0 0,0-1 0 0 0,-1 1 0 0 0,1-1 0 0 0,0 0 0 0 0,-1 0 0 0 0,1-1 0 0 0,0 1 0 0 0,-1-1 0 0 0,1 1 0 0 0,-1-1 0 0 0,-3 0 0 0 0,-10-1 88 0 0,-1-1 1 0 0,1 0 0 0 0,0-1 0 0 0,-20-7-1 0 0,17 5-52 0 0,3 1-30 0 0,7 1-21 0 0,-1 0-1 0 0,-1 1 0 0 0,1 0 1 0 0,0 0-1 0 0,0 2 0 0 0,-1-1 1 0 0,-19 3-1 0 0,29-2-158 0 0,1 0 0 0 0,0 0 0 0 0,0 1 0 0 0,0-1 0 0 0,0 0 0 0 0,0 1 0 0 0,0-1 0 0 0,0 1 0 0 0,0 0 0 0 0,0-1 0 0 0,0 1 0 0 0,-1 1 0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11.4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227 131 1839 0 0,'5'-26'154'0'0,"-5"21"129"0"0,1-1 1 0 0,0 1-1 0 0,0-1 1 0 0,0 1-1 0 0,1-1 1 0 0,0 1-1 0 0,4-9 1 0 0,-4 10 372 0 0,-1 1-1 0 0,1-1 1 0 0,-1 0 0 0 0,0 0 0 0 0,0 0 0 0 0,0 0 0 0 0,-1 0 0 0 0,1-5-1 0 0,-1 2 287 0 0,1 7-892 0 0,-1 0 0 0 0,0 0 0 0 0,0-1 0 0 0,0 1 0 0 0,0 0 0 0 0,0 0 0 0 0,0 0 0 0 0,0 0 0 0 0,0 0 0 0 0,0-1 0 0 0,0 1 0 0 0,0 0 0 0 0,0 0 0 0 0,0 0 0 0 0,0 0 1 0 0,0 0-1 0 0,0-1 0 0 0,0 1 0 0 0,0 0 0 0 0,0 0 0 0 0,0 0 0 0 0,0 0 0 0 0,0 0 0 0 0,0-1 0 0 0,0 1 0 0 0,0 0 0 0 0,0 0 0 0 0,-1 0 0 0 0,1 0 0 0 0,0 0 0 0 0,0 0 0 0 0,0-1 0 0 0,0 1 0 0 0,0 0 1 0 0,0 0-1 0 0,0 0 0 0 0,-1 0 0 0 0,1 0 0 0 0,0 0 0 0 0,0 0 0 0 0,0 0 0 0 0,-1 0 0 0 0,-5 4 1636 0 0,-6 12-70 0 0,-74 137 1730 0 0,17-28-2588 0 0,48-91-532 0 0,3-5 89 0 0,-17 37 0 0 0,34-64-304 0 0,0-1-1 0 0,0 1 1 0 0,0 0-1 0 0,1 0 0 0 0,-1 0 1 0 0,1-1-1 0 0,-1 1 1 0 0,1 0-1 0 0,0 0 1 0 0,-1 0-1 0 0,1 0 1 0 0,0 0-1 0 0,0 0 1 0 0,0 0-1 0 0,1 0 1 0 0,-1-1-1 0 0,0 1 0 0 0,1 0 1 0 0,-1 0-1 0 0,1 0 1 0 0,0 0-1 0 0,1 2 1 0 0,0-2-23 0 0,0 0 0 0 0,0 0 0 0 0,0 0 0 0 0,1 0 0 0 0,-1-1 0 0 0,0 1 0 0 0,1-1 0 0 0,-1 1 0 0 0,1-1 0 0 0,0 0 0 0 0,-1 0 0 0 0,1 0 0 0 0,0-1 0 0 0,5 2 1 0 0,15 1-1545 0 0,2-3-5630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11.6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17 6911 0 0,'1'-2'128'0'0,"0"1"0"0"0,0 0-1 0 0,0 0 1 0 0,0 0-1 0 0,1 0 1 0 0,-1 0 0 0 0,0 0-1 0 0,0 0 1 0 0,1 0-1 0 0,-1 0 1 0 0,1 0 0 0 0,-1 1-1 0 0,0-1 1 0 0,1 1 0 0 0,1-1-1 0 0,1 0 371 0 0,0 1 0 0 0,0 0-1 0 0,0 0 1 0 0,0 0 0 0 0,5 1-1 0 0,-3 0-51 0 0,-1 0 0 0 0,0 1-1 0 0,0-1 1 0 0,0 1 0 0 0,0 1-1 0 0,0-1 1 0 0,0 1 0 0 0,0-1-1 0 0,-1 1 1 0 0,1 1 0 0 0,-1-1-1 0 0,0 1 1 0 0,0-1 0 0 0,-1 1-1 0 0,1 0 1 0 0,-1 1-1 0 0,5 6 1 0 0,-2-2-206 0 0,-1 0-1 0 0,0 0 1 0 0,0 1-1 0 0,-1-1 1 0 0,-1 1-1 0 0,1 0 1 0 0,-2 0-1 0 0,3 12 1 0 0,-4-9-148 0 0,0 1 1 0 0,-1-1 0 0 0,0 1 0 0 0,-1-1 0 0 0,-1 1 0 0 0,0-1 0 0 0,-1 1 0 0 0,0-1 0 0 0,-1 0 0 0 0,0 0 0 0 0,-8 15 0 0 0,-9 12-476 0 0,-1-2 1 0 0,-29 40-1 0 0,39-62-87 0 0,-13 20-7273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12.7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32 5063 0 0,'-6'-10'169'0'0,"6"9"210"0"0,0 0 0 0 0,-1 1-1 0 0,1-1 1 0 0,0 0 0 0 0,0 0 0 0 0,0 0 0 0 0,0 0 0 0 0,-1 1 0 0 0,1-1 0 0 0,0 0 0 0 0,0 0 0 0 0,1 0 0 0 0,-1-1-1 0 0,0 2-135 0 0,1-1 0 0 0,-1 1-1 0 0,0-1 1 0 0,1 0 0 0 0,-1 1-1 0 0,1-1 1 0 0,0 1 0 0 0,-1-1-1 0 0,1 1 1 0 0,-1-1 0 0 0,1 1-1 0 0,0 0 1 0 0,-1-1 0 0 0,1 1-1 0 0,0 0 1 0 0,-1 0 0 0 0,1-1 0 0 0,0 1-1 0 0,-1 0 1 0 0,1 0 0 0 0,0 0-1 0 0,0 0 1 0 0,-1 0 0 0 0,1 0-1 0 0,0 0 1 0 0,0 0 0 0 0,-1 0-1 0 0,1 0 1 0 0,0 0 0 0 0,-1 0-1 0 0,2 1 1 0 0,2 0 69 0 0,0 0 1 0 0,0 0-1 0 0,0 0 0 0 0,0 0 0 0 0,0 1 1 0 0,0 0-1 0 0,0 0 0 0 0,0 0 1 0 0,4 4-1 0 0,32 27 785 0 0,-17-12-685 0 0,-2-6-81 0 0,34 19 0 0 0,-33-22-126 0 0,36 28 1 0 0,-55-38-198 0 0,0 0 0 0 0,0 1 0 0 0,-1 0 0 0 0,1 0 0 0 0,-1-1 0 0 0,0 1 0 0 0,0 1 0 0 0,0-1 0 0 0,0 0 0 0 0,0 0 0 0 0,-1 1 0 0 0,1-1 0 0 0,-1 1 0 0 0,0-1 0 0 0,0 1 0 0 0,0 0 0 0 0,0 7 0 0 0,-1-5 2 0 0,-1 0 0 0 0,1 0 1 0 0,-1 0-1 0 0,-1 0 0 0 0,1 0 0 0 0,-1 0 0 0 0,0-1 1 0 0,0 1-1 0 0,0 0 0 0 0,-5 7 0 0 0,-10 13-10 0 0,0-1 0 0 0,-38 42 0 0 0,33-41 0 0 0,-33 48 0 0 0,46-58 0 0 0,9-16 0 0 0,0 0 0 0 0,0 1 0 0 0,0-1 0 0 0,0 0 0 0 0,0 0 0 0 0,0 0 0 0 0,0 0 0 0 0,0 0 0 0 0,0 0 0 0 0,0 0 0 0 0,0 0 0 0 0,0 0 0 0 0,0 0 0 0 0,0 0 0 0 0,0 0 0 0 0,0 0 0 0 0,0 1 0 0 0,0-1 0 0 0,0 0 0 0 0,0 0 0 0 0,0 0 0 0 0,0 0 0 0 0,0 0 0 0 0,0 0 0 0 0,0 0 0 0 0,0 0 0 0 0,0 0 0 0 0,0 0 0 0 0,0 0 0 0 0,0 0 0 0 0,0 0 0 0 0,0 1 0 0 0,0-1 0 0 0,0 0 0 0 0,1 0 0 0 0,-1 0 0 0 0,0 0 0 0 0,0 0 0 0 0,0 0 0 0 0,0 0 0 0 0,0 0 0 0 0,0 0 0 0 0,0 0 0 0 0,0 0 0 0 0,0 0 0 0 0,0 0 0 0 0,0 0 0 0 0,0 0 0 0 0,0 0 0 0 0,0 0 0 0 0,1 0 0 0 0,-1 0 0 0 0,8-5 0 0 0,8-9 0 0 0,-2-1 0 0 0,0 0 0 0 0,-1-1 0 0 0,13-19 0 0 0,-15 21 0 0 0,42-65-532 0 0,61-122 0 0 0,-67 115 364 0 0,-19 33 168 0 0,-98 179-96 0 0,13-23 115 0 0,50-89 45 0 0,2 0 0 0 0,-1 1-1 0 0,2-1 1 0 0,0 1 0 0 0,-3 27-1 0 0,6-39-44 0 0,1 1 0 0 0,0 0 0 0 0,0 0 0 0 0,0 0 0 0 0,1 0 0 0 0,-1-1-1 0 0,1 1 1 0 0,0 0 0 0 0,0 0 0 0 0,0-1 0 0 0,1 1 0 0 0,-1-1 0 0 0,1 1-1 0 0,0-1 1 0 0,0 1 0 0 0,0-1 0 0 0,0 0 0 0 0,4 3 0 0 0,-3-3 2 0 0,1 0-1 0 0,-1 0 1 0 0,1 0 0 0 0,0-1 0 0 0,0 1 0 0 0,1-1 0 0 0,-1 0-1 0 0,0 0 1 0 0,1 0 0 0 0,-1-1 0 0 0,1 0 0 0 0,-1 0-1 0 0,1 0 1 0 0,7 0 0 0 0,2 0-303 0 0,1-1 1 0 0,-1 0-1 0 0,1-1 0 0 0,-1-1 1 0 0,1 0-1 0 0,25-9 0 0 0,-23 5-7618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12.9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58 7831 0 0,'0'0'116'0'0,"1"0"1"0"0,-1-1-1 0 0,0 1 0 0 0,1-1 0 0 0,-1 1 0 0 0,0-1 0 0 0,1 1 0 0 0,-1 0 0 0 0,1-1 0 0 0,-1 1 0 0 0,1 0 0 0 0,-1-1 0 0 0,1 1 0 0 0,-1 0 0 0 0,1 0 1 0 0,-1-1-1 0 0,1 1 0 0 0,-1 0 0 0 0,1 0 0 0 0,-1 0 0 0 0,1 0 0 0 0,-1 0 0 0 0,2 0 0 0 0,18-5 1857 0 0,91-13 4798 0 0,2 6-5332 0 0,-10 0-2648 0 0,-69 8-5791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13.0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113 11 6447 0 0,'-1'-2'-95'0'0,"-5"-6"1488"0"0,-3 18 1831 0 0,9-10-3176 0 0,-15 22 3970 0 0,-22 46 0 0 0,29-50-3385 0 0,0 1 0 0 0,1 0 0 0 0,1 1 0 0 0,1-1 0 0 0,-5 37 0 0 0,10-53-583 0 0,-1 0 0 0 0,1 1 0 0 0,0-1 0 0 0,0 1 0 0 0,1-1 0 0 0,-1 1 0 0 0,1-1 0 0 0,0 1 0 0 0,-1-1 0 0 0,2 0-1 0 0,-1 1 1 0 0,0-1 0 0 0,1 0 0 0 0,-1 0 0 0 0,1 0 0 0 0,0 0 0 0 0,4 4 0 0 0,-4-4-169 0 0,0-1-1 0 0,1 0 1 0 0,-1 0-1 0 0,1 0 1 0 0,0 0-1 0 0,-1-1 1 0 0,7 3-1 0 0,-5-2-894 0 0,0-1 0 0 0,1 1 0 0 0,0-1 0 0 0,-1 0 0 0 0,8 0 0 0 0,0 0-6169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13.3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38 1375 0 0,'2'-14'-217'0'0,"-1"13"566"0"0,0 0 0 0 0,-1-1 0 0 0,1 1 0 0 0,-1 0 0 0 0,1 0 0 0 0,0 0 0 0 0,0 0 0 0 0,0 0 0 0 0,0-1 0 0 0,0 2 0 0 0,1-2 0 0 0,0 0 260 0 0,0 1 0 0 0,0 0 0 0 0,0 0 1 0 0,0 0-1 0 0,0 0 0 0 0,0 1 0 0 0,0-1 0 0 0,0 1 0 0 0,1-1 0 0 0,-1 1 1 0 0,0-1-1 0 0,0 1 0 0 0,3 0 0 0 0,-1 0-143 0 0,0 1-1 0 0,0-1 1 0 0,0 1 0 0 0,0-1-1 0 0,0 1 1 0 0,0 0-1 0 0,0 1 1 0 0,0-1 0 0 0,0 1-1 0 0,-1-1 1 0 0,1 1 0 0 0,-1 0-1 0 0,1 1 1 0 0,-1-1 0 0 0,0 0-1 0 0,1 1 1 0 0,3 4 0 0 0,-5-5-394 0 0,-1 1 0 0 0,1-1 1 0 0,0 1-1 0 0,-1-1 1 0 0,1 1-1 0 0,-1 0 0 0 0,0 0 1 0 0,0-1-1 0 0,0 1 1 0 0,0 0-1 0 0,-1 0 0 0 0,1 0 1 0 0,-1 0-1 0 0,0 0 1 0 0,0 0-1 0 0,0 0 1 0 0,0 0-1 0 0,0 0 0 0 0,0 0 1 0 0,-1 0-1 0 0,0 0 1 0 0,1 0-1 0 0,-1-1 0 0 0,-2 6 1 0 0,-1-2-54 0 0,1 0 1 0 0,-1 0-1 0 0,0 0 1 0 0,0-1-1 0 0,-6 7 1 0 0,5-7-7 0 0,1 0 0 0 0,-1 0 1 0 0,2 1-1 0 0,-1-1 1 0 0,-5 11-1 0 0,9-15-13 0 0,0-1 0 0 0,0 0 0 0 0,0 1 0 0 0,0-1 0 0 0,0 0 0 0 0,0 0 0 0 0,0 1 0 0 0,0-1 0 0 0,0 0 0 0 0,0 0 0 0 0,0 1 0 0 0,0-1 0 0 0,0 0 0 0 0,0 1 0 0 0,1-1 0 0 0,-1 0 0 0 0,0 0 0 0 0,0 1 0 0 0,0-1 0 0 0,0 0 0 0 0,0 0 0 0 0,1 0 0 0 0,-1 1 0 0 0,0-1 0 0 0,0 0 0 0 0,0 0 0 0 0,1 0 0 0 0,-1 1 0 0 0,0-1 0 0 0,0 0 0 0 0,1 0 0 0 0,-1 0 0 0 0,0 0 0 0 0,0 0 0 0 0,1 0 0 0 0,-1 0 0 0 0,0 0 0 0 0,1 0 0 0 0,-1 0 0 0 0,0 1 0 0 0,0-1 0 0 0,1 0 0 0 0,-1-1 0 0 0,0 1 0 0 0,0 0 0 0 0,1 0 0 0 0,-1 0 0 0 0,0 0 0 0 0,1 0 0 0 0,-1 0 0 0 0,0 0 0 0 0,1 0 0 0 0,16-3 0 0 0,127-44-3078 0 0,-127 40-4588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13.5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 3223 0 0,'0'-1'37'0'0,"-1"0"0"0"0,1 1-1 0 0,0-1 1 0 0,0 0-1 0 0,0 0 1 0 0,0 1 0 0 0,0-1-1 0 0,0 0 1 0 0,0 0-1 0 0,0 1 1 0 0,1-1-1 0 0,-1 0 1 0 0,0 1 0 0 0,0-1-1 0 0,1 0 1 0 0,-1 1-1 0 0,0-1 1 0 0,1 0-1 0 0,-1 1 1 0 0,1-2 0 0 0,0 2 205 0 0,0 0 0 0 0,0 1 1 0 0,0-1-1 0 0,-1 0 0 0 0,1 1 1 0 0,0-1-1 0 0,0 0 0 0 0,0 1 1 0 0,-1-1-1 0 0,1 1 0 0 0,0 0 1 0 0,-1-1-1 0 0,2 2 0 0 0,5 4 948 0 0,4 3 401 0 0,0 0-1 0 0,-1 1 1 0 0,-1 0-1 0 0,14 19 0 0 0,27 50 2162 0 0,-43-65-3439 0 0,1 1-1 0 0,-2 0 1 0 0,0 0 0 0 0,0 1-1 0 0,-2 0 1 0 0,0 0 0 0 0,-1 0-1 0 0,2 17 1 0 0,-5-22-284 0 0,1-1-1 0 0,-2 1 1 0 0,1 0-1 0 0,-2-1 1 0 0,1 1-1 0 0,-1-1 1 0 0,-1 0-1 0 0,0 0 1 0 0,0 0-1 0 0,-1 0 1 0 0,-1 0-1 0 0,1-1 1 0 0,-10 14-1 0 0,9-15-49 0 0,-1-1-1 0 0,0 0 1 0 0,0-1 0 0 0,0 1-1 0 0,-1-1 1 0 0,0-1 0 0 0,0 1-1 0 0,0-1 1 0 0,-1 0 0 0 0,-8 4-1 0 0,2-3-283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13.7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39 11975 0 0,'47'9'6358'0'0,"-15"-7"-4472"0"0,0-1 0 0 0,62-8 0 0 0,62-19-1663 0 0,-79 12-22 0 0,-56 10-369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15.0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114 163 5063 0 0,'4'-1'153'0'0,"7"-4"140"0"0,-10 4-283 0 0,-1 1-1 0 0,0 0 1 0 0,0-1-1 0 0,1 1 0 0 0,-1 0 1 0 0,0-1-1 0 0,0 1 0 0 0,0 0 1 0 0,1-1-1 0 0,-1 1 0 0 0,0 0 1 0 0,0-1-1 0 0,0 1 0 0 0,0 0 1 0 0,0-1-1 0 0,0 1 0 0 0,0-1 1 0 0,0 1-1 0 0,0 0 1 0 0,0-1-1 0 0,0 1 0 0 0,0-1 1 0 0,0 1-1 0 0,0 0 0 0 0,0-1 1 0 0,0 1-1 0 0,-1-1 0 0 0,8-20 1028 0 0,-2 12 2076 0 0,-5 13-925 0 0,-26 111 2655 0 0,1 0-3364 0 0,-8 20-257 0 0,25-108-969 0 0,-2-1 1 0 0,-24 48-1 0 0,28-65-244 0 0,6-16-7 0 0,9-17-3 0 0,-9 23 1 0 0,24-78 0 0 0,19-112 0 0 0,-2 9 0 0 0,-40 174 0 0 0,2 0 0 0 0,-1 0 0 0 0,1 0 0 0 0,0 0 0 0 0,1 1 0 0 0,8-14 0 0 0,-12 20 0 0 0,0 1 0 0 0,1 0 0 0 0,-1 0 0 0 0,0-1 0 0 0,0 1 0 0 0,1 0 0 0 0,-1 0 0 0 0,0 0 0 0 0,0-1 0 0 0,1 1 0 0 0,-1 0 0 0 0,0 0 0 0 0,1 0 0 0 0,-1 0 0 0 0,0-1 0 0 0,0 1 0 0 0,1 0 0 0 0,-1 0 0 0 0,0 0 0 0 0,1 0 0 0 0,-1 0 0 0 0,0 0 0 0 0,1 0 0 0 0,-1 0 0 0 0,0 0 0 0 0,1 0 0 0 0,-1 0 0 0 0,0 0 0 0 0,1 1 0 0 0,-1-1 0 0 0,0 0 0 0 0,1 0 0 0 0,-1 0 0 0 0,0 0 0 0 0,1 0 0 0 0,-1 1 0 0 0,0-1 0 0 0,0 0 0 0 0,1 0 0 0 0,-1 0 0 0 0,0 1 0 0 0,0-1 0 0 0,0 0 0 0 0,1 0 0 0 0,-1 1 0 0 0,0-1 0 0 0,0 0 0 0 0,0 1 0 0 0,0-1 0 0 0,1 0 0 0 0,-1 1 0 0 0,0-1 0 0 0,0 0 0 0 0,0 0 0 0 0,0 1 0 0 0,0 0 0 0 0,7 20 0 0 0,-7-21 0 0 0,4 22 61 0 0,39 143 507 0 0,-35-141-364 0 0,1 0-1 0 0,1-1 1 0 0,0-1-1 0 0,26 39 1 0 0,-29-52-139 0 0,-1 0 1 0 0,1-1-1 0 0,1 0 1 0 0,-1 0-1 0 0,1-1 1 0 0,13 9-1 0 0,-18-13-57 0 0,0-1 0 0 0,1 0-1 0 0,-1-1 1 0 0,1 1 0 0 0,-1 0 0 0 0,1-1-1 0 0,0 0 1 0 0,-1 0 0 0 0,1 0-1 0 0,0 0 1 0 0,0-1 0 0 0,0 1-1 0 0,0-1 1 0 0,-1 0 0 0 0,1 0 0 0 0,0 0-1 0 0,0-1 1 0 0,0 0 0 0 0,0 1-1 0 0,0-1 1 0 0,4-2 0 0 0,-4 1-2 0 0,0 0 1 0 0,0-1 0 0 0,0 1-1 0 0,0-1 1 0 0,0 0 0 0 0,0 0-1 0 0,-1 0 1 0 0,1 0-1 0 0,-1-1 1 0 0,0 1 0 0 0,0-1-1 0 0,-1 0 1 0 0,1 0-1 0 0,-1 0 1 0 0,1 0 0 0 0,-1 0-1 0 0,-1-1 1 0 0,1 1 0 0 0,0-1-1 0 0,1-8 1 0 0,0-6 23 0 0,-1-1 1 0 0,0 0-1 0 0,-3-33 0 0 0,1 24 27 0 0,0 8-5 0 0,3-103 174 0 0,-1 102-168 0 0,0 0 0 0 0,2 1 0 0 0,10-35-1 0 0,-12 48-33 0 0,4-6 82 0 0,-2 14-60 0 0,0 10-27 0 0,-1 2-163 0 0,-1 0 1 0 0,0 0-1 0 0,0 1 0 0 0,-1 16 1 0 0,-1-11-216 0 0,2-1-708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15.4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1 150 6447 0 0,'32'14'5552'0'0,"-15"-10"-4405"0"0,0 0 0 0 0,0-2-1 0 0,0 0 1 0 0,21 0 0 0 0,-31-3-1026 0 0,1 1 0 0 0,0-1-1 0 0,-1 0 1 0 0,1 0 0 0 0,-1-1 0 0 0,0 0 0 0 0,1-1 0 0 0,-1 1 0 0 0,0-1-1 0 0,-1-1 1 0 0,14-7 0 0 0,-17 8-56 0 0,1-1 0 0 0,-1 1 0 0 0,0 0 0 0 0,0-1 0 0 0,0 0 0 0 0,-1 0 0 0 0,1 0 0 0 0,-1 0 0 0 0,0 0 0 0 0,0 0 0 0 0,0 0 0 0 0,-1-1 0 0 0,0 1 0 0 0,2-9 0 0 0,-2 9-11 0 0,-1 1 1 0 0,1 0-1 0 0,-1-1 1 0 0,0 1 0 0 0,0 0-1 0 0,0-1 1 0 0,0 1 0 0 0,-1 0-1 0 0,1-1 1 0 0,-1 1-1 0 0,0 0 1 0 0,0 0 0 0 0,0 0-1 0 0,0-1 1 0 0,-1 1-1 0 0,1 0 1 0 0,-1 1 0 0 0,0-1-1 0 0,0 0 1 0 0,0 0 0 0 0,-3-2-1 0 0,4 4-35 0 0,0 0 0 0 0,-1 0-1 0 0,1 1 1 0 0,0-1 0 0 0,0 0-1 0 0,-1 1 1 0 0,1 0 0 0 0,0-1-1 0 0,-1 1 1 0 0,1-1 0 0 0,-1 1-1 0 0,1 0 1 0 0,0 0 0 0 0,-1 0-1 0 0,1 0 1 0 0,-1 0 0 0 0,1 0-1 0 0,-1 0 1 0 0,1 1 0 0 0,0-1-1 0 0,-1 0 1 0 0,1 1 0 0 0,0-1-1 0 0,-1 1 1 0 0,1 0 0 0 0,0-1-1 0 0,0 1 1 0 0,-1 0 0 0 0,1 0-1 0 0,0 0 1 0 0,-2 1 0 0 0,-2 2-10 0 0,1 1-1 0 0,-1-1 1 0 0,1 1 0 0 0,0-1 0 0 0,1 1 0 0 0,-5 6 0 0 0,0 4 8 0 0,0 0-1 0 0,1 0 0 0 0,1 1 1 0 0,0 0-1 0 0,1 0 0 0 0,0 1 1 0 0,2 0-1 0 0,0-1 0 0 0,1 1 1 0 0,0 0-1 0 0,2 19 0 0 0,0-32-21 0 0,0 0 0 0 0,0-1 1 0 0,0 1-1 0 0,1-1 0 0 0,0 1 0 0 0,0-1 0 0 0,0 1 0 0 0,0-1 0 0 0,0 0 0 0 0,1 1 1 0 0,-1-1-1 0 0,1 0 0 0 0,0 0 0 0 0,0 0 0 0 0,0 0 0 0 0,0-1 0 0 0,1 1 1 0 0,-1 0-1 0 0,1-1 0 0 0,0 0 0 0 0,-1 1 0 0 0,1-1 0 0 0,0 0 0 0 0,0-1 0 0 0,1 1 1 0 0,-1 0-1 0 0,0-1 0 0 0,1 0 0 0 0,-1 0 0 0 0,0 0 0 0 0,1 0 0 0 0,-1 0 0 0 0,1-1 1 0 0,-1 1-1 0 0,1-1 0 0 0,0 0 0 0 0,-1 0 0 0 0,1-1 0 0 0,-1 1 0 0 0,1-1 1 0 0,-1 1-1 0 0,5-3 0 0 0,10-2-1294 0 0,0-1-3575 0 0,1-1-1936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15.9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2 5983 0 0,'-1'-1'869'0'0,"1"4"261"0"0,-1 11 1442 0 0,3 16 499 0 0,0-9-1551 0 0,7 55 2456 0 0,-7-65-3385 0 0,0 0 0 0 0,1-1 1 0 0,0 1-1 0 0,8 16 1 0 0,-10-25-565 0 0,-1-1 1 0 0,1 1 0 0 0,0-1-1 0 0,0 1 1 0 0,0-1-1 0 0,0 0 1 0 0,0 1-1 0 0,0-1 1 0 0,0 0 0 0 0,0 0-1 0 0,0 1 1 0 0,1-1-1 0 0,-1 0 1 0 0,0-1-1 0 0,1 1 1 0 0,-1 0 0 0 0,1 0-1 0 0,-1 0 1 0 0,1-1-1 0 0,-1 1 1 0 0,1-1-1 0 0,-1 1 1 0 0,1-1 0 0 0,0 0-1 0 0,-1 0 1 0 0,1 1-1 0 0,0-1 1 0 0,1-1-1 0 0,0 1-20 0 0,1-1-1 0 0,-1 0 1 0 0,0 0-1 0 0,0 0 1 0 0,0-1-1 0 0,-1 1 0 0 0,1-1 1 0 0,0 1-1 0 0,0-1 1 0 0,-1 0-1 0 0,1 0 0 0 0,-1-1 1 0 0,4-3-1 0 0,4-6-6 0 0,0-1 0 0 0,-1-1 0 0 0,-1 1 0 0 0,0-1 0 0 0,7-20 0 0 0,-6 16 0 0 0,0-1 0 0 0,17-23 0 0 0,-25 40 0 0 0,0 1 0 0 0,0 0 0 0 0,0 0 0 0 0,0-1 0 0 0,0 1 0 0 0,0 0 0 0 0,0 0 0 0 0,0 0 0 0 0,1 0 0 0 0,-1 0 0 0 0,0 0 0 0 0,3 0 0 0 0,-4 1 0 0 0,0 0 0 0 0,0 0 0 0 0,1 0 0 0 0,-1 0 0 0 0,0 0 0 0 0,1 0 0 0 0,-1 0 0 0 0,0 0 0 0 0,1 0 0 0 0,-1 0 0 0 0,0 0 0 0 0,0 0 0 0 0,1 0 0 0 0,-1 0 0 0 0,0 0 0 0 0,1 0 0 0 0,-1 1 0 0 0,0-1 0 0 0,0 0 0 0 0,1 0 0 0 0,-1 0 0 0 0,0 1 0 0 0,0-1 0 0 0,1 0 0 0 0,4 13 0 0 0,0 16-1 0 0,2 31 0 0 0,-5-39 12 0 0,0-1 0 0 0,1 1 0 0 0,1-1 0 0 0,9 26 0 0 0,-12-43-10 0 0,0 0 0 0 0,1 0-1 0 0,-1 0 1 0 0,1 0 0 0 0,-1-1-1 0 0,1 1 1 0 0,0 0 0 0 0,0-1-1 0 0,0 1 1 0 0,1-1 0 0 0,-1 0-1 0 0,0 0 1 0 0,1 0 0 0 0,0 0-1 0 0,-1 0 1 0 0,1 0 0 0 0,0-1-1 0 0,0 1 1 0 0,3 0 0 0 0,-3-1-1 0 0,0-1 0 0 0,1 1-1 0 0,-1-1 1 0 0,0 0 0 0 0,0 0 0 0 0,0 0 0 0 0,0 0 0 0 0,0 0 0 0 0,0-1-1 0 0,0 1 1 0 0,0-1 0 0 0,0 0 0 0 0,0 0 0 0 0,0 0 0 0 0,0 0 0 0 0,-1-1 0 0 0,1 1-1 0 0,0-1 1 0 0,4-3 0 0 0,-2 1 2 0 0,0-1 0 0 0,0 0 0 0 0,0 0 1 0 0,-1 0-1 0 0,0 0 0 0 0,0-1 0 0 0,0 0 0 0 0,0 0 0 0 0,-1 0 0 0 0,0 0 0 0 0,0 0 0 0 0,-1-1 0 0 0,3-11 0 0 0,0-5 10 0 0,-2 0-1 0 0,2-39 1 0 0,-4 49-12 0 0,-1 7 0 0 0,0-1 0 0 0,0 1 0 0 0,0-1 0 0 0,0 1 0 0 0,-1-1 0 0 0,0 1 0 0 0,-1 0 0 0 0,0 0 0 0 0,-2-7 0 0 0,4 13 1 0 0,0 0 0 0 0,0 0 0 0 0,0 0 0 0 0,0-1 0 0 0,0 1 0 0 0,-1 0 0 0 0,1 0 1 0 0,0 0-1 0 0,0 0 0 0 0,0 0 0 0 0,0 0 0 0 0,0 0 0 0 0,0 0 0 0 0,0 0 0 0 0,0 0 0 0 0,-1 0 0 0 0,1 0 0 0 0,0 0 0 0 0,0 0 0 0 0,0 0 0 0 0,0 0 0 0 0,0 0 0 0 0,0 0 0 0 0,-1 0 0 0 0,1 0 0 0 0,0 0 0 0 0,0 0 0 0 0,0 0 0 0 0,0 0 0 0 0,0 0 1 0 0,0 0-1 0 0,0 0 0 0 0,-1 0 0 0 0,1 0 0 0 0,0 0 0 0 0,0 0 0 0 0,0 0 0 0 0,0 0 0 0 0,0 0 0 0 0,0 0 0 0 0,0 0 0 0 0,0 1 0 0 0,-1-1 0 0 0,1 0 0 0 0,0 0 0 0 0,0 0 0 0 0,0 0 0 0 0,0 0 0 0 0,0 0 0 0 0,0 1 0 0 0,-1 0 3 0 0,1 0-1 0 0,-1 0 0 0 0,1 1 0 0 0,-1-1 0 0 0,1 0 0 0 0,0 1 0 0 0,-1-1 0 0 0,1 0 1 0 0,0 1-1 0 0,0-1 0 0 0,0 3 0 0 0,0-1-131 0 0,0-1 14 0 0,0 0 0 0 0,-1 0 0 0 0,1 0 0 0 0,0 0 0 0 0,0 0-1 0 0,1 1 1 0 0,-1-1 0 0 0,0 0 0 0 0,1 0 0 0 0,-1 0 0 0 0,1-1 0 0 0,0 1 0 0 0,0 0-1 0 0,0 0 1 0 0,0 0 0 0 0,0 0 0 0 0,0-1 0 0 0,1 3 0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16.8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53 17 6447 0 0,'-1'-5'95'0'0,"-1"-7"760"0"0,1 12 143 0 0,-1 8 544 0 0,-5 98 5268 0 0,3 0-3627 0 0,3-28-1944 0 0,-20 138-1 0 0,20-214-1230 0 0,-3 19 11 0 0,1 0-1 0 0,-1 26 1 0 0,4-47-19 0 0,0 1 0 0 0,-1-1 0 0 0,1 0 0 0 0,0 0 0 0 0,0 0 0 0 0,0 0 0 0 0,0 0 0 0 0,0 0 0 0 0,0 1 0 0 0,0-1 0 0 0,0 0 0 0 0,0 0 0 0 0,0 0 0 0 0,0 0 0 0 0,0 0 0 0 0,0 0 0 0 0,0 1 0 0 0,0-1 0 0 0,0 0 0 0 0,0 0 0 0 0,0 0 0 0 0,0 0 0 0 0,0 0 0 0 0,0 0 0 0 0,0 1 0 0 0,0-1 0 0 0,0 0 0 0 0,0 0 0 0 0,0 0 0 0 0,1 0 0 0 0,-1 0 0 0 0,0 0 0 0 0,0 0 0 0 0,0 0 0 0 0,0 1 0 0 0,0-1 0 0 0,0 0 0 0 0,0 0 0 0 0,0 0 0 0 0,0 0 0 0 0,1 0 0 0 0,-1 0 0 0 0,0 0 0 0 0,0 0 0 0 0,0 0 0 0 0,0 0 0 0 0,4-6 0 0 0,3-13 0 0 0,-3-15 0 0 0,-3 22 0 0 0,1-1 0 0 0,1 0 0 0 0,4-16 0 0 0,-5 24 0 0 0,0 1 0 0 0,0 0 0 0 0,0 0 0 0 0,0 0 0 0 0,1 0 0 0 0,-1 0 0 0 0,1 1 0 0 0,0-1 0 0 0,0 1 0 0 0,1-1 0 0 0,-1 1 0 0 0,1 0 0 0 0,5-3 0 0 0,1 0 2 0 0,1 0 1 0 0,0 1-1 0 0,0 0 0 0 0,0 1 1 0 0,20-5-1 0 0,-23 7 7 0 0,-1 1 1 0 0,1 0-1 0 0,0 0 0 0 0,-1 0 1 0 0,1 1-1 0 0,0 1 1 0 0,-1-1-1 0 0,1 1 1 0 0,-1 0-1 0 0,9 3 0 0 0,-15-4-3 0 0,1 1 0 0 0,-1-1 0 0 0,0 1-1 0 0,1 0 1 0 0,-1-1 0 0 0,0 1 0 0 0,0 0-1 0 0,1 0 1 0 0,-1 0 0 0 0,0 0 0 0 0,0 0-1 0 0,0 0 1 0 0,0 0 0 0 0,0 0 0 0 0,0 0-1 0 0,-1 1 1 0 0,1-1 0 0 0,0 0 0 0 0,0 3-1 0 0,0-1 3 0 0,0-1 0 0 0,-1 1 0 0 0,1 0 0 0 0,-1 0 0 0 0,0 0 0 0 0,0 0 0 0 0,0 0-1 0 0,0 0 1 0 0,-1 4 0 0 0,-2 6 16 0 0,-1-1-1 0 0,0 1 0 0 0,-8 17 1 0 0,9-25-17 0 0,2-1 5 0 0,-1 0-1 0 0,1 0 1 0 0,-1 0 0 0 0,1 0-1 0 0,0 1 1 0 0,1-1-1 0 0,-1 0 1 0 0,1 0 0 0 0,0 1-1 0 0,0 5 1 0 0,0-8-7 0 0,1 0 0 0 0,-1 0 0 0 0,1-1 0 0 0,-1 1 0 0 0,1 0 0 0 0,0 0 0 0 0,0 0 0 0 0,0-1 0 0 0,0 1 0 0 0,0-1 0 0 0,0 1 0 0 0,0-1 0 0 0,0 1 0 0 0,1-1 0 0 0,-1 1 0 0 0,0-1 0 0 0,1 0 0 0 0,-1 0 0 0 0,1 0 0 0 0,0 0 0 0 0,-1 0 0 0 0,1 0 0 0 0,0 0 0 0 0,-1-1 0 0 0,4 2-1 0 0,0-1-1 0 0,-1 0-1 0 0,1-1 0 0 0,0 1 1 0 0,-1-1-1 0 0,1 0 0 0 0,0 0 0 0 0,0 0 1 0 0,-1-1-1 0 0,1 1 0 0 0,0-1 0 0 0,-1 0 1 0 0,1-1-1 0 0,-1 1 0 0 0,1-1 0 0 0,-1 0 1 0 0,0 0-1 0 0,0 0 0 0 0,0-1 1 0 0,5-3-1 0 0,-5 3-1 0 0,0 0 1 0 0,0-1 0 0 0,0 1-1 0 0,-1-1 1 0 0,0 0 0 0 0,1 1-1 0 0,-1-2 1 0 0,-1 1-1 0 0,1 0 1 0 0,0-1 0 0 0,-1 1-1 0 0,0-1 1 0 0,0 1 0 0 0,-1-1-1 0 0,1 0 1 0 0,-1 0 0 0 0,1-9-1 0 0,-2 5-1 0 0,0 1 0 0 0,0 0 0 0 0,-1-1-1 0 0,0 1 1 0 0,-1 0 0 0 0,0-1 0 0 0,0 1 0 0 0,-1 0-1 0 0,0 1 1 0 0,0-1 0 0 0,-1 0 0 0 0,0 1 0 0 0,-5-8-1 0 0,6 11 2 0 0,0 0 0 0 0,0 1-1 0 0,0-1 1 0 0,-1 1-1 0 0,1-1 1 0 0,-1 1-1 0 0,0 0 1 0 0,0 1-1 0 0,0-1 1 0 0,0 1-1 0 0,0-1 1 0 0,-1 1-1 0 0,1 0 1 0 0,-1 1-1 0 0,1-1 1 0 0,-1 1 0 0 0,1 0-1 0 0,-1 0 1 0 0,0 0-1 0 0,0 1 1 0 0,0 0-1 0 0,1 0 1 0 0,-1 0-1 0 0,-6 1 1 0 0,10-1 0 0 0,0 0 1 0 0,0 1-1 0 0,-1-1 0 0 0,1 0 1 0 0,0 0-1 0 0,0 1 1 0 0,0-1-1 0 0,0 1 0 0 0,-1-1 1 0 0,1 1-1 0 0,0 0 0 0 0,0-1 1 0 0,0 1-1 0 0,0 0 1 0 0,1-1-1 0 0,-1 1 0 0 0,0 0 1 0 0,0 0-1 0 0,0 0 1 0 0,1 0-1 0 0,-1 0 0 0 0,0 0 1 0 0,1 0-1 0 0,-2 2 0 0 0,2-2 0 0 0,0 0 0 0 0,0 0-1 0 0,0 0 1 0 0,0 0 0 0 0,0 0-1 0 0,0 0 1 0 0,1 0 0 0 0,-1 0-1 0 0,0 0 1 0 0,0 0 0 0 0,1 0-1 0 0,-1 0 1 0 0,1 0 0 0 0,-1 0-1 0 0,1 0 1 0 0,-1 0-1 0 0,1 0 1 0 0,-1-1 0 0 0,1 1-1 0 0,0 0 1 0 0,0 0 0 0 0,-1-1-1 0 0,1 1 1 0 0,0 0 0 0 0,0-1-1 0 0,0 1 1 0 0,0-1 0 0 0,1 2-1 0 0,5 1 0 0 0,0 1 0 0 0,1-1 0 0 0,-1 0 0 0 0,1-1 0 0 0,-1 0 0 0 0,10 2 0 0 0,47 2 0 0 0,-46-5 0 0 0,0 0 0 0 0,30 7 0 0 0,-46-7 0 0 0,0-1 0 0 0,1 1 0 0 0,-1 0 0 0 0,1 0 0 0 0,-1 0 0 0 0,0 0 0 0 0,0 0 0 0 0,0 1 0 0 0,0-1 0 0 0,0 1 0 0 0,0-1 0 0 0,0 1 0 0 0,0 0 0 0 0,0 0 0 0 0,-1 0 0 0 0,1 0 0 0 0,-1 0 0 0 0,0 0 0 0 0,1 0 0 0 0,-1 0 0 0 0,0 0 0 0 0,0 1 0 0 0,0-1 0 0 0,-1 0 0 0 0,1 1 0 0 0,0-1 0 0 0,-1 1 0 0 0,1 2 0 0 0,-1 7 0 0 0,0 0 0 0 0,-1-1 0 0 0,0 1 0 0 0,-1 0 0 0 0,-3 11 0 0 0,-3 19 0 0 0,8-40 17 0 0,0 0 0 0 0,0-1-1 0 0,-1 1 1 0 0,1 0 0 0 0,1-1-1 0 0,-1 1 1 0 0,0 0 0 0 0,0-1-1 0 0,1 1 1 0 0,-1 0 0 0 0,1-1-1 0 0,-1 1 1 0 0,1-1 0 0 0,0 1-1 0 0,-1-1 1 0 0,1 1 0 0 0,0-1-1 0 0,0 1 1 0 0,2 1 0 0 0,-2-3-4 0 0,0 1 1 0 0,0-1-1 0 0,0 1 1 0 0,0-1 0 0 0,0 1-1 0 0,0-1 1 0 0,0 0-1 0 0,1 0 1 0 0,-1 1-1 0 0,0-1 1 0 0,0 0 0 0 0,0 0-1 0 0,1 0 1 0 0,-1 0-1 0 0,0-1 1 0 0,0 1-1 0 0,0 0 1 0 0,0 0-1 0 0,0-1 1 0 0,1 1 0 0 0,-1 0-1 0 0,0-1 1 0 0,0 1-1 0 0,0-1 1 0 0,0 0-1 0 0,0 1 1 0 0,2-2-1 0 0,2-3 8 0 0,1 1 0 0 0,-1 0 0 0 0,0-1 0 0 0,-1 0 0 0 0,1 0 0 0 0,-1 0 0 0 0,0-1 0 0 0,0 1 0 0 0,0-1 0 0 0,-1 0 0 0 0,0 0 0 0 0,3-8 0 0 0,2-10 8 0 0,10-48 1 0 0,-14 56 37 0 0,-4 16-61 0 0,0 0 0 0 0,0 0 0 0 0,0 0 0 0 0,0 0 0 0 0,0 0 0 0 0,0 0 1 0 0,0 0-1 0 0,0 0 0 0 0,0 0 0 0 0,0 0 0 0 0,0 0 0 0 0,0 0 0 0 0,0 0 0 0 0,0 0 0 0 0,0 0 0 0 0,0 0 0 0 0,0 0 0 0 0,0 0 0 0 0,0 0 0 0 0,0 0 0 0 0,0 0 0 0 0,0 0 1 0 0,1 0-1 0 0,-1 1 0 0 0,0-1 0 0 0,0 0 0 0 0,0 0 0 0 0,0 0 0 0 0,0 0 0 0 0,0 0 0 0 0,0 0 0 0 0,0 0 0 0 0,0 0 0 0 0,0-1 0 0 0,0 1 0 0 0,0 0 0 0 0,0 0 0 0 0,0 0 0 0 0,0 0 1 0 0,0 0-1 0 0,0 0 0 0 0,0 0 0 0 0,0 0 0 0 0,0 0 0 0 0,0 0 0 0 0,3 10 165 0 0,1 21 15 0 0,-2-17-70 0 0,1 4 55 0 0,0 2-57 0 0,0 0 0 0 0,2 0 0 0 0,7 22-1 0 0,-10-37-112 0 0,-1-1-1 0 0,1 0 0 0 0,0 1 0 0 0,1-1 0 0 0,-1 0 0 0 0,1 0 0 0 0,0 0 0 0 0,-1-1 0 0 0,2 1 0 0 0,-1-1 0 0 0,0 1 0 0 0,1-1 1 0 0,0 0-1 0 0,-1 0 0 0 0,1-1 0 0 0,0 1 0 0 0,0-1 0 0 0,1 0 0 0 0,4 2 0 0 0,8-2-664 0 0,-6-4-5870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17.2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 50 8287 0 0,'1'-7'599'0'0,"-1"4"-367"0"0,0 0 1 0 0,0 0-1 0 0,0 0 1 0 0,1-1-1 0 0,0 1 1 0 0,0 0-1 0 0,-1 0 0 0 0,2 0 1 0 0,-1 0-1 0 0,0 0 1 0 0,3-4-1 0 0,-4 7-163 0 0,0 0 0 0 0,0 0 0 0 0,0 0 0 0 0,0 0 0 0 0,1 0 0 0 0,-1 0 0 0 0,0-1 0 0 0,0 1 0 0 0,0 0 1 0 0,0 0-1 0 0,1 0 0 0 0,-1 0 0 0 0,0 0 0 0 0,0 0 0 0 0,0 0 0 0 0,0 0 0 0 0,1 0 0 0 0,-1 0 0 0 0,0 0 0 0 0,0 0 0 0 0,0 0 0 0 0,0 0 0 0 0,1 0 0 0 0,-1 0 0 0 0,0 0 0 0 0,0 0 0 0 0,0 0 0 0 0,1 0 0 0 0,-1 0 0 0 0,0 0 0 0 0,0 0 0 0 0,0 0 0 0 0,0 0 0 0 0,1 0 0 0 0,-1 0 0 0 0,0 1 0 0 0,0-1 0 0 0,0 0 0 0 0,0 0 0 0 0,0 0 0 0 0,1 0 0 0 0,-1 0 0 0 0,0 0 0 0 0,0 1 0 0 0,0-1 0 0 0,0 0 0 0 0,0 0 0 0 0,0 0 0 0 0,0 0 0 0 0,0 1 0 0 0,0-1 0 0 0,0 0 0 0 0,0 0 0 0 0,0 0 0 0 0,1 0 0 0 0,-1 1 0 0 0,0-1 0 0 0,0 0 0 0 0,0 0 0 0 0,0 0 0 0 0,-1 1 0 0 0,1-1 0 0 0,0 0 0 0 0,1 14 1176 0 0,-4 8-632 0 0,0-1 0 0 0,-9 26 0 0 0,2-3-406 0 0,3-11-334 0 0,-5 22 298 0 0,5-18-5480 0 0,4-18-762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17.5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104 28 3223 0 0,'2'-10'225'0'0,"-1"-7"8619"0"0,-9 25-6403 0 0,-17 28 738 0 0,12-19-2347 0 0,1 0-1 0 0,-12 25 1 0 0,23-39-774 0 0,-1-1 0 0 0,1 1-1 0 0,0-1 1 0 0,1 1 0 0 0,-1-1 0 0 0,0 1-1 0 0,1 0 1 0 0,-1-1 0 0 0,1 1 0 0 0,0 0-1 0 0,0-1 1 0 0,0 1 0 0 0,0 0 0 0 0,1 0-1 0 0,0 2 1 0 0,-1-3-39 0 0,1 0 1 0 0,0 0-1 0 0,0-1 0 0 0,0 1 0 0 0,0 0 1 0 0,1-1-1 0 0,-1 1 0 0 0,0-1 0 0 0,1 1 1 0 0,-1-1-1 0 0,1 1 0 0 0,-1-1 0 0 0,1 0 0 0 0,0 0 1 0 0,-1 0-1 0 0,1 0 0 0 0,0 0 0 0 0,0 0 1 0 0,0-1-1 0 0,3 2 0 0 0,53 13 170 0 0,-30-9-164 0 0,33 13 0 0 0,-54-16 0 0 0,1 0 0 0 0,-1 0-1 0 0,-1 1 1 0 0,1 0-1 0 0,0 0 1 0 0,-1 1 0 0 0,0-1-1 0 0,0 1 1 0 0,7 8 0 0 0,-12-12-10 0 0,0 1 0 0 0,1-1 0 0 0,-1 1 0 0 0,0-1 0 0 0,0 1 0 0 0,0-1 0 0 0,-1 1 0 0 0,1 0 0 0 0,0-1 0 0 0,-1 1 0 0 0,1 0 0 0 0,-1-1 0 0 0,1 1 0 0 0,-1 0 0 0 0,0 0 0 0 0,1 0 0 0 0,-1-1 0 0 0,0 1 0 0 0,-1 0 0 0 0,1 0 0 0 0,0 0 0 0 0,-1 2 0 0 0,0-2 14 0 0,0 1-1 0 0,0-1 0 0 0,-1 0 1 0 0,1 1-1 0 0,-1-1 0 0 0,1 0 1 0 0,-1 0-1 0 0,0 0 0 0 0,0 0 1 0 0,0-1-1 0 0,0 1 0 0 0,0 0 1 0 0,0-1-1 0 0,-5 3 0 0 0,-2 0 31 0 0,0 0 0 0 0,-1 0 0 0 0,1-1 0 0 0,-1 0 0 0 0,0-1 0 0 0,0 0 0 0 0,0 0 0 0 0,0-1 0 0 0,-14-1 0 0 0,-1 0 115 0 0,0-2 0 0 0,-39-7 0 0 0,49 5-1782 0 0,2 1-6432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53.4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455 467 1759 0 0,'23'-2'2700'0'0,"-3"-4"-296"0"0,0-1-1 0 0,21-10 1 0 0,-41 16-2385 0 0,0 1 1 0 0,1 0-1 0 0,-1-1 1 0 0,0 1-1 0 0,0 0 1 0 0,0-1-1 0 0,0 1 1 0 0,0 0-1 0 0,0-1 1 0 0,1 1-1 0 0,-1 0 1 0 0,0-1-1 0 0,0 1 1 0 0,0-1-1 0 0,0 1 1 0 0,0 0-1 0 0,-1-1 1 0 0,1 1-1 0 0,0 0 1 0 0,0-1-1 0 0,0 1 1 0 0,0 0-1 0 0,0-1 1 0 0,0 1-1 0 0,0 0 1 0 0,-1-1-1 0 0,1 1 1 0 0,0 0-1 0 0,0 0 1 0 0,-1-1-1 0 0,1 1 1 0 0,0 0-1 0 0,0 0 1 0 0,-1-1-1 0 0,1 1 1 0 0,0 0-1 0 0,0 0 1 0 0,-1 0-1 0 0,1-1 1 0 0,-1 1-1 0 0,-12-11 43 0 0,-3 2-48 0 0,0 1-1 0 0,-1 0 0 0 0,1 1 0 0 0,-2 1 0 0 0,1 0 1 0 0,-1 2-1 0 0,1 0 0 0 0,-1 0 0 0 0,-1 2 1 0 0,1 1-1 0 0,0 0 0 0 0,-36 3 0 0 0,48-1 43 0 0,0 0 0 0 0,-1 0 1 0 0,1 1-1 0 0,0 0 0 0 0,0 0 0 0 0,0 0 0 0 0,0 1 0 0 0,1 0 0 0 0,-1 0 0 0 0,1 1 0 0 0,-1-1 0 0 0,1 1 0 0 0,0 0 0 0 0,0 0 1 0 0,1 1-1 0 0,-1 0 0 0 0,-4 6 0 0 0,6-7 46 0 0,1 0 0 0 0,-1 1 1 0 0,1-1-1 0 0,0 0 0 0 0,0 1 0 0 0,1-1 1 0 0,-1 1-1 0 0,1 0 0 0 0,0-1 0 0 0,0 1 1 0 0,1 0-1 0 0,-1 0 0 0 0,1 0 1 0 0,0 0-1 0 0,0-1 0 0 0,1 1 0 0 0,-1 0 1 0 0,1 0-1 0 0,0-1 0 0 0,1 1 0 0 0,-1 0 1 0 0,1-1-1 0 0,3 7 0 0 0,-3-7-61 0 0,1 0 0 0 0,0 0 1 0 0,0 0-1 0 0,0-1 0 0 0,0 1 0 0 0,0-1 0 0 0,1 0 0 0 0,0 0 0 0 0,0 0 0 0 0,0 0 0 0 0,0-1 0 0 0,0 1 1 0 0,0-1-1 0 0,0 0 0 0 0,1-1 0 0 0,-1 1 0 0 0,1-1 0 0 0,-1 1 0 0 0,1-2 0 0 0,0 1 0 0 0,0 0 0 0 0,7-1 0 0 0,-2 1-24 0 0,1-2-1 0 0,-1 1 1 0 0,0-1-1 0 0,1-1 1 0 0,-1 0-1 0 0,0 0 0 0 0,0-1 1 0 0,0 0-1 0 0,13-7 1 0 0,-16 6 31 0 0,-1 0 1 0 0,1 0 0 0 0,-1-1 0 0 0,0 0 0 0 0,0 0 0 0 0,0 0-1 0 0,-1-1 1 0 0,0 0 0 0 0,0 0 0 0 0,-1 0 0 0 0,1-1 0 0 0,-1 1-1 0 0,-1-1 1 0 0,1 0 0 0 0,-1 0 0 0 0,0 0 0 0 0,-1-1 0 0 0,0 1-1 0 0,0-1 1 0 0,0 0 0 0 0,0-8 0 0 0,-1-2 113 0 0,0 0 0 0 0,-1 1-1 0 0,-1-1 1 0 0,-1 0 0 0 0,0 1 0 0 0,-1 0 0 0 0,-1-1-1 0 0,-7-20 1 0 0,4 22-107 0 0,-1-1 1 0 0,-1 1-1 0 0,0 0 0 0 0,-1 0 1 0 0,0 1-1 0 0,-1 1 0 0 0,-1 0 1 0 0,0 0-1 0 0,-1 1 0 0 0,-1 1 0 0 0,0 0 1 0 0,0 1-1 0 0,-1 0 0 0 0,-26-13 1 0 0,34 21-56 0 0,-1 0 1 0 0,1 1 0 0 0,-1-1 0 0 0,1 1 0 0 0,-1 1 0 0 0,0-1 0 0 0,0 2-1 0 0,1-1 1 0 0,-1 1 0 0 0,0 0 0 0 0,0 0 0 0 0,0 1 0 0 0,0 0 0 0 0,-14 4 0 0 0,13-2-23 0 0,1-1 0 0 0,0 2 0 0 0,0-1 0 0 0,0 1 1 0 0,1 0-1 0 0,-1 0 0 0 0,1 1 0 0 0,0 0 0 0 0,0 0 1 0 0,0 1-1 0 0,1 0 0 0 0,0 0 0 0 0,-8 10 1 0 0,12-13-145 0 0,1 0 1 0 0,-1 0 0 0 0,0-1 0 0 0,1 1 0 0 0,0 0 0 0 0,0 1 0 0 0,0-1 0 0 0,0 0 0 0 0,0 0 0 0 0,0 0 0 0 0,1 1 0 0 0,0-1 0 0 0,0 0 0 0 0,0 0 0 0 0,0 1 0 0 0,0-1 0 0 0,0 0 0 0 0,1 0-1 0 0,0 1 1 0 0,-1-1 0 0 0,1 0 0 0 0,0 0 0 0 0,1 0 0 0 0,-1 0 0 0 0,1 0 0 0 0,-1 0 0 0 0,1 0 0 0 0,2 2 0 0 0,9 12-1306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53.9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6 329 2759 0 0,'0'0'79'0'0,"-1"-1"-1"0"0,1 1 0 0 0,0 0 0 0 0,-1-1 0 0 0,1 1 0 0 0,-1-1 0 0 0,1 1 0 0 0,0-1 0 0 0,-1 1 0 0 0,1-1 1 0 0,0 1-1 0 0,0-1 0 0 0,-1 0 0 0 0,1 1 0 0 0,0-1 0 0 0,0 1 0 0 0,0-1 0 0 0,0 1 0 0 0,-1-1 0 0 0,1 0 0 0 0,0 1 1 0 0,0-1-1 0 0,0 1 0 0 0,1-1 0 0 0,-1 0 0 0 0,0 0 0 0 0,1 0 200 0 0,-1 0 0 0 0,1 0 0 0 0,0 0-1 0 0,0 0 1 0 0,0 0 0 0 0,-1 0 0 0 0,1 0 0 0 0,0 0 0 0 0,0 0-1 0 0,0 1 1 0 0,2-2 0 0 0,7-3 850 0 0,0 0-1 0 0,0 1 0 0 0,0 0 1 0 0,13-3-1 0 0,-12 4-642 0 0,0-1 0 0 0,20-9 0 0 0,-27 11-396 0 0,0-1 0 0 0,0 1 0 0 0,-1-1-1 0 0,1 0 1 0 0,-1 0 0 0 0,0 0 0 0 0,0 0-1 0 0,0 0 1 0 0,0-1 0 0 0,-1 0 0 0 0,4-5-1 0 0,-4 4-6 0 0,0 1 0 0 0,0-1 0 0 0,0 0 0 0 0,-1 1 0 0 0,1-1 0 0 0,-1 0-1 0 0,-1 0 1 0 0,1 0 0 0 0,-1 0 0 0 0,1 0 0 0 0,-2 0 0 0 0,1 0 0 0 0,0 0 0 0 0,-1 0-1 0 0,0 0 1 0 0,0 0 0 0 0,0 1 0 0 0,-1-1 0 0 0,-3-7 0 0 0,0 2 22 0 0,-1 0 0 0 0,0 1 0 0 0,0 0 0 0 0,-1 0 0 0 0,0 0 1 0 0,0 1-1 0 0,-17-14 0 0 0,21 19-78 0 0,-1 0 0 0 0,1 0 0 0 0,-1 1 0 0 0,0 0 0 0 0,1 0 1 0 0,-1 0-1 0 0,0 0 0 0 0,0 0 0 0 0,-1 1 0 0 0,-3-1 0 0 0,6 2-19 0 0,1-1 0 0 0,0 1 0 0 0,-1 0-1 0 0,1 0 1 0 0,0 0 0 0 0,-1 1 0 0 0,1-1 0 0 0,0 0 0 0 0,-1 0-1 0 0,1 1 1 0 0,0-1 0 0 0,0 1 0 0 0,-1-1 0 0 0,1 1 0 0 0,0-1-1 0 0,0 1 1 0 0,0 0 0 0 0,0-1 0 0 0,-1 1 0 0 0,1 0 0 0 0,0 0-1 0 0,1 0 1 0 0,-1 0 0 0 0,0 0 0 0 0,0 0 0 0 0,0 0 0 0 0,0 0-1 0 0,1 1 1 0 0,-1-1 0 0 0,1 0 0 0 0,-1 0 0 0 0,1 1 0 0 0,-1-1-1 0 0,1 0 1 0 0,0 0 0 0 0,-1 3 0 0 0,0 3 4 0 0,0 0 1 0 0,0 0-1 0 0,1 0 1 0 0,0 1-1 0 0,1-1 1 0 0,-1 0-1 0 0,1 0 1 0 0,3 11-1 0 0,20 58 54 0 0,-17-55-4 0 0,60 145 448 0 0,-35-92-55 0 0,47 127 905 0 0,-48-122-1076 0 0,-26-67-659 0 0,1 0 1 0 0,7 11-1 0 0,-11-20-654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54.1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0 168 10135 0 0,'19'-11'1515'0'0,"1"0"1"0"0,35-13-1 0 0,150-48 4279 0 0,-147 55-4697 0 0,98-14-1 0 0,-155 31-1205 0 0,10-1 189 0 0,-11 1-118 0 0,0 0 0 0 0,1 0 0 0 0,-1 0 0 0 0,0 0 0 0 0,0-1 0 0 0,0 1 0 0 0,0 0 0 0 0,1 0 1 0 0,-1 0-1 0 0,0 0 0 0 0,0 0 0 0 0,0 1 0 0 0,0-1 0 0 0,0 0 0 0 0,1 0 0 0 0,-1 0 0 0 0,0 0 1 0 0,0 0-1 0 0,0 0 0 0 0,0 0 0 0 0,1 0 0 0 0,-1 0 0 0 0,0 0 0 0 0,0 0 0 0 0,0 0 0 0 0,0 0 1 0 0,0 1-1 0 0,0-1 0 0 0,0 0 0 0 0,1 0 0 0 0,-1 0 0 0 0,0 0 0 0 0,0 0 0 0 0,0 1 0 0 0,0-1 1 0 0,0 0-1 0 0,0 0 0 0 0,0 0 0 0 0,0 0 0 0 0,0 0 0 0 0,0 1 0 0 0,0-1 0 0 0,0 0 0 0 0,0 0 1 0 0,0 0-1 0 0,0 0 0 0 0,0 1 0 0 0,0-1 0 0 0,0 0 0 0 0,0 0 0 0 0,0 0 0 0 0,0 0 0 0 0,0 1 1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54.5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24 203 3223 0 0,'-2'-2'224'0'0,"0"0"0"0"0,0 0 0 0 0,0 0 0 0 0,0 0 0 0 0,0 0 0 0 0,1 0 0 0 0,-1 0-1 0 0,1 0 1 0 0,-1-1 0 0 0,1 1 0 0 0,0-1 0 0 0,-2-3 0 0 0,3 5-16 0 0,0 0 0 0 0,0 0 0 0 0,0 1 0 0 0,0-1 0 0 0,0 0 0 0 0,0 0 0 0 0,0 1 0 0 0,0-1 0 0 0,0 0 0 0 0,0 0 0 0 0,1 0 0 0 0,-1 1 0 0 0,0-1 0 0 0,0 0 0 0 0,1 0 0 0 0,-1 1 0 0 0,0-1 0 0 0,2-1 0 0 0,-1 1 58 0 0,0 0 0 0 0,0 0 0 0 0,0 0 0 0 0,0 1 0 0 0,0-1 0 0 0,1 0 0 0 0,-1 0 0 0 0,0 1 0 0 0,1-1 0 0 0,-1 1 0 0 0,0-1 0 0 0,1 1 0 0 0,2-1 0 0 0,10-1 645 0 0,0 1-1 0 0,0 0 1 0 0,1 1-1 0 0,15 2 1 0 0,12 0-172 0 0,36-4 287 0 0,110-18 0 0 0,74-29-173 0 0,-133 23-595 0 0,74-16 116 0 0,-190 38-1841 0 0,1 2-3326 0 0,-2 2-2251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55.1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461 464 5527 0 0,'-8'5'9407'0'0,"11"-11"-8876"0"0,0-1 0 0 0,0 1 1 0 0,2-12-1 0 0,-4 16-423 0 0,0-1 1 0 0,-1 1 0 0 0,1-1-1 0 0,-1 0 1 0 0,0 1-1 0 0,0-1 1 0 0,0 0-1 0 0,0 0 1 0 0,0 1-1 0 0,-1-1 1 0 0,1 1 0 0 0,-1-1-1 0 0,0 0 1 0 0,-2-4-1 0 0,-1 0 27 0 0,-1 1 0 0 0,0-1-1 0 0,0 1 1 0 0,-1 0 0 0 0,1 1 0 0 0,-1-1 0 0 0,-1 1-1 0 0,1 0 1 0 0,-1 1 0 0 0,1-1 0 0 0,-2 2-1 0 0,-10-6 1 0 0,4 3-23 0 0,-1 1 1 0 0,1 0-1 0 0,-1 1 0 0 0,0 1 0 0 0,-26-3 1 0 0,34 5-110 0 0,-1 1 1 0 0,1 0-1 0 0,-1 0 1 0 0,1 1-1 0 0,-1 0 1 0 0,1 0 0 0 0,0 1-1 0 0,-1 0 1 0 0,1 1-1 0 0,0-1 1 0 0,0 1 0 0 0,0 0-1 0 0,-11 8 1 0 0,13-7-2 0 0,0 0-1 0 0,0 0 1 0 0,1 1 0 0 0,-1-1-1 0 0,1 1 1 0 0,0 0 0 0 0,0 0-1 0 0,1 1 1 0 0,0-1 0 0 0,-1 1-1 0 0,2 0 1 0 0,-1-1-1 0 0,1 1 1 0 0,0 0 0 0 0,0 1-1 0 0,-1 9 1 0 0,2-10-4 0 0,0 0-1 0 0,1 0 0 0 0,0 0 1 0 0,0 1-1 0 0,0-1 1 0 0,1 0-1 0 0,-1 0 0 0 0,2 0 1 0 0,-1 0-1 0 0,1 0 1 0 0,0 0-1 0 0,0 0 0 0 0,0 0 1 0 0,1-1-1 0 0,0 1 1 0 0,0-1-1 0 0,5 6 1 0 0,-5-7 0 0 0,1 0 0 0 0,0 0 1 0 0,0 0-1 0 0,1 0 1 0 0,-1-1-1 0 0,1 1 1 0 0,-1-1-1 0 0,1 0 1 0 0,0-1-1 0 0,0 1 1 0 0,1-1-1 0 0,-1 0 1 0 0,0-1-1 0 0,1 1 1 0 0,-1-1-1 0 0,1 0 0 0 0,-1 0 1 0 0,1-1-1 0 0,6 1 1 0 0,-2-2 33 0 0,-1 1 0 0 0,1-1-1 0 0,-1-1 1 0 0,1 0 0 0 0,-1 0 0 0 0,0-1 0 0 0,0 0-1 0 0,0-1 1 0 0,0 0 0 0 0,0 0 0 0 0,-1-1 0 0 0,0 0 0 0 0,0-1-1 0 0,0 0 1 0 0,11-11 0 0 0,-12 11-2 0 0,-1 0 1 0 0,-1-1-1 0 0,1 0 0 0 0,-1-1 0 0 0,0 1 0 0 0,-1-1 1 0 0,0 0-1 0 0,0 0 0 0 0,0 0 0 0 0,-1 0 1 0 0,-1-1-1 0 0,1 0 0 0 0,-1 1 0 0 0,-1-1 0 0 0,1 0 1 0 0,-2 0-1 0 0,1-9 0 0 0,-3-1 5 0 0,0 0-1 0 0,-1 0 1 0 0,-2 0-1 0 0,1 1 1 0 0,-2-1-1 0 0,-1 1 1 0 0,0 1-1 0 0,-1-1 1 0 0,-1 2-1 0 0,0-1 1 0 0,-1 1-1 0 0,-1 0 1 0 0,-1 1 0 0 0,0 0-1 0 0,-1 1 1 0 0,0 1-1 0 0,-1 0 1 0 0,-19-14-1 0 0,28 24-32 0 0,0-1 0 0 0,0 1 0 0 0,-1 0 0 0 0,1 1 0 0 0,-1-1 1 0 0,1 1-1 0 0,-1 0 0 0 0,0 1 0 0 0,0-1 0 0 0,0 1 0 0 0,0 0 0 0 0,0 1 0 0 0,0-1 0 0 0,0 1 0 0 0,0 0 0 0 0,0 1 0 0 0,0 0 0 0 0,0 0 0 0 0,0 0 0 0 0,0 0 1 0 0,1 1-1 0 0,-1 0 0 0 0,0 0 0 0 0,1 1 0 0 0,-1 0 0 0 0,1 0 0 0 0,0 0 0 0 0,0 0 0 0 0,0 1 0 0 0,-7 6 0 0 0,5-3-18 0 0,0 0-1 0 0,0 1 0 0 0,0-1 1 0 0,1 2-1 0 0,0-1 1 0 0,1 0-1 0 0,0 1 1 0 0,0 0-1 0 0,-4 12 0 0 0,7-15-263 0 0,0 1 0 0 0,0-1 0 0 0,0 1 0 0 0,1 0 0 0 0,0 0 0 0 0,0-1-1 0 0,1 1 1 0 0,0 0 0 0 0,0 0 0 0 0,1 0 0 0 0,-1-1 0 0 0,2 1 0 0 0,-1 0-1 0 0,4 11 1 0 0,4 1-6496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55.6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0 137 6447 0 0,'12'-11'195'0'0,"-9"8"-136"0"0,0 1 1 0 0,0-1 0 0 0,0 1-1 0 0,0-1 1 0 0,0 1 0 0 0,0 0 0 0 0,7-3-1 0 0,3 1 1223 0 0,-1-1 0 0 0,0 2-1 0 0,24-5 1 0 0,-29 7-619 0 0,1 1 0 0 0,-1-1 0 0 0,1 2 0 0 0,0-1 0 0 0,-1 1 0 0 0,1 0 0 0 0,14 4 0 0 0,-19-3-454 0 0,1-1 0 0 0,-1 1 0 0 0,1 0-1 0 0,-1 0 1 0 0,0 1 0 0 0,0-1 0 0 0,0 1 0 0 0,0-1 0 0 0,0 1 0 0 0,0 0 0 0 0,-1 0 0 0 0,0 0-1 0 0,3 5 1 0 0,0-1-52 0 0,-1 0-1 0 0,0 0 0 0 0,-1 1 1 0 0,0 0-1 0 0,3 9 1 0 0,-4-10-100 0 0,-1 0 1 0 0,0 0 0 0 0,0 0 0 0 0,-1 0 0 0 0,0 0 0 0 0,0 0-1 0 0,-1 0 1 0 0,0 0 0 0 0,0 0 0 0 0,-2 7 0 0 0,-3 5 9 0 0,-1-1 0 0 0,-10 22 1 0 0,5-15-24 0 0,12-25-32 0 0,-1 1-3 0 0,1 0-1 0 0,-1 0 0 0 0,1 0 0 0 0,0-1 1 0 0,-1 1-1 0 0,1 0 0 0 0,0 0 0 0 0,-1 0 0 0 0,1 0 1 0 0,0 0-1 0 0,0 0 0 0 0,0 0 0 0 0,0 0 1 0 0,0-1-1 0 0,0 3 0 0 0,2-4-8 0 0,1-1 0 0 0,-1 0 0 0 0,-1 0 0 0 0,1 1 0 0 0,0-1 0 0 0,2-3 0 0 0,10-15-13 0 0,-1 0 0 0 0,0 0 0 0 0,-1-1 0 0 0,-2-1-1 0 0,0 0 1 0 0,6-23 0 0 0,31-143-79 0 0,-47 187 96 0 0,0 1 0 0 0,1-1 0 0 0,-1 0-1 0 0,0 1 1 0 0,0-1 0 0 0,0 0 0 0 0,0 1 0 0 0,0-1 0 0 0,1 1-1 0 0,-1-1 1 0 0,0 0 0 0 0,1 1 0 0 0,-1-1 0 0 0,0 1-1 0 0,1-1 1 0 0,0 0 0 0 0,-1 1 0 0 0,1 0 0 0 0,-1 0 0 0 0,0 0 0 0 0,0 0 0 0 0,1 1 0 0 0,-1-1-1 0 0,0 0 1 0 0,0 0 0 0 0,0 0 0 0 0,1 0 0 0 0,-1 1 0 0 0,0-1 0 0 0,0 0 0 0 0,0 0 0 0 0,1 0 0 0 0,-1 1 0 0 0,0-1 0 0 0,0 0-1 0 0,0 0 1 0 0,0 1 0 0 0,0-1 0 0 0,0 0 0 0 0,0 0 0 0 0,0 1 0 0 0,0-1 0 0 0,1 0 0 0 0,3 25 41 0 0,-8 6-45 0 0,-1-1 0 0 0,-18 59 0 0 0,14-56 0 0 0,0-1 0 0 0,-3 41 0 0 0,11-69 0 0 0,1 1 0 0 0,0-1 0 0 0,0 1 0 0 0,0-1 0 0 0,1 0 0 0 0,-1 1 0 0 0,1-1 0 0 0,0 0 0 0 0,3 7 0 0 0,-3-10 0 0 0,-1 1 0 0 0,1-1 0 0 0,0 1 0 0 0,0-1 0 0 0,0 1 0 0 0,0-1 0 0 0,0 0 0 0 0,1 1 0 0 0,-1-1 0 0 0,0 0 0 0 0,1 0 0 0 0,-1 0 0 0 0,0 0 0 0 0,1 0 0 0 0,-1 0 0 0 0,1 0 0 0 0,0 0 0 0 0,-1-1 0 0 0,1 1 0 0 0,0-1 0 0 0,-1 1 0 0 0,1-1 0 0 0,0 0 0 0 0,0 0 0 0 0,-1 1 0 0 0,3-1 0 0 0,3-1 65 0 0,0 1 1 0 0,0-1-1 0 0,-1 0 0 0 0,1-1 0 0 0,0 0 0 0 0,-1 0 1 0 0,13-6-1 0 0,11-8-1030 0 0,-2-4-4900 0 0,-14 10-1075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55.7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0 105 7367 0 0,'2'-2'656'0'0,"1"0"-528"0"0,3 1-128 0 0,-3 1 0 0 0,2 1 648 0 0,5-4 104 0 0,4-1 16 0 0,6-1 8 0 0,7-1 480 0 0,4-1 96 0 0,5-4 24 0 0,-2 1 0 0 0,0 0-800 0 0,0-2-160 0 0,-2 2-32 0 0,-1 1-8 0 0,-1 1-688 0 0,-2 3-136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56.0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1 151 5063 0 0,'1'-4'823'0'0,"-1"-1"0"0"0,2 1 0 0 0,-1 0 0 0 0,0-1 0 0 0,5-7-1 0 0,2-8 1717 0 0,-5 8-1124 0 0,-1 2-191 0 0,1 0 1 0 0,0 0 0 0 0,1 0-1 0 0,0 0 1 0 0,0 1-1 0 0,8-13 1 0 0,-12 22-1202 0 0,1-1 0 0 0,-1 1 0 0 0,0 0-1 0 0,0 0 1 0 0,0-1 0 0 0,1 1 0 0 0,-1 0 0 0 0,0 0 0 0 0,0 0 0 0 0,0-1 0 0 0,1 1 0 0 0,-1 0 0 0 0,0 0 0 0 0,0 0 0 0 0,1 0-1 0 0,-1 0 1 0 0,0 0 0 0 0,1-1 0 0 0,-1 1 0 0 0,0 0 0 0 0,0 0 0 0 0,1 0 0 0 0,-1 0 0 0 0,0 0 0 0 0,1 0 0 0 0,-1 0-1 0 0,0 0 1 0 0,1 0 0 0 0,-1 0 0 0 0,0 0 0 0 0,0 0 0 0 0,1 1 0 0 0,-1-1 0 0 0,0 0 0 0 0,1 0 0 0 0,-1 0 0 0 0,8 11 358 0 0,2 16-146 0 0,-6 3-137 0 0,0 0-1 0 0,-2 48 1 0 0,-1-33-54 0 0,6 127-2394 0 0,-7-158-5564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56.5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62 5063 0 0,'0'-1'147'0'0,"0"0"0"0"0,0 0 0 0 0,0 0-1 0 0,0 1 1 0 0,0-1 0 0 0,0 0 0 0 0,0 0-1 0 0,0 0 1 0 0,0 0 0 0 0,0 0 0 0 0,0 1-1 0 0,1-1 1 0 0,-1 0 0 0 0,0 0 0 0 0,1 0-1 0 0,-1 1 1 0 0,0-1 0 0 0,1 0 0 0 0,-1 0 0 0 0,1 1-1 0 0,-1-1 1 0 0,1 1 0 0 0,0-1 0 0 0,-1 0-1 0 0,1 1 1 0 0,-1-1 0 0 0,1 1 0 0 0,0-1-1 0 0,0 1 1 0 0,-1-1 0 0 0,1 1 0 0 0,0 0-1 0 0,0-1 1 0 0,0 1 0 0 0,1 0 0 0 0,5-3 1154 0 0,1 0 1 0 0,0 1-1 0 0,8-1 1 0 0,-1 0-48 0 0,26-6 876 0 0,49-5-1 0 0,-90 14-2164 0 0,1 0 1 0 0,-1-1-1 0 0,0 1 1 0 0,0 0-1 0 0,1 0 0 0 0,-1 0 1 0 0,0 0-1 0 0,1 0 1 0 0,-1 0-1 0 0,0 0 1 0 0,1 0-1 0 0,-1 0 0 0 0,0 0 1 0 0,1 0-1 0 0,-1 0 1 0 0,0 0-1 0 0,0 0 1 0 0,1 0-1 0 0,-1 1 0 0 0,0-1 1 0 0,1 0-1 0 0,-1 0 1 0 0,0 0-1 0 0,0 0 1 0 0,1 0-1 0 0,-1 1 0 0 0,0-1 1 0 0,0 0-1 0 0,1 0 1 0 0,-1 1-1 0 0,0-1 1 0 0,0 0-1 0 0,0 0 0 0 0,0 1 1 0 0,1-1-1 0 0,-1 0 1 0 0,0 0-1 0 0,0 1 1 0 0,0-1-1 0 0,0 1 1 0 0,0 2-1384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7:56.6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1 4607 0 0,'-3'4'-30'0'0,"2"-2"133"0"0,0 0 0 0 0,0 0 1 0 0,0-1-1 0 0,0 1 1 0 0,0 0-1 0 0,0 0 1 0 0,-1 4-1 0 0,2-5 53 0 0,0 0 0 0 0,0 0 0 0 0,0 0 0 0 0,1 0 0 0 0,-1 0 0 0 0,0 0 0 0 0,0 0 0 0 0,0 0 0 0 0,1 0 0 0 0,-1-1 0 0 0,1 1 1 0 0,-1 0-1 0 0,1 0 0 0 0,-1 0 0 0 0,1 0 0 0 0,-1 0 0 0 0,1-1 0 0 0,0 1 0 0 0,-1 0 0 0 0,2 0 0 0 0,2 3 441 0 0,0-1-1 0 0,0 0 1 0 0,0 0 0 0 0,0-1 0 0 0,0 1 0 0 0,0-1 0 0 0,1 0 0 0 0,-1 0-1 0 0,1-1 1 0 0,0 1 0 0 0,-1-1 0 0 0,1 0 0 0 0,0 0 0 0 0,0-1-1 0 0,0 1 1 0 0,6-1 0 0 0,8-1 390 0 0,0-1-1 0 0,34-8 1 0 0,-31 6-1752 0 0,-5 1-6698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02.5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152 65 4143 0 0,'2'-10'120'0'0,"3"-22"1199"0"0,-5 31-1169 0 0,0 0 0 0 0,0 1 1 0 0,0-1-1 0 0,0 0 1 0 0,0 0-1 0 0,0 0 0 0 0,-1 0 1 0 0,1 0-1 0 0,0 0 0 0 0,0 0 1 0 0,0 1-1 0 0,-1-1 1 0 0,1 0-1 0 0,-1 0 0 0 0,1 0 1 0 0,0 1-1 0 0,-1-1 1 0 0,0 0-1 0 0,1 0 0 0 0,-1 1 1 0 0,1-1-1 0 0,-1 0 1 0 0,0 1-1 0 0,1-1 0 0 0,-1 1 1 0 0,0-1-1 0 0,-1 0 1 0 0,1 1 22 0 0,-1 0-1 0 0,1 0 1 0 0,-1 0 0 0 0,1 0 0 0 0,-1 0 0 0 0,1 0 0 0 0,-1 1 0 0 0,1-1 0 0 0,-1 0-1 0 0,1 1 1 0 0,-1-1 0 0 0,1 1 0 0 0,-1 0 0 0 0,1-1 0 0 0,0 1 0 0 0,-1 0-1 0 0,1 0 1 0 0,0 0 0 0 0,0 0 0 0 0,-2 2 0 0 0,-21 23 1811 0 0,13-12-1541 0 0,2 1-1 0 0,0 0 1 0 0,1 1 0 0 0,1 0-1 0 0,0 0 1 0 0,1 0 0 0 0,1 1-1 0 0,-6 30 1 0 0,3 1 329 0 0,-2 92 0 0 0,10-98-234 0 0,5 53-1 0 0,-3-76-419 0 0,1 0 0 0 0,1 0 0 0 0,1 0 0 0 0,1-1 0 0 0,8 20 0 0 0,1-6 83 0 0,1 0 0 0 0,30 43 1 0 0,-32-60-101 0 0,-14-15-103 0 0,0 1-1 0 0,1-1 0 0 0,-1 0 1 0 0,0 0-1 0 0,0 0 1 0 0,0 0-1 0 0,0 0 0 0 0,1 0 1 0 0,-1 0-1 0 0,0 0 1 0 0,0 0-1 0 0,0 0 0 0 0,0 0 1 0 0,1 1-1 0 0,-1-1 1 0 0,0 0-1 0 0,0 0 0 0 0,0 0 1 0 0,1 0-1 0 0,-1-1 1 0 0,0 1-1 0 0,0 0 0 0 0,0 0 1 0 0,0 0-1 0 0,1 0 1 0 0,-1 0-1 0 0,0 0 0 0 0,0 0 1 0 0,0 0-1 0 0,1 0 1 0 0,1-10-462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03.2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16 219 2759 0 0,'-2'-2'389'0'0,"1"-1"0"0"0,-1 0 0 0 0,0 1 0 0 0,1-1 0 0 0,0 0 0 0 0,-1 0 0 0 0,1 0 0 0 0,0 0 0 0 0,0 0-1 0 0,1 0 1 0 0,-1 0 0 0 0,1 0 0 0 0,-1 0 0 0 0,1 0 0 0 0,0 0 0 0 0,0-1 0 0 0,1-2 0 0 0,0 2 102 0 0,0-1 0 0 0,1 1 0 0 0,-1-1 1 0 0,1 1-1 0 0,0 0 0 0 0,0 0 1 0 0,0 0-1 0 0,1 0 0 0 0,0 0 1 0 0,4-5-1 0 0,1 1 85 0 0,0 0 1 0 0,1 0 0 0 0,0 1-1 0 0,0 0 1 0 0,1 0 0 0 0,0 1 0 0 0,0 1-1 0 0,17-7 1 0 0,-21 9-419 0 0,0 1-1 0 0,0 0 1 0 0,0 1 0 0 0,1 0 0 0 0,-1 0 0 0 0,1 0-1 0 0,-1 0 1 0 0,1 1 0 0 0,10 1 0 0 0,-14 0-130 0 0,0-1-1 0 0,0 1 1 0 0,0 0 0 0 0,-1 0 0 0 0,1 0 0 0 0,0 0-1 0 0,-1 0 1 0 0,1 1 0 0 0,0-1 0 0 0,-1 1 0 0 0,0 0-1 0 0,1 0 1 0 0,-1 0 0 0 0,0 0 0 0 0,0 0 0 0 0,0 0 0 0 0,0 0-1 0 0,0 1 1 0 0,-1-1 0 0 0,1 1 0 0 0,-1-1 0 0 0,0 1-1 0 0,2 3 1 0 0,-1 2-19 0 0,0 0 0 0 0,0 0 0 0 0,-1 0 0 0 0,0 0 0 0 0,0 0 0 0 0,-1 0 0 0 0,0 0 0 0 0,0 0-1 0 0,-1 0 1 0 0,0-1 0 0 0,-1 1 0 0 0,0 0 0 0 0,-4 12 0 0 0,0-2-3 0 0,-2 0 0 0 0,0 0 0 0 0,-1-1 0 0 0,-16 23 0 0 0,4-11 44 0 0,11-15-17 0 0,0-1 0 0 0,1 1-1 0 0,-9 20 1 0 0,18-34-32 0 0,0 0 0 0 0,-1 1 0 0 0,1-1-1 0 0,0 0 1 0 0,0 0 0 0 0,0 0 0 0 0,0 0 0 0 0,-1 1 0 0 0,1-1-1 0 0,0 0 1 0 0,0 0 0 0 0,0 1 0 0 0,0-1 0 0 0,0 0 0 0 0,0 0-1 0 0,0 1 1 0 0,0-1 0 0 0,0 0 0 0 0,0 0 0 0 0,-1 1 0 0 0,1-1-1 0 0,0 0 1 0 0,1 0 0 0 0,-1 1 0 0 0,0-1 0 0 0,0 0 0 0 0,0 0 0 0 0,0 1-1 0 0,0-1 1 0 0,0 0 0 0 0,0 0 0 0 0,0 0 0 0 0,0 1 0 0 0,0-1-1 0 0,1 0 1 0 0,-1 0 0 0 0,0 1 0 0 0,0-1 0 0 0,10-5 70 0 0,10-14 33 0 0,-12 8-104 0 0,1-1 0 0 0,-1 0 0 0 0,-1-1 0 0 0,0 0 0 0 0,7-19 0 0 0,18-70 0 0 0,-26 75 0 0 0,2 0 0 0 0,1 1 0 0 0,24-49 0 0 0,-12 46-32 0 0,-19 27 29 0 0,-1 0 0 0 0,1 0 0 0 0,0 0 1 0 0,1 0-1 0 0,-1 0 0 0 0,0 1 0 0 0,0-1 0 0 0,1 1 0 0 0,-1 0 0 0 0,5-2 0 0 0,-7 3 3 0 0,1-1 0 0 0,-1 1 0 0 0,1 0 0 0 0,-1 0 0 0 0,1 0 0 0 0,-1 0 0 0 0,1 0 0 0 0,-1 0 0 0 0,1 0 0 0 0,-1 0 0 0 0,0 0 0 0 0,1 0 0 0 0,-1 0 0 0 0,1 0 0 0 0,-1 0 0 0 0,1 0 0 0 0,-1 0 0 0 0,1 0 0 0 0,-1 0 0 0 0,1 1 0 0 0,-1-1 0 0 0,1 0 0 0 0,-1 0 0 0 0,0 1 0 0 0,1-1 0 0 0,-1 0 0 0 0,1 1 0 0 0,-1-1 0 0 0,1 1 0 0 0,-1 0 0 0 0,1 0 0 0 0,-1 0 0 0 0,0 0 0 0 0,0 0 0 0 0,1 0 0 0 0,-1 0 0 0 0,0 0 0 0 0,0 0 0 0 0,0 0 0 0 0,0 0 0 0 0,0 0 0 0 0,0 2 0 0 0,-2 3 0 0 0,1 1 0 0 0,-1-1 0 0 0,-2 8 0 0 0,-20 43 0 0 0,11-29 0 0 0,-16 56 0 0 0,24-63 0 0 0,0-1 0 0 0,-1 30 0 0 0,5-42 0 0 0,1 0 0 0 0,1 0 0 0 0,-1 0 0 0 0,1 0 0 0 0,1 0 0 0 0,-1 0 0 0 0,1 0 0 0 0,1 0 0 0 0,4 9 0 0 0,-6-14 10 0 0,0-1-1 0 0,1 0 0 0 0,-1 0 1 0 0,1 0-1 0 0,-1 0 1 0 0,1 0-1 0 0,0 0 1 0 0,0 0-1 0 0,0-1 0 0 0,0 1 1 0 0,0-1-1 0 0,0 1 1 0 0,1-1-1 0 0,-1 0 1 0 0,0 0-1 0 0,1 0 0 0 0,-1 0 1 0 0,1 0-1 0 0,-1-1 1 0 0,1 1-1 0 0,-1-1 1 0 0,1 0-1 0 0,5 1 0 0 0,-5-1-119 0 0,0 0-1 0 0,0 0 1 0 0,1-1-1 0 0,-1 1 1 0 0,0-1-1 0 0,0 0 1 0 0,0 0-1 0 0,0 0 1 0 0,0 0-1 0 0,0 0 1 0 0,0-1-1 0 0,0 1 1 0 0,0-1-1 0 0,0 0 1 0 0,-1 1-1 0 0,1-1 1 0 0,-1-1-1 0 0,4-3 1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03.5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42 5983 0 0,'-10'0'623'0'0,"35"7"4280"0"0,-3-5-3199 0 0,0-1 0 0 0,0-1 0 0 0,0-1 1 0 0,23-3-1 0 0,88-22-349 0 0,-76 14-1999 0 0,-33 8-4364 0 0,-3 0-1742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03.7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1 198 10591 0 0,'0'-1'97'0'0,"0"0"0"0"0,0 0 0 0 0,-1 0 0 0 0,1 0 0 0 0,0 0-1 0 0,0 0 1 0 0,0 0 0 0 0,0 0 0 0 0,0 0 0 0 0,1 0 0 0 0,-1 0 0 0 0,0 0-1 0 0,0 0 1 0 0,1 0 0 0 0,-1 0 0 0 0,0 0 0 0 0,1 0 0 0 0,-1 0 0 0 0,2-1-1 0 0,13-20 1871 0 0,-8 12-1348 0 0,13-24 1396 0 0,-12 20-1333 0 0,0 0 0 0 0,1 0 0 0 0,1 1 0 0 0,0 0 0 0 0,0 1 0 0 0,17-15 0 0 0,-27 27-659 0 0,0 0 1 0 0,1-1-1 0 0,-1 1 0 0 0,1 0 0 0 0,-1-1 0 0 0,0 1 1 0 0,1 0-1 0 0,-1-1 0 0 0,1 1 0 0 0,-1 0 0 0 0,1 0 1 0 0,-1 0-1 0 0,1-1 0 0 0,-1 1 0 0 0,1 0 0 0 0,-1 0 1 0 0,1 0-1 0 0,0 0 0 0 0,-1 0 0 0 0,1 0 0 0 0,-1 0 1 0 0,1 0-1 0 0,-1 0 0 0 0,1 0 0 0 0,-1 0 0 0 0,1 1 1 0 0,-1-1-1 0 0,1 0 0 0 0,-1 0 0 0 0,1 1 0 0 0,0 0 6 0 0,0 0-1 0 0,0 0 1 0 0,0 0 0 0 0,0 0-1 0 0,0 0 1 0 0,-1 0-1 0 0,1 0 1 0 0,-1 1-1 0 0,1-1 1 0 0,-1 0-1 0 0,1 0 1 0 0,0 2 0 0 0,0 5 89 0 0,1 0 1 0 0,0 16-1 0 0,-2-23-108 0 0,1 31 145 0 0,-1 0 1 0 0,-2 1-1 0 0,-1-1 0 0 0,-11 51 0 0 0,9-57 382 0 0,3-16-2085 0 0,0 0-4029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04.2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 7367 0 0,'1'-14'7309'0'0,"2"36"-1781"0"0,-2-9-6093 0 0,24 114 3398 0 0,-16-88-2519 0 0,8 76 0 0 0,-16-108-302 0 0,-1-1-1 0 0,0 1 0 0 0,-2 8 1 0 0,2-13-10 0 0,0 0-1 0 0,-1 0 1 0 0,1 0 0 0 0,-1 0 0 0 0,0 0 0 0 0,0 0 0 0 0,1-1-1 0 0,-1 1 1 0 0,0 0 0 0 0,0 0 0 0 0,-1-1 0 0 0,1 1 0 0 0,0-1-1 0 0,0 1 1 0 0,-3 1 0 0 0,4-3-49 0 0,-1 0 0 0 0,1 0 0 0 0,-1 1 1 0 0,1-1-1 0 0,0 0 0 0 0,-1 0 0 0 0,1 0 0 0 0,-1 0 0 0 0,1 0 0 0 0,-1 0 0 0 0,1 0 0 0 0,-1 0 0 0 0,1 0 1 0 0,0 0-1 0 0,-1 0 0 0 0,1 0 0 0 0,-1 0 0 0 0,1 0 0 0 0,-1-1 0 0 0,1 1 0 0 0,0 0 0 0 0,-1 0 0 0 0,-4-3-1066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04.4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76 6447 0 0,'32'-3'2679'0'0,"55"-6"4807"0"0,0-5-3381 0 0,-31 2-4201 0 0,58-20 0 0 0,-97 27-7254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04.9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0 120 1439 0 0,'2'-2'315'0'0,"-1"-1"1"0"0,0 1-1 0 0,0-1 0 0 0,-1 0 0 0 0,1 1 0 0 0,0-1 0 0 0,-1 0 0 0 0,0 0 0 0 0,1 1 0 0 0,-1-1 0 0 0,0 0 0 0 0,0 0 0 0 0,-1-2 0 0 0,1-21 5797 0 0,1 25-5780 0 0,0-1 0 0 0,0 1 0 0 0,0-1-1 0 0,-1 1 1 0 0,1-1 0 0 0,0 1 0 0 0,1 0 0 0 0,-1 0 0 0 0,0-1-1 0 0,0 1 1 0 0,0 0 0 0 0,1 0 0 0 0,-1 0 0 0 0,1 0 0 0 0,-1 0-1 0 0,1 1 1 0 0,2-2 0 0 0,27-10 1890 0 0,-30 12-2165 0 0,16-5 652 0 0,0 0 1 0 0,31-3-1 0 0,-41 7-647 0 0,0 1 1 0 0,0 0-1 0 0,0 0 1 0 0,-1 1-1 0 0,1-1 0 0 0,0 2 1 0 0,0-1-1 0 0,0 1 1 0 0,-1 0-1 0 0,7 3 0 0 0,-10-4-58 0 0,-1 0-1 0 0,0 1 1 0 0,0-1-1 0 0,1 1 1 0 0,-1 0-1 0 0,0 0 1 0 0,-1-1-1 0 0,1 1 0 0 0,0 1 1 0 0,-1-1-1 0 0,1 0 1 0 0,-1 0-1 0 0,1 0 1 0 0,-1 1-1 0 0,0-1 0 0 0,0 1 1 0 0,0-1-1 0 0,0 1 1 0 0,-1-1-1 0 0,1 1 1 0 0,-1 0-1 0 0,1-1 1 0 0,-1 1-1 0 0,0 0 0 0 0,0 4 1 0 0,-1 1 5 0 0,0 0 0 0 0,0 0 0 0 0,0-1 0 0 0,-1 1 1 0 0,0 0-1 0 0,-1-1 0 0 0,-5 12 0 0 0,-9 12-9 0 0,-2 0 0 0 0,-1-1 0 0 0,-32 36 0 0 0,27-35 0 0 0,10-13 5 0 0,10-13 0 0 0,0 0 0 0 0,1 0 0 0 0,0 0 0 0 0,0 1 0 0 0,0 0 0 0 0,-2 7 0 0 0,5-11-4 0 0,0-1 0 0 0,1 1 0 0 0,0 0 0 0 0,-1 0-1 0 0,1 0 1 0 0,0-1 0 0 0,0 1 0 0 0,0 0 0 0 0,0 0 0 0 0,0 0-1 0 0,0-1 1 0 0,1 1 0 0 0,-1 0 0 0 0,1 0 0 0 0,-1-1-1 0 0,1 1 1 0 0,-1 0 0 0 0,1-1 0 0 0,0 1 0 0 0,0-1 0 0 0,0 1-1 0 0,0-1 1 0 0,0 1 0 0 0,0-1 0 0 0,1 1 0 0 0,-1-1 0 0 0,0 0-1 0 0,3 2 1 0 0,2 1 40 0 0,0 1 0 0 0,1-1-1 0 0,-1-1 1 0 0,1 1 0 0 0,0-1 0 0 0,0 0-1 0 0,1 0 1 0 0,-1-1 0 0 0,0 0 0 0 0,1-1-1 0 0,12 2 1 0 0,-1-1 86 0 0,-1-2 0 0 0,1 0-1 0 0,30-4 1 0 0,-38 3-538 0 0,0-1 0 0 0,-1-1 0 0 0,0 0 0 0 0,19-8 0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05.5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1 200 5983 0 0,'1'-4'291'0'0,"1"1"0"0"0,0 0 0 0 0,0-1 0 0 0,0 1 0 0 0,0 0 0 0 0,1 0 0 0 0,-1 0-1 0 0,6-4 1 0 0,26-20 2556 0 0,-26 20-2078 0 0,4-2-7 0 0,1 1 1 0 0,-1 0 0 0 0,1 1-1 0 0,0 1 1 0 0,1 0-1 0 0,20-6 1 0 0,-25 9-423 0 0,1 0 0 0 0,-1 2 0 0 0,1-1 0 0 0,0 1-1 0 0,0 0 1 0 0,0 1 0 0 0,0 0 0 0 0,0 1 0 0 0,0 0 0 0 0,14 3 0 0 0,-22-3-311 0 0,1 0 0 0 0,-1 0 0 0 0,1 1 0 0 0,-1-1 0 0 0,0 0 0 0 0,0 1 1 0 0,1 0-1 0 0,-1-1 0 0 0,0 1 0 0 0,0 0 0 0 0,0 0 0 0 0,-1 0 0 0 0,1 0 0 0 0,0 1 0 0 0,-1-1 0 0 0,1 0 1 0 0,-1 1-1 0 0,0-1 0 0 0,0 1 0 0 0,0-1 0 0 0,0 1 0 0 0,0 0 0 0 0,-1-1 0 0 0,1 1 0 0 0,-1 0 0 0 0,0 3 0 0 0,1 4 54 0 0,-1-1-1 0 0,0 1 0 0 0,0-1 0 0 0,-1 0 1 0 0,0 1-1 0 0,-4 13 0 0 0,0-6-82 0 0,-1-1 0 0 0,0 1 0 0 0,-2-1 0 0 0,1 0 0 0 0,-2 0 0 0 0,0-1 0 0 0,-1-1 0 0 0,-1 1 0 0 0,-16 17 0 0 0,28-42 29 0 0,6-7 18 0 0,68-139 154 0 0,-57 120-182 0 0,-5 10-19 0 0,27-40 0 0 0,-34 58 0 0 0,1-1 0 0 0,-1 2 0 0 0,1-1 0 0 0,1 1 0 0 0,-1 0 0 0 0,1 1 0 0 0,0 0 0 0 0,11-7 0 0 0,-18 13 0 0 0,-1 0 0 0 0,1-1 0 0 0,-1 1 0 0 0,1 0 0 0 0,-1 0 0 0 0,1-1 0 0 0,-1 1 0 0 0,1 0 0 0 0,-1 0 0 0 0,1 0 0 0 0,-1 0 0 0 0,1-1 0 0 0,-1 1-1 0 0,1 0 1 0 0,-1 0 0 0 0,1 0 0 0 0,-1 0 0 0 0,1 0 0 0 0,-1 0 0 0 0,1 1 0 0 0,-1-1 0 0 0,1 0 0 0 0,-1 0 0 0 0,1 0 0 0 0,-1 0 0 0 0,1 1 0 0 0,-1-1 0 0 0,1 0 0 0 0,-1 0 0 0 0,1 1 0 0 0,-1-1 0 0 0,1 0 0 0 0,-1 1-1 0 0,0-1 1 0 0,1 1 0 0 0,-1-1 0 0 0,0 0 0 0 0,1 1 0 0 0,-1-1 0 0 0,0 1 0 0 0,0-1 0 0 0,1 1 0 0 0,-1-1 0 0 0,0 1 0 0 0,0-1 0 0 0,0 1 0 0 0,0-1 0 0 0,1 1 0 0 0,-1-1 0 0 0,0 1 0 0 0,0-1 0 0 0,0 1 0 0 0,0-1 0 0 0,0 2-1 0 0,0 2 4 0 0,0 0-1 0 0,0 0 0 0 0,0 1 0 0 0,-1-1 1 0 0,0 6-1 0 0,-8 20 36 0 0,-1-1 0 0 0,-1 1 1 0 0,-17 30-1 0 0,-15 40 38 0 0,42-98-65 0 0,0 1 1 0 0,0 0-1 0 0,1 0 0 0 0,-1 0 1 0 0,1 0-1 0 0,-1 0 0 0 0,1-1 1 0 0,0 1-1 0 0,0 0 0 0 0,0 0 0 0 0,1 0 1 0 0,-1 0-1 0 0,1 0 0 0 0,0 0 1 0 0,-1-1-1 0 0,1 1 0 0 0,1 0 1 0 0,-1 0-1 0 0,2 2 0 0 0,-2-3 1 0 0,1 0-1 0 0,-1 0 0 0 0,1 0 1 0 0,0-1-1 0 0,0 1 0 0 0,0 0 1 0 0,0-1-1 0 0,0 0 1 0 0,0 1-1 0 0,0-1 0 0 0,0 0 1 0 0,0 0-1 0 0,1 0 1 0 0,-1 0-1 0 0,0-1 0 0 0,1 1 1 0 0,-1 0-1 0 0,0-1 1 0 0,1 0-1 0 0,-1 0 0 0 0,1 0 1 0 0,4 0-1 0 0,4-1-207 0 0,0-1 0 0 0,0 0 0 0 0,0 0 0 0 0,-1-1 0 0 0,1-1 0 0 0,0 0 0 0 0,-1 0 0 0 0,0-1 0 0 0,19-12 0 0 0,-19 9-7596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05.6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22 6447 0 0,'-2'0'688'0'0,"4"0"-688"0"0,-1 0 0 0 0,1 2 384 0 0,0-2 64 0 0,3 0 0 0 0,5 2 8 0 0,5-2 1304 0 0,4 0 256 0 0,5-2 48 0 0,1 0 16 0 0,-4 1-984 0 0,3-3-192 0 0,6 1-40 0 0,3-1 0 0 0,1-1-800 0 0,0 0-160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05.9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11519 0 0,'8'1'753'0'0,"1"1"0"0"0,-1 0-1 0 0,1 0 1 0 0,-1 1 0 0 0,1 0 0 0 0,-1 0-1 0 0,0 1 1 0 0,-1 0 0 0 0,1 0-1 0 0,10 9 1 0 0,-14-10-644 0 0,0 0-1 0 0,0 0 1 0 0,-1 1 0 0 0,1 0-1 0 0,-1-1 1 0 0,0 1-1 0 0,0 0 1 0 0,0 1-1 0 0,0-1 1 0 0,-1 0 0 0 0,0 1-1 0 0,0 0 1 0 0,0-1-1 0 0,0 1 1 0 0,-1 0 0 0 0,0 0-1 0 0,0 0 1 0 0,0 0-1 0 0,0 0 1 0 0,-1 0 0 0 0,0 0-1 0 0,0 0 1 0 0,0 0-1 0 0,-1 0 1 0 0,0 0-1 0 0,0 0 1 0 0,0 0 0 0 0,-1 0-1 0 0,1 0 1 0 0,-1-1-1 0 0,0 1 1 0 0,0-1 0 0 0,-4 6-1 0 0,0-2-80 0 0,0 1 0 0 0,-1-1 0 0 0,0 0 0 0 0,0-1 0 0 0,-1 1 0 0 0,-15 10 0 0 0,-18 16 36 0 0,41-33-62 0 0,-1-1 0 0 0,0 1 0 0 0,1 0 0 0 0,-1-1 0 0 0,0 1 0 0 0,1 0 0 0 0,-1-1-1 0 0,1 1 1 0 0,-1 0 0 0 0,1 0 0 0 0,-1-1 0 0 0,1 1 0 0 0,0 0 0 0 0,-1 0 0 0 0,1 0 0 0 0,0 0 0 0 0,0 0 0 0 0,-1-1-1 0 0,1 1 1 0 0,0 0 0 0 0,0 0 0 0 0,0 1 0 0 0,1-1 3 0 0,-1-1 0 0 0,0 1-1 0 0,1 0 1 0 0,-1-1 0 0 0,1 1 0 0 0,-1-1-1 0 0,1 1 1 0 0,-1-1 0 0 0,1 1 0 0 0,0-1 0 0 0,-1 0-1 0 0,1 1 1 0 0,0-1 0 0 0,-1 1 0 0 0,1-1-1 0 0,0 0 1 0 0,-1 0 0 0 0,1 0 0 0 0,0 1-1 0 0,1-1 1 0 0,3 1 24 0 0,1 0 1 0 0,0-1-1 0 0,0 0 0 0 0,0 0 1 0 0,8-1-1 0 0,24-7-214 0 0,0-1-1 0 0,69-28 0 0 0,-79 26-1089 0 0,-13 5-6701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06.1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15 13359 0 0,'2'-3'1184'0'0,"2"1"-944"0"0,-1 2-240 0 0,-1 0 0 0 0,1 0 392 0 0,0 0 32 0 0,4 2 8 0 0,3-4 0 0 0,7 2 720 0 0,4-1 136 0 0,4-1 32 0 0,3 2 8 0 0,2-2-872 0 0,-1 0-168 0 0,-2 2-40 0 0,-3-1-8 0 0,-3 1-240 0 0,-4-2-80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06.6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45 6911 0 0,'-1'-4'1421'0'0,"7"4"-228"0"0,11 1 844 0 0,-11 0-1073 0 0,55-1 5091 0 0,0-6-3461 0 0,60-18-1488 0 0,-112 22-964 0 0,4-1-50 0 0,-5 1-30 0 0,1 0 0 0 0,-1 1-1 0 0,12-1 1 0 0,-19 2-61 0 0,-1 0 1 0 0,0 0 0 0 0,1 0-1 0 0,-1 0 1 0 0,0 0-1 0 0,1 1 1 0 0,-1-1-1 0 0,0 0 1 0 0,1 0 0 0 0,-1 0-1 0 0,0 1 1 0 0,0-1-1 0 0,1 0 1 0 0,-1 0-1 0 0,0 1 1 0 0,0-1 0 0 0,1 0-1 0 0,-1 0 1 0 0,0 1-1 0 0,0-1 1 0 0,0 0-1 0 0,0 1 1 0 0,1-1 0 0 0,-1 0-1 0 0,0 1 1 0 0,0-1-1 0 0,0 0 1 0 0,0 1 0 0 0,0-1-1 0 0,0 1 1 0 0,0-1-1 0 0,0 0 1 0 0,0 1-1 0 0,0-1 1 0 0,-1 17 55 0 0,1-14-52 0 0,-4 179 485 0 0,5-119-87 0 0,-13 117 0 0 0,9-163-330 0 0,1-6-100 0 0,0 0-1 0 0,0 11 1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06.8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89 14279 0 0,'12'-3'618'0'0,"-1"0"-1"0"0,1 1 0 0 0,0 1 1 0 0,-1 0-1 0 0,1 1 0 0 0,23 2 0 0 0,6-1 190 0 0,185-16 2183 0 0,-188 10-3284 0 0,-1-2 1 0 0,0-1 0 0 0,71-27-1 0 0,-81 23-1154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07.0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5983 0 0,'6'2'261'0'0,"-1"0"0"0"0,0 0 0 0 0,0 0 0 0 0,0 0 0 0 0,0 1 0 0 0,-1-1 0 0 0,1 1 0 0 0,-1 1 1 0 0,6 4-1 0 0,36 38 3987 0 0,-33-33-3588 0 0,4 6 777 0 0,-1 1-1 0 0,-1 1 1 0 0,0 0 0 0 0,11 24 0 0 0,-15-24-838 0 0,-1 1 0 0 0,-1 0 0 0 0,-1 1 0 0 0,7 32 0 0 0,-11-36-504 0 0,-1 1 0 0 0,-1-1 1 0 0,0 1-1 0 0,-2 0 0 0 0,0-1 0 0 0,-2 1 0 0 0,0 0 1 0 0,-1-1-1 0 0,0 0 0 0 0,-2 0 0 0 0,0 0 0 0 0,-2 0 1 0 0,-12 27-1 0 0,9-27-36 0 0,0-2 1 0 0,-1 0-1 0 0,-14 17 1 0 0,19-26-39 0 0,-2 0 1 0 0,1 0-1 0 0,-1-1 0 0 0,0 0 1 0 0,-1 0-1 0 0,1-1 1 0 0,-14 8-1 0 0,21-14-21 0 0,1 0-1 0 0,0 0 1 0 0,0 1 0 0 0,0-1-1 0 0,-1 0 1 0 0,1 0 0 0 0,0 0-1 0 0,0 0 1 0 0,0 0 0 0 0,-1 0-1 0 0,1 1 1 0 0,0-1 0 0 0,0 0-1 0 0,-1 0 1 0 0,1 0 0 0 0,0 0-1 0 0,0 0 1 0 0,-1 0 0 0 0,1 0-1 0 0,0 0 1 0 0,0 0-1 0 0,-1 0 1 0 0,1 0 0 0 0,0 0-1 0 0,0 0 1 0 0,-1-1 0 0 0,1 1-1 0 0,0 0 1 0 0,0 0 0 0 0,-1 0-1 0 0,1 0 1 0 0,0 0 0 0 0,0 0-1 0 0,0-1 1 0 0,-1 1 0 0 0,1 0-1 0 0,0 0 1 0 0,0 0 0 0 0,0 0-1 0 0,0-1 1 0 0,-1 1 0 0 0,1 0-1 0 0,0 0 1 0 0,0 0-1 0 0,0-1 1 0 0,0 1 0 0 0,0 0-1 0 0,0 0 1 0 0,0-1 0 0 0,-1 1-1 0 0,3-14-602 0 0,1 3 24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6:07.4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0 125 4143 0 0,'20'-39'716'0'0,"-16"32"160"0"0,0 1 0 0 0,1 0 0 0 0,0 0 0 0 0,0 0 0 0 0,0 1 0 0 0,9-7 0 0 0,-8 7-153 0 0,1 1 0 0 0,-1 0 0 0 0,1 0 0 0 0,0 0-1 0 0,1 1 1 0 0,-1 0 0 0 0,0 1 0 0 0,1 0 0 0 0,14-3 0 0 0,-17 4-507 0 0,-1 1 1 0 0,1-1 0 0 0,0 1-1 0 0,-1 0 1 0 0,1 1-1 0 0,0-1 1 0 0,-1 1 0 0 0,1 0-1 0 0,-1 0 1 0 0,1 0 0 0 0,-1 0-1 0 0,1 1 1 0 0,-1 0 0 0 0,0 0-1 0 0,0 0 1 0 0,0 0 0 0 0,8 6-1 0 0,-11-6-191 0 0,0-1 0 0 0,1 1 0 0 0,-1 0 0 0 0,0-1 0 0 0,0 1 0 0 0,0 0 0 0 0,0-1 0 0 0,-1 1 0 0 0,1 0 0 0 0,0 0 0 0 0,-1 0 0 0 0,1 0 0 0 0,-1 0 0 0 0,1 0 0 0 0,-1 0 0 0 0,0 0 0 0 0,0-1 0 0 0,0 1 0 0 0,0 0 0 0 0,0 0 0 0 0,-1 0 0 0 0,1 0 0 0 0,-1 0 0 0 0,1 0 0 0 0,-1 0 0 0 0,0 0 0 0 0,-1 3 0 0 0,-3 4-2 0 0,1 0 0 0 0,-2 0 0 0 0,-11 15 0 0 0,16-23-18 0 0,-33 41 148 0 0,17-22-7 0 0,-16 25-1 0 0,31-42-108 0 0,1 0 0 0 0,-1 0-1 0 0,0 0 1 0 0,1 0 0 0 0,0 0-1 0 0,0 0 1 0 0,0 0-1 0 0,0 0 1 0 0,0 0 0 0 0,1 1-1 0 0,-1-1 1 0 0,1 0-1 0 0,0 6 1 0 0,0-8-8 0 0,1 1 0 0 0,-1-1 0 0 0,1 1 0 0 0,-1 0 1 0 0,1-1-1 0 0,0 1 0 0 0,0-1 0 0 0,0 1 0 0 0,0-1 0 0 0,0 0 0 0 0,0 1 0 0 0,0-1 1 0 0,0 0-1 0 0,0 0 0 0 0,0 0 0 0 0,1 0 0 0 0,-1 0 0 0 0,0 0 0 0 0,1 0 0 0 0,-1 0 1 0 0,1 0-1 0 0,-1-1 0 0 0,1 1 0 0 0,0-1 0 0 0,-1 1 0 0 0,1-1 0 0 0,3 1 0 0 0,10 2 193 0 0,1-1-1 0 0,-1-1 0 0 0,1 0 0 0 0,29-3 0 0 0,64-14 530 0 0,-64 9-665 0 0,0-3-22 0 0,-43 10-32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03.8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180 152 1639 0 0,'-27'-1'72'0'0,"-43"-8"0"0"0,66 8-72 0 0,0-1 0 0 0,0 1 0 0 0,0 0 0 0 0,0-1-1 0 0,0 0 1 0 0,-6-4 0 0 0,-4-1 208 0 0,13 6-30 0 0,-1 0 0 0 0,0 1-1 0 0,0-1 1 0 0,1 1 0 0 0,-1-1-1 0 0,0 1 1 0 0,0 0 0 0 0,0 0 0 0 0,0-1-1 0 0,-3 2 1 0 0,4-1-137 0 0,1 0-1 0 0,-1 0 1 0 0,1 0-1 0 0,-1 0 1 0 0,1 0-1 0 0,-1 1 1 0 0,1-1-1 0 0,-1 0 0 0 0,1 0 1 0 0,-1 1-1 0 0,1-1 1 0 0,-1 0-1 0 0,1 0 1 0 0,0 1-1 0 0,-1-1 1 0 0,1 1-1 0 0,-1-1 1 0 0,1 0-1 0 0,0 1 1 0 0,-1-1-1 0 0,1 1 1 0 0,0-1-1 0 0,0 1 1 0 0,-1-1-1 0 0,1 1 1 0 0,0-1-1 0 0,0 1 1 0 0,0-1-1 0 0,0 1 1 0 0,0-1-1 0 0,0 1 1 0 0,-1-1-1 0 0,1 1 1 0 0,0-1-1 0 0,1 1 1 0 0,-1 0-1 0 0,0-1 1 0 0,0 1-1 0 0,0-1 1 0 0,0 1-1 0 0,0-1 1 0 0,1 1-1 0 0,0 3 9 0 0,1-1 0 0 0,0 0 0 0 0,0 0 0 0 0,0-1 0 0 0,1 1 0 0 0,-1 0 0 0 0,0-1 0 0 0,1 1 0 0 0,0-1 0 0 0,0 0 0 0 0,0 0 0 0 0,3 2 0 0 0,10 8 90 0 0,1 1 32 0 0,1 0 0 0 0,-1-1 0 0 0,2-2 0 0 0,26 13 0 0 0,6 3 103 0 0,-34-17-224 0 0,1-2 0 0 0,-1 0-1 0 0,1 0 1 0 0,1-2 0 0 0,22 4-1 0 0,96 7 213 0 0,-76-14-142 0 0,0-3 0 0 0,67-9 0 0 0,117-36 259 0 0,-129 21 163 0 0,1 4 0 0 0,205-8-1 0 0,-304 29-533 0 0,337-4 215 0 0,-277 8-176 0 0,-1 3 0 0 0,120 26 0 0 0,-110-8-15 0 0,118 50 0 0 0,-174-63-32 0 0,-53-9 274 0 0,20-3-198 0 0,0 0 0 0 0,1-1 1 0 0,-1 1-1 0 0,0 0 1 0 0,0-1-1 0 0,0 1 0 0 0,1-1 1 0 0,-1 0-1 0 0,0 1 0 0 0,-1-3 1 0 0,2 3-53 0 0,1 0 0 0 0,0 0 0 0 0,0 0 0 0 0,0-1 0 0 0,-1 1 0 0 0,1 0 1 0 0,0 0-1 0 0,0-1 0 0 0,0 1 0 0 0,0 0 0 0 0,0 0 0 0 0,0-1 0 0 0,0 1 0 0 0,0 0 1 0 0,-1 0-1 0 0,1-1 0 0 0,0 1 0 0 0,0 0 0 0 0,0 0 0 0 0,0-1 0 0 0,0 1 0 0 0,0 0 1 0 0,1 0-1 0 0,-1-1 0 0 0,0 1 0 0 0,0-1 0 0 0,8-9 311 0 0,6 0-301 0 0,1 0-1 0 0,0 1 1 0 0,0 1 0 0 0,0 1-1 0 0,25-9 1 0 0,-32 13-32 0 0,70-24-7 0 0,1 4 1 0 0,136-22-1 0 0,110 10-152 0 0,-164 21 112 0 0,308-8 45 0 0,-291 18 0 0 0,277-3 0 0 0,-336 7 0 0 0,206-15-24 0 0,-92 3-5 0 0,241-41 18 0 0,-406 43 11 0 0,-30 5-864 0 0,-1 2-3456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06.4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13 103 2303 0 0,'-1'0'106'0'0,"1"0"-1"0"0,-1 0 1 0 0,1 0-1 0 0,-1 0 0 0 0,1 0 1 0 0,-1-1-1 0 0,1 1 0 0 0,-1 0 1 0 0,1 0-1 0 0,-1 0 1 0 0,1-1-1 0 0,-1 1 0 0 0,1 0 1 0 0,-1-1-1 0 0,1 1 0 0 0,0 0 1 0 0,-1-1-1 0 0,1 1 1 0 0,-1-1-1 0 0,1 1 0 0 0,0 0 1 0 0,-1-1-1 0 0,1 1 1 0 0,0-1-1 0 0,0 1 0 0 0,-1-1 1 0 0,1 1-1 0 0,0-1 0 0 0,0 1 1 0 0,0-1-1 0 0,0 1 1 0 0,0-1-1 0 0,-1 0 0 0 0,1 1 1 0 0,0-1-1 0 0,0 1 0 0 0,0-1 1 0 0,1 1-1 0 0,-1-1 1 0 0,0 0-1 0 0,0-2 328 0 0,1 0 0 0 0,-1 0 0 0 0,1 1 0 0 0,0-1 0 0 0,0 0 0 0 0,2-5 0 0 0,0 4-50 0 0,0 0 0 0 0,0 0 1 0 0,0 1-1 0 0,1-1 0 0 0,0 1 0 0 0,-1-1 0 0 0,1 1 0 0 0,0 0 0 0 0,1 0 0 0 0,-1 1 0 0 0,0-1 0 0 0,1 1 0 0 0,-1 0 0 0 0,1 0 0 0 0,7-1 0 0 0,0 0 177 0 0,1 0 0 0 0,0 0 0 0 0,0 2-1 0 0,22-1 1 0 0,-29 2-471 0 0,0 0-1 0 0,0 1 0 0 0,-1-1 0 0 0,1 1 1 0 0,0 1-1 0 0,-1-1 0 0 0,1 1 1 0 0,-1 0-1 0 0,1 0 0 0 0,-1 1 0 0 0,0-1 1 0 0,7 5-1 0 0,-9-4-80 0 0,0-1 0 0 0,0 1-1 0 0,0 0 1 0 0,-1 0 0 0 0,1-1 0 0 0,-1 2 0 0 0,0-1-1 0 0,1 0 1 0 0,-1 0 0 0 0,-1 1 0 0 0,1-1 0 0 0,0 1-1 0 0,-1 0 1 0 0,0-1 0 0 0,0 1 0 0 0,0 0 0 0 0,0 0-1 0 0,0 7 1 0 0,-1-3-8 0 0,-1-1 0 0 0,1 0 0 0 0,-1 1 0 0 0,-1-1 0 0 0,1 0 0 0 0,-1 0 0 0 0,0 0 0 0 0,-1 0 0 0 0,0 0 0 0 0,-4 8 0 0 0,-6 7 0 0 0,-25 33 0 0 0,27-42 0 0 0,-62 74 0 0 0,47-59 0 0 0,-41 58 0 0 0,67-85 0 0 0,-1 0 1 0 0,0 0-1 0 0,1 0 0 0 0,-1 0 0 0 0,1 0 0 0 0,0 0 0 0 0,-1 0 1 0 0,1 0-1 0 0,0 0 0 0 0,0 0 0 0 0,-1 2 0 0 0,1-3 0 0 0,0 1 0 0 0,0-1 0 0 0,0 1-1 0 0,1-1 1 0 0,-1 0 0 0 0,0 1 0 0 0,0-1-1 0 0,0 1 1 0 0,0-1 0 0 0,0 0 0 0 0,1 1 0 0 0,-1-1-1 0 0,0 0 1 0 0,0 1 0 0 0,1-1 0 0 0,-1 0-1 0 0,0 1 1 0 0,1-1 0 0 0,-1 0 0 0 0,0 0 0 0 0,1 1-1 0 0,1 0 11 0 0,0-1-1 0 0,0 1 1 0 0,0 0 0 0 0,0-1-1 0 0,0 0 1 0 0,0 1-1 0 0,0-1 1 0 0,0 0 0 0 0,0 0-1 0 0,4-1 1 0 0,116-13 1398 0 0,-12 0-266 0 0,-107 14-1121 0 0,17-1 105 0 0,-19 1-123 0 0,0 0 0 0 0,0 0 0 0 0,0 0 0 0 0,0 0 0 0 0,-1 0 0 0 0,1 0 0 0 0,0 1 0 0 0,0-1 0 0 0,0 0 0 0 0,-1 0-1 0 0,1 1 1 0 0,0-1 0 0 0,0 0 0 0 0,-1 1 0 0 0,1-1 0 0 0,0 1 0 0 0,-1-1 0 0 0,1 1 0 0 0,0 0 0 0 0,-1 0 3 0 0,0 0 1 0 0,0 0-1 0 0,0-1 0 0 0,0 1 1 0 0,-1-1-1 0 0,1 1 1 0 0,0 0-1 0 0,-1-1 1 0 0,1 1-1 0 0,-1-1 0 0 0,1 1 1 0 0,0 0-1 0 0,-1-1 1 0 0,1 1-1 0 0,-1-1 0 0 0,1 1 1 0 0,-1-1-1 0 0,-1 1 1 0 0,-12 10 114 0 0,13-10-119 0 0,-24 16-1983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06.6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21 5983 0 0,'3'-2'1685'0'0,"0"0"-1"0"0,1 0 1 0 0,-1 0-1 0 0,1 0 1 0 0,6-2-1 0 0,2-1 2185 0 0,-6 3-2367 0 0,-6 4-442 0 0,-7 4-1882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13.3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1 397 2759 0 0,'2'-1'413'0'0,"0"0"-1"0"0,0-1 0 0 0,1 0 0 0 0,-1 1 1 0 0,0-1-1 0 0,0 0 0 0 0,0 0 0 0 0,-1 0 0 0 0,1 0 1 0 0,0 0-1 0 0,1-4 0 0 0,4-9 858 0 0,-2 1 0 0 0,1-1 1 0 0,-2 1-1 0 0,0-2 0 0 0,-1 1 0 0 0,2-19 0 0 0,9-39 571 0 0,-8 47-1518 0 0,4-9 195 0 0,25-65 1 0 0,-35 100-508 0 0,0-1 1 0 0,0 0-1 0 0,1 0 1 0 0,-1 0-1 0 0,1 0 0 0 0,-1 0 1 0 0,0 1-1 0 0,1-1 1 0 0,-1 0-1 0 0,1 0 1 0 0,0 1-1 0 0,-1-1 1 0 0,1 1-1 0 0,0-1 0 0 0,-1 0 1 0 0,1 1-1 0 0,0-1 1 0 0,0 1-1 0 0,0-1 1 0 0,0 1-1 0 0,-1 0 0 0 0,1 0 0 0 0,-1 1 0 0 0,0-1 0 0 0,1 0 1 0 0,-1 0-1 0 0,1 1 0 0 0,-1-1 0 0 0,0 0 0 0 0,1 1 0 0 0,-1-1 1 0 0,0 0-1 0 0,0 1 0 0 0,1-1 0 0 0,-1 1 0 0 0,0-1 0 0 0,0 0 1 0 0,1 1-1 0 0,-1-1 0 0 0,0 1 0 0 0,0-1 0 0 0,0 1 1 0 0,0-1-1 0 0,0 1 0 0 0,5 36 290 0 0,-4 47 318 0 0,2 36 165 0 0,-1-103-755 0 0,33 257 1171 0 0,-29-252-2696 0 0,-5-20 1050 0 0,0 0 1 0 0,0-1-1 0 0,-1 1 0 0 0,1 0 0 0 0,0-1 0 0 0,0 0 0 0 0,0 1 1 0 0,1-1-1 0 0,-1 1 0 0 0,2 1 0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13.5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 10591 0 0,'0'0'81'0'0,"0"-1"0"0"0,0 1 0 0 0,0-1 0 0 0,0 1 0 0 0,0-1-1 0 0,0 1 1 0 0,0 0 0 0 0,0-1 0 0 0,0 1 0 0 0,0 0-1 0 0,0-1 1 0 0,1 1 0 0 0,-1-1 0 0 0,0 1 0 0 0,0 0 0 0 0,0-1-1 0 0,1 1 1 0 0,-1 0 0 0 0,0-1 0 0 0,0 1 0 0 0,1 0 0 0 0,-1 0-1 0 0,0-1 1 0 0,1 1 0 0 0,-1 0 0 0 0,0 0 0 0 0,1-1 0 0 0,-1 1-1 0 0,1 0 1 0 0,-1 0 0 0 0,0 0 0 0 0,1 0 0 0 0,-1 0 0 0 0,0 0-1 0 0,1 0 1 0 0,-1-1 0 0 0,1 1 0 0 0,-1 0 0 0 0,1 0 0 0 0,-1 0-1 0 0,0 1 1 0 0,1-1 0 0 0,-1 0 0 0 0,1 0 0 0 0,-1 0 0 0 0,0 0-1 0 0,1 0 1 0 0,-1 0 0 0 0,0 1 0 0 0,1-1 0 0 0,-1 0 0 0 0,0 0-1 0 0,1 0 1 0 0,-1 1 0 0 0,1 0 0 0 0,10 3 2834 0 0,-6-3-1669 0 0,-2 0-781 0 0,1 0-1 0 0,-1 0 0 0 0,1-1 0 0 0,-1 1 1 0 0,1-1-1 0 0,-1 1 0 0 0,1-1 1 0 0,7-1-1 0 0,-11 1-480 0 0,0 0 0 0 0,0 0 0 0 0,0 0 0 0 0,0 0 0 0 0,0 0 0 0 0,0 0 0 0 0,0 0 0 0 0,0 0 0 0 0,0 0 0 0 0,0 0 0 0 0,0 0 0 0 0,0 0 0 0 0,0 1 0 0 0,0-1 0 0 0,0 0 0 0 0,0 0 0 0 0,0 0 0 0 0,0 0 0 0 0,0 0 0 0 0,0 0 0 0 0,0 0 0 0 0,0 0 0 0 0,0 0 0 0 0,0 0 0 0 0,0 0 0 0 0,0 0 0 0 0,0 0 0 0 0,0 0 0 0 0,0 0 0 0 0,0 0 0 0 0,0 0 0 0 0,0 0 0 0 0,0 0 0 0 0,0 0 0 0 0,0 0 0 0 0,0 0 0 0 0,0 0 0 0 0,0 0 0 0 0,1 0 0 0 0,-1 0 0 0 0,0 0 0 0 0,0 0 0 0 0,0 0 0 0 0,0 0 0 0 0,0 0 0 0 0,0 0 0 0 0,0 0 0 0 0,0 0 1 0 0,0 0-1 0 0,0 0 0 0 0,0 0 0 0 0,0 0 0 0 0,0 0 0 0 0,0 0 0 0 0,0 0 0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16.6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172 148 455 0 0,'9'-15'1253'0'0,"13"-29"-1"0"0,-21 40-888 0 0,1-1 0 0 0,0 1 0 0 0,-1-1 0 0 0,0 0-1 0 0,0 1 1 0 0,0-1 0 0 0,-1 0 0 0 0,0 1 0 0 0,0-1-1 0 0,0 0 1 0 0,-1-7 0 0 0,1 11-200 0 0,-1-1-1 0 0,1 1 1 0 0,0 0-1 0 0,-1 0 1 0 0,1 0-1 0 0,-1-1 1 0 0,0 1 0 0 0,1 0-1 0 0,-1 0 1 0 0,0 0-1 0 0,1 0 1 0 0,-1 0-1 0 0,0 0 1 0 0,0 0-1 0 0,0 0 1 0 0,0 1 0 0 0,0-1-1 0 0,0 0 1 0 0,0 0-1 0 0,0 1 1 0 0,-2-2-1 0 0,0 2 51 0 0,1-1-1 0 0,0 1 1 0 0,-1-1-1 0 0,1 1 1 0 0,0 0-1 0 0,-1 0 1 0 0,1 0-1 0 0,-1 0 1 0 0,1 0-1 0 0,0 1 0 0 0,-3 0 1 0 0,-2 0 196 0 0,1 1 0 0 0,0 1 0 0 0,0-1 0 0 0,0 1 0 0 0,0 0 0 0 0,1 0 0 0 0,-10 8 0 0 0,7-4-108 0 0,1 1 0 0 0,0-1 0 0 0,1 2 0 0 0,-1-1-1 0 0,2 1 1 0 0,-1 0 0 0 0,1 0 0 0 0,1 0 0 0 0,0 1 0 0 0,-4 12 0 0 0,-2 13 216 0 0,-9 56 1 0 0,19-90-509 0 0,-4 23 87 0 0,2 0-1 0 0,0 0 1 0 0,1 0 0 0 0,2 0 0 0 0,0 0-1 0 0,2 0 1 0 0,6 28 0 0 0,-6-39-46 0 0,0-1 0 0 0,1 0 1 0 0,1 0-1 0 0,0 0 0 0 0,0-1 0 0 0,1 1 0 0 0,0-1 1 0 0,1-1-1 0 0,1 1 0 0 0,0-1 0 0 0,0 0 0 0 0,1-1 1 0 0,0 0-1 0 0,0-1 0 0 0,13 10 0 0 0,67 46-1445 0 0,-84-62 76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17.2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1 156 5983 0 0,'2'-7'285'0'0,"1"-1"0"0"0,0 1-1 0 0,0 0 1 0 0,0 0-1 0 0,1 0 1 0 0,0 0-1 0 0,1 1 1 0 0,0 0-1 0 0,-1 0 1 0 0,2 0-1 0 0,7-7 1 0 0,-6 6 348 0 0,8-6 1138 0 0,20-14 0 0 0,-31 24-1458 0 0,0 0 1 0 0,0 1-1 0 0,0 0 1 0 0,0 0-1 0 0,1 0 0 0 0,-1 0 1 0 0,0 1-1 0 0,1 0 1 0 0,0-1-1 0 0,-1 2 0 0 0,7-2 1 0 0,-10 2-199 0 0,1 0 0 0 0,0 1 0 0 0,-1-1 1 0 0,1 0-1 0 0,0 0 0 0 0,0 1 0 0 0,-1-1 0 0 0,1 1 0 0 0,0 0 0 0 0,-1-1 1 0 0,1 1-1 0 0,-1 0 0 0 0,1 0 0 0 0,-1 0 0 0 0,1 0 0 0 0,-1 0 0 0 0,2 3 1 0 0,-1-2-2 0 0,0 1-1 0 0,0-1 1 0 0,0 1 0 0 0,-1 0 0 0 0,1 0 0 0 0,-1 0 0 0 0,0-1 0 0 0,0 2 0 0 0,1 2 0 0 0,0 3-16 0 0,-1 0 0 0 0,0 0 1 0 0,0 1-1 0 0,-1-1 0 0 0,-2 18 0 0 0,-7 26 12 0 0,-3-1 0 0 0,-2 0 0 0 0,-34 84 0 0 0,79-193 490 0 0,-6 12-560 0 0,16-45-40 0 0,-2 1 0 0 0,-32 75 0 0 0,0 1 0 0 0,2 0 0 0 0,-1 1 0 0 0,14-15 0 0 0,-20 25 0 0 0,-1 0 0 0 0,1 1 0 0 0,0-1 0 0 0,0 0 0 0 0,0 1 0 0 0,1 0 0 0 0,-1-1 0 0 0,0 1 0 0 0,5-2 0 0 0,-7 3 0 0 0,0 0 0 0 0,1 0 0 0 0,-1 0 0 0 0,0 0 0 0 0,1 0 0 0 0,-1 0 0 0 0,1 0 0 0 0,-1 0 0 0 0,0 0 0 0 0,1 0 0 0 0,-1 0 0 0 0,0 0 0 0 0,1 0 0 0 0,-1 0 0 0 0,0 0 0 0 0,1 0 0 0 0,-1 1 0 0 0,0-1 0 0 0,1 0 0 0 0,-1 0 0 0 0,0 0 0 0 0,0 0 0 0 0,1 1 0 0 0,-1-1 0 0 0,0 0 0 0 0,0 0 0 0 0,1 1 0 0 0,-1 0 0 0 0,1 0 0 0 0,-1 0 0 0 0,0 0 0 0 0,1 0 0 0 0,-1 0 0 0 0,0 0 0 0 0,0 0 0 0 0,0 0 0 0 0,0 0 0 0 0,0 0 0 0 0,0 0 0 0 0,0 0 0 0 0,0 0 0 0 0,-1 2 0 0 0,-3 15 0 0 0,-1 0 0 0 0,-10 22 0 0 0,-5 19 0 0 0,17-46-6 0 0,-3 8 17 0 0,1 1 0 0 0,1 1 0 0 0,-2 29-1 0 0,5-47 12 0 0,1 1-1 0 0,0-1 0 0 0,1 0 1 0 0,-1 1-1 0 0,1-1 0 0 0,0 0 1 0 0,0 1-1 0 0,1-1 0 0 0,0 0 1 0 0,-1 0-1 0 0,2 0 0 0 0,-1 0 1 0 0,0-1-1 0 0,1 1 0 0 0,0 0 1 0 0,0-1-1 0 0,1 0 0 0 0,-1 0 1 0 0,8 7-1 0 0,-7-9-9 0 0,0 1-1 0 0,0-1 1 0 0,0 0 0 0 0,1 0-1 0 0,-1 0 1 0 0,1 0-1 0 0,0-1 1 0 0,-1 0 0 0 0,1 0-1 0 0,0 0 1 0 0,0 0-1 0 0,0-1 1 0 0,-1 0 0 0 0,10-1-1 0 0,-7 1 4 0 0,1-1-1 0 0,-1-1 0 0 0,1 1 1 0 0,0-1-1 0 0,-1-1 1 0 0,0 1-1 0 0,0-1 1 0 0,10-6-1 0 0,-15 8-76 0 0,0 1 0 0 0,-1-2-1 0 0,0 1 1 0 0,1 0 0 0 0,-1 0 0 0 0,1 0 0 0 0,-1-1-1 0 0,0 1 1 0 0,0 0 0 0 0,0-1 0 0 0,1-2-1 0 0,1-6-790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17.4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32 1839 0 0,'-12'-4'666'0'0,"21"2"2278"0"0,51 0 2940 0 0,31-6-2415 0 0,-50 3-2200 0 0,56-3-1491 0 0,-66 6-5396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17.6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0 139 3223 0 0,'8'-9'1077'0'0,"-1"-1"-1"0"0,-1 0 0 0 0,0 0 0 0 0,0 0 0 0 0,6-18 0 0 0,-11 25-699 0 0,14-33 3625 0 0,-6 13 3961 0 0,-12 51-7470 0 0,2 1 1 0 0,1-1 0 0 0,6 55-1 0 0,-4-68-481 0 0,1 0 0 0 0,9 27 0 0 0,-9-34-49 0 0,0-1-1 0 0,0 0 0 0 0,0 0 1 0 0,1-1-1 0 0,0 1 0 0 0,1-1 1 0 0,8 10-1 0 0,-3-7-286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18.0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18 6447 0 0,'-3'-5'787'0'0,"-1"-7"9197"0"0,4 17-9048 0 0,-4 105 2725 0 0,0-8-3016 0 0,3-87-637 0 0,-17 169 227 0 0,18-179-534 0 0,-1-1 0 0 0,0 1-1 0 0,0-1 1 0 0,-1 0 0 0 0,1 1 0 0 0,-3 4 0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18.2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85 6447 0 0,'0'0'82'0'0,"0"-1"0"0"0,1 1 0 0 0,-1-1 0 0 0,0 1 0 0 0,1-1-1 0 0,-1 1 1 0 0,0-1 0 0 0,1 1 0 0 0,-1 0 0 0 0,1-1 0 0 0,-1 1 0 0 0,1 0-1 0 0,-1-1 1 0 0,1 1 0 0 0,-1 0 0 0 0,1 0 0 0 0,-1-1 0 0 0,1 1-1 0 0,-1 0 1 0 0,1 0 0 0 0,0 0 0 0 0,-1 0 0 0 0,1 0 0 0 0,-1 0 0 0 0,2 0-1 0 0,21-3 2617 0 0,-14 3-1901 0 0,104-19 6242 0 0,0-2-3984 0 0,58-10-4136 0 0,-147 27-6459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18.6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0 130 6447 0 0,'3'-6'254'0'0,"-1"1"-93"0"0,0 1 0 0 0,0 0-1 0 0,1-1 1 0 0,-1 1-1 0 0,1 0 1 0 0,0 0 0 0 0,0 1-1 0 0,1-1 1 0 0,-1 1-1 0 0,1-1 1 0 0,4-2 0 0 0,5-3 366 0 0,9-6 1849 0 0,29-15 0 0 0,-44 27-1801 0 0,-1 0 0 0 0,1 0 0 0 0,0 1 0 0 0,0-1 0 0 0,0 2 1 0 0,0-1-1 0 0,0 1 0 0 0,1 0 0 0 0,10 0 0 0 0,-16 1-523 0 0,1 0 0 0 0,-1 0 0 0 0,0 1 0 0 0,0-1 0 0 0,0 1 0 0 0,1-1 0 0 0,-1 1 0 0 0,0 0 0 0 0,0-1 0 0 0,0 1 0 0 0,0 0 0 0 0,0 1 0 0 0,0-1 0 0 0,0 0 0 0 0,0 0 0 0 0,-1 1 0 0 0,1-1 0 0 0,0 1 0 0 0,-1 0 0 0 0,1-1 0 0 0,-1 1 0 0 0,0 0 0 0 0,0 0 0 0 0,1 0-1 0 0,-1 0 1 0 0,0 0 0 0 0,-1 0 0 0 0,1 0 0 0 0,0 0 0 0 0,-1 0 0 0 0,1 1 0 0 0,-1-1 0 0 0,1 0 0 0 0,-1 0 0 0 0,0 5 0 0 0,0 1 98 0 0,-1 0 0 0 0,1 0 0 0 0,-2 0 0 0 0,1 0 0 0 0,-1 0-1 0 0,0 0 1 0 0,-1 0 0 0 0,-5 11 0 0 0,-4 3-150 0 0,-1 0 0 0 0,-2-1 0 0 0,0-1 0 0 0,-1 0 0 0 0,-20 18 0 0 0,-21 27 0 0 0,55-62 4 0 0,-1 0 0 0 0,1 0 0 0 0,0 0 0 0 0,0 0 0 0 0,1 0 0 0 0,-1 1 0 0 0,-1 4 0 0 0,2-7-3 0 0,1 0 0 0 0,0 0 0 0 0,0 0 0 0 0,0 0 0 0 0,0 0 0 0 0,0 0 0 0 0,0 0 0 0 0,0-1 0 0 0,0 1 0 0 0,0 0 0 0 0,1 0 0 0 0,-1 0 0 0 0,0 0 0 0 0,0 0 0 0 0,1 0 0 0 0,-1 0 0 0 0,1 0 0 0 0,-1-1 0 0 0,1 1 0 0 0,-1 0-1 0 0,1 0 1 0 0,-1-1 0 0 0,1 1 0 0 0,0 0 0 0 0,-1-1 0 0 0,1 1 0 0 0,0 0 0 0 0,0-1 0 0 0,0 1 0 0 0,-1-1 0 0 0,1 1 0 0 0,2 0 0 0 0,7 3-19 0 0,0 0 1 0 0,1-1-1 0 0,0 0 0 0 0,0 0 1 0 0,0-1-1 0 0,0-1 0 0 0,0 0 1 0 0,0 0-1 0 0,14-1 0 0 0,-7-1-398 0 0,-1-1-1 0 0,1-1 1 0 0,0 0-1 0 0,-1-2 1 0 0,18-5-1 0 0,-19 3-6939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19.1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82 919 0 0,'2'-3'355'0'0,"-1"1"-1"0"0,0 0 0 0 0,1 0 0 0 0,0 0 0 0 0,-1 0 0 0 0,1 0 1 0 0,0 1-1 0 0,0-1 0 0 0,0 0 0 0 0,0 1 0 0 0,0-1 0 0 0,1 1 1 0 0,3-2-1 0 0,33-13 4263 0 0,-33 14-4107 0 0,0 1-1 0 0,0 0 1 0 0,0 0 0 0 0,0 0-1 0 0,0 1 1 0 0,0 0-1 0 0,1 0 1 0 0,-1 0-1 0 0,0 1 1 0 0,0 0-1 0 0,0 0 1 0 0,0 1 0 0 0,0-1-1 0 0,0 1 1 0 0,0 1-1 0 0,-1-1 1 0 0,1 1-1 0 0,-1 0 1 0 0,6 4-1 0 0,-7-4-406 0 0,0 0 0 0 0,0 1 0 0 0,0-1-1 0 0,-1 1 1 0 0,1 0 0 0 0,-1 0-1 0 0,0 0 1 0 0,0 0 0 0 0,-1 0-1 0 0,1 1 1 0 0,-1-1 0 0 0,0 1-1 0 0,0-1 1 0 0,0 1 0 0 0,-1 0 0 0 0,0 0-1 0 0,0 0 1 0 0,0 0 0 0 0,0 0-1 0 0,-1 0 1 0 0,0 0 0 0 0,0 0-1 0 0,-1 9 1 0 0,-2-1-100 0 0,0-1 0 0 0,-1 0 1 0 0,0 0-1 0 0,0 0 0 0 0,-2 0 0 0 0,-9 16 0 0 0,-46 61-25 0 0,226-330 86 0 0,-159 230-64 0 0,7-10 0 0 0,0 1 0 0 0,1 0 0 0 0,23-24 0 0 0,-29 38 0 0 0,-9 13 0 0 0,-8 13 0 0 0,-28 38 0 0 0,25-40 0 0 0,-1 2 0 0 0,2-1 0 0 0,1 2 0 0 0,-9 22 0 0 0,16-33 1 0 0,-2 4 8 0 0,1 0-1 0 0,-4 19 1 0 0,7-29-5 0 0,1-1-1 0 0,0 1 1 0 0,-1-1-1 0 0,1 1 1 0 0,0-1-1 0 0,1 1 1 0 0,-1-1 0 0 0,1 1-1 0 0,-1-1 1 0 0,1 0-1 0 0,0 1 1 0 0,0-1-1 0 0,1 0 1 0 0,-1 0 0 0 0,4 5-1 0 0,-3-5 8 0 0,0-1 1 0 0,0 0-1 0 0,0 0 0 0 0,1 0 0 0 0,-1 0 1 0 0,1 0-1 0 0,0-1 0 0 0,0 1 0 0 0,-1-1 1 0 0,1 0-1 0 0,0 1 0 0 0,0-1 0 0 0,0-1 1 0 0,0 1-1 0 0,0 0 0 0 0,1-1 0 0 0,3 1 1 0 0,2-1-14 0 0,0 0 1 0 0,0 0 0 0 0,0-1-1 0 0,17-3 1 0 0,-25 4-6 0 0,6-2-81 0 0,0 1-1 0 0,0-1 1 0 0,0 0-1 0 0,0 0 1 0 0,0-1 0 0 0,0 0-1 0 0,-1-1 1 0 0,10-5-1 0 0,-11 3-1760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19.3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51 6447 0 0,'1'-1'243'0'0,"1"1"-1"0"0,-1-1 0 0 0,1 1 0 0 0,-1-1 0 0 0,1 1 1 0 0,-1 0-1 0 0,1-1 0 0 0,-1 1 0 0 0,1 0 1 0 0,0 0-1 0 0,-1 0 0 0 0,4 1 0 0 0,5-1 911 0 0,81-10 4633 0 0,38-6-2715 0 0,18-4-3386 0 0,-117 18-6561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19.7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15 110 3223 0 0,'-2'-2'281'0'0,"1"0"0"0"0,-1 0-1 0 0,1 0 1 0 0,0 0-1 0 0,-1 0 1 0 0,1 0 0 0 0,0-1-1 0 0,1 1 1 0 0,-1 0-1 0 0,0 0 1 0 0,1-1 0 0 0,-1 1-1 0 0,1 0 1 0 0,0-1-1 0 0,-1 1 1 0 0,1-1 0 0 0,0 1-1 0 0,1 0 1 0 0,-1-1-1 0 0,0 1 1 0 0,1-1 0 0 0,-1 1-1 0 0,1 0 1 0 0,0 0-1 0 0,0-1 1 0 0,0 1-1 0 0,0 0 1 0 0,2-3 0 0 0,-1 2 102 0 0,-1 0 0 0 0,1 0 0 0 0,0 0 1 0 0,1 1-1 0 0,-1-1 0 0 0,0 1 0 0 0,1 0 1 0 0,0-1-1 0 0,-1 1 0 0 0,1 0 0 0 0,0 0 1 0 0,0 1-1 0 0,0-1 0 0 0,5-1 0 0 0,-5 2-178 0 0,1 0-1 0 0,-1 0 0 0 0,1 0 1 0 0,-1 0-1 0 0,1 1 0 0 0,0-1 1 0 0,-1 1-1 0 0,1 0 0 0 0,-1 0 1 0 0,1 0-1 0 0,0 1 0 0 0,-1 0 1 0 0,1-1-1 0 0,-1 1 0 0 0,1 0 1 0 0,-1 0-1 0 0,1 1 0 0 0,-1-1 1 0 0,0 1-1 0 0,0 0 0 0 0,4 2 1 0 0,-2 0-169 0 0,-1-1 0 0 0,0 1 0 0 0,1 0 0 0 0,-1 0 0 0 0,-1 1 0 0 0,1-1 0 0 0,-1 1 0 0 0,0-1 0 0 0,0 1 0 0 0,0 0 0 0 0,0 1 1 0 0,-1-1-1 0 0,0 0 0 0 0,0 1 0 0 0,0-1 0 0 0,-1 1 0 0 0,0-1 0 0 0,0 1 0 0 0,0 0 0 0 0,-1-1 0 0 0,0 1 0 0 0,0 0 1 0 0,0 0-1 0 0,-1-1 0 0 0,0 1 0 0 0,0 0 0 0 0,0-1 0 0 0,-1 1 0 0 0,-4 9 0 0 0,-4-2-36 0 0,9-11 0 0 0,0-1 0 0 0,0 0 0 0 0,-1 1 0 0 0,1-1 0 0 0,0 1 0 0 0,0-1 0 0 0,1 1 0 0 0,-1-1 0 0 0,0 1 0 0 0,0 0 0 0 0,0 2 0 0 0,1-3 3 0 0,1-1 1 0 0,-1 1-1 0 0,0-1 0 0 0,1 0 0 0 0,-1 1 1 0 0,0-1-1 0 0,1 1 0 0 0,-1-1 0 0 0,0 0 0 0 0,1 1 1 0 0,-1-1-1 0 0,1 0 0 0 0,-1 1 0 0 0,1-1 1 0 0,-1 0-1 0 0,1 1 0 0 0,-1-1 0 0 0,1 0 0 0 0,-1 0 1 0 0,1 0-1 0 0,-1 0 0 0 0,1 0 0 0 0,-1 0 1 0 0,1 0-1 0 0,0 1 0 0 0,-1-2 0 0 0,1 1 0 0 0,-1 0 1 0 0,1 0-1 0 0,0 0 0 0 0,18-2 129 0 0,72-18-16 0 0,-36 6-765 0 0,-41 11-34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19.9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84 11055 0 0,'0'-1'87'0'0,"-1"0"0"0"0,1-1 0 0 0,0 1-1 0 0,0 0 1 0 0,0 0 0 0 0,0 0 0 0 0,0 0 0 0 0,1 0-1 0 0,-1 0 1 0 0,0 0 0 0 0,0 0 0 0 0,1-1 0 0 0,-1 1-1 0 0,1 0 1 0 0,-1 0 0 0 0,1 0 0 0 0,-1 0-1 0 0,1 1 1 0 0,-1-1 0 0 0,1 0 0 0 0,0 0 0 0 0,0 0-1 0 0,-1 0 1 0 0,1 1 0 0 0,0-1 0 0 0,0 0 0 0 0,0 1-1 0 0,0-1 1 0 0,0 0 0 0 0,0 1 0 0 0,1-1-1 0 0,5-2 664 0 0,0 0 0 0 0,0 1 0 0 0,13-3 0 0 0,-7 2-157 0 0,29-8 1697 0 0,47-6 0 0 0,-44 12-3636 0 0,-1 2-3580 0 0,-25 1-1824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20.3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0 101 6447 0 0,'0'-2'78'0'0,"0"1"0"0"0,0-1 0 0 0,0 1 0 0 0,0 0 0 0 0,0-1 0 0 0,1 1 0 0 0,-1-1 0 0 0,0 1 0 0 0,1 0 0 0 0,-1-1 0 0 0,1 1 0 0 0,0 0 0 0 0,-1-1 0 0 0,1 1 0 0 0,0 0 0 0 0,0 0 0 0 0,-1 0 0 0 0,1-1 0 0 0,2 0 0 0 0,0 0 326 0 0,0 0-1 0 0,1 0 1 0 0,-1 0 0 0 0,1 1 0 0 0,-1-1 0 0 0,5 0 0 0 0,-7 2-371 0 0,21-7 3094 0 0,44-7-1 0 0,25 4-234 0 0,5-2-1445 0 0,-65 5-1191 0 0,-23 4-147 0 0,1 1 0 0 0,0 0 0 0 0,16-1 0 0 0,-25 3-107 0 0,0 1 1 0 0,1-1-1 0 0,-1 0 0 0 0,0 0 0 0 0,0 1 0 0 0,1-1 0 0 0,-1 0 1 0 0,0 0-1 0 0,0 1 0 0 0,1-1 0 0 0,-1 0 0 0 0,0 1 1 0 0,0-1-1 0 0,0 0 0 0 0,0 1 0 0 0,1-1 0 0 0,-1 0 0 0 0,0 1 1 0 0,0-1-1 0 0,0 0 0 0 0,0 1 0 0 0,0-1 0 0 0,0 1 1 0 0,0-1-1 0 0,0 0 0 0 0,0 1 0 0 0,0-1 0 0 0,0 0 0 0 0,0 1 1 0 0,0-1-1 0 0,0 0 0 0 0,0 1 0 0 0,-1-1 0 0 0,1 1 1 0 0,-5 20 55 0 0,3-14-1 0 0,-4 46 62 0 0,1 0 0 0 0,3 75 0 0 0,0 20 573 0 0,1-142-678 0 0,-1 29 187 0 0,0 0-1 0 0,5 47 0 0 0,0-74-1744 0 0,-3-8 1436 0 0,0 0 0 0 0,0 0 1 0 0,0 0-1 0 0,0 0 0 0 0,6 1-4415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20.5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97 8751 0 0,'2'0'198'0'0,"-1"-1"0"0"0,0 0-1 0 0,0 1 1 0 0,1-1-1 0 0,-1 1 1 0 0,1-1 0 0 0,-1 1-1 0 0,0 0 1 0 0,1 0-1 0 0,-1-1 1 0 0,0 1 0 0 0,1 0-1 0 0,2 1 1 0 0,2-2 277 0 0,95-15 6369 0 0,0-3-3700 0 0,98-29-4812 0 0,-170 39-5646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20.7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6447 0 0,'0'0'52'0'0,"1"0"0"0"0,-1 0-1 0 0,1 0 1 0 0,0-1-1 0 0,-1 1 1 0 0,1 0 0 0 0,-1 0-1 0 0,1 0 1 0 0,0 0-1 0 0,-1 0 1 0 0,1 0-1 0 0,-1 0 1 0 0,1 1 0 0 0,-1-1-1 0 0,1 0 1 0 0,0 0-1 0 0,-1 0 1 0 0,1 0 0 0 0,-1 1-1 0 0,1-1 1 0 0,0 1-1 0 0,16 8 640 0 0,-13-6-417 0 0,13 7 1072 0 0,-1 0 1 0 0,-1 2-1 0 0,0-1 0 0 0,-1 2 0 0 0,0 0 0 0 0,-1 1 0 0 0,14 18 0 0 0,-14-15-819 0 0,-1 1 0 0 0,-1 0 0 0 0,-1 1 0 0 0,0 0 0 0 0,-2 1 0 0 0,8 24-1 0 0,-10-26-499 0 0,-1 1 0 0 0,-1 1-1 0 0,-1-1 1 0 0,-1 0 0 0 0,0 1-1 0 0,-2 0 1 0 0,0-1 0 0 0,-1 1-1 0 0,-1-1 1 0 0,-1 1 0 0 0,-1-1-1 0 0,0 0 1 0 0,-2 0 0 0 0,0-1-1 0 0,-16 35 1 0 0,12-34-419 0 0,-1 1 1 0 0,-1-2-1 0 0,-28 35 1 0 0,18-31-7443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21.1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50 11055 0 0,'-2'-4'391'0'0,"0"-1"-148"0"0,0 0 0 0 0,0-1 0 0 0,1 1-1 0 0,-1 0 1 0 0,0-11 0 0 0,3 12 1883 0 0,1 7-453 0 0,2 13 692 0 0,5 135 1114 0 0,-20 82-2743 0 0,9-222-712 0 0,0 16 19 0 0,2-25-53 0 0,0-1 0 0 0,0 1 0 0 0,0-1 0 0 0,0 0 0 0 0,0 1 0 0 0,0-1 0 0 0,1 0 0 0 0,-1 1 0 0 0,0-1 0 0 0,1 0 0 0 0,-1 1 0 0 0,1-1 0 0 0,0 0 0 0 0,1 2 0 0 0,-2-2-35 0 0,0-1 0 0 0,0 0 0 0 0,0 0 0 0 0,0 0 0 0 0,1 0 0 0 0,-1 0 0 0 0,0 0 0 0 0,0 0-1 0 0,0 1 1 0 0,0-1 0 0 0,0 0 0 0 0,1 0 0 0 0,-1 0 0 0 0,0 0 0 0 0,0 0 0 0 0,0 0 0 0 0,0 0 0 0 0,1 0 0 0 0,-1 0 0 0 0,0 0 0 0 0,0 0 0 0 0,0 0-1 0 0,0 0 1 0 0,1 0 0 0 0,-1 0 0 0 0,0 0 0 0 0,0 0 0 0 0,0 0 0 0 0,0 0 0 0 0,1-1 0 0 0,-1 1 0 0 0,0 0 0 0 0,0 0 0 0 0,0 0 0 0 0,0 0 0 0 0,0 0-1 0 0,1 0 1 0 0,-1 0 0 0 0,0-1 0 0 0,0 1 0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21.3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 10591 0 0,'5'2'1115'0'0,"1"0"-1"0"0,-1 0 1 0 0,12 2 0 0 0,-13-3-488 0 0,21 3 238 0 0,1 0 0 0 0,0-2 0 0 0,42-1 1 0 0,80-13 3049 0 0,-96 7-3497 0 0,11-1-1983 0 0,1-1-6262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24.1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2335 0 0,'48'25'160'0'0,"-30"-15"-160"0"0,-2-3 0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23.1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72 4143 0 0,'-11'-19'1307'0'0,"9"0"4962"0"0,2 18-6010 0 0,1 0 0 0 0,0 0 0 0 0,0 0 1 0 0,-1 0-1 0 0,1 0 0 0 0,0 0 0 0 0,0 0 0 0 0,0 0 0 0 0,0 0 0 0 0,0 0 0 0 0,0 0 0 0 0,0 1 0 0 0,1-1 0 0 0,-1 0 0 0 0,0 1 0 0 0,0-1 0 0 0,2 0 0 0 0,26-7 1918 0 0,-21 7-1569 0 0,3-2-155 0 0,0 1 0 0 0,0 1-1 0 0,0-1 1 0 0,0 2 0 0 0,16 1-1 0 0,-22-1-368 0 0,0 0 0 0 0,0 1 0 0 0,-1 0-1 0 0,1 0 1 0 0,0 0 0 0 0,-1 1 0 0 0,1-1-1 0 0,-1 1 1 0 0,1 0 0 0 0,-1 1-1 0 0,0-1 1 0 0,0 1 0 0 0,0 0 0 0 0,0-1-1 0 0,3 5 1 0 0,-5-5-74 0 0,-1 0 0 0 0,1 0 0 0 0,-1 0 0 0 0,0 0 0 0 0,0 0 0 0 0,0 1 0 0 0,0-1 0 0 0,0 0 0 0 0,-1 1 0 0 0,1-1 0 0 0,-1 0 0 0 0,1 1 0 0 0,-1-1 0 0 0,0 1 1 0 0,0-1-1 0 0,0 1 0 0 0,0-1 0 0 0,0 1 0 0 0,-1-1 0 0 0,1 0 0 0 0,-1 1 0 0 0,1-1 0 0 0,-1 0 0 0 0,0 1 0 0 0,0-1 0 0 0,0 0 0 0 0,-2 3 0 0 0,-4 7-21 0 0,0-1 1 0 0,-1-1-1 0 0,-16 18 1 0 0,17-20 27 0 0,3-3-10 0 0,-20 20 44 0 0,1 1 0 0 0,2 2 0 0 0,1 0 0 0 0,-19 35-1 0 0,38-61-50 0 0,0 1 0 0 0,-1 0 0 0 0,1 0 0 0 0,0 0 0 0 0,1 0 0 0 0,-1 0 0 0 0,0 0 0 0 0,1 0 0 0 0,0 0 0 0 0,0 0-1 0 0,0 0 1 0 0,0 0 0 0 0,0 4 0 0 0,1-5 9 0 0,-1 0 1 0 0,1 0-1 0 0,0 0 0 0 0,0 0 1 0 0,0-1-1 0 0,-1 1 0 0 0,2 0 0 0 0,-1-1 1 0 0,0 1-1 0 0,0-1 0 0 0,0 1 0 0 0,1-1 1 0 0,-1 1-1 0 0,1-1 0 0 0,-1 0 1 0 0,1 0-1 0 0,0 0 0 0 0,-1 0 0 0 0,1 0 1 0 0,0 0-1 0 0,2 1 0 0 0,8 2 104 0 0,0-1-1 0 0,0 0 1 0 0,0 0-1 0 0,0-1 1 0 0,23 0-1 0 0,62-5 101 0 0,-92 2-184 0 0,11 1-1 0 0,0-2 0 0 0,-1 0 0 0 0,1-1-1 0 0,22-6 1 0 0,-38 9-56 0 0,0 0 0 0 0,1 0 0 0 0,-1 0 0 0 0,1-1 0 0 0,-1 1 0 0 0,0 0 1 0 0,1 0-1 0 0,-1 0 0 0 0,0 0 0 0 0,1 0 0 0 0,-1 0 0 0 0,0-1 0 0 0,1 1 0 0 0,-1 0 0 0 0,0 0 0 0 0,1-1 0 0 0,-1 1 0 0 0,0 0 0 0 0,0 0 0 0 0,1-1 0 0 0,-1 1 0 0 0,0 0 1 0 0,0-1-1 0 0,0 1 0 0 0,1 0 0 0 0,-1-1 0 0 0,0 1 0 0 0,0 0 0 0 0,0-1 0 0 0,0 1 0 0 0,0 0 0 0 0,0-1 0 0 0,0 1 0 0 0,0 0 0 0 0,0-1 0 0 0,0 1 0 0 0,0-1 0 0 0,0 1 1 0 0,0 0-1 0 0,0-1 0 0 0,0 1 0 0 0,0 0 0 0 0,0-1 0 0 0,0 1 0 0 0,-1-1 0 0 0,1-2-1276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23.4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 5063 0 0,'31'-8'3238'0'0,"-28"7"-2277"0"0,-1 0-1 0 0,1 1 0 0 0,0 0 1 0 0,0 0-1 0 0,0 0 0 0 0,0 0 1 0 0,-1 0-1 0 0,1 0 0 0 0,5 4 3907 0 0,-12 0-3315 0 0,-7 0-1855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25.5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0 113 3679 0 0,'0'-4'358'0'0,"1"0"0"0"0,0 0 0 0 0,0 0-1 0 0,0 0 1 0 0,0 1 0 0 0,0-1-1 0 0,1 0 1 0 0,0 1 0 0 0,-1-1-1 0 0,1 1 1 0 0,1-1 0 0 0,-1 1-1 0 0,0 0 1 0 0,1 0 0 0 0,0 0-1 0 0,-1 0 1 0 0,1 1 0 0 0,4-4-1 0 0,0 1 376 0 0,0 0 0 0 0,1 0 0 0 0,0 0 0 0 0,0 1 0 0 0,0 0 0 0 0,0 1 0 0 0,9-3 0 0 0,-9 4-276 0 0,-1 0-1 0 0,0 1 1 0 0,1 0-1 0 0,-1 0 1 0 0,1 0-1 0 0,0 1 1 0 0,-1 0 0 0 0,1 1-1 0 0,13 2 1 0 0,-19-2-400 0 0,1-1 1 0 0,0 1-1 0 0,-1 0 0 0 0,1 0 1 0 0,-1 1-1 0 0,1-1 1 0 0,-1 0-1 0 0,0 1 1 0 0,1-1-1 0 0,-1 1 1 0 0,0 0-1 0 0,0 0 1 0 0,0 0-1 0 0,0 0 1 0 0,0 0-1 0 0,-1 0 0 0 0,1 1 1 0 0,-1-1-1 0 0,1 1 1 0 0,-1-1-1 0 0,0 1 1 0 0,0-1-1 0 0,0 1 1 0 0,0-1-1 0 0,0 1 1 0 0,-1 0-1 0 0,1 0 1 0 0,-1-1-1 0 0,0 5 0 0 0,0 4-53 0 0,0-1 0 0 0,-2 1 0 0 0,1 0 0 0 0,-1-1-1 0 0,0 0 1 0 0,-1 1 0 0 0,-1-1 0 0 0,1 0-1 0 0,-1 0 1 0 0,-1-1 0 0 0,-9 15 0 0 0,-7 8 10 0 0,-46 53 1 0 0,59-76 24 0 0,1 1 0 0 0,-8 11 0 0 0,13-17-24 0 0,0 0 0 0 0,0-1 1 0 0,0 1-1 0 0,1 0 0 0 0,-1 0 0 0 0,1 1 1 0 0,0-1-1 0 0,0 0 0 0 0,0 6 0 0 0,1-9-1 0 0,0 0 0 0 0,0-1 0 0 0,1 1-1 0 0,-1 0 1 0 0,0 0 0 0 0,1 0 0 0 0,-1-1-1 0 0,1 1 1 0 0,-1 0 0 0 0,0 0 0 0 0,1-1-1 0 0,0 1 1 0 0,-1-1 0 0 0,1 1 0 0 0,-1 0-1 0 0,1-1 1 0 0,0 1 0 0 0,-1-1 0 0 0,1 1-1 0 0,0-1 1 0 0,0 0 0 0 0,-1 1 0 0 0,1-1-1 0 0,0 0 1 0 0,0 1 0 0 0,0-1 0 0 0,-1 0-1 0 0,1 0 1 0 0,1 0 0 0 0,30 4 267 0 0,-24-4-197 0 0,179 7 980 0 0,-176-6-1017 0 0,0 0 0 0 0,0-2 0 0 0,0 1 1 0 0,19-4-1 0 0,-30 4-47 0 0,0 0 0 0 0,0 0 0 0 0,0-1 0 0 0,-1 1 0 0 0,1 0 0 0 0,0 0 1 0 0,0 0-1 0 0,0 0 0 0 0,0 0 0 0 0,0 0 0 0 0,0-1 0 0 0,-1 1 0 0 0,1 0 0 0 0,0 0 0 0 0,0 0 1 0 0,0 0-1 0 0,0 0 0 0 0,0-1 0 0 0,0 1 0 0 0,0 0 0 0 0,0 0 0 0 0,0 0 0 0 0,0-1 1 0 0,0 1-1 0 0,0 0 0 0 0,0 0 0 0 0,0 0 0 0 0,0 0 0 0 0,0-1 0 0 0,0 1 0 0 0,0 0 0 0 0,0 0 1 0 0,0 0-1 0 0,0 0 0 0 0,0-1 0 0 0,0 1 0 0 0,0 0 0 0 0,0 0 0 0 0,0 0 0 0 0,0 0 0 0 0,1-1 1 0 0,-1 1-1 0 0,0 0 0 0 0,0 0 0 0 0,0 0 0 0 0,0 0 0 0 0,0 0 0 0 0,0 0 0 0 0,1-1 0 0 0,-1 1 1 0 0,0 0-1 0 0,0 0 0 0 0,0 0 0 0 0,0 0 0 0 0,1 0 0 0 0,-1 0 0 0 0,0 0 0 0 0,0 0 0 0 0,0 0-240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25.7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62 455 0 0,'4'-7'-679'0'0,"1"-1"2697"0"0,-4 8-1493 0 0,0-1 1 0 0,0 1-1 0 0,0-1 0 0 0,0 1 1 0 0,-1-1-1 0 0,1 1 0 0 0,0-1 1 0 0,0 1-1 0 0,0 0 0 0 0,0 0 1 0 0,1-1-1 0 0,-1 1 0 0 0,1 0 1 0 0,1 0 354 0 0,0 0 1 0 0,1 0 0 0 0,-1 0-1 0 0,1 0 1 0 0,-1 1 0 0 0,0-1-1 0 0,1 1 1 0 0,-1 0 0 0 0,0 0 0 0 0,0 0-1 0 0,0 0 1 0 0,0 1 0 0 0,5 2-1 0 0,-2-1 0 0 0,-6-3-845 0 0,0 0 1 0 0,0 1 0 0 0,1-1-1 0 0,-1 0 1 0 0,0 0-1 0 0,1 0 1 0 0,-1 0 0 0 0,0 1-1 0 0,0-1 1 0 0,1 0-1 0 0,-1 0 1 0 0,0 0 0 0 0,1 0-1 0 0,-1 0 1 0 0,0 0-1 0 0,1 0 1 0 0,-1 0 0 0 0,0 0-1 0 0,1 0 1 0 0,-1 0-1 0 0,0 0 1 0 0,1 0 0 0 0,-1 0-1 0 0,0 0 1 0 0,1-1-1 0 0,-1 1 1 0 0,0 0 0 0 0,1 0-1 0 0,-1 0 1 0 0,0 0-1 0 0,0 0 1 0 0,1-1 0 0 0,-1 1-1 0 0,0 0 1 0 0,0 0-1 0 0,1-1 1 0 0,-1 1 0 0 0,2-14 388 0 0,-2 14-360 0 0,-1-5-11 0 0,-2-16-31 0 0,3 20-16 0 0,-1 0 1 0 0,1 0-1 0 0,0 1 1 0 0,0-1-1 0 0,-1 0 1 0 0,1 0-1 0 0,0 1 1 0 0,-1-1-1 0 0,1 0 1 0 0,-1 1-1 0 0,1-1 1 0 0,0 0-1 0 0,-1 1 1 0 0,0-1-1 0 0,1 1 1 0 0,-1-1-1 0 0,1 1 1 0 0,-1-1-1 0 0,0 1 1 0 0,1-1-1 0 0,-1 1 1 0 0,0 0-1 0 0,1-1 1 0 0,-1 1-1 0 0,0 0 1 0 0,0 0 0 0 0,1-1-1 0 0,-1 1 1 0 0,0 0-1 0 0,0 0 1 0 0,0 0-1 0 0,1 0 1 0 0,-1 0-1 0 0,0 0 1 0 0,0 0-1 0 0,0 0 1 0 0,1 1-1 0 0,-1-1 1 0 0,-1 0-1 0 0,-2 1-26 0 0,-1 1 0 0 0,1-1-1 0 0,0 1 1 0 0,-7 4 0 0 0,10-6 13 0 0,-22 14-236 0 0,12-3 115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26.7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125 223 2303 0 0,'7'-8'205'0'0,"-1"0"0"0"0,9-14 0 0 0,0 0 146 0 0,-12 18-190 0 0,97-138 6544 0 0,-94 129-4955 0 0,-7 9-14 0 0,-6 7-123 0 0,-11 11-815 0 0,0 0 1 0 0,0 2-1 0 0,2 0 0 0 0,-21 26 1 0 0,18-19-649 0 0,0 1 0 0 0,2 0 0 0 0,0 2-1 0 0,2 0 1 0 0,1 1 0 0 0,1 0 0 0 0,2 1 0 0 0,-10 32 0 0 0,17-43-12 0 0,0 1 0 0 0,1 0-1 0 0,1 0 1 0 0,0 0 0 0 0,2 0 0 0 0,1 24 0 0 0,1-29 8 0 0,0 1 1 0 0,1 0 0 0 0,0-1 0 0 0,1 0-1 0 0,1 0 1 0 0,0 0 0 0 0,0 0 0 0 0,2-1-1 0 0,7 12 1 0 0,-3-7-54 0 0,2 0 0 0 0,0-2 0 0 0,0 1 0 0 0,2-1 0 0 0,0-1 0 0 0,0-1 0 0 0,21 14 0 0 0,-33-25 10 0 0,4 3-73 0 0,-7-5-84 0 0,0 0 0 0 0,0 0 1 0 0,1 0-1 0 0,-1 0 1 0 0,0 0-1 0 0,0 0 0 0 0,0 0 1 0 0,1 0-1 0 0,-1 0 0 0 0,0 0 1 0 0,0 0-1 0 0,0 0 1 0 0,1 0-1 0 0,-1-1 0 0 0,0 1 1 0 0,0 0-1 0 0,0 0 0 0 0,0 0 1 0 0,1 0-1 0 0,-1 0 1 0 0,0 0-1 0 0,0 0 0 0 0,0-1 1 0 0,0 1-1 0 0,0 0 0 0 0,0 0 1 0 0,1 0-1 0 0,-1 0 0 0 0,0-1 1 0 0,0 1-1 0 0,0 0 1 0 0,0 0-1 0 0,0 0 0 0 0,0-1 1 0 0,0 1-1 0 0,0 0 0 0 0,0 0 1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27.2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1 110 2759 0 0,'4'-29'-912'0'0,"-4"22"1956"0"0,1 1 0 0 0,0-1 1 0 0,0 1-1 0 0,0-1 0 0 0,1 1 0 0 0,3-7 1 0 0,-4 11-700 0 0,0 0 1 0 0,0 0 0 0 0,1 0 0 0 0,-1 0 0 0 0,0 1-1 0 0,1-1 1 0 0,0 1 0 0 0,-1-1 0 0 0,1 1-1 0 0,0 0 1 0 0,-1-1 0 0 0,1 1 0 0 0,0 0 0 0 0,0 0-1 0 0,0 0 1 0 0,0 0 0 0 0,0 1 0 0 0,0-1-1 0 0,1 0 1 0 0,-1 1 0 0 0,0 0 0 0 0,0-1-1 0 0,3 1 1 0 0,1 0-41 0 0,1 0 1 0 0,-1 0-1 0 0,1 0 0 0 0,-1 1 0 0 0,0 0 0 0 0,1 1 1 0 0,-1-1-1 0 0,0 1 0 0 0,0 0 0 0 0,0 0 0 0 0,0 1 1 0 0,-1 0-1 0 0,1 0 0 0 0,5 4 0 0 0,-8-4-289 0 0,0-1 1 0 0,0 0-1 0 0,-1 1 0 0 0,1-1 0 0 0,-1 1 0 0 0,1 0 1 0 0,-1 0-1 0 0,0 0 0 0 0,0 0 0 0 0,-1 0 1 0 0,1 0-1 0 0,0 0 0 0 0,-1 1 0 0 0,0-1 0 0 0,0 1 1 0 0,0-1-1 0 0,0 1 0 0 0,-1-1 0 0 0,1 1 1 0 0,-1-1-1 0 0,0 1 0 0 0,0-1 0 0 0,0 1 0 0 0,-1 0 1 0 0,1-1-1 0 0,-2 5 0 0 0,0-1 5 0 0,0-1-1 0 0,0 1 0 0 0,-1-1 1 0 0,0 0-1 0 0,0 0 0 0 0,-1 0 1 0 0,-5 8-1 0 0,-4 0 15 0 0,-18 18 1 0 0,21-23 7 0 0,0 1 0 0 0,1 1-1 0 0,0 0 1 0 0,-10 14 0 0 0,18-23-34 0 0,0 0 0 0 0,0 0 1 0 0,0 1-1 0 0,0-1 0 0 0,1 0 0 0 0,-1 0 0 0 0,1 0 0 0 0,-1 1 0 0 0,1-1 0 0 0,0 0 1 0 0,-1 0-1 0 0,1 1 0 0 0,0-1 0 0 0,1 0 0 0 0,-1 1 0 0 0,1 2 0 0 0,-1-4 3 0 0,1 0 0 0 0,-1 0 0 0 0,1 1 0 0 0,0-1 0 0 0,-1 0 0 0 0,1 0 0 0 0,0 0 0 0 0,0 0 0 0 0,0 0 0 0 0,-1 0 0 0 0,1 0 0 0 0,0 0 0 0 0,0 0 0 0 0,1-1-1 0 0,-1 1 1 0 0,0 0 0 0 0,0-1 0 0 0,0 1 0 0 0,0 0 0 0 0,1-1 0 0 0,-1 0 0 0 0,0 1 0 0 0,0-1 0 0 0,1 0 0 0 0,-1 1 0 0 0,0-1 0 0 0,1 0 0 0 0,-1 0 0 0 0,2 0-1 0 0,24-1 164 0 0,-1-2 0 0 0,0 0 0 0 0,42-11 0 0 0,-8-4-6945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28.0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16 154 5527 0 0,'0'-4'394'0'0,"-1"0"-1"0"0,1 1 1 0 0,-1-1-1 0 0,0 0 1 0 0,-2-5-1 0 0,-4-15 2404 0 0,6 21-2511 0 0,1 0 0 0 0,-1-1 0 0 0,1 1 0 0 0,0 0 0 0 0,0-1 0 0 0,0 1 0 0 0,0 0 0 0 0,1-1 0 0 0,0 1 0 0 0,-1 0 0 0 0,1 0 1 0 0,0-1-1 0 0,0 1 0 0 0,1 0 0 0 0,-1 0 0 0 0,1 0 0 0 0,0 0 0 0 0,-1 0 0 0 0,1 1 0 0 0,0-1 0 0 0,1 1 0 0 0,-1-1 0 0 0,0 1 0 0 0,1 0 0 0 0,-1-1 0 0 0,1 1 1 0 0,0 1-1 0 0,0-1 0 0 0,0 0 0 0 0,0 1 0 0 0,0-1 0 0 0,0 1 0 0 0,0 0 0 0 0,0 0 0 0 0,4-1 0 0 0,3 0-147 0 0,-1 0-1 0 0,1 0 1 0 0,0 0-1 0 0,0 2 0 0 0,0-1 1 0 0,0 1-1 0 0,0 0 1 0 0,17 4-1 0 0,-24-4-107 0 0,0 1 0 0 0,0 0 0 0 0,0 0 0 0 0,0 0 0 0 0,0 0 0 0 0,0 0 0 0 0,0 1 0 0 0,-1-1 0 0 0,1 1 0 0 0,0 0 1 0 0,-1 0-1 0 0,1 0 0 0 0,-1 0 0 0 0,0 0 0 0 0,1 0 0 0 0,-1 1 0 0 0,0-1 0 0 0,-1 1 0 0 0,1 0 0 0 0,0-1 0 0 0,-1 1 0 0 0,1 0 0 0 0,-1 0 0 0 0,0 0 0 0 0,0 0 0 0 0,0 0 0 0 0,0 0 0 0 0,-1 0 0 0 0,1 0 0 0 0,-1 6 0 0 0,0 1-31 0 0,0 0 0 0 0,-1 0 0 0 0,0 0 0 0 0,-1 0 0 0 0,0 0 0 0 0,-1-1 0 0 0,-6 16 0 0 0,-35 65 0 0 0,8-18 0 0 0,28-58 0 0 0,6-11 0 0 0,1-1 0 0 0,-1 1 0 0 0,1-1 0 0 0,0 1 0 0 0,0-1 0 0 0,0 1 0 0 0,0 0 0 0 0,-1 5 0 0 0,3-8 1 0 0,0 0-1 0 0,0 0 1 0 0,0-1-1 0 0,0 1 1 0 0,0 0-1 0 0,0 0 0 0 0,1-1 1 0 0,-1 1-1 0 0,0-1 1 0 0,0 1-1 0 0,-1-1 1 0 0,1 1-1 0 0,0-1 1 0 0,1-1-1 0 0,-1 2 4 0 0,18-12 40 0 0,-1-1-1 0 0,0-1 1 0 0,0-1 0 0 0,-2 0 0 0 0,0-1-1 0 0,22-29 1 0 0,-15 13-86 0 0,-2-1 1 0 0,35-69-1 0 0,-46 83 103 0 0,-7 13-80 0 0,0 0-1 0 0,0-1 1 0 0,5-12 0 0 0,-10 18 19 0 0,-3 6 0 0 0,-5 5 0 0 0,-3 7 5 0 0,1 0 1 0 0,1 0-1 0 0,0 1 0 0 0,1 0 1 0 0,-8 25-1 0 0,12-28 8 0 0,2 0 0 0 0,0 0 0 0 0,0 1 0 0 0,2-1 0 0 0,0 1 0 0 0,1-1 0 0 0,0 27 0 0 0,2-39-20 0 0,-1 0 0 0 0,1 0 0 0 0,-1 0 0 0 0,1-1 1 0 0,0 1-1 0 0,0 0 0 0 0,0 0 0 0 0,0 0 0 0 0,1-1 0 0 0,-1 1 0 0 0,1 0 0 0 0,0-1 0 0 0,-1 1 0 0 0,1-1 0 0 0,0 0 0 0 0,1 0 1 0 0,-1 0-1 0 0,0 0 0 0 0,0 0 0 0 0,1 0 0 0 0,-1-1 0 0 0,1 1 0 0 0,0-1 0 0 0,0 1 0 0 0,-1-1 0 0 0,1 0 0 0 0,0 0 0 0 0,0 0 0 0 0,0-1 1 0 0,0 1-1 0 0,0-1 0 0 0,0 1 0 0 0,0-1 0 0 0,0 0 0 0 0,0 0 0 0 0,0-1 0 0 0,0 1 0 0 0,0-1 0 0 0,0 1 0 0 0,0-1 0 0 0,4-2 0 0 0,-4 2-614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28.2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23 7135 0 0,'-4'-3'72'0'0,"-5"-5"398"0"0,10 5-222 0 0,7 1-83 0 0,75-4 6338 0 0,42 5-2497 0 0,-77 2-3322 0 0,-11-1-1672 0 0,-1 1-5476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28.4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1 157 5983 0 0,'0'-2'100'0'0,"0"1"0"0"0,0 0 0 0 0,0 0 0 0 0,0-1 0 0 0,0 1 0 0 0,0 0 0 0 0,1 0-1 0 0,-1-1 1 0 0,0 1 0 0 0,1 0 0 0 0,-1 0 0 0 0,1 0 0 0 0,-1-1 0 0 0,1 1 0 0 0,0 0-1 0 0,0-1 1 0 0,17-22 1811 0 0,-9 12-825 0 0,1-4 492 0 0,22-30 2815 0 0,-29 42-3744 0 0,1-1-1 0 0,0 1 1 0 0,0 1-1 0 0,0-1 1 0 0,0 0 0 0 0,0 1-1 0 0,8-5 1 0 0,-11 8-612 0 0,-1 0-1 0 0,1 0 1 0 0,-1-1 0 0 0,0 1-1 0 0,1 0 1 0 0,-1 0 0 0 0,1 0-1 0 0,-1 0 1 0 0,1 0 0 0 0,0 0-1 0 0,-1 0 1 0 0,1 0 0 0 0,-1 0-1 0 0,1 0 1 0 0,-1 0 0 0 0,1 0-1 0 0,-1 0 1 0 0,1 0 0 0 0,-1 0 0 0 0,1 0-1 0 0,-1 0 1 0 0,1 1 0 0 0,-1-1-1 0 0,1 0 1 0 0,-1 0 0 0 0,1 1-1 0 0,0 0-1 0 0,0 0 0 0 0,0 0 0 0 0,-1 0 0 0 0,1 0 0 0 0,0 0 0 0 0,-1 0 0 0 0,1 0 0 0 0,-1 0 0 0 0,1 1 0 0 0,0 1 0 0 0,1 3 8 0 0,-1 0 1 0 0,0 0 0 0 0,0 9-1 0 0,-1 3-39 0 0,-1 0 0 0 0,0 1-1 0 0,-6 21 1 0 0,3-19-5 0 0,-1 41-1 0 0,5-60-36 0 0,-1-1-1 0 0,1 0 1 0 0,1 0-1 0 0,-1 1 1 0 0,0-1-1 0 0,0 0 1 0 0,0 0-1 0 0,1 1 1 0 0,-1-1-1 0 0,0 0 1 0 0,1 0-1 0 0,-1 0 1 0 0,1 0-1 0 0,0 0 1 0 0,-1 1-1 0 0,1-1 1 0 0,0 0-1 0 0,-1-1 1 0 0,1 1 0 0 0,0 0-1 0 0,0 0 1 0 0,0 0-1 0 0,0 0 1 0 0,0-1-1 0 0,0 1 1 0 0,0 0-1 0 0,0-1 1 0 0,3 2-1 0 0,4-1-1005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28.6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 4607 0 0,'0'-1'111'0'0,"0"1"-1"0"0,0 0 0 0 0,0-1 1 0 0,0 1-1 0 0,0 0 0 0 0,0-1 1 0 0,0 1-1 0 0,0 0 0 0 0,1 0 1 0 0,-1-1-1 0 0,0 1 0 0 0,0 0 1 0 0,0-1-1 0 0,0 1 0 0 0,0 0 1 0 0,0 0-1 0 0,1-1 0 0 0,-1 1 1 0 0,0 0-1 0 0,0 0 0 0 0,0-1 1 0 0,1 1-1 0 0,-1 0 0 0 0,0 0 1 0 0,0 0-1 0 0,0 0 0 0 0,1-1 1 0 0,-1 1-1 0 0,0 0 0 0 0,1 0 1 0 0,-1 0-1 0 0,0 0 0 0 0,0 0 1 0 0,1 0-1 0 0,-1 0 0 0 0,0 0 1 0 0,1 0-1 0 0,-1-1 0 0 0,0 1 1 0 0,1 1-1 0 0,7 10 7193 0 0,-7-4-6087 0 0,32 151 2917 0 0,-4 8-3342 0 0,-28-162-2476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28.8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29 10591 0 0,'-2'-7'472'0'0,"0"4"96"0"0,2 0-456 0 0,2-1-112 0 0,1 2 0 0 0,1 2 0 0 0,-1 2 480 0 0,6-2 64 0 0,3 0 24 0 0,8-2 0 0 0,5 2 640 0 0,4-1 128 0 0,7 1 24 0 0,0-2 8 0 0,3 0-856 0 0,2 1-160 0 0,1-1-40 0 0,1 0-8424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29.4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1 170 919 0 0,'3'-4'361'0'0,"0"0"-1"0"0,0 0 1 0 0,1 0-1 0 0,-1 1 1 0 0,1-1-1 0 0,0 1 0 0 0,0 0 1 0 0,0 0-1 0 0,8-4 1 0 0,6-2 2477 0 0,22-8 1 0 0,-20 9-1721 0 0,-9 4-132 0 0,-1 0-1 0 0,0 0 1 0 0,1 1-1 0 0,0 0 1 0 0,17-1-1 0 0,-25 4-845 0 0,-1-1-1 0 0,1 1 0 0 0,-1 0 0 0 0,1 0 1 0 0,-1 0-1 0 0,1 1 0 0 0,-1-1 0 0 0,1 1 0 0 0,-1-1 1 0 0,0 1-1 0 0,1 0 0 0 0,-1 0 0 0 0,0 0 1 0 0,1 0-1 0 0,-1 0 0 0 0,0 1 0 0 0,0-1 1 0 0,0 0-1 0 0,0 1 0 0 0,0 0 0 0 0,-1-1 0 0 0,1 1 1 0 0,0 0-1 0 0,-1 0 0 0 0,1 0 0 0 0,-1 0 1 0 0,0 0-1 0 0,1 1 0 0 0,-1-1 0 0 0,1 4 1 0 0,0 4-112 0 0,0-1 0 0 0,0 0 0 0 0,-1 1 1 0 0,0-1-1 0 0,-1 1 0 0 0,0-1 1 0 0,-1 1-1 0 0,0-1 0 0 0,0 0 1 0 0,-4 12-1 0 0,-2 6 37 0 0,-2 0 0 0 0,-13 30 0 0 0,19-48-63 0 0,-1 0-1 0 0,-1 0 1 0 0,0-1-1 0 0,0 1 1 0 0,-1-1-1 0 0,-6 7 1 0 0,39-59 254 0 0,-7 17-253 0 0,-1-2 1 0 0,26-50 0 0 0,20-67 12 0 0,-30 64 94 0 0,-53 106-97 0 0,-12 22-14 0 0,28-43-6 0 0,-18 31-35 0 0,-17 40-1 0 0,32-64 44 0 0,1 0-1 0 0,1 1 0 0 0,0-1 1 0 0,0 1-1 0 0,1 0 1 0 0,0 0-1 0 0,1 0 1 0 0,0 22-1 0 0,1-30 10 0 0,1 0 0 0 0,-1 0-1 0 0,1 0 1 0 0,-1 0 0 0 0,1 0-1 0 0,0 0 1 0 0,0 0 0 0 0,0-1 0 0 0,0 1-1 0 0,1 0 1 0 0,-1 0 0 0 0,1-1-1 0 0,0 1 1 0 0,0-1 0 0 0,0 1 0 0 0,0-1-1 0 0,4 4 1 0 0,-3-4 12 0 0,1 0 0 0 0,-1 0-1 0 0,1 0 1 0 0,0-1 0 0 0,-1 1 0 0 0,1-1 0 0 0,0 0 0 0 0,0 0-1 0 0,0 0 1 0 0,0-1 0 0 0,0 1 0 0 0,4-1 0 0 0,6-1 29 0 0,1 0 0 0 0,-1-1 0 0 0,0 0 1 0 0,0-1-1 0 0,0-1 0 0 0,19-8 0 0 0,-28 11-110 0 0,-1-1 0 0 0,1 0 0 0 0,0 0 0 0 0,-1-1 0 0 0,1 1-1 0 0,-1-1 1 0 0,5-5 0 0 0,-4 2-133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29.6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36 7831 0 0,'-6'-4'344'0'0,"4"3"72"0"0,0-1-328 0 0,2 0-88 0 0,2 2 0 0 0,0-1 0 0 0,3 1 632 0 0,1-2 104 0 0,8 0 32 0 0,6-1 0 0 0,9-1 256 0 0,5-1 64 0 0,7 2 0 0 0,2 0 8 0 0,-2 1-832 0 0,-2 0-168 0 0,0 4-32 0 0,-5 0-6584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29.8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2 5527 0 0,'2'-1'302'0'0,"-1"1"0"0"0,1 0 0 0 0,0 0 0 0 0,-1-1-1 0 0,1 1 1 0 0,0 1 0 0 0,0-1 0 0 0,0 0 0 0 0,-1 0-1 0 0,1 1 1 0 0,0-1 0 0 0,-1 0 0 0 0,1 1 0 0 0,0 0-1 0 0,-1-1 1 0 0,1 1 0 0 0,-1 0 0 0 0,1 0 0 0 0,2 2-1 0 0,2 1 1062 0 0,0 0 0 0 0,0 1 0 0 0,6 6 0 0 0,-11-10-1124 0 0,1 1 1 0 0,-1-1-1 0 0,1 1 0 0 0,-1 0 0 0 0,0 0 1 0 0,0-1-1 0 0,0 1 0 0 0,0 0 0 0 0,0 0 0 0 0,-1 0 1 0 0,1 0-1 0 0,0 0 0 0 0,-1 0 0 0 0,1 0 1 0 0,-1 1-1 0 0,0 1 0 0 0,0 0-82 0 0,0-1 1 0 0,-1 1-1 0 0,1-1 1 0 0,-1 0-1 0 0,0 1 0 0 0,0-1 1 0 0,0 0-1 0 0,-1 0 1 0 0,-1 4-1 0 0,-4 5-98 0 0,-1 0 1 0 0,-1-1-1 0 0,-18 20 0 0 0,20-23 70 0 0,6-7-114 0 0,-23 28 106 0 0,23-28-110 0 0,0 1 1 0 0,0-1 0 0 0,0 1-1 0 0,0-1 1 0 0,1 1 0 0 0,-1 0-1 0 0,0-1 1 0 0,1 1-1 0 0,-1 0 1 0 0,1-1 0 0 0,-1 1-1 0 0,1 0 1 0 0,0 0 0 0 0,0-1-1 0 0,0 1 1 0 0,0 0 0 0 0,0 3-1 0 0,1-4 2 0 0,0 0 0 0 0,-1 0-1 0 0,1-1 1 0 0,0 1 0 0 0,-1 0 0 0 0,1 0-1 0 0,0 0 1 0 0,0 0 0 0 0,0-1 0 0 0,0 1 0 0 0,-1 0-1 0 0,1-1 1 0 0,0 1 0 0 0,0-1 0 0 0,1 1-1 0 0,-1-1 1 0 0,0 1 0 0 0,0-1 0 0 0,0 0-1 0 0,0 0 1 0 0,0 1 0 0 0,0-1 0 0 0,0 0 0 0 0,3 0-1 0 0,31-2 55 0 0,-29 2-82 0 0,22-4-183 0 0,0 0 1 0 0,-1-2 0 0 0,42-14-1 0 0,-49 13-535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30.0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10 8287 0 0,'-2'-5'368'0'0,"2"3"80"0"0,2 1-360 0 0,-2-1-88 0 0,2 2 0 0 0,-1 2 1088 0 0,4-2 192 0 0,4 0 48 0 0,5 0 8 0 0,3 0-184 0 0,3 0-40 0 0,2 0-8 0 0,-1 0 0 0 0,1 0-752 0 0,-2-2-144 0 0,0 2-32 0 0,1 0-7936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30.3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 5063 0 0,'2'-9'570'0'0,"2"9"1416"0"0,8 14 2279 0 0,-11-12-3987 0 0,43 63 6786 0 0,19 34-3990 0 0,-24-37-2432 0 0,-35-56-605 0 0,5 8 97 0 0,13 27 0 0 0,-20-37-120 0 0,-1-1-1 0 0,1 1 1 0 0,-1-1 0 0 0,0 1-1 0 0,0-1 1 0 0,-1 1 0 0 0,1 0 0 0 0,-1 0-1 0 0,1-1 1 0 0,-1 1 0 0 0,0 0-1 0 0,-1-1 1 0 0,1 1 0 0 0,-2 5-1 0 0,1-7-8 0 0,0 1 0 0 0,0-1 0 0 0,-1 0 0 0 0,0 1 0 0 0,1-1-1 0 0,-1 0 1 0 0,0 0 0 0 0,0 0 0 0 0,0 0 0 0 0,0-1 0 0 0,0 1-1 0 0,-1 0 1 0 0,1-1 0 0 0,-1 0 0 0 0,1 1 0 0 0,-1-1-1 0 0,1 0 1 0 0,-1 0 0 0 0,1 0 0 0 0,-1-1 0 0 0,0 1 0 0 0,0-1-1 0 0,-4 1 1 0 0,-5 0 0 0 0,1 0-1 0 0,0-1 1 0 0,0-1 0 0 0,-18-2-1 0 0,24 2-44 0 0,0 0 0 0 0,-1-1-1 0 0,1 1 1 0 0,0-1 0 0 0,0 0 0 0 0,0-1 0 0 0,0 1-1 0 0,1-1 1 0 0,-1 0 0 0 0,1 0 0 0 0,-8-8-1 0 0,1 1-516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30.5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40 6103 0 0,'1'-2'100'0'0,"1"0"0"0"0,0 0-1 0 0,0 1 1 0 0,0-1-1 0 0,0 0 1 0 0,0 1-1 0 0,0-1 1 0 0,0 1 0 0 0,0 0-1 0 0,1 0 1 0 0,-1 0-1 0 0,1 0 1 0 0,-1 0-1 0 0,0 0 1 0 0,1 1 0 0 0,-1-1-1 0 0,1 1 1 0 0,4 0-1 0 0,48-4 3960 0 0,49-4 899 0 0,-1 3-4261 0 0,-76 5-6935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30.7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6791 0 0,'3'-1'123'0'0,"0"1"-1"0"0,1 0 1 0 0,-1 0-1 0 0,0 0 0 0 0,0 1 1 0 0,0-1-1 0 0,0 1 0 0 0,0-1 1 0 0,1 1-1 0 0,-1 0 0 0 0,0 0 1 0 0,-1 1-1 0 0,1-1 1 0 0,0 1-1 0 0,4 2 0 0 0,6 5 1932 0 0,22 18-1 0 0,-27-20-1219 0 0,17 15 731 0 0,-2 1 0 0 0,-1 0-1 0 0,0 2 1 0 0,27 41 0 0 0,-30-35-1245 0 0,-1 0 0 0 0,-2 0 0 0 0,-1 2 1 0 0,-1 0-1 0 0,-2 0 0 0 0,16 70 0 0 0,-25-90-311 0 0,-1 1 0 0 0,-1-1 0 0 0,0 1 0 0 0,0 0 0 0 0,-1 0 0 0 0,-1-1 0 0 0,0 1 0 0 0,-1 0 0 0 0,-1-1 0 0 0,0 1 0 0 0,-1-1 0 0 0,0 0 0 0 0,-1 0-1 0 0,0-1 1 0 0,-1 1 0 0 0,-1-1 0 0 0,0 0 0 0 0,0-1 0 0 0,-1 1 0 0 0,-16 15 0 0 0,-27 24-1609 0 0,23-24-6400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44.4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81 2759 0 0,'-1'-1'251'0'0,"1"0"0"0"0,-1 0 0 0 0,1 1 0 0 0,0-1-1 0 0,-1 0 1 0 0,1 0 0 0 0,0 0 0 0 0,0 0-1 0 0,-1 0 1 0 0,1 0 0 0 0,0 0 0 0 0,0 0 0 0 0,0-1-1 0 0,0 1 1 0 0,0 0 0 0 0,1 0 0 0 0,-1 0-1 0 0,0 0 1 0 0,0 0 0 0 0,1 0 0 0 0,-1 0 0 0 0,0 1-1 0 0,1-1 1 0 0,-1 0 0 0 0,1 0 0 0 0,-1 0-1 0 0,1 0 1 0 0,0 0 0 0 0,-1 1 0 0 0,1-1 0 0 0,0 0-1 0 0,0 0 1 0 0,-1 1 0 0 0,1-1 0 0 0,0 1-1 0 0,0-1 1 0 0,0 1 0 0 0,0-1 0 0 0,0 1 0 0 0,0-1-1 0 0,0 1 1 0 0,1-1 0 0 0,6-1 671 0 0,0 0 1 0 0,0 0 0 0 0,0 0-1 0 0,11 0 1 0 0,-12 2-577 0 0,76-17 1889 0 0,-65 12-2043 0 0,0 1 1 0 0,0 1 0 0 0,0 0 0 0 0,1 2 0 0 0,-1 0 0 0 0,23 1 0 0 0,-13 6 112 0 0,-27-5-415 0 0,0-1-1 0 0,0 0 1 0 0,0 1 0 0 0,1-1-1 0 0,-1 1 1 0 0,0 0-1 0 0,0-1 1 0 0,0 1 0 0 0,0 0-1 0 0,0 0 1 0 0,0-1-1 0 0,-1 1 1 0 0,1 0 0 0 0,0 0-1 0 0,0 0 1 0 0,-1 0-1 0 0,1 0 1 0 0,0 0 0 0 0,-1 0-1 0 0,1 2 1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44.6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22 1839 0 0,'-1'1'160'0'0,"1"-1"-1"0"0,-1 0 1 0 0,1 0-1 0 0,-1 1 0 0 0,1-1 1 0 0,-1 0-1 0 0,1 1 1 0 0,-1-1-1 0 0,1 0 0 0 0,0 1 1 0 0,-1-1-1 0 0,1 1 0 0 0,-1-1 1 0 0,1 0-1 0 0,0 1 1 0 0,0-1-1 0 0,-1 1 0 0 0,1-1 1 0 0,0 1-1 0 0,0-1 1 0 0,-1 1-1 0 0,1-1 0 0 0,0 1 1 0 0,0 0-1 0 0,0-1 0 0 0,2 8 6785 0 0,2-6-5778 0 0,-1 0-809 0 0,0-1 0 0 0,1 0 0 0 0,-1 0 0 0 0,0 0 0 0 0,0 0 0 0 0,1-1 0 0 0,-1 1 0 0 0,1-1 0 0 0,-1 0 0 0 0,0 0 0 0 0,1 0 1 0 0,-1 0-1 0 0,1-1 0 0 0,-1 1 0 0 0,4-2 0 0 0,53-19 1511 0 0,-40 13-1598 0 0,41-10 1 0 0,-56 19-292 0 0,-8 4-35 0 0,-7 5-220 0 0,10-10 252 0 0,-27 19-4377 0 0,16-14-2077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59.2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0 467 6447 0 0,'0'0'499'0'0,"1"0"-328"0"0,0 2 497 0 0,9-13 3436 0 0,-3-2-2887 0 0,0-1 0 0 0,-2 0 1 0 0,0 0-1 0 0,4-17 0 0 0,9-60 1038 0 0,-14 58-1990 0 0,-1 0 1 0 0,-1 0-1 0 0,-2-1 0 0 0,-2 1 1 0 0,-1 0-1 0 0,-9-44 0 0 0,10 72-115 0 0,1 7-43 0 0,0 12 3 0 0,0 21-177 0 0,1-4 4 0 0,9 278-6 0 0,-8-289 249 0 0,2 0 0 0 0,7 27-1 0 0,-8-40-441 0 0,0-1 0 0 0,0 1 0 0 0,1-1 0 0 0,0 0 0 0 0,7 11-1 0 0,-8-14-376 0 0,1 0 0 0 0,-1 0 0 0 0,1-1 0 0 0,-1 1 0 0 0,1-1 0 0 0,0 1 0 0 0,4 1 0 0 0,6 3-6287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8:59.5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23 138 4143 0 0,'-4'-4'243'0'0,"-5"-4"92"0"0,6 9 406 0 0,2 7 882 0 0,1-2-1127 0 0,0-1 1 0 0,1 1 0 0 0,-1-1-1 0 0,1 1 1 0 0,1-1 0 0 0,-1 1-1 0 0,1-1 1 0 0,0 1-1 0 0,0-1 1 0 0,0 0 0 0 0,1 0-1 0 0,0 0 1 0 0,0-1 0 0 0,4 6-1 0 0,-2-4-114 0 0,1-1 0 0 0,-1 0 1 0 0,1 0-1 0 0,0 0 0 0 0,1 0 0 0 0,-1-1 0 0 0,1 0 0 0 0,0-1 0 0 0,11 5 0 0 0,-8-4-190 0 0,1 0 1 0 0,1-1-1 0 0,-1-1 0 0 0,0 0 0 0 0,0 0 0 0 0,1-1 0 0 0,-1-1 1 0 0,1 0-1 0 0,-1 0 0 0 0,1-1 0 0 0,-1-1 0 0 0,0 0 1 0 0,21-6-1 0 0,-26 6-147 0 0,-1 0-1 0 0,0-1 1 0 0,1 0 0 0 0,-1 0-1 0 0,-1 0 1 0 0,1 0 0 0 0,0-1-1 0 0,-1 0 1 0 0,0 0-1 0 0,0 0 1 0 0,0 0 0 0 0,0-1-1 0 0,0 1 1 0 0,3-7 0 0 0,-5 7-22 0 0,-1 0 1 0 0,1 0-1 0 0,-1 0 0 0 0,1 0 1 0 0,-1-1-1 0 0,0 1 1 0 0,0 0-1 0 0,-1 0 0 0 0,0-1 1 0 0,1 1-1 0 0,-1 0 1 0 0,-1-1-1 0 0,1 1 0 0 0,-1 0 1 0 0,1 0-1 0 0,-1-1 1 0 0,0 1-1 0 0,-1 0 0 0 0,1 0 1 0 0,-3-4-1 0 0,-1-3-23 0 0,0 1 0 0 0,-1 1 0 0 0,0-1 0 0 0,-1 1 0 0 0,0 0 0 0 0,0 0 0 0 0,-1 1 0 0 0,-16-14 0 0 0,20 19 0 0 0,0 0 0 0 0,0 0 0 0 0,0 1 0 0 0,0 0 0 0 0,0 0 0 0 0,-1 0 0 0 0,1 0 0 0 0,-1 1 0 0 0,1-1 0 0 0,-1 1 0 0 0,1 0 0 0 0,-1 1 0 0 0,0-1 0 0 0,0 1 0 0 0,1 0 0 0 0,-1 0 0 0 0,0 0 0 0 0,1 1 0 0 0,-1 0 0 0 0,0 0 0 0 0,1 0 0 0 0,-1 0 0 0 0,-7 4 0 0 0,-2 2 0 0 0,1 1 0 0 0,1 0 0 0 0,-1 1 0 0 0,1 1 0 0 0,0 0 0 0 0,1 0 0 0 0,1 1 0 0 0,-1 1 0 0 0,2 0 0 0 0,-1 0 0 0 0,2 0 0 0 0,-13 25 0 0 0,19-33-11 0 0,0 0 0 0 0,0 0-1 0 0,1 1 1 0 0,0-1 0 0 0,-1 1 0 0 0,1 0-1 0 0,1-1 1 0 0,-1 1 0 0 0,1 4 0 0 0,0-7-145 0 0,0 0 0 0 0,0 0 1 0 0,1 0-1 0 0,-1 0 0 0 0,1 0 0 0 0,-1 0 1 0 0,1 0-1 0 0,0 0 0 0 0,0 0 1 0 0,0 0-1 0 0,0-1 0 0 0,0 1 1 0 0,0 0-1 0 0,0-1 0 0 0,0 1 1 0 0,1-1-1 0 0,-1 1 0 0 0,1-1 1 0 0,-1 0-1 0 0,1 0 0 0 0,0 1 1 0 0,3 0-1 0 0,11 6-6631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00.0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1 181 7831 0 0,'1'-5'190'0'0,"0"1"-85"0"0,-1 0-1 0 0,1 0 1 0 0,1 0-1 0 0,2-6 1 0 0,-3 9-57 0 0,0-1 1 0 0,0 1 0 0 0,0 0-1 0 0,0-1 1 0 0,0 1 0 0 0,0 0-1 0 0,0 0 1 0 0,0 0-1 0 0,1 0 1 0 0,-1 0 0 0 0,0 0-1 0 0,1 1 1 0 0,-1-1 0 0 0,1 0-1 0 0,2 0 1 0 0,22-8 988 0 0,-1 0 422 0 0,0 1 1 0 0,38-6-1 0 0,-56 13-1147 0 0,1 0 1 0 0,-1 0-1 0 0,1 1 1 0 0,0 0-1 0 0,-1 1 1 0 0,1 0-1 0 0,0 0 1 0 0,-1 0-1 0 0,1 1 0 0 0,-1 0 1 0 0,0 1-1 0 0,0-1 1 0 0,8 5-1 0 0,-12-5-217 0 0,0-1 0 0 0,0 1 0 0 0,0 0 0 0 0,-1 0 0 0 0,1 1 0 0 0,0-1 0 0 0,-1 1-1 0 0,0-1 1 0 0,1 1 0 0 0,-1 0 0 0 0,0 0 0 0 0,0 0 0 0 0,-1 0 0 0 0,1 0 0 0 0,-1 0 0 0 0,3 5 0 0 0,-3-2-43 0 0,0-1 1 0 0,-1 0-1 0 0,1 1 1 0 0,-1-1-1 0 0,0 0 1 0 0,0 1-1 0 0,0-1 1 0 0,-1 0-1 0 0,-2 10 1 0 0,-3 3-14 0 0,0 0 0 0 0,-2 0 0 0 0,0-1 0 0 0,-19 31 0 0 0,10-23 44 0 0,11-16-22 0 0,0 0-1 0 0,0 0 1 0 0,1 1 0 0 0,-6 12-1 0 0,11-22-59 0 0,0 0 0 0 0,0 1 0 0 0,0-1-1 0 0,0 0 1 0 0,0 0 0 0 0,0 0 0 0 0,0 0 0 0 0,0 0-1 0 0,0 0 1 0 0,0 0 0 0 0,0 0 0 0 0,0 0 0 0 0,-1 1-1 0 0,1-1 1 0 0,0 0 0 0 0,0 0 0 0 0,0 0 0 0 0,0 0 0 0 0,0 0-1 0 0,0 0 1 0 0,0 0 0 0 0,0 0 0 0 0,0 1 0 0 0,0-1-1 0 0,0 0 1 0 0,0 0 0 0 0,1 0 0 0 0,-1 0 0 0 0,0 0-1 0 0,0 0 1 0 0,0 0 0 0 0,0 0 0 0 0,0 1 0 0 0,0-1-1 0 0,0 0 1 0 0,0 0 0 0 0,0 0 0 0 0,0 0 0 0 0,0 0-1 0 0,0 0 1 0 0,0 0 0 0 0,0 0 0 0 0,1 0 0 0 0,-1 0 0 0 0,0 0-1 0 0,0 0 1 0 0,6-2 41 0 0,6-8 6 0 0,7-11-31 0 0,-1 0-1 0 0,-1-1 1 0 0,24-40-1 0 0,33-78 108 0 0,0 0-58 0 0,-67 131-66 0 0,-6 14 0 0 0,-7 17 0 0 0,-16 27 0 0 0,7-17 0 0 0,1 1 0 0 0,1 1 0 0 0,-10 44 0 0 0,23-77-1 0 0,-5 23 28 0 0,-3 42 1 0 0,7-60 4 0 0,1 0 1 0 0,0 0 0 0 0,0 0 0 0 0,1 0 0 0 0,0 0-1 0 0,0 0 1 0 0,0 1 0 0 0,1-2 0 0 0,0 1 0 0 0,0 0 0 0 0,0 0-1 0 0,6 8 1 0 0,-6-12-42 0 0,0 1 0 0 0,0-1 0 0 0,0 1 0 0 0,1-1 0 0 0,-1 0 1 0 0,1 0-1 0 0,-1 0 0 0 0,1 0 0 0 0,0 0 0 0 0,0-1 0 0 0,0 1 0 0 0,5 1 0 0 0,-2-1 149 0 0,1 0-1 0 0,-1-1 1 0 0,0 0 0 0 0,0 0-1 0 0,1-1 1 0 0,7 0 0 0 0,-2-1-461 0 0,0 0 0 0 0,18-4 0 0 0,17-10-5616 0 0,-32 9-1217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00.2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85 4143 0 0,'0'0'44'0'0,"0"-1"-1"0"0,-1 1 1 0 0,1-1-1 0 0,0 1 0 0 0,0-1 1 0 0,0 1-1 0 0,0-1 0 0 0,0 1 1 0 0,0-1-1 0 0,0 1 0 0 0,0-1 1 0 0,0 1-1 0 0,0-1 0 0 0,0 1 1 0 0,0-1-1 0 0,0 1 1 0 0,0-1-1 0 0,0 1 0 0 0,0-1 1 0 0,1 1-1 0 0,-1-1 0 0 0,0 1 1 0 0,0 0-1 0 0,1-1 0 0 0,-1 1 1 0 0,0-1-1 0 0,0 1 0 0 0,1 0 1 0 0,-1-1-1 0 0,1 1 1 0 0,-1 0-1 0 0,0-1 0 0 0,1 1 1 0 0,-1 0-1 0 0,1-1 0 0 0,-1 1 1 0 0,0 0-1 0 0,1 0 0 0 0,-1 0 1 0 0,1-1-1 0 0,-1 1 0 0 0,2 0 1 0 0,27-6 2635 0 0,-20 5-2311 0 0,89-18 3803 0 0,-12 2-2722 0 0,109-7 1 0 0,-163 23-1552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00.5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1 192 3223 0 0,'0'-3'215'0'0,"0"0"-1"0"0,1 0 0 0 0,-1 0 0 0 0,1 1 0 0 0,0-1 0 0 0,0 0 0 0 0,0 0 0 0 0,0 0 1 0 0,0 1-1 0 0,4-6 0 0 0,19-23 3508 0 0,-9 13-2078 0 0,0-3 157 0 0,-8 10-559 0 0,1 1 0 0 0,0 0 0 0 0,0 0 0 0 0,1 1 0 0 0,0 0 0 0 0,17-12 1 0 0,-25 20-1196 0 0,0 0 1 0 0,-1 1 0 0 0,1-1 0 0 0,0 1 0 0 0,0 0 0 0 0,0-1 0 0 0,-1 1 0 0 0,1 0 0 0 0,0-1 0 0 0,0 1 0 0 0,0 0 0 0 0,0 0-1 0 0,0 0 1 0 0,0-1 0 0 0,0 1 0 0 0,0 0 0 0 0,-1 1 0 0 0,1-1 0 0 0,0 0 0 0 0,0 0 0 0 0,0 0 0 0 0,1 1 0 0 0,-1-1-18 0 0,-1 1 0 0 0,1-1 0 0 0,0 1 0 0 0,-1 0 0 0 0,1-1 0 0 0,-1 1 0 0 0,1 0 0 0 0,-1 0 0 0 0,1-1 0 0 0,-1 1 0 0 0,0 0 0 0 0,1 0 0 0 0,-1 0 0 0 0,0 0 0 0 0,0-1 0 0 0,1 1 0 0 0,-1 0 0 0 0,0 1 0 0 0,0 5 39 0 0,0 0 0 0 0,0-1 0 0 0,-1 1 0 0 0,-2 11 0 0 0,-11 44-98 0 0,-8 39 45 0 0,21-90-18 0 0,0 1 0 0 0,0-1-1 0 0,1 1 1 0 0,1-1-1 0 0,0 1 1 0 0,5 20-1 0 0,-5-28-17 0 0,0 0 0 0 0,1 0-1 0 0,-1 0 1 0 0,1 0-1 0 0,0-1 1 0 0,0 1 0 0 0,1-1-1 0 0,4 6 1 0 0,7 4-6470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03.4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62 5063 0 0,'4'-7'234'0'0,"-3"5"143"0"0,1-1 0 0 0,0 0 0 0 0,-1 1 0 0 0,0-1-1 0 0,0 0 1 0 0,0 0 0 0 0,0 1 0 0 0,0-1 0 0 0,-1 0 0 0 0,1 0 0 0 0,-1 0 0 0 0,0 0 0 0 0,0 0 0 0 0,0 0-1 0 0,0-4 1 0 0,0 7-311 0 0,0 0-1 0 0,0-1 0 0 0,-1 1 0 0 0,1 0 1 0 0,0 0-1 0 0,0-1 0 0 0,0 1 1 0 0,0 0-1 0 0,-1-1 0 0 0,1 1 0 0 0,0 0 1 0 0,0 0-1 0 0,0-1 0 0 0,-1 1 1 0 0,1 0-1 0 0,0 0 0 0 0,0 0 0 0 0,-1-1 1 0 0,1 1-1 0 0,0 0 0 0 0,-1 0 1 0 0,1 0-1 0 0,0 0 0 0 0,-1 0 0 0 0,1-1 1 0 0,0 1-1 0 0,-1 0 0 0 0,1 0 1 0 0,0 0-1 0 0,-1 0 0 0 0,1 0 0 0 0,0 0 1 0 0,-1 0-1 0 0,1 0 0 0 0,0 0 1 0 0,-1 0-1 0 0,1 0 0 0 0,0 1 0 0 0,-1-1 1 0 0,1 0-1 0 0,0 0 0 0 0,0 0 0 0 0,-1 0 1 0 0,1 0-1 0 0,0 1 0 0 0,-1-1 1 0 0,1 0-1 0 0,0 0 0 0 0,0 1 0 0 0,-1-1 1 0 0,1 0-1 0 0,0 0 0 0 0,0 1 1 0 0,0-1-1 0 0,-1 0 0 0 0,-11 15 1762 0 0,8-7-1431 0 0,1 0 0 0 0,0 0 0 0 0,0 0 0 0 0,1 0 0 0 0,0 1 0 0 0,1-1 0 0 0,-1 15 0 0 0,3 62 657 0 0,-1-80-981 0 0,9 94 335 0 0,-6-85-375 0 0,-1 0 0 0 0,2-1 1 0 0,0 1-1 0 0,11 24 0 0 0,-9-32-92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03.6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15 107 2303 0 0,'-3'-3'56'0'0,"2"2"-34"0"0,0 0 1 0 0,0 0 0 0 0,0-1 0 0 0,0 1-1 0 0,0 0 1 0 0,0 0 0 0 0,0-1-1 0 0,0 1 1 0 0,0 0 0 0 0,1-1 0 0 0,-1 1-1 0 0,0-3 1 0 0,3 2 560 0 0,0 1 1 0 0,-1-1-1 0 0,1 1 0 0 0,0 0 1 0 0,0-1-1 0 0,0 1 0 0 0,1 0 1 0 0,-1 0-1 0 0,0 0 0 0 0,3 0 1 0 0,1-2 432 0 0,16-6 704 0 0,0 1 0 0 0,1 1 0 0 0,32-7 0 0 0,-48 13-1602 0 0,104-20 1097 0 0,-62 15-6256 0 0,-24 4-651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04.1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63 2759 0 0,'-9'-22'1544'0'0,"10"39"6362"0"0,2-4-6912 0 0,1 0 1 0 0,1 0 0 0 0,-1-1 0 0 0,2 1 0 0 0,0-1-1 0 0,14 21 1 0 0,-3-10-134 0 0,1 0-1 0 0,29 27 1 0 0,-31-35-743 0 0,-1 2 1 0 0,0 0-1 0 0,-1 1 1 0 0,18 29 0 0 0,-29-42-95 0 0,0 1 0 0 0,0 0 0 0 0,-1-1 0 0 0,1 1 1 0 0,-1 0-1 0 0,-1 0 0 0 0,1 0 0 0 0,-1 1 0 0 0,0-1 1 0 0,0 0-1 0 0,-1 0 0 0 0,0 1 0 0 0,0-1 1 0 0,-1 0-1 0 0,1 0 0 0 0,-1 1 0 0 0,0-1 0 0 0,-1 0 1 0 0,0 0-1 0 0,-5 11 0 0 0,5-13-21 0 0,0-1-1 0 0,0 0 1 0 0,0 0-1 0 0,-1 0 1 0 0,1 0-1 0 0,-1 0 1 0 0,0 0-1 0 0,0-1 1 0 0,0 1-1 0 0,0-1 1 0 0,0 0 0 0 0,-1 0-1 0 0,1 0 1 0 0,-1 0-1 0 0,1-1 1 0 0,-1 1-1 0 0,0-1 1 0 0,0 0-1 0 0,-4 1 1 0 0,-4-1 8 0 0,1 1 0 0 0,-1-2 0 0 0,0 1 0 0 0,1-2 0 0 0,-15-1 0 0 0,20 1-9 0 0,0 0-1 0 0,-1-1 0 0 0,1 0 0 0 0,0 0 1 0 0,0 0-1 0 0,1 0 0 0 0,-1-1 0 0 0,0 0 0 0 0,1-1 1 0 0,-10-7-1 0 0,13 10-1 0 0,0-1 0 0 0,0 1 0 0 0,1-1-1 0 0,-1 0 1 0 0,0 1 0 0 0,1-1 0 0 0,0 0 0 0 0,-1 0 0 0 0,1 0 0 0 0,0 0 0 0 0,0-1 0 0 0,0 1 0 0 0,0 0 0 0 0,0 0 0 0 0,1 0-1 0 0,-1-1 1 0 0,1 1 0 0 0,0-1 0 0 0,-1 1 0 0 0,1 0 0 0 0,0-1 0 0 0,0 1 0 0 0,0 0 0 0 0,1-1 0 0 0,-1 1 0 0 0,1 0 0 0 0,-1-1-1 0 0,1 1 1 0 0,0 0 0 0 0,0-1 0 0 0,1-2 0 0 0,4-5 0 0 0,1-1 0 0 0,0 1 0 0 0,1 0 0 0 0,11-11 0 0 0,41-35 0 0 0,6-6 0 0 0,-57 53 0 0 0,-1-2 0 0 0,1 1 0 0 0,-2-1 0 0 0,0 0 0 0 0,0-1 0 0 0,-1 1 0 0 0,-1-1 0 0 0,8-22 0 0 0,-11 27 0 0 0,-1 1 0 0 0,0-1 0 0 0,0 0 0 0 0,0 0 0 0 0,-1 1 0 0 0,0-1 0 0 0,0 0 0 0 0,-1 1 0 0 0,1-1 0 0 0,-2 0 0 0 0,1 1 0 0 0,-1-1 0 0 0,0 1 0 0 0,0-1 0 0 0,-1 1 0 0 0,0 0 0 0 0,0 0 0 0 0,-7-11 0 0 0,9 15 0 0 0,-1 1 0 0 0,1-1 0 0 0,0 0 0 0 0,-1 1 0 0 0,1-1 0 0 0,-1 1 0 0 0,0 0 0 0 0,1-1 0 0 0,-1 1 0 0 0,0 0 0 0 0,0 0 0 0 0,0 0 0 0 0,0 0 0 0 0,1 0 0 0 0,-1 1 0 0 0,-1-1 0 0 0,1 1 0 0 0,0-1 0 0 0,0 1 0 0 0,0 0 0 0 0,0-1 0 0 0,0 1 0 0 0,0 0 0 0 0,0 0 0 0 0,0 1 0 0 0,0-1 0 0 0,-1 0 0 0 0,1 1 0 0 0,0-1 0 0 0,0 1 0 0 0,0 0 0 0 0,0 0 0 0 0,1 0 0 0 0,-1 0 0 0 0,0 0 0 0 0,0 0 0 0 0,-2 2 0 0 0,0 0 0 0 0,-1 0 0 0 0,1 1 0 0 0,0 0 0 0 0,1-1 0 0 0,-1 1 0 0 0,1 1 0 0 0,-1-1 0 0 0,1 0 0 0 0,0 1 0 0 0,1-1 0 0 0,-1 1 0 0 0,1 0 0 0 0,0 0 0 0 0,-1 5 0 0 0,2-5-213 0 0,0 0-1 0 0,1 1 1 0 0,-1-1-1 0 0,1 0 1 0 0,1 0-1 0 0,-1 0 1 0 0,1 0 0 0 0,0 0-1 0 0,0 0 1 0 0,2 7-1 0 0,2 4-7230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04.6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1 157 3679 0 0,'0'-1'115'0'0,"0"1"-1"0"0,0 0 0 0 0,-1-1 1 0 0,1 1-1 0 0,0-1 0 0 0,0 1 0 0 0,0-1 1 0 0,0 1-1 0 0,0-1 0 0 0,0 1 1 0 0,0 0-1 0 0,0-1 0 0 0,0 1 0 0 0,0-1 1 0 0,0 1-1 0 0,1-1 0 0 0,-1 1 1 0 0,0-1-1 0 0,0 1 0 0 0,0 0 0 0 0,0-1 1 0 0,1 1-1 0 0,-1 0 0 0 0,0-1 1 0 0,0 1-1 0 0,1-1 0 0 0,-1 1 0 0 0,0 0 1 0 0,1 0-1 0 0,-1-1 0 0 0,0 1 1 0 0,1 0-1 0 0,-1-1 0 0 0,1 1 0 0 0,-1 0 1 0 0,0 0-1 0 0,1 0 0 0 0,-1 0 1 0 0,1-1-1 0 0,-1 1 0 0 0,1 0 0 0 0,-1 0 1 0 0,1 0-1 0 0,-1 0 0 0 0,1 0 0 0 0,29-3 3491 0 0,-20 2-2483 0 0,13-1 232 0 0,1 1-1 0 0,-1 1 1 0 0,0 1 0 0 0,25 4-1 0 0,-37-3-1172 0 0,0 0-1 0 0,0 1 0 0 0,0 0 1 0 0,0 1-1 0 0,-1 0 0 0 0,1 0 1 0 0,-1 1-1 0 0,0 1 0 0 0,-1 0 1 0 0,14 10-1 0 0,-19-13-168 0 0,-1 1 0 0 0,1-1 0 0 0,-1 1 0 0 0,0 0 0 0 0,0 0 0 0 0,0 0 0 0 0,-1 1 0 0 0,0-1 0 0 0,0 0 0 0 0,0 1 0 0 0,0 0 0 0 0,0-1 0 0 0,-1 1 0 0 0,0 0 0 0 0,0 0 0 0 0,-1 0 0 0 0,1-1 0 0 0,-1 1 0 0 0,0 0 0 0 0,0 0 0 0 0,0 0 0 0 0,-1 0 0 0 0,0 0 0 0 0,0 0 0 0 0,0 0 0 0 0,-2 4 0 0 0,-2 5 19 0 0,-1 0-1 0 0,-1-1 1 0 0,0 1-1 0 0,0-1 1 0 0,-1-1-1 0 0,-1 1 1 0 0,-14 14-1 0 0,17-19 2 0 0,8-9 40 0 0,12-14 56 0 0,59-72-129 0 0,-23 28-14 0 0,-21 22 15 0 0,32-51 0 0 0,-50 70 0 0 0,-1-1 0 0 0,-1 0 0 0 0,-1 0 0 0 0,0-1 0 0 0,5-25 0 0 0,-11 27-64 0 0,-5 14 20 0 0,-5 9 24 0 0,-1 7 46 0 0,0 0-1 0 0,1 0 1 0 0,0 1-1 0 0,1 1 1 0 0,-9 24-1 0 0,9-24-18 0 0,-2 9-29 0 0,0-1 1 0 0,2 1-1 0 0,-6 28 0 0 0,10-38 14 0 0,1 0-1 0 0,1 0 0 0 0,0 0 0 0 0,1 0 0 0 0,0 0 0 0 0,1 0 1 0 0,4 20-1 0 0,-4-30 15 0 0,0 0 1 0 0,0 0 0 0 0,0 0-1 0 0,0 0 1 0 0,1 0-1 0 0,-1 0 1 0 0,1 0 0 0 0,0 0-1 0 0,0-1 1 0 0,0 1-1 0 0,0-1 1 0 0,0 1 0 0 0,0-1-1 0 0,1 0 1 0 0,2 2-1 0 0,-1-1-2 0 0,1-1-1 0 0,-1 1 0 0 0,1-1 0 0 0,0 0 1 0 0,0 0-1 0 0,0-1 0 0 0,0 1 0 0 0,8 0 1 0 0,1 0-19 0 0,-1-2 1 0 0,1 1 0 0 0,0-2-1 0 0,0 0 1 0 0,-1 0 0 0 0,16-5-1 0 0,-15 3-1566 0 0,-2-1-6123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04.8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67 6911 0 0,'-5'-3'304'0'0,"3"1"64"0"0,2-1-296 0 0,0 1-72 0 0,2 0 0 0 0,1 1 0 0 0,2-1 776 0 0,5 0 144 0 0,9-3 24 0 0,6 0 8 0 0,10 0 160 0 0,4-4 32 0 0,5 3 8 0 0,0-1 0 0 0,4 2-736 0 0,-2 1-136 0 0,-4 1-32 0 0,-3 3-6928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05.0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 6911 0 0,'3'-1'388'0'0,"0"0"0"0"0,0 1 0 0 0,0 0 0 0 0,0 0 0 0 0,0 0 0 0 0,0 0 0 0 0,0 0 0 0 0,0 1 0 0 0,0-1 0 0 0,-1 1 0 0 0,1-1 0 0 0,0 1 0 0 0,0 0 0 0 0,0 1 0 0 0,0-1 0 0 0,-1 0 0 0 0,1 1 0 0 0,-1-1 0 0 0,1 1 0 0 0,-1 0 0 0 0,4 3 0 0 0,-2-1 77 0 0,0 0 0 0 0,0 0 0 0 0,0 0 0 0 0,-1 1 0 0 0,1-1-1 0 0,-1 1 1 0 0,0 0 0 0 0,-1-1 0 0 0,1 1 0 0 0,-1 1 0 0 0,2 4 0 0 0,-2 2-250 0 0,-1-1 1 0 0,0 1-1 0 0,0-1 0 0 0,-1 1 1 0 0,-1-1-1 0 0,0 1 1 0 0,0-1-1 0 0,-4 13 1 0 0,-3 38-6 0 0,7-60-196 0 0,1 0 0 0 0,0 0-1 0 0,0 0 1 0 0,0 0 0 0 0,0 0-1 0 0,0 0 1 0 0,0 0 0 0 0,1 0 0 0 0,-1 0-1 0 0,1 0 1 0 0,-1 0 0 0 0,1 0-1 0 0,0 0 1 0 0,0 0 0 0 0,-1 0 0 0 0,2 0-1 0 0,-1-1 1 0 0,0 1 0 0 0,0 0-1 0 0,0-1 1 0 0,1 1 0 0 0,-1-1 0 0 0,1 1-1 0 0,-1-1 1 0 0,1 0 0 0 0,0 1-1 0 0,0-1 1 0 0,-1 0 0 0 0,1 0 0 0 0,0 0-1 0 0,0-1 1 0 0,0 1 0 0 0,0 0-1 0 0,0-1 1 0 0,0 1 0 0 0,0-1 0 0 0,0 0-1 0 0,0 0 1 0 0,0 1 0 0 0,0-1-1 0 0,4-1 1 0 0,14 0 28 0 0,1-1-1 0 0,0-1 1 0 0,-1-1-1 0 0,1-1 0 0 0,-1-1 1 0 0,-1-1-1 0 0,1 0 1 0 0,-1-2-1 0 0,0 0 1 0 0,18-12-1 0 0,-24 12-252 0 0,-5 1-98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11.2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58 5983 0 0,'-12'-5'9359'0'0,"12"5"-9263"0"0,19-9 4369 0 0,-16 8-5466 0 0,19-8 1450 0 0,0 1-1 0 0,1 1 1 0 0,0 2 0 0 0,1 0-1 0 0,-1 1 1 0 0,1 2 0 0 0,29-1-1 0 0,-45 4-895 0 0,0-1 0 0 0,0 1 0 0 0,9 3 0 0 0,-8-1-6977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11.6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75 8751 0 0,'3'-3'230'0'0,"0"-1"0"0"0,1 0 0 0 0,-1 1 0 0 0,1-1 0 0 0,0 1 0 0 0,0 0 0 0 0,0 0 0 0 0,0 1 0 0 0,0-1 0 0 0,0 1 0 0 0,1 0 0 0 0,8-3 0 0 0,9-2 850 0 0,0 0 0 0 0,0 1 0 0 0,0 2 0 0 0,1 0 1 0 0,27-1-1 0 0,-47 5-973 0 0,-1 0 1 0 0,1 0-1 0 0,-1 0 1 0 0,1 0-1 0 0,-1 1 1 0 0,1-1-1 0 0,-1 1 1 0 0,1 0-1 0 0,-1-1 1 0 0,0 1-1 0 0,1 0 1 0 0,-1 0-1 0 0,0 1 1 0 0,0-1-1 0 0,0 0 1 0 0,0 1-1 0 0,0-1 1 0 0,3 4-1 0 0,-4-4-58 0 0,0 1 0 0 0,0 0 0 0 0,0 0 0 0 0,0 0 0 0 0,-1-1 0 0 0,1 1 0 0 0,-1 0 0 0 0,1 0 0 0 0,-1 0 0 0 0,0 0 0 0 0,0 0 0 0 0,1 0 0 0 0,-1 0 0 0 0,-1 0 0 0 0,1 0 0 0 0,0 0 0 0 0,0 0-1 0 0,-1 0 1 0 0,1 0 0 0 0,-1 0 0 0 0,0-1 0 0 0,1 1 0 0 0,-3 3 0 0 0,0 2-19 0 0,-1-1 0 0 0,0 0 0 0 0,-1 1 0 0 0,1-2 0 0 0,-1 1 1 0 0,0 0-1 0 0,-6 4 0 0 0,-45 35 75 0 0,27-23 133 0 0,28-18-94 0 0,7-3-91 0 0,13-2-67 0 0,-12 1 23 0 0,5 0 4 0 0,1 1 0 0 0,0 0 0 0 0,-1 0-1 0 0,1 1 1 0 0,0 1 0 0 0,-1 0 0 0 0,19 9 0 0 0,-26-10 14 0 0,1 0 1 0 0,-2 1 0 0 0,1 0 0 0 0,0 0-1 0 0,0 0 1 0 0,-1 1 0 0 0,0 0 0 0 0,0 0-1 0 0,0 0 1 0 0,0 0 0 0 0,0 0 0 0 0,-1 1-1 0 0,0 0 1 0 0,0 0 0 0 0,0 0 0 0 0,-1 0-1 0 0,1 0 1 0 0,-1 0 0 0 0,2 10-1 0 0,-3-10-1 0 0,0 1-1 0 0,0-1 0 0 0,-1 1 0 0 0,0-1 0 0 0,0 1 1 0 0,0 0-1 0 0,-1-1 0 0 0,1 1 0 0 0,-1-1 0 0 0,-1 1 0 0 0,1-1 1 0 0,-1 0-1 0 0,0 1 0 0 0,0-1 0 0 0,-1 0 0 0 0,1 0 0 0 0,-1 0 1 0 0,0-1-1 0 0,0 1 0 0 0,-1-1 0 0 0,1 1 0 0 0,-1-1 1 0 0,-7 6-1 0 0,4-5 10 0 0,1 0 0 0 0,0-1 0 0 0,-1 0 0 0 0,0 0 0 0 0,0 0 0 0 0,0-1-1 0 0,-1 0 1 0 0,1 0 0 0 0,-1-1 0 0 0,0 0 0 0 0,1 0 0 0 0,-1-1 0 0 0,0 0 0 0 0,0 0 0 0 0,0-1 0 0 0,-9 0 0 0 0,4-2-3 0 0,1 0 0 0 0,-1-1 0 0 0,1-1 0 0 0,0 0 0 0 0,-12-6 0 0 0,21 9-32 0 0,-3-1-357 0 0,5 1-54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12.7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10 147 4607 0 0,'-6'-26'1108'0'0,"5"22"181"0"0,0-1 0 0 0,1 0 0 0 0,-1 0-1 0 0,1 0 1 0 0,0 1 0 0 0,1-8 0 0 0,-1 12-1152 0 0,0-1 0 0 0,0 1 1 0 0,1 0-1 0 0,-1 0 0 0 0,0-1 1 0 0,0 1-1 0 0,0 0 0 0 0,1 0 1 0 0,-1-1-1 0 0,0 1 0 0 0,0 0 1 0 0,1 0-1 0 0,-1 0 1 0 0,0 0-1 0 0,0-1 0 0 0,1 1 1 0 0,-1 0-1 0 0,0 0 0 0 0,1 0 1 0 0,-1 0-1 0 0,0 0 0 0 0,1 0 1 0 0,-1 0-1 0 0,0 0 0 0 0,0 0 1 0 0,1 0-1 0 0,-1 0 1 0 0,0 0-1 0 0,1 0 0 0 0,-1 0 1 0 0,0 0-1 0 0,1 0 0 0 0,-1 0 1 0 0,0 0-1 0 0,1 0 0 0 0,-1 1 1 0 0,17 4 831 0 0,-11-2-454 0 0,7 0-418 0 0,0 1 0 0 0,0-2 0 0 0,0 0-1 0 0,0-1 1 0 0,1 0 0 0 0,-1-1 0 0 0,0 0 0 0 0,1-1-1 0 0,18-4 1 0 0,-17 2-8 0 0,0 0 0 0 0,0-2 0 0 0,0 0 0 0 0,-1-1 0 0 0,0 0 0 0 0,0-1 0 0 0,24-16 0 0 0,-29 13 26 0 0,-20 20 15 0 0,1 3-123 0 0,-15 28 0 0 0,14-23-9 0 0,-15 20 1 0 0,16-25 62 0 0,0 0-1 0 0,2 0 1 0 0,-10 17 0 0 0,16-25-43 0 0,0-1 1 0 0,0 1-1 0 0,0 0 1 0 0,1 1-1 0 0,-1-1 1 0 0,1 0-1 0 0,0 0 1 0 0,1 0-1 0 0,-1 1 1 0 0,1-1-1 0 0,0 0 1 0 0,0 1-1 0 0,2 6 0 0 0,-2-11-9 0 0,0 0 0 0 0,1 0 0 0 0,-1 0 0 0 0,0 1 0 0 0,1-1-1 0 0,-1 0 1 0 0,1 0 0 0 0,-1 0 0 0 0,1 0 0 0 0,-1-1 0 0 0,1 1-1 0 0,0 0 1 0 0,-1 0 0 0 0,1 0 0 0 0,1 1 0 0 0,-2-2-6 0 0,1 0 1 0 0,-1 0-1 0 0,1 0 0 0 0,-1 0 1 0 0,0 0-1 0 0,1 0 1 0 0,-1 0-1 0 0,1 0 0 0 0,-1 0 1 0 0,1 0-1 0 0,-1 0 0 0 0,1 0 1 0 0,-1 0-1 0 0,0-1 1 0 0,1 1-1 0 0,-1 0 0 0 0,1 0 1 0 0,-1 0-1 0 0,0-1 1 0 0,1 1-1 0 0,-1 0 0 0 0,1 0 1 0 0,-1-1-1 0 0,0 1 0 0 0,1 0 1 0 0,-1-1-1 0 0,0 1 1 0 0,0 0-1 0 0,1-1 0 0 0,-1 1 1 0 0,0-1-1 0 0,0 1 1 0 0,0 0-1 0 0,1-1 0 0 0,-1 1 1 0 0,0-1-1 0 0,6-11-8 0 0,-1 0-1 0 0,-1 0 1 0 0,1-1 0 0 0,-2 1-1 0 0,0-1 1 0 0,2-14 0 0 0,7-30-42 0 0,-11 53 35 0 0,1-1 1 0 0,0 1-1 0 0,0 0 1 0 0,1 0-1 0 0,-1 0 0 0 0,1 1 1 0 0,6-7-1 0 0,-5 5 4 0 0,-1 1 1 0 0,1-1-1 0 0,-1 0 0 0 0,4-7 0 0 0,5-9 8 0 0,-9 17 0 0 0,-1-1 0 0 0,1 1 0 0 0,-1-1 0 0 0,0 0 0 0 0,0 0 0 0 0,0 1 0 0 0,0-1 0 0 0,-1-1 0 0 0,1-4 0 0 0,-14 25 0 0 0,3 5 0 0 0,1-1 0 0 0,1 1 0 0 0,1 1 0 0 0,1-1 0 0 0,-4 36 0 0 0,-5 16 0 0 0,10-53 9 0 0,-16 54 129 0 0,17-64-116 0 0,-1 0 0 0 0,1 0 0 0 0,-2 0 1 0 0,0 0-1 0 0,-8 12 0 0 0,12-19-9 0 0,-1-1 0 0 0,1 1 0 0 0,0-1-1 0 0,0 1 1 0 0,-1-1 0 0 0,1 0 0 0 0,-1 0 0 0 0,1 1-1 0 0,-1-1 1 0 0,1 0 0 0 0,-1 0 0 0 0,0 0 0 0 0,1-1-1 0 0,-3 2 1 0 0,4-2-10 0 0,0 0 0 0 0,0 0 0 0 0,-1-1 0 0 0,1 1 0 0 0,0 0 0 0 0,0 0-1 0 0,0 0 1 0 0,0 0 0 0 0,0-1 0 0 0,0 1 0 0 0,0 0 0 0 0,0 0 0 0 0,0 0 0 0 0,0 0 0 0 0,0 0 0 0 0,0-1 0 0 0,0 1-1 0 0,0 0 1 0 0,0 0 0 0 0,0 0 0 0 0,0 0 0 0 0,1-1 0 0 0,-1 1 0 0 0,0 0 0 0 0,0 0 0 0 0,0 0 0 0 0,0 0 0 0 0,0 0-1 0 0,0 0 1 0 0,0-1 0 0 0,0 1 0 0 0,1 0 0 0 0,-1 0 0 0 0,0 0 0 0 0,0 0 0 0 0,0 0 0 0 0,0 0 0 0 0,0 0 0 0 0,0 0-1 0 0,1 0 1 0 0,-1 0 0 0 0,0-1 0 0 0,0 1 0 0 0,8-6 125 0 0,-5 4-128 0 0,-1 1 0 0 0,0 0 0 0 0,1 0 0 0 0,-1 0 0 0 0,1 0 0 0 0,-1 0 0 0 0,1 1 0 0 0,-1-1 0 0 0,4 0 0 0 0,1 1 0 0 0,6-2 0 0 0,0 0 0 0 0,0 1 0 0 0,22 2 0 0 0,-25 0 0 0 0,1-1 0 0 0,-1 0 0 0 0,0 0 0 0 0,0-1 0 0 0,15-4 0 0 0,-6 0-175 0 0,-1 0 0 0 0,0-2 0 0 0,-1 0 0 0 0,1-1 0 0 0,-1 0 0 0 0,27-20 0 0 0,-40 24-134 0 0,0 1 0 0 0,0-1 0 0 0,-1-1 0 0 0,1 1 1 0 0,-1 0-1 0 0,0-1 0 0 0,0 0 0 0 0,-1 1 0 0 0,4-11 1 0 0,-1 3-663 0 0,-1-1 1 0 0,4-24 0 0 0,-8 32 1250 0 0,-3 13 370 0 0,-4 16 612 0 0,-2 37 1107 0 0,-5 51-571 0 0,8-53-1538 0 0,-1 0 1 0 0,-25 93-1 0 0,20-113-1944 0 0,-2 3-6460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14.2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308 601 5527 0 0,'0'0'162'0'0,"0"1"-1"0"0,0 0 0 0 0,0 0 1 0 0,1 0-1 0 0,-1-1 0 0 0,0 1 1 0 0,0 0-1 0 0,1 0 0 0 0,-1-1 0 0 0,1 1 1 0 0,-1 0-1 0 0,0-1 0 0 0,1 1 1 0 0,0-1-1 0 0,-1 1 0 0 0,1 0 0 0 0,-1-1 1 0 0,1 1-1 0 0,0-1 0 0 0,-1 1 1 0 0,1-1-1 0 0,0 0 0 0 0,-1 1 1 0 0,1-1-1 0 0,0 0 0 0 0,0 1 0 0 0,-1-1 1 0 0,1 0-1 0 0,0 0 0 0 0,1 0 1 0 0,0 1 319 0 0,1-1 0 0 0,-1 1 1 0 0,1-1-1 0 0,-1 0 0 0 0,1 0 0 0 0,0 0 1 0 0,4-2-1 0 0,-2 1-144 0 0,0-1 1 0 0,0-1-1 0 0,0 1 0 0 0,0-1 0 0 0,0 0 1 0 0,-1 0-1 0 0,0 0 0 0 0,1-1 1 0 0,-1 1-1 0 0,0-1 0 0 0,-1 0 0 0 0,1 0 1 0 0,-1-1-1 0 0,1 1 0 0 0,-1-1 1 0 0,2-5-1 0 0,-1 2-190 0 0,0 0 0 0 0,0 0 0 0 0,-1 0 0 0 0,-1 0 0 0 0,1-1 1 0 0,-1 1-1 0 0,-1-1 0 0 0,1 0 0 0 0,-1-10 0 0 0,-1 15-117 0 0,0-1-1 0 0,-1 1 1 0 0,1 0 0 0 0,-1 0-1 0 0,0 0 1 0 0,0 0 0 0 0,0-1-1 0 0,0 1 1 0 0,-1 1 0 0 0,0-1-1 0 0,0 0 1 0 0,0 0 0 0 0,0 1-1 0 0,0-1 1 0 0,-6-5 0 0 0,3 5-11 0 0,1 0 0 0 0,-1 0 1 0 0,1 1-1 0 0,-1-1 0 0 0,0 1 1 0 0,-1 1-1 0 0,1-1 0 0 0,0 1 1 0 0,-1 0-1 0 0,-8-3 0 0 0,4 3-13 0 0,-1 0 0 0 0,1 1-1 0 0,0 0 1 0 0,-1 0-1 0 0,1 1 1 0 0,-1 0 0 0 0,1 1-1 0 0,-1 1 1 0 0,1-1-1 0 0,0 1 1 0 0,0 1 0 0 0,-16 6-1 0 0,16-4-5 0 0,0 0 0 0 0,0 1 0 0 0,1 1 0 0 0,-1-1 0 0 0,1 2 0 0 0,1-1 0 0 0,0 1 0 0 0,0 0 0 0 0,0 1 0 0 0,1 0 0 0 0,0 0 0 0 0,-10 19 0 0 0,14-22 0 0 0,0 1 0 0 0,0 0 0 0 0,0 0 0 0 0,1-1 0 0 0,0 1 0 0 0,0 1 0 0 0,1-1 0 0 0,0 0 0 0 0,0 0 0 0 0,1 0 0 0 0,-1 1 0 0 0,2-1 0 0 0,-1 0 0 0 0,1 0 0 0 0,0 1 0 0 0,1-1 0 0 0,0 0 0 0 0,0 0 0 0 0,0 0 0 0 0,1-1 0 0 0,4 9 0 0 0,-6-12 0 0 0,1 0 1 0 0,0-1-1 0 0,0 1 1 0 0,0-1-1 0 0,0 1 0 0 0,0-1 1 0 0,0 0-1 0 0,1 0 0 0 0,-1 0 1 0 0,1 0-1 0 0,0 0 0 0 0,-1 0 1 0 0,1-1-1 0 0,0 1 0 0 0,0-1 1 0 0,3 1-1 0 0,-2-1-1 0 0,1 0-1 0 0,0 0 1 0 0,-1-1 0 0 0,1 1-1 0 0,-1-1 1 0 0,1 0 0 0 0,0-1 0 0 0,-1 1-1 0 0,1-1 1 0 0,5-1 0 0 0,-1-1 17 0 0,0 0 1 0 0,0 0 0 0 0,-1-1 0 0 0,1 0 0 0 0,-1 0-1 0 0,0-1 1 0 0,0 0 0 0 0,0-1 0 0 0,-1 0-1 0 0,9-9 1 0 0,-2-1 38 0 0,0-1-1 0 0,-2 0 0 0 0,0-1 1 0 0,16-33-1 0 0,-12 16 0 0 0,19-64 0 0 0,-31 85-40 0 0,0 1-1 0 0,-1-1 0 0 0,-1 0 1 0 0,-1 0-1 0 0,0 0 0 0 0,0-1 1 0 0,-3-14-1 0 0,1 18-4 0 0,-1 0 0 0 0,0-1 0 0 0,-1 1 0 0 0,-1 0 0 0 0,0 1 0 0 0,0-1-1 0 0,-1 0 1 0 0,0 1 0 0 0,-8-10 0 0 0,6 8-9 0 0,-2 0 0 0 0,0 1 0 0 0,0 0 0 0 0,-1 0 0 0 0,0 1 0 0 0,-1 0 0 0 0,-23-15 0 0 0,30 22 0 0 0,0 0 0 0 0,0 1 0 0 0,-1 0 0 0 0,1 0 0 0 0,-1 0 0 0 0,0 1 0 0 0,0-1 0 0 0,0 1 0 0 0,1 0 0 0 0,-1 0 0 0 0,0 1 0 0 0,0 0 0 0 0,0 0 0 0 0,0 0 0 0 0,0 0 0 0 0,0 1 0 0 0,0 0 0 0 0,0 0 0 0 0,0 0 0 0 0,1 0 0 0 0,-1 1 0 0 0,0 0 0 0 0,1 0 0 0 0,-1 0 0 0 0,1 0 0 0 0,-6 5 0 0 0,1 0-22 0 0,1 0 0 0 0,-1 1 0 0 0,1 0 0 0 0,1 1 0 0 0,0 0 0 0 0,0 0 0 0 0,-9 15-1 0 0,-1 8-131 0 0,-13 34 0 0 0,21-45-43 0 0,1 1 0 0 0,-6 23 0 0 0,12-34-385 0 0,0 0-1 0 0,0 13 0 0 0,1-16-937 0 0,2-1-1 0 0,-1 1 0 0 0,3 14 1 0 0,3-1-4598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14.7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0 431 6911 0 0,'11'-10'1923'0'0,"74"-72"5782"0"0,-9-10-3883 0 0,-69 82-3615 0 0,0 0-1 0 0,-1-1 1 0 0,0 0 0 0 0,-1 0 0 0 0,0-1 0 0 0,-1 1 0 0 0,0-1 0 0 0,4-23 0 0 0,-7 30-180 0 0,0 0-1 0 0,-1 1 1 0 0,0-1 0 0 0,0 0-1 0 0,0 0 1 0 0,0 0 0 0 0,-1 0-1 0 0,0 0 1 0 0,0 0-1 0 0,0 1 1 0 0,-1-1 0 0 0,0 0-1 0 0,0 1 1 0 0,0-1-1 0 0,0 1 1 0 0,0 0 0 0 0,-1-1-1 0 0,0 1 1 0 0,0 1-1 0 0,0-1 1 0 0,0 0 0 0 0,-1 1-1 0 0,0-1 1 0 0,1 1 0 0 0,-6-3-1 0 0,8 5-25 0 0,0 0-1 0 0,-1 1 1 0 0,1-1 0 0 0,-1 0-1 0 0,1 0 1 0 0,-1 1-1 0 0,1-1 1 0 0,-1 1 0 0 0,1-1-1 0 0,-1 1 1 0 0,0 0-1 0 0,1-1 1 0 0,-1 1 0 0 0,0 0-1 0 0,1 0 1 0 0,-1 0-1 0 0,0 0 1 0 0,1 1 0 0 0,-4 0-1 0 0,3-1 0 0 0,0 1 1 0 0,0 0-1 0 0,0 1 0 0 0,0-1 0 0 0,1 0 1 0 0,-1 1-1 0 0,0-1 0 0 0,0 0 0 0 0,1 1 0 0 0,-1 0 1 0 0,1 0-1 0 0,-3 3 0 0 0,1 1 0 0 0,-1 0-1 0 0,1 1 1 0 0,0-1 0 0 0,1 1-1 0 0,-1 0 1 0 0,1 0 0 0 0,-2 14-1 0 0,3-5 1 0 0,1 0 0 0 0,0 1 0 0 0,1-1 0 0 0,6 31 0 0 0,20 65 0 0 0,-19-84 0 0 0,3 10 0 0 0,67 223 0 0 0,-65-219 2 0 0,11 28-55 0 0,-21-62 17 0 0,0-1 0 0 0,1 1-1 0 0,0-1 1 0 0,1 0 0 0 0,-1-1-1 0 0,11 12 1 0 0,1-5-4453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14.9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42 174 1375 0 0,'-10'-7'64'0'0,"7"5"-38"0"0,0 0 1 0 0,-1 0 0 0 0,1-1-1 0 0,0 1 1 0 0,1-1-1 0 0,-1 0 1 0 0,0 1 0 0 0,-2-5-1 0 0,4 5 326 0 0,1 1 0 0 0,0 0-1 0 0,-1 0 1 0 0,1-1 0 0 0,0 1 0 0 0,0 0-1 0 0,0-1 1 0 0,0 1 0 0 0,0 0-1 0 0,0 0 1 0 0,0-1 0 0 0,0 1 0 0 0,1 0-1 0 0,-1 0 1 0 0,0-1 0 0 0,1 1 0 0 0,-1 0-1 0 0,1 0 1 0 0,0 0 0 0 0,-1 0 0 0 0,1-1-1 0 0,0 1 1 0 0,-1 0 0 0 0,1 0 0 0 0,0 0-1 0 0,0 0 1 0 0,1 0 0 0 0,2-3 472 0 0,1 0 0 0 0,-1 0 0 0 0,1 0 0 0 0,8-3 0 0 0,-1 0 325 0 0,1 1-1 0 0,0 0 1 0 0,26-6 0 0 0,45-7 518 0 0,-42 11-1346 0 0,-32 6-681 0 0,92-17 722 0 0,-58 15-6416 0 0,-27 3-885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15.2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37 119 5983 0 0,'-10'2'677'0'0,"-16"9"7115"0"0,30-9-6443 0 0,7 0-64 0 0,9 2-352 0 0,1-2 0 0 0,1 0 0 0 0,-1-1 0 0 0,35-4 0 0 0,87-17-144 0 0,-115 15-563 0 0,-3 1-202 0 0,436-90 993 0 0,-459 94-1017 0 0,12-5 11 0 0,0 1 0 0 0,1 1-1 0 0,-1 0 1 0 0,0 1-1 0 0,24 0 1 0 0,-29 4-1548 0 0,-2 3-3499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15.8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330 741 4143 0 0,'7'-17'1628'0'0,"0"0"0"0"0,12-18 0 0 0,9-20 1890 0 0,-23 42-2599 0 0,0-1 0 0 0,0 0 0 0 0,-2 1 1 0 0,1-2-1 0 0,1-19 0 0 0,-5 29-712 0 0,0 0-1 0 0,0-1 0 0 0,0 1 1 0 0,-1 0-1 0 0,0-1 0 0 0,0 1 0 0 0,0 0 1 0 0,-1 0-1 0 0,1 0 0 0 0,-1 0 1 0 0,0 0-1 0 0,-1 1 0 0 0,1-1 1 0 0,-1 0-1 0 0,0 1 0 0 0,0 0 1 0 0,-8-8-1 0 0,5 6-151 0 0,-1 0 1 0 0,0 0-1 0 0,-1 1 0 0 0,1 0 1 0 0,-1 1-1 0 0,0 0 0 0 0,0 0 1 0 0,0 0-1 0 0,-1 1 0 0 0,0 0 1 0 0,1 1-1 0 0,-11-2 0 0 0,8 3 2 0 0,0 0-1 0 0,1 0 0 0 0,-1 1 0 0 0,0 0 0 0 0,1 1 0 0 0,-1 0 1 0 0,0 1-1 0 0,1 0 0 0 0,-21 7 0 0 0,25-6-56 0 0,0 0 0 0 0,0 1 0 0 0,0 0 0 0 0,0 0 0 0 0,1 0 0 0 0,0 0 0 0 0,-1 1 0 0 0,2 0 0 0 0,-1 0 0 0 0,0 0 0 0 0,1 1 0 0 0,-5 8 0 0 0,3-4 0 0 0,0 1 0 0 0,1-1 0 0 0,0 1 0 0 0,1 0 0 0 0,0 0 0 0 0,-3 18 0 0 0,6-24 0 0 0,0 1 0 0 0,1-1 0 0 0,0 1 0 0 0,0-1 0 0 0,0 1 0 0 0,1-1 0 0 0,-1 0 0 0 0,1 1 0 0 0,1-1 0 0 0,-1 0 0 0 0,1 1 0 0 0,0-1 0 0 0,0 0 0 0 0,0 0 0 0 0,1 0 0 0 0,-1-1 0 0 0,7 9 0 0 0,-6-10 0 0 0,0 0 0 0 0,0 0 0 0 0,0 0 0 0 0,1 0 0 0 0,-1 0 0 0 0,1-1 0 0 0,-1 0 0 0 0,1 1 0 0 0,0-2 0 0 0,0 1 0 0 0,0 0 0 0 0,0-1 0 0 0,0 1 0 0 0,1-1 0 0 0,-1 0 0 0 0,0-1 0 0 0,0 1 0 0 0,1-1 0 0 0,-1 0 0 0 0,0 0 0 0 0,1 0 0 0 0,-1-1 0 0 0,5 0 0 0 0,0-1 5 0 0,0 0-1 0 0,1-1 0 0 0,-1 0 1 0 0,0 0-1 0 0,0-1 1 0 0,-1 0-1 0 0,1-1 0 0 0,-1 0 1 0 0,0 0-1 0 0,0-1 1 0 0,-1 0-1 0 0,0 0 1 0 0,0-1-1 0 0,0 0 0 0 0,0 0 1 0 0,-1 0-1 0 0,-1-1 1 0 0,1 0-1 0 0,-1 0 0 0 0,-1-1 1 0 0,1 1-1 0 0,-1-1 1 0 0,-1 0-1 0 0,0 0 0 0 0,0-1 1 0 0,-1 1-1 0 0,0 0 1 0 0,1-17-1 0 0,-2-3 21 0 0,-1-1 1 0 0,-2 0-1 0 0,-1 1 0 0 0,-8-40 1 0 0,2 32 21 0 0,-2-1 1 0 0,-28-65-1 0 0,34 93-45 0 0,0-1 0 0 0,0 1 0 0 0,-1 1 0 0 0,0-1 0 0 0,-14-15 0 0 0,18 23-2 0 0,0 0 0 0 0,0-1 0 0 0,-1 1 0 0 0,1 0 0 0 0,-1 1 0 0 0,0-1 0 0 0,1 0 0 0 0,-1 1 0 0 0,0 0 0 0 0,0-1 0 0 0,0 1 0 0 0,0 0 0 0 0,0 1 0 0 0,0-1 0 0 0,0 0 0 0 0,0 1-1 0 0,-1 0 1 0 0,1 0 0 0 0,0 0 0 0 0,0 0 0 0 0,0 0 0 0 0,0 1 0 0 0,0-1 0 0 0,-1 1 0 0 0,-3 1 0 0 0,-2 2-6 0 0,1-1 0 0 0,-1 1 0 0 0,1 1 0 0 0,0 0-1 0 0,0 0 1 0 0,1 0 0 0 0,-1 1 0 0 0,1 0 0 0 0,-11 13 0 0 0,13-13-333 0 0,0 0 1 0 0,0 1-1 0 0,1-1 0 0 0,0 1 1 0 0,0 0-1 0 0,0 0 1 0 0,1 0-1 0 0,0 0 1 0 0,1 1-1 0 0,0-1 1 0 0,0 1-1 0 0,-1 8 1 0 0,1 3-6616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16.3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1 184 919 0 0,'6'-13'-418'0'0,"2"-1"3740"0"0,-7 12-2558 0 0,0 1-1 0 0,0 0 1 0 0,0-1-1 0 0,1 1 0 0 0,-1 0 1 0 0,1 0-1 0 0,-1 0 1 0 0,3-1-1 0 0,8-5 933 0 0,1 1 1 0 0,0 1-1 0 0,26-7 1 0 0,-26 9-1028 0 0,1 1 1 0 0,-1 0-1 0 0,1 1 1 0 0,20 0-1 0 0,-26 2-524 0 0,1-1 1 0 0,-1 2-1 0 0,0-1 0 0 0,0 1 0 0 0,0 0 0 0 0,0 1 0 0 0,0 0 0 0 0,8 4 1 0 0,-11-4-95 0 0,0 0 0 0 0,0 0 0 0 0,0 1 0 0 0,0 0 0 0 0,-1 0 0 0 0,0 0 0 0 0,1 0 0 0 0,-2 0 0 0 0,1 1 0 0 0,0 0 0 0 0,-1 0-1 0 0,4 7 1 0 0,-5-5-46 0 0,1-1 0 0 0,-1 1 0 0 0,0 0 0 0 0,-1 0-1 0 0,0 0 1 0 0,0 0 0 0 0,0 0 0 0 0,-1 0-1 0 0,0 0 1 0 0,0 0 0 0 0,-1 0 0 0 0,0 0 0 0 0,0 0-1 0 0,-1 0 1 0 0,0 0 0 0 0,-4 9 0 0 0,-2 5-7 0 0,-2 0 0 0 0,0 0 1 0 0,-23 32-1 0 0,9-22 2 0 0,97-149 0 0 0,-43 57 0 0 0,-3-1 0 0 0,25-88 0 0 0,-37 104 0 0 0,-4 23 0 0 0,-13 48 0 0 0,-33 82 0 0 0,24-79 0 0 0,2 0 0 0 0,0 1 0 0 0,2 0 0 0 0,-3 32 0 0 0,9-56 0 0 0,1 1 0 0 0,0-1 0 0 0,0 1 0 0 0,0-1 0 0 0,1 0 0 0 0,0 1 0 0 0,2 8 0 0 0,-2-13 0 0 0,-1 1 0 0 0,1-1 0 0 0,0 0 0 0 0,-1 1 0 0 0,1-1 0 0 0,0 0 0 0 0,0 1 0 0 0,0-1 0 0 0,0 0 0 0 0,0 0 0 0 0,0 0 0 0 0,0 0 0 0 0,1 0 0 0 0,-1 0 0 0 0,0 0 0 0 0,1 0 0 0 0,-1 0 0 0 0,0-1 0 0 0,1 1 0 0 0,-1 0 0 0 0,1-1 0 0 0,-1 0 0 0 0,1 1 0 0 0,-1-1 0 0 0,1 0 0 0 0,-1 1 0 0 0,1-1 0 0 0,-1 0 0 0 0,1 0 0 0 0,2-1 0 0 0,10 0 116 0 0,-1-2 0 0 0,1 1-1 0 0,17-7 1 0 0,-1-1-4009 0 0,-21 7 1010 0 0,4-1-4236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16.5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79 8287 0 0,'0'0'35'0'0,"0"-1"0"0"0,-1 1 1 0 0,1 0-1 0 0,0-1 0 0 0,0 1 0 0 0,0 0 0 0 0,0-1 0 0 0,0 1 0 0 0,-1 0 0 0 0,1-1 0 0 0,0 1 0 0 0,0-1 0 0 0,0 1 0 0 0,0 0 0 0 0,0-1 0 0 0,0 1 0 0 0,0 0 0 0 0,0-1 0 0 0,0 1 0 0 0,0 0 0 0 0,1-1 0 0 0,-1 1 0 0 0,0 0 0 0 0,0-1 0 0 0,0 1 0 0 0,0 0 1 0 0,0-1-1 0 0,1 1 0 0 0,-1-1 0 0 0,13-7 1632 0 0,25-4 1665 0 0,-24 9-2608 0 0,86-23 4207 0 0,2 10-3347 0 0,-57 14-3180 0 0,-25 3-5570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16.8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62 10591 0 0,'-2'-1'248'0'0,"1"-1"0"0"0,-1 0-1 0 0,1 0 1 0 0,0 0 0 0 0,0 0 0 0 0,-1 0-1 0 0,1 0 1 0 0,0 0 0 0 0,1 0-1 0 0,-1 0 1 0 0,0 0 0 0 0,1 0 0 0 0,-1-1-1 0 0,1-2 1 0 0,0 4-41 0 0,0 0 1 0 0,0 0-1 0 0,0 0 0 0 0,0 0 0 0 0,0 0 1 0 0,0 0-1 0 0,0 0 0 0 0,1 0 0 0 0,-1 0 1 0 0,1 0-1 0 0,-1 0 0 0 0,1 0 0 0 0,-1 0 1 0 0,1 0-1 0 0,-1 0 0 0 0,1 0 0 0 0,0 0 1 0 0,-1 0-1 0 0,1 1 0 0 0,0-1 0 0 0,0 0 1 0 0,0 1-1 0 0,-1-1 0 0 0,1 0 0 0 0,0 1 1 0 0,0-1-1 0 0,0 1 0 0 0,0-1 0 0 0,0 1 1 0 0,0 0-1 0 0,2-1 0 0 0,1 0-110 0 0,0 0 0 0 0,0 1 0 0 0,0-1-1 0 0,0 1 1 0 0,0 0 0 0 0,-1 0 0 0 0,1 1 0 0 0,0-1 0 0 0,0 1-1 0 0,0 0 1 0 0,0 0 0 0 0,0 0 0 0 0,-1 0 0 0 0,1 1 0 0 0,-1-1-1 0 0,1 1 1 0 0,-1 0 0 0 0,1 0 0 0 0,-1 0 0 0 0,0 1-1 0 0,0-1 1 0 0,0 1 0 0 0,0 0 0 0 0,4 5 0 0 0,-4-4-97 0 0,0-1 0 0 0,0 2 1 0 0,-1-1-1 0 0,1 0 1 0 0,-1 1-1 0 0,0-1 0 0 0,0 1 1 0 0,0-1-1 0 0,-1 1 0 0 0,0 0 1 0 0,0 0-1 0 0,0 0 1 0 0,0 0-1 0 0,-1 0 0 0 0,0 0 1 0 0,0-1-1 0 0,0 1 0 0 0,0 0 1 0 0,-2 6-1 0 0,-15 38 45 0 0,12-37-5 0 0,0 0-1 0 0,1 0 0 0 0,-2 13 1 0 0,5-23-24 0 0,1-1 0 0 0,0 1 0 0 0,-1-1 0 0 0,1 1 1 0 0,0-1-1 0 0,0 1 0 0 0,0 0 0 0 0,0-1 0 0 0,1 1 0 0 0,-1-1 0 0 0,0 1 1 0 0,1-1-1 0 0,-1 1 0 0 0,1-1 0 0 0,-1 1 0 0 0,1-1 0 0 0,0 0 1 0 0,-1 1-1 0 0,1-1 0 0 0,1 2 0 0 0,0-2-3 0 0,-1 0 0 0 0,0 0 0 0 0,1 0 1 0 0,-1 0-1 0 0,1-1 0 0 0,-1 1 0 0 0,1 0 0 0 0,-1-1 0 0 0,1 1 0 0 0,0-1 1 0 0,-1 0-1 0 0,1 1 0 0 0,0-1 0 0 0,-1 0 0 0 0,4 0 0 0 0,3-1 6 0 0,0 0 0 0 0,1 0 0 0 0,-1-1 0 0 0,0 0 0 0 0,0-1 0 0 0,9-4 0 0 0,7-3-339 0 0,39-27 0 0 0,-48 27-373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17.2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45 7367 0 0,'2'-5'248'0'0,"-2"3"-166"0"0,1 1-1 0 0,-1-1 0 0 0,1 0 0 0 0,0 1 0 0 0,-1-1 0 0 0,1 1 0 0 0,0-1 0 0 0,0 1 0 0 0,0-1 0 0 0,0 1 0 0 0,0 0 0 0 0,0-1 0 0 0,1 1 0 0 0,-1 0 0 0 0,0 0 0 0 0,1 0 1 0 0,-1 0-1 0 0,0 0 0 0 0,1 0 0 0 0,-1 0 0 0 0,1 0 0 0 0,0 1 0 0 0,-1-1 0 0 0,4 0 0 0 0,18-3 2526 0 0,36-1-1 0 0,-51 5-2095 0 0,1 0 0 0 0,-1 1 0 0 0,1 0 0 0 0,-1 0-1 0 0,1 1 1 0 0,-1 0 0 0 0,13 5 0 0 0,-19-6-492 0 0,-1-1 0 0 0,1 1 0 0 0,-1-1 0 0 0,0 1 0 0 0,1 0 0 0 0,-1 0 0 0 0,0 0 0 0 0,1 0 0 0 0,-1 0 0 0 0,0 0 0 0 0,0 0 0 0 0,0 0 0 0 0,0 0 0 0 0,0 1 0 0 0,0-1 0 0 0,0 0 0 0 0,0 1 0 0 0,-1-1 0 0 0,1 0 0 0 0,0 1 0 0 0,-1-1 0 0 0,1 1 0 0 0,-1-1 0 0 0,1 1 0 0 0,-1 0 0 0 0,0-1 0 0 0,0 1 0 0 0,0-1 0 0 0,0 1 0 0 0,0 0 0 0 0,0-1 0 0 0,0 1 0 0 0,-1-1 0 0 0,1 1 0 0 0,-1 2 0 0 0,-3 5-33 0 0,1-1 0 0 0,-1 1 0 0 0,-1-1 0 0 0,0 0 0 0 0,-6 8 0 0 0,1-1 67 0 0,6-9 35 0 0,1 0 0 0 0,0 1-1 0 0,0-1 1 0 0,0 0 0 0 0,1 1 0 0 0,0 0-1 0 0,0-1 1 0 0,1 1 0 0 0,-1 7-1 0 0,2-12-10 0 0,0 1 0 0 0,0-1 0 0 0,0 0 0 0 0,0 0 0 0 0,0 1 0 0 0,1-1 0 0 0,-1 0-1 0 0,1 0 1 0 0,-1 0 0 0 0,1 1 0 0 0,0-1 0 0 0,0 0 0 0 0,0 0 0 0 0,0 0 0 0 0,0 0-1 0 0,0 0 1 0 0,0-1 0 0 0,1 1 0 0 0,-1 0 0 0 0,1 0 0 0 0,0-1 0 0 0,-1 1 0 0 0,1-1-1 0 0,0 0 1 0 0,0 1 0 0 0,0-1 0 0 0,0 0 0 0 0,0 0 0 0 0,0 0 0 0 0,0 0 0 0 0,3 0-1 0 0,2 1 36 0 0,1-1-1 0 0,-1 0 0 0 0,1 0 1 0 0,0 0-1 0 0,-1-1 0 0 0,1-1 0 0 0,-1 1 1 0 0,13-3-1 0 0,-1-1-607 0 0,39-14 0 0 0,-51 17-5045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18.6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74 133 2759 0 0,'-5'0'1155'0'0,"0"0"0"0"0,0 0-1 0 0,0-1 1 0 0,0 0-1 0 0,0 0 1 0 0,0 0-1 0 0,0 0 1 0 0,1-1-1 0 0,-6-3 1 0 0,8 5-964 0 0,1-1 1 0 0,0 0-1 0 0,-1 0 0 0 0,1 1 1 0 0,0-1-1 0 0,0 0 0 0 0,0 0 1 0 0,0-1-1 0 0,0 1 0 0 0,0 0 1 0 0,0 0-1 0 0,0 0 0 0 0,1-1 0 0 0,-1 1 1 0 0,0 0-1 0 0,1-1 0 0 0,-1 1 1 0 0,1 0-1 0 0,-1-1 0 0 0,1 1 1 0 0,0-1-1 0 0,-1 1 0 0 0,1-1 1 0 0,0 1-1 0 0,0-1 0 0 0,0 1 1 0 0,0-1-1 0 0,0 1 0 0 0,1-1 1 0 0,-1 1-1 0 0,0-1 0 0 0,1 1 1 0 0,0-2-1 0 0,1-2-115 0 0,0 0 1 0 0,1 1-1 0 0,0-1 1 0 0,-1 1-1 0 0,2 0 1 0 0,-1 0-1 0 0,0 0 1 0 0,1 0-1 0 0,0 0 1 0 0,0 1-1 0 0,0 0 1 0 0,0-1-1 0 0,0 2 1 0 0,1-1-1 0 0,-1 0 1 0 0,1 1-1 0 0,0 0 1 0 0,0 0-1 0 0,0 0 1 0 0,0 1-1 0 0,0-1 1 0 0,0 1-1 0 0,6 0 0 0 0,-6 0-67 0 0,1 0 0 0 0,-1 1-1 0 0,1 0 1 0 0,0 0-1 0 0,-1 0 1 0 0,1 0-1 0 0,-1 1 1 0 0,1 0 0 0 0,-1 0-1 0 0,0 1 1 0 0,1-1-1 0 0,-1 1 1 0 0,0 1-1 0 0,0-1 1 0 0,0 0-1 0 0,0 1 1 0 0,-1 0 0 0 0,1 0-1 0 0,-1 1 1 0 0,1-1-1 0 0,6 9 1 0 0,-9-9-6 0 0,1 0 1 0 0,-1 1-1 0 0,0-1 1 0 0,0 1-1 0 0,-1-1 1 0 0,1 1-1 0 0,-1 0 1 0 0,1 0-1 0 0,-1 0 1 0 0,0 0-1 0 0,-1 0 1 0 0,1 0-1 0 0,-1 7 1 0 0,0-5-3 0 0,-1 0 0 0 0,0 0 0 0 0,0 0 0 0 0,0 0 0 0 0,-1 0 0 0 0,0 0 0 0 0,0 0 0 0 0,-4 7 0 0 0,-5 6-3 0 0,-2-1 0 0 0,1 0 1 0 0,-32 32-1 0 0,38-43 4 0 0,-16 17 4 0 0,6-8 5 0 0,1 1 1 0 0,1 1 0 0 0,0 0-1 0 0,-15 29 1 0 0,27-45-1 0 0,1 1-1 0 0,0-1 1 0 0,0 1-1 0 0,0 0 1 0 0,0-1-1 0 0,0 1 1 0 0,1 0-1 0 0,-1-1 1 0 0,1 1 0 0 0,0 0-1 0 0,0 0 1 0 0,0 5-1 0 0,0-7-4 0 0,1 0 0 0 0,-1 0 0 0 0,1 1 0 0 0,0-1 0 0 0,-1 0 0 0 0,1 0 0 0 0,0 0 0 0 0,-1 0 0 0 0,1 0 0 0 0,0 0 0 0 0,0 0 0 0 0,0 0 0 0 0,0 0 0 0 0,0 0 0 0 0,0-1 0 0 0,0 1 0 0 0,1 0 0 0 0,-1-1 0 0 0,0 1-1 0 0,0-1 1 0 0,0 1 0 0 0,1-1 0 0 0,-1 1 0 0 0,0-1 0 0 0,1 0 0 0 0,-1 0 0 0 0,0 0 0 0 0,0 0 0 0 0,2 0 0 0 0,15 1 114 0 0,-1-2 1 0 0,0 0-1 0 0,0-1 0 0 0,0-1 1 0 0,20-6-1 0 0,11-1 42 0 0,-23 5-55 0 0,-14 2-27 0 0,0 1 0 0 0,0 0 0 0 0,1 1 0 0 0,-1 0 1 0 0,1 1-1 0 0,-1 0 0 0 0,0 0 0 0 0,14 4 0 0 0,-17 0-2 0 0,-7-4-79 0 0,-1 0 0 0 0,0 0 0 0 0,0 1 1 0 0,0-1-1 0 0,0 0 0 0 0,1 0 1 0 0,-1 0-1 0 0,0 0 0 0 0,0 1 0 0 0,0-1 1 0 0,0 0-1 0 0,0 0 0 0 0,0 0 0 0 0,1 1 1 0 0,-1-1-1 0 0,0 0 0 0 0,0 0 0 0 0,0 1 1 0 0,0-1-1 0 0,0 0 0 0 0,0 0 0 0 0,0 0 1 0 0,0 1-1 0 0,0-1 0 0 0,0 0 1 0 0,0 0-1 0 0,0 1 0 0 0,0-1 0 0 0,0 0 1 0 0,-1 0-1 0 0,1 0 0 0 0,0 1 0 0 0,0-1 1 0 0,0 0-1 0 0,0 0 0 0 0,0 1 0 0 0,0-1 1 0 0,0 0-1 0 0,-1 0 0 0 0,1 0 1 0 0,0 1-1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20.3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102 139 4607 0 0,'6'-21'1278'0'0,"-3"12"-520"0"0,-1 0 1 0 0,0 1-1 0 0,0-1 1 0 0,0 0-1 0 0,-1 0 0 0 0,-1 0 1 0 0,1 0-1 0 0,-2 0 0 0 0,0-12 1 0 0,1 20-618 0 0,-1 0 1 0 0,1 0 0 0 0,0 1 0 0 0,0-1 0 0 0,0 0-1 0 0,-1 0 1 0 0,1 1 0 0 0,0-1 0 0 0,-1 0-1 0 0,1 0 1 0 0,-1 1 0 0 0,1-1 0 0 0,-1 0 0 0 0,1 1-1 0 0,-1-1 1 0 0,1 1 0 0 0,-1-1 0 0 0,1 1-1 0 0,-1-1 1 0 0,0 1 0 0 0,1-1 0 0 0,-1 1 0 0 0,0-1-1 0 0,0 1 1 0 0,1 0 0 0 0,-1 0 0 0 0,-1-1-1 0 0,0 1 43 0 0,0 0-1 0 0,1 0 0 0 0,-1 1 1 0 0,1-1-1 0 0,-1 0 0 0 0,1 1 0 0 0,-1-1 1 0 0,0 1-1 0 0,1 0 0 0 0,-1-1 0 0 0,1 1 1 0 0,-3 2-1 0 0,-2 1 220 0 0,0 1 1 0 0,0 1-1 0 0,0-1 0 0 0,-8 11 1 0 0,8-8-253 0 0,1 1-1 0 0,1-1 1 0 0,-1 1 0 0 0,1 0 0 0 0,1 1 0 0 0,-1-1-1 0 0,2 1 1 0 0,-1-1 0 0 0,1 1 0 0 0,-1 18 0 0 0,2 3-57 0 0,1 0 0 0 0,4 36 0 0 0,2-14 278 0 0,1-1 0 0 0,26 91 0 0 0,-28-126-267 0 0,1-1 0 0 0,1 1 0 0 0,1-1 0 0 0,0-1 0 0 0,1 1 0 0 0,0-1 0 0 0,17 19 0 0 0,-14-23-96 0 0,-11-11-11 0 0,0 1 1 0 0,1 0 0 0 0,-1 0-1 0 0,0-1 1 0 0,0 1-1 0 0,0 0 1 0 0,0 0-1 0 0,0 0 1 0 0,0 0 0 0 0,-1 0-1 0 0,1 0 1 0 0,0 1-1 0 0,0-1 1 0 0,-1 0-1 0 0,1 0 1 0 0,-1 1 0 0 0,1-1-1 0 0,-1 0 1 0 0,0 0-1 0 0,1 2 1 0 0,-4 1-1069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21.0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81 7831 0 0,'1'-4'483'0'0,"-1"0"0"0"0,1 0 0 0 0,0 1 0 0 0,0-1 0 0 0,1 0 0 0 0,-1 0 0 0 0,1 1 0 0 0,0-1 0 0 0,0 1 0 0 0,0-1 0 0 0,0 1 0 0 0,1 0 0 0 0,-1 0 0 0 0,1 0-1 0 0,0 0 1 0 0,0 0 0 0 0,0 0 0 0 0,0 1 0 0 0,0 0 0 0 0,0 0 0 0 0,1-1 0 0 0,-1 2 0 0 0,5-3 0 0 0,-6 3-420 0 0,1 1 0 0 0,-1-1 0 0 0,0 0-1 0 0,1 1 1 0 0,-1-1 0 0 0,0 1 0 0 0,1 0 0 0 0,-1 0 0 0 0,1 0 0 0 0,-1 0 0 0 0,1 0 0 0 0,-1 1 0 0 0,0-1-1 0 0,1 1 1 0 0,-1-1 0 0 0,0 1 0 0 0,1 0 0 0 0,-1 0 0 0 0,0 0 0 0 0,0 0 0 0 0,0 1 0 0 0,0-1 0 0 0,0 0-1 0 0,0 1 1 0 0,0-1 0 0 0,0 1 0 0 0,-1 0 0 0 0,1 0 0 0 0,-1 0 0 0 0,1 0 0 0 0,-1 0 0 0 0,2 2 0 0 0,0 2 74 0 0,-1-1 0 0 0,1 1 0 0 0,-1 0 0 0 0,0 0 0 0 0,-1 0 0 0 0,1 0 0 0 0,-1 1 1 0 0,0-1-1 0 0,-1 0 0 0 0,0 0 0 0 0,0 9 0 0 0,-1-4-131 0 0,-1-1 0 0 0,-1 1 0 0 0,1-1 0 0 0,-2 0 0 0 0,1 0 0 0 0,-10 18 0 0 0,-38 56 67 0 0,25-44-49 0 0,21-31-22 0 0,1-3 37 0 0,0 0-1 0 0,1 0 0 0 0,0 0 1 0 0,0 1-1 0 0,-3 8 0 0 0,6-13-17 0 0,-1 0-1 0 0,1 0 0 0 0,0 0 1 0 0,0 1-1 0 0,0-1 1 0 0,0 0-1 0 0,0 0 1 0 0,0 0-1 0 0,0 0 0 0 0,1 0 1 0 0,-1 0-1 0 0,1 0 1 0 0,0 0-1 0 0,-1 0 1 0 0,1-1-1 0 0,0 1 0 0 0,0 0 1 0 0,0 0-1 0 0,0 0 1 0 0,1-1-1 0 0,-1 1 1 0 0,0-1-1 0 0,2 2 0 0 0,1 0 29 0 0,-1 0-1 0 0,1 0 1 0 0,-1-1-1 0 0,1 1 0 0 0,0-1 1 0 0,0 0-1 0 0,0 0 1 0 0,0 0-1 0 0,0-1 0 0 0,0 0 1 0 0,1 1-1 0 0,-1-1 0 0 0,1-1 1 0 0,-1 1-1 0 0,0-1 1 0 0,1 0-1 0 0,-1 0 0 0 0,8 0 1 0 0,-3-2-317 0 0,-1 1 1 0 0,1-1 0 0 0,10-3-1 0 0,23-12-6268 0 0,-30 11-911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21.4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0 102 4607 0 0,'2'-2'304'0'0,"0"-1"-1"0"0,1 0 1 0 0,-1 1-1 0 0,1-1 1 0 0,0 1-1 0 0,-1 0 0 0 0,1 0 1 0 0,0 0-1 0 0,0 0 1 0 0,0 0-1 0 0,0 0 0 0 0,1 1 1 0 0,3-1-1 0 0,10-7 1145 0 0,-3 2-407 0 0,0 0 0 0 0,0 1 0 0 0,0 0 1 0 0,1 1-1 0 0,0 1 0 0 0,0 0 0 0 0,0 2 0 0 0,1-1 0 0 0,24 1 0 0 0,-32 2-852 0 0,0 0 0 0 0,-1 1-1 0 0,1 0 1 0 0,0 1 0 0 0,-1 0 0 0 0,1 0 0 0 0,-1 0-1 0 0,1 1 1 0 0,7 4 0 0 0,-10-4-160 0 0,0 0 0 0 0,0 1-1 0 0,0 0 1 0 0,-1-1 0 0 0,1 2 0 0 0,-1-1-1 0 0,0 0 1 0 0,0 1 0 0 0,0 0 0 0 0,-1 0-1 0 0,0 0 1 0 0,0 0 0 0 0,3 6-1 0 0,-4-4-22 0 0,0-1-1 0 0,0 1 1 0 0,0 0-1 0 0,-1 0 0 0 0,0 0 1 0 0,0 0-1 0 0,-1 1 0 0 0,0-1 1 0 0,0 0-1 0 0,0 0 0 0 0,-1 0 1 0 0,0 0-1 0 0,-1 0 0 0 0,1 0 1 0 0,-2 0-1 0 0,-4 11 0 0 0,-4 7 13 0 0,-2 0 0 0 0,-30 43 0 0 0,36-57-13 0 0,-10 8 61 0 0,13-15-30 0 0,10-15-21 0 0,164-255 49 0 0,-123 167-64 0 0,-45 91 0 0 0,-7 10 0 0 0,-7 13 0 0 0,4 0 0 0 0,1 0 0 0 0,0 1 0 0 0,1 0 0 0 0,1 0 0 0 0,0 1 0 0 0,1-1 0 0 0,1 1 0 0 0,1 0 0 0 0,0 0 0 0 0,1 0 0 0 0,1 0 0 0 0,3 28 0 0 0,-2-38 15 0 0,1 0-1 0 0,-1 0 1 0 0,2-1 0 0 0,-1 1-1 0 0,1-1 1 0 0,0 1 0 0 0,0-1-1 0 0,0 0 1 0 0,1 0 0 0 0,0 0-1 0 0,9 9 1 0 0,-11-13-8 0 0,1 1 1 0 0,0-1-1 0 0,0 0 0 0 0,-1 1 1 0 0,2-1-1 0 0,-1-1 0 0 0,0 1 1 0 0,0 0-1 0 0,1-1 0 0 0,-1 1 1 0 0,0-1-1 0 0,1 0 0 0 0,0 0 1 0 0,-1-1-1 0 0,1 1 0 0 0,-1-1 1 0 0,1 0-1 0 0,0 0 0 0 0,-1 0 1 0 0,1 0-1 0 0,0 0 0 0 0,-1-1 1 0 0,7-1-1 0 0,-5 0-56 0 0,0 1 0 0 0,-1-1 0 0 0,1 1 0 0 0,0-1 0 0 0,-1-1 0 0 0,0 1 0 0 0,0-1 0 0 0,8-5 0 0 0,-7 1-462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21.6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11 9671 0 0,'-7'0'875'0'0,"38"8"2245"0"0,-8-6-1660 0 0,-1-1 1 0 0,1-1-1 0 0,22-3 1 0 0,-7-2-2489 0 0,-2-2-3366 0 0,-4 1-1645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21.8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10 3223 0 0,'6'-3'-471'0'0,"-6"2"648"0"0,1 1-1 0 0,0-1 0 0 0,0 0 1 0 0,0 1-1 0 0,0-1 0 0 0,0 1 0 0 0,0 0 1 0 0,0-1-1 0 0,0 1 0 0 0,0 0 1 0 0,0-1-1 0 0,0 1 0 0 0,1 0 1 0 0,-1 0 127 0 0,0 1 1 0 0,-1-1-1 0 0,1 1 0 0 0,0-1 1 0 0,-1 1-1 0 0,1-1 0 0 0,0 1 1 0 0,-1 0-1 0 0,1-1 1 0 0,-1 1-1 0 0,1 0 0 0 0,-1-1 1 0 0,1 1-1 0 0,-1 0 0 0 0,0 0 1 0 0,1-1-1 0 0,-1 1 1 0 0,0 0-1 0 0,1 0 0 0 0,-1 1 1 0 0,2 3 561 0 0,-1 0 0 0 0,0 0 1 0 0,0 0-1 0 0,0 0 0 0 0,-1 8 1 0 0,0 5 746 0 0,-5 26 1 0 0,2-25-705 0 0,-9 52 566 0 0,7-47-1223 0 0,1-1 0 0 0,1 1 1 0 0,0 40-1 0 0,4-61-247 0 0,-1-1 0 0 0,0 1 0 0 0,1-1 0 0 0,-1 1 0 0 0,1-1 0 0 0,0 0 0 0 0,0 1 0 0 0,-1-1 0 0 0,2 0 0 0 0,1 4 0 0 0,-3-5-91 0 0,1 0-1 0 0,0-1 1 0 0,-1 1 0 0 0,1 0-1 0 0,0 0 1 0 0,0-1-1 0 0,-1 1 1 0 0,1 0-1 0 0,0-1 1 0 0,0 1-1 0 0,0-1 1 0 0,0 0 0 0 0,0 1-1 0 0,0-1 1 0 0,0 1-1 0 0,0-1 1 0 0,0 0-1 0 0,0 0 1 0 0,0 0 0 0 0,0 0-1 0 0,0 1 1 0 0,0-1-1 0 0,0-1 1 0 0,0 1-1 0 0,0 0 1 0 0,2 0 0 0 0,7-3-7532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22.0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12439 0 0,'0'0'28'0'0,"0"0"0"0"0,0 0-1 0 0,0 0 1 0 0,0 0 0 0 0,0 0-1 0 0,0 0 1 0 0,0 0 0 0 0,0 0-1 0 0,1 0 1 0 0,-1 0 0 0 0,0 0-1 0 0,0-1 1 0 0,0 1 0 0 0,0 0-1 0 0,0 0 1 0 0,0 0 0 0 0,1 0-1 0 0,-1 0 1 0 0,0 0 0 0 0,0 0-1 0 0,0 0 1 0 0,0 0 0 0 0,0 0-1 0 0,0 0 1 0 0,1 0 0 0 0,-1 0-1 0 0,0 0 1 0 0,0 0 0 0 0,0 1-1 0 0,0-1 1 0 0,0 0 0 0 0,0 0-1 0 0,1 0 1 0 0,-1 0 0 0 0,0 0-1 0 0,0 0 1 0 0,0 0 0 0 0,0 0-1 0 0,4 7 1190 0 0,2 13 1132 0 0,-5-16-1783 0 0,7 24 80 0 0,-1 2 1 0 0,-2-1-1 0 0,0 1 1 0 0,-2 0-1 0 0,-2 0 1 0 0,-3 50-1 0 0,2-78-666 0 0,-4 18-56 0 0,4-20-4 0 0,0 1 1 0 0,0-1-1 0 0,0 1 1 0 0,-1 0-1 0 0,1-1 1 0 0,0 1 0 0 0,0-1-1 0 0,-1 1 1 0 0,1-1-1 0 0,0 1 1 0 0,-1-1-1 0 0,1 1 1 0 0,-1-1-1 0 0,1 1 1 0 0,-1-1-1 0 0,1 0 1 0 0,-1 1-1 0 0,1-1 1 0 0,-1 1 0 0 0,1-1-1 0 0,-1 0 1 0 0,1 0-1 0 0,-1 1 1 0 0,1-1-1 0 0,-1 0 1 0 0,0 0-1 0 0,0 0 1 0 0,-7-1-784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22.1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 6911 0 0,'1'-1'380'0'0,"1"0"0"0"0,-1 0 0 0 0,1 0 0 0 0,0 0-1 0 0,-1 0 1 0 0,1 1 0 0 0,0-1 0 0 0,0 1 0 0 0,0-1-1 0 0,0 1 1 0 0,0-1 0 0 0,2 1 0 0 0,29-1 2670 0 0,-20 1-1600 0 0,104-1 4461 0 0,-6 0-5589 0 0,-87 0-393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22.6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0 168 3679 0 0,'2'-3'382'0'0,"0"0"-1"0"0,0 0 0 0 0,0 0 0 0 0,0 1 0 0 0,0-1 0 0 0,1 1 0 0 0,-1-1 0 0 0,1 1 0 0 0,0 0 0 0 0,0 0 1 0 0,0 0-1 0 0,0 1 0 0 0,0-1 0 0 0,0 1 0 0 0,0-1 0 0 0,0 1 0 0 0,6-1 0 0 0,4-2 1537 0 0,-1 2-1 0 0,0-1 0 0 0,20 0 1 0 0,-28 3-1815 0 0,-1 0 1 0 0,1 0 0 0 0,-1 0 0 0 0,1 0 0 0 0,-1 1-1 0 0,1 0 1 0 0,-1-1 0 0 0,1 1 0 0 0,-1 0 0 0 0,0 1-1 0 0,1-1 1 0 0,-1 1 0 0 0,0-1 0 0 0,0 1 0 0 0,0 0 0 0 0,0 0-1 0 0,0 0 1 0 0,-1 1 0 0 0,1-1 0 0 0,-1 0 0 0 0,1 1-1 0 0,-1 0 1 0 0,0 0 0 0 0,0 0 0 0 0,0 0 0 0 0,0 0-1 0 0,-1 0 1 0 0,1 0 0 0 0,1 6 0 0 0,-1-2 69 0 0,0 0 1 0 0,-1 0-1 0 0,0 0 1 0 0,0 1-1 0 0,0-1 1 0 0,-1 0-1 0 0,0 0 0 0 0,-1 0 1 0 0,0 1-1 0 0,0-1 1 0 0,0 0-1 0 0,-1 0 1 0 0,-4 12-1 0 0,0-5-173 0 0,-1-1 0 0 0,0 0 0 0 0,-1 0 0 0 0,0 0 0 0 0,-1-1 0 0 0,0-1 0 0 0,-1 1 0 0 0,0-2 0 0 0,-21 18 0 0 0,30-27 0 0 0,1-1 0 0 0,-1 1 0 0 0,0-1 0 0 0,0 1 0 0 0,0-1 0 0 0,1 1 0 0 0,-1-1 0 0 0,0 0 0 0 0,0 1 0 0 0,0-1 0 0 0,0 0 0 0 0,0 1 0 0 0,-1-1 0 0 0,1 0 0 0 0,1 0 0 0 0,0 0 0 0 0,0 0 0 0 0,0-1 0 0 0,-1 1 0 0 0,1 0 0 0 0,0 0 0 0 0,0 0 0 0 0,0 0 0 0 0,0 0 0 0 0,-1-1 0 0 0,1 1 0 0 0,0 0 0 0 0,0 0 0 0 0,0 0 0 0 0,0-1 0 0 0,0 1 0 0 0,0 0 0 0 0,0 0 0 0 0,-1 0 0 0 0,1-1 0 0 0,0 1 0 0 0,0 0 0 0 0,0 0 0 0 0,0 0 0 0 0,0-1 0 0 0,0 1 0 0 0,0 0 0 0 0,0 0 0 0 0,0-1 0 0 0,0 1 0 0 0,0 0 0 0 0,0-1 0 0 0,8-25 0 0 0,-6 21 0 0 0,42-99-403 0 0,-1 6 9 0 0,-29 58 367 0 0,-8 19 13 0 0,2-1-1 0 0,1 1 1 0 0,0 1 0 0 0,21-34-1 0 0,-29 52 19 0 0,0 1 0 0 0,1-1 0 0 0,-1 1 0 0 0,0-1 0 0 0,1 1 0 0 0,-1 0 0 0 0,4-3 0 0 0,-5 4-3 0 0,0 0-1 0 0,0 0 0 0 0,0 0 1 0 0,0 0-1 0 0,0 0 1 0 0,0 0-1 0 0,0 0 1 0 0,0 0-1 0 0,0 0 0 0 0,1 0 1 0 0,-1 0-1 0 0,0 0 1 0 0,0 0-1 0 0,0 0 1 0 0,0 0-1 0 0,0 0 0 0 0,0 0 1 0 0,0 0-1 0 0,0 0 1 0 0,0 0-1 0 0,0 0 0 0 0,0 0 1 0 0,1 0-1 0 0,-1 0 1 0 0,0 0-1 0 0,0 0 1 0 0,0 1-1 0 0,0-1 0 0 0,0 0 1 0 0,0 0-1 0 0,0 0 1 0 0,0 0-1 0 0,0 0 1 0 0,0 0-1 0 0,0 0 0 0 0,0 0 1 0 0,0 0-1 0 0,0 0 1 0 0,0 0-1 0 0,0 0 1 0 0,0 0-1 0 0,1 1 0 0 0,-1-1 1 0 0,0 0-1 0 0,0 0 1 0 0,0 0-1 0 0,0 0 0 0 0,0 0 1 0 0,0 0-1 0 0,0 0 1 0 0,0 0-1 0 0,-3 12 10 0 0,-25 57 55 0 0,-11 33-70 0 0,35-87 18 0 0,0 0 0 0 0,1 0 0 0 0,0 0-1 0 0,-1 30 1 0 0,4-40 1 0 0,0 0 0 0 0,1-1 1 0 0,-1 1-1 0 0,1 0 0 0 0,0-1 0 0 0,0 1 0 0 0,0 0 0 0 0,1-1 1 0 0,0 1-1 0 0,0-1 0 0 0,0 0 0 0 0,0 0 0 0 0,0 0 1 0 0,1 0-1 0 0,4 5 0 0 0,-4-6 4 0 0,0-1-1 0 0,0 1 1 0 0,0-1-1 0 0,0 0 1 0 0,0 0 0 0 0,1 0-1 0 0,-1 0 1 0 0,1 0 0 0 0,-1-1-1 0 0,1 0 1 0 0,0 0 0 0 0,0 0-1 0 0,-1 0 1 0 0,1 0 0 0 0,0-1-1 0 0,0 1 1 0 0,0-1 0 0 0,0 0-1 0 0,4-1 1 0 0,6-1-32 0 0,0 0 1 0 0,20-7-1 0 0,-15 2-193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22.8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21 6447 0 0,'-12'0'576'0'0,"7"0"-464"0"0,1 0-112 0 0,3 0 784 0 0,2 0 136 0 0,1 0 24 0 0,3 0 8 0 0,5 2 568 0 0,4-2 112 0 0,8-4 32 0 0,4 2 0 0 0,4-1-824 0 0,1-2-160 0 0,1 2-32 0 0,0-3-8336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23.0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10591 0 0,'6'1'427'0'0,"0"0"-1"0"0,0 0 1 0 0,0 1-1 0 0,-1 0 1 0 0,1 0-1 0 0,-1 0 1 0 0,8 5 0 0 0,-4-3 794 0 0,-4-1-785 0 0,-1-1 0 0 0,1 0 1 0 0,-1 1-1 0 0,0 0 0 0 0,0 0 1 0 0,0 0-1 0 0,0 1 1 0 0,0-1-1 0 0,-1 1 0 0 0,1 0 1 0 0,-1 0-1 0 0,0 0 0 0 0,2 6 1 0 0,-3-6-301 0 0,0 0 1 0 0,-1 0-1 0 0,1 0 1 0 0,-1 0-1 0 0,0 1 1 0 0,0-1-1 0 0,-1 1 1 0 0,0-1-1 0 0,1 1 1 0 0,-1-1-1 0 0,-1 0 1 0 0,1 1-1 0 0,-1-1 1 0 0,1 1-1 0 0,-3 5 1 0 0,-2 2-101 0 0,0-1 1 0 0,-1 0-1 0 0,0 0 0 0 0,0-1 1 0 0,-1 1-1 0 0,-1-1 0 0 0,-15 16 1 0 0,12-14 97 0 0,11-11-133 0 0,-1-1 0 0 0,1 0-1 0 0,0 0 1 0 0,-1 0 0 0 0,1 1 0 0 0,0-1 0 0 0,0 0-1 0 0,-1 0 1 0 0,1 1 0 0 0,0-1 0 0 0,0 0-1 0 0,0 0 1 0 0,-1 1 0 0 0,1-1 0 0 0,0 0 0 0 0,0 1-1 0 0,0-1 1 0 0,0 0 0 0 0,0 1 0 0 0,0-1-1 0 0,0 0 1 0 0,0 1 0 0 0,-1-1 0 0 0,1 0-1 0 0,0 1 1 0 0,0-1 0 0 0,1 1 0 0 0,-1-1 0 0 0,0 0-1 0 0,0 1 1 0 0,0-1 0 0 0,0 0 0 0 0,0 1-1 0 0,0-1 1 0 0,0 0 0 0 0,0 1 0 0 0,1-1 0 0 0,-1 0-1 0 0,0 0 1 0 0,0 1 0 0 0,0-1 0 0 0,1 0-1 0 0,-1 0 1 0 0,0 1 0 0 0,1-1 0 0 0,-1 0-1 0 0,0 0 1 0 0,0 1 0 0 0,1-1 0 0 0,-1 0 0 0 0,0 0-1 0 0,1 0 1 0 0,-1 0 0 0 0,0 0 0 0 0,1 0-1 0 0,-1 1 1 0 0,0-1 0 0 0,1 0 0 0 0,-1 0 0 0 0,0 0-1 0 0,1 0 1 0 0,22 0 15 0 0,-1-6-63 0 0,0-1-1 0 0,-1-1 1 0 0,30-15-1 0 0,-23 11-81 0 0,-6 2-468 0 0,-1-1-183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23.2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19 6911 0 0,'-2'-3'304'0'0,"2"1"64"0"0,2 0-296 0 0,0 0-72 0 0,-1 2 0 0 0,1 0 0 0 0,1 0 984 0 0,4 0 176 0 0,2 2 40 0 0,4-2 8 0 0,4 0 224 0 0,4 0 40 0 0,1 0 16 0 0,3 0 0 0 0,1-2-1048 0 0,-2-1-216 0 0,1 0-32 0 0,-1-1-7752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23.4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5527 0 0,'26'49'9984'0'0,"-15"-33"-8272"0"0,1-2 0 0 0,15 15-1 0 0,60 46 976 0 0,-45-40-2160 0 0,-38-33-496 0 0,26 26 250 0 0,-29-26-264 0 0,1-1-1 0 0,-1 1 1 0 0,0 0 0 0 0,1-1-1 0 0,-1 1 1 0 0,0 0 0 0 0,0 0-1 0 0,0 0 1 0 0,0 0 0 0 0,-1-1-1 0 0,1 1 1 0 0,0 0 0 0 0,-1 1-1 0 0,0-1 1 0 0,1 0-1 0 0,-1 2 1 0 0,0-2-15 0 0,-1-1 0 0 0,0 1 0 0 0,1 0 0 0 0,-1-1 1 0 0,0 1-1 0 0,0-1 0 0 0,0 1 0 0 0,0-1 0 0 0,0 1 0 0 0,0-1 0 0 0,0 0 0 0 0,0 1 0 0 0,-1-1 0 0 0,1 0 0 0 0,-1 0 1 0 0,1 0-1 0 0,-1 0 0 0 0,1 0 0 0 0,-1 0 0 0 0,1-1 0 0 0,-1 1 0 0 0,-2 0 0 0 0,-1 1 1 0 0,-1 0-1 0 0,1 0 1 0 0,-1-1 0 0 0,0 0-1 0 0,-7 1 1 0 0,7-2-8 0 0,-1 0 1 0 0,1-1-1 0 0,0 1 0 0 0,0-1 0 0 0,0-1 0 0 0,0 1 1 0 0,0-1-1 0 0,0 0 0 0 0,0 0 0 0 0,-10-6 1 0 0,-1-3-778 0 0,0 0 1 0 0,-15-14 0 0 0,30 23 593 0 0,-15-11-7724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23.6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83 7831 0 0,'6'-8'344'0'0,"-1"3"72"0"0,2 1-328 0 0,0 1-88 0 0,-2 1 0 0 0,0 1 0 0 0,4 1 832 0 0,3-2 160 0 0,10-3 24 0 0,7 0 8 0 0,6 0 32 0 0,3-2 0 0 0,1 0 8 0 0,0 0 0 0 0,0 0-736 0 0,-1 1-144 0 0,-4 0-32 0 0,-5 3-8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23.8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 5063 0 0,'2'0'108'0'0,"-1"-1"0"0"0,1 0-1 0 0,-1 1 1 0 0,1-1 0 0 0,0 1-1 0 0,-1-1 1 0 0,1 1 0 0 0,-1 0-1 0 0,1 0 1 0 0,0 0 0 0 0,-1-1-1 0 0,1 2 1 0 0,0-1 0 0 0,-1 0-1 0 0,3 0 1 0 0,-1 2 484 0 0,1-1 0 0 0,0 1 0 0 0,-1 0 0 0 0,1-1 0 0 0,4 5 0 0 0,9 6-306 0 0,0 1-1 0 0,0 0 1 0 0,-2 2 0 0 0,1 0 0 0 0,-2 1-1 0 0,0 0 1 0 0,-1 1 0 0 0,15 25-1 0 0,-15-19 365 0 0,-1 1 0 0 0,-1 0 0 0 0,-1 1 0 0 0,-1 0 0 0 0,-2 0 0 0 0,8 41 0 0 0,-11-40-31 0 0,-1 0 1 0 0,-2 0-1 0 0,0 0 0 0 0,-2 1 1 0 0,-1-1-1 0 0,-8 42 1 0 0,5-48-405 0 0,0 1-1 0 0,-2-1 1 0 0,0 0 0 0 0,-2-1-1 0 0,0 1 1 0 0,0-2 0 0 0,-2 1-1 0 0,-19 24 1 0 0,20-32-1006 0 0,-16 16 1 0 0,4-8-7117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24.3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 7831 0 0,'1'0'150'0'0,"17"-4"289"0"0,-14 2-137 0 0,-10 1 742 0 0,7 1-916 0 0,-1 0 0 0 0,0 0 0 0 0,0 0 0 0 0,0 0 0 0 0,0 0-1 0 0,1 0 1 0 0,-1 0 0 0 0,0 0 0 0 0,0 0 0 0 0,0-1 0 0 0,1 1 0 0 0,-1 0-1 0 0,0 0 1 0 0,0 0 0 0 0,1 0 0 0 0,-1 0 0 0 0,0 0 0 0 0,0 0 0 0 0,0 0 0 0 0,1 0-1 0 0,-1 1 1 0 0,0-1 0 0 0,0 0 0 0 0,0 0 0 0 0,1 0 0 0 0,-1 0 0 0 0,0 0-1 0 0,0 0 1 0 0,0 0 0 0 0,1 0 0 0 0,-1 1 0 0 0,0-1 0 0 0,0 0 0 0 0,0 0 0 0 0,0 0-1 0 0,0 0 1 0 0,1 0 0 0 0,-1 1 0 0 0,0-1 0 0 0,0 0 0 0 0,0 0 0 0 0,0 0-1 0 0,0 1 1 0 0,0-1 0 0 0,0 0 0 0 0,0 3 2091 0 0,0 1-1119 0 0,0 43 1437 0 0,12 91-1 0 0,-3-50-2121 0 0,-6-56-275 0 0,11 57 0 0 0,-12-86-1865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24.4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77 8751 0 0,'-1'-1'199'0'0,"0"0"-154"0"0,0 0-1 0 0,1 1 0 0 0,-1-1 1 0 0,0 0-1 0 0,1 0 0 0 0,-1 1 0 0 0,1-1 1 0 0,-1 0-1 0 0,1 0 0 0 0,-1 0 1 0 0,1 0-1 0 0,0 1 0 0 0,-1-1 0 0 0,1 0 1 0 0,0 0-1 0 0,0-1 0 0 0,3 1 913 0 0,1-1 0 0 0,-1 1 0 0 0,1 1 0 0 0,0-1 0 0 0,4 0-1 0 0,-6 1-395 0 0,118-14 6583 0 0,74-11-6079 0 0,-105 13-2928 0 0,-53 9-6145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24.9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69 8751 0 0,'2'-2'348'0'0,"0"-1"0"0"0,1 1 0 0 0,-1-1 0 0 0,1 1 0 0 0,-1 0 0 0 0,1 0 0 0 0,0 0 0 0 0,0 0-1 0 0,0 1 1 0 0,6-3 0 0 0,36-11 2584 0 0,-31 11-2511 0 0,10-3 894 0 0,0 1-1 0 0,30-4 0 0 0,-47 9-1083 0 0,1 1 0 0 0,-1-1-1 0 0,1 1 1 0 0,-1 0-1 0 0,0 1 1 0 0,1 0 0 0 0,-1 0-1 0 0,1 1 1 0 0,-1 0 0 0 0,0 0-1 0 0,13 6 1 0 0,-18-7-219 0 0,1 1 0 0 0,-1-1 0 0 0,1 1 0 0 0,-1 0 0 0 0,0 0 0 0 0,0 0 0 0 0,0 0 0 0 0,0 0 0 0 0,0 0 0 0 0,-1 0 1 0 0,1 0-1 0 0,-1 1 0 0 0,1-1 0 0 0,-1 1 0 0 0,0 0 0 0 0,1 2 0 0 0,-1-1 8 0 0,0 1 0 0 0,0-1 0 0 0,-1 0 1 0 0,1 0-1 0 0,-1 0 0 0 0,0 1 0 0 0,-1-1 0 0 0,1 0 0 0 0,-2 8 0 0 0,-1-3 2 0 0,0 0-1 0 0,0 0 1 0 0,-1 0-1 0 0,0 0 1 0 0,-1-1-1 0 0,1 0 1 0 0,-2 0-1 0 0,1 0 1 0 0,-8 7-1 0 0,0-2-14 0 0,-2-1-1 0 0,0 0 1 0 0,-26 16-1 0 0,26-19 3 0 0,2 0 0 0 0,-1 1-1 0 0,1 0 1 0 0,1 1 0 0 0,-13 14 0 0 0,24-24 2 0 0,0 0 0 0 0,0 0 1 0 0,0 0-1 0 0,0 0 0 0 0,0 1 0 0 0,1-1 0 0 0,-1 0 1 0 0,0 0-1 0 0,1 1 0 0 0,-1-1 0 0 0,1 0 1 0 0,-1 1-1 0 0,1-1 0 0 0,0 0 0 0 0,0 1 1 0 0,-1-1-1 0 0,1 0 0 0 0,0 1 0 0 0,0-1 0 0 0,0 1 1 0 0,1-1-1 0 0,-1 0 0 0 0,0 2 0 0 0,1-1 15 0 0,0 0 0 0 0,0-1 0 0 0,0 1 0 0 0,1-1-1 0 0,-1 0 1 0 0,0 1 0 0 0,0-1 0 0 0,1 0 0 0 0,-1 0-1 0 0,1 0 1 0 0,-1 1 0 0 0,1-2 0 0 0,-1 1 0 0 0,1 0 0 0 0,2 1-1 0 0,6 1 125 0 0,0 1-1 0 0,1-1 0 0 0,0-1 1 0 0,16 2-1 0 0,17-2 274 0 0,-1-1 0 0 0,69-8 0 0 0,-74 4-179 0 0,-17 4-78 0 0,-15 3-508 0 0,-6-4 262 0 0,0 0 0 0 0,0 1 0 0 0,0-1-1 0 0,-1 1 1 0 0,1-1 0 0 0,0 0 0 0 0,0 1-1 0 0,0-1 1 0 0,0 0 0 0 0,-1 1 0 0 0,1-1 0 0 0,0 0-1 0 0,0 1 1 0 0,-1-1 0 0 0,1 0 0 0 0,0 0-1 0 0,-1 1 1 0 0,1-1 0 0 0,0 0 0 0 0,-1 0 0 0 0,1 1-1 0 0,-1-1 1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33.6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87 30 919 0 0,'0'-1'154'0'0,"0"-1"0"0"0,0 1 0 0 0,-1 0-1 0 0,1 0 1 0 0,0 0 0 0 0,-1-1-1 0 0,1 1 1 0 0,-1 0 0 0 0,0 0-1 0 0,1 0 1 0 0,-1 0 0 0 0,0 0-1 0 0,0 0 1 0 0,0 0 0 0 0,0 0-1 0 0,0 0 1 0 0,1 0 0 0 0,-2 1-1 0 0,1-1 1 0 0,0 0 0 0 0,0 1-1 0 0,0-1 1 0 0,0 0 0 0 0,0 1-1 0 0,0-1 1 0 0,-1 1 0 0 0,-1-1-1 0 0,-2 1 1086 0 0,-1-1-1 0 0,1 1 1 0 0,0 0-1 0 0,-1 1 0 0 0,-7 1 1 0 0,-9 0 2305 0 0,38-5-672 0 0,-13 2-2863 0 0,0 0-1 0 0,1 0 0 0 0,-1 1 0 0 0,0-1 0 0 0,0 1 1 0 0,1 0-1 0 0,-1 0 0 0 0,5 0 0 0 0,-6 2-1385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34.0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1 192 7367 0 0,'2'-5'133'0'0,"1"-1"0"0"0,-1 1 0 0 0,1-1-1 0 0,1 1 1 0 0,-1 0 0 0 0,1 0-1 0 0,0 0 1 0 0,0 1 0 0 0,0-1 0 0 0,8-5-1 0 0,31-25 1623 0 0,23-17 1194 0 0,-54 44-1870 0 0,0 0-1 0 0,0 1 0 0 0,25-10 1 0 0,-36 16-958 0 0,1 1 0 0 0,-1-1 0 0 0,1 1 0 0 0,-1-1 0 0 0,0 1 0 0 0,1 0 1 0 0,-1-1-1 0 0,1 1 0 0 0,-1 0 0 0 0,1 0 0 0 0,-1 0 0 0 0,1 0 0 0 0,-1 0 0 0 0,1 1 1 0 0,-1-1-1 0 0,1 0 0 0 0,-1 1 0 0 0,3 0 0 0 0,-3 0-58 0 0,0 0 0 0 0,0 0 1 0 0,0 0-1 0 0,0 0 0 0 0,0 0 0 0 0,0 0 0 0 0,-1 1 0 0 0,1-1 0 0 0,-1 0 0 0 0,1 0 1 0 0,0 1-1 0 0,-1-1 0 0 0,0 0 0 0 0,1 0 0 0 0,-1 1 0 0 0,0-1 0 0 0,0 0 1 0 0,0 1-1 0 0,0-1 0 0 0,0 1 0 0 0,0 0 0 0 0,0 6 25 0 0,-1 0-1 0 0,0 0 1 0 0,0-1 0 0 0,-1 1-1 0 0,0-1 1 0 0,-5 11-1 0 0,-22 44-29 0 0,5-12-49 0 0,14-24 22 0 0,0 0 0 0 0,2 1 1 0 0,-5 33-1 0 0,10-44-3 0 0,1 0 0 0 0,0 1 0 0 0,2-1-1 0 0,0 1 1 0 0,1 0 0 0 0,5 28 0 0 0,-5-39-2 0 0,1 0 0 0 0,0-1 0 0 0,0 1-1 0 0,0-1 1 0 0,1 0 0 0 0,-1 0 0 0 0,2 0-1 0 0,-1 0 1 0 0,0 0 0 0 0,1 0 0 0 0,7 6 0 0 0,-9-8-12 0 0,1-1 0 0 0,-1 0 0 0 0,1 0 1 0 0,0 0-1 0 0,0-1 0 0 0,0 1 1 0 0,0-1-1 0 0,0 1 0 0 0,0-1 1 0 0,0 0-1 0 0,0 0 0 0 0,0 0 0 0 0,1-1 1 0 0,-1 1-1 0 0,0-1 0 0 0,1 0 1 0 0,-1 0-1 0 0,0 0 0 0 0,0 0 1 0 0,1-1-1 0 0,5 0 0 0 0,-9 0-12 0 0,47-13 167 0 0,-43 12-155 0 0,0 1 1 0 0,0-1-1 0 0,0 0 1 0 0,0-1-1 0 0,-1 1 1 0 0,1-1-1 0 0,-1 1 1 0 0,7-7-1 0 0,-5 0 123 0 0,-5 9-189 0 0,0 0 0 0 0,0-1 0 0 0,0 1-1 0 0,0 0 1 0 0,0 0 0 0 0,0-1-1 0 0,0 1 1 0 0,0 0 0 0 0,0 0 0 0 0,0-1-1 0 0,0 1 1 0 0,0 0 0 0 0,0 0 0 0 0,0 0-1 0 0,0-1 1 0 0,0 1 0 0 0,0 0-1 0 0,0 0 1 0 0,0-1 0 0 0,0 1 0 0 0,0 0-1 0 0,0 0 1 0 0,-1 0 0 0 0,1-1 0 0 0,0 1-1 0 0,0 0 1 0 0,0 0 0 0 0,0 0-1 0 0,0-1 1 0 0,-1 1 0 0 0,1 0 0 0 0,0 0-1 0 0,0 0 1 0 0,0 0 0 0 0,0 0-1 0 0,-1 0 1 0 0,1-1 0 0 0,0 1 0 0 0,0 0-1 0 0,-1 0 1 0 0,1 0 0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34.6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153 144 3231 0 0,'7'-13'796'0'0,"-1"0"0"0"0,0 0-1 0 0,7-25 1 0 0,-10 28-280 0 0,-1 4 29 0 0,0 0 0 0 0,0 0 0 0 0,-1 0 0 0 0,0-7 0 0 0,0 12-433 0 0,-1 0 0 0 0,0 1-1 0 0,0-1 1 0 0,0 0 0 0 0,0 1-1 0 0,0-1 1 0 0,0 1-1 0 0,0-1 1 0 0,0 0 0 0 0,0 1-1 0 0,0-1 1 0 0,0 0 0 0 0,0 1-1 0 0,-1-1 1 0 0,1 1 0 0 0,0-1-1 0 0,0 0 1 0 0,-1 1 0 0 0,1-1-1 0 0,0 1 1 0 0,-1-1 0 0 0,1 1-1 0 0,-1-1 1 0 0,1 1 0 0 0,-1-1-1 0 0,1 1 1 0 0,0 0 0 0 0,-1-1-1 0 0,0 1 1 0 0,1-1 0 0 0,-1 1-1 0 0,1 0 1 0 0,-1 0 0 0 0,1-1-1 0 0,-1 1 1 0 0,0 0-1 0 0,1 0 1 0 0,-1 0 0 0 0,1 0-1 0 0,-1 0 1 0 0,0-1 0 0 0,1 1-1 0 0,-1 0 1 0 0,0 1 0 0 0,1-1-1 0 0,-1 0 1 0 0,0 0 0 0 0,1 0-1 0 0,-1 0 1 0 0,1 0 0 0 0,-1 1-1 0 0,0-1 1 0 0,0 1 0 0 0,-4 1 261 0 0,0 0 0 0 0,0 1 0 0 0,0 0 0 0 0,0 0 0 0 0,1 0 0 0 0,-1 1 0 0 0,1-1 0 0 0,0 1 0 0 0,0 0 0 0 0,-5 8 0 0 0,0-1 36 0 0,1 1-1 0 0,1 0 0 0 0,-7 14 1 0 0,-2 10-120 0 0,2 0 0 0 0,2 1 0 0 0,1 1 0 0 0,2 0 0 0 0,2 0 0 0 0,-4 66-1 0 0,10-82-222 0 0,1 0 0 0 0,0-1 0 0 0,2 1-1 0 0,1 0 1 0 0,9 34 0 0 0,-9-46-49 0 0,0 0 0 0 0,1 0 0 0 0,0-1 0 0 0,0 0 0 0 0,1 1 0 0 0,0-2 0 0 0,0 1 0 0 0,1-1 1 0 0,1 1-1 0 0,-1-2 0 0 0,1 1 0 0 0,0-1 0 0 0,1 0 0 0 0,9 6 0 0 0,-14-10 73 0 0,1-1 0 0 0,0 0 0 0 0,0 0 0 0 0,0 0-1 0 0,1 0 1 0 0,-1-1 0 0 0,7 2 0 0 0,-9-3-249 0 0,0 0 1 0 0,0 0-1 0 0,0 0 1 0 0,-1 0-1 0 0,1 0 0 0 0,0 0 1 0 0,0 0-1 0 0,0 0 1 0 0,0-1-1 0 0,3-1 0 0 0,-4 2-418 0 0,1-1-1 0 0,-1 0 1 0 0,0 0-1 0 0,1 1 1 0 0,-1-1-1 0 0,0 0 1 0 0,0 0-1 0 0,0 0 0 0 0,1-2 1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35.2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30 282 4607 0 0,'-3'-2'311'0'0,"1"-2"0"0"0,-1 1 0 0 0,0 0-1 0 0,1-1 1 0 0,0 1 0 0 0,0-1-1 0 0,0 1 1 0 0,0-1 0 0 0,0 0 0 0 0,1 0-1 0 0,0 0 1 0 0,0 0 0 0 0,0 0-1 0 0,0 0 1 0 0,0 0 0 0 0,1-1 0 0 0,0 1-1 0 0,0 0 1 0 0,0 0 0 0 0,0 0-1 0 0,1 0 1 0 0,0-1 0 0 0,1-5 0 0 0,1 3 102 0 0,0 1-1 0 0,1 0 1 0 0,-1 0 0 0 0,1 0 0 0 0,0 0 0 0 0,0 1 0 0 0,1-1 0 0 0,0 1 0 0 0,0 0 0 0 0,0 0 0 0 0,1 1-1 0 0,-1 0 1 0 0,1 0 0 0 0,9-5 0 0 0,-5 4-36 0 0,1-1-1 0 0,-1 2 1 0 0,1-1-1 0 0,1 2 0 0 0,-1-1 1 0 0,1 1-1 0 0,20-2 1 0 0,-29 5-349 0 0,1 0 0 0 0,-1 0 1 0 0,0 0-1 0 0,0 0 0 0 0,0 0 0 0 0,0 1 1 0 0,0-1-1 0 0,0 1 0 0 0,0 0 1 0 0,0 0-1 0 0,-1 0 0 0 0,1 0 0 0 0,0 0 1 0 0,0 1-1 0 0,-1-1 0 0 0,1 1 0 0 0,-1 0 1 0 0,1 0-1 0 0,-1 0 0 0 0,0 0 1 0 0,0 0-1 0 0,0 0 0 0 0,0 1 0 0 0,0-1 1 0 0,0 1-1 0 0,-1-1 0 0 0,3 5 0 0 0,-2-1 18 0 0,1 0-1 0 0,-2 0 0 0 0,1 0 0 0 0,-1 1 0 0 0,0-1 0 0 0,0 0 0 0 0,0 1 0 0 0,-1-1 0 0 0,0 0 0 0 0,-1 1 0 0 0,1-1 0 0 0,-3 9 0 0 0,-1 1-31 0 0,0 0-1 0 0,-2 0 1 0 0,0-1 0 0 0,0 0-1 0 0,-2 0 1 0 0,-10 17 0 0 0,-64 78 102 0 0,68-92-112 0 0,54-52 60 0 0,11-13-51 0 0,-2-2 0 0 0,-2-3 0 0 0,-3-1-1 0 0,45-70 1 0 0,-85 116-13 0 0,19-33 0 0 0,-21 37 0 0 0,-1 0 0 0 0,0 1 0 0 0,0-1 0 0 0,0 0 0 0 0,0 0 0 0 0,0 0 0 0 0,-1 0 0 0 0,1 0 0 0 0,-1-1 0 0 0,0 1 0 0 0,0-5 0 0 0,0 7 0 0 0,0 1 0 0 0,-1 0 0 0 0,1 0 0 0 0,0 0 0 0 0,0-1 0 0 0,0 1 0 0 0,0 0 0 0 0,-1 0 0 0 0,1 0 0 0 0,0 0 0 0 0,0 0 0 0 0,-1 0 0 0 0,1-1 0 0 0,0 1 0 0 0,0 0 0 0 0,-1 0 0 0 0,1 0 0 0 0,0 0 0 0 0,0 0 0 0 0,-1 0 0 0 0,1 0 0 0 0,0 0 0 0 0,0 0 0 0 0,-1 0 0 0 0,1 0 0 0 0,0 0 0 0 0,0 0 0 0 0,-1 0 0 0 0,1 0 0 0 0,0 0 0 0 0,0 1 0 0 0,-1-1 0 0 0,1 0 0 0 0,0 0 0 0 0,0 0 0 0 0,0 0 0 0 0,-1 0 0 0 0,1 1 0 0 0,0-1 0 0 0,0 0 0 0 0,0 0 0 0 0,-1 0 0 0 0,1 0 0 0 0,0 1 0 0 0,-10 7 0 0 0,-1 4 0 0 0,0 0 0 0 0,1 1 0 0 0,1 1 0 0 0,0-1 0 0 0,1 2 0 0 0,1-1 0 0 0,-8 19 0 0 0,6-7 0 0 0,0 0 0 0 0,2 1 0 0 0,-5 37 0 0 0,9-47 0 0 0,2 0 0 0 0,0 29 0 0 0,2-38 0 0 0,0 1 0 0 0,0-2 0 0 0,0 1 0 0 0,1 0 0 0 0,0 0 0 0 0,1 0 0 0 0,6 13 0 0 0,-7-18 19 0 0,0-1 1 0 0,-1 1-1 0 0,1-1 0 0 0,1 1 0 0 0,-1-1 0 0 0,0 0 1 0 0,1 0-1 0 0,-1 0 0 0 0,1 0 0 0 0,-1 0 0 0 0,1-1 1 0 0,0 1-1 0 0,0-1 0 0 0,0 0 0 0 0,0 1 0 0 0,0-2 1 0 0,0 1-1 0 0,0 0 0 0 0,5 0 0 0 0,0 0-259 0 0,0 0 0 0 0,-1-1 0 0 0,1 0 0 0 0,0-1 0 0 0,-1 0 0 0 0,1 0 0 0 0,7-2 0 0 0,1-2-7440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35.4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52 7367 0 0,'82'-14'7687'0'0,"-17"3"-5919"0"0,61-8-205 0 0,-89 15-2587 0 0,54 1 1 0 0,-65 4-4884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35.6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76 3223 0 0,'8'-11'708'0'0,"0"-1"0"0"0,15-13 0 0 0,-18 19 635 0 0,1 2 0 0 0,-1-1 0 0 0,11-6 0 0 0,-16 11-1259 0 0,0 0 0 0 0,0 0 0 0 0,1-1 0 0 0,-1 1 0 0 0,0 0 0 0 0,0 0-1 0 0,0 0 1 0 0,0 0 0 0 0,1 0 0 0 0,-1 0 0 0 0,0 0 0 0 0,0 0 0 0 0,0 0-1 0 0,1 0 1 0 0,-1 0 0 0 0,0 0 0 0 0,0 0 0 0 0,0 0 0 0 0,0 0 0 0 0,1 0 0 0 0,-1 0-1 0 0,0 0 1 0 0,0 0 0 0 0,0 0 0 0 0,0 0 0 0 0,1 0 0 0 0,-1 0 0 0 0,0 0 0 0 0,0 0-1 0 0,0 1 1 0 0,0-1 0 0 0,1 0 0 0 0,-1 0 0 0 0,0 0 0 0 0,0 0 0 0 0,0 0-1 0 0,0 1 1 0 0,3 8 1934 0 0,-3 13 238 0 0,0-20-1999 0 0,-21 139 4065 0 0,8-67-3939 0 0,7-44-342 0 0,-4 31 58 0 0,10-55-93 0 0,-1 0 0 0 0,1-1 0 0 0,1 1-1 0 0,-1-1 1 0 0,1 1 0 0 0,0 0 0 0 0,0-1 0 0 0,4 9 0 0 0,-5-13-20 0 0,0 0-1 0 0,1-1 1 0 0,-1 1 0 0 0,1 0-1 0 0,-1 0 1 0 0,1 0 0 0 0,0-1-1 0 0,-1 1 1 0 0,1 0 0 0 0,0-1-1 0 0,-1 1 1 0 0,1-1-1 0 0,0 1 1 0 0,0-1 0 0 0,0 1-1 0 0,-1-1 1 0 0,1 1 0 0 0,0-1-1 0 0,0 0 1 0 0,0 1 0 0 0,0-1-1 0 0,0 0 1 0 0,0 0-1 0 0,0 0 1 0 0,0 1 0 0 0,0-1-1 0 0,0 0 1 0 0,0 0 0 0 0,-1-1-1 0 0,1 1 1 0 0,0 0 0 0 0,0 0-1 0 0,0 0 1 0 0,2-1-1 0 0,8-4-546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35.8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8287 0 0,'0'35'8237'0'0,"1"9"-4216"0"0,4 107-1679 0 0,1-41-2226 0 0,-5-103-1729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36.0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39 6447 0 0,'0'0'111'0'0,"1"0"-1"0"0,-1-1 0 0 0,0 1 1 0 0,1-1-1 0 0,-1 1 0 0 0,1-1 1 0 0,-1 1-1 0 0,1 0 1 0 0,-1-1-1 0 0,1 1 0 0 0,-1 0 1 0 0,1 0-1 0 0,-1-1 0 0 0,1 1 1 0 0,-1 0-1 0 0,1 0 0 0 0,-1 0 1 0 0,1 0-1 0 0,-1 0 0 0 0,1 0 1 0 0,0 0-1 0 0,21-4 2884 0 0,-12 3-1377 0 0,73-10 4416 0 0,2 4-4339 0 0,12 0-2605 0 0,-65 3-208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36.3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1 122 4607 0 0,'2'-6'272'0'0,"0"1"0"0"0,0 0 0 0 0,1 0 0 0 0,0 0-1 0 0,0 1 1 0 0,0-1 0 0 0,0 1 0 0 0,1-1-1 0 0,0 1 1 0 0,0 0 0 0 0,0 1 0 0 0,0-1 0 0 0,0 1-1 0 0,10-6 1 0 0,3-1 1609 0 0,1 1 0 0 0,34-12 0 0 0,-46 19-1476 0 0,1 0-1 0 0,-1 0 0 0 0,1 0 1 0 0,0 1-1 0 0,-1 0 0 0 0,1 1 1 0 0,0-1-1 0 0,0 1 0 0 0,0 0 1 0 0,-1 1-1 0 0,1 0 0 0 0,10 2 1 0 0,-13-2-304 0 0,0 1-1 0 0,-1-1 1 0 0,0 1 0 0 0,1 0 0 0 0,-1-1-1 0 0,0 2 1 0 0,0-1 0 0 0,0 0 0 0 0,0 0 0 0 0,0 1-1 0 0,-1 0 1 0 0,1 0 0 0 0,-1-1 0 0 0,1 2-1 0 0,-1-1 1 0 0,0 0 0 0 0,-1 0 0 0 0,1 0 0 0 0,0 1-1 0 0,-1-1 1 0 0,0 1 0 0 0,0 0 0 0 0,0-1-1 0 0,1 5 1 0 0,-1-1-77 0 0,0 1 0 0 0,-1-1 0 0 0,0 0-1 0 0,0 0 1 0 0,-1 1 0 0 0,1-1 0 0 0,-1 0 0 0 0,-1 0-1 0 0,0 0 1 0 0,0 0 0 0 0,0 0 0 0 0,-1 0 0 0 0,0-1-1 0 0,0 1 1 0 0,-4 5 0 0 0,-8 10 115 0 0,-1-1 0 0 0,-33 36 0 0 0,9-12-65 0 0,28-31-67 0 0,5-6 8 0 0,0 1 0 0 0,0 0 0 0 0,0 1 1 0 0,-5 12-1 0 0,11-22-13 0 0,1 1 1 0 0,-1 0-1 0 0,1 0 0 0 0,0 0 1 0 0,-1 0-1 0 0,1 0 1 0 0,0 0-1 0 0,0 0 0 0 0,-1 0 1 0 0,1-1-1 0 0,0 1 1 0 0,0 0-1 0 0,0 0 0 0 0,0 0 1 0 0,0 0-1 0 0,1 0 1 0 0,-1 0-1 0 0,0 2 1 0 0,1-3 1 0 0,-1 1 0 0 0,1-1 0 0 0,-1 1 0 0 0,1-1 1 0 0,-1 1-1 0 0,1-1 0 0 0,-1 1 0 0 0,1-1 0 0 0,-1 0 1 0 0,1 1-1 0 0,0-1 0 0 0,-1 0 0 0 0,1 0 0 0 0,-1 1 1 0 0,1-1-1 0 0,0 0 0 0 0,-1 0 0 0 0,1 0 1 0 0,1 1-1 0 0,4-1 24 0 0,-1-1 1 0 0,1 1-1 0 0,-1-1 1 0 0,11-2-1 0 0,-11 2-23 0 0,155-35-4099 0 0,-145 33-2980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36.8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65 6911 0 0,'1'-2'61'0'0,"-1"-1"-1"0"0,1 1 0 0 0,0 0 0 0 0,0-1 1 0 0,1 1-1 0 0,-1 0 0 0 0,0 0 0 0 0,1-1 0 0 0,-1 1 1 0 0,1 0-1 0 0,-1 1 0 0 0,1-1 0 0 0,0 0 1 0 0,0 0-1 0 0,3-1 0 0 0,1 0 57 0 0,-1 0 0 0 0,1 1 1 0 0,0-1-1 0 0,0 2 0 0 0,7-3 0 0 0,-3 2 782 0 0,0 0-1 0 0,0 0 1 0 0,0 1 0 0 0,0 1-1 0 0,1 0 1 0 0,-1 0-1 0 0,0 1 1 0 0,0 0 0 0 0,0 0-1 0 0,17 6 1 0 0,-19-5-589 0 0,0 1-1 0 0,0 1 1 0 0,0-1-1 0 0,-1 2 1 0 0,1-1-1 0 0,-1 1 1 0 0,0 0-1 0 0,0 0 1 0 0,-1 0-1 0 0,1 1 1 0 0,-1 0-1 0 0,0 1 1 0 0,5 7-1 0 0,-8-10-286 0 0,-1 1 0 0 0,1 0-1 0 0,-1-1 1 0 0,0 1-1 0 0,0 0 1 0 0,-1 0-1 0 0,1 0 1 0 0,-1 0-1 0 0,0 0 1 0 0,-1 0 0 0 0,1 1-1 0 0,-1-1 1 0 0,0 0-1 0 0,0 0 1 0 0,-1 1-1 0 0,1-1 1 0 0,-1 0-1 0 0,0 0 1 0 0,-1 0-1 0 0,1 0 1 0 0,-4 8 0 0 0,-4 5 4 0 0,0-1 0 0 0,-1 1 0 0 0,0-1 0 0 0,-16 18 0 0 0,18-24-21 0 0,-13 23-1 0 0,28-36-5 0 0,2-5 0 0 0,12-11-20 0 0,-1-1-1 0 0,-1-1 0 0 0,-1-1 1 0 0,16-25-1 0 0,-12 13-126 0 0,-1-2 0 0 0,18-42 0 0 0,-35 68 155 0 0,0 1 0 0 0,-1 0 0 0 0,0-1 0 0 0,-1 1 0 0 0,0-1 0 0 0,0 0 0 0 0,0-9 0 0 0,-2 18-8 0 0,0 0 0 0 0,0 0 0 0 0,0 0 0 0 0,-1 1 0 0 0,1-1 0 0 0,0 0 0 0 0,0 0 0 0 0,0 0 0 0 0,0 0 0 0 0,0 0 0 0 0,0 0 0 0 0,-1 0 0 0 0,1 1 0 0 0,0-1 0 0 0,0 0 0 0 0,0 0 0 0 0,0 0 0 0 0,-1 0 0 0 0,1 0 0 0 0,0 0 0 0 0,0 0 0 0 0,0 0 0 0 0,0 0 0 0 0,-1 0 0 0 0,1 0 0 0 0,0 0 0 0 0,0 0 0 0 0,0 0 0 0 0,0 0 0 0 0,-1 0 0 0 0,1 0 0 0 0,0 0 0 0 0,0 0 0 0 0,0 0 0 0 0,0 0 0 0 0,-1 0 0 0 0,1-1 0 0 0,0 1 0 0 0,0 0 0 0 0,0 0 0 0 0,0 0 0 0 0,0 0 0 0 0,-1 0 0 0 0,1 0 0 0 0,0 0 0 0 0,0-1 0 0 0,0 1 0 0 0,0 0 0 0 0,0 0 0 0 0,0 0 0 0 0,0 0 0 0 0,0-1 0 0 0,0 1 0 0 0,0 0 0 0 0,-1 0 0 0 0,1 0 0 0 0,0 0 0 0 0,0-1 0 0 0,0 1 0 0 0,0 0 0 0 0,0 0 0 0 0,0 0 0 0 0,0 0 0 0 0,0-1 0 0 0,-9 12 0 0 0,-3 9 0 0 0,0 1 0 0 0,1-1 0 0 0,2 2 0 0 0,0 0 0 0 0,1 0 0 0 0,1 0 0 0 0,-5 24 0 0 0,11-40 8 0 0,0 0-1 0 0,1 0 1 0 0,0 1-1 0 0,-1-1 1 0 0,2 0-1 0 0,-1 0 1 0 0,1 0 0 0 0,1 7-1 0 0,-1-11-4 0 0,0 1 0 0 0,-1-1-1 0 0,1 0 1 0 0,0 0 0 0 0,0 0-1 0 0,0 0 1 0 0,1 0 0 0 0,-1 0 0 0 0,0 0-1 0 0,1-1 1 0 0,-1 1 0 0 0,1 0 0 0 0,0-1-1 0 0,0 1 1 0 0,-1-1 0 0 0,1 1-1 0 0,0-1 1 0 0,0 0 0 0 0,0 0 0 0 0,0 0-1 0 0,0 0 1 0 0,1 0 0 0 0,-1 0-1 0 0,3 0 1 0 0,5 0 42 0 0,0 1 0 0 0,-1-2 0 0 0,1 1 0 0 0,0-2 1 0 0,0 1-1 0 0,-1-1 0 0 0,14-3 0 0 0,-3-1-700 0 0,0-1 1 0 0,27-11 0 0 0,-26 7-7040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36.9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69 7831 0 0,'-9'-4'344'0'0,"6"1"72"0"0,1 0-328 0 0,4-1-88 0 0,0 2 0 0 0,1 1 0 0 0,4-1 504 0 0,3-1 80 0 0,9-3 24 0 0,6 1 0 0 0,9-3 144 0 0,4-1 32 0 0,1 4 8 0 0,2 0 0 0 0,-2 0-616 0 0,-5 2-176 0 0,-2 3 72 0 0,-3 0-5808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37.2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4607 0 0,'33'7'2638'0'0,"-20"-1"-1082"0"0,-4-3-92 0 0,0 1 0 0 0,0 0 1 0 0,0 1-1 0 0,-1 0 0 0 0,11 9 0 0 0,-17-12-1264 0 0,0 0 0 0 0,0 0-1 0 0,0 0 1 0 0,0 0 0 0 0,-1 0-1 0 0,1 1 1 0 0,-1-1 0 0 0,1 1 0 0 0,-1-1-1 0 0,0 1 1 0 0,0-1 0 0 0,0 1 0 0 0,0 0-1 0 0,-1-1 1 0 0,1 1 0 0 0,-1 0-1 0 0,0 0 1 0 0,0 0 0 0 0,0-1 0 0 0,0 1-1 0 0,0 0 1 0 0,0 0 0 0 0,-1 0-1 0 0,0 2 1 0 0,-4 10-31 0 0,0 0-1 0 0,-1 0 0 0 0,0 0 1 0 0,-1-1-1 0 0,-14 19 1 0 0,-13 31 224 0 0,33-63-393 0 0,0 1 0 0 0,1-1 0 0 0,-1 0 0 0 0,1 0 0 0 0,0 0 0 0 0,-1 1 0 0 0,1-1 0 0 0,0 0 0 0 0,0 1 0 0 0,-1-1 0 0 0,1 0 0 0 0,0 1 0 0 0,0-1 0 0 0,1 0 0 0 0,-1 0 0 0 0,0 1 0 0 0,0-1 0 0 0,1 0 0 0 0,-1 1 0 0 0,1 1 0 0 0,0-2 0 0 0,0 0 0 0 0,0 0 0 0 0,0-1 0 0 0,0 1 0 0 0,0 0 0 0 0,0-1 0 0 0,0 1 0 0 0,0 0 0 0 0,0-1 0 0 0,0 1 0 0 0,1-1 0 0 0,-1 0 0 0 0,0 1 0 0 0,0-1 0 0 0,0 0 0 0 0,1 0 0 0 0,-1 0 0 0 0,0 1 0 0 0,0-1 0 0 0,1-1 0 0 0,1 1 0 0 0,10-1-6 0 0,0-1 1 0 0,0-1-1 0 0,-1 0 1 0 0,1-1-1 0 0,15-6 0 0 0,61-32-162 0 0,-61 27 61 0 0,-3 1-568 0 0,-2-1-213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37.4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52 5983 0 0,'4'-9'133'0'0,"-3"8"-114"0"0,-1 0-1 0 0,0 1 1 0 0,1-1 0 0 0,-1 0 0 0 0,0 0 0 0 0,1 0 0 0 0,-1 1 0 0 0,1-1 0 0 0,-1 0 0 0 0,1 0 0 0 0,0 1 0 0 0,-1-1 0 0 0,1 0-1 0 0,0 1 1 0 0,0-1 0 0 0,-1 1 0 0 0,1-1 0 0 0,0 1 0 0 0,0-1 0 0 0,0 1 0 0 0,-1 0 0 0 0,1-1 0 0 0,0 1 0 0 0,0 0-1 0 0,1-1 1 0 0,15-1 406 0 0,128-14 13118 0 0,-76 12-12003 0 0,-11 0-3362 0 0,-42 3-5464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37.7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1 121 5063 0 0,'0'-1'97'0'0,"0"0"0"0"0,1-1 0 0 0,-1 1 0 0 0,0 0 0 0 0,1 0 0 0 0,0 0 0 0 0,-1-1-1 0 0,1 1 1 0 0,-1 0 0 0 0,1 0 0 0 0,0 0 0 0 0,0 0 0 0 0,0 0 0 0 0,0 0 0 0 0,0 0 0 0 0,1 0-1 0 0,20-16 1978 0 0,-16 14-1575 0 0,11-7 970 0 0,0 0 0 0 0,1 1 0 0 0,0 1 0 0 0,1 0 0 0 0,30-7 0 0 0,-18 8-139 0 0,0 1-1 0 0,57-2 1 0 0,-85 7-1278 0 0,1 1 0 0 0,0 0 0 0 0,0 0 0 0 0,0 1 0 0 0,-1-1 0 0 0,1 1 0 0 0,0 0 0 0 0,-1 0 0 0 0,1 0 0 0 0,6 3 0 0 0,-8-3-44 0 0,-1 0 0 0 0,1 0-1 0 0,-1 0 1 0 0,0 1 0 0 0,1-1-1 0 0,-1 0 1 0 0,0 1 0 0 0,0-1-1 0 0,0 1 1 0 0,0-1 0 0 0,0 1-1 0 0,0-1 1 0 0,-1 1 0 0 0,1 0-1 0 0,0 0 1 0 0,-1-1 0 0 0,1 1-1 0 0,-1 0 1 0 0,0 0 0 0 0,0-1-1 0 0,1 1 1 0 0,-1 0 0 0 0,0 0-1 0 0,-1 2 1 0 0,-2 22 7 0 0,-1-1-1 0 0,-1 1 1 0 0,-13 36 0 0 0,-4 20 43 0 0,4 33-55 0 0,17-96 57 0 0,0 1 0 0 0,1-1 0 0 0,6 39 0 0 0,-1-44 3 0 0,-4-12-205 0 0,0 0 1 0 0,-1 0-1 0 0,1 0 1 0 0,0 0-1 0 0,-1 0 1 0 0,0 0 0 0 0,1 0-1 0 0,-1 0 1 0 0,0 0-1 0 0,0 0 1 0 0,0 3-1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37.8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60 10591 0 0,'4'-3'297'0'0,"0"1"-1"0"0,0 0 0 0 0,0 0 0 0 0,0 0 0 0 0,1 0 0 0 0,-1 1 1 0 0,1-1-1 0 0,5 0 0 0 0,39-3 3342 0 0,-21 2-2719 0 0,99-11 3425 0 0,0 2-3725 0 0,-55 4-2598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38.1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70 4 10591 0 0,'0'0'33'0'0,"0"0"0"0"0,0 0 0 0 0,0 0-1 0 0,0 0 1 0 0,0-1 0 0 0,0 1 0 0 0,0 0-1 0 0,0 0 1 0 0,0 0 0 0 0,0 0 0 0 0,0-1 0 0 0,0 1-1 0 0,1 0 1 0 0,-1 0 0 0 0,0 0 0 0 0,0 0-1 0 0,0 0 1 0 0,0-1 0 0 0,0 1 0 0 0,0 0-1 0 0,0 0 1 0 0,1 0 0 0 0,-1 0 0 0 0,0 0 0 0 0,0 0-1 0 0,0 0 1 0 0,0 0 0 0 0,0-1 0 0 0,1 1-1 0 0,-1 0 1 0 0,0 0 0 0 0,0 0 0 0 0,0 0-1 0 0,0 0 1 0 0,1 0 0 0 0,-1 0 0 0 0,0 0 0 0 0,0 0-1 0 0,0 0 1 0 0,0 0 0 0 0,1 0 0 0 0,-1 0-1 0 0,0 0 1 0 0,0 0 0 0 0,0 0 0 0 0,1 1-1 0 0,12 4 1206 0 0,11 13 654 0 0,-5 0-741 0 0,-2 1 1 0 0,0 0-1 0 0,-1 1 1 0 0,-1 1-1 0 0,25 45 1 0 0,-25-36-847 0 0,-2 1 0 0 0,0 0 1 0 0,-3 0-1 0 0,9 39 0 0 0,-13-45-189 0 0,-2 1 0 0 0,-2-1 0 0 0,1 42 0 0 0,-4-49-74 0 0,-1-1 0 0 0,0 1 1 0 0,-1-1-1 0 0,-1 0 0 0 0,-1 0 0 0 0,-7 18 0 0 0,2-12-14 0 0,-1-1 1 0 0,-2 0-1 0 0,0 0 0 0 0,-1-1 1 0 0,-23 26-1 0 0,-93 85-1548 0 0,114-117 989 0 0,-33 31-7564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38.8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28 10591 0 0,'21'-2'759'0'0,"-12"0"-473"0"0,-9 2-283 0 0,0 0 0 0 0,0 0 0 0 0,0 0 1 0 0,0 0-1 0 0,0 0 0 0 0,0 0 0 0 0,0 0 0 0 0,0 0 0 0 0,0-1 0 0 0,0 1 1 0 0,0 0-1 0 0,0 0 0 0 0,0 0 0 0 0,0 0 0 0 0,0 0 0 0 0,0 0 0 0 0,0 0 1 0 0,0 0-1 0 0,0 0 0 0 0,0 0 0 0 0,0 0 0 0 0,0 0 0 0 0,0 0 0 0 0,0 0 1 0 0,0 0-1 0 0,0 0 0 0 0,0 0 0 0 0,0 0 0 0 0,0 0 0 0 0,0-1 0 0 0,0 1 0 0 0,0 0 1 0 0,0 0-1 0 0,0 0 0 0 0,0 0 0 0 0,0 0 0 0 0,0 0 0 0 0,0 0 0 0 0,0 0 1 0 0,0 0-1 0 0,0 0 0 0 0,0 0 0 0 0,0 0 0 0 0,0 0 0 0 0,0 0 0 0 0,0 0 1 0 0,0 0-1 0 0,0 0 0 0 0,0 0 0 0 0,0 0 0 0 0,0 0 0 0 0,0 0 0 0 0,0 0 0 0 0,0 0 1 0 0,3-2 356 0 0,-1 1 0 0 0,1-1 0 0 0,-1 1 0 0 0,1 0 0 0 0,5-1 0 0 0,2-1 501 0 0,0 0 0 0 0,0 1 0 0 0,1 0 1 0 0,19 0-1 0 0,-27 2-660 0 0,1 0-1 0 0,-1 0 1 0 0,1 0-1 0 0,0 1 1 0 0,-1 0 0 0 0,1 0-1 0 0,-1 0 1 0 0,1 0 0 0 0,-1 0-1 0 0,0 1 1 0 0,0-1 0 0 0,1 1-1 0 0,-1 0 1 0 0,0 0 0 0 0,-1 0-1 0 0,1 1 1 0 0,0-1 0 0 0,2 3-1 0 0,-4-4-176 0 0,-1 0-1 0 0,1 0 1 0 0,0 0-1 0 0,-1-1 1 0 0,1 1 0 0 0,-1 0-1 0 0,0 0 1 0 0,1 0-1 0 0,-1 0 1 0 0,0 0 0 0 0,1 0-1 0 0,-1 0 1 0 0,0 0-1 0 0,0 0 1 0 0,0 0-1 0 0,0 0 1 0 0,0 0 0 0 0,0 0-1 0 0,0 0 1 0 0,0 2-1 0 0,-1-1-8 0 0,0 0 1 0 0,0 0-1 0 0,1-1 0 0 0,-1 1 0 0 0,0 0 0 0 0,-1 0 0 0 0,1 0 0 0 0,0-1 0 0 0,-3 3 1 0 0,-1 1-18 0 0,0 0 1 0 0,-1 0 0 0 0,0-1-1 0 0,-10 6 1 0 0,-33 13 1 0 0,34-17 3 0 0,1 0 1 0 0,-19 12 0 0 0,33-17 2 0 0,-1-1 1 0 0,1 0-1 0 0,-1 0 1 0 0,1 1 0 0 0,-1-1-1 0 0,1 0 1 0 0,-1 1-1 0 0,1-1 1 0 0,0 1-1 0 0,-1-1 1 0 0,1 0-1 0 0,-1 1 1 0 0,1-1 0 0 0,0 1-1 0 0,0-1 1 0 0,-1 1-1 0 0,1-1 1 0 0,0 1-1 0 0,0 0 1 0 0,-1 0-1 0 0,1 0 0 0 0,0-1 0 0 0,1 0 0 0 0,-1 1 0 0 0,0-1-1 0 0,0 0 1 0 0,1 0 0 0 0,-1 1 0 0 0,0-1 0 0 0,0 0-1 0 0,1 1 1 0 0,-1-1 0 0 0,0 0 0 0 0,1 0 0 0 0,-1 0-1 0 0,0 1 1 0 0,1-1 0 0 0,-1 0 0 0 0,0 0 0 0 0,1 0-1 0 0,-1 0 1 0 0,0 0 0 0 0,1 0 0 0 0,0 0 0 0 0,25 2 154 0 0,-1-5 30 0 0,0-1 1 0 0,0-1-1 0 0,24-8 0 0 0,-20 5 94 0 0,47-8-1 0 0,-72 16-545 0 0,0-1-1 0 0,0 1 1 0 0,0 0-1 0 0,1 0 1 0 0,3 2-1 0 0,-7-2 102 0 0,0 0 0 0 0,0 0-1 0 0,0 0 1 0 0,-1 0-1 0 0,1 1 1 0 0,0-1-1 0 0,0 0 1 0 0,0 0-1 0 0,-1 1 1 0 0,1-1-1 0 0,0 1 1 0 0,-1-1 0 0 0,1 1-1 0 0,0-1 1 0 0,-1 1-1 0 0,1-1 1 0 0,0 1-1 0 0,-1 0 1 0 0,1-1-1 0 0,-1 1 1 0 0,1 0-1 0 0,-1-1 1 0 0,0 1 0 0 0,1 0-1 0 0,-1 0 1 0 0,0-1-1 0 0,1 1 1 0 0,-1 0-1 0 0,0 0 1 0 0,0 0-1 0 0,0 1 1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40.7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7 1839 0 0,'19'-7'315'0'0,"-18"7"-379"0"0,-4 3 8 0 0,-14 8 45 0 0,4-4 11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56.8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12 106 4607 0 0,'-8'-9'1023'0'0,"5"-6"4620"0"0,3 14-5405 0 0,1 0 0 0 0,0 0 1 0 0,0 1-1 0 0,0-1 0 0 0,0 1 1 0 0,1-1-1 0 0,-1 1 0 0 0,0-1 0 0 0,0 1 1 0 0,0-1-1 0 0,0 1 0 0 0,0 0 1 0 0,1 0-1 0 0,-1 0 0 0 0,0 0 1 0 0,0-1-1 0 0,0 2 0 0 0,1-1 1 0 0,-1 0-1 0 0,0 0 0 0 0,0 0 1 0 0,1 1-1 0 0,28 7 1647 0 0,-21-4-1639 0 0,-1 1 0 0 0,1 0-1 0 0,-1 0 1 0 0,0 1 0 0 0,0 0-1 0 0,-1 0 1 0 0,1 1 0 0 0,6 8-1 0 0,5 9 63 0 0,21 33 1 0 0,-10-14-59 0 0,12 25-104 0 0,-2-3 3 0 0,4 9 26 0 0,-14-19-179 0 0,-29-55 4 0 0,-1 1 0 0 0,0 0 0 0 0,1-1 0 0 0,-1 1 0 0 0,0-1 0 0 0,1 1 0 0 0,-1-1 0 0 0,0 1 0 0 0,1-1 0 0 0,-1 1 0 0 0,1-1 0 0 0,-1 1 0 0 0,1-1 0 0 0,0 1 0 0 0,-1-1 0 0 0,1 0 0 0 0,-1 1 0 0 0,1-1 0 0 0,0 0 0 0 0,-1 0 0 0 0,1 0 0 0 0,0 1 0 0 0,0-1 0 0 0,0 0 0 0 0,-1-1 0 0 0,1 1 0 0 0,0 0 0 0 0,-1 0 0 0 0,1-1 0 0 0,-1 1 0 0 0,1-1 0 0 0,-1 1 0 0 0,1 0 0 0 0,-1-1 0 0 0,1 1 0 0 0,-1-1 0 0 0,0 1 0 0 0,1-1 0 0 0,-1 1 0 0 0,0-1 0 0 0,1 0 0 0 0,-1 1 0 0 0,1-2 0 0 0,1-4 0 0 0,0-1 0 0 0,0 0 0 0 0,2-9 0 0 0,-4 13 0 0 0,8-39 38 0 0,2-10 87 0 0,28-87 0 0 0,-30 117-121 0 0,61-155 120 0 0,-69 177-124 0 0,1-1 0 0 0,-1 0 0 0 0,0 0 0 0 0,1 0 0 0 0,-1 0 0 0 0,0 0 0 0 0,1 0 0 0 0,-1 0 0 0 0,0 0 0 0 0,0 0 0 0 0,0 1 0 0 0,0-1 0 0 0,0 0 0 0 0,0 0 0 0 0,0 0 0 0 0,0-2 0 0 0,-1 3 0 0 0,0-1 0 0 0,1 0 0 0 0,-1 0 0 0 0,1 1 0 0 0,-1-1 0 0 0,0 1 0 0 0,1-1 0 0 0,-1 1 0 0 0,0-1 0 0 0,1 1 0 0 0,-1-1 0 0 0,-1 0 0 0 0,-6-3 0 0 0,0-1 3 0 0,0 1-1 0 0,0 1 1 0 0,0 0-1 0 0,0 0 1 0 0,0 0-1 0 0,0 1 1 0 0,-1 0 0 0 0,1 1-1 0 0,-1 0 1 0 0,0 0-1 0 0,1 1 1 0 0,-1 0-1 0 0,0 0 1 0 0,-10 2-1 0 0,-14 4 12 0 0,0 1 0 0 0,-40 14 0 0 0,65-18-14 0 0,-48 19-26 0 0,45-17 17 0 0,-1 1 0 0 0,0-2 1 0 0,1 0-1 0 0,-1 0 0 0 0,-1-1 1 0 0,1-1-1 0 0,-15 2 0 0 0,27-4 9 0 0,-1 0 0 0 0,1 0 0 0 0,0 0 0 0 0,-1 0 0 0 0,1 0 0 0 0,0 0 0 0 0,0 0 0 0 0,-1 0 0 0 0,1 0 0 0 0,0 0 0 0 0,0 0 0 0 0,-1 0 0 0 0,1 0 0 0 0,0 0 0 0 0,-1 0 0 0 0,1 0 0 0 0,0-1 0 0 0,0 1 0 0 0,-1 0 0 0 0,1 0 0 0 0,0 0 0 0 0,0 0 0 0 0,0-1 0 0 0,-1 1 0 0 0,1 0 0 0 0,0 0 0 0 0,0 0 0 0 0,0-1 0 0 0,0 1 0 0 0,-1 0 0 0 0,5-7 0 0 0,13-5 0 0 0,46-12-2869 0 0,-50 20-4278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57.3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0 309 5527 0 0,'3'1'377'0'0,"0"1"-1"0"0,1-1 0 0 0,-1 1 0 0 0,0-1 1 0 0,0 0-1 0 0,1-1 0 0 0,4 2 0 0 0,2 0 430 0 0,-1 0-164 0 0,0-1 0 0 0,0 0-1 0 0,-1 0 1 0 0,1-1 0 0 0,0 0-1 0 0,0-1 1 0 0,0 0 0 0 0,-1 0-1 0 0,1-1 1 0 0,0 0 0 0 0,-1 0-1 0 0,0-1 1 0 0,13-6 0 0 0,-7 3-279 0 0,-1-1 0 0 0,0-1 0 0 0,0 0 0 0 0,-1-1 0 0 0,0-1 0 0 0,-1 0 0 0 0,12-11 0 0 0,-19 16-320 0 0,-1 1 0 0 0,1-1-1 0 0,-1 0 1 0 0,0 0 0 0 0,-1 0 0 0 0,1 0-1 0 0,-1-1 1 0 0,0 1 0 0 0,0-1-1 0 0,0 1 1 0 0,-1-1 0 0 0,0 1 0 0 0,0-1-1 0 0,-1 0 1 0 0,1 0 0 0 0,-1 0 0 0 0,0 1-1 0 0,-1-1 1 0 0,1 0 0 0 0,-1 0-1 0 0,-3-7 1 0 0,3 7-6 0 0,-1 1 1 0 0,0 0-1 0 0,0-1 0 0 0,-1 1 1 0 0,1 0-1 0 0,-1 0 0 0 0,0 1 0 0 0,0-1 1 0 0,-1 1-1 0 0,0-1 0 0 0,1 1 0 0 0,-2 0 1 0 0,1 0-1 0 0,0 1 0 0 0,-1-1 1 0 0,1 1-1 0 0,-1 0 0 0 0,0 0 0 0 0,0 1 1 0 0,0-1-1 0 0,-10-2 0 0 0,10 4-33 0 0,0-1-1 0 0,0 1 1 0 0,0 0-1 0 0,0 1 1 0 0,-1-1-1 0 0,1 1 1 0 0,0 0 0 0 0,-9 2-1 0 0,10-1 0 0 0,0 0-1 0 0,1 0 1 0 0,-1 0-1 0 0,0 1 0 0 0,1 0 1 0 0,0 0-1 0 0,-1 0 1 0 0,1 0-1 0 0,0 0 1 0 0,0 1-1 0 0,0-1 1 0 0,-3 5-1 0 0,-1 1-2 0 0,2 0 0 0 0,-1-1 0 0 0,1 2 0 0 0,1-1 0 0 0,-1 1 0 0 0,1-1 0 0 0,1 1 0 0 0,0 0 0 0 0,0 0 0 0 0,1 1 0 0 0,0-1 0 0 0,0 0 0 0 0,1 1 0 0 0,0 13 0 0 0,1 13 0 0 0,2 0 0 0 0,9 50 0 0 0,-10-78 0 0 0,58 259 0 0 0,-23-126 0 0 0,-1-1 68 0 0,-24-106-34 0 0,29 66 0 0 0,-31-87-84 0 0,-9-23-294 0 0,-9-24-2374 0 0,5 19-4586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57.6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2 140 4143 0 0,'0'-1'73'0'0,"-1"1"-1"0"0,1 0 1 0 0,0-1-1 0 0,0 1 1 0 0,0-1-1 0 0,0 1 0 0 0,0 0 1 0 0,0-1-1 0 0,0 1 1 0 0,0-1-1 0 0,0 1 0 0 0,0 0 1 0 0,0-1-1 0 0,0 1 1 0 0,0-1-1 0 0,0 1 0 0 0,0 0 1 0 0,0-1-1 0 0,0 1 1 0 0,1 0-1 0 0,-1-1 1 0 0,0 1-1 0 0,0 0 0 0 0,0-1 1 0 0,1 1-1 0 0,-1 0 1 0 0,1-1-1 0 0,11-11 3581 0 0,-6 9-2079 0 0,-1-1-1 0 0,0 1 0 0 0,11-3 1 0 0,-4 3-438 0 0,-1 0 1 0 0,1 1-1 0 0,1 1 1 0 0,-1 0-1 0 0,17 2 1 0 0,-12-1-775 0 0,32-4 1 0 0,-27-1-196 0 0,1-2 1 0 0,-1 0-1 0 0,0-1 1 0 0,0-2 0 0 0,31-18-1 0 0,-10 5 186 0 0,-43 23-359 0 0,0 1 0 0 0,0-1 0 0 0,0 0 0 0 0,0 0-1 0 0,0 0 1 0 0,0 0 0 0 0,0 0 0 0 0,0 0 0 0 0,0 0-1 0 0,0 0 1 0 0,0 0 0 0 0,0 0 0 0 0,0 0 0 0 0,0 0-1 0 0,0 0 1 0 0,0 0 0 0 0,0 0 0 0 0,0 0 0 0 0,0 0 0 0 0,0 0-1 0 0,0 0 1 0 0,0 0 0 0 0,0 0 0 0 0,0 0 0 0 0,0 0-1 0 0,0 0 1 0 0,0 0 0 0 0,0 0 0 0 0,0 1 0 0 0,0-1-1 0 0,0 0 1 0 0,0 0 0 0 0,0 0 0 0 0,0 0 0 0 0,0 0-1 0 0,0 0 1 0 0,0 0 0 0 0,0 0 0 0 0,0 0 0 0 0,0 0-1 0 0,0 0 1 0 0,-5 6 1154 0 0,-2 0-2260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39.9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26 10591 0 0,'-4'1'1891'0'0,"12"1"408"0"0,16 0 599 0 0,14-6-900 0 0,-20 3-1437 0 0,1-1-1 0 0,21-6 0 0 0,-24 3-437 0 0,0 2 1 0 0,-1 0-1 0 0,1 1 1 0 0,21 0-1 0 0,-31 1-284 0 0,17 1 359 0 0,-23 0-225 0 0,0 0 0 0 0,0 0 0 0 0,0 0 0 0 0,0 0 1 0 0,1 0-1 0 0,-1 0 0 0 0,0 0 0 0 0,0 0 0 0 0,0 0 1 0 0,0 0-1 0 0,1 1 0 0 0,-1-1 0 0 0,0 0 0 0 0,0 0 1 0 0,0 0-1 0 0,0 0 0 0 0,0 0 0 0 0,1 0 0 0 0,-1 0 1 0 0,0 0-1 0 0,0 1 0 0 0,0-1 0 0 0,0 0 0 0 0,0 0 0 0 0,0 0 1 0 0,0 0-1 0 0,0 0 0 0 0,1 0 0 0 0,-1 1 0 0 0,0-1 1 0 0,0 0-1 0 0,0 0 0 0 0,0 1 0 0 0,-8 6-2491 0 0,-12 5-647 0 0,-1-1 1 0 0,-27 10-1 0 0,-6 3 732 0 0,48-21 2216 0 0,-1 0 292 0 0,-1 1 1 0 0,0 0 0 0 0,1 1 0 0 0,0-1 0 0 0,0 1 0 0 0,-9 9 0 0 0,15-13 29 0 0,1-1 1 0 0,-1 0-1 0 0,1 0 0 0 0,0 1 1 0 0,-1-1-1 0 0,1 0 1 0 0,0 1-1 0 0,-1-1 0 0 0,1 1 1 0 0,0-1-1 0 0,0 0 1 0 0,-1 1-1 0 0,1-1 0 0 0,0 1 1 0 0,0-1-1 0 0,0 1 1 0 0,0-1-1 0 0,-1 1 0 0 0,1-1 1 0 0,0 1-1 0 0,0-1 1 0 0,0 0-1 0 0,0 1 0 0 0,0-1 1 0 0,0 1-1 0 0,0-1 1 0 0,0 1-1 0 0,0-1 0 0 0,0 1 1 0 0,1-1-1 0 0,-1 1 1 0 0,0-1-1 0 0,0 1 0 0 0,0-1 1 0 0,1 0-1 0 0,-1 1 1 0 0,0-1-1 0 0,0 1 0 0 0,1-1 1 0 0,-1 0-1 0 0,0 1 1 0 0,1-1-1 0 0,-1 0 0 0 0,0 1 1 0 0,1-1-1 0 0,-1 0 1 0 0,1 1-1 0 0,-1-1 0 0 0,0 0 1 0 0,1 0-1 0 0,-1 0 1 0 0,1 1-1 0 0,-1-1 0 0 0,1 0 1 0 0,0 0-1 0 0,4 1 737 0 0,0 0-1 0 0,1 0 0 0 0,-1 0 1 0 0,6 0-1 0 0,-3-1-48 0 0,12 1 25 0 0,0-1 0 0 0,1-1 0 0 0,-1-1 0 0 0,0 0 0 0 0,1-2 0 0 0,33-10-1 0 0,-33 7-548 0 0,-3 2-99 0 0,21-5 1 0 0,-32 12-1404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42.4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143 164 2303 0 0,'-2'-7'505'0'0,"0"0"0"0"0,0 1 0 0 0,-1-1 0 0 0,0 1 0 0 0,0 0-1 0 0,0 0 1 0 0,-1 0 0 0 0,0 0 0 0 0,-7-8 0 0 0,8 11-97 0 0,0-1 0 0 0,-1 1 0 0 0,1 0 0 0 0,-1 0 0 0 0,0 0-1 0 0,0 1 1 0 0,0-1 0 0 0,0 1 0 0 0,0 0 0 0 0,0 0 0 0 0,0 0 0 0 0,-1 1 0 0 0,1 0 0 0 0,-1 0 0 0 0,-6-1 0 0 0,10 2-293 0 0,0-1 0 0 0,-1 1 0 0 0,1 0-1 0 0,0 0 1 0 0,0 1 0 0 0,-1-1 0 0 0,1 0-1 0 0,0 0 1 0 0,0 1 0 0 0,0-1 0 0 0,0 0 0 0 0,-1 1-1 0 0,1-1 1 0 0,0 1 0 0 0,0 0 0 0 0,0-1-1 0 0,0 1 1 0 0,0 0 0 0 0,0-1 0 0 0,0 1 0 0 0,0 0-1 0 0,0 1 1 0 0,-1 0 52 0 0,1 0 0 0 0,0 0 0 0 0,0 0 0 0 0,0 0 0 0 0,0 1 1 0 0,1-1-1 0 0,-1 0 0 0 0,1 0 0 0 0,-1 1 0 0 0,1-1 0 0 0,0 3 0 0 0,0 3 78 0 0,0 0 0 0 0,0-1 1 0 0,1 1-1 0 0,0 0 0 0 0,1 0 0 0 0,2 7 1 0 0,1-3-121 0 0,-1-1 1 0 0,2 0 0 0 0,0 0 0 0 0,0 0 0 0 0,1 0 0 0 0,0-1 0 0 0,1 0 0 0 0,9 9 0 0 0,9 7 400 0 0,41 30 0 0 0,-45-39-326 0 0,0 1 1 0 0,-2 0 0 0 0,37 43-1 0 0,-55-58-199 0 0,0 0 0 0 0,0 0 0 0 0,0 0 0 0 0,0 0 0 0 0,-1 1 0 0 0,1-1 0 0 0,-1 0 0 0 0,0 1 0 0 0,0-1 0 0 0,0 1 0 0 0,0-1 0 0 0,-1 1 0 0 0,1 6 0 0 0,-2-6-1 0 0,1-1-1 0 0,-1 0 1 0 0,0 0 0 0 0,1 0 0 0 0,-2 0 0 0 0,1 0 0 0 0,0 0-1 0 0,0 0 1 0 0,-1 0 0 0 0,0-1 0 0 0,0 1 0 0 0,1 0 0 0 0,-1-1-1 0 0,-1 0 1 0 0,-3 5 0 0 0,-2-1 0 0 0,0 0 0 0 0,0-1 0 0 0,0 0 0 0 0,-1 0 0 0 0,0 0 0 0 0,0-1 0 0 0,0-1 0 0 0,-1 1 0 0 0,1-1 0 0 0,-1-1 0 0 0,1 0 0 0 0,-1 0 0 0 0,0-1 0 0 0,0-1 0 0 0,0 1 0 0 0,0-2 0 0 0,-19-1 0 0 0,27 1 0 0 0,-1 1 0 0 0,1-1 0 0 0,0 1 0 0 0,-1-1 0 0 0,1 0 0 0 0,-1 0 0 0 0,1 0 0 0 0,0 0 0 0 0,0 0 0 0 0,0-1 0 0 0,0 1 0 0 0,0-1 0 0 0,0 1 0 0 0,0-1 0 0 0,0 0 0 0 0,0 0 0 0 0,1 1 0 0 0,-1-1 0 0 0,1-1 0 0 0,-1 1 0 0 0,1 0 0 0 0,0 0 0 0 0,0 0 0 0 0,0-1 0 0 0,0 1 0 0 0,0 0 0 0 0,1-1 0 0 0,-1 1 0 0 0,1-1 0 0 0,-1 1 0 0 0,1-1 0 0 0,0 1 0 0 0,0-1 0 0 0,0 1 0 0 0,0-1 0 0 0,1 1 0 0 0,-1-1 0 0 0,1 1 0 0 0,-1 0 0 0 0,1-1 0 0 0,0 1 0 0 0,0 0 0 0 0,1-3 0 0 0,3-4 0 0 0,0 1 0 0 0,0 0 0 0 0,1 0 0 0 0,-1 0 0 0 0,11-9 0 0 0,39-33 0 0 0,-12 13 0 0 0,-17 12 9 0 0,57-60 95 0 0,-74 75-90 0 0,-2 0-1 0 0,1-1 1 0 0,-1 0 0 0 0,-1 0 0 0 0,0-1-1 0 0,0 1 1 0 0,3-15 0 0 0,-7 20-2 0 0,0 1 1 0 0,-1-1 0 0 0,0 1 0 0 0,-1-1-1 0 0,1 1 1 0 0,-1-1 0 0 0,0 0-1 0 0,0 1 1 0 0,-1-1 0 0 0,0 0-1 0 0,0 1 1 0 0,0-1 0 0 0,-1 1-1 0 0,1-1 1 0 0,-1 1 0 0 0,0 0-1 0 0,-1 0 1 0 0,0 0 0 0 0,1 0-1 0 0,-2 0 1 0 0,1 1 0 0 0,0-1-1 0 0,-1 1 1 0 0,0 0 0 0 0,0 0 0 0 0,0 0-1 0 0,0 0 1 0 0,-1 1 0 0 0,0 0-1 0 0,1 0 1 0 0,-1 0 0 0 0,0 0-1 0 0,-1 1 1 0 0,1 0 0 0 0,0 0-1 0 0,-1 0 1 0 0,1 1 0 0 0,-1 0-1 0 0,1 0 1 0 0,-1 0 0 0 0,1 1-1 0 0,-12 0 1 0 0,3 1-73 0 0,1 1-1 0 0,0 0 1 0 0,0 1 0 0 0,-18 7-1 0 0,25-8 11 0 0,1 0 0 0 0,-1 1 0 0 0,1-1 0 0 0,0 1 0 0 0,0 0 0 0 0,0 1 0 0 0,0-1-1 0 0,0 1 1 0 0,1 0 0 0 0,0 0 0 0 0,0 0 0 0 0,-5 7 0 0 0,4 1-1005 0 0,4 0-289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42.8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1 133 7367 0 0,'18'-2'559'0'0,"-10"0"-97"0"0,-1 1 0 0 0,1 0 0 0 0,0 1 0 0 0,13 1 1 0 0,1 2 1400 0 0,-1 1 0 0 0,0 0 1 0 0,30 12-1 0 0,-41-13-1417 0 0,-1 2 0 0 0,0-1 0 0 0,0 1 0 0 0,0 0 0 0 0,-1 1 0 0 0,0 0 0 0 0,0 0 0 0 0,0 1 0 0 0,11 13 0 0 0,-14-14-406 0 0,0 1 0 0 0,0 1 0 0 0,0-1 1 0 0,-1 0-1 0 0,0 1 0 0 0,0 0 0 0 0,-1 0 0 0 0,0 0 1 0 0,-1 1-1 0 0,0-1 0 0 0,0 0 0 0 0,0 1 0 0 0,-1 0 1 0 0,-1-1-1 0 0,1 1 0 0 0,-1 0 0 0 0,-1-1 0 0 0,-1 12 0 0 0,-1-6 3 0 0,-1 1-1 0 0,0-1 0 0 0,-1 0 0 0 0,-1 0 0 0 0,0-1 0 0 0,-1 0 1 0 0,0 0-1 0 0,-1 0 0 0 0,-17 21 0 0 0,-3 1-42 0 0,87-105 23 0 0,-31 38-2 0 0,35-49-1 0 0,-28 18-20 0 0,54-127 0 0 0,-35 64 0 0 0,-44 110 0 0 0,-10 16 0 0 0,0 0 0 0 0,0 0 0 0 0,0 0 0 0 0,0 0 0 0 0,0 0 0 0 0,0 0 0 0 0,0 1 0 0 0,0-1 0 0 0,0 0 0 0 0,0 0 0 0 0,0 0 0 0 0,0 0 0 0 0,0 0 0 0 0,0 0 0 0 0,0 0 0 0 0,0 0 0 0 0,0 0 0 0 0,0 0 0 0 0,1 0 0 0 0,-1 0 0 0 0,0 0 0 0 0,0 0 0 0 0,0 0 0 0 0,0 0 0 0 0,0 0 0 0 0,0 0 0 0 0,0 0 0 0 0,0 0 0 0 0,0 0 0 0 0,0 0 0 0 0,0 0 0 0 0,0 0 0 0 0,0 0 0 0 0,0 0 0 0 0,0 0 0 0 0,0 1 0 0 0,0-1 0 0 0,0 0 0 0 0,0 0 0 0 0,0 0 0 0 0,0 0 0 0 0,1 0 0 0 0,-1 0 0 0 0,0 0 0 0 0,0 0 0 0 0,0-1 0 0 0,0 1 0 0 0,0 0 0 0 0,0 0 0 0 0,0 0 0 0 0,0 0 0 0 0,0 0 0 0 0,0 0 0 0 0,0 0 0 0 0,0 0 0 0 0,0 0 0 0 0,0 0 0 0 0,0 0 0 0 0,0 0 0 0 0,0 0 0 0 0,0 0 0 0 0,0 0 0 0 0,0 0 0 0 0,0 0 0 0 0,0 0 0 0 0,0 0 0 0 0,0 0 0 0 0,1 0 0 0 0,-1 0 0 0 0,-2 10 0 0 0,-30 97 0 0 0,-8 33 0 0 0,33-110 0 0 0,1 0 0 0 0,-2 52 0 0 0,8-77 0 0 0,0 1 0 0 0,0-1 0 0 0,0 1 0 0 0,1-1 0 0 0,0 1 0 0 0,0-1 0 0 0,0 1 0 0 0,1-1 0 0 0,-1 1 0 0 0,2-1 0 0 0,2 6 0 0 0,-3-9 0 0 0,-1 1 0 0 0,1-1 0 0 0,0 0 0 0 0,0 0 0 0 0,0 0 0 0 0,0 0 0 0 0,0 0 0 0 0,0-1 0 0 0,1 1 0 0 0,-1-1 0 0 0,1 1 0 0 0,-1-1 0 0 0,1 0 0 0 0,-1 0 0 0 0,1 0 0 0 0,0 0 0 0 0,-1-1 0 0 0,1 1 0 0 0,0-1 0 0 0,0 1 0 0 0,0-1 0 0 0,-1 0 0 0 0,7-1 0 0 0,0 0-505 0 0,0 0 0 0 0,19-5 0 0 0,15-9-4448 0 0,-24 6-2331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43.1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31 10591 0 0,'-3'-1'944'0'0,"1"1"-752"0"0,4 0-192 0 0,1 0 336 0 0,1 0 32 0 0,-1 0 8 0 0,4 0 0 0 0,5-2 872 0 0,3 0 168 0 0,7-1 40 0 0,4 0 8 0 0,4-3-944 0 0,3 1-184 0 0,1 0-40 0 0,1 2-8 0 0,1 3-536 0 0,0 3-104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43.3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1 167 6911 0 0,'1'-3'297'0'0,"-1"-1"-1"0"0,1 1 0 0 0,0-1 1 0 0,0 1-1 0 0,3-7 0 0 0,2-2 313 0 0,4-26 2910 0 0,-8 28-2204 0 0,0 0-1 0 0,1 0 1 0 0,1 0-1 0 0,0 0 1 0 0,0 1 0 0 0,9-16-1 0 0,-13 25-1267 0 0,0-1 0 0 0,1 1 0 0 0,-1 0-1 0 0,0-1 1 0 0,0 1 0 0 0,1 0 0 0 0,-1-1-1 0 0,0 1 1 0 0,1 0 0 0 0,-1-1 0 0 0,0 1 0 0 0,0 0-1 0 0,1 0 1 0 0,-1 0 0 0 0,1-1 0 0 0,-1 1 0 0 0,0 0-1 0 0,1 0 1 0 0,-1 0 0 0 0,1 0 0 0 0,-1-1 0 0 0,0 1-1 0 0,1 0 1 0 0,-1 0 0 0 0,1 0 0 0 0,-1 0-1 0 0,0 0 1 0 0,1 0 0 0 0,-1 0 0 0 0,1 0 0 0 0,-1 0-1 0 0,1 0 1 0 0,-1 1 0 0 0,1-1 0 0 0,0 1 11 0 0,0 0 0 0 0,0-1 0 0 0,0 1 0 0 0,0 0 0 0 0,-1 0 0 0 0,1 0 0 0 0,0 0 0 0 0,-1 1 0 0 0,1-1 0 0 0,0 0 0 0 0,0 2 0 0 0,2 6 114 0 0,0 1-1 0 0,2 11 1 0 0,-5-19-82 0 0,3 22-14 0 0,-1 0 1 0 0,-1 0 0 0 0,-1 1-1 0 0,-4 31 1 0 0,1-23-321 0 0,3 44-1 0 0,2-66-894 0 0,2-2-4780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43.5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60 10135 0 0,'4'-11'59'0'0,"-3"6"254"0"0,1 1 1 0 0,0-1 0 0 0,0 0 0 0 0,0 0 0 0 0,1 1-1 0 0,3-6 1 0 0,-5 9-135 0 0,0 0 0 0 0,0 0 0 0 0,0 0 0 0 0,0 1 0 0 0,0-1 0 0 0,0 0 0 0 0,0 0 0 0 0,1 1-1 0 0,-1-1 1 0 0,0 1 0 0 0,0-1 0 0 0,0 1 0 0 0,1-1 0 0 0,-1 1 0 0 0,0 0 0 0 0,1 0 0 0 0,-1-1 0 0 0,0 1 0 0 0,1 0 0 0 0,-1 0-1 0 0,0 0 1 0 0,1 1 0 0 0,-1-1 0 0 0,0 0 0 0 0,0 0 0 0 0,1 1 0 0 0,-1-1 0 0 0,0 1 0 0 0,0-1 0 0 0,2 2 0 0 0,0-1 32 0 0,-1 1 0 0 0,1-1 1 0 0,0 1-1 0 0,-1 0 0 0 0,0 0 1 0 0,1 1-1 0 0,-1-1 0 0 0,0 0 1 0 0,0 1-1 0 0,0-1 1 0 0,-1 1-1 0 0,1-1 0 0 0,0 1 1 0 0,-1 0-1 0 0,0 0 0 0 0,0 0 1 0 0,0 0-1 0 0,0 0 1 0 0,0 0-1 0 0,0 4 0 0 0,2 7 87 0 0,-2 1-1 0 0,1 28 0 0 0,-2-40-212 0 0,-9 99 250 0 0,5-72-191 0 0,0 60 0 0 0,5-85-200 0 0,-1 0-1 0 0,1 0 1 0 0,0 0-1 0 0,0 1 1 0 0,3 8-1 0 0,-3-11-356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43.7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91 17967 0 0,'0'-2'105'0'0,"1"1"-1"0"0,0 0 1 0 0,-1 0-1 0 0,1-1 1 0 0,0 1-1 0 0,0 0 0 0 0,0 0 1 0 0,0 0-1 0 0,0 0 1 0 0,0 0-1 0 0,0 0 1 0 0,0 1-1 0 0,0-1 1 0 0,0 0-1 0 0,0 0 1 0 0,1 1-1 0 0,-1-1 1 0 0,0 1-1 0 0,0-1 1 0 0,1 1-1 0 0,-1-1 1 0 0,0 1-1 0 0,2 0 0 0 0,7-2 203 0 0,-1 1 1 0 0,14-1-1 0 0,-7 1 140 0 0,57-10-41 0 0,99-27 0 0 0,-140 29-5867 0 0,-3 2-1918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45.7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1 384 6911 0 0,'8'-34'1892'0'0,"19"-46"-1"0"0,-6 19 46 0 0,-15 42-1329 0 0,54-159 6208 0 0,-54 166-5671 0 0,-6 15-353 0 0,-5 22-84 0 0,2-15-697 0 0,-26 209 459 0 0,9-53-284 0 0,17-152-180 0 0,1 0 8 0 0,0 1 1 0 0,0-1 0 0 0,1 22-1 0 0,1-35-22 0 0,0-1 0 0 0,0 0 0 0 0,0 1 0 0 0,0-1 0 0 0,0 1 0 0 0,0-1-1 0 0,0 1 1 0 0,0-1 0 0 0,0 1 0 0 0,0-1 0 0 0,0 1 0 0 0,0-1 0 0 0,1 0 0 0 0,-1 1 0 0 0,0-1-1 0 0,0 1 1 0 0,0-1 0 0 0,1 0 0 0 0,-1 1 0 0 0,0-1 0 0 0,1 1 0 0 0,-1-1 0 0 0,0 0 0 0 0,0 1-1 0 0,1-1 1 0 0,-1 0 0 0 0,1 0 0 0 0,-1 1 0 0 0,0-1 0 0 0,1 0 0 0 0,-1 0 0 0 0,1 0 0 0 0,-1 1 0 0 0,1-1-1 0 0,-1 0 1 0 0,0 0 0 0 0,1 0 0 0 0,-1 0 0 0 0,1 0 0 0 0,1 0-525 0 0,-1-1 1 0 0,1 1 0 0 0,-1-1-1 0 0,0 1 1 0 0,1-1-1 0 0,-1 0 1 0 0,0 1 0 0 0,0-1-1 0 0,0 0 1 0 0,1 0-1 0 0,0-1 1 0 0,8-8-6651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46.0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4 162 3679 0 0,'0'0'60'0'0,"0"0"0"0"0,0 1 0 0 0,-1-1-1 0 0,1 0 1 0 0,0 0 0 0 0,0 0-1 0 0,0 1 1 0 0,-1-1 0 0 0,1 0-1 0 0,0 0 1 0 0,0 0 0 0 0,0 1-1 0 0,0-1 1 0 0,0 0 0 0 0,-1 1 0 0 0,1-1-1 0 0,0 0 1 0 0,0 0 0 0 0,0 1-1 0 0,0-1 1 0 0,0 0 0 0 0,0 0-1 0 0,0 1 1 0 0,0-1 0 0 0,0 0-1 0 0,0 1 1 0 0,0-1 0 0 0,0 0-1 0 0,0 0 1 0 0,0 1 0 0 0,0-1 0 0 0,0 0-1 0 0,1 1 1 0 0,2 15 3104 0 0,-2-11-2731 0 0,3 10 977 0 0,0 1 0 0 0,0 0 0 0 0,2-1 0 0 0,0 0 0 0 0,0 0 0 0 0,16 24 0 0 0,-20-35-1278 0 0,1 0 1 0 0,0 0-1 0 0,0 0 1 0 0,0-1-1 0 0,1 1 0 0 0,-1-1 1 0 0,1 0-1 0 0,0 0 1 0 0,0 0-1 0 0,0 0 0 0 0,0 0 1 0 0,1-1-1 0 0,-1 0 1 0 0,1 0-1 0 0,-1 0 1 0 0,1-1-1 0 0,0 1 0 0 0,-1-1 1 0 0,1 0-1 0 0,0-1 1 0 0,0 1-1 0 0,0-1 0 0 0,0 0 1 0 0,0 0-1 0 0,0 0 1 0 0,7-2-1 0 0,-1-1-83 0 0,-1 0 1 0 0,1-1-1 0 0,-1 0 0 0 0,0-1 1 0 0,0 0-1 0 0,-1 0 0 0 0,1-1 0 0 0,-1 0 1 0 0,-1-1-1 0 0,1 0 0 0 0,-1 0 1 0 0,0-1-1 0 0,-1 0 0 0 0,0 0 1 0 0,0-1-1 0 0,0 0 0 0 0,-1 0 0 0 0,7-16 1 0 0,-10 18-41 0 0,1-1 0 0 0,-1 0 0 0 0,-1-1 0 0 0,1 1 1 0 0,-1 0-1 0 0,-1-1 0 0 0,0 1 0 0 0,0-1 0 0 0,-1 0 1 0 0,0-13-1 0 0,-1 15 2 0 0,0 0 0 0 0,-1 0 0 0 0,0 0 0 0 0,0 1 0 0 0,0-1 0 0 0,-1 0 1 0 0,0 1-1 0 0,0-1 0 0 0,-1 1 0 0 0,1 0 0 0 0,-2 0 0 0 0,1 1 0 0 0,-10-11 0 0 0,11 13-11 0 0,0 0 0 0 0,-1 0 0 0 0,1 0 0 0 0,-1 1 0 0 0,0-1 0 0 0,0 1-1 0 0,0 0 1 0 0,0 0 0 0 0,0 0 0 0 0,-1 0 0 0 0,1 1 0 0 0,0 0 0 0 0,-1 0-1 0 0,-8-1 1 0 0,8 2 4 0 0,-1 0 0 0 0,0 0 0 0 0,1 1 0 0 0,-1 0-1 0 0,1 0 1 0 0,-1 0 0 0 0,1 1 0 0 0,0 0 0 0 0,-1 0-1 0 0,-8 5 1 0 0,6-2-24 0 0,0 0 1 0 0,1 0-1 0 0,-1 1 0 0 0,1 0 0 0 0,1 0 0 0 0,-1 1 1 0 0,1 0-1 0 0,0 0 0 0 0,1 0 0 0 0,0 1 0 0 0,0-1 1 0 0,0 1-1 0 0,1 1 0 0 0,-5 11 0 0 0,7-13-528 0 0,1-1-1 0 0,-1 1 1 0 0,-1 12 0 0 0,4 0-7203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46.4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55 9215 0 0,'4'-2'319'0'0,"-1"-1"0"0"0,1 1-1 0 0,0-1 1 0 0,0 1 0 0 0,0 0 0 0 0,0 1-1 0 0,0-1 1 0 0,0 1 0 0 0,0 0-1 0 0,0 0 1 0 0,0 0 0 0 0,6 0-1 0 0,6-1 1588 0 0,31 1 0 0 0,-41 1-1536 0 0,0 1 1 0 0,1 0-1 0 0,-1 0 0 0 0,0 1 1 0 0,1-1-1 0 0,-1 1 0 0 0,0 1 1 0 0,0-1-1 0 0,0 1 1 0 0,-1 0-1 0 0,10 6 0 0 0,-10-4-265 0 0,1-1-1 0 0,0 1 1 0 0,-1 1 0 0 0,0-1-1 0 0,0 1 1 0 0,-1 0-1 0 0,1 0 1 0 0,-2 0-1 0 0,1 1 1 0 0,0-1-1 0 0,-1 1 1 0 0,0 0-1 0 0,-1 0 1 0 0,0 0 0 0 0,3 13-1 0 0,-3-7-68 0 0,-1-1 0 0 0,0 1-1 0 0,0 0 1 0 0,-2 0 0 0 0,0-1-1 0 0,0 1 1 0 0,-1 0 0 0 0,0-1-1 0 0,-1 1 1 0 0,-1-1 0 0 0,0 0-1 0 0,-10 20 1 0 0,6-16 6 0 0,4-10-1 0 0,1 1 0 0 0,0-1-1 0 0,0 1 1 0 0,-3 12-1 0 0,6-19-39 0 0,0 0-1 0 0,0 0 0 0 0,0 0 0 0 0,0 1 0 0 0,0-1 1 0 0,0 0-1 0 0,0 0 0 0 0,0 0 0 0 0,0 0 0 0 0,0 0 1 0 0,0 0-1 0 0,0 0 0 0 0,0 0 0 0 0,0 1 0 0 0,0-1 1 0 0,0 0-1 0 0,0 0 0 0 0,0 0 0 0 0,0 0 0 0 0,0 0 0 0 0,0 0 1 0 0,0 0-1 0 0,0 0 0 0 0,0 1 0 0 0,0-1 0 0 0,0 0 1 0 0,0 0-1 0 0,0 0 0 0 0,0 0 0 0 0,1 0 0 0 0,-1 0 1 0 0,0 0-1 0 0,0 0 0 0 0,0 0 0 0 0,0 0 0 0 0,0 0 0 0 0,0 0 1 0 0,0 0-1 0 0,0 0 0 0 0,0 0 0 0 0,1 1 0 0 0,-1-1 1 0 0,0 0-1 0 0,0 0 0 0 0,0 0 0 0 0,0 0 0 0 0,0 0 1 0 0,0 0-1 0 0,0 0 0 0 0,1 0 0 0 0,-1 0 0 0 0,0 0 1 0 0,0 0-1 0 0,0-1 0 0 0,0 1 0 0 0,9-4 3 0 0,8-9-6 0 0,66-68 3 0 0,27-53 0 0 0,-52 47 0 0 0,-51 74 0 0 0,-1 0 0 0 0,0 0 0 0 0,0 0 0 0 0,-2-1 0 0 0,5-16 0 0 0,-24 53 0 0 0,2-5 0 0 0,-7 18-1 0 0,0 0 0 0 0,-21 61 0 0 0,35-83 3 0 0,2 1-1 0 0,0 0 0 0 0,0 0 1 0 0,2 1-1 0 0,0-1 0 0 0,0 1 1 0 0,2-1-1 0 0,0 1 0 0 0,4 30 1 0 0,-4-42 4 0 0,1-1 0 0 0,0 0 0 0 0,0 0 1 0 0,0 0-1 0 0,0 0 0 0 0,0 0 0 0 0,1 0 1 0 0,-1-1-1 0 0,1 1 0 0 0,0 0 0 0 0,0-1 0 0 0,0 1 1 0 0,0-1-1 0 0,0 1 0 0 0,0-1 0 0 0,1 0 1 0 0,-1 0-1 0 0,1 0 0 0 0,-1 0 0 0 0,6 2 0 0 0,-4-3 3 0 0,1 1-1 0 0,-1-1 0 0 0,1 0 0 0 0,-1 0 0 0 0,1 0 1 0 0,-1-1-1 0 0,1 0 0 0 0,0 1 0 0 0,-1-2 0 0 0,1 1 1 0 0,0 0-1 0 0,-1-1 0 0 0,8-2 0 0 0,24-9-1569 0 0,-1-5-3559 0 0,-23 9-2431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46.6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30 11055 0 0,'0'-2'984'0'0,"2"0"-792"0"0,0 2-192 0 0,1 0 0 0 0,0 0 592 0 0,2-1 80 0 0,6-1 8 0 0,6 0 8 0 0,8 1 560 0 0,7-3 104 0 0,4 1 24 0 0,3 1 8 0 0,4 0-1024 0 0,-4-1-200 0 0,0 0-48 0 0,0 1-8448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46.8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2759 0 0,'3'1'-335'0'0,"13"8"2096"0"0,-13-8-675 0 0,-1 1 1 0 0,1-1 0 0 0,-1 1 0 0 0,0-1-1 0 0,0 1 1 0 0,0 0 0 0 0,0 0 0 0 0,0 0-1 0 0,0 0 1 0 0,-1 1 0 0 0,3 2 0 0 0,3 10 6 0 0,-5-7-674 0 0,0-1-1 0 0,0 1 1 0 0,-1-1-1 0 0,0 1 1 0 0,0 0-1 0 0,-1 0 0 0 0,0 0 1 0 0,0-1-1 0 0,-1 1 1 0 0,-1 8-1 0 0,-4 10-34 0 0,-14 41 0 0 0,0 0 61 0 0,19-66-441 0 0,1 1 0 0 0,-1 0 0 0 0,1 0 0 0 0,0 0 0 0 0,0-1 0 0 0,0 1 0 0 0,0 0 0 0 0,0 0 0 0 0,0 0 0 0 0,0 0 0 0 0,0-1 0 0 0,1 1 0 0 0,-1 0 0 0 0,1 0 0 0 0,-1-1 0 0 0,1 1 0 0 0,0 0 0 0 0,0 0 0 0 0,1 2 0 0 0,0-3-2 0 0,-1 0 1 0 0,0 0-1 0 0,1 0 0 0 0,-1 0 1 0 0,1 0-1 0 0,-1 0 0 0 0,1 0 0 0 0,0-1 1 0 0,-1 1-1 0 0,1 0 0 0 0,0-1 1 0 0,-1 1-1 0 0,1-1 0 0 0,0 0 0 0 0,0 0 1 0 0,-1 0-1 0 0,1 0 0 0 0,0 0 1 0 0,0 0-1 0 0,2 0 0 0 0,11-3-302 0 0,-1 1 0 0 0,0-2 0 0 0,1 0-1 0 0,-2 0 1 0 0,1-1 0 0 0,13-7 0 0 0,-10 2-7655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53.6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3 130 6447 0 0,'0'-2'228'0'0,"-1"0"0"0"0,1 1-1 0 0,0-1 1 0 0,-1 0-1 0 0,1 0 1 0 0,0 0 0 0 0,0 0-1 0 0,0 0 1 0 0,0 0-1 0 0,0 1 1 0 0,0-1 0 0 0,1 0-1 0 0,-1 0 1 0 0,1 0-1 0 0,-1 1 1 0 0,1-1-1 0 0,0 0 1 0 0,-1 0 0 0 0,1 1-1 0 0,0-1 1 0 0,0 1-1 0 0,0-1 1 0 0,1 1 0 0 0,-1-1-1 0 0,0 1 1 0 0,2-2-1 0 0,3-3 571 0 0,1 0-1 0 0,0 0 0 0 0,-1 1 0 0 0,10-6 0 0 0,-3 4-91 0 0,0 0 0 0 0,1 1 0 0 0,-1 0 1 0 0,1 1-1 0 0,25-6 0 0 0,-32 9-578 0 0,1 1 1 0 0,-1 0 0 0 0,0 0-1 0 0,1 0 1 0 0,-1 1-1 0 0,1 1 1 0 0,-1-1 0 0 0,1 1-1 0 0,-1 0 1 0 0,0 1-1 0 0,1 0 1 0 0,-1 0 0 0 0,8 3-1 0 0,-12-3-117 0 0,-1-1 1 0 0,0 0-1 0 0,1 1 0 0 0,-1 0 1 0 0,0-1-1 0 0,0 1 0 0 0,0 0 1 0 0,0 0-1 0 0,0 0 0 0 0,0 0 1 0 0,0 1-1 0 0,-1-1 0 0 0,1 0 1 0 0,-1 1-1 0 0,0-1 0 0 0,0 1 1 0 0,0-1-1 0 0,0 1 0 0 0,0 0 1 0 0,0-1-1 0 0,-1 1 0 0 0,1 0 1 0 0,-1 0-1 0 0,0-1 0 0 0,0 1 1 0 0,0 0-1 0 0,0 0 0 0 0,0 0 1 0 0,-2 4-1 0 0,1-1 9 0 0,-1 1-1 0 0,0-1 1 0 0,0 1 0 0 0,-1-1-1 0 0,0 0 1 0 0,0 0 0 0 0,0 0-1 0 0,-1-1 1 0 0,0 1 0 0 0,0-1-1 0 0,-7 7 1 0 0,-1 0-20 0 0,-2 0 0 0 0,0-1 0 0 0,0 0 0 0 0,-1-1 0 0 0,-20 10 0 0 0,35-20 0 0 0,0 0 0 0 0,0 0 0 0 0,0 0 0 0 0,0 0 0 0 0,0 0 0 0 0,-1 0 0 0 0,1 0 0 0 0,0 0 0 0 0,0 0 0 0 0,0 0 0 0 0,0 0 0 0 0,0 0 0 0 0,0 0 0 0 0,0 0 0 0 0,0 0 0 0 0,0 0 0 0 0,0 0 0 0 0,0 0 0 0 0,0 0 0 0 0,0 0 0 0 0,-1 0 0 0 0,1 0 0 0 0,0 0 0 0 0,0 0 0 0 0,0 0 0 0 0,0 0 0 0 0,0 0 0 0 0,0 0 0 0 0,0 0 0 0 0,0 0 0 0 0,0 0 0 0 0,0 0 0 0 0,0 0 0 0 0,0 0 0 0 0,0 1 0 0 0,0-1 0 0 0,0 0 0 0 0,0 0 0 0 0,0 0 0 0 0,0 0 0 0 0,0 0 0 0 0,0 0 0 0 0,0 0 0 0 0,0 0 0 0 0,0 0 0 0 0,0 0 0 0 0,0 0 0 0 0,0 0 0 0 0,0 0 0 0 0,0 1 0 0 0,0-1 0 0 0,0 0 0 0 0,0 0 0 0 0,0 0 0 0 0,0 0 0 0 0,0 0 0 0 0,0 0 0 0 0,0 0 0 0 0,0 0 0 0 0,0 0 0 0 0,0 0 0 0 0,0 0 0 0 0,0 0 0 0 0,0 0 0 0 0,0 1 0 0 0,8-1 0 0 0,26-3 0 0 0,0 0 0 0 0,-22 4 30 0 0,-1 0 0 0 0,0 0 0 0 0,0 1 0 0 0,0 1 0 0 0,0 0 0 0 0,0 0 0 0 0,0 1 0 0 0,-1 0 0 0 0,0 1 0 0 0,0 0 0 0 0,14 9 0 0 0,-19-10-11 0 0,1 0-1 0 0,-1 0 1 0 0,0 0 0 0 0,0 1-1 0 0,0 0 1 0 0,-1 0 0 0 0,1 0-1 0 0,-1 0 1 0 0,0 1 0 0 0,-1 0-1 0 0,0-1 1 0 0,0 1 0 0 0,0 1-1 0 0,0-1 1 0 0,-1 0 0 0 0,0 1-1 0 0,0-1 1 0 0,-1 1 0 0 0,0-1-1 0 0,1 10 1 0 0,-2-13-1 0 0,0-1 1 0 0,0 1-1 0 0,0 0 0 0 0,-1-1 1 0 0,1 1-1 0 0,-1-1 0 0 0,1 1 1 0 0,-1-1-1 0 0,0 1 0 0 0,0-1 1 0 0,0 0-1 0 0,0 1 0 0 0,-1-1 1 0 0,1 0-1 0 0,0 0 0 0 0,-1 0 0 0 0,-3 3 1 0 0,3-3 4 0 0,0 0-1 0 0,-1-1 1 0 0,1 1 0 0 0,-1-1 0 0 0,0 1 0 0 0,1-1 0 0 0,-1 0-1 0 0,0 0 1 0 0,0-1 0 0 0,0 1 0 0 0,0 0 0 0 0,0-1-1 0 0,1 0 1 0 0,-7 0 0 0 0,-11-1 78 0 0,0-1 1 0 0,1-1-1 0 0,-24-7 0 0 0,-11-2 38 0 0,53 12-134 0 0,-4-1-234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54.0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85 118 10135 0 0,'1'-3'201'0'0,"-2"2"-130"0"0,1-1 0 0 0,0 1-1 0 0,0 0 1 0 0,1 0 0 0 0,-1-1 0 0 0,0 1 0 0 0,0 0-1 0 0,1 0 1 0 0,-1 0 0 0 0,1-1 0 0 0,-1 1 0 0 0,1 0 0 0 0,0-2-1 0 0,0 3 66 0 0,0 0 0 0 0,-1 0 0 0 0,1 0 0 0 0,0 1 0 0 0,-1-1 0 0 0,1 0 0 0 0,-1 0 0 0 0,1 1 0 0 0,0-1 0 0 0,-1 0 0 0 0,1 0 0 0 0,-1 1-1 0 0,1-1 1 0 0,-1 1 0 0 0,1-1 0 0 0,-1 1 0 0 0,1-1 0 0 0,-1 1 0 0 0,0-1 0 0 0,1 1 0 0 0,-1-1 0 0 0,1 1 0 0 0,9 13 2269 0 0,14 42 2384 0 0,-15-36-4309 0 0,0 1 0 0 0,1-1 0 0 0,15 21 0 0 0,9 1-201 0 0,-23-29-146 0 0,0 0-1 0 0,-1 1 1 0 0,-1 0 0 0 0,12 23 0 0 0,-20-34-128 0 0,1 0 0 0 0,-1 0 0 0 0,0 0 0 0 0,-1 0 0 0 0,1 0-1 0 0,0 0 1 0 0,-1 1 0 0 0,0-1 0 0 0,1 0 0 0 0,-1 0 0 0 0,-1 0 0 0 0,1 1 0 0 0,0-1 0 0 0,-1 0-1 0 0,0 0 1 0 0,0 0 0 0 0,1 0 0 0 0,-2 0 0 0 0,1 0 0 0 0,0 0 0 0 0,-1 0 0 0 0,1 0 0 0 0,-1 0-1 0 0,0-1 1 0 0,0 1 0 0 0,-3 2 0 0 0,1-1 4 0 0,0-1 0 0 0,0 1 0 0 0,0-1-1 0 0,-1 0 1 0 0,0 0 0 0 0,1 0 0 0 0,-1-1 0 0 0,0 0-1 0 0,-1 0 1 0 0,1 0 0 0 0,0-1 0 0 0,0 1 0 0 0,-1-1-1 0 0,-9 0 1 0 0,6-1-13 0 0,-1 0-1 0 0,1 0 1 0 0,0-1 0 0 0,0-1-1 0 0,-1 0 1 0 0,1 0-1 0 0,0-1 1 0 0,1 0 0 0 0,-13-5-1 0 0,15 4 2 0 0,-1 1-1 0 0,1-1 1 0 0,-1 0 0 0 0,1 0-1 0 0,1 0 1 0 0,-1-1-1 0 0,0 0 1 0 0,1 0 0 0 0,0-1-1 0 0,1 0 1 0 0,-1 1 0 0 0,-4-10-1 0 0,7 12 4 0 0,1 0 0 0 0,0 0 0 0 0,-1 0 0 0 0,1 0 0 0 0,1 0 0 0 0,-1 0 0 0 0,0 0 0 0 0,1 0 0 0 0,0 0 0 0 0,-1 0 0 0 0,1 0 0 0 0,0-1 0 0 0,1 1 0 0 0,0-6 0 0 0,1 5 0 0 0,-1-1 0 0 0,1 0 0 0 0,0 1 0 0 0,0-1 0 0 0,0 1 0 0 0,1 0 0 0 0,0 0 0 0 0,5-7 0 0 0,5-2 0 0 0,0 1 0 0 0,0-1 0 0 0,2 2 0 0 0,15-10 0 0 0,-26 19 0 0 0,44-31 7 0 0,39-27 26 0 0,-72 49-24 0 0,-1-2 0 0 0,0 1-1 0 0,19-25 1 0 0,-30 34 3 0 0,-1 0 1 0 0,0-1-1 0 0,0 1 0 0 0,0-1 1 0 0,0 0-1 0 0,-1 1 1 0 0,1-1-1 0 0,-1 0 0 0 0,0 0 1 0 0,0 0-1 0 0,0 0 1 0 0,0-5-1 0 0,-1 7 8 0 0,0 0-1 0 0,0 0 0 0 0,0 1 1 0 0,-1-1-1 0 0,1 0 1 0 0,0 0-1 0 0,-1 0 1 0 0,1 1-1 0 0,-1-1 1 0 0,0 0-1 0 0,0 1 1 0 0,1-1-1 0 0,-1 1 1 0 0,0-1-1 0 0,0 1 1 0 0,0-1-1 0 0,-1 1 0 0 0,1-1 1 0 0,0 1-1 0 0,0 0 1 0 0,-1 0-1 0 0,1 0 1 0 0,-1 0-1 0 0,1 0 1 0 0,-1 0-1 0 0,1 0 1 0 0,-1 0-1 0 0,0 1 1 0 0,-2-2-1 0 0,-3 0 3 0 0,0 1 0 0 0,-1 0 1 0 0,1 0-1 0 0,-1 0 0 0 0,1 1 0 0 0,0 0 0 0 0,-1 1 0 0 0,1 0 0 0 0,-1 0 1 0 0,1 0-1 0 0,0 1 0 0 0,-11 4 0 0 0,4-1-24 0 0,1 0 1 0 0,0 1-1 0 0,1 1 1 0 0,-1 0-1 0 0,-17 15 1 0 0,24-18-179 0 0,1 0 0 0 0,0 1 0 0 0,0 0 0 0 0,0 0 0 0 0,0 0 0 0 0,1 0 0 0 0,0 1 0 0 0,0 0 0 0 0,1-1 0 0 0,-5 13 0 0 0,0 7-8347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58.4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77 4143 0 0,'7'-1'1368'0'0,"0"1"0"0"0,0-1 0 0 0,0 0 0 0 0,11-3 0 0 0,0-3 1303 0 0,28-13 0 0 0,-11 4-686 0 0,-21 10-1355 0 0,-4 1-152 0 0,0 1 1 0 0,17-5-1 0 0,-25 9-448 0 0,0-1-1 0 0,1 1 0 0 0,-1-1 1 0 0,0 1-1 0 0,1 0 0 0 0,-1 0 1 0 0,0 0-1 0 0,1 0 0 0 0,-1 0 1 0 0,0 1-1 0 0,1-1 0 0 0,-1 1 1 0 0,0-1-1 0 0,1 1 0 0 0,-1 0 1 0 0,0 0-1 0 0,3 2 0 0 0,-4-2-67 0 0,0 0 0 0 0,0 0 0 0 0,0 0-1 0 0,-1 0 1 0 0,1 0 0 0 0,0 0 0 0 0,-1 0 0 0 0,1 0-1 0 0,0 0 1 0 0,-1 1 0 0 0,0-1 0 0 0,1 0 0 0 0,-1 0-1 0 0,0 1 1 0 0,0-1 0 0 0,1 0 0 0 0,-1 0 0 0 0,0 1-1 0 0,0-1 1 0 0,0 0 0 0 0,-1 1 0 0 0,1-1-1 0 0,0 0 1 0 0,0 0 0 0 0,-1 1 0 0 0,0 0 0 0 0,-1 4-975 0 0,0-1 1 0 0,0 1 0 0 0,0-1-1 0 0,-5 7 1 0 0,0-1-4615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58.6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34 3223 0 0,'0'1'27'0'0,"-1"-1"-1"0"0,1 0 0 0 0,0 0 1 0 0,0 1-1 0 0,0-1 0 0 0,0 0 0 0 0,-1 1 1 0 0,1-1-1 0 0,0 0 0 0 0,0 0 0 0 0,0 1 1 0 0,0-1-1 0 0,0 0 0 0 0,0 1 0 0 0,0-1 1 0 0,0 0-1 0 0,0 1 0 0 0,0-1 0 0 0,0 0 1 0 0,0 0-1 0 0,0 1 0 0 0,0-1 0 0 0,0 0 1 0 0,0 1-1 0 0,0-1 0 0 0,1 0 1 0 0,-1 0-1 0 0,0 1 0 0 0,0-1 0 0 0,0 0 1 0 0,0 0-1 0 0,1 1 0 0 0,-1-1 0 0 0,0 0 1 0 0,0 0-1 0 0,0 1 0 0 0,1-1 0 0 0,12-2 2087 0 0,-8 1-1689 0 0,46-14 4919 0 0,-30 9-3573 0 0,1 0 0 0 0,-1 1 0 0 0,1 1 0 0 0,34-2 0 0 0,-55 6-1771 0 0,0 0 1 0 0,0 0-1 0 0,0 0 0 0 0,0 0 1 0 0,-1 0-1 0 0,1 1 0 0 0,0-1 0 0 0,0 0 1 0 0,0 0-1 0 0,0 1 0 0 0,0-1 0 0 0,-1 0 1 0 0,1 1-1 0 0,0-1 0 0 0,0 1 0 0 0,-1-1 1 0 0,1 1-1 0 0,0-1 0 0 0,-1 1 1 0 0,1-1-1 0 0,0 1 0 0 0,-1 0 0 0 0,1-1 1 0 0,-1 1-1 0 0,1 0 0 0 0,-1-1 0 0 0,1 1 1 0 0,-1 0-1 0 0,0 0 0 0 0,1 0 1 0 0,-1 0-1 0 0,0-1 0 0 0,0 1 0 0 0,1 0 1 0 0,-1 0-1 0 0,0 0 0 0 0,0 0 0 0 0,0 0 1 0 0,0-1-1 0 0,0 1 0 0 0,0 1 1 0 0,0 5-458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19:59.3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423 120 4607 0 0,'-5'-8'50'0'0,"-5"-6"1371"0"0,0-1-1 0 0,0 1 1 0 0,-16-14 0 0 0,22 24-959 0 0,-1 0 0 0 0,1 0 0 0 0,-1 1 0 0 0,0-1-1 0 0,0 1 1 0 0,-1 0 0 0 0,1 1 0 0 0,-1-1 0 0 0,1 1 0 0 0,-1 0-1 0 0,0 1 1 0 0,1-1 0 0 0,-9 0 0 0 0,-1 1-206 0 0,1 1 0 0 0,-1 0 0 0 0,0 0 0 0 0,0 2 0 0 0,1 0 0 0 0,-1 1 0 0 0,1 0 0 0 0,-20 8 0 0 0,24-8-224 0 0,1 1 0 0 0,0 0 0 0 0,0 0 0 0 0,0 1 0 0 0,0 0 0 0 0,1 1 1 0 0,0 0-1 0 0,0 0 0 0 0,1 1 0 0 0,0 0 0 0 0,0 0 0 0 0,0 1 0 0 0,-7 11 0 0 0,13-16-28 0 0,-1 0 0 0 0,1 0 0 0 0,0 0 0 0 0,0 0 0 0 0,0 0 0 0 0,1 1 0 0 0,-1-1 0 0 0,1 0 0 0 0,0 1 0 0 0,0-1 0 0 0,0 0-1 0 0,0 1 1 0 0,1 3 0 0 0,1 7 71 0 0,9 26-1 0 0,-3-10 80 0 0,0 23 266 0 0,4 87-1 0 0,-8-68-142 0 0,-2 9 19 0 0,-3-1 1 0 0,-16 114 0 0 0,15-170-240 0 0,0-1 0 0 0,2 1 0 0 0,1 0 0 0 0,4 29 0 0 0,-3-38 46 0 0,2 1 0 0 0,-1-1 0 0 0,2 0 0 0 0,0 0 0 0 0,1-1-1 0 0,1 1 1 0 0,11 18 0 0 0,-16-29-74 0 0,0-1-1 0 0,1 1 1 0 0,0-1-1 0 0,0 1 1 0 0,0-1-1 0 0,0 0 1 0 0,0 0-1 0 0,1-1 1 0 0,-1 1-1 0 0,1-1 1 0 0,0 1 0 0 0,0-1-1 0 0,0 0 1 0 0,0 0-1 0 0,0-1 1 0 0,7 2-1 0 0,-6-2 24 0 0,1 0 1 0 0,-1-1-1 0 0,0 0 0 0 0,1 0 0 0 0,-1 0 0 0 0,0-1 1 0 0,1 0-1 0 0,-1 0 0 0 0,0 0 0 0 0,0 0 1 0 0,0-1-1 0 0,0 0 0 0 0,7-4 0 0 0,1-1-28 0 0,-8 4-12 0 0,1 0 0 0 0,-1 1 0 0 0,1-1 0 0 0,-1 1 0 0 0,1 0 0 0 0,0 0 0 0 0,0 1 0 0 0,0 0 0 0 0,7-1 0 0 0,-13 2-12 0 0,1 0 0 0 0,0 0 0 0 0,-1 0 0 0 0,1 0-1 0 0,-1 0 1 0 0,1 1 0 0 0,0-1 0 0 0,-1 0 0 0 0,1 0 0 0 0,-1 1 0 0 0,1-1-1 0 0,-1 0 1 0 0,1 1 0 0 0,0-1 0 0 0,-1 1 0 0 0,0-1 0 0 0,1 0 0 0 0,-1 1-1 0 0,1-1 1 0 0,-1 1 0 0 0,1-1 0 0 0,-1 1 0 0 0,0-1 0 0 0,1 1 0 0 0,-1 0-1 0 0,0-1 1 0 0,0 1 0 0 0,0-1 0 0 0,1 1 0 0 0,-1 0 0 0 0,0-1 0 0 0,0 2-1 0 0,0 0-20 0 0,1 1 0 0 0,-1-1 0 0 0,0 1 0 0 0,0-1 0 0 0,-1 0 0 0 0,1 1 0 0 0,-1 3 0 0 0,-4 7-334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01.1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0 177 1839 0 0,'7'-23'1809'0'0,"-1"0"-1"0"0,6-48 0 0 0,-10 59 2520 0 0,-1 0 0 0 0,-1-23-1 0 0,4 72-3852 0 0,-1 0 0 0 0,-2 0-1 0 0,-1 1 1 0 0,-2-1-1 0 0,-11 62 1 0 0,10-87-491 0 0,1 0-97 0 0,-3 25 0 0 0,5-35 95 0 0,-1 1 1 0 0,1-1-1 0 0,0 1 0 0 0,0-1 0 0 0,1 1 0 0 0,-1-1 0 0 0,1 1 0 0 0,-1-1 0 0 0,1 0 0 0 0,0 1 0 0 0,-1-1 0 0 0,1 0 0 0 0,1 0 0 0 0,-1 0 0 0 0,0 1 0 0 0,3 2 0 0 0,2-1-1727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01.4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1 135 6911 0 0,'0'0'17'0'0,"0"0"0"0"0,0 0 0 0 0,0 0 0 0 0,0 0 0 0 0,0 0 0 0 0,0 0 0 0 0,0 0 0 0 0,0 0 0 0 0,0 0 0 0 0,0 0 0 0 0,0 0 0 0 0,0 0 0 0 0,1-1 0 0 0,-1 1 0 0 0,0 0 0 0 0,0 0 0 0 0,0 0 0 0 0,0 0 0 0 0,0 0 0 0 0,0 0 0 0 0,0 0 0 0 0,0 0 0 0 0,0 0 0 0 0,0 0 0 0 0,0 0 0 0 0,0 0 0 0 0,0 0 0 0 0,0 0 0 0 0,0 0 0 0 0,0 0 0 0 0,0 0 0 0 0,0 0 0 0 0,0 0 0 0 0,0-1 0 0 0,0 1 0 0 0,0 0 0 0 0,0 0 0 0 0,0 0 0 0 0,0 0 0 0 0,0 0 0 0 0,0 0 0 0 0,0 0 0 0 0,9 10 1553 0 0,8 14 1500 0 0,-17-24-3065 0 0,11 18 1737 0 0,0 0 1 0 0,1-2-1 0 0,1 1 1 0 0,28 26-1 0 0,-37-39-1572 0 0,0-1 1 0 0,0 0-1 0 0,1 0 0 0 0,0 0 0 0 0,-1-1 1 0 0,1 0-1 0 0,0 1 0 0 0,0-2 0 0 0,0 1 0 0 0,7 1 1 0 0,-7-2-148 0 0,-1-1 1 0 0,1 0 0 0 0,-1 0 0 0 0,1 0 0 0 0,-1-1 0 0 0,0 1 0 0 0,1-1 0 0 0,-1 0 0 0 0,0 0 0 0 0,1-1 0 0 0,-1 1 0 0 0,0-1 0 0 0,0 0 0 0 0,5-3 0 0 0,-5 2-10 0 0,0 0-1 0 0,0 0 1 0 0,0 0-1 0 0,-1 0 1 0 0,1-1 0 0 0,-1 1-1 0 0,0-1 1 0 0,0 0-1 0 0,0 0 1 0 0,0 0 0 0 0,-1 0-1 0 0,0-1 1 0 0,0 1-1 0 0,0-1 1 0 0,0 1-1 0 0,-1-1 1 0 0,1 0 0 0 0,-1 0-1 0 0,-1 0 1 0 0,1 1-1 0 0,0-1 1 0 0,-1 0 0 0 0,-1-10-1 0 0,0 6 11 0 0,0 0 0 0 0,0 0 1 0 0,-1 0-1 0 0,-1 0 0 0 0,1 0 0 0 0,-1 1 0 0 0,-1-1 0 0 0,0 1 1 0 0,0 0-1 0 0,-1 0 0 0 0,-10-14 0 0 0,10 15-17 0 0,-1 0 0 0 0,0 1 0 0 0,0 0-1 0 0,-1 1 1 0 0,0-1 0 0 0,0 1 0 0 0,0 0 0 0 0,-1 1-1 0 0,-9-5 1 0 0,14 8-4 0 0,0 0-1 0 0,0 0 0 0 0,0 0 1 0 0,-1 0-1 0 0,1 0 1 0 0,0 1-1 0 0,0-1 1 0 0,-1 1-1 0 0,1 0 0 0 0,0 0 1 0 0,0 1-1 0 0,-1-1 1 0 0,1 0-1 0 0,0 1 1 0 0,0 0-1 0 0,0 0 0 0 0,-1 0 1 0 0,1 0-1 0 0,0 0 1 0 0,0 1-1 0 0,1 0 1 0 0,-1-1-1 0 0,0 1 0 0 0,0 0 1 0 0,1 0-1 0 0,-1 0 1 0 0,-3 5-1 0 0,2-2-222 0 0,0 2 1 0 0,0-1-1 0 0,1 0 0 0 0,-1 1 0 0 0,1-1 0 0 0,1 1 1 0 0,-1 0-1 0 0,1 0 0 0 0,0 0 0 0 0,1 0 0 0 0,0 0 1 0 0,-1 8-1 0 0,2 9-7435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01.9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1 103 12439 0 0,'2'-3'342'0'0,"-1"1"-218"0"0,0 0 0 0 0,0 0 0 0 0,1 0 0 0 0,-1 0 0 0 0,0 0 0 0 0,1 0 0 0 0,0 1 0 0 0,-1-1 0 0 0,1 0 0 0 0,0 1 1 0 0,0-1-1 0 0,0 1 0 0 0,-1 0 0 0 0,2 0 0 0 0,-1 0 0 0 0,0 0 0 0 0,0 0 0 0 0,0 0 0 0 0,0 1 0 0 0,4-2 0 0 0,7 0 617 0 0,1 1-1 0 0,0 0 1 0 0,-1 1 0 0 0,1 1-1 0 0,0 0 1 0 0,0 0 0 0 0,24 7-1 0 0,-33-6-665 0 0,0-1-1 0 0,-1 1 1 0 0,1 0-1 0 0,0 0 1 0 0,-1 0 0 0 0,1 1-1 0 0,-1 0 1 0 0,0 0-1 0 0,0 0 1 0 0,0 0-1 0 0,0 1 1 0 0,-1-1-1 0 0,1 1 1 0 0,-1 0 0 0 0,0 0-1 0 0,0 0 1 0 0,0 1-1 0 0,-1-1 1 0 0,1 1-1 0 0,-1-1 1 0 0,0 1-1 0 0,0 0 1 0 0,-1 0 0 0 0,2 7-1 0 0,-2-5-59 0 0,-1 0 1 0 0,1 0-1 0 0,-2 1 0 0 0,1-1 1 0 0,-1 0-1 0 0,0 1 0 0 0,0-1 1 0 0,-1 0-1 0 0,0 0 0 0 0,0 0 1 0 0,-6 12-1 0 0,2-7 1 0 0,0-1-1 0 0,-1 0 1 0 0,0-1-1 0 0,0 1 1 0 0,-18 17-1 0 0,32-37-11 0 0,0 0-1 0 0,8-14 1 0 0,-3 3-4 0 0,17-26 23 0 0,-2-1-1 0 0,-2-1 1 0 0,36-101 0 0 0,-78 205 174 0 0,12-29-196 0 0,-2 5 5 0 0,2 1 0 0 0,-2 35 0 0 0,7-59-2 0 0,0 0-1 0 0,0 0 1 0 0,1 0-1 0 0,0 0 1 0 0,1 0-1 0 0,0-1 0 0 0,0 1 1 0 0,1 0-1 0 0,0-1 1 0 0,0 0-1 0 0,1 0 1 0 0,8 13-1 0 0,-10-18 7 0 0,1 0 0 0 0,0 0-1 0 0,-1 0 1 0 0,1 0 0 0 0,1-1-1 0 0,-1 1 1 0 0,0-1 0 0 0,0 0 0 0 0,1 0-1 0 0,0 0 1 0 0,-1 0 0 0 0,1-1 0 0 0,0 1-1 0 0,0-1 1 0 0,-1 0 0 0 0,1 0-1 0 0,0-1 1 0 0,0 1 0 0 0,0-1 0 0 0,6 0-1 0 0,-5 0-50 0 0,1-1 0 0 0,0 1-1 0 0,0-1 1 0 0,-1 0 0 0 0,1-1-1 0 0,-1 1 1 0 0,1-1 0 0 0,-1 0-1 0 0,0 0 1 0 0,0-1 0 0 0,0 0-1 0 0,0 0 1 0 0,8-6-1 0 0,-9 4-471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02.1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83 14279 0 0,'-3'-1'632'0'0,"3"-1"136"0"0,0 0-616 0 0,2 2-152 0 0,-1 0 0 0 0,1 0 0 0 0,3-1 656 0 0,2 1 104 0 0,7-2 16 0 0,4-3 8 0 0,8 0 72 0 0,3-2 8 0 0,1-2 8 0 0,3-1 0 0 0,1 0-696 0 0,-2 0-176 0 0,0 0 0 0 0,-3 1-8960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02.3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0 161 9215 0 0,'1'-15'844'0'0,"0"1"0"0"0,3-18-1 0 0,-1 18 865 0 0,0 1-1 0 0,2-1 0 0 0,-1 0 0 0 0,9-16 0 0 0,-12 29-1605 0 0,-1 0 1 0 0,0 0-1 0 0,0 1 1 0 0,1-1 0 0 0,-1 0-1 0 0,0 0 1 0 0,1 1-1 0 0,-1-1 1 0 0,1 0-1 0 0,-1 1 1 0 0,1-1-1 0 0,0 0 1 0 0,-1 1-1 0 0,1-1 1 0 0,0 1 0 0 0,-1-1-1 0 0,1 1 1 0 0,0-1-1 0 0,-1 1 1 0 0,1 0-1 0 0,0-1 1 0 0,0 1-1 0 0,1-1 1 0 0,-2 2-57 0 0,1-1 1 0 0,0 0-1 0 0,-1 1 1 0 0,1-1-1 0 0,0 0 0 0 0,-1 1 1 0 0,1-1-1 0 0,-1 1 1 0 0,1-1-1 0 0,-1 1 1 0 0,1-1-1 0 0,-1 1 0 0 0,1-1 1 0 0,-1 1-1 0 0,0 0 1 0 0,1-1-1 0 0,-1 1 0 0 0,0 0 1 0 0,1-1-1 0 0,-1 2 1 0 0,3 6 65 0 0,0 0 0 0 0,-1 1 0 0 0,1 8 0 0 0,0 8-64 0 0,-2-1 0 0 0,-1 28 0 0 0,2 32 64 0 0,-1-74-105 0 0,1-1 0 0 0,-1 1 0 0 0,2 0 0 0 0,-1-1 0 0 0,2 1 0 0 0,5 11 0 0 0,-9-19-147 0 0,1 0-1 0 0,0-1 1 0 0,0 1-1 0 0,0-1 1 0 0,0 0-1 0 0,1 1 1 0 0,-1-1-1 0 0,0 0 1 0 0,1 1-1 0 0,-1-1 1 0 0,1 0-1 0 0,2 1 1 0 0,-3-1-271 0 0,1 0 0 0 0,0-1 0 0 0,-1 1 1 0 0,1-1-1 0 0,0 1 0 0 0,0-1 0 0 0,-1 0 1 0 0,1 1-1 0 0,0-1 0 0 0,0 0 0 0 0,0 0 0 0 0,2-1 1 0 0,7-1-7032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02.5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 7831 0 0,'2'0'1847'0'0,"-2"0"-1799"0"0,0 0 1 0 0,1 0 0 0 0,-1 0-1 0 0,0-1 1 0 0,0 1-1 0 0,0 0 1 0 0,0 0 0 0 0,0 0-1 0 0,0 0 1 0 0,0 0-1 0 0,0 0 1 0 0,0 0-1 0 0,0 0 1 0 0,0 0 0 0 0,0 0-1 0 0,0 0 1 0 0,0 0-1 0 0,0 0 1 0 0,-1-1 340 0 0,1 1-341 0 0,4 7 2401 0 0,4 13 763 0 0,3 28-1973 0 0,37 130 4150 0 0,-47-174-5435 0 0,0-1 1 0 0,1 0-1 0 0,-1 1 0 0 0,0-1 1 0 0,1 0-1 0 0,0 0 0 0 0,0 0 1 0 0,0 0-1 0 0,0 0 0 0 0,0-1 1 0 0,4 4-1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02.6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56 4143 0 0,'-3'-1'223'0'0,"-1"-1"0"0"0,1 0 0 0 0,0 0 0 0 0,0 0 0 0 0,-5-9 8074 0 0,15 11-5763 0 0,26 0 1629 0 0,-4 1-2938 0 0,1-2 0 0 0,54-8 0 0 0,-6-9-2853 0 0,-51 9-6360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03.3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217 169 10135 0 0,'-10'-11'602'0'0,"-15"-13"1596"0"0,24 22-1831 0 0,-1 1 0 0 0,0 0 0 0 0,0 0 0 0 0,1 0 0 0 0,-1 0 0 0 0,0 0 0 0 0,0 0 0 0 0,0 0 0 0 0,0 1 0 0 0,0-1 0 0 0,0 1 0 0 0,0-1 0 0 0,-3 1 0 0 0,4 0-286 0 0,1 0 1 0 0,-1 0 0 0 0,0 0-1 0 0,1 0 1 0 0,-1 1 0 0 0,1-1 0 0 0,-1 0-1 0 0,0 0 1 0 0,1 1 0 0 0,-1-1-1 0 0,1 0 1 0 0,-1 1 0 0 0,1-1 0 0 0,-1 1-1 0 0,1-1 1 0 0,-1 0 0 0 0,1 1-1 0 0,0-1 1 0 0,-1 1 0 0 0,1-1 0 0 0,-1 1-1 0 0,1-1 1 0 0,0 1 0 0 0,0 0-1 0 0,-1-1 1 0 0,1 1 0 0 0,0-1 0 0 0,0 1-1 0 0,0 0 1 0 0,0-1 0 0 0,-1 1-1 0 0,1 0 1 0 0,0-1 0 0 0,0 1-1 0 0,0-1 1 0 0,0 1 0 0 0,1 0 0 0 0,-1 0-1 0 0,4 25 727 0 0,-1-16-661 0 0,1 0 0 0 0,0 0 0 0 0,0 0 0 0 0,1-1 0 0 0,12 18 0 0 0,35 38 144 0 0,-37-49-215 0 0,-1 1 0 0 0,0 1-1 0 0,15 26 1 0 0,-28-41-72 0 0,1-1-1 0 0,-1 1 1 0 0,0-1-1 0 0,-1 1 1 0 0,1-1-1 0 0,0 1 1 0 0,-1-1-1 0 0,1 1 1 0 0,-1 0-1 0 0,0-1 1 0 0,0 1-1 0 0,0 0 1 0 0,0-1-1 0 0,-1 1 1 0 0,1 0-1 0 0,-1-1 1 0 0,1 1-1 0 0,-1 0 1 0 0,0-1-1 0 0,0 1 1 0 0,0-1-1 0 0,0 0 1 0 0,0 1 0 0 0,-1-1-1 0 0,1 0 1 0 0,-1 0-1 0 0,0 0 1 0 0,1 0-1 0 0,-1 0 1 0 0,0 0-1 0 0,0 0 1 0 0,-5 3-1 0 0,1-1 6 0 0,-1 1 1 0 0,0-1-1 0 0,-1 0 0 0 0,1 0 0 0 0,-1-1 0 0 0,0 0 1 0 0,1-1-1 0 0,-1 1 0 0 0,-13 1 0 0 0,9-3-4 0 0,0 0 1 0 0,1-1-1 0 0,-1 0 0 0 0,1-1 1 0 0,-19-4-1 0 0,23 4-2 0 0,0-1 0 0 0,1 0 0 0 0,-1 0 0 0 0,1 0 0 0 0,0-1 0 0 0,0 0 0 0 0,0 0-1 0 0,0-1 1 0 0,0 0 0 0 0,-9-8 0 0 0,14 11-2 0 0,0-1-1 0 0,0 1 1 0 0,0 0-1 0 0,0 0 0 0 0,0 0 1 0 0,0-1-1 0 0,0 1 1 0 0,1 0-1 0 0,-1-1 1 0 0,1 1-1 0 0,-1 0 1 0 0,1-1-1 0 0,-1 1 1 0 0,1-1-1 0 0,0 1 0 0 0,0-1 1 0 0,0 1-1 0 0,0-3 1 0 0,0 1 1 0 0,1 1 0 0 0,-1-1 0 0 0,1 0 0 0 0,0 0 0 0 0,0 1 0 0 0,0-1 0 0 0,0 1 0 0 0,0-1 0 0 0,3-2 0 0 0,3-5 6 0 0,1 1 1 0 0,0 0-1 0 0,15-13 1 0 0,-17 16-8 0 0,25-23 7 0 0,53-52 61 0 0,-72 68-57 0 0,-1 0 1 0 0,0-1-1 0 0,-1-1 0 0 0,13-22 1 0 0,-21 31-5 0 0,1 0 1 0 0,-1 0-1 0 0,0 0 0 0 0,0 0 1 0 0,0 0-1 0 0,-1 0 1 0 0,0-1-1 0 0,0 1 0 0 0,-1 0 1 0 0,0-1-1 0 0,0 1 1 0 0,0-1-1 0 0,-3-10 0 0 0,2 13-5 0 0,0 1 0 0 0,0-1 0 0 0,0 1 0 0 0,-1 0 0 0 0,1-1 0 0 0,-1 1-1 0 0,0 0 1 0 0,0 0 0 0 0,0 0 0 0 0,-1 1 0 0 0,1-1 0 0 0,-1 0 0 0 0,1 1-1 0 0,-1-1 1 0 0,0 1 0 0 0,0 0 0 0 0,0 0 0 0 0,0 0 0 0 0,0 0 0 0 0,-1 1-1 0 0,1-1 1 0 0,0 1 0 0 0,-1 0 0 0 0,1 0 0 0 0,-7-1 0 0 0,3 1-1 0 0,0 1 1 0 0,0-1 0 0 0,0 1-1 0 0,0 1 1 0 0,0-1 0 0 0,0 1-1 0 0,0 1 1 0 0,0-1 0 0 0,0 1-1 0 0,0 0 1 0 0,1 1 0 0 0,-9 3-1 0 0,5-1 1 0 0,1 0-1 0 0,0 1 0 0 0,1 0 1 0 0,-1 0-1 0 0,1 1 0 0 0,0 0 1 0 0,-12 14-1 0 0,17-17-132 0 0,0-1 0 0 0,0 1 0 0 0,0 0 0 0 0,1 1 0 0 0,0-1 0 0 0,0 0 0 0 0,0 1 0 0 0,0 0 0 0 0,0-1 0 0 0,1 1 0 0 0,0 0 0 0 0,0 0 0 0 0,1-1 0 0 0,-1 1 0 0 0,1 0 0 0 0,0 0 0 0 0,0 0 0 0 0,0 0 0 0 0,2 7 0 0 0,5 5-7686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03.9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2 242 7831 0 0,'-1'-2'251'0'0,"1"0"0"0"0,0 0 0 0 0,-1-1 0 0 0,1 1 0 0 0,0 0 0 0 0,1 0 0 0 0,-1 0 0 0 0,0 0 0 0 0,1 0 0 0 0,-1 0 0 0 0,1 0 0 0 0,-1 0 0 0 0,1 0-1 0 0,0 0 1 0 0,0 0 0 0 0,0 0 0 0 0,2-3 0 0 0,22-32 3076 0 0,-20 31-2887 0 0,1-1 0 0 0,0 1 0 0 0,1 0 0 0 0,-1 0 0 0 0,1 0 0 0 0,0 1-1 0 0,1 1 1 0 0,-1-1 0 0 0,1 1 0 0 0,0 0 0 0 0,0 1 0 0 0,0-1 0 0 0,1 2-1 0 0,11-3 1 0 0,-15 4-370 0 0,1 0 0 0 0,0 0-1 0 0,-1 1 1 0 0,1 0-1 0 0,0 0 1 0 0,0 0-1 0 0,-1 1 1 0 0,1 0 0 0 0,0 0-1 0 0,-1 0 1 0 0,1 1-1 0 0,-1 0 1 0 0,0 0-1 0 0,1 0 1 0 0,-1 1 0 0 0,0 0-1 0 0,0 0 1 0 0,-1 0-1 0 0,1 0 1 0 0,-1 1-1 0 0,1 0 1 0 0,-1 0 0 0 0,4 4-1 0 0,-5-3-64 0 0,1-1 1 0 0,-1 1-1 0 0,0 0 0 0 0,0 0 1 0 0,-1 0-1 0 0,1 0 0 0 0,-1 1 1 0 0,0-1-1 0 0,-1 0 0 0 0,1 1 1 0 0,-1 0-1 0 0,0-1 0 0 0,-1 1 1 0 0,1 0-1 0 0,-1-1 0 0 0,0 1 1 0 0,-1 0-1 0 0,1-1 0 0 0,-1 1 1 0 0,0 0-1 0 0,-3 9 0 0 0,-1-4-3 0 0,1 1-1 0 0,-2-1 0 0 0,1 0 0 0 0,-2 0 0 0 0,1 0 1 0 0,-2-1-1 0 0,1 0 0 0 0,-18 17 0 0 0,26-33-1 0 0,5-6 0 0 0,33-39 56 0 0,-1 3-52 0 0,54-93 0 0 0,-34 22-4 0 0,-62 129 0 0 0,-86 237 0 0 0,87-237 0 0 0,0-1 0 0 0,1 1 0 0 0,1 0 0 0 0,0-1 0 0 0,0 1 0 0 0,1 13 0 0 0,0-21 0 0 0,0 0 0 0 0,0 0 0 0 0,0 0 0 0 0,0 0 0 0 0,1 0 0 0 0,-1 0 0 0 0,1-1 0 0 0,-1 1 0 0 0,1 0 0 0 0,0 0 0 0 0,0 0 0 0 0,0-1 0 0 0,0 1 0 0 0,0-1 0 0 0,0 1 0 0 0,0 0 0 0 0,1-1 0 0 0,-1 0 0 0 0,0 1 0 0 0,1-1 0 0 0,-1 0 0 0 0,1 0 0 0 0,0 0 0 0 0,-1 0 0 0 0,1 0 0 0 0,0 0 0 0 0,0 0 0 0 0,-1 0 0 0 0,1-1 0 0 0,0 1 0 0 0,0-1 0 0 0,0 1 0 0 0,0-1 0 0 0,0 0 0 0 0,0 0 0 0 0,0 0 0 0 0,0 0 0 0 0,3 0 0 0 0,8-3-212 0 0,0 1 1 0 0,0-2-1 0 0,0 0 0 0 0,0 0 0 0 0,-1-1 1 0 0,0-1-1 0 0,19-11 0 0 0,-25 14-325 0 0,5-4-7336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04.1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97 9671 0 0,'-2'-2'424'0'0,"1"1"96"0"0,1-1-416 0 0,1 0-104 0 0,3 1 0 0 0,-1-1 0 0 0,2 0 896 0 0,4 0 152 0 0,3-1 32 0 0,8-4 8 0 0,7-3 32 0 0,6 0 16 0 0,4 0 0 0 0,0-2 0 0 0,1 2-888 0 0,-2-1-184 0 0,-2 6-64 0 0,-2 0-7856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04.3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 0 9215 0 0,'2'3'587'0'0,"0"0"-1"0"0,0-1 1 0 0,-1 1-1 0 0,1 0 1 0 0,-1 0-1 0 0,0 0 1 0 0,1 0-1 0 0,-1 0 0 0 0,-1 1 1 0 0,1-1-1 0 0,0 0 1 0 0,-1 0-1 0 0,0 0 1 0 0,0 7-1 0 0,0 2 868 0 0,-1 0 1 0 0,-4 22-1 0 0,-1-11-673 0 0,-2 1 0 0 0,-19 43 0 0 0,17-46-612 0 0,10-20-147 0 0,-1 1-1 0 0,0 0 1 0 0,1-1-1 0 0,-1 1 1 0 0,1 0-1 0 0,-1 0 1 0 0,1-1-1 0 0,0 1 1 0 0,0 0-1 0 0,-1 2 1 0 0,2-3-17 0 0,-1-1 0 0 0,0 1 0 0 0,0-1 0 0 0,1 1 0 0 0,-1-1 0 0 0,0 1 0 0 0,1-1-1 0 0,-1 1 1 0 0,0-1 0 0 0,1 0 0 0 0,-1 1 0 0 0,0-1 0 0 0,1 0 0 0 0,-1 1 0 0 0,1-1 0 0 0,-1 0 0 0 0,1 0 0 0 0,-1 1 0 0 0,1-1 0 0 0,-1 0 0 0 0,1 0 0 0 0,-1 0 0 0 0,1 0 0 0 0,-1 1 0 0 0,1-1 0 0 0,-1 0 0 0 0,1 0 0 0 0,-1 0-1 0 0,1 0 1 0 0,0 0 0 0 0,-1 0 0 0 0,1-1 0 0 0,-1 1 0 0 0,1 0 0 0 0,-1 0 0 0 0,1 0 0 0 0,9-3-3 0 0,-1 1 1 0 0,0-1-1 0 0,0 0 0 0 0,-1-1 1 0 0,13-6-1 0 0,4-2-4 0 0,161-61-534 0 0,-150 62-64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04.6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4 1839 0 0,'-8'2'5481'0'0,"9"-1"-4247"0"0,1 1 0 0 0,0-1 0 0 0,0 1 0 0 0,0-1 0 0 0,0 0 0 0 0,0 0 0 0 0,0 0 0 0 0,4 1 0 0 0,7 1-528 0 0,0 0-1 0 0,0 0 1 0 0,1-1 0 0 0,-1-1-1 0 0,0-1 1 0 0,24-1 0 0 0,2-4-507 0 0,48-13 0 0 0,-68 12-348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05.1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67 6911 0 0,'0'0'27'0'0,"0"0"0"0"0,-1-1 0 0 0,1 1-1 0 0,0 0 1 0 0,-1 0 0 0 0,1 0-1 0 0,0-1 1 0 0,0 1 0 0 0,-1 0-1 0 0,1 0 1 0 0,0 0 0 0 0,0-1 0 0 0,-1 1-1 0 0,1 0 1 0 0,0-1 0 0 0,0 1-1 0 0,0 0 1 0 0,-1-1 0 0 0,1 1-1 0 0,0 0 1 0 0,0-1 0 0 0,0 1 0 0 0,0 0-1 0 0,0-1 1 0 0,0 1 0 0 0,0 0-1 0 0,0-1 1 0 0,0 1 0 0 0,0-1-1 0 0,7-10 1662 0 0,19-9 1899 0 0,-22 18-3096 0 0,1-2 181 0 0,0 1-1 0 0,1 0 1 0 0,0 1 0 0 0,0-1-1 0 0,0 1 1 0 0,0 1 0 0 0,0-1-1 0 0,0 1 1 0 0,0 0 0 0 0,11-1-1 0 0,-13 2-531 0 0,-1 0 0 0 0,1 0 0 0 0,0 0 0 0 0,0 1 1 0 0,0-1-1 0 0,0 1 0 0 0,0 0 0 0 0,0 0 0 0 0,-1 1 0 0 0,1-1 0 0 0,0 1 0 0 0,-1-1 0 0 0,1 1 0 0 0,-1 0 0 0 0,0 1 0 0 0,1-1 0 0 0,-1 1 0 0 0,2 2 0 0 0,-3-3-130 0 0,0 1 0 0 0,0-1 1 0 0,0 1-1 0 0,-1 0 0 0 0,0-1 0 0 0,1 1 0 0 0,-1 0 0 0 0,0 0 1 0 0,0 0-1 0 0,-1 0 0 0 0,1 0 0 0 0,0 0 0 0 0,-1 0 0 0 0,0 0 1 0 0,0 0-1 0 0,0 0 0 0 0,0 0 0 0 0,0 0 0 0 0,-1 0 0 0 0,1 0 1 0 0,-1 0-1 0 0,0 0 0 0 0,-1 4 0 0 0,0-2 2 0 0,-1 1 1 0 0,1-1-1 0 0,-1 0 0 0 0,0-1 1 0 0,0 1-1 0 0,0 0 0 0 0,-1-1 1 0 0,0 0-1 0 0,0 0 0 0 0,0 0 1 0 0,-8 6-1 0 0,-47 29 52 0 0,59-39-64 0 0,0 0 0 0 0,0 0 0 0 0,0 0 0 0 0,0 0 0 0 0,0 0 0 0 0,0 0 0 0 0,0 0 0 0 0,-1 0 0 0 0,1 1 0 0 0,0-1 0 0 0,0 0 0 0 0,0 0 0 0 0,0 0 0 0 0,0 0 0 0 0,0 0 0 0 0,0 0 0 0 0,0 0 0 0 0,0 0 0 0 0,0 1 0 0 0,0-1 0 0 0,0 0 0 0 0,0 0 0 0 0,0 0 0 0 0,0 0 0 0 0,0 0 0 0 0,0 0 0 0 0,0 0 0 0 0,0 1 0 0 0,0-1 0 0 0,0 0 0 0 0,0 0 0 0 0,0 0 0 0 0,0 0 0 0 0,0 0 0 0 0,0 0 0 0 0,0 1 0 0 0,0-1 0 0 0,0 0 0 0 0,0 0 0 0 0,0 0 0 0 0,0 0 0 0 0,6 4 0 0 0,11 0 0 0 0,-15-3 0 0 0,25 6 0 0 0,0 2 0 0 0,26 11 0 0 0,-44-16 0 0 0,0 1 0 0 0,0 0 0 0 0,-1 0 0 0 0,0 1 0 0 0,0 0 0 0 0,0 0 0 0 0,-1 0 0 0 0,0 1 0 0 0,9 12 0 0 0,-15-18 3 0 0,0 0 0 0 0,0 1 0 0 0,0-1-1 0 0,0 1 1 0 0,0-1 0 0 0,0 1 0 0 0,-1-1 0 0 0,1 1-1 0 0,-1-1 1 0 0,1 1 0 0 0,-1 0 0 0 0,0-1-1 0 0,1 1 1 0 0,-1 0 0 0 0,0-1 0 0 0,0 1 0 0 0,0 0-1 0 0,0-1 1 0 0,-1 1 0 0 0,1 2 0 0 0,-1-2 7 0 0,0 0 0 0 0,0 1 1 0 0,-1-1-1 0 0,1 0 0 0 0,0-1 0 0 0,-1 1 1 0 0,1 0-1 0 0,-1 0 0 0 0,0 0 0 0 0,1-1 1 0 0,-1 1-1 0 0,-4 2 0 0 0,-2 0 29 0 0,-1 1-1 0 0,1-1 1 0 0,-1 0 0 0 0,0-1-1 0 0,-18 4 1 0 0,-5-1 61 0 0,0-3 0 0 0,0 0 0 0 0,-48-3 0 0 0,33-1-423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05.8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36 9759 0 0,'-17'-20'1077'0'0,"17"20"-1017"0"0,-1 0 1 0 0,1 0-1 0 0,0 0 0 0 0,0 0 1 0 0,0 0-1 0 0,0 0 1 0 0,0 0-1 0 0,0 0 0 0 0,0 0 1 0 0,0 0-1 0 0,0 0 1 0 0,0 0-1 0 0,0 0 1 0 0,-1 0-1 0 0,1 0 0 0 0,0 0 1 0 0,0 0-1 0 0,0 0 1 0 0,-1 1 966 0 0,1-1-967 0 0,0 0 1 0 0,0 0-1 0 0,0 0 0 0 0,0 0 1 0 0,0 0-1 0 0,0 0 1 0 0,0 0-1 0 0,0 0 0 0 0,0 0 1 0 0,0 1-1 0 0,0-1 1 0 0,0 0-1 0 0,0 0 1 0 0,0 0-1 0 0,0 0 0 0 0,0 0 1 0 0,0 0-1 0 0,0 0 1 0 0,0 0-1 0 0,0 0 0 0 0,0 0 1 0 0,0 1-1 0 0,0-1 1 0 0,0 0-1 0 0,0 0 1 0 0,0 0-1 0 0,0 0 0 0 0,0 6 2136 0 0,2 2-1512 0 0,0-1 0 0 0,1-1 0 0 0,0 1 0 0 0,0 0 0 0 0,1-1 0 0 0,-1 1 0 0 0,6 6 0 0 0,36 41 350 0 0,-28-35-704 0 0,13 11 112 0 0,52 43 0 0 0,-73-66-413 0 0,-3-1-5 0 0,-4-4-17 0 0,-1-1 0 0 0,1 1-1 0 0,0-1 1 0 0,-1 1 0 0 0,1-1-1 0 0,0 1 1 0 0,0-1-1 0 0,0 0 1 0 0,1 0 0 0 0,3 2-1 0 0,-22-24 281 0 0,-12-2-318 0 0,12 10-30 0 0,1 0-1 0 0,-15-17 0 0 0,27 26 50 0 0,-1 0-1 0 0,1 0 1 0 0,0-1 0 0 0,0 1 0 0 0,0-1-1 0 0,1 0 1 0 0,0 0 0 0 0,0 0-1 0 0,0 0 1 0 0,0 0 0 0 0,1-1-1 0 0,-2-7 1 0 0,3 7-40 0 0,1 0 0 0 0,-1 0 0 0 0,1 0 0 0 0,0 0 0 0 0,1 0 0 0 0,-1 1 0 0 0,1-1 0 0 0,4-7 1 0 0,-4 7 30 0 0,1-1 1 0 0,-1 1 0 0 0,0 0 0 0 0,-1-1 0 0 0,0 1 0 0 0,1-10 0 0 0,-4 9 20 0 0,-2 11 0 0 0,-3 13 0 0 0,3 6 0 0 0,2 1 0 0 0,1 40 0 0 0,-1 18 0 0 0,-11 11 95 0 0,13-93-91 0 0,-1 1 1 0 0,1-1-1 0 0,0 1 1 0 0,0-1-1 0 0,0 1 1 0 0,0-1-1 0 0,0 1 1 0 0,0-1-1 0 0,0 1 0 0 0,0-1 1 0 0,0 1-1 0 0,0-1 1 0 0,0 0-1 0 0,0 1 1 0 0,0-1-1 0 0,0 1 1 0 0,0-1-1 0 0,0 1 1 0 0,1-1-1 0 0,-1 1 1 0 0,0-1-1 0 0,0 0 1 0 0,1 1-1 0 0,-1-1 1 0 0,0 0-1 0 0,0 1 0 0 0,1-1 1 0 0,-1 0-1 0 0,0 1 1 0 0,1-1-1 0 0,-1 0 1 0 0,1 1-1 0 0,-1-1 1 0 0,0 0-1 0 0,1 0 1 0 0,-1 1-1 0 0,1-1 1 0 0,-1 0-1 0 0,0 0 1 0 0,1 0-1 0 0,-1 0 0 0 0,1 0 1 0 0,-1 0-1 0 0,1 0 1 0 0,-1 0-1 0 0,1 0 1 0 0,-1 0-1 0 0,1 0 1 0 0,-1 0-1 0 0,1 0 1 0 0,-1 0-1 0 0,0 0 1 0 0,1 0-1 0 0,-1 0 1 0 0,1-1-1 0 0,4-1 54 0 0,0 0 1 0 0,0 0-1 0 0,0-1 0 0 0,4-3 0 0 0,-3 3-30 0 0,40-23-10 0 0,-1-1 0 0 0,-2-2 0 0 0,42-37 0 0 0,-77 58-18 0 0,-7 7 0 0 0,0-1 0 0 0,1 1 0 0 0,-1 0 0 0 0,0 0 0 0 0,0 0 0 0 0,1 0 0 0 0,-1 0 0 0 0,3-1 0 0 0,0 5 0 0 0,-2 9 0 0 0,9 226 672 0 0,-10-232-647 0 0,-1 1 0 0 0,1-1 0 0 0,0 0 0 0 0,1 1 0 0 0,0-1 0 0 0,0 0 0 0 0,0 0 0 0 0,0 0 0 0 0,1-1 0 0 0,0 1 0 0 0,0 0 0 0 0,6 6 0 0 0,-8-11-79 0 0,0 0-1 0 0,0 0 1 0 0,0 0-1 0 0,0-1 1 0 0,0 1 0 0 0,1 0-1 0 0,-1-1 1 0 0,0 1-1 0 0,0-1 1 0 0,0 0-1 0 0,1 1 1 0 0,2-1-1 0 0,9 1-6546 0 0,-1-3-1335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06.2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 0 13359 0 0,'6'6'660'0'0,"-1"0"0"0"0,2-1 0 0 0,-1 1 0 0 0,1-1 0 0 0,-1-1 0 0 0,11 6 0 0 0,16 12 1183 0 0,-21-13-1360 0 0,0 1 1 0 0,-1 1-1 0 0,0 0 1 0 0,-1 1-1 0 0,0 0 1 0 0,-1 1-1 0 0,0-1 1 0 0,8 19-1 0 0,-14-25-395 0 0,-1-1 0 0 0,0 1 0 0 0,0 0 1 0 0,0 1-1 0 0,-1-1 0 0 0,1 0 0 0 0,-2 0 0 0 0,1 1 0 0 0,-1 12 0 0 0,-1-15-36 0 0,1 1 0 0 0,-1 0 0 0 0,-1 0-1 0 0,1 0 1 0 0,-1-1 0 0 0,0 1 0 0 0,0-1 0 0 0,0 1-1 0 0,0-1 1 0 0,-1 0 0 0 0,0 0 0 0 0,0 0 0 0 0,0 0-1 0 0,-5 4 1 0 0,3-3-34 0 0,0-1 0 0 0,0-1 1 0 0,0 1-1 0 0,-1-1 0 0 0,1 1 0 0 0,-1-1 0 0 0,0-1 0 0 0,0 1 0 0 0,0-1 1 0 0,0 0-1 0 0,0-1 0 0 0,-1 0 0 0 0,-9 2 0 0 0,11-3-60 0 0,0 0 0 0 0,1 0 0 0 0,-1 0 1 0 0,0 0-1 0 0,1 0 0 0 0,-1-1 0 0 0,0 0 0 0 0,1 0 0 0 0,-1-1 0 0 0,1 1 0 0 0,-1-1 0 0 0,1 0 0 0 0,0 0 1 0 0,0 0-1 0 0,0-1 0 0 0,0 1 0 0 0,0-1 0 0 0,1 0 0 0 0,-6-5 0 0 0,-3-6-614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06.5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 58 15663 0 0,'-5'-8'1641'0'0,"-1"0"-1"0"0,1-1 0 0 0,1 1 0 0 0,-6-16 0 0 0,35 33-389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07.7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0 202 2759 0 0,'11'-32'640'0'0,"-7"20"661"0"0,0 0 1 0 0,-1 0 0 0 0,0 0-1 0 0,0 0 1 0 0,0-14 0 0 0,-6 18 1165 0 0,-2 9-349 0 0,4-1-1960 0 0,0 1 1 0 0,1 0-1 0 0,-1 0 0 0 0,0 0 0 0 0,0 0 0 0 0,0 0 1 0 0,1-1-1 0 0,-1 1 0 0 0,1 1 0 0 0,-1-1 0 0 0,0 1 1 0 0,0 4 49 0 0,-1-1 1 0 0,1 1-1 0 0,1 0 1 0 0,-1 0-1 0 0,1 0 1 0 0,0 0-1 0 0,1 0 1 0 0,-1 0 0 0 0,1 0-1 0 0,0 0 1 0 0,0-1-1 0 0,1 1 1 0 0,3 9-1 0 0,3 1 45 0 0,0 1 0 0 0,0-1 0 0 0,13 17 1 0 0,-5-12-60 0 0,1-1 0 0 0,1 0 1 0 0,31 26-1 0 0,8 9 208 0 0,-49-47-355 0 0,0 1-1 0 0,-1 0 0 0 0,-1 0 0 0 0,1 0 0 0 0,-2 1 0 0 0,8 14 0 0 0,-12-21-36 0 0,0 1 0 0 0,0-1 0 0 0,0 0 0 0 0,0 1 0 0 0,-1-1 0 0 0,1 0 0 0 0,-1 1 1 0 0,0-1-1 0 0,0 1 0 0 0,0-1 0 0 0,-1 4 0 0 0,0-4-2 0 0,1-1 0 0 0,-1 0 1 0 0,0 1-1 0 0,0-1 0 0 0,0 0 1 0 0,-1 1-1 0 0,1-1 0 0 0,0 0 0 0 0,-1 0 1 0 0,1 0-1 0 0,-1 0 0 0 0,0-1 0 0 0,0 1 1 0 0,0 0-1 0 0,0-1 0 0 0,-4 3 0 0 0,2-2-1 0 0,1 0-1 0 0,-1 0 0 0 0,0-1 0 0 0,0 1 0 0 0,-1-1 0 0 0,1 0 0 0 0,0-1 1 0 0,0 1-1 0 0,-1-1 0 0 0,1 1 0 0 0,0-1 0 0 0,0-1 0 0 0,-1 1 0 0 0,1-1 1 0 0,0 1-1 0 0,0-1 0 0 0,0 0 0 0 0,-1-1 0 0 0,1 1 0 0 0,0-1 0 0 0,1 1 1 0 0,-1-1-1 0 0,-6-4 0 0 0,3 1 4 0 0,1 1 1 0 0,-1-1 0 0 0,1 0-1 0 0,0 0 1 0 0,0 0-1 0 0,1-1 1 0 0,0 0 0 0 0,0-1-1 0 0,0 1 1 0 0,0-1 0 0 0,-6-13-1 0 0,10 17-10 0 0,0 0 0 0 0,1 0 0 0 0,-1 0 0 0 0,1 0 0 0 0,-1 0 0 0 0,1 0 0 0 0,0-1 0 0 0,0 1 0 0 0,0 0 0 0 0,1 0 0 0 0,-1 0 0 0 0,1 0 0 0 0,0 0 0 0 0,0 0 0 0 0,0 0 0 0 0,0 0 0 0 0,0 0 0 0 0,0 1 0 0 0,1-1 0 0 0,2-3 0 0 0,4-6 0 0 0,1 0 0 0 0,0 1 0 0 0,13-11 0 0 0,-7 5 0 0 0,0 0 31 0 0,0 0 1 0 0,-2-1-1 0 0,0-1 0 0 0,-1 0 1 0 0,15-34-1 0 0,-24 45-18 0 0,1 0 0 0 0,-1-1 0 0 0,-1 1 0 0 0,1-1 0 0 0,-2 0 0 0 0,1 0 0 0 0,-1 0 0 0 0,0 0 0 0 0,-1 0 0 0 0,0 0-1 0 0,-1 0 1 0 0,0 0 0 0 0,0 0 0 0 0,0 1 0 0 0,-2-1 0 0 0,-4-15 0 0 0,5 20 1 0 0,0 0 0 0 0,0 0 0 0 0,0 0 0 0 0,0 0 0 0 0,0 0 0 0 0,-1 1 0 0 0,-5-6 0 0 0,6 7-9 0 0,0 0 1 0 0,0 1-1 0 0,0 0 0 0 0,-1 0 1 0 0,1-1-1 0 0,0 1 0 0 0,-1 1 1 0 0,1-1-1 0 0,-1 0 0 0 0,1 0 1 0 0,-1 1-1 0 0,1 0 0 0 0,-1-1 1 0 0,-3 1-1 0 0,-1 0-84 0 0,-1 1 0 0 0,1-1-1 0 0,0 1 1 0 0,0 0 0 0 0,0 1-1 0 0,0 0 1 0 0,0 0 0 0 0,0 1 0 0 0,1-1-1 0 0,-1 1 1 0 0,1 1 0 0 0,-12 7-1 0 0,15-9-26 0 0,1 0 0 0 0,-1 0-1 0 0,1 0 1 0 0,-1 0-1 0 0,1 0 1 0 0,0 0-1 0 0,0 1 1 0 0,0-1-1 0 0,0 1 1 0 0,1 0-1 0 0,-1-1 1 0 0,1 1 0 0 0,0 0-1 0 0,-1 0 1 0 0,1 0-1 0 0,0 0 1 0 0,1 0-1 0 0,-1 0 1 0 0,1 0-1 0 0,-1 0 1 0 0,1 0-1 0 0,0 1 1 0 0,0-1 0 0 0,0 0-1 0 0,0 0 1 0 0,1 0-1 0 0,-1 0 1 0 0,1 0-1 0 0,0 0 1 0 0,0 0-1 0 0,2 4 1 0 0,6 10-7169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08.1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1 110 10591 0 0,'0'-1'51'0'0,"1"-1"98"0"0,1 0 0 0 0,-1 1 0 0 0,0-1 0 0 0,0 1 0 0 0,1-1 0 0 0,-1 1 0 0 0,1-1 0 0 0,-1 1 0 0 0,1 0 0 0 0,0-1 0 0 0,-1 1 0 0 0,1 0 0 0 0,0 0 0 0 0,0 0 1 0 0,0 1-1 0 0,0-1 0 0 0,0 0 0 0 0,0 1 0 0 0,0-1 0 0 0,0 1 0 0 0,0 0 0 0 0,3-1 0 0 0,6 1 402 0 0,1 0-1 0 0,-1 1 1 0 0,1 1 0 0 0,-1-1-1 0 0,1 2 1 0 0,-1 0 0 0 0,0 0-1 0 0,0 1 1 0 0,0 0 0 0 0,-1 1 0 0 0,1 0-1 0 0,-1 0 1 0 0,0 1 0 0 0,-1 1-1 0 0,14 11 1 0 0,-17-13-464 0 0,-1 1 1 0 0,0-1-1 0 0,0 1 1 0 0,0 0-1 0 0,-1 0 1 0 0,0 0-1 0 0,0 1 0 0 0,-1-1 1 0 0,1 1-1 0 0,3 14 1 0 0,-5-15-81 0 0,-1 0 1 0 0,0 0-1 0 0,-1 1 0 0 0,1-1 1 0 0,-1 0-1 0 0,0 1 1 0 0,-1-1-1 0 0,1 0 0 0 0,-1 1 1 0 0,-1-1-1 0 0,1 0 1 0 0,-1 0-1 0 0,0 0 0 0 0,-4 7 1 0 0,1-2 26 0 0,-1 0 1 0 0,0 0-1 0 0,-1-1 0 0 0,0 0 1 0 0,0 0-1 0 0,-1-1 0 0 0,0 0 1 0 0,-17 14-1 0 0,24-23-34 0 0,1 1 0 0 0,-1-1 0 0 0,0 1-1 0 0,1-1 1 0 0,-1 1 0 0 0,1-1 0 0 0,-1 0 0 0 0,0 1 0 0 0,0-1-1 0 0,1 0 1 0 0,-1 1 0 0 0,0-1 0 0 0,0 0 0 0 0,1 0 0 0 0,-1 0-1 0 0,0 0 1 0 0,0 0 0 0 0,1 0 0 0 0,-1 0 0 0 0,0 0 0 0 0,-1 0-1 0 0,2 0 1 0 0,0-1 0 0 0,-1 1-1 0 0,1 0 1 0 0,-1-1 0 0 0,1 1-1 0 0,0-1 1 0 0,-1 1 0 0 0,1 0-1 0 0,0-1 1 0 0,0 1-1 0 0,0-1 1 0 0,-1 1 0 0 0,1-1-1 0 0,0 1 1 0 0,0-1 0 0 0,0 0-1 0 0,0 1 1 0 0,0-1 0 0 0,0 1-1 0 0,0-1 1 0 0,0 1-1 0 0,0-1 1 0 0,0-4-2 0 0,1 0 0 0 0,-1 1 0 0 0,1-1 0 0 0,0 1 0 0 0,3-8 0 0 0,11-19 2 0 0,37-55 0 0 0,-10 18 0 0 0,67-119 0 0 0,-94 165 0 0 0,-27 52 0 0 0,4-5 0 0 0,-5 5-16 0 0,-14 48 0 0 0,23-65 12 0 0,1 0-1 0 0,1 0 0 0 0,0 0 1 0 0,1 0-1 0 0,1 0 1 0 0,1 22-1 0 0,-1-32 12 0 0,1-1 0 0 0,-1 0 0 0 0,0 0 0 0 0,1 0 0 0 0,0 0-1 0 0,-1 0 1 0 0,1 0 0 0 0,0 0 0 0 0,0 0 0 0 0,0 0 0 0 0,0-1 0 0 0,0 1-1 0 0,1 0 1 0 0,-1 0 0 0 0,1-1 0 0 0,-1 1 0 0 0,4 2 0 0 0,-3-3 5 0 0,1 0 1 0 0,-1 1 0 0 0,1-1-1 0 0,0 0 1 0 0,-1 0-1 0 0,1 0 1 0 0,0-1 0 0 0,0 1-1 0 0,0-1 1 0 0,-1 1-1 0 0,6-1 1 0 0,2-1-6 0 0,-1 0-1 0 0,0 0 1 0 0,0-1 0 0 0,0 0-1 0 0,0 0 1 0 0,16-7-1 0 0,24-14-2067 0 0,-38 18-5991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08.3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58 11055 0 0,'90'-23'8576'0'0,"74"-6"-5153"0"0,-103 24-3821 0 0,-32 5-251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08.5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55 5527 0 0,'2'-9'-230'0'0,"4"-15"4036"0"0,-6 22-2860 0 0,1 0 0 0 0,0 0 0 0 0,0 0 0 0 0,0 0 0 0 0,0 0 0 0 0,0 0 0 0 0,0 0 0 0 0,3-3 0 0 0,-4 5-859 0 0,1 0 0 0 0,-1 0 0 0 0,0 0 0 0 0,0 0 0 0 0,0 0 0 0 0,1 0 1 0 0,-1 0-1 0 0,0 0 0 0 0,0 0 0 0 0,1 0 0 0 0,-1-1 0 0 0,0 1 0 0 0,0 0 0 0 0,0 0 1 0 0,1 1-1 0 0,-1-1 0 0 0,0 0 0 0 0,0 0 0 0 0,1 0 0 0 0,-1 0 0 0 0,0 0 1 0 0,0 0-1 0 0,0 0 0 0 0,1 0 0 0 0,-1 0 0 0 0,0 0 0 0 0,0 0 0 0 0,0 1 0 0 0,1-1 1 0 0,-1 0-1 0 0,0 0 0 0 0,0 0 0 0 0,0 0 0 0 0,0 1 0 0 0,1-1 0 0 0,-1 0 1 0 0,0 0-1 0 0,0 0 0 0 0,0 1 0 0 0,0-1 0 0 0,0 0 0 0 0,0 0 0 0 0,0 0 0 0 0,0 1 1 0 0,0-1-1 0 0,0 1 0 0 0,5 12 791 0 0,-4-12-670 0 0,2 15 60 0 0,0 0-1 0 0,-1 0 1 0 0,0 0 0 0 0,-2 29 0 0 0,0-31-120 0 0,0 0-1 0 0,0 0 1 0 0,2 0 0 0 0,-1-1 0 0 0,2 1 0 0 0,0 0-1 0 0,5 14 1 0 0,-7-25-351 0 0,1 0 0 0 0,0 1-1 0 0,0-1 1 0 0,-1-1 0 0 0,2 1-1 0 0,-1 0 1 0 0,0 0 0 0 0,4 2-1 0 0,-5-4-161 0 0,1 1-1 0 0,0-1 1 0 0,-1 0-1 0 0,1 0 1 0 0,0 1-1 0 0,0-2 0 0 0,0 1 1 0 0,0 0-1 0 0,0 0 1 0 0,0 0-1 0 0,0-1 1 0 0,0 0-1 0 0,0 1 0 0 0,4-1 1 0 0,9-1-7378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08.7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31 11975 0 0,'1'-6'320'0'0,"-1"4"-231"0"0,0 0 0 0 0,1 0-1 0 0,-1 0 1 0 0,1 0 0 0 0,0 0 0 0 0,-1 0-1 0 0,1 0 1 0 0,0 0 0 0 0,0 0 0 0 0,2-2-1 0 0,-3 4 35 0 0,1 0 0 0 0,0 0 0 0 0,0 0-1 0 0,-1 0 1 0 0,1 0 0 0 0,0 0 0 0 0,-1 0-1 0 0,1 0 1 0 0,0 0 0 0 0,-1 1 0 0 0,1-1-1 0 0,0 0 1 0 0,-1 1 0 0 0,1-1 0 0 0,-1 0-1 0 0,1 1 1 0 0,0-1 0 0 0,-1 1 0 0 0,1-1-1 0 0,-1 1 1 0 0,1-1 0 0 0,-1 1 0 0 0,1 0 0 0 0,11 14 1626 0 0,-6-4-932 0 0,-1 1 1 0 0,0-1-1 0 0,0 1 0 0 0,-1 0 0 0 0,3 12 0 0 0,8 65 109 0 0,3 10-867 0 0,-14-86-766 0 0,-3-11-10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08.8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53 8751 0 0,'0'0'41'0'0,"0"0"0"0"0,0 0 0 0 0,0 0 0 0 0,-1 0 0 0 0,1-1 0 0 0,0 1 0 0 0,0 0 0 0 0,0 0 0 0 0,0 0 0 0 0,-1-1 0 0 0,1 1 0 0 0,0 0 0 0 0,0 0 0 0 0,0 0 0 0 0,0-1 0 0 0,0 1 0 0 0,0 0 0 0 0,0 0 0 0 0,0-1 0 0 0,0 1 0 0 0,0 0 0 0 0,0 0 0 0 0,0-1 0 0 0,0 1 0 0 0,0 0 0 0 0,0 0 0 0 0,0-1 0 0 0,0 1 0 0 0,0 0 0 0 0,0 0 0 0 0,0-1 0 0 0,0 1 0 0 0,0 0 0 0 0,0 0 0 0 0,0-1 0 0 0,1 1 0 0 0,-1 0 0 0 0,0 0 0 0 0,0 0 0 0 0,0-1 0 0 0,1 1 0 0 0,12-6 2155 0 0,21 1 2100 0 0,-32 5-4079 0 0,33-2 2853 0 0,37 4 1 0 0,19-1-2299 0 0,-43-5-1383 0 0,90-20-1 0 0,-116 19-7541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09.5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0 423 4607 0 0,'12'0'14168'0'0,"-2"-10"-13872"0"0,-1-1 0 0 0,0 0 0 0 0,0-1 0 0 0,-1 0 0 0 0,-1 0 0 0 0,0-1 0 0 0,-1 1 0 0 0,0-2 0 0 0,-1 1 0 0 0,5-20 0 0 0,-3 9 119 0 0,-2-1-1 0 0,-1 0 1 0 0,-1 0 0 0 0,-1 0-1 0 0,-2-33 1 0 0,-2 39-415 0 0,-1 1 0 0 0,-7-30 0 0 0,9 45 0 0 0,0 3 0 0 0,0 9 0 0 0,1 13 0 0 0,9 62-3 0 0,-4 157 1 0 0,-6-150-57 0 0,2-86-64 0 0,-1-5 85 0 0,0 0 0 0 0,0 1 0 0 0,0-1 0 0 0,0 0 0 0 0,0 0 0 0 0,0 0 0 0 0,0 0-1 0 0,0 0 1 0 0,0 0 0 0 0,0 0 0 0 0,-1 0 0 0 0,1 0 0 0 0,0 0 0 0 0,0 0 0 0 0,0 0 0 0 0,0 1 0 0 0,1-1-1 0 0,-1 0 1 0 0,0 0 0 0 0,0 0 0 0 0,0 0 0 0 0,0 0 0 0 0,0 0 0 0 0,0 0 0 0 0,0 0 0 0 0,0 0 0 0 0,0 0-1 0 0,0 0 1 0 0,0 0 0 0 0,0 0 0 0 0,0 1 0 0 0,0-1 0 0 0,0 0 0 0 0,0 0 0 0 0,0 0 0 0 0,0 0-1 0 0,0 0 1 0 0,0 0 0 0 0,0 0 0 0 0,1 0 0 0 0,-1 0 0 0 0,0 0 0 0 0,0 0 0 0 0,0 0 0 0 0,0 0 0 0 0,0 0-1 0 0,0 0 1 0 0,0 0 0 0 0,0 0 0 0 0,0 0 0 0 0,0 0 0 0 0,0 0 0 0 0,0 0 0 0 0,1 0 0 0 0,-1 0 0 0 0,0 0-1 0 0,0 0 1 0 0,0 0 0 0 0,0 0 0 0 0,0 0 0 0 0,0 0 0 0 0,0 0 0 0 0,0 0 0 0 0,0 0 0 0 0,0 0 0 0 0,0 0-1 0 0,0 0 1 0 0,1-1 0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09.8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1 176 7831 0 0,'0'0'37'0'0,"0"0"-1"0"0,1 0 0 0 0,-1 0 1 0 0,0 0-1 0 0,0 0 0 0 0,1 0 1 0 0,-1 0-1 0 0,0 0 0 0 0,0 0 1 0 0,0 0-1 0 0,1 0 0 0 0,-1 0 1 0 0,0 0-1 0 0,0 0 0 0 0,0 0 1 0 0,1 0-1 0 0,-1 0 0 0 0,0 0 1 0 0,0 0-1 0 0,0 0 0 0 0,1 1 1 0 0,-1-1-1 0 0,0 0 0 0 0,0 0 1 0 0,0 0-1 0 0,0 0 0 0 0,1 0 1 0 0,-1 1-1 0 0,0-1 0 0 0,0 0 1 0 0,0 0-1 0 0,0 0 0 0 0,0 1 1 0 0,0-1-1 0 0,0 0 0 0 0,1 0 1 0 0,-1 1-1 0 0,7 13 1786 0 0,-1-4-855 0 0,6 11 626 0 0,1 1-151 0 0,0-1 0 0 0,1 0 0 0 0,1-1 0 0 0,25 26 0 0 0,-35-42-1336 0 0,-1 0 1 0 0,1 0 0 0 0,0 0-1 0 0,0-1 1 0 0,0 1 0 0 0,0-1-1 0 0,1-1 1 0 0,-1 1 0 0 0,1-1-1 0 0,0 0 1 0 0,0 0-1 0 0,0 0 1 0 0,0-1 0 0 0,0 0-1 0 0,0 0 1 0 0,0 0 0 0 0,0-1-1 0 0,0 0 1 0 0,0 0 0 0 0,0-1-1 0 0,0 0 1 0 0,1 0 0 0 0,8-3-1 0 0,-7 2-74 0 0,-1-1 0 0 0,1-1 0 0 0,0 1 0 0 0,-1-1 0 0 0,0-1 0 0 0,0 1 0 0 0,0-1 0 0 0,-1 0 0 0 0,1-1-1 0 0,-1 0 1 0 0,0 0 0 0 0,-1 0 0 0 0,1 0 0 0 0,5-12 0 0 0,-7 13-10 0 0,-1-1 0 0 0,0 0 1 0 0,0-1-1 0 0,-1 1 0 0 0,0 0 0 0 0,0-1 0 0 0,0 1 0 0 0,-1-1 1 0 0,0 0-1 0 0,0 1 0 0 0,-1-1 0 0 0,0 0 0 0 0,0 0 0 0 0,0 0 1 0 0,-1 1-1 0 0,0-1 0 0 0,-1 0 0 0 0,-1-7 0 0 0,-2 2-26 0 0,-1 0-1 0 0,0-1 1 0 0,-1 2-1 0 0,0-1 1 0 0,-1 1-1 0 0,0 0 1 0 0,0 1 0 0 0,-1-1-1 0 0,-1 2 1 0 0,0-1-1 0 0,0 2 1 0 0,-1-1-1 0 0,0 1 1 0 0,-15-8-1 0 0,22 14 2 0 0,-1 0-1 0 0,1 0 1 0 0,-1 1-1 0 0,1-1 1 0 0,-1 1-1 0 0,0 0 1 0 0,1 0-1 0 0,-1 0 1 0 0,0 1-1 0 0,0 0 0 0 0,0 0 1 0 0,0 0-1 0 0,1 0 1 0 0,-1 1-1 0 0,-9 2 1 0 0,8-1 1 0 0,1 0 1 0 0,-1 0-1 0 0,1 1 0 0 0,-1 0 1 0 0,1 0-1 0 0,0 1 1 0 0,0-1-1 0 0,1 1 0 0 0,-1 0 1 0 0,1 0-1 0 0,0 1 1 0 0,-6 7-1 0 0,2-2-12 0 0,1 1 1 0 0,0 1-1 0 0,0-1 0 0 0,1 1 0 0 0,-8 23 0 0 0,13-30-178 0 0,-1 0 0 0 0,1 0 0 0 0,0 1 0 0 0,0-1-1 0 0,0 0 1 0 0,1 1 0 0 0,0-1 0 0 0,0 0-1 0 0,0 1 1 0 0,1-1 0 0 0,-1 1 0 0 0,1-1 0 0 0,1 0-1 0 0,-1 0 1 0 0,1 0 0 0 0,0 0 0 0 0,2 5 0 0 0,6 5-7282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10.2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92 14279 0 0,'3'-4'187'0'0,"0"1"-1"0"0,-1-1 0 0 0,1 1 1 0 0,0 0-1 0 0,1 0 0 0 0,3-3 1 0 0,-5 5-88 0 0,1 0 1 0 0,-1 0 0 0 0,0 0-1 0 0,1 0 1 0 0,-1 0 0 0 0,0 0-1 0 0,1 1 1 0 0,-1-1 0 0 0,1 1-1 0 0,-1 0 1 0 0,1 0 0 0 0,-1 0 0 0 0,3 0-1 0 0,7 1 329 0 0,-1 0-1 0 0,0 1 1 0 0,0 0-1 0 0,0 1 1 0 0,0 0-1 0 0,-1 1 1 0 0,1 0-1 0 0,-1 1 0 0 0,0 0 1 0 0,0 0-1 0 0,17 14 1 0 0,-22-15-364 0 0,-1 0 0 0 0,1 0-1 0 0,-1 0 1 0 0,0 0 0 0 0,0 1 0 0 0,-1 0 0 0 0,1 0-1 0 0,-1 0 1 0 0,0 0 0 0 0,-1 1 0 0 0,1-1 0 0 0,-1 1 0 0 0,0-1-1 0 0,0 1 1 0 0,-1 0 0 0 0,0 0 0 0 0,0 0 0 0 0,0 0 0 0 0,-1 0-1 0 0,0 0 1 0 0,0 0 0 0 0,0 0 0 0 0,-1-1 0 0 0,-1 8-1 0 0,0-4-35 0 0,-1 0-1 0 0,1-1 0 0 0,-2 1 0 0 0,1-1 0 0 0,-9 14 0 0 0,9-18-14 0 0,0 1-1 0 0,0-1 1 0 0,0 1 0 0 0,-1-1 0 0 0,0 0-1 0 0,0 0 1 0 0,0-1 0 0 0,0 1 0 0 0,-1-1-1 0 0,-6 4 1 0 0,24-22-13 0 0,14-10-137 0 0,-1-2-1 0 0,39-51 1 0 0,-50 58 68 0 0,-2-1 1 0 0,0-1-1 0 0,-2 0 0 0 0,0-1 1 0 0,7-24-1 0 0,-14 37 69 0 0,-2 4 0 0 0,0 0 0 0 0,0-1 0 0 0,-1 1 0 0 0,1 0 0 0 0,0-11 0 0 0,-2 17 0 0 0,0 0 0 0 0,0 0 0 0 0,0 0 0 0 0,0 0 0 0 0,0 0 0 0 0,0 0 0 0 0,0-1 0 0 0,0 1 0 0 0,0 0 0 0 0,0 0 0 0 0,0 0 0 0 0,0 0 0 0 0,0 0 0 0 0,0-1 0 0 0,0 1 0 0 0,0 0 0 0 0,0 0 0 0 0,0 0 0 0 0,0 0 0 0 0,0 0 0 0 0,0 0 0 0 0,0-1 0 0 0,0 1 0 0 0,0 0 0 0 0,0 0 0 0 0,0 0 0 0 0,0 0 0 0 0,0 0 0 0 0,0 0 0 0 0,-1 0 0 0 0,1-1 0 0 0,0 1 0 0 0,0 0 0 0 0,0 0 0 0 0,0 0 0 0 0,0 0 0 0 0,0 0 0 0 0,0 0 0 0 0,-1 0 0 0 0,1 0 0 0 0,0 0 0 0 0,0 0 0 0 0,0 0 0 0 0,0 0 0 0 0,0 0 0 0 0,0 0 0 0 0,-1 0 0 0 0,1 0 0 0 0,0 0 0 0 0,-6 6 0 0 0,-5 13 0 0 0,-2 13 88 0 0,1 0 0 0 0,2 1 0 0 0,1 1 0 0 0,2-1 0 0 0,-5 52 0 0 0,12-80-49 0 0,0-1 1 0 0,0 1-1 0 0,0-1 0 0 0,1 1 0 0 0,0-1 0 0 0,0 0 1 0 0,0 1-1 0 0,0-1 0 0 0,1 0 0 0 0,-1 1 1 0 0,4 4-1 0 0,-4-7-18 0 0,1 0 0 0 0,-1 0 0 0 0,1 0 0 0 0,0 0-1 0 0,-1 0 1 0 0,1-1 0 0 0,0 1 0 0 0,0-1 0 0 0,0 1 0 0 0,0-1 0 0 0,0 0 0 0 0,0 0 0 0 0,0 0 0 0 0,1 0 0 0 0,-1 0 0 0 0,0 0 0 0 0,1-1-1 0 0,-1 1 1 0 0,0-1 0 0 0,1 1 0 0 0,-1-1 0 0 0,4 0 0 0 0,3-1-53 0 0,0 0 0 0 0,0-1 0 0 0,0 0 0 0 0,0 0 0 0 0,0-1 0 0 0,-1 0 0 0 0,1-1 0 0 0,-1 0 0 0 0,13-8 0 0 0,-9 4-432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10.5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47 12439 0 0,'-7'1'544'0'0,"3"-1"128"0"0,4-1-544 0 0,4 1-128 0 0,-1 0 0 0 0,2 0 840 0 0,5 0 144 0 0,6-2 24 0 0,8-2 8 0 0,6 1-16 0 0,4-2 0 0 0,0 0 0 0 0,2 0 0 0 0,0 0-864 0 0,-2-2-136 0 0,0 2-96 0 0,-4 0 8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10.7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49 0 13359 0 0,'5'1'555'0'0,"1"-1"-1"0"0,-1 1 1 0 0,0 1 0 0 0,0-1-1 0 0,0 1 1 0 0,0-1-1 0 0,0 1 1 0 0,0 1-1 0 0,0-1 1 0 0,0 1-1 0 0,-1 0 1 0 0,6 4 0 0 0,-7-5-433 0 0,-1 1 1 0 0,1-1-1 0 0,-1 1 1 0 0,1 0-1 0 0,-1 0 1 0 0,0 0-1 0 0,0 0 1 0 0,0 0-1 0 0,0 0 1 0 0,-1 1-1 0 0,0-1 1 0 0,1 1 0 0 0,-1-1-1 0 0,0 1 1 0 0,0-1-1 0 0,-1 1 1 0 0,1-1-1 0 0,-1 1 1 0 0,0 0-1 0 0,0-1 1 0 0,0 1-1 0 0,0 0 1 0 0,-2 6 0 0 0,0-2-73 0 0,-1-1 1 0 0,0 1 0 0 0,0-1 0 0 0,-1 0 0 0 0,1 0-1 0 0,-1 0 1 0 0,-1-1 0 0 0,1 1 0 0 0,-1-1 0 0 0,-7 7-1 0 0,-23 20 71 0 0,23-23-26 0 0,1 1-1 0 0,0 0 1 0 0,-13 17-1 0 0,24-27-81 0 0,-1 0 1 0 0,0-1-1 0 0,1 1 1 0 0,-1 0-1 0 0,1 0 0 0 0,-1 0 1 0 0,1 0-1 0 0,0-1 0 0 0,-1 1 1 0 0,1 0-1 0 0,0 0 1 0 0,-1 0-1 0 0,1 0 0 0 0,0 0 1 0 0,0 0-1 0 0,0 0 0 0 0,0 0 1 0 0,0 0-1 0 0,0 0 0 0 0,0 0 1 0 0,0 0-1 0 0,1 1 1 0 0,-1-1-3 0 0,1-1 1 0 0,-1 1-1 0 0,1 0 1 0 0,0-1 0 0 0,-1 1-1 0 0,1 0 1 0 0,0-1 0 0 0,0 1-1 0 0,-1-1 1 0 0,1 1 0 0 0,0-1-1 0 0,0 0 1 0 0,0 1 0 0 0,-1-1-1 0 0,1 0 1 0 0,0 0 0 0 0,0 1-1 0 0,2-1 1 0 0,5 1 31 0 0,1-1 1 0 0,-1 0-1 0 0,17-2 1 0 0,-19 1-51 0 0,44-7-678 0 0,0-2 0 0 0,75-26 0 0 0,-101 29-7652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 6447 0 0,'2'-1'516'0'0,"-1"0"1"0"0,1-1-1 0 0,0 2 0 0 0,-1-1 0 0 0,1 0 0 0 0,0 0 0 0 0,-1 0 0 0 0,1 1 0 0 0,0-1 0 0 0,0 1 0 0 0,0-1 0 0 0,-1 1 0 0 0,1 0 0 0 0,3 0 0 0 0,31 1 3860 0 0,-10 1-1922 0 0,29-3-117 0 0,-5 1-2095 0 0,-16-2-6180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11.4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82 9671 0 0,'0'-2'229'0'0,"0"-1"0"0"0,0 1-1 0 0,0-1 1 0 0,1 1 0 0 0,-1-1-1 0 0,1 1 1 0 0,-1 0 0 0 0,1-1 0 0 0,0 1-1 0 0,0 0 1 0 0,0 0 0 0 0,0 0-1 0 0,2-3 1 0 0,1 0 765 0 0,1 1-1 0 0,-1 0 1 0 0,0 0-1 0 0,6-4 1 0 0,-6 5-682 0 0,-2 1-152 0 0,1 0 0 0 0,0 0 0 0 0,0 0 1 0 0,0 1-1 0 0,0-1 0 0 0,0 1 1 0 0,0 0-1 0 0,1 0 0 0 0,-1 0 1 0 0,0 0-1 0 0,1 0 0 0 0,-1 1 1 0 0,1-1-1 0 0,-1 1 0 0 0,1 0 1 0 0,-1 0-1 0 0,0 0 0 0 0,1 1 1 0 0,4 0-1 0 0,-5 0-81 0 0,-1 0 0 0 0,0 0 0 0 0,0 0 0 0 0,0 0 0 0 0,0 0 0 0 0,0 1-1 0 0,0-1 1 0 0,0 0 0 0 0,0 1 0 0 0,-1 0 0 0 0,1-1 0 0 0,-1 1 0 0 0,1 0 0 0 0,-1 0 0 0 0,1 0 0 0 0,-1 0 0 0 0,0 0 0 0 0,0 0 0 0 0,0 0 0 0 0,0 0 0 0 0,0 0 0 0 0,-1 1 0 0 0,1-1-1 0 0,-1 0 1 0 0,1 1 0 0 0,-1-1 0 0 0,0 0 0 0 0,0 1 0 0 0,0 2 0 0 0,0 0-79 0 0,-1 0 0 0 0,0 0 0 0 0,1 0 0 0 0,-2 0 0 0 0,1 0 0 0 0,-1 0 0 0 0,1 0 0 0 0,-1-1 0 0 0,0 1 0 0 0,-5 7 0 0 0,-3 2 0 0 0,-21 24 0 0 0,22-27 0 0 0,8-11 0 0 0,1 0 1 0 0,-1 1-1 0 0,1-1 0 0 0,0 0 0 0 0,-1 1 1 0 0,1-1-1 0 0,0 1 0 0 0,-1-1 0 0 0,1 1 1 0 0,0-1-1 0 0,0 0 0 0 0,0 1 1 0 0,-1-1-1 0 0,1 1 0 0 0,0-1 0 0 0,0 1 1 0 0,0-1-1 0 0,0 1 0 0 0,0-1 0 0 0,0 1 1 0 0,0-1-1 0 0,0 1 0 0 0,0 0 0 0 0,0-1 1 0 0,0 1-1 0 0,0-1 0 0 0,0 1 0 0 0,0-1 1 0 0,0 1-1 0 0,1-1 0 0 0,-1 0 1 0 0,0 1-1 0 0,0-1 0 0 0,1 1 0 0 0,-1-1 1 0 0,0 1-1 0 0,0-1 0 0 0,1 0 0 0 0,-1 1 1 0 0,1-1-1 0 0,-1 1 0 0 0,0-1 0 0 0,1 0 1 0 0,-1 0-1 0 0,1 1 0 0 0,-1-1 0 0 0,1 0 1 0 0,-1 0-1 0 0,0 1 0 0 0,2-1 1 0 0,3 2 4 0 0,0 0 1 0 0,1-1-1 0 0,-1 0 1 0 0,7 1 0 0 0,-2 0 5 0 0,6 2 65 0 0,0 1-1 0 0,0 1 1 0 0,0 0-1 0 0,17 11 1 0 0,-27-14-50 0 0,0 0-1 0 0,-1 1 1 0 0,1 0 0 0 0,-1 0 0 0 0,0 0 0 0 0,0 1-1 0 0,-1-1 1 0 0,1 1 0 0 0,-1 0 0 0 0,0 1 0 0 0,0-1 0 0 0,-1 1-1 0 0,6 10 1 0 0,-9-14-26 0 0,1 0 0 0 0,0 0 0 0 0,-1 0 0 0 0,1 0 0 0 0,-1 0 0 0 0,1 0 0 0 0,-1 0 0 0 0,0 0 0 0 0,0 0 0 0 0,0 0 0 0 0,0 0 0 0 0,-1 0 0 0 0,1 0 0 0 0,0 0 0 0 0,-1 0 0 0 0,1 0 0 0 0,-1 0 0 0 0,0 0 0 0 0,-1 2 0 0 0,1-2 0 0 0,-1 0 0 0 0,0 0 0 0 0,0 0 0 0 0,0 0 0 0 0,0 0 0 0 0,0 0 0 0 0,0 0 0 0 0,0 0 0 0 0,-1-1 0 0 0,1 0 0 0 0,-1 1 0 0 0,-3 0 0 0 0,-3 2 0 0 0,0-1 0 0 0,-1-1 0 0 0,0 0 0 0 0,0 0 0 0 0,1-1 0 0 0,-18 1 0 0 0,11-3 11 0 0,0 1-1 0 0,0-2 1 0 0,0 0 0 0 0,0-1-1 0 0,0-1 1 0 0,-19-7 0 0 0,35 11-8 0 0,-1 0 0 0 0,1 0 0 0 0,-1 0 0 0 0,1 0 1 0 0,-1 0-1 0 0,1-1 0 0 0,-1 1 0 0 0,1 0 0 0 0,-1-1 0 0 0,1 1 0 0 0,0 0 1 0 0,-1-1-1 0 0,1 1 0 0 0,0 0 0 0 0,-1-1 0 0 0,1 1 0 0 0,0-1 0 0 0,-1 1 1 0 0,1 0-1 0 0,0-1 0 0 0,-1 1 0 0 0,1-1 0 0 0,0 0-18 0 0,0 1 0 0 0,1-1 0 0 0,-1 1 1 0 0,0-1-1 0 0,0 1 0 0 0,0 0 0 0 0,1-1 0 0 0,-1 1 0 0 0,0 0 0 0 0,1-1 0 0 0,-1 1 1 0 0,0 0-1 0 0,1-1 0 0 0,-1 1 0 0 0,0 0 0 0 0,1 0 0 0 0,-1 0 0 0 0,1-1 0 0 0,-1 1 0 0 0,0 0 1 0 0,1 0-1 0 0,-1 0 0 0 0,1 0 0 0 0,-1 0 0 0 0,1-1 0 0 0,9-1-481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11.8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1 149 11519 0 0,'1'-2'148'0'0,"0"1"0"0"0,0-1 0 0 0,0 1 0 0 0,0 0 0 0 0,0-1 0 0 0,0 1 0 0 0,0 0 0 0 0,1 0 0 0 0,-1 0 0 0 0,1 0 0 0 0,-1 0 0 0 0,1 0 0 0 0,-1 0 0 0 0,1 0 0 0 0,-1 1 0 0 0,1-1 0 0 0,0 1 0 0 0,-1-1 0 0 0,1 1 0 0 0,0-1 0 0 0,-1 1 0 0 0,1 0 0 0 0,0 0 0 0 0,0 0 0 0 0,-1 0 0 0 0,1 0 0 0 0,0 1 0 0 0,0-1 0 0 0,2 1 0 0 0,11 1 715 0 0,0 2 1 0 0,0-1-1 0 0,0 2 0 0 0,0 0 0 0 0,0 1 0 0 0,-1 0 0 0 0,22 14 0 0 0,-21-11-726 0 0,-1 1 0 0 0,-1 0 0 0 0,0 1 0 0 0,0 1 0 0 0,-1 0 0 0 0,-1 0 0 0 0,0 1 0 0 0,0 0 0 0 0,-2 1 0 0 0,1 0 0 0 0,10 25 0 0 0,-18-36-131 0 0,-1 1 0 0 0,1 0 0 0 0,-1 0-1 0 0,0 0 1 0 0,0 0 0 0 0,0 0 0 0 0,-1 0-1 0 0,1 0 1 0 0,-1 0 0 0 0,0 0 0 0 0,0 0 0 0 0,-1 0-1 0 0,1 0 1 0 0,-1 0 0 0 0,0 0 0 0 0,0 0-1 0 0,0 0 1 0 0,-3 5 0 0 0,2-5-1 0 0,0 0 1 0 0,-1-1-1 0 0,0 1 1 0 0,1-1-1 0 0,-1 1 1 0 0,-1-1-1 0 0,1 0 1 0 0,0 0-1 0 0,-1 0 1 0 0,1-1-1 0 0,-1 1 1 0 0,0-1-1 0 0,0 0 1 0 0,0 0-1 0 0,0 0 1 0 0,-7 1-1 0 0,2 0 4 0 0,-1 0 0 0 0,0-1 0 0 0,1-1 0 0 0,-1 1 0 0 0,0-2 0 0 0,0 1 0 0 0,1-1 0 0 0,-1-1 0 0 0,0 0 0 0 0,0 0 0 0 0,0-1 0 0 0,1 0 0 0 0,-1-1 0 0 0,1 0 0 0 0,-10-4 0 0 0,17 6-5 0 0,0 0 0 0 0,0 0 0 0 0,0 0 0 0 0,1 0 0 0 0,-1 0 0 0 0,0 0 0 0 0,1-1 0 0 0,-1 1 0 0 0,1-1 0 0 0,-1 1 0 0 0,1-1 0 0 0,0 1 0 0 0,0-1 0 0 0,-1 0 0 0 0,1 0 0 0 0,0 1 0 0 0,1-1 0 0 0,-1 0 0 0 0,0 0 0 0 0,0 0 0 0 0,1 0 0 0 0,-1 0 0 0 0,1 0 0 0 0,0 0 0 0 0,0 0 0 0 0,0 0 0 0 0,0 0 0 0 0,0-1-1 0 0,0 1 1 0 0,1-4 0 0 0,1 1-3 0 0,-1 0 0 0 0,2 0 0 0 0,-1 0 0 0 0,0 1 0 0 0,1-1 0 0 0,0 1 0 0 0,0-1 0 0 0,0 1 0 0 0,1 0 0 0 0,7-7-1 0 0,37-31-44 0 0,-30 27 28 0 0,-1 0 0 0 0,0-1 0 0 0,-1-1-1 0 0,26-34 1 0 0,-38 44 16 0 0,-1 0 0 0 0,0 1 0 0 0,1-1 0 0 0,-2 0 0 0 0,1-1 0 0 0,-1 1 0 0 0,-1 0 0 0 0,1-1 0 0 0,-1 1 0 0 0,0-1 0 0 0,-1 1 0 0 0,0-1 0 0 0,-1-10 0 0 0,1 14 0 0 0,-1-1 0 0 0,0 1 0 0 0,0 0 0 0 0,0 0 0 0 0,0 0 0 0 0,-1 0 0 0 0,1 0 0 0 0,-1 0 0 0 0,0 1 0 0 0,-1-1 0 0 0,1 1 0 0 0,0-1 0 0 0,-1 1 0 0 0,0 0 0 0 0,0 0 0 0 0,0 0 0 0 0,0 0 0 0 0,0 0 0 0 0,-1 1 0 0 0,1-1 0 0 0,-1 1 0 0 0,0 0 0 0 0,0 0 0 0 0,1 0 0 0 0,-6-1 0 0 0,2 2 0 0 0,0-1 0 0 0,0 1-1 0 0,0 1 1 0 0,1-1 0 0 0,-1 1 0 0 0,0 0 0 0 0,0 1-1 0 0,0-1 1 0 0,0 1 0 0 0,0 1 0 0 0,-10 3-1 0 0,12-4-51 0 0,0 1 0 0 0,-1 0 0 0 0,1 0 0 0 0,0 1 0 0 0,0-1-1 0 0,1 1 1 0 0,-1 0 0 0 0,0 1 0 0 0,1-1 0 0 0,0 1 0 0 0,0 0-1 0 0,0 0 1 0 0,0 0 0 0 0,-5 9 0 0 0,3 2-1344 0 0,3 0-4129 0 0,2-1-1857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12.3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29 7831 0 0,'-1'-2'275'0'0,"2"-14"160"0"0,-1 15-409 0 0,0 1-1 0 0,0 0 1 0 0,0-1-1 0 0,0 1 1 0 0,0-1 0 0 0,0 1-1 0 0,0-1 1 0 0,0 1-1 0 0,0 0 1 0 0,0-1-1 0 0,0 1 1 0 0,0-1-1 0 0,0 1 1 0 0,1-1-1 0 0,-1 1 1 0 0,0 0-1 0 0,0-1 1 0 0,1 1-1 0 0,-1 0 1 0 0,0-1-1 0 0,0 1 1 0 0,1 0-1 0 0,-1-1 1 0 0,0 1-1 0 0,1-1 1 0 0,14 13 3068 0 0,25 21 1055 0 0,-28-23-3077 0 0,1 0 0 0 0,24 15-1 0 0,-23-17-845 0 0,2 0 0 0 0,-1-1 0 0 0,1 0 0 0 0,0-2 0 0 0,0 0 0 0 0,1 0 0 0 0,-1-2 0 0 0,1 0-1 0 0,0-1 1 0 0,0 0 0 0 0,0-2 0 0 0,0 0 0 0 0,0-1 0 0 0,0 0 0 0 0,31-8 0 0 0,-30 4-151 0 0,-1 0 1 0 0,-1-2-1 0 0,25-11 1 0 0,-35 15-61 0 0,0-1 0 0 0,0 0 0 0 0,0 0 1 0 0,0 0-1 0 0,-1 0 0 0 0,0-1 0 0 0,0 0 0 0 0,0 0 0 0 0,0-1 1 0 0,-1 1-1 0 0,7-11 0 0 0,-9 7 32 0 0,-5 7 36 0 0,2 2-76 0 0,0 0 0 0 0,1 0 0 0 0,-1 1-1 0 0,0-1 1 0 0,0 0 0 0 0,1 1 0 0 0,-1-1-1 0 0,0 1 1 0 0,0-1 0 0 0,1 1 0 0 0,-1-1-1 0 0,0 1 1 0 0,1-1 0 0 0,-1 1 0 0 0,1 0-1 0 0,-1 0 1 0 0,-3 5 4 0 0,0 1-1 0 0,0-1 0 0 0,1 1 1 0 0,0 0-1 0 0,1 0 1 0 0,0 0-1 0 0,0 0 1 0 0,0 0-1 0 0,1 0 0 0 0,-1 13 1 0 0,1 5 54 0 0,4 44 0 0 0,33 196 315 0 0,-3-39 131 0 0,-19-109-198 0 0,8 91 670 0 0,-22-202-949 0 0,0-1 0 0 0,0 1 0 0 0,0-1 0 0 0,-1 1 0 0 0,0-1 0 0 0,0 1 0 0 0,-2 7 1 0 0,2-11-9 0 0,0 0 1 0 0,0 0-1 0 0,0 0 1 0 0,0 0 0 0 0,-1 0-1 0 0,1 0 1 0 0,0 0 0 0 0,-1-1-1 0 0,0 1 1 0 0,1 0 0 0 0,-1-1-1 0 0,0 1 1 0 0,0-1 0 0 0,0 0-1 0 0,0 1 1 0 0,0-1 0 0 0,0 0-1 0 0,0 0 1 0 0,0-1-1 0 0,-4 2 1 0 0,-14 3 165 0 0,-1-1 0 0 0,0 0-1 0 0,-22 0 1 0 0,-66-2 262 0 0,86-2-370 0 0,-39-1-138 0 0,19 0-855 0 0,0 1 1 0 0,-60 9-1 0 0,70-2-8376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25.1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125 278 4607 0 0,'0'-2'156'0'0,"0"-1"-1"0"0,0 0 1 0 0,0 1-1 0 0,0-1 0 0 0,-1 1 1 0 0,1-1-1 0 0,-1 1 1 0 0,1-1-1 0 0,-1 1 0 0 0,0 0 1 0 0,-1-3-1 0 0,-15-29 2659 0 0,14 27-2321 0 0,-26-31 8110 0 0,47 52-7666 0 0,-9-7-666 0 0,0 0 1 0 0,15 15 0 0 0,-6-1-224 0 0,-2 0-1 0 0,0 0 1 0 0,-1 1 0 0 0,-1 1 0 0 0,10 25 0 0 0,50 132 136 0 0,-71-171-177 0 0,27 73 41 0 0,-25-71-17 0 0,0 1 1 0 0,1-1 0 0 0,1-1-1 0 0,13 19 1 0 0,-19-28-30 0 0,-1-1 1 0 0,1 1 0 0 0,-1 0-1 0 0,1 0 1 0 0,0-1 0 0 0,0 1-1 0 0,-1 0 1 0 0,1-1 0 0 0,0 1-1 0 0,0-1 1 0 0,0 1 0 0 0,-1-1-1 0 0,1 1 1 0 0,0-1-1 0 0,0 0 1 0 0,0 1 0 0 0,0-1-1 0 0,0 0 1 0 0,0 0 0 0 0,0 0-1 0 0,0 1 1 0 0,1-1 0 0 0,-1-1-1 0 0,0 1 1 0 0,0-1 0 0 0,0 1-1 0 0,0-1 1 0 0,0 1 0 0 0,0-1-1 0 0,0 1 1 0 0,-1-1 0 0 0,1 0-1 0 0,0 0 1 0 0,0 1-1 0 0,-1-1 1 0 0,1 0 0 0 0,0 0-1 0 0,-1 0 1 0 0,1 0 0 0 0,0-1-1 0 0,2-4 15 0 0,-1-1 0 0 0,1 0-1 0 0,-1 0 1 0 0,1-10 0 0 0,14-110 567 0 0,0 2-244 0 0,3 29-221 0 0,-9 52-98 0 0,-2-1-1 0 0,-2-1 1 0 0,1-50-1 0 0,-7 89-14 0 0,-2-1-1 0 0,1 0 1 0 0,-1 1-1 0 0,0-1 0 0 0,-1 1 1 0 0,-3-10-1 0 0,5 15 3 0 0,-1 1 0 0 0,1-1 0 0 0,-1 0 0 0 0,0 1 0 0 0,0-1 0 0 0,0 1 0 0 0,0-1 0 0 0,0 1-1 0 0,0 0 1 0 0,0-1 0 0 0,0 1 0 0 0,-1 0 0 0 0,1 0 0 0 0,-1 0 0 0 0,1 0 0 0 0,0 0 0 0 0,-1 0-1 0 0,0 0 1 0 0,1 0 0 0 0,-1 1 0 0 0,1-1 0 0 0,-1 1 0 0 0,0-1 0 0 0,0 1 0 0 0,1 0 0 0 0,-1-1-1 0 0,0 1 1 0 0,0 0 0 0 0,1 0 0 0 0,-1 0 0 0 0,0 0 0 0 0,-2 1 0 0 0,-15 4 41 0 0,0 0 1 0 0,0 2-1 0 0,0 0 1 0 0,-31 17 0 0 0,2-1-5 0 0,-173 64-45 0 0,212-84-10 0 0,-28 12 32 0 0,36-15-29 0 0,-1 1 0 0 0,1 0 0 0 0,-1 0 1 0 0,1 0-1 0 0,0-1 0 0 0,-1 1 0 0 0,1 0 0 0 0,0 1 1 0 0,0-1-1 0 0,0 0 0 0 0,0 0 0 0 0,0 0 0 0 0,0 1 1 0 0,0-1-1 0 0,0 0 0 0 0,0 1 0 0 0,0-1 1 0 0,0 4-1 0 0,1-4-74 0 0,0 0 0 0 0,0-1 0 0 0,0 1 0 0 0,0 0 0 0 0,0 0 0 0 0,1-1 0 0 0,-1 1 0 0 0,0 0 0 0 0,0 0 0 0 0,1-1 0 0 0,-1 1 0 0 0,1 0 0 0 0,-1-1 0 0 0,1 1 0 0 0,-1 0 0 0 0,1-1 0 0 0,-1 1 0 0 0,1-1 1 0 0,-1 1-1 0 0,1 0 0 0 0,0-1 0 0 0,-1 0 0 0 0,1 1 0 0 0,0-1 0 0 0,-1 1 0 0 0,1-1 0 0 0,0 0 0 0 0,1 1 0 0 0,12 5-822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25.4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0 399 10135 0 0,'3'-3'67'0'0,"-1"1"-1"0"0,1-1 1 0 0,-1 1-1 0 0,1 0 0 0 0,0 0 1 0 0,0 0-1 0 0,0 0 1 0 0,0 0-1 0 0,3-1 0 0 0,5-3 74 0 0,38-23 2585 0 0,-23 15-1093 0 0,-1-2 1 0 0,36-28-1 0 0,-55 39-1444 0 0,0-1 0 0 0,0 0 1 0 0,-1 0-1 0 0,0 0 0 0 0,0 0 0 0 0,0-1 0 0 0,-1 0 0 0 0,0 0 0 0 0,0 0 1 0 0,0 0-1 0 0,-1-1 0 0 0,-1 1 0 0 0,1-1 0 0 0,1-8 0 0 0,-3 8-114 0 0,-1 1 1 0 0,0 0-1 0 0,0-1 0 0 0,-1 1 0 0 0,0 0 1 0 0,0-1-1 0 0,0 1 0 0 0,-1 0 0 0 0,0 0 1 0 0,-4-7-1 0 0,4 9-54 0 0,0 0-1 0 0,0 1 1 0 0,0-1-1 0 0,-1 1 1 0 0,0-1 0 0 0,0 1-1 0 0,0 0 1 0 0,0 0-1 0 0,0 1 1 0 0,-1-1 0 0 0,0 1-1 0 0,0 0 1 0 0,0 0 0 0 0,0 0-1 0 0,-7-4 1 0 0,9 6-15 0 0,0 0-1 0 0,-1 1 1 0 0,1-1 0 0 0,-1 0 0 0 0,1 1-1 0 0,-1-1 1 0 0,1 1 0 0 0,-1 0 0 0 0,1 0-1 0 0,-1 0 1 0 0,1 0 0 0 0,-1 1 0 0 0,1-1 0 0 0,-1 0-1 0 0,1 1 1 0 0,0 0 0 0 0,-1 0 0 0 0,1-1-1 0 0,0 1 1 0 0,-1 1 0 0 0,1-1 0 0 0,0 0-1 0 0,0 0 1 0 0,0 1 0 0 0,0 0 0 0 0,0-1-1 0 0,0 1 1 0 0,1 0 0 0 0,-1 0 0 0 0,0 0-1 0 0,1 0 1 0 0,-2 3 0 0 0,-2 3 6 0 0,0 0-1 0 0,1 1 1 0 0,1-1 0 0 0,-1 1-1 0 0,1 0 1 0 0,1 0 0 0 0,-3 14-1 0 0,2 5-6 0 0,1-1 0 0 0,1 1-1 0 0,1 0 1 0 0,2 0-1 0 0,7 44 1 0 0,4-11 75 0 0,29 85-1 0 0,63 173-158 0 0,-98-298-403 0 0,0-1 0 0 0,2 0 0 0 0,15 29 0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25.6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7 162 5983 0 0,'-1'-2'59'0'0,"0"-1"0"0"0,0 1 0 0 0,0 0 0 0 0,1-1-1 0 0,-1 1 1 0 0,0-1 0 0 0,1 1 0 0 0,-1-3 0 0 0,2 3 1 0 0,-1 1 1 0 0,0 0-1 0 0,0 0 1 0 0,1 0-1 0 0,-1 0 1 0 0,1 0-1 0 0,-1 0 1 0 0,1 0-1 0 0,-1 0 1 0 0,1 0 0 0 0,0 0-1 0 0,0 0 1 0 0,-1 0-1 0 0,1 0 1 0 0,0 0-1 0 0,0 0 1 0 0,0 1-1 0 0,0-1 1 0 0,2-1-1 0 0,13-8 1229 0 0,0 0-1 0 0,1 1 1 0 0,1 1 0 0 0,-1 0-1 0 0,32-8 1 0 0,-4 4 654 0 0,55-5 0 0 0,30-6-2511 0 0,-110 19-6126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25.9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177 27 10591 0 0,'-2'-2'99'0'0,"0"-1"68"0"0,-1 0 0 0 0,1 0 1 0 0,-1 0-1 0 0,-5-5 0 0 0,7 8-149 0 0,1-1 1 0 0,-1 0-1 0 0,0 1 0 0 0,0 0 0 0 0,0-1 1 0 0,1 1-1 0 0,-1-1 0 0 0,0 1 0 0 0,0 0 1 0 0,0 0-1 0 0,0-1 0 0 0,0 1 0 0 0,0 0 0 0 0,0 0 1 0 0,1 0-1 0 0,-1 0 0 0 0,0 0 0 0 0,0 0 1 0 0,0 0-1 0 0,0 0 0 0 0,0 1 0 0 0,0-1 1 0 0,0 0-1 0 0,1 1 0 0 0,-1-1 0 0 0,0 0 0 0 0,-1 1 1 0 0,-7 5 365 0 0,0 1 1 0 0,1 0 0 0 0,-1 0 0 0 0,1 0 0 0 0,1 1-1 0 0,0 0 1 0 0,0 0 0 0 0,0 1 0 0 0,1 0 0 0 0,1 0-1 0 0,-1 1 1 0 0,2 0 0 0 0,-5 10 0 0 0,2 1 237 0 0,1 0 0 0 0,1 0 1 0 0,1 1-1 0 0,1-1 0 0 0,-1 35 1 0 0,2 0-194 0 0,3 0 0 0 0,1 0 0 0 0,4 0 0 0 0,15 71 0 0 0,-19-119-404 0 0,1 1 0 0 0,0-1 0 0 0,0 0 1 0 0,1 0-1 0 0,0 0 0 0 0,0 0 0 0 0,1 0 0 0 0,0-1 0 0 0,0 0 0 0 0,0 0 0 0 0,1 0 0 0 0,8 6 0 0 0,-7-7-1361 0 0,0-1-1 0 0,0 0 0 0 0,1 0 1 0 0,10 4-1 0 0,-3-2-5946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26.5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57 203 6911 0 0,'-4'-3'184'0'0,"-6"-7"0"0"0,-16-22 0 0 0,24 30 70 0 0,0 0 1 0 0,0-1 0 0 0,1 1 0 0 0,-1-1-1 0 0,1 0 1 0 0,0 1 0 0 0,0-1-1 0 0,0 0 1 0 0,0 0 0 0 0,0 0-1 0 0,1 1 1 0 0,-1-1 0 0 0,1 0 0 0 0,0 0-1 0 0,0-6 1 0 0,1 8-60 0 0,-1-1 0 0 0,1 0-1 0 0,0 1 1 0 0,0-1 0 0 0,0 1 0 0 0,0-1 0 0 0,0 1-1 0 0,0-1 1 0 0,0 1 0 0 0,0 0 0 0 0,1-1 0 0 0,-1 1-1 0 0,0 0 1 0 0,1 0 0 0 0,-1 0 0 0 0,1 0 0 0 0,-1 0-1 0 0,1 0 1 0 0,0 0 0 0 0,-1 1 0 0 0,1-1 0 0 0,2 0-1 0 0,6-2 423 0 0,0 1 1 0 0,17-3-1 0 0,-21 4-377 0 0,0 0-103 0 0,0 1-1 0 0,0-1 1 0 0,0 1-1 0 0,0 0 1 0 0,-1 1 0 0 0,1-1-1 0 0,0 1 1 0 0,0 0 0 0 0,0 1-1 0 0,-1-1 1 0 0,1 1 0 0 0,6 3-1 0 0,-8-3-37 0 0,0 0-1 0 0,-1 1 0 0 0,1 0 1 0 0,-1-1-1 0 0,1 1 1 0 0,-1 0-1 0 0,0 1 0 0 0,0-1 1 0 0,0 0-1 0 0,-1 1 1 0 0,1 0-1 0 0,-1 0 1 0 0,0 0-1 0 0,0 0 0 0 0,0 0 1 0 0,2 7-1 0 0,-1 1-48 0 0,-1 0 1 0 0,0 1-1 0 0,0-1 0 0 0,-1 1 0 0 0,-1 0 0 0 0,0-1 0 0 0,-1 1 1 0 0,0-1-1 0 0,-1 1 0 0 0,0-1 0 0 0,-1 0 0 0 0,-1 1 1 0 0,0-1-1 0 0,0-1 0 0 0,-1 1 0 0 0,-1-1 0 0 0,0 0 0 0 0,0 0 1 0 0,-1 0-1 0 0,0-1 0 0 0,-15 15 0 0 0,9-13-50 0 0,12-12-1 0 0,1 1-1 0 0,-1-1 1 0 0,1 1-1 0 0,-1-1 1 0 0,1 0-1 0 0,-1 1 1 0 0,1-1 0 0 0,-1 1-1 0 0,1-1 1 0 0,-1 0-1 0 0,1 0 1 0 0,-1 1-1 0 0,0-1 1 0 0,1 0-1 0 0,-1 0 1 0 0,1 0-1 0 0,-1 0 1 0 0,0 1 0 0 0,1-1-1 0 0,-1 0 1 0 0,-1 0-1 0 0,3-2 2 0 0,-1 0 0 0 0,0 0 0 0 0,0 0 0 0 0,1 0 0 0 0,-1 0 0 0 0,1 0 0 0 0,0 1 0 0 0,-1-1 0 0 0,1 0 0 0 0,0 0 0 0 0,0 1 0 0 0,2-3 0 0 0,-2 2 0 0 0,93-172 32 0 0,-78 138-21 0 0,0-1-1 0 0,19-76 1 0 0,-33 105-29 0 0,-1-1 0 0 0,0 0 0 0 0,0-11 0 0 0,-1 20 18 0 0,0 0 0 0 0,0 0 0 0 0,0 0 0 0 0,0 0 0 0 0,0 0 0 0 0,0-1 0 0 0,0 1 0 0 0,0 0 0 0 0,0 0 0 0 0,0 0 0 0 0,0 0 0 0 0,0 0 0 0 0,0 0 0 0 0,0 0 0 0 0,0 0 0 0 0,0-1 0 0 0,0 1 0 0 0,0 0 0 0 0,0 0 0 0 0,0 0 0 0 0,0 0 0 0 0,0 0 0 0 0,0 0 0 0 0,0 0 0 0 0,0 0 0 0 0,0 0 0 0 0,0 0 0 0 0,0-1 0 0 0,0 1 0 0 0,0 0 0 0 0,0 0 0 0 0,0 0 0 0 0,0 0 0 0 0,0 0 0 0 0,0 0 0 0 0,-1 0 0 0 0,1 0 0 0 0,0 0 0 0 0,0 0 0 0 0,0 0 0 0 0,0 0 0 0 0,0 0 0 0 0,0 0 0 0 0,0 0 0 0 0,0 0 0 0 0,0 0 0 0 0,0 0 0 0 0,-1 0 0 0 0,1 0 0 0 0,0 0 0 0 0,0 0 0 0 0,0 0 0 0 0,-5 5 0 0 0,-4 9 0 0 0,-3 16 97 0 0,0 1 1 0 0,-13 59-1 0 0,-1 67 227 0 0,24-139-279 0 0,0-1 1 0 0,1 1-1 0 0,1-1 0 0 0,1 1 1 0 0,4 21-1 0 0,-4-34-30 0 0,0-1 0 0 0,0 1 0 0 0,1 0 1 0 0,0-1-1 0 0,0 1 0 0 0,0-1 0 0 0,1 1 0 0 0,-1-1 0 0 0,1 0 0 0 0,3 4 0 0 0,-3-5-10 0 0,0-1-1 0 0,-1 1 1 0 0,1-1 0 0 0,0 0-1 0 0,0 0 1 0 0,1 0 0 0 0,-1-1-1 0 0,0 1 1 0 0,1-1-1 0 0,-1 1 1 0 0,1-1 0 0 0,-1 0-1 0 0,1-1 1 0 0,-1 1 0 0 0,6 0-1 0 0,-1-1-100 0 0,0 1 0 0 0,1-2 0 0 0,-1 1-1 0 0,0-1 1 0 0,1 0 0 0 0,15-5 0 0 0,-10 1-679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26.6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82 10591 0 0,'0'0'27'0'0,"-1"0"0"0"0,1 0 0 0 0,0 0 0 0 0,0 0 0 0 0,0 0 0 0 0,-1 0 0 0 0,1-1 0 0 0,0 1 0 0 0,0 0 0 0 0,0 0 0 0 0,-1 0 0 0 0,1 0 0 0 0,0-1 0 0 0,0 1 0 0 0,0 0 0 0 0,0 0 0 0 0,-1 0 0 0 0,1-1 0 0 0,0 1 0 0 0,0 0 0 0 0,0 0 0 0 0,0 0 0 0 0,0-1 0 0 0,0 1 0 0 0,0 0 0 0 0,0 0 0 0 0,0-1-1 0 0,0 1 1 0 0,0 0 0 0 0,0 0 0 0 0,0-1 0 0 0,0 1 0 0 0,0 0 0 0 0,0 0 0 0 0,0 0 0 0 0,0-1 0 0 0,0 1 0 0 0,10-5 492 0 0,21 0-6 0 0,-27 5-354 0 0,263-37 5755 0 0,-154 17-10829 0 0,-75 12-1004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26.9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187 5 10591 0 0,'-1'0'12'0'0,"1"0"0"0"0,-1-1 0 0 0,1 1-1 0 0,0-1 1 0 0,-1 1 0 0 0,1 0 0 0 0,-1 0 0 0 0,1-1-1 0 0,-1 1 1 0 0,1 0 0 0 0,-1 0 0 0 0,1-1 0 0 0,-1 1-1 0 0,1 0 1 0 0,-1 0 0 0 0,1 0 0 0 0,-1 0-1 0 0,1 0 1 0 0,-1 0 0 0 0,0 0 0 0 0,1 0 0 0 0,-1 0-1 0 0,1 0 1 0 0,-1 0 0 0 0,1 0 0 0 0,-1 0-1 0 0,1 0 1 0 0,-1 1 0 0 0,1-1 0 0 0,-1 0 0 0 0,1 0-1 0 0,-1 1 1 0 0,1-1 0 0 0,-1 0 0 0 0,1 1 0 0 0,-1-1-1 0 0,1 0 1 0 0,0 1 0 0 0,-1-1 0 0 0,1 1-1 0 0,0-1 1 0 0,-1 1 0 0 0,-4 3 136 0 0,-3 3 613 0 0,0 0 0 0 0,0 1 0 0 0,1-1 0 0 0,0 2 0 0 0,0-1 0 0 0,1 1 0 0 0,-6 9 1 0 0,-1 7 905 0 0,-16 38 1 0 0,16-32-1071 0 0,-20 59 539 0 0,30-82-1097 0 0,1 0 0 0 0,1 0-1 0 0,-1 1 1 0 0,1-1 0 0 0,1 0 0 0 0,0 0 0 0 0,0 1-1 0 0,0-1 1 0 0,2 9 0 0 0,-1-14-37 0 0,0 0-1 0 0,0 0 1 0 0,0 0-1 0 0,0-1 1 0 0,0 1-1 0 0,1 0 1 0 0,-1-1-1 0 0,1 1 1 0 0,-1-1-1 0 0,1 1 1 0 0,0-1-1 0 0,0 0 1 0 0,0 0-1 0 0,1 0 1 0 0,2 2-1 0 0,-1-1-243 0 0,0-1-1 0 0,0 1 1 0 0,0-1-1 0 0,1 0 1 0 0,-1-1-1 0 0,1 1 1 0 0,-1-1-1 0 0,9 1 1 0 0,9 2-7184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27.1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7 229 7367 0 0,'-2'-7'263'0'0,"2"5"-164"0"0,-1 0-1 0 0,0 0 0 0 0,0-1 1 0 0,1 1-1 0 0,-1 0 0 0 0,1-1 1 0 0,0 1-1 0 0,0-1 0 0 0,0 1 0 0 0,0 0 1 0 0,0-1-1 0 0,0 1 0 0 0,1-1 1 0 0,-1 1-1 0 0,2-3 0 0 0,12-31 1940 0 0,17-39 3088 0 0,-27 65-4348 0 0,2 1 0 0 0,-1-1 0 0 0,1 2 0 0 0,1-1 0 0 0,10-11 0 0 0,-17 19-749 0 0,0 1-1 0 0,0 0 1 0 0,1 0-1 0 0,-1-1 1 0 0,0 1-1 0 0,0 0 1 0 0,0 0-1 0 0,1-1 1 0 0,-1 1-1 0 0,0 0 1 0 0,0 0-1 0 0,1 0 0 0 0,-1-1 1 0 0,0 1-1 0 0,0 0 1 0 0,1 0-1 0 0,-1 0 1 0 0,0 0-1 0 0,1 0 1 0 0,-1 0-1 0 0,0 0 1 0 0,1-1-1 0 0,-1 1 1 0 0,0 0-1 0 0,1 0 1 0 0,-1 0-1 0 0,0 0 1 0 0,0 0-1 0 0,1 1 1 0 0,-1-1-1 0 0,0 0 1 0 0,1 0-1 0 0,-1 0 1 0 0,1 0-1 0 0,2 11 352 0 0,-6 19-243 0 0,3-29-106 0 0,-5 35 150 0 0,0-7-52 0 0,-2 39 0 0 0,7-60-128 0 0,0 1 0 0 0,1-1 0 0 0,0 1 0 0 0,0-1 0 0 0,1 0 0 0 0,0 1 0 0 0,0-1 0 0 0,1 0 0 0 0,4 9-1 0 0,-7-16-125 0 0,1 0 0 0 0,0 1 0 0 0,-1-1 0 0 0,1 0 0 0 0,0 0-1 0 0,0 0 1 0 0,0 0 0 0 0,0 0 0 0 0,0 0 0 0 0,0 0 0 0 0,0 0 0 0 0,0 0-1 0 0,1 0 1 0 0,-1-1 0 0 0,2 2 0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27.3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37 3223 0 0,'6'-4'173'0'0,"-1"1"0"0"0,1 0 0 0 0,0 0 0 0 0,-1 1 0 0 0,2-1 0 0 0,-1 1 0 0 0,0 1-1 0 0,0-1 1 0 0,8 0 0 0 0,-3 0 233 0 0,4-1 401 0 0,0 0 0 0 0,0 1 0 0 0,0 1 0 0 0,0 1 0 0 0,26 2 0 0 0,-34-2-374 0 0,-1 1 1 0 0,0 1 0 0 0,0-1 0 0 0,1 1-1 0 0,-1 0 1 0 0,0 0 0 0 0,-1 1-1 0 0,1-1 1 0 0,0 2 0 0 0,-1-1-1 0 0,1 0 1 0 0,-1 1 0 0 0,0 0-1 0 0,0 0 1 0 0,-1 1 0 0 0,6 6 0 0 0,-7-8-206 0 0,-1 0 1 0 0,0 0-1 0 0,0 1 1 0 0,0-1-1 0 0,-1 1 1 0 0,1 0-1 0 0,-1-1 1 0 0,0 1 0 0 0,0 0-1 0 0,0 0 1 0 0,-1-1-1 0 0,1 1 1 0 0,-1 5-1 0 0,0-4-32 0 0,0 1 0 0 0,-1 0 0 0 0,0 0-1 0 0,0 0 1 0 0,-1 0 0 0 0,0-1 0 0 0,-4 12 0 0 0,0-6-99 0 0,0 0 0 0 0,-1 0 0 0 0,-1-1 1 0 0,1 0-1 0 0,-2 0 0 0 0,1 0 0 0 0,-14 10 0 0 0,4-5-55 0 0,-23 15-1 0 0,40-29-131 0 0,1-1-1 0 0,-1 1 1 0 0,1-1-1 0 0,-1 0 1 0 0,0 1-1 0 0,1-1 1 0 0,-1 0 0 0 0,0 0-1 0 0,1 1 1 0 0,-1-1-1 0 0,0 0 1 0 0,1 0-1 0 0,-1 0 1 0 0,0 0 0 0 0,0 0-1 0 0,1 0 1 0 0,-2 0-1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27.8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17 919 0 0,'2'-2'503'0'0,"-1"1"0"0"0,1-1 0 0 0,0 1 0 0 0,0 0 0 0 0,-1-1 0 0 0,1 1-1 0 0,0 0 1 0 0,0 0 0 0 0,0 0 0 0 0,0 1 0 0 0,0-1 0 0 0,0 0-1 0 0,1 1 1 0 0,-1-1 0 0 0,0 1 0 0 0,0 0 0 0 0,4 0 0 0 0,-2 0 9 0 0,-1 0 1 0 0,1 1-1 0 0,-1 0 1 0 0,1 0-1 0 0,-1 0 1 0 0,0 0 0 0 0,0 1-1 0 0,1-1 1 0 0,-1 1-1 0 0,3 2 1 0 0,5 5 448 0 0,0 0 0 0 0,-1 0 0 0 0,0 1 0 0 0,12 15 0 0 0,13 17 528 0 0,51 80 1 0 0,-73-99-1392 0 0,0 1 0 0 0,-2 1 0 0 0,0 0 0 0 0,-2 0 0 0 0,10 42-1 0 0,-12-27-61 0 0,-1 1 0 0 0,-3 0 0 0 0,-1 0 0 0 0,-2 0 0 0 0,-2 0 0 0 0,-2 0 0 0 0,-1 0 0 0 0,-2-1 0 0 0,-2 0 0 0 0,-2 0-1 0 0,-2-1 1 0 0,-1 0 0 0 0,-2-1 0 0 0,-36 64 0 0 0,30-68-833 0 0,-29 36 0 0 0,33-49-936 0 0,0-1 0 0 0,-34 29 0 0 0,43-42-5898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28.3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76 51 14279 0 0,'-1'0'0'0'0,"-8"-8"726"0"0,9 8-702 0 0,0 0-1 0 0,0-1 1 0 0,-1 1-1 0 0,1 0 1 0 0,0-1-1 0 0,0 1 1 0 0,0 0-1 0 0,0-1 1 0 0,0 1 0 0 0,0 0-1 0 0,0 0 1 0 0,1-1-1 0 0,-1 1 1 0 0,0 0-1 0 0,0-1 1 0 0,0 1-1 0 0,0 0 1 0 0,0 0 0 0 0,0-1-1 0 0,1 1 1 0 0,-1 0-1 0 0,0-1 1 0 0,0 1-1 0 0,0 0 1 0 0,1 0-1 0 0,-1 0 1 0 0,0-1 0 0 0,0 1-1 0 0,0 0 1 0 0,1 0-1 0 0,-1 0 1 0 0,0 0-1 0 0,1-1 1 0 0,-1 1-24 0 0,0 0 1 0 0,0 0-1 0 0,0 0 1 0 0,0 0-1 0 0,0 0 1 0 0,0 0-1 0 0,1 0 0 0 0,-1 0 1 0 0,0-1-1 0 0,0 1 1 0 0,0 0-1 0 0,0 0 1 0 0,0 0-1 0 0,0 0 1 0 0,0 0-1 0 0,0 0 1 0 0,0 0-1 0 0,0-1 0 0 0,0 1 1 0 0,0 0-1 0 0,0 0 1 0 0,0 0-1 0 0,0 0 1 0 0,0 0-1 0 0,0 0 1 0 0,0 0-1 0 0,0-1 0 0 0,0 1 1 0 0,0 0-1 0 0,0 0 1 0 0,0 0-1 0 0,0 0 1 0 0,0 0-1 0 0,0 0 1 0 0,0 0-1 0 0,-1 0 0 0 0,1-1 1 0 0,0 1-1 0 0,0 0 1 0 0,0 0-1 0 0,0 0 1 0 0,0 0-1 0 0,0 0 1 0 0,0 0-1 0 0,0 0 0 0 0,0 0 1 0 0,-1 0-1 0 0,1 0 1 0 0,0 0-1 0 0,0 0 1 0 0,0 0-1 0 0,0 0 1 0 0,0 0-1 0 0,0 0 0 0 0,0 0 1 0 0,0 0-1 0 0,-1 0 1 0 0,1 0-1 0 0,0 0-12 0 0,0-1 0 0 0,-1 1 0 0 0,1 0 0 0 0,0 0 0 0 0,0 0 0 0 0,-1 0 0 0 0,1 0 1 0 0,0 0-1 0 0,0 0 0 0 0,0-1 0 0 0,-1 1 0 0 0,1 0 0 0 0,0 0 0 0 0,0 0 0 0 0,0-1 0 0 0,-1 1 0 0 0,1 0 0 0 0,0 0 0 0 0,0 0 0 0 0,0-1 0 0 0,0 1 0 0 0,0 0 0 0 0,0 0 0 0 0,0-1 0 0 0,-1 1 0 0 0,1 0 0 0 0,0 0 0 0 0,0-1 0 0 0,0 1 0 0 0,0 0 0 0 0,0 0 1 0 0,0-1-1 0 0,0 1 0 0 0,0 0 0 0 0,0 0 0 0 0,0-1 0 0 0,1 1 0 0 0,-1 0 0 0 0,0-1 0 0 0,0 1 0 0 0,0 0 0 0 0,0-1 0 0 0,2 0 287 0 0,-1-1 0 0 0,1 0 0 0 0,0 1 0 0 0,0-1 0 0 0,-1 1 0 0 0,1 0 0 0 0,0-1 1 0 0,0 1-1 0 0,0 0 0 0 0,0 0 0 0 0,1 0 0 0 0,-1 1 0 0 0,0-1 0 0 0,0 0 0 0 0,1 1 0 0 0,-1-1 0 0 0,0 1 0 0 0,0 0 0 0 0,1 0 0 0 0,-1 0 0 0 0,4 1 1 0 0,9-1 191 0 0,-1 2 0 0 0,19 4 1 0 0,-22-4-361 0 0,35 10-11 0 0,-46-12-111 0 0,1 0 1 0 0,-1 1-1 0 0,1-1 0 0 0,-1 0 0 0 0,0 0 1 0 0,1 0-1 0 0,-1 0 0 0 0,1 1 0 0 0,-1-1 1 0 0,1 0-1 0 0,-1 0 0 0 0,1 1 0 0 0,-1-1 1 0 0,0 0-1 0 0,1 1 0 0 0,-1-1 0 0 0,0 1 1 0 0,1-1-1 0 0,-1 0 0 0 0,0 1 0 0 0,0-1 1 0 0,1 1-1 0 0,-1-1 0 0 0,0 1 0 0 0,0-1 1 0 0,0 0-1 0 0,1 1 0 0 0,-1-1 0 0 0,0 1 1 0 0,0 0-1 0 0,0 1-69 0 0,-1-1-1 0 0,1 0 1 0 0,0 0-1 0 0,-1 0 1 0 0,1 0 0 0 0,-1 0-1 0 0,0 0 1 0 0,1 0 0 0 0,-1 0-1 0 0,0 0 1 0 0,1 0 0 0 0,-3 1-1 0 0,-2 2-530 0 0,0 1-1 0 0,0-1 1 0 0,-8 5-1 0 0,-11 3-4481 0 0,-47 18-1 0 0,-3 1 216 0 0,50-17 4325 0 0,23-13 650 0 0,0-1-1 0 0,1 0 1 0 0,-1 1 0 0 0,0-1-1 0 0,1 1 1 0 0,-1-1-1 0 0,0 1 1 0 0,1-1-1 0 0,-1 1 1 0 0,1 0 0 0 0,-1-1-1 0 0,1 1 1 0 0,-1 0-1 0 0,1-1 1 0 0,0 1 0 0 0,-1 0-1 0 0,1 0 1 0 0,0 0-1 0 0,-1-1 1 0 0,1 1-1 0 0,0 0 1 0 0,0 0 0 0 0,0 0-1 0 0,0-1 1 0 0,0 1-1 0 0,0 0 1 0 0,0 0-1 0 0,0 1 1 0 0,1-1 273 0 0,0 0-1 0 0,0 0 1 0 0,0 0-1 0 0,0 0 1 0 0,1 0-1 0 0,-1 0 1 0 0,0 0-1 0 0,0 0 1 0 0,1 0-1 0 0,-1-1 1 0 0,0 1-1 0 0,1 0 1 0 0,-1-1-1 0 0,1 0 1 0 0,-1 1-1 0 0,3-1 1 0 0,23 4 3349 0 0,-13-3-2240 0 0,-1-1 0 0 0,21-3 0 0 0,56-15 946 0 0,-47 8-2090 0 0,-32 9-1230 0 0,0 0-4547 0 0,-2 1-1758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29.0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411 283 8751 0 0,'0'-7'143'0'0,"1"-8"296"0"0,6-30 1 0 0,-5 37-82 0 0,0-1 0 0 0,-1 1 0 0 0,0-1 1 0 0,-1 0-1 0 0,1 1 0 0 0,-2-1 1 0 0,1 0-1 0 0,-1 1 0 0 0,-1-1 0 0 0,1 1 1 0 0,-2-1-1 0 0,-4-13 0 0 0,4 16-100 0 0,1 1 1 0 0,-1 0-1 0 0,0-1 1 0 0,-1 1-1 0 0,1 0 0 0 0,-1 0 1 0 0,0 1-1 0 0,0-1 0 0 0,-1 1 1 0 0,1 0-1 0 0,-1 0 1 0 0,0 1-1 0 0,0-1 0 0 0,0 1 1 0 0,-1 0-1 0 0,1 0 0 0 0,-1 1 1 0 0,-9-3-1 0 0,4 2-18 0 0,0 1 0 0 0,-1 0 0 0 0,1 1 0 0 0,-1 0 0 0 0,1 1 0 0 0,-1 0 0 0 0,-19 3 0 0 0,17 0-113 0 0,1 0-1 0 0,-1 0 1 0 0,0 1 0 0 0,1 1-1 0 0,-25 11 1 0 0,31-12-110 0 0,1 1-1 0 0,-1-1 1 0 0,1 1 0 0 0,0 0-1 0 0,0 0 1 0 0,0 1 0 0 0,1 0-1 0 0,-1 0 1 0 0,2 0 0 0 0,-1 1-1 0 0,-4 6 1 0 0,5-3-18 0 0,-1 0-1 0 0,1 0 1 0 0,0 0 0 0 0,1 0 0 0 0,1 0-1 0 0,-1 1 1 0 0,0 16 0 0 0,2-9-7 0 0,1 1 0 0 0,0-1-1 0 0,2 1 1 0 0,0-1 0 0 0,1 0 0 0 0,1 0 0 0 0,0 0 0 0 0,2 0-1 0 0,9 20 1 0 0,5 8-13 0 0,44 111 176 0 0,-56-134-76 0 0,-1 2 0 0 0,-1-1 0 0 0,-2 1-1 0 0,4 44 1 0 0,-9-27-32 0 0,-2-1-1 0 0,-2 0 0 0 0,-12 51 1 0 0,9-49 71 0 0,6-35-96 0 0,-2 15 115 0 0,-3 38-1 0 0,7-54-100 0 0,0-1 1 0 0,0 1-1 0 0,1-1 0 0 0,-1 0 0 0 0,2 1 0 0 0,-1-1 0 0 0,1 0 0 0 0,0 0 0 0 0,0 0 0 0 0,0 0 0 0 0,4 6 0 0 0,-4-9-10 0 0,0 0 0 0 0,1 0-1 0 0,-1-1 1 0 0,0 0 0 0 0,1 1-1 0 0,0-1 1 0 0,-1 0 0 0 0,1 0-1 0 0,0 0 1 0 0,0-1 0 0 0,0 1 0 0 0,0-1-1 0 0,0 1 1 0 0,0-1 0 0 0,0 0-1 0 0,1 0 1 0 0,-1-1 0 0 0,0 1 0 0 0,1-1-1 0 0,5 1 1 0 0,6-1 61 0 0,0-1 0 0 0,0 0 0 0 0,20-5 0 0 0,-21 4-63 0 0,27-6 94 0 0,36-5-343 0 0,-64 13-1920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36.5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0 364 2759 0 0,'1'0'321'0'0,"1"-1"0"0"0,-1 0-1 0 0,1 1 1 0 0,-1-1 0 0 0,0 0-1 0 0,0 0 1 0 0,0 0 0 0 0,1 0-1 0 0,-1 0 1 0 0,0-1 0 0 0,1-1-1 0 0,17-21 2177 0 0,-15 17-1682 0 0,2-1-139 0 0,0-1-1 0 0,-1 0 0 0 0,-1 0 1 0 0,1 0-1 0 0,-2 0 1 0 0,1-1-1 0 0,-1 1 0 0 0,0-1 1 0 0,-1 0-1 0 0,-1 0 0 0 0,1 0 1 0 0,-1 0-1 0 0,-1-20 0 0 0,-2 16-405 0 0,1 0 0 0 0,-1 1-1 0 0,-1-1 1 0 0,-1 1 0 0 0,0-1-1 0 0,0 1 1 0 0,-2 1 0 0 0,1-1 0 0 0,-14-20-1 0 0,19 32-253 0 0,-1 0-1 0 0,1 0 0 0 0,-1 0 1 0 0,0 0-1 0 0,1 0 0 0 0,-1 0 1 0 0,0 0-1 0 0,0 1 1 0 0,0-1-1 0 0,1 0 0 0 0,-1 1 1 0 0,0-1-1 0 0,0 0 0 0 0,0 1 1 0 0,0-1-1 0 0,0 1 1 0 0,0-1-1 0 0,0 1 0 0 0,-2-1 1 0 0,3 2-13 0 0,-1-1-1 0 0,0 0 1 0 0,1 0 0 0 0,-1 1-1 0 0,1-1 1 0 0,-1 0 0 0 0,1 1 0 0 0,-1-1-1 0 0,1 0 1 0 0,-1 1 0 0 0,1-1-1 0 0,-1 1 1 0 0,1-1 0 0 0,-1 1 0 0 0,1-1-1 0 0,0 1 1 0 0,-1-1 0 0 0,1 1-1 0 0,0-1 1 0 0,-1 1 0 0 0,1-1 0 0 0,0 1-1 0 0,0 0 1 0 0,-1-1 0 0 0,1 1-1 0 0,0-1 1 0 0,0 1 0 0 0,0 0 0 0 0,0-1-1 0 0,0 1 1 0 0,0 0 0 0 0,0-1-1 0 0,0 2 1 0 0,0 12-3 0 0,0 0 0 0 0,1 0 0 0 0,0 0 0 0 0,1 0 0 0 0,0-1 0 0 0,1 1 0 0 0,7 17 0 0 0,5 9 0 0 0,23 40 0 0 0,-24-52 0 0 0,-1-1 0 0 0,-2 2 0 0 0,17 57 0 0 0,-27-78-3 0 0,0 0 0 0 0,-1 15 0 0 0,0-13-52 0 0,0-10 2 0 0,0 0 1 0 0,-1 0-1 0 0,1 0 0 0 0,0 0 1 0 0,0 0-1 0 0,0 1 0 0 0,0-1 0 0 0,0 0 1 0 0,0 0-1 0 0,0 0 0 0 0,0 0 1 0 0,0 0-1 0 0,0 0 0 0 0,0 0 0 0 0,0 0 1 0 0,0 1-1 0 0,0-1 0 0 0,0 0 0 0 0,0 0 1 0 0,0 0-1 0 0,0 0 0 0 0,0 0 1 0 0,0 0-1 0 0,1 0 0 0 0,-1 0 0 0 0,0 0 1 0 0,0 0-1 0 0,0 1 0 0 0,0-1 1 0 0,0 0-1 0 0,0 0 0 0 0,0 0 0 0 0,0 0 1 0 0,0 0-1 0 0,0 0 0 0 0,0 0 1 0 0,0 0-1 0 0,0 0 0 0 0,1 0 0 0 0,-1 0 1 0 0,0 0-1 0 0,0 0 0 0 0,0 0 1 0 0,0 0-1 0 0,0 0 0 0 0,0 0 0 0 0,0 0 1 0 0,0 0-1 0 0,1 0 0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36.8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0 128 3223 0 0,'2'-5'13'0'0,"-1"-1"-1"0"0,1 0 1 0 0,0 1-1 0 0,0 0 1 0 0,1-1-1 0 0,-1 1 1 0 0,1 0-1 0 0,1 0 0 0 0,-1 1 1 0 0,0-1-1 0 0,6-5 1 0 0,-2 2 1154 0 0,1 1 1 0 0,-1-1-1 0 0,2 2 0 0 0,-1-1 1 0 0,16-9-1 0 0,-22 15-941 0 0,0 0 0 0 0,0 0 0 0 0,0 0 0 0 0,0 0 0 0 0,0 0-1 0 0,1 1 1 0 0,-1-1 0 0 0,0 1 0 0 0,0-1 0 0 0,1 1 0 0 0,-1 0 0 0 0,0 0 0 0 0,0 0-1 0 0,1 0 1 0 0,-1 0 0 0 0,0 1 0 0 0,0-1 0 0 0,1 1 0 0 0,-1-1 0 0 0,0 1 0 0 0,0 0 0 0 0,0 0-1 0 0,0 0 1 0 0,0 0 0 0 0,0 0 0 0 0,0 0 0 0 0,0 1 0 0 0,0-1 0 0 0,-1 0 0 0 0,1 1-1 0 0,0 0 1 0 0,2 3 0 0 0,-1 0-65 0 0,0 0 0 0 0,0 0 0 0 0,0 1 0 0 0,0-1 0 0 0,-1 1-1 0 0,0-1 1 0 0,0 1 0 0 0,-1 0 0 0 0,0 0 0 0 0,0 0 0 0 0,0 0-1 0 0,0 0 1 0 0,-1 0 0 0 0,0 0 0 0 0,0 0 0 0 0,-1 0 0 0 0,0 0 0 0 0,0 0-1 0 0,0-1 1 0 0,-4 11 0 0 0,1-4-125 0 0,-1-1 0 0 0,0 0 0 0 0,0 0 0 0 0,-1-1 0 0 0,0 1 0 0 0,-1-1 0 0 0,0 0 0 0 0,-1-1 0 0 0,-11 12 0 0 0,11-14 57 0 0,4-4-32 0 0,0 0 0 0 0,0 0 0 0 0,1 1 1 0 0,-1 0-1 0 0,1 0 0 0 0,0 0 0 0 0,0 0 0 0 0,0 0 1 0 0,0 1-1 0 0,-1 5 0 0 0,4-10-54 0 0,0 0 1 0 0,0 1-1 0 0,0-1 0 0 0,0 1 0 0 0,0-1 1 0 0,0 0-1 0 0,1 1 0 0 0,-1-1 0 0 0,0 0 1 0 0,0 1-1 0 0,0-1 0 0 0,1 0 0 0 0,-1 1 1 0 0,0-1-1 0 0,0 0 0 0 0,1 0 0 0 0,-1 1 1 0 0,0-1-1 0 0,1 0 0 0 0,-1 0 0 0 0,0 1 0 0 0,1-1 1 0 0,-1 0-1 0 0,0 0 0 0 0,1 0 0 0 0,-1 0 1 0 0,1 1-1 0 0,-1-1 0 0 0,0 0 0 0 0,1 0 1 0 0,-1 0-1 0 0,1 0 0 0 0,-1 0 0 0 0,0 0 1 0 0,1 0-1 0 0,-1 0 0 0 0,1 0 0 0 0,-1-1 1 0 0,0 1-1 0 0,1 0 0 0 0,20-2 69 0 0,-20 2-68 0 0,52-11 1 0 0,54-7-264 0 0,-91 18-1701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37.4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49 64 2303 0 0,'0'0'-39'0'0,"-2"-19"2582"0"0,2 18-2425 0 0,0 1 0 0 0,-1 0-1 0 0,1-1 1 0 0,0 1 0 0 0,0 0-1 0 0,-1-1 1 0 0,1 1 0 0 0,0 0-1 0 0,-1-1 1 0 0,1 1 0 0 0,0 0-1 0 0,-1-1 1 0 0,1 1 0 0 0,0 0-1 0 0,-1 0 1 0 0,1 0 0 0 0,-1 0-1 0 0,1-1 1 0 0,0 1 0 0 0,-1 0-1 0 0,1 0 1 0 0,-1 0 0 0 0,1 0-1 0 0,-1 0 1 0 0,1 0 0 0 0,-1 0-1 0 0,1 0 1 0 0,0 0 0 0 0,-1 0-1 0 0,1 0 1 0 0,-1 0 0 0 0,1 0-1 0 0,0 0 1 0 0,-1 1 0 0 0,1-1-1 0 0,-1 0 1 0 0,1 0 0 0 0,0 0-1 0 0,-1 1 1 0 0,1-1 0 0 0,-1 0-1 0 0,1 0 1 0 0,-1 1 0 0 0,-1 1 227 0 0,-1 0 1 0 0,1 0 0 0 0,0 0 0 0 0,0 0-1 0 0,0 1 1 0 0,0-1 0 0 0,0 1-1 0 0,0-1 1 0 0,1 1 0 0 0,-1 0 0 0 0,1-1-1 0 0,0 1 1 0 0,-1 0 0 0 0,1 0-1 0 0,1 0 1 0 0,-1 0 0 0 0,0 0 0 0 0,1 0-1 0 0,-1 0 1 0 0,1 0 0 0 0,0 0-1 0 0,0 0 1 0 0,1 5 0 0 0,-1-3-154 0 0,1 0 1 0 0,-1 0-1 0 0,1 0 0 0 0,0 0 1 0 0,1 0-1 0 0,-1 0 1 0 0,1-1-1 0 0,0 1 0 0 0,0 0 1 0 0,1-1-1 0 0,-1 1 0 0 0,1-1 1 0 0,5 7-1 0 0,0-4-61 0 0,1-1 0 0 0,-1 1 0 0 0,1-1 1 0 0,1 0-1 0 0,-1-1 0 0 0,1 0 0 0 0,-1-1 0 0 0,1 0 0 0 0,1 0 0 0 0,20 3 0 0 0,-18-4-66 0 0,1-1-1 0 0,0 0 0 0 0,0-2 1 0 0,-1 1-1 0 0,1-2 0 0 0,0 0 1 0 0,0 0-1 0 0,15-4 0 0 0,-24 3-47 0 0,-1 1-1 0 0,1 0 0 0 0,0-1 0 0 0,-1 0 0 0 0,0 0 1 0 0,1 0-1 0 0,-1-1 0 0 0,0 1 0 0 0,0-1 0 0 0,6-6 1 0 0,-8 7-10 0 0,-1 0 1 0 0,1 1-1 0 0,-1-1 1 0 0,0 0 0 0 0,0 0-1 0 0,1 0 1 0 0,-1-1-1 0 0,-1 1 1 0 0,1 0 0 0 0,0 0-1 0 0,-1 0 1 0 0,1-1-1 0 0,-1 1 1 0 0,1 0 0 0 0,-1-1-1 0 0,0 1 1 0 0,0 0-1 0 0,0-1 1 0 0,-1 1 0 0 0,1 0-1 0 0,0 0 1 0 0,-1-1-1 0 0,1 1 1 0 0,-2-3-1 0 0,-1-2 14 0 0,-1-1-1 0 0,0 0 0 0 0,0 1 1 0 0,0 0-1 0 0,-1 0 0 0 0,0 0 1 0 0,-1 1-1 0 0,1 0 0 0 0,-10-8 1 0 0,1 2 25 0 0,0 1-1 0 0,0 0 1 0 0,-23-11 0 0 0,28 18-46 0 0,0 0 0 0 0,0 0 0 0 0,-1 1 0 0 0,1 0 0 0 0,-1 1 0 0 0,1 0 0 0 0,-13-1 0 0 0,16 3 0 0 0,0-1 0 0 0,0 1 0 0 0,0 0 0 0 0,0 1 0 0 0,0-1 0 0 0,0 1 0 0 0,0 0 0 0 0,0 1 0 0 0,1 0 0 0 0,-1 0 0 0 0,0 0 0 0 0,-9 6 0 0 0,13-7-83 0 0,0 1 0 0 0,1-1 0 0 0,-1 1 0 0 0,1 0 0 0 0,0 0-1 0 0,-1 0 1 0 0,1 0 0 0 0,0 0 0 0 0,0 0 0 0 0,0 0 0 0 0,1 0 0 0 0,-1 0 0 0 0,0 0-1 0 0,1 0 1 0 0,0 1 0 0 0,-1-1 0 0 0,1 0 0 0 0,0 4 0 0 0,0 4-1181 0 0,0-1 0 0 0,1 0 0 0 0,2 12 1 0 0,0-8-6095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39.0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25 175 2759 0 0,'-1'0'18'0'0,"0"0"0"0"0,0-1-1 0 0,1 1 1 0 0,-1-1 0 0 0,0 1-1 0 0,1-1 1 0 0,-1 1 0 0 0,1-1-1 0 0,-1 0 1 0 0,0 1 0 0 0,1-1-1 0 0,0 0 1 0 0,-1 0-1 0 0,1 1 1 0 0,-1-1 0 0 0,1 0-1 0 0,0 0 1 0 0,-1 1 0 0 0,1-1-1 0 0,0 0 1 0 0,0 0 0 0 0,0 0-1 0 0,0 0 1 0 0,0 1 0 0 0,0-1-1 0 0,0 0 1 0 0,0 0-1 0 0,0 0 1 0 0,0-1 0 0 0,0-1 95 0 0,0 0 0 0 0,0 1 1 0 0,0-1-1 0 0,0 0 1 0 0,-1 0-1 0 0,1 1 0 0 0,-1-1 1 0 0,-1-4-1 0 0,-2-8 655 0 0,4 11-462 0 0,-2-11 1169 0 0,-1-25 1 0 0,3 37-1076 0 0,0 0 1 0 0,0 0 0 0 0,0 0-1 0 0,1 0 1 0 0,-1 0 0 0 0,1 0-1 0 0,0 0 1 0 0,-1 0-1 0 0,2 0 1 0 0,-1 0 0 0 0,0 0-1 0 0,0 0 1 0 0,1 0 0 0 0,3-4-1 0 0,-4 7-307 0 0,-1 0-1 0 0,1-1 1 0 0,-1 1-1 0 0,0 0 1 0 0,1 0-1 0 0,-1 0 1 0 0,1 0-1 0 0,-1 0 1 0 0,1 0-1 0 0,-1 0 1 0 0,1 0-1 0 0,-1 0 1 0 0,1 0-1 0 0,-1 1 1 0 0,1-1-1 0 0,-1 0 1 0 0,0 0-1 0 0,1 0 1 0 0,-1 0-1 0 0,1 1 1 0 0,-1-1-1 0 0,0 0 1 0 0,1 0-1 0 0,-1 1 1 0 0,1-1-1 0 0,-1 0 1 0 0,0 1-1 0 0,0-1 1 0 0,1 0-1 0 0,-1 1 1 0 0,14 14 915 0 0,-12-12-756 0 0,6 7 129 0 0,0 1-1 0 0,-1 0 1 0 0,0 1-1 0 0,5 13 1 0 0,20 52 316 0 0,-26-60-586 0 0,59 173 1063 0 0,-61-170-1130 0 0,-3-15-29 0 0,0 0 0 0 0,0 0-1 0 0,1 0 1 0 0,-1 0 0 0 0,1 0 0 0 0,0 0 0 0 0,4 7 0 0 0,-5-12-184 0 0,-1 0-1 0 0,0 1 1 0 0,1-1-1 0 0,-1 0 1 0 0,0 1 0 0 0,1-1-1 0 0,-1 0 1 0 0,0 1-1 0 0,1-1 1 0 0,-1 0-1 0 0,1 0 1 0 0,-1 1 0 0 0,1-1-1 0 0,-1 0 1 0 0,0 0-1 0 0,1 0 1 0 0,-1 0 0 0 0,1 0-1 0 0,-1 0 1 0 0,1 0-1 0 0,-1 0 1 0 0,1 0-1 0 0,-1 0 1 0 0,1 0 0 0 0,-1 0-1 0 0,1 0 1 0 0,-1 0-1 0 0,1 0 1 0 0,-1 0-1 0 0,0 0 1 0 0,1-1 0 0 0,-1 1-1 0 0,1 0 1 0 0,-1 0-1 0 0,1 0 1 0 0,-1-1-1 0 0,0 1 1 0 0,1 0 0 0 0,-1-1-1 0 0,0 1 1 0 0,1 0-1 0 0,0-1 1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39.3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60 3223 0 0,'15'-59'3300'0'0,"-17"76"3255"0"0,0 18-3852 0 0,1-19-1389 0 0,1 0-690 0 0,1 1 1 0 0,1 0-1 0 0,0-1 0 0 0,1 1 0 0 0,0-1 0 0 0,1 0 0 0 0,11 26 1 0 0,2-4-43 0 0,42 69-1 0 0,-57-103-564 0 0,1 0-1 0 0,-1 1 0 0 0,0 0 0 0 0,-1-1 1 0 0,1 1-1 0 0,-1 0 0 0 0,1 0 0 0 0,-2 0 0 0 0,1 0 1 0 0,0 0-1 0 0,-1 0 0 0 0,0 6 0 0 0,0-11-17 0 0,0 0-1 0 0,0 0 0 0 0,0 0 1 0 0,0 0-1 0 0,0 0 1 0 0,0 0-1 0 0,0 1 1 0 0,0-1-1 0 0,0 0 0 0 0,0 0 1 0 0,0 0-1 0 0,0 0 1 0 0,0 0-1 0 0,0 0 0 0 0,-1 0 1 0 0,1 0-1 0 0,0 0 1 0 0,0 0-1 0 0,0 0 1 0 0,0 0-1 0 0,0 0 0 0 0,0 1 1 0 0,0-1-1 0 0,0 0 1 0 0,0 0-1 0 0,0 0 1 0 0,0 0-1 0 0,0 0 0 0 0,0 0 1 0 0,0 0-1 0 0,0 0 1 0 0,0 0-1 0 0,-1 0 0 0 0,1 0 1 0 0,0 0-1 0 0,0 0 1 0 0,0 0-1 0 0,0 0 1 0 0,0 0-1 0 0,0 0 0 0 0,0 0 1 0 0,0 0-1 0 0,0 0 1 0 0,0 0-1 0 0,0 0 1 0 0,-1 0-1 0 0,1 0 0 0 0,0 0 1 0 0,0 0-1 0 0,0 0 1 0 0,0 0-1 0 0,0 0 1 0 0,0 0-1 0 0,0 0 0 0 0,0 0 1 0 0,0 0-1 0 0,0 0 1 0 0,0-1-1 0 0,0 1 0 0 0,0 0 1 0 0,0 0-1 0 0,-1 0 1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39.8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99 1807 0 0,'2'-14'647'0'0,"5"-23"-1"0"0,-6 33 183 0 0,1-1 0 0 0,-1 1 0 0 0,1 0 0 0 0,0 0 0 0 0,0 0 1 0 0,0 0-1 0 0,1 0 0 0 0,0 0 0 0 0,4-4 0 0 0,-7 7-742 0 0,0 1 0 0 0,0 0 0 0 0,0 0 0 0 0,0 0 0 0 0,0 0 0 0 0,0 0 0 0 0,0 0-1 0 0,1 0 1 0 0,-1-1 0 0 0,0 1 0 0 0,0 0 0 0 0,0 0 0 0 0,0 0 0 0 0,0 0 0 0 0,0 0 0 0 0,1 0 0 0 0,-1 0-1 0 0,0 0 1 0 0,0 0 0 0 0,0 0 0 0 0,0 0 0 0 0,0 0 0 0 0,1 0 0 0 0,-1 0 0 0 0,0 0 0 0 0,0 0 0 0 0,0 0-1 0 0,0 0 1 0 0,0 0 0 0 0,1 0 0 0 0,-1 0 0 0 0,0 0 0 0 0,0 0 0 0 0,0 0 0 0 0,0 0 0 0 0,0 0 0 0 0,0 0-1 0 0,1 0 1 0 0,-1 0 0 0 0,0 0 0 0 0,0 0 0 0 0,0 0 0 0 0,0 1 0 0 0,0-1 0 0 0,3 8 1407 0 0,-3 12-331 0 0,-3 21-200 0 0,-2 44-114 0 0,5-76-794 0 0,1 0-1 0 0,0 0 1 0 0,0 0-1 0 0,1 0 1 0 0,0-1-1 0 0,1 1 1 0 0,4 11-1 0 0,-5-16-26 0 0,0-1 0 0 0,0 0 0 0 0,1 0-1 0 0,-1 0 1 0 0,0 0 0 0 0,1 0 0 0 0,0-1-1 0 0,0 1 1 0 0,0-1 0 0 0,0 0 0 0 0,0 0 0 0 0,0 0-1 0 0,0 0 1 0 0,1 0 0 0 0,-1-1 0 0 0,1 1-1 0 0,-1-1 1 0 0,1 0 0 0 0,0 0 0 0 0,0 0-1 0 0,-1-1 1 0 0,1 1 0 0 0,0-1 0 0 0,0 0 0 0 0,-1 0-1 0 0,1 0 1 0 0,5-1 0 0 0,-4 0 7 0 0,1 0 1 0 0,-1 0-1 0 0,1 0 1 0 0,-1-1-1 0 0,0 0 0 0 0,0 0 1 0 0,0 0-1 0 0,0 0 1 0 0,0-1-1 0 0,0 0 0 0 0,0 0 1 0 0,-1 0-1 0 0,0-1 1 0 0,1 1-1 0 0,-1-1 1 0 0,-1 0-1 0 0,1 0 0 0 0,4-7 1 0 0,-4 5-22 0 0,-1 0 1 0 0,0 0-1 0 0,-1 0 1 0 0,1 0-1 0 0,-1 0 1 0 0,0-1-1 0 0,-1 1 1 0 0,2-11 0 0 0,-3 56 361 0 0,2 0 0 0 0,10 50 1 0 0,-9-75-243 0 0,8 22-1 0 0,-10-32-147 0 0,1 0 0 0 0,0 0 0 0 0,0 0 0 0 0,0-1 0 0 0,0 1 0 0 0,0 0-1 0 0,1-1 1 0 0,0 0 0 0 0,-1 1 0 0 0,5 2 0 0 0,1-3-1965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40.3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91 4143 0 0,'-2'-3'268'0'0,"0"-1"0"0"0,1 1 0 0 0,0-1-1 0 0,0 0 1 0 0,0 1 0 0 0,0-1 0 0 0,0 0-1 0 0,1 0 1 0 0,0 0 0 0 0,0-3 0 0 0,0 5-102 0 0,0 1 0 0 0,0 0-1 0 0,0-1 1 0 0,1 1 0 0 0,-1 0 0 0 0,0-1 0 0 0,1 1 0 0 0,-1 0 0 0 0,1 0 0 0 0,0-1 0 0 0,-1 1 0 0 0,1 0 0 0 0,0 0 0 0 0,0 0 0 0 0,-1 0 0 0 0,1 0 0 0 0,0 0 0 0 0,0 0 0 0 0,0 0 0 0 0,1 0 0 0 0,-1 1 0 0 0,0-1 0 0 0,0 0 0 0 0,0 1 0 0 0,0-1 0 0 0,1 0 0 0 0,-1 1 0 0 0,0 0 0 0 0,1-1 0 0 0,1 1 0 0 0,14-2 406 0 0,-1 1-1 0 0,0 1 1 0 0,1 1 0 0 0,26 4 0 0 0,4 0 174 0 0,-31-4-539 0 0,115 4 1091 0 0,-110-5-1034 0 0,1-2 0 0 0,-1 0-1 0 0,0-1 1 0 0,22-6 0 0 0,-39 7-70 0 0,1 0-1 0 0,-1 0 1 0 0,0-1 0 0 0,5-2-1 0 0,-14 8-173 0 0,1 1 0 0 0,0 0 0 0 0,0 0-1 0 0,0 0 1 0 0,1 1 0 0 0,-1-1 0 0 0,1 1 0 0 0,0 0-1 0 0,-3 7 1 0 0,-2 6 53 0 0,-8 25 0 0 0,7-14 24 0 0,2 0-1 0 0,1 0 0 0 0,2 1 1 0 0,1 0-1 0 0,1 0 0 0 0,4 60 1 0 0,3-39 90 0 0,2 0 0 0 0,3-1 0 0 0,20 62 0 0 0,-20-84 27 0 0,0-1 0 0 0,2-1 0 0 0,16 25-1 0 0,49 70 595 0 0,-54-87-662 0 0,-14-20-66 0 0,5 5 168 0 0,20 43 0 0 0,-33-61-240 0 0,-1 0-1 0 0,0 0 0 0 0,1-1 1 0 0,-1 1-1 0 0,0 0 0 0 0,0 0 1 0 0,0 0-1 0 0,1-1 1 0 0,-1 1-1 0 0,0 0 0 0 0,0 0 1 0 0,0 0-1 0 0,0 0 1 0 0,-1-1-1 0 0,1 1 0 0 0,0 0 1 0 0,0 0-1 0 0,0 0 1 0 0,-1-1-1 0 0,1 1 0 0 0,0 0 1 0 0,-1 1-1 0 0,-1-1 4 0 0,1 0 1 0 0,0 1-1 0 0,0-1 0 0 0,-1 0 1 0 0,1 0-1 0 0,0 0 0 0 0,-1 0 0 0 0,1 0 1 0 0,-1 0-1 0 0,-1 1 0 0 0,-6 1 37 0 0,1 0 0 0 0,-1-1-1 0 0,-11 2 1 0 0,15-3-21 0 0,-68 10 128 0 0,-103 3 0 0 0,15-3-17 0 0,156-11-248 0 0,1 0 0 0 0,0 1 1 0 0,0-1-1 0 0,0 1 0 0 0,0 0 0 0 0,0 0 0 0 0,0 1 0 0 0,0-1 0 0 0,1 1 0 0 0,-1 0 1 0 0,0 0-1 0 0,1 0 0 0 0,-1 0 0 0 0,-5 5 0 0 0,-1 6-8130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49.7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66 8751 0 0,'-1'0'83'0'0,"1"0"-1"0"0,-1 0 0 0 0,1-1 0 0 0,-1 1 0 0 0,1 0 0 0 0,-1-1 1 0 0,1 1-1 0 0,0 0 0 0 0,-1-1 0 0 0,1 1 0 0 0,-1 0 0 0 0,1-1 1 0 0,0 1-1 0 0,-1-1 0 0 0,1 1 0 0 0,0-1 0 0 0,0 1 0 0 0,-1-1 1 0 0,1 1-1 0 0,0-1 0 0 0,0 1 0 0 0,0-1 0 0 0,-1 1 0 0 0,1-1 1 0 0,0 1-1 0 0,0-1 0 0 0,0 1 0 0 0,0-1 0 0 0,0 1 0 0 0,0-1 1 0 0,0 0-1 0 0,0-1 207 0 0,0 1 0 0 0,0-1 0 0 0,0 0 0 0 0,1 1 0 0 0,-1-1-1 0 0,0 1 1 0 0,1-1 0 0 0,-1 1 0 0 0,0-1 0 0 0,2-2 0 0 0,0 2-40 0 0,0 0 0 0 0,0 0 0 0 0,1 0-1 0 0,-1 0 1 0 0,0 0 0 0 0,1 1 0 0 0,-1-1 0 0 0,1 1-1 0 0,0 0 1 0 0,-1 0 0 0 0,1-1 0 0 0,0 2-1 0 0,3-2 1 0 0,41-5 1398 0 0,-34 6-1393 0 0,23-1 238 0 0,-35 2-547 0 0,1 0 0 0 0,-1 0 0 0 0,0 1-1 0 0,1-1 1 0 0,-1 0 0 0 0,1 1 0 0 0,-1-1-1 0 0,1 0 1 0 0,-1 1 0 0 0,0 0 0 0 0,1-1-1 0 0,-1 1 1 0 0,0 0 0 0 0,1 0 0 0 0,-1 0-1 0 0,0 0 1 0 0,0 0 0 0 0,0 0 0 0 0,0 0-1 0 0,2 2 1 0 0,-2 3-1709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49.8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23 6911 0 0,'23'-1'1975'0'0,"32"-6"0"0"0,2-1 831 0 0,7 3-1740 0 0,-44 4-1240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50.6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239 208 5983 0 0,'3'-6'293'0'0,"1"0"0"0"0,-1 0 0 0 0,0 0 0 0 0,0 0 0 0 0,-1 0-1 0 0,0-1 1 0 0,0 1 0 0 0,0-1 0 0 0,-1 0 0 0 0,0 1 0 0 0,0-1-1 0 0,-1 0 1 0 0,0 0 0 0 0,0 1 0 0 0,-2-14 0 0 0,1 13 269 0 0,0 1-1 0 0,-1-1 1 0 0,0 1 0 0 0,0-1 0 0 0,0 1 0 0 0,-1 0 0 0 0,0-1-1 0 0,-7-9 1 0 0,9 14-448 0 0,0 0 0 0 0,-1 0 0 0 0,1 1-1 0 0,-1-1 1 0 0,0 0 0 0 0,1 1 0 0 0,-1 0 0 0 0,0-1-1 0 0,0 1 1 0 0,0 0 0 0 0,0 0 0 0 0,0 0 0 0 0,0 0-1 0 0,0 0 1 0 0,0 1 0 0 0,-1-1 0 0 0,1 0 0 0 0,0 1-1 0 0,0 0 1 0 0,-1 0 0 0 0,1 0 0 0 0,0 0 0 0 0,0 0-1 0 0,-1 0 1 0 0,1 0 0 0 0,0 1 0 0 0,0-1 0 0 0,-1 1-1 0 0,-1 0 1 0 0,-6 3-32 0 0,-1 1 0 0 0,2 0 0 0 0,-1 0 0 0 0,1 1 0 0 0,0 0 0 0 0,0 1 0 0 0,0 0 0 0 0,1 0 0 0 0,-12 15-1 0 0,12-13-9 0 0,0 1-1 0 0,1 0 0 0 0,0 0 0 0 0,0 1 0 0 0,1 0 0 0 0,1 0 0 0 0,0 0 0 0 0,-5 17 0 0 0,9-25-40 0 0,1 0 1 0 0,-1 0-1 0 0,1 1 0 0 0,-1-1 1 0 0,1 0-1 0 0,0 1 1 0 0,0-1-1 0 0,0 0 1 0 0,1 1-1 0 0,-1-1 0 0 0,1 0 1 0 0,0 0-1 0 0,0 0 1 0 0,0 1-1 0 0,0-1 0 0 0,3 4 1 0 0,-2-4-2 0 0,-1-1 0 0 0,1 0 1 0 0,0 0-1 0 0,0 0 0 0 0,0 0 0 0 0,0 0 1 0 0,0-1-1 0 0,0 1 0 0 0,0 0 0 0 0,1-1 1 0 0,-1 0-1 0 0,1 1 0 0 0,-1-1 0 0 0,1 0 1 0 0,-1-1-1 0 0,1 1 0 0 0,0 0 0 0 0,-1-1 1 0 0,1 1-1 0 0,3-1 0 0 0,5 1 43 0 0,0-2 0 0 0,0 1 0 0 0,0-2 0 0 0,0 1 0 0 0,0-1 0 0 0,0-1 0 0 0,0 0 0 0 0,-1-1 0 0 0,1 0 0 0 0,-1 0 0 0 0,0-1 0 0 0,0-1 0 0 0,9-6-1 0 0,-15 9-35 0 0,1-1-1 0 0,0 0 0 0 0,-1-1 0 0 0,0 1 0 0 0,0-1 0 0 0,0 0 1 0 0,-1 0-1 0 0,5-7 0 0 0,-9 11-45 0 0,3 7 299 0 0,16 82-246 0 0,11 54 52 0 0,21 86 27 0 0,-12-72-54 0 0,-35-142-53 0 0,-1-1 0 0 0,0 1 0 0 0,-1 0 0 0 0,0-1 0 0 0,-1 1 0 0 0,-1 0 0 0 0,-2 18 0 0 0,2-29-12 0 0,0 0-1 0 0,0 0 1 0 0,0 0-1 0 0,0 0 1 0 0,0 0-1 0 0,-1 0 0 0 0,0 0 1 0 0,1 0-1 0 0,-1-1 1 0 0,0 1-1 0 0,0-1 1 0 0,0 1-1 0 0,-1-1 1 0 0,1 0-1 0 0,-1 0 1 0 0,1 0-1 0 0,-1 0 1 0 0,0 0-1 0 0,0 0 1 0 0,1-1-1 0 0,-1 1 1 0 0,0-1-1 0 0,-1 0 1 0 0,1 0-1 0 0,0 0 0 0 0,0 0 1 0 0,0-1-1 0 0,0 1 1 0 0,-1-1-1 0 0,1 0 1 0 0,0 0-1 0 0,-5 0 1 0 0,0-1 8 0 0,-1 0 0 0 0,0 0-1 0 0,1-1 1 0 0,-1 0 0 0 0,1-1 0 0 0,-1 0 0 0 0,1 0 0 0 0,0 0 0 0 0,0-1 0 0 0,-14-10-1 0 0,6 2-16 0 0,1-1 0 0 0,1-1 0 0 0,0-1 0 0 0,0 0 0 0 0,1 0-1 0 0,-14-24 1 0 0,-2-9-3 0 0,-22-52-1 0 0,48 95 9 0 0,-1-3 0 0 0,0-1 0 0 0,1 1 0 0 0,-5-19 0 0 0,7 25 0 0 0,1 0 0 0 0,-1 1 0 0 0,1-1 0 0 0,0 0 0 0 0,0 0 0 0 0,0 0 0 0 0,0 0 0 0 0,0 0 0 0 0,1 0 0 0 0,-1 0 0 0 0,0 0 0 0 0,1 0 0 0 0,0 0 0 0 0,-1 0 0 0 0,1 0 0 0 0,0 0 0 0 0,0 0 0 0 0,0 1 0 0 0,0-1 0 0 0,0 0 0 0 0,0 1 0 0 0,1-1 0 0 0,-1 1 0 0 0,3-2 0 0 0,5-4 0 0 0,0 1 0 0 0,0 0 0 0 0,1 1 0 0 0,16-7 0 0 0,45-12 0 0 0,-30 11 0 0 0,38-9 461 0 0,-39 13-1594 0 0,0-3-5239 0 0,-24 5-936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51.3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121 8 5063 0 0,'5'-3'651'0'0,"-10"0"1205"0"0,-9 1 1833 0 0,11 3-3337 0 0,0 0-1 0 0,0 0 1 0 0,0 0-1 0 0,0 1 0 0 0,0-1 1 0 0,0 1-1 0 0,0-1 1 0 0,0 1-1 0 0,1 0 0 0 0,-1 0 1 0 0,1 0-1 0 0,0 1 1 0 0,-1-1-1 0 0,1 1 0 0 0,0-1 1 0 0,0 1-1 0 0,-1 3 1 0 0,-4 4 245 0 0,2 0 0 0 0,-1 1 0 0 0,-4 15 0 0 0,3-6-181 0 0,1 1 0 0 0,0 0 0 0 0,-3 40 0 0 0,7-46-302 0 0,2 1-1 0 0,0-1 0 0 0,0 0 1 0 0,2 0-1 0 0,0 0 1 0 0,5 20-1 0 0,-6-31-105 0 0,0 0 0 0 0,0-1 0 0 0,0 1 0 0 0,1-1 0 0 0,-1 0 0 0 0,1 1 0 0 0,0-1 0 0 0,0 0 0 0 0,0 0 0 0 0,1 0 0 0 0,-1 0 0 0 0,1-1 0 0 0,0 1 0 0 0,-1-1 0 0 0,1 1 0 0 0,0-1 0 0 0,5 3 0 0 0,2 0-109 0 0,-4-2-596 0 0,-1 0 0 0 0,1-1 0 0 0,0 1 0 0 0,7 1 0 0 0,-3-2-6253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51.6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10 159 5983 0 0,'1'-7'335'0'0,"0"0"0"0"0,0 0 0 0 0,0 0 0 0 0,1 0 0 0 0,0 0 0 0 0,0 0 0 0 0,4-9 0 0 0,4-9 1599 0 0,-7 17-1008 0 0,6-20 1841 0 0,-9 26-2413 0 0,0 0-1 0 0,1 0 1 0 0,-1 0-1 0 0,0 0 1 0 0,0 1-1 0 0,0-1 1 0 0,0 0-1 0 0,0 0 1 0 0,-1 0-1 0 0,1 1 1 0 0,0-1-1 0 0,-2-3 1 0 0,2 5-280 0 0,0-1 0 0 0,0 1 1 0 0,0 0-1 0 0,0-1 0 0 0,-1 1 1 0 0,1 0-1 0 0,0 0 0 0 0,0-1 0 0 0,0 1 1 0 0,-1 0-1 0 0,1 0 0 0 0,0-1 1 0 0,0 1-1 0 0,-1 0 0 0 0,1 0 0 0 0,0-1 1 0 0,0 1-1 0 0,-1 0 0 0 0,1 0 1 0 0,0 0-1 0 0,-1 0 0 0 0,1 0 0 0 0,0 0 1 0 0,-1-1-1 0 0,1 1 0 0 0,0 0 1 0 0,-1 0-1 0 0,1 0 0 0 0,0 0 0 0 0,-1 0 1 0 0,1 0-1 0 0,-10 8 889 0 0,-4 14-513 0 0,11-15-422 0 0,1 0-1 0 0,0 0 0 0 0,0 0 0 0 0,0 0 0 0 0,1 1 0 0 0,0-1 0 0 0,1 0 0 0 0,-1 1 0 0 0,1-1 0 0 0,3 15 0 0 0,-3-17-26 0 0,1-1 1 0 0,0 1-1 0 0,0-1 0 0 0,0 1 1 0 0,1-1-1 0 0,0 0 0 0 0,0 1 1 0 0,0-1-1 0 0,0 0 0 0 0,1 0 1 0 0,-1-1-1 0 0,1 1 0 0 0,0 0 1 0 0,0-1-1 0 0,0 0 0 0 0,1 1 1 0 0,-1-1-1 0 0,8 4 0 0 0,-9-6-262 0 0,1 0-1 0 0,-1 0 1 0 0,1 0 0 0 0,0 0 0 0 0,-1 0-1 0 0,6 0 1 0 0,2-1-7334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0:51.7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 4607 0 0,'0'-1'56'0'0,"1"0"0"0"0,0 0-1 0 0,0 0 1 0 0,0 0-1 0 0,0 1 1 0 0,0-1-1 0 0,0 0 1 0 0,0 0-1 0 0,0 1 1 0 0,0-1-1 0 0,1 0 1 0 0,-1 1-1 0 0,0-1 1 0 0,0 1 0 0 0,1 0-1 0 0,-1-1 1 0 0,0 1-1 0 0,0 0 1 0 0,1 0-1 0 0,-1 0 1 0 0,2 0-1 0 0,0 1 312 0 0,0 0-1 0 0,-1 0 0 0 0,1 1 1 0 0,0-1-1 0 0,0 1 0 0 0,-1 0 0 0 0,1 0 1 0 0,2 3-1 0 0,9 6 791 0 0,-1 2-1 0 0,-1 0 1 0 0,0 0-1 0 0,-1 1 1 0 0,0 0 0 0 0,-1 1-1 0 0,0 0 1 0 0,-2 1-1 0 0,0 0 1 0 0,10 28 0 0 0,-13-30-1022 0 0,-2 0 1 0 0,1 0-1 0 0,-2 0 1 0 0,0 0 0 0 0,0 28-1 0 0,-2-31-867 0 0,-1 0 0 0 0,-1 1 1 0 0,0-1-1 0 0,0 0 0 0 0,-1 0 0 0 0,0 0 0 0 0,-10 20 0 0 0,-1-5-6484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57.9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0 5983 0 0,'-1'0'238'0'0,"0"0"-1"0"0,0 0 0 0 0,0 0 1 0 0,0 0-1 0 0,0 1 0 0 0,0-1 0 0 0,0 0 1 0 0,0 0-1 0 0,0 1 0 0 0,0-1 1 0 0,1 1-1 0 0,-1-1 0 0 0,0 1 1 0 0,0-1-1 0 0,0 1 0 0 0,1-1 0 0 0,-1 1 1 0 0,0 0-1 0 0,1-1 0 0 0,-1 1 1 0 0,0 0-1 0 0,0 0 0 0 0,1 0-88 0 0,0-1 0 0 0,0 0 0 0 0,0 0 1 0 0,0 1-1 0 0,0-1 0 0 0,0 0 0 0 0,-1 1 0 0 0,1-1 0 0 0,0 0 0 0 0,0 0 0 0 0,0 1 0 0 0,0-1 0 0 0,0 0 0 0 0,1 1 0 0 0,-1-1 0 0 0,0 0 0 0 0,0 0 1 0 0,0 1-1 0 0,0-1 0 0 0,0 0 0 0 0,0 1 0 0 0,0-1 0 0 0,0 0 0 0 0,1 0 0 0 0,-1 0 0 0 0,0 1 0 0 0,1 0-3 0 0,0-1 0 0 0,0 1 0 0 0,-1-1 0 0 0,1 1 1 0 0,0-1-1 0 0,0 0 0 0 0,0 1 0 0 0,0-1 0 0 0,0 0 0 0 0,0 1 0 0 0,-1-1 0 0 0,1 0 0 0 0,1 0 0 0 0,19 1 628 0 0,-1-1 0 0 0,1 0 0 0 0,-1-2 0 0 0,28-6 0 0 0,6 1-393 0 0,-40 5-327 0 0,3 0-3 0 0,-1 1 1 0 0,23 0-1 0 0,-39 1-50 0 0,1 0 1 0 0,-1 0-1 0 0,0 0 1 0 0,1 0-1 0 0,-1 0 1 0 0,0 0-1 0 0,1 0 1 0 0,-1 0-1 0 0,0 0 1 0 0,0 0-1 0 0,1 0 1 0 0,-1 0-1 0 0,0 0 1 0 0,1 0-1 0 0,-1 0 1 0 0,0 1-1 0 0,1-1 1 0 0,-1 0-1 0 0,0 0 1 0 0,1 0-1 0 0,-1 0 1 0 0,0 1-1 0 0,0-1 1 0 0,1 0-1 0 0,-1 0 1 0 0,0 0-1 0 0,0 1 1 0 0,0-1-1 0 0,1 0 1 0 0,-1 1-1 0 0,0-1 1 0 0,0 1-1 0 0,-7 6 9 0 0,-19 5-28 0 0,-6-2-42 0 0,12-4-39 0 0,1 0 0 0 0,0 1 0 0 0,0 0-1 0 0,-21 13 1 0 0,40-20 99 0 0,0 0 0 0 0,-1 1-1 0 0,1-1 1 0 0,0 0 0 0 0,-1 0 0 0 0,1 0-1 0 0,0 1 1 0 0,-1-1 0 0 0,1 0 0 0 0,0 0-1 0 0,-1 1 1 0 0,1-1 0 0 0,0 0 0 0 0,0 0-1 0 0,0 1 1 0 0,-1-1 0 0 0,1 0 0 0 0,0 1-1 0 0,0-1 1 0 0,0 0 0 0 0,0 1 0 0 0,-1-1-1 0 0,1 0 1 0 0,0 1 0 0 0,0-1 0 0 0,0 1-1 0 0,0-1 1 0 0,0 0 0 0 0,0 1 0 0 0,0 0 1 0 0,1-1 0 0 0,-1 1 0 0 0,1-1 1 0 0,-1 1-1 0 0,0-1 0 0 0,1 1 0 0 0,-1-1 1 0 0,1 0-1 0 0,-1 1 0 0 0,1-1 0 0 0,0 0 1 0 0,-1 0-1 0 0,1 1 0 0 0,-1-1 0 0 0,2 0 1 0 0,24 5 129 0 0,11-4 331 0 0,1-1-1 0 0,-1-3 1 0 0,57-9 0 0 0,-68 7-473 0 0,-11 3-49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16.0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253 535 455 0 0,'1'0'85'0'0,"0"0"0"0"0,1 0-1 0 0,-1 0 1 0 0,0 0-1 0 0,1 0 1 0 0,-1 0-1 0 0,0 0 1 0 0,1 0-1 0 0,-1 0 1 0 0,1-1-1 0 0,-1 1 1 0 0,0 0-1 0 0,0-1 1 0 0,3 0-1 0 0,-2 0 20 0 0,11-3 565 0 0,-5 0 59 0 0,1 1 0 0 0,17-2 0 0 0,-22 4-28 0 0,0 1-1 0 0,0 0 1 0 0,0 0 0 0 0,0 0 0 0 0,6 2 0 0 0,-8-2-276 0 0,1 0-1 0 0,-1 1 1 0 0,0-1-1 0 0,0 0 1 0 0,0 0-1 0 0,0 0 1 0 0,0 0-1 0 0,0-1 0 0 0,0 1 1 0 0,0-1-1 0 0,1 1 1 0 0,-1-1-1 0 0,-1 0 1 0 0,1 0-1 0 0,0 1 1 0 0,0-1-1 0 0,0-1 0 0 0,0 1 1 0 0,2-2-1 0 0,-3 2-324 0 0,0 0-1 0 0,1-1 1 0 0,-1 1 0 0 0,0-1-1 0 0,0 1 1 0 0,-1 0-1 0 0,1-1 1 0 0,0 0-1 0 0,0 1 1 0 0,-1-1 0 0 0,1 1-1 0 0,-1-1 1 0 0,1 0-1 0 0,-1 1 1 0 0,0-1-1 0 0,0 0 1 0 0,0 1 0 0 0,0-1-1 0 0,0 0 1 0 0,0 0-1 0 0,0 1 1 0 0,0-1-1 0 0,-1 0 1 0 0,0-2 0 0 0,-1-2 23 0 0,-1 0 0 0 0,0 0-1 0 0,0 0 1 0 0,0 0 0 0 0,-1 0 0 0 0,0 1 0 0 0,0-1 0 0 0,0 1 0 0 0,-1 0 0 0 0,0 1 0 0 0,0-1 0 0 0,0 1 0 0 0,0 0 0 0 0,-1 0 0 0 0,-7-4 0 0 0,5 4-63 0 0,-1-1-1 0 0,1 2 1 0 0,-1-1-1 0 0,0 1 1 0 0,0 1-1 0 0,0-1 0 0 0,0 2 1 0 0,0-1-1 0 0,-1 1 1 0 0,-13 0-1 0 0,15 2-53 0 0,0 0-1 0 0,0 0 0 0 0,-1 0 1 0 0,1 1-1 0 0,0 0 0 0 0,1 1 1 0 0,-1 0-1 0 0,0 0 0 0 0,1 1 1 0 0,-1 0-1 0 0,1 0 0 0 0,0 1 1 0 0,1-1-1 0 0,-1 2 0 0 0,-10 9 1 0 0,13-10-6 0 0,-1 1 1 0 0,1-1 0 0 0,0 1 0 0 0,1-1-1 0 0,-1 1 1 0 0,1 0 0 0 0,0 1 0 0 0,1-1-1 0 0,-1 0 1 0 0,1 1 0 0 0,1 0-1 0 0,-1-1 1 0 0,1 1 0 0 0,0 0 0 0 0,1 0-1 0 0,-1-1 1 0 0,2 1 0 0 0,-1 0-1 0 0,2 10 1 0 0,-1-10 12 0 0,1 0 0 0 0,0 0 0 0 0,0 0 0 0 0,0-1-1 0 0,1 1 1 0 0,0-1 0 0 0,0 1 0 0 0,0-1 0 0 0,1 0 0 0 0,8 9-1 0 0,-9-11 14 0 0,0-1 0 0 0,1 0 0 0 0,0 0 0 0 0,-1 0 0 0 0,1 0-1 0 0,1-1 1 0 0,-1 1 0 0 0,0-1 0 0 0,0 0 0 0 0,1 0-1 0 0,-1-1 1 0 0,1 1 0 0 0,0-1 0 0 0,-1 0 0 0 0,1 0-1 0 0,8 0 1 0 0,-3-1-6 0 0,0 0-1 0 0,-1 0 1 0 0,1-1 0 0 0,0-1-1 0 0,0 1 1 0 0,-1-2 0 0 0,1 1-1 0 0,-1-1 1 0 0,0-1 0 0 0,0 0-1 0 0,0 0 1 0 0,0 0 0 0 0,-1-1-1 0 0,1-1 1 0 0,-1 0 0 0 0,-1 0-1 0 0,1 0 1 0 0,12-14 0 0 0,-8 7 9 0 0,-1-1 0 0 0,0 0 1 0 0,-1-1-1 0 0,0 0 0 0 0,-2 0 0 0 0,0-1 1 0 0,0 0-1 0 0,-1-1 0 0 0,-2 1 0 0 0,8-31 0 0 0,-10 33-6 0 0,-1 0-1 0 0,-1 0 0 0 0,0 0 0 0 0,0 0 0 0 0,-2 0 0 0 0,0-1 0 0 0,0 1 0 0 0,-1 0 0 0 0,-1 0 0 0 0,-1 0 0 0 0,0 1 0 0 0,0-1 0 0 0,-12-23 0 0 0,8 23-5 0 0,0 0 0 0 0,-1 1 0 0 0,0 0 0 0 0,-1 1 0 0 0,-1-1 0 0 0,0 2 0 0 0,0 0 0 0 0,-23-17 0 0 0,27 23-8 0 0,0 0-1 0 0,0 1 1 0 0,-1 0-1 0 0,1 0 1 0 0,-1 1 0 0 0,0 0-1 0 0,0 1 1 0 0,0 0-1 0 0,-1 0 1 0 0,1 0 0 0 0,0 1-1 0 0,-1 0 1 0 0,1 1-1 0 0,-1 0 1 0 0,1 0-1 0 0,-1 1 1 0 0,1 0 0 0 0,-11 3-1 0 0,8-1-244 0 0,0 1-1 0 0,1-1 1 0 0,0 2 0 0 0,0-1-1 0 0,0 2 1 0 0,1-1 0 0 0,-10 8-1 0 0,13-8-248 0 0,-1 0-1 0 0,1 1 0 0 0,0 0 1 0 0,1 0-1 0 0,0 0 0 0 0,0 1 1 0 0,0 0-1 0 0,1 0 0 0 0,0 0 1 0 0,-4 8-1 0 0,1 6-6829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16.5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0 367 6447 0 0,'2'-3'749'0'0,"1"-1"1"0"0,-1 1-1 0 0,1 0 0 0 0,0 0 0 0 0,0 0 0 0 0,0 0 0 0 0,0 1 0 0 0,0-1 0 0 0,6-3 0 0 0,11-5 2303 0 0,23-18-1 0 0,-32 21-2554 0 0,-1-1-1 0 0,-1 0 0 0 0,16-17 0 0 0,-21 21-465 0 0,0 0-1 0 0,-1 0 0 0 0,1 0 1 0 0,-1-1-1 0 0,0 1 1 0 0,0-1-1 0 0,-1 0 0 0 0,0 0 1 0 0,0 0-1 0 0,0 0 1 0 0,-1-1-1 0 0,0 1 0 0 0,0 0 1 0 0,0-1-1 0 0,-1 1 1 0 0,0 0-1 0 0,0-1 1 0 0,-1 1-1 0 0,1 0 0 0 0,-1-1 1 0 0,-3-7-1 0 0,1 6-5 0 0,0 1 0 0 0,0-1 1 0 0,-1 1-1 0 0,0-1 0 0 0,0 1 0 0 0,-1 0 0 0 0,-6-8 0 0 0,8 12-20 0 0,1 0 0 0 0,-1 0-1 0 0,0 0 1 0 0,0 0 0 0 0,0 1-1 0 0,0 0 1 0 0,-1-1 0 0 0,1 1-1 0 0,0 0 1 0 0,-1 1 0 0 0,0-1-1 0 0,1 1 1 0 0,-1-1 0 0 0,0 1-1 0 0,0 0 1 0 0,0 0 0 0 0,-5 0-1 0 0,7 1-3 0 0,0 0 0 0 0,1 0-1 0 0,-1 1 1 0 0,0-1-1 0 0,1 0 1 0 0,-1 1 0 0 0,1-1-1 0 0,-1 1 1 0 0,1-1-1 0 0,-1 1 1 0 0,1 0 0 0 0,-1-1-1 0 0,1 1 1 0 0,0 0-1 0 0,-1 0 1 0 0,1 0 0 0 0,-2 3-1 0 0,1-2 0 0 0,0 0 1 0 0,0 1-1 0 0,1-1 0 0 0,-1 1 0 0 0,1 0 1 0 0,0 0-1 0 0,0-1 0 0 0,0 1 1 0 0,-1 4-1 0 0,1 1-1 0 0,-1 1 1 0 0,1-1-1 0 0,1 1 1 0 0,0 0 0 0 0,2 15-1 0 0,5 17 20 0 0,3-1 0 0 0,21 59 0 0 0,-13-47 7 0 0,62 147 463 0 0,-2-10-61 0 0,-66-165-565 0 0,-10-20 81 0 0,0-1-1 0 0,0 1 1 0 0,0 0 0 0 0,1 6-1 0 0,-4-8-1123 0 0,-3-3 65 0 0,-6-6-1945 0 0,0 1-3710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16.7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2 111 5063 0 0,'-1'-1'48'0'0,"1"1"-1"0"0,0-1 0 0 0,0 1 0 0 0,0-1 0 0 0,0 1 0 0 0,0-1 0 0 0,0 1 1 0 0,0-1-1 0 0,0 1 0 0 0,0-1 0 0 0,0 1 0 0 0,0-1 0 0 0,0 1 0 0 0,0-1 0 0 0,0 1 1 0 0,1-1-1 0 0,-1 1 0 0 0,0-1 0 0 0,0 1 0 0 0,1-1 0 0 0,-1 1 0 0 0,0 0 1 0 0,0-1-1 0 0,1 0 0 0 0,13-7 2599 0 0,25 1 2900 0 0,-29 6-4755 0 0,75-9 5699 0 0,-51 8-5524 0 0,59-13 0 0 0,-77 11-901 0 0,-7 3-49 0 0,0-1 0 0 0,0-1 0 0 0,0 0 0 0 0,0 0 0 0 0,-1 0 0 0 0,1-1-1 0 0,-1 0 1 0 0,9-7 0 0 0,-10 1-704 0 0,-6 3 0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17.1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71 121 919 0 0,'-23'-20'1278'0'0,"17"15"-538"0"0,0 0 0 0 0,1 0 0 0 0,-1 0 0 0 0,1-1 0 0 0,0 0 0 0 0,-7-12 0 0 0,12 18-548 0 0,-1-1 0 0 0,1 0 0 0 0,-1 0 0 0 0,1 0 0 0 0,0 0 1 0 0,0 1-1 0 0,-1-1 0 0 0,1 0 0 0 0,0 0 0 0 0,0 0 0 0 0,0 0 0 0 0,0 0 0 0 0,0 0 1 0 0,0 0-1 0 0,0 0 0 0 0,0 1 0 0 0,1-1 0 0 0,-1 0 0 0 0,0 0 0 0 0,0 0 0 0 0,1 0 1 0 0,-1 0-1 0 0,1-1 0 0 0,1 1 99 0 0,-1-1 1 0 0,1 1-1 0 0,-1-1 1 0 0,0 1-1 0 0,1 0 1 0 0,0-1 0 0 0,-1 1-1 0 0,1 0 1 0 0,0 0-1 0 0,2-1 1 0 0,4 0 401 0 0,-1-1 1 0 0,1 1-1 0 0,0 0 0 0 0,10-1 1 0 0,-13 2-395 0 0,0 1 1 0 0,0 0 0 0 0,-1 0-1 0 0,1 0 1 0 0,0 0-1 0 0,0 1 1 0 0,0 0-1 0 0,5 1 1 0 0,-9-2-260 0 0,0 1 0 0 0,0-1 1 0 0,0 1-1 0 0,0 0 0 0 0,0-1 0 0 0,0 1 1 0 0,0 0-1 0 0,0-1 0 0 0,0 1 0 0 0,0 0 0 0 0,0 0 1 0 0,0 0-1 0 0,0 0 0 0 0,-1 0 0 0 0,1 0 0 0 0,0 0 1 0 0,-1 0-1 0 0,1 0 0 0 0,-1 0 0 0 0,1 0 0 0 0,-1 0 1 0 0,1 1-1 0 0,-1-1 0 0 0,0 0 0 0 0,0 0 1 0 0,0 0-1 0 0,0 1 0 0 0,1-1 0 0 0,-2 0 0 0 0,1 0 1 0 0,0 1-1 0 0,0-1 0 0 0,0 0 0 0 0,0 0 0 0 0,-1 0 1 0 0,0 2-1 0 0,-4 15 9 0 0,-1-1 0 0 0,-13 25 0 0 0,12-29 9 0 0,1 1 1 0 0,1 0 0 0 0,0 0-1 0 0,-6 27 1 0 0,11-37-22 0 0,-1 0 1 0 0,1 0 0 0 0,0 0-1 0 0,0 0 1 0 0,0 0 0 0 0,0 0-1 0 0,1 0 1 0 0,0 0-1 0 0,-1 0 1 0 0,1 0 0 0 0,1 0-1 0 0,-1 0 1 0 0,1 0 0 0 0,2 4-1 0 0,-2-5-10 0 0,0-1-1 0 0,-1 0 0 0 0,1 0 1 0 0,0 0-1 0 0,0 0 0 0 0,1-1 1 0 0,-1 1-1 0 0,0 0 0 0 0,1-1 1 0 0,-1 1-1 0 0,1-1 0 0 0,-1 0 1 0 0,1 0-1 0 0,-1 0 0 0 0,1 0 1 0 0,0-1-1 0 0,0 1 0 0 0,-1-1 1 0 0,1 1-1 0 0,0-1 0 0 0,4 0 1 0 0,3-1 73 0 0,-1 0 0 0 0,18-4 0 0 0,8-1-1890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18.3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38 273 2303 0 0,'-31'-12'6336'0'0,"24"6"-2158"0"0,13 3-859 0 0,12 1 583 0 0,-12 2-3434 0 0,410-40 1902 0 0,-309 25-2170 0 0,-1-3-1 0 0,121-39 0 0 0,-133 35-115 0 0,1 4 1 0 0,99-6-1 0 0,-137 18 56 0 0,99-25 0 0 0,-114 14-140 0 0,-41 16-91 0 0,-7 1-135 0 0,-10 3-341 0 0,-2 4 59 0 0,-4 1-4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19.4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411 516 4607 0 0,'14'0'2667'0'0,"0"0"0"0"0,0-1-1 0 0,0-1 1 0 0,24-5-1 0 0,-35 6-2518 0 0,-1 1 1 0 0,1-1-1 0 0,0 0 0 0 0,-1 0 0 0 0,1-1 1 0 0,0 1-1 0 0,-1 0 0 0 0,0-1 0 0 0,1 0 0 0 0,-1 1 1 0 0,0-1-1 0 0,0 0 0 0 0,0 0 0 0 0,0 0 1 0 0,0 0-1 0 0,0-1 0 0 0,0 1 0 0 0,-1-1 1 0 0,1 1-1 0 0,-1-1 0 0 0,0 1 0 0 0,0-1 1 0 0,0 0-1 0 0,0 1 0 0 0,0-1 0 0 0,-1 0 0 0 0,1 0 1 0 0,-1 0-1 0 0,1-4 0 0 0,-2 4-132 0 0,1 0-1 0 0,-1 1 1 0 0,1-1-1 0 0,-1 0 1 0 0,0 1-1 0 0,0-1 1 0 0,0 1-1 0 0,-1-1 1 0 0,1 1-1 0 0,0 0 1 0 0,-1-1-1 0 0,0 1 1 0 0,1 0-1 0 0,-1 0 1 0 0,0 0-1 0 0,0 0 1 0 0,0 0 0 0 0,0 1-1 0 0,-1-1 1 0 0,-2-2-1 0 0,-7-3 75 0 0,0 1-1 0 0,-22-9 1 0 0,31 13-89 0 0,-130-45-1 0 0,127 45 0 0 0,0 0 0 0 0,-1 1 0 0 0,1-1 0 0 0,-1 2 0 0 0,0-1 0 0 0,1 1 0 0 0,-1 0 0 0 0,1 0 0 0 0,-1 1 0 0 0,0 0 0 0 0,1 0 0 0 0,-1 0 0 0 0,1 1 0 0 0,0 0 0 0 0,0 0 0 0 0,-7 4 0 0 0,6-3 0 0 0,0 2 0 0 0,1-1 0 0 0,-1 1 0 0 0,1-1 0 0 0,-1 2 0 0 0,2-1 0 0 0,-1 1 0 0 0,0 0 0 0 0,1 0 0 0 0,0 1 0 0 0,1-1 0 0 0,-8 14 0 0 0,10-15 2 0 0,0 0-1 0 0,0 0 1 0 0,0 1-1 0 0,1-1 0 0 0,0 0 1 0 0,0 0-1 0 0,0 1 1 0 0,1-1-1 0 0,0 1 1 0 0,-1-1-1 0 0,2 0 1 0 0,-1 1-1 0 0,1-1 1 0 0,0 0-1 0 0,0 1 0 0 0,0-1 1 0 0,1 0-1 0 0,0 0 1 0 0,0 0-1 0 0,0 0 1 0 0,5 7-1 0 0,-5-8 0 0 0,1-1 1 0 0,0 1-1 0 0,-1-1 0 0 0,2 1 0 0 0,-1-1 1 0 0,0 0-1 0 0,1 0 0 0 0,-1 0 0 0 0,1-1 0 0 0,0 1 1 0 0,0-1-1 0 0,0 0 0 0 0,0 0 0 0 0,0 0 1 0 0,0-1-1 0 0,1 1 0 0 0,-1-1 0 0 0,0 0 1 0 0,1 0-1 0 0,-1-1 0 0 0,1 1 0 0 0,-1-1 0 0 0,1 0 1 0 0,0 0-1 0 0,6-2 0 0 0,-3 1 1 0 0,0-1 0 0 0,0-1-1 0 0,-1 1 1 0 0,1-1 0 0 0,-1 0-1 0 0,1-1 1 0 0,-1 0 0 0 0,0 0-1 0 0,-1-1 1 0 0,1 0 0 0 0,-1 0-1 0 0,0 0 1 0 0,0-1 0 0 0,-1 1-1 0 0,1-2 1 0 0,-1 1 0 0 0,0 0-1 0 0,4-9 1 0 0,-3 4 1 0 0,0-1 0 0 0,-1 1 0 0 0,0-1 0 0 0,-1 0 0 0 0,-1 0 0 0 0,0-1 0 0 0,0 1-1 0 0,-1 0 1 0 0,-1-1 0 0 0,0-24 0 0 0,-2 20 9 0 0,-1 1 0 0 0,-1-1 0 0 0,0 1 0 0 0,-1-1-1 0 0,-1 1 1 0 0,-1 0 0 0 0,0 1 0 0 0,-1 0 0 0 0,-17-29 0 0 0,16 32-2 0 0,0 1 1 0 0,-1-1-1 0 0,0 1 0 0 0,0 1 1 0 0,-2 0-1 0 0,1 0 0 0 0,-1 1 1 0 0,0 0-1 0 0,-1 1 0 0 0,0 0 1 0 0,-1 1-1 0 0,-13-6 0 0 0,21 11-9 0 0,-1 1 0 0 0,1-1 0 0 0,-1 1-1 0 0,1 0 1 0 0,-1 1 0 0 0,1 0-1 0 0,-1-1 1 0 0,1 2 0 0 0,-1-1 0 0 0,1 1-1 0 0,0-1 1 0 0,-1 2 0 0 0,1-1-1 0 0,-1 0 1 0 0,1 1 0 0 0,0 0 0 0 0,-8 4-1 0 0,4-1-1 0 0,1 0-1 0 0,-1 1 0 0 0,1 0 0 0 0,0 0 1 0 0,1 1-1 0 0,-1 0 0 0 0,1 0 1 0 0,-11 15-1 0 0,16-19-105 0 0,0 0 0 0 0,0 1 0 0 0,0-1 0 0 0,1 0 0 0 0,-1 1 0 0 0,1-1 0 0 0,0 0 1 0 0,0 1-1 0 0,0 0 0 0 0,-1 6 0 0 0,3-1-976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20.0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60 2303 0 0,'1'-3'377'0'0,"1"1"-1"0"0,-1-1 0 0 0,1 1 0 0 0,-1-1 1 0 0,1 1-1 0 0,0 0 0 0 0,0 0 0 0 0,0 0 1 0 0,0 0-1 0 0,0 0 0 0 0,0 0 0 0 0,1 1 1 0 0,-1-1-1 0 0,1 1 0 0 0,-1-1 0 0 0,1 1 1 0 0,-1 0-1 0 0,1 0 0 0 0,0 0 0 0 0,0 0 1 0 0,-1 1-1 0 0,1-1 0 0 0,4 0 0 0 0,1 0 637 0 0,-1 1-1 0 0,1 0 1 0 0,0 0 0 0 0,-1 0-1 0 0,1 1 1 0 0,-1 0-1 0 0,14 4 1 0 0,-13-3-722 0 0,0 1 0 0 0,-1 0 0 0 0,1 1 0 0 0,-1 0 0 0 0,0 0 0 0 0,0 0 0 0 0,0 1 0 0 0,-1 0 0 0 0,1 1 0 0 0,-1-1 0 0 0,-1 1 0 0 0,10 12 0 0 0,-12-13-275 0 0,1 0-1 0 0,-1 0 0 0 0,0 1 1 0 0,-1-1-1 0 0,0 1 1 0 0,1 0-1 0 0,-2 0 1 0 0,1-1-1 0 0,-1 1 1 0 0,0 0-1 0 0,0 0 0 0 0,0 1 1 0 0,-1-1-1 0 0,0 0 1 0 0,0 0-1 0 0,-1 0 1 0 0,-2 11-1 0 0,0-6-1 0 0,-1-1-1 0 0,0 1 0 0 0,-9 15 1 0 0,7-15 31 0 0,1 0 0 0 0,-6 17 0 0 0,11-27-39 0 0,-1 0 0 0 0,1-1 0 0 0,0 1-1 0 0,0 0 1 0 0,-1 0 0 0 0,1-1-1 0 0,0 1 1 0 0,0 0 0 0 0,0 0-1 0 0,0 0 1 0 0,0-1 0 0 0,0 1-1 0 0,0 0 1 0 0,0 0 0 0 0,0 0-1 0 0,0-1 1 0 0,1 1 0 0 0,-1 0-1 0 0,0 0 1 0 0,1 0 0 0 0,-1-1-1 0 0,0 1 1 0 0,1 0 0 0 0,-1-1-1 0 0,1 1 1 0 0,0 1 0 0 0,0-2 0 0 0,0 0 0 0 0,0 1 0 0 0,0-1 0 0 0,0 0 0 0 0,0 0 0 0 0,0 0 0 0 0,0 0 0 0 0,0 0 0 0 0,0 0-1 0 0,0 0 1 0 0,0 0 0 0 0,0-1 0 0 0,0 1 0 0 0,0 0 0 0 0,0-1 0 0 0,0 1 0 0 0,-1 0 0 0 0,1-1 0 0 0,0 1 0 0 0,0-1 0 0 0,0 1 0 0 0,1-2 0 0 0,4-2-6 0 0,-1 0 0 0 0,1-1 0 0 0,-1 1 0 0 0,1-1 0 0 0,-2 0 0 0 0,1-1 0 0 0,0 1 0 0 0,-1-1 0 0 0,7-11 0 0 0,-5 3 0 0 0,1-1 0 0 0,-2 1 0 0 0,7-23 0 0 0,-6 19 0 0 0,2 1 0 0 0,0-1 0 0 0,1 1 0 0 0,1 1 0 0 0,13-17 0 0 0,-5 4 0 0 0,11-16 0 0 0,-39 60 0 0 0,0 0 0 0 0,1 1 0 0 0,0 0 0 0 0,1 1 0 0 0,1 0 0 0 0,1 0 0 0 0,0 0 0 0 0,1 1 0 0 0,1 0 0 0 0,-3 25 0 0 0,7-38 24 0 0,0 0-1 0 0,1-1 1 0 0,-1 1-1 0 0,1 0 1 0 0,0 0 0 0 0,0-1-1 0 0,0 1 1 0 0,1 0-1 0 0,0-1 1 0 0,0 1 0 0 0,0-1-1 0 0,0 0 1 0 0,1 0-1 0 0,-1 0 1 0 0,1 0 0 0 0,0 0-1 0 0,0 0 1 0 0,1-1-1 0 0,-1 1 1 0 0,1-1 0 0 0,0 0-1 0 0,0 0 1 0 0,0-1-1 0 0,0 1 1 0 0,0-1-1 0 0,0 0 1 0 0,1 0 0 0 0,-1 0-1 0 0,1 0 1 0 0,0-1-1 0 0,-1 0 1 0 0,1 0 0 0 0,0 0-1 0 0,0-1 1 0 0,0 1-1 0 0,-1-1 1 0 0,1 0 0 0 0,7-1-1 0 0,-4-1 15 0 0,0 1 0 0 0,0-1 0 0 0,0-1 0 0 0,11-4-1 0 0,-14 5-244 0 0,-1 0 0 0 0,0 0 1 0 0,1-1-1 0 0,-1 0 0 0 0,0 1 0 0 0,0-1 0 0 0,-1-1 0 0 0,7-6 0 0 0,-6 4-5464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20.2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33 6911 0 0,'148'-9'12559'0'0,"-47"-3"-11135"0"0,-21 2-6603 0 0,-57 8-1569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20.5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5 118 10591 0 0,'-1'0'68'0'0,"1"0"1"0"0,0 0-1 0 0,0 0 0 0 0,0 0 0 0 0,-1 0 0 0 0,1-1 0 0 0,0 1 0 0 0,0 0 0 0 0,0 0 0 0 0,-1 0 0 0 0,1 0 0 0 0,0-1 0 0 0,0 1 1 0 0,0 0-1 0 0,0 0 0 0 0,-1-1 0 0 0,1 1 0 0 0,0 0 0 0 0,0 0 0 0 0,0 0 0 0 0,0-1 0 0 0,0 1 0 0 0,0 0 0 0 0,0 0 1 0 0,0-1-1 0 0,0 1 0 0 0,0 0 0 0 0,0 0 0 0 0,0-1 0 0 0,0 1 0 0 0,0 0 0 0 0,0-1 0 0 0,0 1 0 0 0,0 0 0 0 0,1-12 1087 0 0,0 10-409 0 0,0-6 1339 0 0,0 0 0 0 0,5-16 0 0 0,-3 18-1767 0 0,-1-1 1 0 0,1 0-1 0 0,1 1 1 0 0,-1 0-1 0 0,1-1 1 0 0,6-7-1 0 0,-9 14-310 0 0,-1 0-1 0 0,0 0 1 0 0,0 0-1 0 0,0-1 1 0 0,0 1-1 0 0,0 0 0 0 0,0 0 1 0 0,1-1-1 0 0,-1 1 1 0 0,0 0-1 0 0,0 0 1 0 0,0 0-1 0 0,1 0 1 0 0,-1-1-1 0 0,0 1 1 0 0,0 0-1 0 0,0 0 1 0 0,1 0-1 0 0,-1 0 1 0 0,0 0-1 0 0,0 0 1 0 0,1 0-1 0 0,-1 0 1 0 0,0-1-1 0 0,0 1 0 0 0,1 0 1 0 0,-1 0-1 0 0,0 0 1 0 0,0 0-1 0 0,1 0 1 0 0,-1 0-1 0 0,0 1 1 0 0,0-1-1 0 0,1 0 1 0 0,-1 0-1 0 0,0 0 1 0 0,4 10 181 0 0,-2 15-21 0 0,-2-24-165 0 0,-6 80 10 0 0,4-61-13 0 0,0 0-1 0 0,1 0 1 0 0,1 0 0 0 0,1 0-1 0 0,4 26 1 0 0,-5-45 8 0 0,0-1-105 0 0,0 1 0 0 0,0-1 0 0 0,0 1 0 0 0,0-1 0 0 0,0 1 0 0 0,0-1 0 0 0,0 1 0 0 0,1-1 0 0 0,-1 1 0 0 0,0-1 0 0 0,0 1 0 0 0,0-1 1 0 0,1 1-1 0 0,-1-1 0 0 0,0 0 0 0 0,1 1 0 0 0,-1-1 0 0 0,0 1 0 0 0,1-1 0 0 0,-1 0 0 0 0,0 1 0 0 0,1-1 0 0 0,-1 0 0 0 0,0 0 0 0 0,2 1 0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20.8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40 4143 0 0,'0'0'-5'0'0,"7"-7"1112"0"0,0 0-1 0 0,12-8 1 0 0,-18 14-742 0 0,1 0 1 0 0,0-1-1 0 0,0 1 1 0 0,0 0-1 0 0,-1 0 0 0 0,1 1 1 0 0,0-1-1 0 0,0 0 1 0 0,0 1-1 0 0,0-1 0 0 0,0 1 1 0 0,1-1-1 0 0,-1 1 1 0 0,0 0-1 0 0,0 0 0 0 0,0 0 1 0 0,0 0-1 0 0,2 1 1 0 0,-3-1-196 0 0,0 1 1 0 0,-1-1-1 0 0,1 0 1 0 0,0 0-1 0 0,-1 1 1 0 0,1-1-1 0 0,0 1 1 0 0,-1-1-1 0 0,1 1 1 0 0,-1-1-1 0 0,1 1 1 0 0,-1-1-1 0 0,1 1 1 0 0,-1-1-1 0 0,1 1 1 0 0,-1 0-1 0 0,0-1 1 0 0,1 1-1 0 0,-1 0 1 0 0,0-1-1 0 0,1 2 1 0 0,-1 1 97 0 0,1-1 1 0 0,-1 0-1 0 0,0 1 0 0 0,1-1 1 0 0,-1 1-1 0 0,-1 3 1 0 0,0 3 218 0 0,-1 0 0 0 0,-4 13 0 0 0,6-22-486 0 0,-7 18 397 0 0,-1 0 0 0 0,-11 20 1 0 0,11-26-262 0 0,1 2 0 0 0,1-1 1 0 0,0 1-1 0 0,1 0 0 0 0,-3 14 0 0 0,7-26-117 0 0,1-1 0 0 0,0 0 1 0 0,0 1-1 0 0,-1-1 0 0 0,1 0 0 0 0,0 0 0 0 0,0 1 0 0 0,0-1 0 0 0,0 0 0 0 0,1 1 0 0 0,-1-1 1 0 0,0 0-1 0 0,1 0 0 0 0,-1 1 0 0 0,0-1 0 0 0,1 0 0 0 0,0 0 0 0 0,-1 0 0 0 0,1 1 1 0 0,0-1-1 0 0,-1 0 0 0 0,2 1 0 0 0,-1-1-8 0 0,1-1 0 0 0,-1 1-1 0 0,0 0 1 0 0,1-1 0 0 0,-1 1 0 0 0,0-1 0 0 0,1 1 0 0 0,-1-1 0 0 0,1 1-1 0 0,-1-1 1 0 0,1 0 0 0 0,-1 0 0 0 0,1 0 0 0 0,-1 0 0 0 0,1 0 0 0 0,-1 0-1 0 0,1 0 1 0 0,1-1 0 0 0,16-4 151 0 0,-1 0 0 0 0,0-1 1 0 0,0-1-1 0 0,25-14 0 0 0,26-10 206 0 0,-55 29-344 0 0,-14 2-22 0 0,0 0 0 0 0,0 0 0 0 0,0 0 0 0 0,1 0 0 0 0,-1 0 0 0 0,0 0 0 0 0,0 0 0 0 0,0 0 0 0 0,0 0 0 0 0,1 0 0 0 0,-1 0 0 0 0,0 0 0 0 0,0 1 0 0 0,0-1 0 0 0,0 0 0 0 0,1 0 0 0 0,-1 0 0 0 0,0 0 0 0 0,0 0 0 0 0,0 1 0 0 0,0-1 0 0 0,0 0 0 0 0,0 0 0 0 0,1 0 0 0 0,-1 0 0 0 0,0 1 0 0 0,0-1 0 0 0,0 0 0 0 0,0 0 0 0 0,0 0 0 0 0,0 1 0 0 0,-2 8-1696 0 0,-5 1-3653 0 0,-5 5-2585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22.8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 4607 0 0,'0'0'124'0'0,"0"0"0"0"0,0 0 0 0 0,-1 0 0 0 0,1 0 0 0 0,0 0-1 0 0,0 1 1 0 0,-1-1 0 0 0,1 0 0 0 0,0 0 0 0 0,0 0 0 0 0,-1 1-1 0 0,1-1 1 0 0,0 0 0 0 0,0 0 0 0 0,0 1 0 0 0,0-1 0 0 0,-1 0-1 0 0,1 1 1 0 0,0-1 0 0 0,0 0 0 0 0,0 0 0 0 0,0 1 0 0 0,0-1-1 0 0,0 0 1 0 0,0 1 0 0 0,0-1 0 0 0,0 0 0 0 0,0 1 0 0 0,0-1-1 0 0,0 0 1 0 0,0 1 0 0 0,0-1 0 0 0,0 0 0 0 0,0 0 0 0 0,0 1-1 0 0,0-1 1 0 0,9 2 7228 0 0,78-8-1996 0 0,8 6-4089 0 0,-69 0-1468 0 0,-20 0-404 0 0,-3 1-218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23.0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20 10135 0 0,'9'3'573'0'0,"1"-1"-1"0"0,0 0 1 0 0,1 0-1 0 0,-1-1 1 0 0,0-1-1 0 0,0 0 1 0 0,15-1-1 0 0,71-16 6547 0 0,-40 6-5330 0 0,-47 10-3364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28.2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0 168 4607 0 0,'1'-23'1294'0'0,"1"0"-1"0"0,6-30 1 0 0,7-11 4251 0 0,-13 60-2266 0 0,0 11-1678 0 0,-1 12-251 0 0,-4 24-46 0 0,4 73-1 0 0,28 101-367 0 0,-15-117-810 0 0,-13-92-198 0 0,0 1 0 0 0,1-1 0 0 0,0 1 0 0 0,0-1 0 0 0,1 0 0 0 0,5 9 0 0 0,-2-8-485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28.5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71 128 9671 0 0,'0'0'40'0'0,"0"0"-1"0"0,0 0 1 0 0,-1 1 0 0 0,1-1-1 0 0,0 0 1 0 0,0 0-1 0 0,0 1 1 0 0,0-1-1 0 0,0 0 1 0 0,-1 0 0 0 0,1 1-1 0 0,0-1 1 0 0,0 0-1 0 0,0 0 1 0 0,0 1-1 0 0,0-1 1 0 0,0 0 0 0 0,0 1-1 0 0,0-1 1 0 0,0 0-1 0 0,0 0 1 0 0,0 1-1 0 0,0-1 1 0 0,0 0-1 0 0,0 1 1 0 0,0-1 0 0 0,1 0-1 0 0,-1 0 1 0 0,0 1-1 0 0,0-1 1 0 0,0 0-1 0 0,0 0 1 0 0,0 0 0 0 0,1 1-1 0 0,4 12 1311 0 0,-4-12-1047 0 0,4 11 740 0 0,2-1 1 0 0,0 1 0 0 0,0-1-1 0 0,1-1 1 0 0,0 1 0 0 0,12 10-1 0 0,-10-11-597 0 0,1-1 0 0 0,-1 0 0 0 0,2-1-1 0 0,-1-1 1 0 0,1 1 0 0 0,13 5-1 0 0,-16-9-382 0 0,-1-1 0 0 0,1 1-1 0 0,-1-2 1 0 0,1 1-1 0 0,0-1 1 0 0,0 0 0 0 0,0-1-1 0 0,0 0 1 0 0,0-1-1 0 0,0 0 1 0 0,0 0-1 0 0,0-1 1 0 0,0 0 0 0 0,0 0-1 0 0,0-1 1 0 0,0 0-1 0 0,0-1 1 0 0,-1 0-1 0 0,1 0 1 0 0,-1-1 0 0 0,0 0-1 0 0,9-6 1 0 0,-14 8-53 0 0,-1 0-1 0 0,1 0 1 0 0,-1 0 0 0 0,1 0-1 0 0,-1 0 1 0 0,0-1 0 0 0,0 1 0 0 0,0-1-1 0 0,0 0 1 0 0,0 1 0 0 0,-1-1 0 0 0,1 0-1 0 0,-1 0 1 0 0,0 0 0 0 0,1 0 0 0 0,-2 0-1 0 0,1 0 1 0 0,0-1 0 0 0,-1 1 0 0 0,1 0-1 0 0,-1-4 1 0 0,0 2 8 0 0,-1 0 0 0 0,1 0 0 0 0,-1 0-1 0 0,0 0 1 0 0,-1 0 0 0 0,1 1 0 0 0,-1-1 0 0 0,0 0 0 0 0,0 1-1 0 0,-1-1 1 0 0,1 1 0 0 0,-1 0 0 0 0,-4-5 0 0 0,-5-6-4 0 0,-1 1 0 0 0,-1 0 0 0 0,0 1 1 0 0,-1 1-1 0 0,0 0 0 0 0,-1 1 0 0 0,0 1 0 0 0,-24-12 0 0 0,28 16-7 0 0,-1 1 0 0 0,1 0 0 0 0,-1 1 0 0 0,-1 0 0 0 0,1 1 0 0 0,0 0 0 0 0,-1 1 0 0 0,1 1 0 0 0,-1 0-1 0 0,0 0 1 0 0,0 2 0 0 0,-19 2 0 0 0,28-2-57 0 0,-1 1 0 0 0,1-1 0 0 0,0 1 1 0 0,0 0-1 0 0,0 0 0 0 0,0 0 0 0 0,0 1 0 0 0,0 0 0 0 0,1 0 0 0 0,-1 0 0 0 0,1 0 0 0 0,0 1 1 0 0,0 0-1 0 0,0 0 0 0 0,1 0 0 0 0,-1 0 0 0 0,-3 6 0 0 0,5-6-11 0 0,0 1-1 0 0,0-1 1 0 0,0 1-1 0 0,0-1 1 0 0,1 1-1 0 0,0 0 1 0 0,0-1-1 0 0,0 1 1 0 0,0 0-1 0 0,1 0 1 0 0,0 0-1 0 0,0 0 1 0 0,0 0-1 0 0,1 0 1 0 0,-1-1-1 0 0,1 1 1 0 0,0 0-1 0 0,1 0 1 0 0,2 6-1 0 0,8 13-602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00.4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262 356 5527 0 0,'1'2'363'0'0,"0"0"-1"0"0,0 0 0 0 0,1 0 0 0 0,-1 0 0 0 0,1 0 0 0 0,-1 0 0 0 0,1 0 0 0 0,0-1 0 0 0,-1 1 0 0 0,1-1 0 0 0,3 3 1 0 0,-3-2 118 0 0,0-1-115 0 0,0 1 0 0 0,1 0 0 0 0,-1-1 0 0 0,0 1 0 0 0,1-1-1 0 0,-1 0 1 0 0,1 1 0 0 0,-1-1 0 0 0,1-1 0 0 0,-1 1 0 0 0,1 0 0 0 0,0-1 0 0 0,0 1 0 0 0,-1-1 0 0 0,1 0-1 0 0,0 1 1 0 0,4-2 0 0 0,-5 1-211 0 0,0-1 0 0 0,0 1 0 0 0,0-1 0 0 0,-1 0-1 0 0,1 0 1 0 0,0 0 0 0 0,0 0 0 0 0,-1 0 0 0 0,1 0 0 0 0,-1 0-1 0 0,1-1 1 0 0,-1 1 0 0 0,1 0 0 0 0,-1-1 0 0 0,0 1 0 0 0,0-1-1 0 0,0 0 1 0 0,0 1 0 0 0,0-1 0 0 0,0 0 0 0 0,0 1 0 0 0,0-1-1 0 0,-1 0 1 0 0,1 0 0 0 0,0-3 0 0 0,0 2-108 0 0,0-1-1 0 0,0 1 1 0 0,-1-1 0 0 0,1 0 0 0 0,-1 1 0 0 0,0-1-1 0 0,0 1 1 0 0,0-1 0 0 0,0 0 0 0 0,-1 1 0 0 0,1-1-1 0 0,-1 1 1 0 0,0-1 0 0 0,0 1 0 0 0,0-1 0 0 0,-1 1-1 0 0,1 0 1 0 0,-1 0 0 0 0,0 0 0 0 0,0-1-1 0 0,0 2 1 0 0,0-1 0 0 0,0 0 0 0 0,-1 0 0 0 0,1 1-1 0 0,-1-1 1 0 0,0 1 0 0 0,0 0 0 0 0,0 0 0 0 0,0 0-1 0 0,-4-2 1 0 0,-1-1-44 0 0,-1 1 0 0 0,-1 0 0 0 0,1 0 0 0 0,0 1 0 0 0,-1 0 0 0 0,0 1 0 0 0,0 0-1 0 0,0 1 1 0 0,1 0 0 0 0,-21 0 0 0 0,23 2-1 0 0,-1-1 0 0 0,0 2 1 0 0,1-1-1 0 0,-1 1 0 0 0,1 0 0 0 0,0 1 0 0 0,0-1 0 0 0,0 1 0 0 0,0 1 0 0 0,0 0 1 0 0,1 0-1 0 0,-1 0 0 0 0,1 0 0 0 0,-11 11 0 0 0,6-3-2 0 0,0 0-1 0 0,1 0 0 0 0,1 1 1 0 0,-16 27-1 0 0,22-35 2 0 0,0 1 0 0 0,0 0 0 0 0,1 1 0 0 0,-1-1 0 0 0,2 0 0 0 0,-1 1 0 0 0,1-1 0 0 0,0 1 0 0 0,0-1 0 0 0,0 1 0 0 0,1-1 0 0 0,0 1 0 0 0,1 0 0 0 0,1 10 0 0 0,-1-13 11 0 0,0-1 0 0 0,0 1 0 0 0,0-1 0 0 0,1 1 0 0 0,-1-1 0 0 0,1 0-1 0 0,0 1 1 0 0,0-1 0 0 0,0 0 0 0 0,0 0 0 0 0,1-1 0 0 0,-1 1 0 0 0,1 0 0 0 0,0-1 0 0 0,0 1 0 0 0,5 2-1 0 0,-4-3 5 0 0,0 0-1 0 0,0 0 0 0 0,1 0 0 0 0,-1-1 0 0 0,1 0 0 0 0,-1 0 0 0 0,1 0 1 0 0,0-1-1 0 0,-1 1 0 0 0,1-1 0 0 0,8-1 0 0 0,-1-1 11 0 0,-1 0 1 0 0,1 0-1 0 0,-1-1 0 0 0,1-1 1 0 0,-1 0-1 0 0,0-1 0 0 0,0 0 0 0 0,-1 0 1 0 0,15-11-1 0 0,-15 9-7 0 0,-1 0 0 0 0,0-1-1 0 0,0 0 1 0 0,0-1 0 0 0,-1 1 0 0 0,0-2 0 0 0,-1 1 0 0 0,0-1-1 0 0,-1 0 1 0 0,0-1 0 0 0,0 1 0 0 0,-1-1 0 0 0,-1 0 0 0 0,0-1-1 0 0,0 1 1 0 0,-1-1 0 0 0,-1 1 0 0 0,1-1 0 0 0,-2 0 0 0 0,0 0 0 0 0,0 0-1 0 0,-1 0 1 0 0,-1 0 0 0 0,0 0 0 0 0,-1 0 0 0 0,0 0 0 0 0,0 0-1 0 0,-2 1 1 0 0,-6-18 0 0 0,5 17-19 0 0,-1 1 0 0 0,0 0 0 0 0,-1 0 0 0 0,0 0 0 0 0,0 1 0 0 0,-1 0 0 0 0,-1 1 0 0 0,0 0 0 0 0,0 0 0 0 0,0 1 0 0 0,-1 0 0 0 0,-1 0 0 0 0,1 1 0 0 0,-1 1 0 0 0,-12-6 0 0 0,19 10-44 0 0,0 1 0 0 0,-1 0 0 0 0,1 0 0 0 0,0 0-1 0 0,-1 0 1 0 0,1 1 0 0 0,-1 0 0 0 0,1 0 0 0 0,-1 0 0 0 0,1 0-1 0 0,0 1 1 0 0,-1-1 0 0 0,1 1 0 0 0,-1 0 0 0 0,1 1 0 0 0,0-1 0 0 0,0 1-1 0 0,0 0 1 0 0,0 0 0 0 0,0 0 0 0 0,-6 4 0 0 0,6-3-30 0 0,0 0 0 0 0,0 0 0 0 0,0 1 0 0 0,0-1-1 0 0,1 1 1 0 0,0 0 0 0 0,-1 0 0 0 0,1 0 0 0 0,0 0 0 0 0,1 1 0 0 0,-1-1 0 0 0,1 1 0 0 0,0-1 0 0 0,0 1 0 0 0,0 0 0 0 0,1 0 0 0 0,0 0 0 0 0,-1 8 0 0 0,3 0-2038 0 0,1 0-4942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00.9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63 5527 0 0,'-1'-3'302'0'0,"1"1"0"0"0,-1-1 0 0 0,1 0 0 0 0,0 0 0 0 0,0 0-1 0 0,0 0 1 0 0,0 0 0 0 0,1 1 0 0 0,-1-1 0 0 0,1 0 0 0 0,-1 0-1 0 0,1 0 1 0 0,0 1 0 0 0,2-4 0 0 0,-2 5-6 0 0,0-1-1 0 0,0 1 1 0 0,0 0 0 0 0,0 0-1 0 0,0-1 1 0 0,0 1 0 0 0,0 0 0 0 0,1 0-1 0 0,-1 1 1 0 0,0-1 0 0 0,1 0-1 0 0,-1 0 1 0 0,1 0 0 0 0,-1 1 0 0 0,1-1-1 0 0,-1 1 1 0 0,1 0 0 0 0,0-1-1 0 0,-1 1 1 0 0,1 0 0 0 0,-1 0 0 0 0,1 0-1 0 0,0 0 1 0 0,-1 0 0 0 0,1 0 0 0 0,2 1-1 0 0,-1-1-147 0 0,1 1-1 0 0,-1-1 0 0 0,0 1 1 0 0,0 0-1 0 0,0 0 1 0 0,0 1-1 0 0,0-1 1 0 0,0 0-1 0 0,-1 1 0 0 0,1 0 1 0 0,0 0-1 0 0,-1 0 1 0 0,1 0-1 0 0,-1 0 0 0 0,0 0 1 0 0,1 1-1 0 0,-1-1 1 0 0,0 1-1 0 0,0-1 1 0 0,-1 1-1 0 0,1 0 0 0 0,-1 0 1 0 0,1 0-1 0 0,-1 0 1 0 0,0 0-1 0 0,0 0 0 0 0,0 0 1 0 0,-1 0-1 0 0,1 4 1 0 0,0 0-106 0 0,0 0 0 0 0,-1 0 0 0 0,0 0 0 0 0,0 0 0 0 0,-1 0 0 0 0,0 0 0 0 0,0 0 0 0 0,-1 0 0 0 0,1 0 0 0 0,-2-1 0 0 0,1 1 0 0 0,-6 9 0 0 0,6-11-9 0 0,-1-1 0 0 0,1 1 0 0 0,0 0 0 0 0,0-1 0 0 0,1 1 0 0 0,-2 9-1 0 0,3-14-21 0 0,-1 1 0 0 0,1 0 0 0 0,0-1 0 0 0,0 1 0 0 0,0 0 0 0 0,1 0 0 0 0,-1-1 0 0 0,0 1 0 0 0,0 0 0 0 0,0-1 0 0 0,0 1 0 0 0,1 0 0 0 0,-1-1 0 0 0,0 1 0 0 0,1-1 0 0 0,-1 1 0 0 0,0 0 0 0 0,1-1 0 0 0,-1 1 0 0 0,1-1 0 0 0,0 2 0 0 0,0-2 8 0 0,0 1-1 0 0,1-1 0 0 0,-1 1 0 0 0,0-1 1 0 0,0 1-1 0 0,1-1 0 0 0,-1 0 1 0 0,0 0-1 0 0,1 0 0 0 0,-1 0 0 0 0,0 0 1 0 0,1 0-1 0 0,-1 0 0 0 0,0 0 1 0 0,1 0-1 0 0,1-1 0 0 0,7-2 154 0 0,1 0 1 0 0,11-6-1 0 0,12-3-1262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01.5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3 238 7831 0 0,'0'0'60'0'0,"0"0"0"0"0,0 0 1 0 0,1 0-1 0 0,-1 1 0 0 0,0-1 0 0 0,0 0 0 0 0,0 0 0 0 0,0 0 0 0 0,0 0 0 0 0,0 0 0 0 0,0 0 0 0 0,0 0 0 0 0,0 0 0 0 0,0 0 0 0 0,0 0 0 0 0,0 1 0 0 0,0-1 0 0 0,0 0 1 0 0,-1 1 899 0 0,1-1-900 0 0,0 0 1 0 0,0 0-1 0 0,0 0 0 0 0,0 0 0 0 0,-1 0 0 0 0,1 0 0 0 0,0 0 0 0 0,0 0 0 0 0,0 0 0 0 0,0 0 0 0 0,0 0 0 0 0,0 0 0 0 0,0 0 0 0 0,0 0 0 0 0,0 0 0 0 0,0 0 0 0 0,-1 0 0 0 0,1 0 1 0 0,0 0-1 0 0,0 0 0 0 0,0 0 0 0 0,0 0 0 0 0,11 4 6544 0 0,-3-2-6319 0 0,0-2-1 0 0,-1 1 1 0 0,1-1-1 0 0,0 0 0 0 0,0-1 1 0 0,-1 0-1 0 0,1 0 1 0 0,0-1-1 0 0,-1 0 1 0 0,1 0-1 0 0,-1-1 0 0 0,0 1 1 0 0,0-2-1 0 0,0 1 1 0 0,0-1-1 0 0,9-7 1 0 0,-11 8-280 0 0,1-1 0 0 0,-1 0 1 0 0,-1 0-1 0 0,1-1 0 0 0,0 0 0 0 0,-1 1 1 0 0,0-2-1 0 0,0 1 0 0 0,-1 0 1 0 0,0-1-1 0 0,1 1 0 0 0,-2-1 0 0 0,1 0 1 0 0,-1 0-1 0 0,0 0 0 0 0,0 0 1 0 0,0-1-1 0 0,-1 1 0 0 0,0 0 1 0 0,0-13-1 0 0,-1 14-1 0 0,-1 0 0 0 0,0 0 0 0 0,0 1 0 0 0,0-1 1 0 0,-1 0-1 0 0,1 1 0 0 0,-1 0 0 0 0,0-1 0 0 0,0 1 0 0 0,-1 0 1 0 0,1 0-1 0 0,-1 0 0 0 0,0 0 0 0 0,0 0 0 0 0,-5-4 0 0 0,6 6-2 0 0,1 1-1 0 0,-1 0 0 0 0,0 0 1 0 0,1 0-1 0 0,-1 0 0 0 0,0 0 1 0 0,1 0-1 0 0,-1 0 0 0 0,0 0 0 0 0,0 1 1 0 0,0-1-1 0 0,0 1 0 0 0,0-1 1 0 0,0 1-1 0 0,0 0 0 0 0,0 0 1 0 0,0 0-1 0 0,0 0 0 0 0,0 0 0 0 0,0 0 1 0 0,0 1-1 0 0,0-1 0 0 0,0 1 1 0 0,0-1-1 0 0,0 1 0 0 0,1 0 1 0 0,-1-1-1 0 0,0 1 0 0 0,0 0 0 0 0,1 0 1 0 0,-1 0-1 0 0,0 1 0 0 0,1-1 1 0 0,-1 0-1 0 0,1 1 0 0 0,-1-1 1 0 0,1 1-1 0 0,-2 2 0 0 0,-1 1-1 0 0,1 0 0 0 0,-1 1 0 0 0,1 0 0 0 0,1-1 0 0 0,-1 1 0 0 0,1 0 0 0 0,0 0 0 0 0,0 1 0 0 0,0-1 0 0 0,1 0 0 0 0,0 1 0 0 0,0-1 0 0 0,1 1 0 0 0,0 11 0 0 0,2 2 0 0 0,0 0 0 0 0,1 0 0 0 0,9 29 0 0 0,10 26 304 0 0,56 132 0 0 0,-64-178-563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01.6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78 8287 0 0,'0'0'23'0'0,"0"0"-1"0"0,0 0 0 0 0,0 0 0 0 0,0 0 0 0 0,0 0 0 0 0,0 0 1 0 0,0 0-1 0 0,-1 0 0 0 0,1 0 0 0 0,0 0 0 0 0,0 0 1 0 0,0-1-1 0 0,0 1 0 0 0,0 0 0 0 0,0 0 0 0 0,0 0 1 0 0,0 0-1 0 0,0 0 0 0 0,0 0 0 0 0,0 0 0 0 0,0 0 0 0 0,0 0 1 0 0,0 0-1 0 0,0 0 0 0 0,0 0 0 0 0,0 0 0 0 0,0 0 1 0 0,0-1-1 0 0,0 1 0 0 0,0 0 0 0 0,0 0 0 0 0,0 0 0 0 0,0 0 1 0 0,0 0-1 0 0,0 0 0 0 0,0 0 0 0 0,0 0 0 0 0,0 0 1 0 0,0 0-1 0 0,0 0 0 0 0,0-1 0 0 0,0 1 0 0 0,0 0 1 0 0,0 0-1 0 0,0 0 0 0 0,0 0 0 0 0,0 0 0 0 0,0 0 0 0 0,0 0 1 0 0,0 0-1 0 0,6-4 1633 0 0,12-2 1418 0 0,-13 4-2573 0 0,98-30 6400 0 0,-16 5-7770 0 0,-77 24-6544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02.0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19 240 5063 0 0,'-18'-2'1272'0'0,"27"4"2828"0"0,63 2 2065 0 0,-1-2-3330 0 0,-14-2-1990 0 0,99-14 0 0 0,291-75 748 0 0,-70 19-833 0 0,-296 57-608 0 0,88-26 1 0 0,-90 19 7 0 0,-57 19-1907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02.7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285 419 5983 0 0,'6'-4'1217'0'0,"3"-3"640"0"0,1 0 0 0 0,-1-1 0 0 0,0 0 0 0 0,-1 0 0 0 0,9-12 0 0 0,-15 18-1725 0 0,-1 0 1 0 0,0 0-1 0 0,0 1 1 0 0,0-2-1 0 0,0 1 1 0 0,0 0-1 0 0,0 0 1 0 0,0 0-1 0 0,0 0 0 0 0,-1 0 1 0 0,0-1-1 0 0,1 1 1 0 0,-1 0-1 0 0,0-1 1 0 0,0 1-1 0 0,0 0 1 0 0,0 0-1 0 0,0-1 1 0 0,-1 1-1 0 0,1 0 1 0 0,-1-1-1 0 0,1 1 1 0 0,-1 0-1 0 0,0 0 1 0 0,0 0-1 0 0,0 0 0 0 0,0 0 1 0 0,0 0-1 0 0,0 0 1 0 0,-1 0-1 0 0,1 0 1 0 0,-1 1-1 0 0,-3-4 1 0 0,0 1-118 0 0,0 0 1 0 0,0 0 0 0 0,0 1-1 0 0,-1 0 1 0 0,0 0-1 0 0,1 0 1 0 0,-1 1-1 0 0,0-1 1 0 0,-11-1-1 0 0,7 1 1 0 0,0 1 0 0 0,0 1-1 0 0,-1 0 1 0 0,1 0 0 0 0,-13 1-1 0 0,19 1-15 0 0,-1 0 0 0 0,1 0 0 0 0,0 0 0 0 0,-1 0 0 0 0,1 1 0 0 0,0 0 0 0 0,0 0 0 0 0,0 0 0 0 0,0 0 0 0 0,1 0 0 0 0,-1 1 0 0 0,0 0 0 0 0,1 0 0 0 0,0 0 0 0 0,0 0 0 0 0,0 0 0 0 0,0 1 0 0 0,0-1 0 0 0,1 1 0 0 0,-1 0 0 0 0,-3 7 0 0 0,1 1 0 0 0,0-1 0 0 0,1 1 0 0 0,1-1 0 0 0,-1 1 0 0 0,2 0 0 0 0,-3 23 0 0 0,5-33 3 0 0,0 1 1 0 0,0-1-1 0 0,0 1 0 0 0,0-1 1 0 0,0 1-1 0 0,1-1 0 0 0,-1 1 0 0 0,1-1 1 0 0,-1 1-1 0 0,1-1 0 0 0,0 0 0 0 0,0 1 1 0 0,0-1-1 0 0,0 0 0 0 0,0 0 1 0 0,1 0-1 0 0,-1 0 0 0 0,1 0 0 0 0,-1 0 1 0 0,1 0-1 0 0,3 2 0 0 0,-3-2 1 0 0,1-1 0 0 0,-1 1 0 0 0,1-1 0 0 0,0 0 0 0 0,0 1 0 0 0,0-2 0 0 0,0 1 0 0 0,-1 0 0 0 0,1 0 0 0 0,0-1 0 0 0,0 0 0 0 0,0 1 0 0 0,0-1 0 0 0,0 0 0 0 0,0-1 0 0 0,1 1 0 0 0,3-1 0 0 0,4-2-7 0 0,0 0-1 0 0,0-1 0 0 0,0 0 1 0 0,-1 0-1 0 0,1-1 0 0 0,-1-1 1 0 0,-1 1-1 0 0,1-2 0 0 0,-1 1 1 0 0,14-14-1 0 0,-17 15 2 0 0,0-1-1 0 0,-1 0 1 0 0,0-1-1 0 0,0 1 1 0 0,0-1-1 0 0,-1 0 1 0 0,0 0-1 0 0,0 0 1 0 0,-1 0-1 0 0,0-1 1 0 0,0 1-1 0 0,-1-1 1 0 0,0 0-1 0 0,0 0 1 0 0,1-14-1 0 0,-3 8 3 0 0,0-1 0 0 0,-1 0 0 0 0,-1 1 0 0 0,0-1 0 0 0,-1 1 0 0 0,0 0 0 0 0,-1 0 0 0 0,-8-19 0 0 0,7 24 0 0 0,0-1 0 0 0,0 0 0 0 0,-1 1 0 0 0,0 0 0 0 0,-1 0 0 0 0,0 1 0 0 0,0 0 0 0 0,-1 0 0 0 0,0 0 0 0 0,0 1 0 0 0,-17-11 0 0 0,21 16-3 0 0,1 0 0 0 0,-1 0-1 0 0,0 0 1 0 0,0 0 0 0 0,0 1-1 0 0,0 0 1 0 0,0 0 0 0 0,0 0-1 0 0,0 0 1 0 0,0 0 0 0 0,0 1-1 0 0,0 0 1 0 0,-1 0 0 0 0,1 0-1 0 0,-8 2 1 0 0,6-1-4 0 0,0 1 0 0 0,-1 0 0 0 0,1 1 0 0 0,0 0 0 0 0,1 0 0 0 0,-1 0-1 0 0,1 1 1 0 0,-1-1 0 0 0,-7 8 0 0 0,0 1 8 0 0,0 0 0 0 0,0 1 0 0 0,-11 16 0 0 0,19-22-546 0 0,0 1 0 0 0,-9 16 0 0 0,12-18-582 0 0,0-1 1 0 0,0 1 0 0 0,0-1-1 0 0,1 1 1 0 0,-1 9 0 0 0,1-3-5193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03.3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1 124 1839 0 0,'6'-9'1035'0'0,"1"1"-1"0"0,1-1 0 0 0,0 1 0 0 0,0 1 0 0 0,1 0 0 0 0,-1 0 0 0 0,2 0 0 0 0,11-5 0 0 0,-17 9-630 0 0,0 1 0 0 0,0 1 0 0 0,0-1-1 0 0,0 1 1 0 0,1-1 0 0 0,-1 1 0 0 0,0 0 0 0 0,1 1 0 0 0,-1-1-1 0 0,1 1 1 0 0,-1 0 0 0 0,1 0 0 0 0,-1 0 0 0 0,1 1-1 0 0,-1-1 1 0 0,0 1 0 0 0,1 0 0 0 0,-1 0 0 0 0,0 1 0 0 0,1-1-1 0 0,-1 1 1 0 0,0 0 0 0 0,4 3 0 0 0,-3-2-347 0 0,-1 0-1 0 0,1 1 1 0 0,-1-1 0 0 0,1 1-1 0 0,-1 0 1 0 0,-1 0 0 0 0,1 1-1 0 0,0-1 1 0 0,-1 1 0 0 0,0 0-1 0 0,0 0 1 0 0,0 0 0 0 0,-1 0-1 0 0,0 1 1 0 0,0-1 0 0 0,0 1 0 0 0,0-1-1 0 0,-1 1 1 0 0,0-1 0 0 0,0 1-1 0 0,-1 0 1 0 0,0 0 0 0 0,0-1-1 0 0,0 1 1 0 0,0 0 0 0 0,-1 0-1 0 0,0-1 1 0 0,0 1 0 0 0,-1-1-1 0 0,1 1 1 0 0,-1-1 0 0 0,-4 7-1 0 0,-9 17-42 0 0,9-18 34 0 0,1-1 0 0 0,-6 15 0 0 0,10-21-34 0 0,3-3 9 0 0,6-9 38 0 0,7-12 22 0 0,-6 4-83 0 0,-1 0 0 0 0,0-1 0 0 0,-2 0 0 0 0,0 0 0 0 0,-1-1 0 0 0,0 1 0 0 0,3-35 0 0 0,-7 43 0 0 0,1-4 0 0 0,0 0 0 0 0,5-16 0 0 0,-6 26 0 0 0,-1 1 0 0 0,1 0 0 0 0,0-1 0 0 0,0 1 0 0 0,0 0 0 0 0,0 0 0 0 0,0 0 0 0 0,1 0 0 0 0,-1 0 0 0 0,0 0 0 0 0,1 0 0 0 0,0 0 0 0 0,-1 1 0 0 0,1-1 0 0 0,0 0 0 0 0,0 1 0 0 0,0 0 0 0 0,0-1 0 0 0,4-1 0 0 0,-5 3 0 0 0,-1 0 0 0 0,1 0 0 0 0,-1-1 0 0 0,1 1 0 0 0,0 0 0 0 0,-1 0 0 0 0,1 0 0 0 0,0 0 0 0 0,-1 0 0 0 0,1 0 0 0 0,-1 0 0 0 0,1 0 0 0 0,0 0 0 0 0,-1 0 0 0 0,1 0 0 0 0,0 0 0 0 0,-1 1 0 0 0,1-1 0 0 0,-1 0 0 0 0,1 0 0 0 0,-1 1 0 0 0,1-1 0 0 0,-1 0 0 0 0,1 1 0 0 0,0 0 0 0 0,0-1 0 0 0,-1 1 0 0 0,1 0 0 0 0,-1 0 0 0 0,1 0 0 0 0,-1 0 0 0 0,0 0 0 0 0,1 0 0 0 0,-1 0 0 0 0,0 0 0 0 0,0 0 0 0 0,0 0 0 0 0,0 0 0 0 0,0 0 0 0 0,0 1 0 0 0,0 3 0 0 0,-1-1 0 0 0,1 1 0 0 0,-1-1 0 0 0,0 0 0 0 0,-4 9 0 0 0,-14 27-2 0 0,-16 37 0 0 0,32-70 5 0 0,0 1-1 0 0,1 0 1 0 0,0 0 0 0 0,1 0 0 0 0,0 0 0 0 0,0 0 0 0 0,1 0 0 0 0,0 8-1 0 0,0-14 20 0 0,0 0-1 0 0,0-1 1 0 0,1 1-1 0 0,-1-1 0 0 0,0 1 1 0 0,1-1-1 0 0,-1 1 1 0 0,1-1-1 0 0,0 1 0 0 0,-1-1 1 0 0,1 1-1 0 0,0-1 0 0 0,0 0 1 0 0,0 1-1 0 0,0-1 1 0 0,0 0-1 0 0,0 0 0 0 0,0 0 1 0 0,0 0-1 0 0,1 0 0 0 0,1 2 1 0 0,0-2-2 0 0,-1 0 0 0 0,1-1 0 0 0,-1 1 0 0 0,1 0 1 0 0,0-1-1 0 0,-1 1 0 0 0,1-1 0 0 0,-1 0 0 0 0,1 0 0 0 0,0 0 0 0 0,-1 0 0 0 0,4-1 1 0 0,3-1-27 0 0,1 0 0 0 0,-1-1 0 0 0,0 0 1 0 0,0-1-1 0 0,0 0 0 0 0,10-6 0 0 0,-15 8-130 0 0,17-12-353 0 0,-20 13 179 0 0,-1 1 0 0 0,1-1 0 0 0,0 0 0 0 0,0 0 0 0 0,-1 1 0 0 0,1-1 0 0 0,-1 0 0 0 0,1 0 0 0 0,0 0 0 0 0,-1 0 0 0 0,1-1 0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03.5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1 4143 0 0,'-7'2'484'0'0,"7"1"1373"0"0,12 1 3990 0 0,-7-5-4091 0 0,48-3 1684 0 0,-28 2-7882 0 0,-10 1-1164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03.7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50 1 7367 0 0,'2'0'389'0'0,"-1"0"-1"0"0,0 0 1 0 0,0 0-1 0 0,1 0 0 0 0,-1 0 1 0 0,0 0-1 0 0,0 0 0 0 0,1 0 1 0 0,-1 1-1 0 0,0-1 1 0 0,0 0-1 0 0,1 1 0 0 0,-1-1 1 0 0,0 1-1 0 0,0-1 1 0 0,0 1-1 0 0,2 1 0 0 0,18 12 4327 0 0,-18-12-4622 0 0,-1 0 1 0 0,0 0-1 0 0,0-1 1 0 0,0 1-1 0 0,0 1 1 0 0,0-1-1 0 0,-1 0 1 0 0,1 0 0 0 0,-1 1-1 0 0,1-1 1 0 0,-1 1-1 0 0,0-1 1 0 0,0 1-1 0 0,0-1 1 0 0,0 1-1 0 0,-1 0 1 0 0,1-1 0 0 0,-1 1-1 0 0,1 0 1 0 0,-1 0-1 0 0,0-1 1 0 0,0 1-1 0 0,0 0 1 0 0,-1 0-1 0 0,1-1 1 0 0,-1 1 0 0 0,1 0-1 0 0,-1 0 1 0 0,0-1-1 0 0,-2 5 1 0 0,0 0 109 0 0,-1 0 1 0 0,0 0-1 0 0,-1-1 1 0 0,1 1-1 0 0,-1-1 0 0 0,0 0 1 0 0,-1-1-1 0 0,0 1 1 0 0,-10 7-1 0 0,1-4-203 0 0,-12 9 0 0 0,25-17 0 0 0,1 0 0 0 0,0 0 0 0 0,0 0 0 0 0,0 1 0 0 0,-1-1 0 0 0,1 0 0 0 0,0 0 0 0 0,0 1 0 0 0,1-1 0 0 0,-1 1 0 0 0,0-1 0 0 0,0 1 0 0 0,1-1 0 0 0,-2 3 0 0 0,2-3-1 0 0,0 0 0 0 0,0-1 0 0 0,1 1 1 0 0,-1 0-1 0 0,0-1 0 0 0,0 1 0 0 0,0-1 0 0 0,0 1 0 0 0,1 0 0 0 0,-1-1 0 0 0,0 1 0 0 0,1-1 0 0 0,-1 1 0 0 0,0-1 1 0 0,1 1-1 0 0,-1-1 0 0 0,0 1 0 0 0,1-1 0 0 0,-1 1 0 0 0,1-1 0 0 0,-1 0 0 0 0,1 1 0 0 0,-1-1 0 0 0,1 0 1 0 0,0 1-1 0 0,-1-1 0 0 0,1 0 0 0 0,-1 0 0 0 0,1 1 0 0 0,0-1 0 0 0,-1 0 0 0 0,1 0 0 0 0,-1 0 0 0 0,1 0 1 0 0,0 0-1 0 0,-1 0 0 0 0,2 0 0 0 0,25 0-37 0 0,-26 0 38 0 0,17-3-111 0 0,1-1 1 0 0,-2 0-1 0 0,28-11 0 0 0,-3 1-298 0 0,-24 10-379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04.3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324 393 7831 0 0,'2'-3'925'0'0,"1"1"0"0"0,0-1-1 0 0,0 1 1 0 0,0 0 0 0 0,0-1-1 0 0,0 2 1 0 0,0-1 0 0 0,1 0-1 0 0,-1 1 1 0 0,6-3 0 0 0,-3 2 103 0 0,0 0-1 0 0,-1-1 1 0 0,9-5 0 0 0,-11 6-910 0 0,0-1 0 0 0,0 1 0 0 0,-1-1-1 0 0,1 1 1 0 0,-1-1 0 0 0,0 0 0 0 0,1 0 0 0 0,-1 0 0 0 0,-1 0 0 0 0,1-1 0 0 0,0 1 0 0 0,-1 0 0 0 0,0-1-1 0 0,2-5 1 0 0,-3 7-111 0 0,1 0 1 0 0,-1 0-1 0 0,0-1 0 0 0,0 1 0 0 0,0 0 0 0 0,0-1 0 0 0,0 1 0 0 0,-1 0 0 0 0,1 0 1 0 0,-1 0-1 0 0,0-1 0 0 0,1 1 0 0 0,-1 0 0 0 0,0 0 0 0 0,0 0 0 0 0,0 0 0 0 0,0 0 1 0 0,-1 0-1 0 0,1 1 0 0 0,0-1 0 0 0,-1 0 0 0 0,0 1 0 0 0,1-1 0 0 0,-4-2 0 0 0,-2 0-5 0 0,0-1 0 0 0,0 1-1 0 0,-1 1 1 0 0,1-1-1 0 0,-1 1 1 0 0,0 1-1 0 0,1-1 1 0 0,-1 1-1 0 0,-1 1 1 0 0,1 0-1 0 0,0 0 1 0 0,0 0 0 0 0,0 1-1 0 0,-1 0 1 0 0,1 1-1 0 0,0 0 1 0 0,0 0-1 0 0,-8 2 1 0 0,10-1-2 0 0,1-1 1 0 0,0 1-1 0 0,0 0 1 0 0,-1 0-1 0 0,1 0 1 0 0,1 0-1 0 0,-1 1 1 0 0,0 0-1 0 0,1 0 1 0 0,-1 1-1 0 0,1-1 1 0 0,0 1-1 0 0,0 0 0 0 0,0 0 1 0 0,1 0-1 0 0,-1 0 1 0 0,1 1-1 0 0,0 0 1 0 0,0-1-1 0 0,1 1 1 0 0,-1 0-1 0 0,1 0 1 0 0,0 1-1 0 0,1-1 1 0 0,-1 0-1 0 0,1 1 1 0 0,-1 8-1 0 0,2-11 0 0 0,-1 0 0 0 0,1 0 0 0 0,0 0 0 0 0,1 0 0 0 0,-1 0 0 0 0,0 1 0 0 0,1-1 0 0 0,0 0 0 0 0,0 0 0 0 0,0 0 0 0 0,0 0 0 0 0,0 0 0 0 0,0 0 0 0 0,1-1 0 0 0,-1 1 0 0 0,1 0 0 0 0,0-1 0 0 0,0 1 0 0 0,0-1 0 0 0,0 1 0 0 0,5 2 0 0 0,-4-3 0 0 0,0 0 0 0 0,0 0 0 0 0,0-1 0 0 0,0 1 0 0 0,1-1 0 0 0,-1 0 0 0 0,1 0 0 0 0,-1 0 0 0 0,1-1 0 0 0,-1 1 0 0 0,1-1 0 0 0,-1 1 0 0 0,1-1 0 0 0,-1-1 0 0 0,1 1 0 0 0,-1 0 0 0 0,1-1 0 0 0,-1 0 0 0 0,5-1 0 0 0,8-3 35 0 0,-1-1-1 0 0,0 0 1 0 0,0-1 0 0 0,0-1-1 0 0,15-10 1 0 0,-21 12-12 0 0,-1-1 0 0 0,1 1 0 0 0,-1-2 1 0 0,0 1-1 0 0,-1-1 0 0 0,0 0 0 0 0,0 0 0 0 0,10-18 0 0 0,-14 19-23 0 0,0 0-1 0 0,-1 0 1 0 0,0 0-1 0 0,-1 0 1 0 0,1 0-1 0 0,-1-1 1 0 0,-1 1-1 0 0,1 0 1 0 0,-1-1-1 0 0,0 1 1 0 0,-1 0 0 0 0,0 0-1 0 0,0-1 1 0 0,-1 1-1 0 0,1 0 1 0 0,-1 0-1 0 0,-1 0 1 0 0,0 0-1 0 0,-3-7 1 0 0,0 4-2 0 0,1-1 0 0 0,-2 1-1 0 0,1 0 1 0 0,-1 1 0 0 0,-1-1 0 0 0,1 1 0 0 0,-2 1 0 0 0,1 0 0 0 0,-1 0 0 0 0,0 0 0 0 0,-12-6-1 0 0,16 11-1 0 0,0 1 0 0 0,0 1 0 0 0,0-1 0 0 0,0 1 0 0 0,0 0 0 0 0,0 0 0 0 0,0 0 0 0 0,0 1 0 0 0,0-1 0 0 0,-1 1 0 0 0,1 1 0 0 0,0-1 0 0 0,0 1 0 0 0,-6 1 0 0 0,-6 2-46 0 0,1 1 0 0 0,-32 12 0 0 0,24-6-214 0 0,-39 23 1 0 0,55-29 135 0 0,2-1-1 0 0,-1 1 1 0 0,0 1-1 0 0,1-1 0 0 0,0 1 1 0 0,0 0-1 0 0,1 0 1 0 0,-1 1-1 0 0,-6 11 1 0 0,8-8-736 0 0,2-1-223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05.0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46 2303 0 0,'2'-1'513'0'0,"0"0"0"0"0,0 0-1 0 0,0 0 1 0 0,0 0 0 0 0,0 0-1 0 0,0 0 1 0 0,0 0-1 0 0,0 1 1 0 0,0-1 0 0 0,0 1-1 0 0,0 0 1 0 0,3-1-1 0 0,27 2 6234 0 0,-29 0-6557 0 0,0 0 1 0 0,0 0 0 0 0,0 0 0 0 0,-1 0 0 0 0,1 1 0 0 0,0-1 0 0 0,0 1 0 0 0,-1-1-1 0 0,1 1 1 0 0,-1 0 0 0 0,0 0 0 0 0,1 0 0 0 0,-1 0 0 0 0,0 1 0 0 0,0-1 0 0 0,0 1-1 0 0,0-1 1 0 0,-1 1 0 0 0,1 0 0 0 0,-1-1 0 0 0,0 1 0 0 0,1 0 0 0 0,-1 0-1 0 0,-1 0 1 0 0,1 0 0 0 0,0 0 0 0 0,-1 0 0 0 0,1 0 0 0 0,-1 0 0 0 0,0 0 0 0 0,0 0-1 0 0,0 0 1 0 0,0 1 0 0 0,-1-1 0 0 0,0 0 0 0 0,1 0 0 0 0,-1 0 0 0 0,0 0 0 0 0,0 0-1 0 0,0-1 1 0 0,-2 4 0 0 0,-4 6-190 0 0,0-1 0 0 0,-1 0 0 0 0,-11 12 0 0 0,12-14 0 0 0,0-1 0 0 0,0 1 0 0 0,1 1 0 0 0,0-1 0 0 0,-8 17 0 0 0,14-26 0 0 0,0 0 0 0 0,0 0 0 0 0,0 0 0 0 0,0 0 0 0 0,0 0 0 0 0,0 1 0 0 0,0-1 0 0 0,0 0 0 0 0,0 0 0 0 0,0 0 0 0 0,0 0 0 0 0,0 0 0 0 0,0 0 0 0 0,0 1 0 0 0,0-1 0 0 0,-1 0 0 0 0,1 0 0 0 0,0 0 0 0 0,0 0 0 0 0,0 0 0 0 0,1 0 0 0 0,-1 1 0 0 0,0-1 0 0 0,0 0 0 0 0,0 0 0 0 0,0 0 0 0 0,0 0 0 0 0,0 0 0 0 0,0 0 0 0 0,0 0 0 0 0,0 1 0 0 0,0-1 0 0 0,0 0 0 0 0,0 0 0 0 0,0 0 0 0 0,0 0 0 0 0,0 0 0 0 0,1 0 0 0 0,-1 0 0 0 0,0 0 0 0 0,0 0 0 0 0,0 0 0 0 0,0 1 0 0 0,0-1 0 0 0,0 0 0 0 0,0 0 0 0 0,1 0 0 0 0,-1 0 0 0 0,0 0 0 0 0,0 0 0 0 0,9-3 0 0 0,9-7 0 0 0,1-3-177 0 0,0-1 1 0 0,-2-1-1 0 0,1-1 0 0 0,-2 0 0 0 0,0-1 1 0 0,25-35-1 0 0,-33 37 121 0 0,10-20 0 0 0,-13 22 100 0 0,1 1 1 0 0,14-21-1 0 0,-19 32-35 0 0,-1 0 0 0 0,1 0-1 0 0,0 0 1 0 0,0 0 0 0 0,0 0-1 0 0,0 0 1 0 0,0 1 0 0 0,0-1-1 0 0,0 0 1 0 0,0 1 0 0 0,2-2-1 0 0,-3 2-3 0 0,0 0-1 0 0,0 0 1 0 0,0 0-1 0 0,0 0 0 0 0,0 0 1 0 0,0 0-1 0 0,0 0 1 0 0,0 0-1 0 0,1 0 0 0 0,-1 0 1 0 0,0 0-1 0 0,0 0 1 0 0,0 0-1 0 0,0 0 1 0 0,0 0-1 0 0,0 0 0 0 0,0 0 1 0 0,0 0-1 0 0,0 0 1 0 0,1 1-1 0 0,-1-1 0 0 0,0 0 1 0 0,0 0-1 0 0,0 0 1 0 0,0 0-1 0 0,0 0 1 0 0,0 0-1 0 0,0 0 0 0 0,0 0 1 0 0,0 0-1 0 0,0 0 1 0 0,0 0-1 0 0,0 0 1 0 0,0 0-1 0 0,0 0 0 0 0,0 1 1 0 0,0-1-1 0 0,0 0 1 0 0,0 0-1 0 0,0 0 0 0 0,0 0 1 0 0,0 0-1 0 0,0 0 1 0 0,0 0-1 0 0,0 1 1 0 0,-3 8 135 0 0,-4 4-79 0 0,-1-1-1 0 0,-1-1 1 0 0,1 0-1 0 0,-20 18 1 0 0,15-15-53 0 0,-23 29 0 0 0,33-38 3 0 0,0 0 0 0 0,0 1 1 0 0,0-1-1 0 0,1 0 1 0 0,0 1-1 0 0,0 0 0 0 0,0-1 1 0 0,0 1-1 0 0,1 0 1 0 0,-1 8-1 0 0,2-12 35 0 0,0-1-1 0 0,0 1 1 0 0,0 0-1 0 0,0 0 1 0 0,0-1-1 0 0,0 1 1 0 0,0-1-1 0 0,1 1 1 0 0,-1 0-1 0 0,0-1 1 0 0,1 1-1 0 0,0-1 1 0 0,-1 1-1 0 0,1 0 1 0 0,0-1-1 0 0,0 0 1 0 0,0 1-1 0 0,0-1 1 0 0,0 0-1 0 0,0 1 1 0 0,2 1-1 0 0,-1-2 2 0 0,0 0-1 0 0,0 0 0 0 0,0 0 0 0 0,1 0 0 0 0,-1 0 1 0 0,0-1-1 0 0,0 1 0 0 0,1-1 0 0 0,-1 1 0 0 0,0-1 0 0 0,0 0 1 0 0,1 0-1 0 0,3 0 0 0 0,6-2 37 0 0,-1 0 1 0 0,0-1-1 0 0,1 0 1 0 0,19-9-1 0 0,-17 7-147 0 0,-1-1 0 0 0,0-1 0 0 0,-1 0 0 0 0,0-1 0 0 0,14-10 0 0 0,-20 10-1132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05.2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3 3223 0 0,'-1'0'144'0'0,"0"0"0"0"0,1 0 0 0 0,-1 1 0 0 0,0-1 0 0 0,1 0 0 0 0,-1 0 0 0 0,0 1 0 0 0,1-1-1 0 0,-1 1 1 0 0,0-1 0 0 0,1 0 0 0 0,-1 1 0 0 0,1-1 0 0 0,-1 1 0 0 0,1-1 0 0 0,-1 1-1 0 0,1 0 1 0 0,-1-1 0 0 0,1 1 0 0 0,0-1 0 0 0,-1 1 0 0 0,1 1 0 0 0,0-2 101 0 0,0 1 1 0 0,0-1 0 0 0,0 1 0 0 0,1 0-1 0 0,-1-1 1 0 0,0 1 0 0 0,1-1-1 0 0,-1 1 1 0 0,0-1 0 0 0,1 1-1 0 0,-1-1 1 0 0,0 0 0 0 0,1 1 0 0 0,-1-1-1 0 0,1 1 1 0 0,-1-1 0 0 0,1 0-1 0 0,-1 1 1 0 0,1-1 0 0 0,0 0-1 0 0,-1 1 1 0 0,1-1 0 0 0,-1 0-1 0 0,1 0 1 0 0,-1 0 0 0 0,1 0 0 0 0,0 0-1 0 0,0 1 1 0 0,6 0 733 0 0,0 0 0 0 0,-1 0 0 0 0,1 0 0 0 0,0-1 0 0 0,0 0 1 0 0,-1 0-1 0 0,8-2 0 0 0,50-11 379 0 0,-41 8-1261 0 0,-2 1-239 0 0,-2 0-95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05.4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16 107 4607 0 0,'5'-10'2067'0'0,"-1"-1"-1"0"0,1 1 0 0 0,-2-1 0 0 0,0 0 0 0 0,0 0 0 0 0,-1 0 0 0 0,2-20 1 0 0,-8 37 1157 0 0,-13 43-2342 0 0,9-22-703 0 0,-5 37-1 0 0,12-55-140 0 0,0 0 0 0 0,0 1 0 0 0,1-1 0 0 0,1 1-1 0 0,-1-1 1 0 0,1 1 0 0 0,4 14 0 0 0,-5-23-95 0 0,0-1 0 0 0,0 0 0 0 0,0 1-1 0 0,0-1 1 0 0,1 0 0 0 0,-1 1 0 0 0,0-1 0 0 0,0 0 0 0 0,0 1-1 0 0,0-1 1 0 0,0 0 0 0 0,0 1 0 0 0,0-1 0 0 0,1 0-1 0 0,-1 0 1 0 0,0 1 0 0 0,0-1 0 0 0,0 0 0 0 0,1 0 0 0 0,-1 1-1 0 0,0-1 1 0 0,0 0 0 0 0,1 0 0 0 0,-1 0 0 0 0,0 0 0 0 0,1 1-1 0 0,-1-1 1 0 0,0 0 0 0 0,1 0 0 0 0,-1 0 0 0 0,0 0 0 0 0,1 0-1 0 0,-1 0 1 0 0,0 0 0 0 0,1 0 0 0 0,-1 0 0 0 0,0 0-1 0 0,0 0 1 0 0,1 0 0 0 0,-1 0 0 0 0,1 0 0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05.9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37 10591 0 0,'0'0'77'0'0,"0"0"-1"0"0,0 0 0 0 0,-1 0 1 0 0,1 0-1 0 0,0 0 1 0 0,0 0-1 0 0,0-1 0 0 0,0 1 1 0 0,0 0-1 0 0,0 0 1 0 0,0 0-1 0 0,0 0 0 0 0,0 0 1 0 0,0 0-1 0 0,0-1 0 0 0,0 1 1 0 0,0 0-1 0 0,0 0 1 0 0,0 0-1 0 0,0 0 0 0 0,0 0 1 0 0,0-1-1 0 0,0 1 0 0 0,0 0 1 0 0,0 0-1 0 0,0 0 1 0 0,0 0-1 0 0,0 0 0 0 0,0 0 1 0 0,0-1-1 0 0,0 1 1 0 0,0 0-1 0 0,0 0 0 0 0,0 0 1 0 0,0 0-1 0 0,1 0 0 0 0,-1 0 1 0 0,0 0-1 0 0,0-1 1 0 0,0 1-1 0 0,0 0 0 0 0,0 0 1 0 0,0 0-1 0 0,10-5 2285 0 0,15-1 619 0 0,-22 6-2327 0 0,117-21 2896 0 0,-157 41-9122 0 0,22-13 2378 0 0,2 0 0 0 0,-1 1 0 0 0,-17 14 0 0 0,25-17 2605 0 0,1 0 1 0 0,0 0-1 0 0,-9 11 1 0 0,12-12 892 0 0,0-1 0 0 0,-1 1 1 0 0,1 0-1 0 0,1 0 1 0 0,-1 0-1 0 0,1 0 1 0 0,-3 7-1 0 0,4-10 178 0 0,0 1-1 0 0,-1-1 0 0 0,1 1 0 0 0,0-1 0 0 0,0 1 0 0 0,0-1 0 0 0,0 1 0 0 0,0-1 0 0 0,0 1 1 0 0,1-1-1 0 0,-1 1 0 0 0,0-1 0 0 0,1 1 0 0 0,-1-1 0 0 0,1 1 0 0 0,-1-1 0 0 0,1 0 0 0 0,0 1 0 0 0,0-1 1 0 0,-1 0-1 0 0,1 0 0 0 0,2 2 0 0 0,-1-1-57 0 0,0-1 0 0 0,0 0 1 0 0,0 0-1 0 0,0 1 0 0 0,0-1 0 0 0,0 0 1 0 0,1-1-1 0 0,-1 1 0 0 0,0 0 0 0 0,1-1 1 0 0,-1 1-1 0 0,5 0 0 0 0,0-1-151 0 0,0 0-1 0 0,1 0 0 0 0,-1-1 1 0 0,0 0-1 0 0,0 0 1 0 0,0 0-1 0 0,0-1 1 0 0,10-4-1 0 0,-7 2-391 0 0,-10 4-96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49.6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238 380 4143 0 0,'6'-5'628'0'0,"1"1"-1"0"0,0-1 0 0 0,0 1 0 0 0,0 0 0 0 0,1 0 0 0 0,0 1 0 0 0,-1 0 0 0 0,13-2 0 0 0,-7 0 1817 0 0,-12 5-2238 0 0,1 0 1 0 0,-1-1-1 0 0,0 0 0 0 0,1 1 0 0 0,-1-1 0 0 0,0 0 1 0 0,1 0-1 0 0,-1 1 0 0 0,0-1 0 0 0,0 0 0 0 0,0 0 0 0 0,0 0 1 0 0,0-1-1 0 0,0 1 0 0 0,0 0 0 0 0,0 0 0 0 0,0-1 1 0 0,0 1-1 0 0,-1 0 0 0 0,1-1 0 0 0,0 1 0 0 0,-1 0 0 0 0,1-1 1 0 0,-1 1-1 0 0,0-1 0 0 0,1 1 0 0 0,-1-1 0 0 0,0 1 1 0 0,0-1-1 0 0,0 1 0 0 0,0-1 0 0 0,-1-2 0 0 0,1 1-118 0 0,-1 1 0 0 0,1-1 0 0 0,-1 0 1 0 0,0 1-1 0 0,0-1 0 0 0,-1 0 0 0 0,1 1 0 0 0,0-1 0 0 0,-1 1 0 0 0,1 0 0 0 0,-1 0 0 0 0,0-1 0 0 0,0 1 0 0 0,0 0 0 0 0,0 0 0 0 0,-3-2 1 0 0,-3 0-8 0 0,1 0 1 0 0,-1 0 0 0 0,0 0-1 0 0,0 1 1 0 0,-1 1 0 0 0,1-1-1 0 0,0 1 1 0 0,-1 1 0 0 0,1-1-1 0 0,-1 1 1 0 0,0 1 0 0 0,1 0 0 0 0,-17 1-1 0 0,20 0-68 0 0,-1 0 0 0 0,0 0 0 0 0,0 0 0 0 0,0 1-1 0 0,0 0 1 0 0,1 0 0 0 0,-1 0 0 0 0,1 1 0 0 0,0 0 0 0 0,-1 0-1 0 0,1 0 1 0 0,1 1 0 0 0,-1-1 0 0 0,0 1 0 0 0,1 0 0 0 0,0 1-1 0 0,0-1 1 0 0,0 1 0 0 0,0 0 0 0 0,-5 9 0 0 0,8-10-11 0 0,-1-1-1 0 0,1 1 1 0 0,-1 0 0 0 0,1 0-1 0 0,0 0 1 0 0,1 0 0 0 0,-1 0 0 0 0,1 0-1 0 0,-1 0 1 0 0,1 0 0 0 0,0 0 0 0 0,1 0-1 0 0,-1 0 1 0 0,1 0 0 0 0,0 0-1 0 0,0 0 1 0 0,0-1 0 0 0,0 1 0 0 0,1 0-1 0 0,-1 0 1 0 0,1-1 0 0 0,0 1 0 0 0,0-1-1 0 0,1 1 1 0 0,-1-1 0 0 0,1 0-1 0 0,-1 0 1 0 0,6 4 0 0 0,-4-3 2 0 0,0-1 0 0 0,0 0 0 0 0,0 0 0 0 0,0 0 0 0 0,0-1 0 0 0,1 0 0 0 0,-1 0 1 0 0,1 0-1 0 0,0 0 0 0 0,-1 0 0 0 0,1-1 0 0 0,0 0 0 0 0,0 0 0 0 0,0-1 0 0 0,0 1 0 0 0,0-1 0 0 0,0 0 0 0 0,0 0 0 0 0,0-1 1 0 0,0 1-1 0 0,0-1 0 0 0,8-3 0 0 0,-6 1 27 0 0,-1 0 0 0 0,1-1 0 0 0,-1 0 1 0 0,0 0-1 0 0,0 0 0 0 0,-1-1 0 0 0,0 0 0 0 0,1 0 1 0 0,-2-1-1 0 0,1 1 0 0 0,0-1 0 0 0,-1 0 0 0 0,0 0 0 0 0,-1 0 1 0 0,1-1-1 0 0,3-10 0 0 0,-3 5 24 0 0,1 0-1 0 0,-2 0 1 0 0,0-1-1 0 0,0 1 1 0 0,-1-1-1 0 0,-1 0 1 0 0,0 0 0 0 0,-1-20-1 0 0,-1 21-45 0 0,-1 1 0 0 0,0 0 1 0 0,-1 0-1 0 0,0 0 0 0 0,-1 0 0 0 0,0 0 0 0 0,-1 1 0 0 0,0 0 0 0 0,0 0 1 0 0,-1 0-1 0 0,-1 1 0 0 0,1-1 0 0 0,-9-7 0 0 0,10 12-5 0 0,0 0 0 0 0,1 1 0 0 0,-1-1 0 0 0,-1 1 0 0 0,1 0 0 0 0,-1 1 0 0 0,1 0 0 0 0,-1-1 0 0 0,0 2 0 0 0,0-1 0 0 0,0 1 0 0 0,-1 0 0 0 0,1 0 0 0 0,0 1 0 0 0,-1-1 0 0 0,1 2 0 0 0,-1-1 0 0 0,1 1 0 0 0,-1 0 0 0 0,0 0 0 0 0,1 0 0 0 0,-1 1 0 0 0,-10 3 0 0 0,8-2 0 0 0,0 1-1 0 0,0 1 1 0 0,0-1 0 0 0,1 1-1 0 0,-10 7 1 0 0,13-8-213 0 0,1 0 0 0 0,0 0-1 0 0,0 1 1 0 0,0-1 0 0 0,0 1 0 0 0,1 0 0 0 0,-1 0 0 0 0,1 1 0 0 0,0-1 0 0 0,-4 9 0 0 0,1 0-7361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50.0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58 6911 0 0,'-1'-2'351'0'0,"-1"1"0"0"0,0-1-1 0 0,1 0 1 0 0,-1 1 0 0 0,0-1-1 0 0,1 0 1 0 0,0 0 0 0 0,0 0-1 0 0,-1 0 1 0 0,1 0 0 0 0,0 0 0 0 0,1-1-1 0 0,-1 1 1 0 0,0 0 0 0 0,0 0-1 0 0,1-1 1 0 0,-1-2 0 0 0,1 4-167 0 0,0 1 0 0 0,0-1 0 0 0,0 0 0 0 0,0 0 0 0 0,0 1 0 0 0,0-1 0 0 0,1 0 0 0 0,-1 1 0 0 0,0-1 0 0 0,0 0 0 0 0,0 0 0 0 0,1 1 0 0 0,-1-1 0 0 0,0 0 0 0 0,1 1 0 0 0,-1-1 0 0 0,1 0 1 0 0,-1 1-1 0 0,1-1 0 0 0,-1 1 0 0 0,2-2 0 0 0,-1 2-64 0 0,0-1 0 0 0,0 1-1 0 0,0 0 1 0 0,0-1 0 0 0,0 1 0 0 0,1 0 0 0 0,-1 0 0 0 0,0 0 0 0 0,0 0 0 0 0,0 0 0 0 0,1 0 0 0 0,-1 0 0 0 0,0 0 0 0 0,0 0 0 0 0,0 0-1 0 0,1 1 1 0 0,-1-1 0 0 0,1 1 0 0 0,3 1-23 0 0,0-1 0 0 0,-1 1 0 0 0,1 0 0 0 0,-1 0 0 0 0,0 1 0 0 0,0-1 0 0 0,0 1 0 0 0,0 0 0 0 0,0 0 0 0 0,0 0 0 0 0,-1 1 0 0 0,0-1-1 0 0,0 1 1 0 0,0 0 0 0 0,0 0 0 0 0,0 0 0 0 0,-1 0 0 0 0,1 1 0 0 0,2 7 0 0 0,-3-6-66 0 0,-1 0 1 0 0,0 0-1 0 0,1 0 1 0 0,-2 0-1 0 0,1 1 0 0 0,-1-1 1 0 0,0 0-1 0 0,0 0 1 0 0,-1 0-1 0 0,0 1 0 0 0,0-1 1 0 0,0 0-1 0 0,-1 0 1 0 0,0 0-1 0 0,-3 5 0 0 0,0 1 88 0 0,3-10-74 0 0,0 1 0 0 0,1-1 0 0 0,0 1 0 0 0,-1-1 1 0 0,1 1-1 0 0,0 0 0 0 0,1 0 0 0 0,-1 0 0 0 0,0-1 0 0 0,1 1 1 0 0,-1 0-1 0 0,1 0 0 0 0,0 4 0 0 0,1-6-40 0 0,-1-1-1 0 0,0 1 0 0 0,1-1 1 0 0,-1 1-1 0 0,1-1 1 0 0,-1 1-1 0 0,0-1 1 0 0,1 0-1 0 0,0 1 1 0 0,-1-1-1 0 0,1 1 1 0 0,-1-1-1 0 0,1 0 0 0 0,-1 0 1 0 0,1 1-1 0 0,0-1 1 0 0,-1 0-1 0 0,1 0 1 0 0,-1 0-1 0 0,1 0 1 0 0,0 0-1 0 0,-1 0 0 0 0,1 0 1 0 0,0 0-1 0 0,-1 0 1 0 0,1 0-1 0 0,-1 0 1 0 0,1 0-1 0 0,0 0 1 0 0,-1 0-1 0 0,2-1 1 0 0,23-7 136 0 0,-20 6-129 0 0,26-8-1798 0 0,-20 8-5836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50.5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0 297 1375 0 0,'1'0'240'0'0,"0"1"0"0"0,0-1 0 0 0,0 1 0 0 0,0-1 0 0 0,1 1 0 0 0,-1-1 0 0 0,0 0 0 0 0,0 0 0 0 0,0 0-1 0 0,0 0 1 0 0,1 1 0 0 0,-1-1 0 0 0,0-1 0 0 0,0 1 0 0 0,0 0 0 0 0,0 0 0 0 0,3-1 0 0 0,19-6 4259 0 0,-14 4-3504 0 0,-1-1 1 0 0,1-1 0 0 0,-1 1-1 0 0,0-1 1 0 0,-1-1 0 0 0,1 1 0 0 0,-1-1-1 0 0,0-1 1 0 0,11-12 0 0 0,-12 11-820 0 0,0 0 1 0 0,0-1 0 0 0,0 1-1 0 0,-1-1 1 0 0,-1 0-1 0 0,0 0 1 0 0,0-1 0 0 0,0 1-1 0 0,-1-1 1 0 0,-1 0 0 0 0,0 0-1 0 0,0 0 1 0 0,-1 0 0 0 0,0-15-1 0 0,-1 20-171 0 0,-1 0 1 0 0,1 0-1 0 0,-1 0 0 0 0,0 0 0 0 0,-1 0 0 0 0,1 0 1 0 0,-1 0-1 0 0,0 0 0 0 0,-5-8 0 0 0,6 12-4 0 0,1 0 0 0 0,-1 0-1 0 0,0 0 1 0 0,0 0 0 0 0,0 0-1 0 0,0 0 1 0 0,0 0 0 0 0,0 0-1 0 0,0 0 1 0 0,0 0 0 0 0,0 1-1 0 0,-1-1 1 0 0,1 0 0 0 0,0 1-1 0 0,0-1 1 0 0,-1 1 0 0 0,1 0-1 0 0,0-1 1 0 0,-1 1 0 0 0,1 0 0 0 0,0 0-1 0 0,-1-1 1 0 0,1 1 0 0 0,0 0-1 0 0,-1 0 1 0 0,1 1 0 0 0,0-1-1 0 0,-1 0 1 0 0,1 0 0 0 0,0 1-1 0 0,-1-1 1 0 0,1 1 0 0 0,0-1-1 0 0,0 1 1 0 0,-1-1 0 0 0,1 1-1 0 0,0 0 1 0 0,0 0 0 0 0,0 0-1 0 0,-2 1 1 0 0,-1 1 0 0 0,0 0 0 0 0,0 1-1 0 0,0 0 1 0 0,1-1 0 0 0,0 1-1 0 0,-1 0 1 0 0,1 1 0 0 0,1-1-1 0 0,-1 0 1 0 0,1 1 0 0 0,-1 0 0 0 0,-1 6-1 0 0,2-3 3 0 0,0 0 1 0 0,0 1-1 0 0,1-1 0 0 0,0 0 0 0 0,1 1 0 0 0,0 15 1 0 0,4 4 10 0 0,0-1-1 0 0,2 1 1 0 0,14 38 0 0 0,-19-64-13 0 0,114 364 527 0 0,-113-360-434 0 0,-1-5-158 0 0,-1 1-1 0 0,1-1 1 0 0,-1 1 0 0 0,0-1 0 0 0,1 1-1 0 0,-1-1 1 0 0,0 1 0 0 0,0 0 0 0 0,0 2-1 0 0,-5-2-1702 0 0,-7-5-1591 0 0,4-1-3304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50.6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78 3423 0 0,'-3'-3'135'0'0,"-5"-8"-70"0"0,8 10 85 0 0,0 1-1 0 0,0-1 1 0 0,0 1-1 0 0,0-1 1 0 0,0 1-1 0 0,1-1 1 0 0,-1 1 0 0 0,0-1-1 0 0,0 1 1 0 0,0-1-1 0 0,0 1 1 0 0,0-1 0 0 0,1 1-1 0 0,-1-1 1 0 0,0 1-1 0 0,1 0 1 0 0,-1-1 0 0 0,0 1-1 0 0,0-1 1 0 0,1 1-1 0 0,-1 0 1 0 0,1-1-1 0 0,-1 1 1 0 0,0 0 0 0 0,1-1-1 0 0,-1 1 1 0 0,1 0-1 0 0,4-3 1165 0 0,0 0 0 0 0,0 0 0 0 0,0 1 0 0 0,0 0-1 0 0,0 0 1 0 0,0 1 0 0 0,8-2 0 0 0,41-4 2708 0 0,-8 2-3016 0 0,0-5-245 0 0,-14 3-1959 0 0,-10 3-4628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51.1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18 263 7367 0 0,'-2'-1'391'0'0,"0"0"0"0"0,0 0-1 0 0,0-1 1 0 0,1 1 0 0 0,-1-1-1 0 0,0 1 1 0 0,-1-3 0 0 0,3 4-257 0 0,-1-1 0 0 0,1 1 0 0 0,0 0 0 0 0,0 0 0 0 0,0-1 0 0 0,0 1-1 0 0,0 0 1 0 0,0-1 0 0 0,-1 1 0 0 0,1 0 0 0 0,0 0 0 0 0,0-1 0 0 0,0 1 0 0 0,0 0 0 0 0,0-1 0 0 0,0 1 0 0 0,0 0 0 0 0,0-1 0 0 0,0 1 0 0 0,0 0 0 0 0,1 0 0 0 0,-1-1 0 0 0,0 1 0 0 0,0-1 0 0 0,1 1 45 0 0,-1-1 1 0 0,1 1-1 0 0,-1-1 1 0 0,1 1-1 0 0,-1-1 0 0 0,1 1 1 0 0,0-1-1 0 0,-1 1 1 0 0,1 0-1 0 0,0-1 1 0 0,-1 1-1 0 0,1 0 1 0 0,0 0-1 0 0,1-1 1 0 0,15-2 1349 0 0,1 0 1 0 0,33-1-1 0 0,6 0-958 0 0,135-29 447 0 0,43-5-393 0 0,322-69 301 0 0,-544 104-925 0 0,49-10-12 0 0,45-11-71 0 0,-100 21-1737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52.0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280 407 5983 0 0,'0'0'464'0'0,"0"0"-305"0"0,19 3 5602 0 0,-17-2-5298 0 0,0-1 0 0 0,0 1 0 0 0,0-1 0 0 0,0 0 0 0 0,0 1 0 0 0,1-1 1 0 0,-1 0-1 0 0,0 0 0 0 0,4-1 0 0 0,-2 0-206 0 0,0 0 0 0 0,0-1 0 0 0,0 1 0 0 0,-1-1 0 0 0,1 0 0 0 0,-1 0 0 0 0,1 0 0 0 0,-1 0 0 0 0,0 0 0 0 0,0-1 0 0 0,0 0 0 0 0,0 1 0 0 0,0-1 0 0 0,4-6 0 0 0,-6 7-217 0 0,0 0 1 0 0,0 1-1 0 0,0-1 0 0 0,0 0 0 0 0,-1 0 0 0 0,1-1 0 0 0,0 1 0 0 0,-1 0 0 0 0,0 0 0 0 0,1 0 0 0 0,-1 0 0 0 0,0 0 0 0 0,0 0 0 0 0,0-1 0 0 0,0 1 0 0 0,-1 0 0 0 0,1 0 0 0 0,-1 0 1 0 0,1 0-1 0 0,-1 0 0 0 0,0 0 0 0 0,1 0 0 0 0,-1 0 0 0 0,0 0 0 0 0,0 0 0 0 0,-1 0 0 0 0,1 1 0 0 0,-3-4 0 0 0,-4-3 27 0 0,-1 0-1 0 0,-1 0 1 0 0,1 1-1 0 0,-1 1 1 0 0,-1 0-1 0 0,-19-10 1 0 0,16 9-77 0 0,0 0 10 0 0,0 0 0 0 0,0 1 0 0 0,-1 0 0 0 0,-22-5 0 0 0,32 10 0 0 0,-1 0 0 0 0,1 1 0 0 0,-1-1 0 0 0,1 1 0 0 0,-1 0 0 0 0,1 1 0 0 0,-1-1 0 0 0,1 1 0 0 0,0 0 0 0 0,-1 1 0 0 0,1-1 0 0 0,0 1 0 0 0,0 0 0 0 0,0 0 0 0 0,0 1 0 0 0,-6 3 0 0 0,5-1-4 0 0,-1 0-1 0 0,1 0 0 0 0,0 1 1 0 0,0 0-1 0 0,1 0 1 0 0,-1 1-1 0 0,2 0 1 0 0,-1 0-1 0 0,1 0 0 0 0,0 0 1 0 0,0 0-1 0 0,1 1 1 0 0,-5 14-1 0 0,7-16 5 0 0,-1-1 0 0 0,1 0 0 0 0,1 1 0 0 0,-1-1 0 0 0,1 1 0 0 0,0-1 0 0 0,0 1 0 0 0,0-1 0 0 0,3 10 0 0 0,-2-11-4 0 0,0 0 0 0 0,1 0-1 0 0,-1-1 1 0 0,1 1 0 0 0,0 0 0 0 0,0-1-1 0 0,0 0 1 0 0,0 1 0 0 0,1-1-1 0 0,-1 0 1 0 0,1 0 0 0 0,0-1 0 0 0,0 1-1 0 0,5 3 1 0 0,-5-4 3 0 0,0 0 0 0 0,0 0 1 0 0,-1-1-1 0 0,2 0 0 0 0,-1 1 0 0 0,0-1 0 0 0,0 0 0 0 0,0-1 0 0 0,0 1 0 0 0,1 0 0 0 0,-1-1 1 0 0,0 0-1 0 0,5 0 0 0 0,-2 0 5 0 0,0-1 0 0 0,-1 0-1 0 0,1-1 1 0 0,0 1 0 0 0,-1-1 0 0 0,1 0 0 0 0,5-3 0 0 0,2-2 7 0 0,-1 0 1 0 0,1-1-1 0 0,-1-1 1 0 0,0 0 0 0 0,11-12-1 0 0,-15 13-11 0 0,-1 0 0 0 0,-1 0 0 0 0,1-1 0 0 0,-1 0 0 0 0,-1 0 0 0 0,0-1 0 0 0,0 1 0 0 0,-1-1 0 0 0,0 0 0 0 0,0 0 0 0 0,-1-1 0 0 0,-1 1 0 0 0,0-1 0 0 0,1-16 0 0 0,-2 13 0 0 0,-1-1 0 0 0,0 0 0 0 0,-1 1 0 0 0,-1-1 0 0 0,0 0 0 0 0,-1 1 0 0 0,0 0 0 0 0,-1 0 0 0 0,-1 0 0 0 0,-7-15 0 0 0,10 26 0 0 0,0-1 0 0 0,0 0 0 0 0,0 1 0 0 0,-1-1 0 0 0,1 1 0 0 0,-1-1 0 0 0,0 1 0 0 0,0 0 0 0 0,0 0 0 0 0,0 1 0 0 0,0-1 0 0 0,-1 1 0 0 0,1-1 0 0 0,-1 1 0 0 0,0 0 0 0 0,0 0 0 0 0,0 1 0 0 0,0-1 0 0 0,-5 0 0 0 0,3 1 0 0 0,-1 0 0 0 0,1 0 0 0 0,0 1 0 0 0,-1 0 0 0 0,1 1 0 0 0,0-1 0 0 0,0 1 0 0 0,-1 0 0 0 0,1 1 0 0 0,0 0 0 0 0,0-1 0 0 0,-8 5 0 0 0,2-1 1 0 0,0 1 1 0 0,0 1-1 0 0,-17 12 0 0 0,25-16-357 0 0,0 0 0 0 0,0 1-1 0 0,1-1 1 0 0,-1 1 0 0 0,1-1 0 0 0,0 1-1 0 0,0 0 1 0 0,0 0 0 0 0,0 1 0 0 0,1-1-1 0 0,0 1 1 0 0,0-1 0 0 0,-2 6 0 0 0,2 1-6078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52.6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1 110 2303 0 0,'9'-9'1131'0'0,"-8"8"-601"0"0,1 0 0 0 0,-1 0 0 0 0,1 0 1 0 0,-1 1-1 0 0,1-1 0 0 0,-1 1 0 0 0,1-1 0 0 0,-1 1 1 0 0,1-1-1 0 0,0 1 0 0 0,-1 0 0 0 0,1 0 0 0 0,0 0 1 0 0,-1 0-1 0 0,1 0 0 0 0,2 0 0 0 0,1 1 28 0 0,-1 0 0 0 0,0 0 0 0 0,0 0 0 0 0,0 0 0 0 0,0 1 0 0 0,0-1 1 0 0,0 1-1 0 0,0 0 0 0 0,-1 0 0 0 0,1 1 0 0 0,-1-1 0 0 0,6 5 0 0 0,-5-3-264 0 0,0 1 1 0 0,0-1 0 0 0,0 1 0 0 0,-1 0-1 0 0,0 0 1 0 0,0 0 0 0 0,0 1-1 0 0,3 7 1 0 0,-3-6-253 0 0,-1 0 1 0 0,0 0-1 0 0,-1 0 0 0 0,1 0 1 0 0,-1 1-1 0 0,0-1 0 0 0,-1 0 0 0 0,0 1 1 0 0,0-1-1 0 0,-1 0 0 0 0,0 1 1 0 0,0-1-1 0 0,0 0 0 0 0,-6 14 0 0 0,3-12-18 0 0,-1 1-1 0 0,0-1 0 0 0,0 0 0 0 0,-1 0 0 0 0,-13 14 0 0 0,40-52-23 0 0,-8 10 0 0 0,8-13-50 0 0,-2-1 0 0 0,0-1 0 0 0,24-66 0 0 0,-42 97 50 0 0,6-16 0 0 0,-3 9 0 0 0,0-1 0 0 0,0 1 0 0 0,1 0 0 0 0,0 0 0 0 0,1 1 0 0 0,0-1 0 0 0,9-9 0 0 0,-15 19 0 0 0,0-1 1 0 0,0 1-1 0 0,1 0 0 0 0,-1 0 1 0 0,0-1-1 0 0,0 1 0 0 0,0 0 1 0 0,1 0-1 0 0,-1 0 0 0 0,0-1 1 0 0,0 1-1 0 0,1 0 0 0 0,-1 0 1 0 0,0 0-1 0 0,0 0 0 0 0,1-1 1 0 0,-1 1-1 0 0,0 0 0 0 0,1 0 1 0 0,-1 0-1 0 0,0 0 1 0 0,0 0-1 0 0,1 0 0 0 0,-1 0 1 0 0,0 0-1 0 0,1 0 0 0 0,-1 0 1 0 0,0 0-1 0 0,1 0 0 0 0,1 9 22 0 0,-7 13 10 0 0,-25 56-32 0 0,21-57 0 0 0,0 0 0 0 0,2 0 0 0 0,0 1 0 0 0,1 0 0 0 0,-2 23 0 0 0,7-43 17 0 0,1 1 1 0 0,0 0-1 0 0,0 0 0 0 0,0 0 0 0 0,0-1 1 0 0,1 1-1 0 0,-1 0 0 0 0,1 0 0 0 0,-1 0 1 0 0,1-1-1 0 0,0 1 0 0 0,0-1 0 0 0,0 1 1 0 0,0 0-1 0 0,1-1 0 0 0,-1 0 0 0 0,1 1 1 0 0,0-1-1 0 0,-1 0 0 0 0,1 0 0 0 0,4 4 0 0 0,-3-4 6 0 0,0-1-1 0 0,0 1 0 0 0,0 0 0 0 0,1-1 0 0 0,-1 0 1 0 0,0 0-1 0 0,1 0 0 0 0,-1 0 0 0 0,1 0 0 0 0,-1-1 1 0 0,1 0-1 0 0,-1 1 0 0 0,1-1 0 0 0,-1-1 0 0 0,1 1 0 0 0,-1 0 1 0 0,4-2-1 0 0,2 1-287 0 0,0-2 0 0 0,0 1 0 0 0,0-1 0 0 0,-1 0 0 0 0,1-1 0 0 0,8-5 0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52.8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19 4607 0 0,'-9'0'685'0'0,"13"1"1599"0"0,14 0 1053 0 0,78-12 4151 0 0,-36 3-12454 0 0,-39 6-790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53.0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1 107 5063 0 0,'5'-16'5152'0'0,"6"-23"2954"0"0,-7 25-6073 0 0,8-20-1 0 0,-12 34-2020 0 0,0 0 0 0 0,0 0-1 0 0,-1-1 1 0 0,1 1 0 0 0,0 0 0 0 0,0 0 0 0 0,0 0 0 0 0,0 0 0 0 0,0 0 0 0 0,0 0 0 0 0,1 0-1 0 0,-1 0 1 0 0,0 0 0 0 0,0-1 0 0 0,0 1 0 0 0,0 0 0 0 0,0 0 0 0 0,0 0 0 0 0,0 0 0 0 0,0 0-1 0 0,0 0 1 0 0,0 0 0 0 0,0 0 0 0 0,0 0 0 0 0,0 0 0 0 0,0-1 0 0 0,0 1 0 0 0,0 0 0 0 0,0 0-1 0 0,1 0 1 0 0,-1 0 0 0 0,0 0 0 0 0,0 0 0 0 0,0 0 0 0 0,0 0 0 0 0,0 0 0 0 0,0 0 0 0 0,0 0-1 0 0,0 0 1 0 0,0 0 0 0 0,1 0 0 0 0,-1 0 0 0 0,0 0 0 0 0,0 0 0 0 0,0 0 0 0 0,0 0-1 0 0,0 0 1 0 0,0 0 0 0 0,0 0 0 0 0,0 0 0 0 0,1 0 0 0 0,-1 0 0 0 0,0 0 0 0 0,0 0 0 0 0,0 0-1 0 0,0 0 1 0 0,0 0 0 0 0,0 0 0 0 0,0 0 0 0 0,0 1 0 0 0,0-1 0 0 0,0 0 0 0 0,0 0 0 0 0,1 0-1 0 0,-1 0 1 0 0,3 11 283 0 0,-1 14-105 0 0,-9 122 50 0 0,9-129-2176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53.7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249 465 455 0 0,'27'-31'12828'0'0,"-23"26"-11715"0"0,-1 0 1 0 0,1 0-1 0 0,-1-1 1 0 0,3-7-1 0 0,-4 10-1004 0 0,-2 1 0 0 0,1-1 0 0 0,0 1 0 0 0,0-1 0 0 0,-1 0 0 0 0,1 1 0 0 0,-1-1 0 0 0,0 1 0 0 0,0-1 0 0 0,0 0 0 0 0,0 1 0 0 0,0-1 1 0 0,-1 0-1 0 0,1 1 0 0 0,-1-1 0 0 0,0 1 0 0 0,0-1 0 0 0,0 1 0 0 0,0-1 0 0 0,0 1 0 0 0,0 0 0 0 0,-1-1 0 0 0,1 1 0 0 0,-1 0 0 0 0,1 0 0 0 0,-1 0 0 0 0,-4-3 0 0 0,2 1-72 0 0,-1 0 0 0 0,0 0 0 0 0,0 1 0 0 0,-1-1-1 0 0,1 1 1 0 0,-1 1 0 0 0,0-1 0 0 0,0 1 0 0 0,1 0 0 0 0,-1 0-1 0 0,0 1 1 0 0,-1 0 0 0 0,1 0 0 0 0,0 0 0 0 0,0 1 0 0 0,0 0-1 0 0,-1 0 1 0 0,1 0 0 0 0,0 1 0 0 0,0 0 0 0 0,0 0 0 0 0,0 1 0 0 0,-10 3-1 0 0,9-2-35 0 0,0-1-1 0 0,0 2 0 0 0,1-1 0 0 0,-1 1 0 0 0,1 0 1 0 0,0 0-1 0 0,0 0 0 0 0,1 1 0 0 0,-1 0 0 0 0,1 0 0 0 0,0 1 1 0 0,1 0-1 0 0,-1-1 0 0 0,1 1 0 0 0,0 1 0 0 0,0-1 1 0 0,1 1-1 0 0,0-1 0 0 0,-4 13 0 0 0,5-13 0 0 0,1 0 0 0 0,0 0 0 0 0,1-1 0 0 0,-1 1 0 0 0,1 0 0 0 0,0 0 0 0 0,0 0 0 0 0,1 0 0 0 0,0 0 0 0 0,0 0 0 0 0,3 7 0 0 0,-4-11 0 0 0,1 1 0 0 0,0-1 0 0 0,0 0 0 0 0,0 0 0 0 0,0 0 0 0 0,1 0 0 0 0,-1 0 0 0 0,0 0 0 0 0,1 0 0 0 0,0-1 0 0 0,-1 1 0 0 0,1 0 0 0 0,0-1 0 0 0,0 1 0 0 0,0-1 0 0 0,0 0 0 0 0,0 0 0 0 0,0 0 0 0 0,0 0 0 0 0,0 0 0 0 0,0 0 0 0 0,1 0 0 0 0,-1-1 0 0 0,0 1 0 0 0,1-1 0 0 0,-1 1 0 0 0,0-1 0 0 0,1 0 0 0 0,-1 0 0 0 0,4-1 0 0 0,2 0 14 0 0,0 0 0 0 0,0-1-1 0 0,0 0 1 0 0,-1 0 0 0 0,1-1 0 0 0,-1 0-1 0 0,0 0 1 0 0,1-1 0 0 0,-1 0 0 0 0,-1 0 0 0 0,1 0-1 0 0,-1-1 1 0 0,0 0 0 0 0,0-1 0 0 0,0 1-1 0 0,-1-1 1 0 0,1 0 0 0 0,6-11 0 0 0,-5 5 13 0 0,0 0 1 0 0,0-1-1 0 0,-1 1 1 0 0,-1-1 0 0 0,0 0-1 0 0,-1-1 1 0 0,0 1-1 0 0,-1-1 1 0 0,2-25-1 0 0,-4 19 29 0 0,0 1-1 0 0,-2-1 1 0 0,0 0-1 0 0,-1 1 0 0 0,-6-22 1 0 0,5 29-49 0 0,0 1 0 0 0,-1-1 1 0 0,0 1-1 0 0,-1 0 1 0 0,0 0-1 0 0,-1 1 1 0 0,0-1-1 0 0,-1 1 1 0 0,-12-14-1 0 0,16 21-38 0 0,1 1 0 0 0,-1-1 0 0 0,1 1 0 0 0,-1 0 0 0 0,0 0 0 0 0,0 0 0 0 0,0 0 0 0 0,0 0 0 0 0,0 1 0 0 0,0 0 0 0 0,-1-1 0 0 0,1 1 0 0 0,0 0 0 0 0,-1 1 0 0 0,-4-2 0 0 0,4 2 110 0 0,-1 0 1 0 0,0 0-1 0 0,1 1 1 0 0,-1-1-1 0 0,1 1 0 0 0,-1 0 1 0 0,1 0-1 0 0,0 1 1 0 0,-1-1-1 0 0,-6 4 1 0 0,4 0-349 0 0,-1-1 0 0 0,1 1 0 0 0,-1 0 0 0 0,1 1 0 0 0,1 0 1 0 0,-9 9-1 0 0,9-8-1162 0 0,0 0 0 0 0,1 0 0 0 0,-6 9 0 0 0,4-2-5669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54.2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79 5527 0 0,'3'-4'472'0'0,"-1"0"0"0"0,0 0 0 0 0,1 1 0 0 0,0-1 0 0 0,0 1 0 0 0,0 0 0 0 0,0 0 0 0 0,1 0 0 0 0,-1 0-1 0 0,1 0 1 0 0,0 1 0 0 0,0-1 0 0 0,0 1 0 0 0,0 0 0 0 0,0 1 0 0 0,0-1 0 0 0,0 1 0 0 0,1-1-1 0 0,-1 1 1 0 0,0 0 0 0 0,1 1 0 0 0,5-1 0 0 0,-7 1-281 0 0,0 0 1 0 0,1 0-1 0 0,-1 0 1 0 0,0 1-1 0 0,0-1 0 0 0,0 1 1 0 0,1 0-1 0 0,-1 0 1 0 0,0 0-1 0 0,0 0 0 0 0,0 1 1 0 0,0-1-1 0 0,0 1 1 0 0,-1-1-1 0 0,1 1 0 0 0,0 0 1 0 0,-1 0-1 0 0,0 1 1 0 0,1-1-1 0 0,-1 0 0 0 0,0 1 1 0 0,0 0-1 0 0,0-1 1 0 0,0 1-1 0 0,-1 0 0 0 0,1 0 1 0 0,-1 0-1 0 0,0 0 1 0 0,1 0-1 0 0,-1 0 0 0 0,0 4 1 0 0,0-1-169 0 0,1 0 0 0 0,-2 1-1 0 0,1-1 1 0 0,-1 0 0 0 0,0 1 0 0 0,0-1 0 0 0,-1 1 0 0 0,0-1-1 0 0,0 0 1 0 0,0 1 0 0 0,-1-1 0 0 0,0 0 0 0 0,-4 8 0 0 0,-3 4 2 0 0,-1-1 0 0 0,-23 32 0 0 0,12-21-7 0 0,15-13 14 0 0,8-14-10 0 0,5-7-12 0 0,14-16-10 0 0,-2 0 0 0 0,0-2 0 0 0,-2 0 0 0 0,0-1 0 0 0,-2 0 0 0 0,-1-1 0 0 0,-1-1 0 0 0,10-29 0 0 0,-1 4 0 0 0,-55 134 0 0 0,30-73 0 0 0,-2 6 26 0 0,0 0 0 0 0,0 0-1 0 0,2 0 1 0 0,0 1 0 0 0,0-1 0 0 0,2 1 0 0 0,0 0-1 0 0,1 17 1 0 0,0-32-1 0 0,0 0 0 0 0,1 0 1 0 0,-1 1-1 0 0,0-1 0 0 0,0 0 0 0 0,1 0 0 0 0,-1 0 0 0 0,1 0 1 0 0,-1 1-1 0 0,1-1 0 0 0,0 0 0 0 0,-1 0 0 0 0,1 0 0 0 0,0 0 0 0 0,0 0 1 0 0,-1 0-1 0 0,1-1 0 0 0,0 1 0 0 0,0 0 0 0 0,0 0 0 0 0,2 0 0 0 0,-1 0-5 0 0,0 0-1 0 0,0-1 0 0 0,0 1 1 0 0,0-1-1 0 0,0 1 0 0 0,0-1 0 0 0,0 0 1 0 0,0 0-1 0 0,1 0 0 0 0,-1 0 0 0 0,3-1 1 0 0,5-1-41 0 0,-1 0 0 0 0,0-1 1 0 0,0 0-1 0 0,12-7 0 0 0,-2 1-576 0 0,-8 1-5613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54.5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17 5983 0 0,'37'-2'10888'0'0,"28"-3"-7173"0"0,-9-2-2730 0 0,-38 5-1125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54.7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3 11519 0 0,'0'-1'147'0'0,"0"1"0"0"0,1 0-1 0 0,-1 0 1 0 0,0 0 0 0 0,0 0 0 0 0,1 0-1 0 0,-1-1 1 0 0,0 1 0 0 0,1 0-1 0 0,-1 0 1 0 0,0 0 0 0 0,0 0-1 0 0,1 0 1 0 0,-1 0 0 0 0,0 0 0 0 0,1 0-1 0 0,-1 0 1 0 0,0 0 0 0 0,0 0-1 0 0,1 0 1 0 0,-1 0 0 0 0,0 0-1 0 0,1 0 1 0 0,-1 0 0 0 0,0 0 0 0 0,0 1-1 0 0,1-1 1 0 0,-1 0 0 0 0,0 0-1 0 0,0 0 1 0 0,1 0 0 0 0,-1 1 0 0 0,0-1-1 0 0,0 0 1 0 0,12 6 1911 0 0,-11-6-1883 0 0,1 1-46 0 0,-1 0 0 0 0,1 0-1 0 0,0 0 1 0 0,0 0 0 0 0,-1 0 0 0 0,1 0-1 0 0,-1 0 1 0 0,1 1 0 0 0,-1-1 0 0 0,1 0-1 0 0,-1 1 1 0 0,0-1 0 0 0,0 1 0 0 0,0 0 0 0 0,0-1-1 0 0,0 1 1 0 0,0 0 0 0 0,0 0 0 0 0,0 0-1 0 0,-1 0 1 0 0,1-1 0 0 0,-1 1 0 0 0,0 0-1 0 0,1 0 1 0 0,-1 0 0 0 0,0 0 0 0 0,0 0-1 0 0,0 0 1 0 0,0 0 0 0 0,0 0 0 0 0,-1 0-1 0 0,1 0 1 0 0,-2 3 0 0 0,-1 4-184 0 0,-1-1-1 0 0,-1 1 1 0 0,0-1 0 0 0,0 0-1 0 0,-11 13 1 0 0,-3 5 465 0 0,18-25-375 0 0,0 1 0 0 0,1-1 0 0 0,-1 0 0 0 0,0 0 0 0 0,1 1-1 0 0,-1-1 1 0 0,0 1 0 0 0,1-1 0 0 0,0 0 0 0 0,-1 1 0 0 0,1-1 0 0 0,0 1 0 0 0,0-1 0 0 0,-1 1-1 0 0,1-1 1 0 0,1 1 0 0 0,-1-1 0 0 0,0 3 0 0 0,1-3-6 0 0,0 0 1 0 0,0 0-1 0 0,-1 0 1 0 0,1 0-1 0 0,0 0 0 0 0,0 0 1 0 0,0 0-1 0 0,0-1 0 0 0,0 1 1 0 0,0 0-1 0 0,0-1 1 0 0,0 1-1 0 0,0-1 0 0 0,1 1 1 0 0,-1-1-1 0 0,0 0 0 0 0,0 1 1 0 0,0-1-1 0 0,1 0 1 0 0,-1 0-1 0 0,0 0 0 0 0,0 0 1 0 0,2 0-1 0 0,5 0-123 0 0,0 0 1 0 0,0 0-1 0 0,-1-1 0 0 0,1 0 1 0 0,0-1-1 0 0,-1 0 0 0 0,1 0 0 0 0,-1 0 1 0 0,1-1-1 0 0,-1 0 0 0 0,0-1 1 0 0,0 1-1 0 0,7-7 0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55.1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8751 0 0,'14'2'6892'0'0,"38"4"-1612"0"0,77-12-2948 0 0,-122 6-3887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55.2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3223 0 0,'-1'0'174'0'0,"1"1"0"0"0,0 0 0 0 0,0 0 0 0 0,0 0 0 0 0,1 0 0 0 0,-1 0 0 0 0,0 0 0 0 0,0-1 0 0 0,0 1 0 0 0,1 0 0 0 0,-1 0 0 0 0,0 0 0 0 0,1 0 0 0 0,-1-1-1 0 0,1 1 1 0 0,-1 0 0 0 0,1 0 0 0 0,-1-1 0 0 0,1 1 0 0 0,-1 0 0 0 0,1-1 0 0 0,0 1 0 0 0,-1-1 0 0 0,1 1 0 0 0,0-1 0 0 0,-1 1 0 0 0,2 0 0 0 0,22 13 5195 0 0,-15-12-4503 0 0,0 0 0 0 0,0 0 0 0 0,0-1 0 0 0,0 0 0 0 0,0-1 0 0 0,0 1 0 0 0,1-2 0 0 0,-1 0 0 0 0,0 0 0 0 0,10-2 0 0 0,-7 1-632 0 0,-5 1-1783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57.2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170 23 10135 0 0,'-1'-2'152'0'0,"0"1"-1"0"0,0-1 0 0 0,0 1 0 0 0,0 0 1 0 0,-1 0-1 0 0,1 0 0 0 0,0 0 0 0 0,0 0 1 0 0,-1 0-1 0 0,1 0 0 0 0,-1 0 0 0 0,1 0 1 0 0,-1 0-1 0 0,1 1 0 0 0,-1-1 0 0 0,1 1 1 0 0,-1-1-1 0 0,0 1 0 0 0,1 0 0 0 0,-1-1 1 0 0,0 1-1 0 0,1 0 0 0 0,-1 0 0 0 0,0 0 1 0 0,1 0-1 0 0,-1 1 0 0 0,1-1 0 0 0,-1 0 1 0 0,0 1-1 0 0,1-1 0 0 0,-1 1 1 0 0,-2 1-1 0 0,2-1 57 0 0,-1 0 0 0 0,1 0-1 0 0,0 1 1 0 0,-1 0 0 0 0,1-1 0 0 0,0 1 0 0 0,0 0 0 0 0,0 0 0 0 0,0 0 0 0 0,0 0-1 0 0,0 0 1 0 0,1 1 0 0 0,-1-1 0 0 0,1 1 0 0 0,-1-1 0 0 0,1 1 0 0 0,0-1 0 0 0,-1 5 0 0 0,1 0-27 0 0,0 0 1 0 0,1 0 0 0 0,-1 0-1 0 0,2 0 1 0 0,-1 0 0 0 0,1 0-1 0 0,0-1 1 0 0,0 1 0 0 0,1 0-1 0 0,0 0 1 0 0,0-1 0 0 0,4 8-1 0 0,5 10 362 0 0,29 42 0 0 0,-11-18-180 0 0,-18-29-242 0 0,-5-10-38 0 0,-1 1 1 0 0,0 0-1 0 0,0 0 1 0 0,6 20 0 0 0,-11-29-73 0 0,0 0-1 0 0,1-1 1 0 0,-1 1 0 0 0,0 0 0 0 0,0 0-1 0 0,0 0 1 0 0,0 0 0 0 0,0 0 0 0 0,0 0-1 0 0,0-1 1 0 0,0 1 0 0 0,-1 0 0 0 0,1 0-1 0 0,0 0 1 0 0,0 0 0 0 0,-1 0 0 0 0,1-1-1 0 0,0 1 1 0 0,-1 0 0 0 0,1 0 0 0 0,-1-1 0 0 0,1 1-1 0 0,-1 0 1 0 0,1-1 0 0 0,-1 1 0 0 0,-1 0-1 0 0,0 1-13 0 0,0-1 1 0 0,0 0-1 0 0,0-1 0 0 0,0 1 0 0 0,0 0 0 0 0,0-1 0 0 0,0 1 0 0 0,0-1 1 0 0,0 1-1 0 0,-4-1 0 0 0,-4 0-25 0 0,-1 0 1 0 0,1-1 0 0 0,-15-3-1 0 0,13 2 41 0 0,0-1 0 0 0,0 0 0 0 0,0-1-1 0 0,-18-9 1 0 0,27 12-9 0 0,-1-1-1 0 0,1 0 0 0 0,0 0 1 0 0,-1 0-1 0 0,1-1 0 0 0,0 1 1 0 0,0-1-1 0 0,1 1 0 0 0,-1-1 1 0 0,0 0-1 0 0,1 0 1 0 0,0 0-1 0 0,0 0 0 0 0,0-1 1 0 0,0 1-1 0 0,0-1 0 0 0,1 1 1 0 0,-3-8-1 0 0,4 9-3 0 0,0 0 0 0 0,0-1 0 0 0,0 1 0 0 0,0 0 0 0 0,0 0 0 0 0,0 0 0 0 0,1 0 0 0 0,-1 0 0 0 0,1 0 0 0 0,0 0 0 0 0,-1 0 0 0 0,1 0 0 0 0,0 0 0 0 0,0 0 0 0 0,0 0 0 0 0,1 0 0 0 0,-1 1 0 0 0,0-1 0 0 0,1 0 0 0 0,1-1 0 0 0,5-5 0 0 0,0 2 0 0 0,18-12 0 0 0,-13 9 0 0 0,-8 5 0 0 0,24-16 15 0 0,34-32-1 0 0,-55 45-7 0 0,-1 0 0 0 0,-1-1 0 0 0,1 1 0 0 0,-1-1 0 0 0,-1 0 0 0 0,1-1 0 0 0,-2 0 0 0 0,1 1 0 0 0,5-17 0 0 0,-9 23 2 0 0,0 0 0 0 0,-1 0 0 0 0,1 1 0 0 0,-1-1 0 0 0,0 0 1 0 0,0 0-1 0 0,1 0 0 0 0,-1 0 0 0 0,0 0 0 0 0,0 0 0 0 0,-1 0 0 0 0,1 1 0 0 0,0-1 1 0 0,-1 0-1 0 0,1 0 0 0 0,-1 0 0 0 0,0 0 0 0 0,1 1 0 0 0,-1-1 0 0 0,0 0 0 0 0,0 1 1 0 0,-2-4-1 0 0,1 4-14 0 0,0-1 1 0 0,1 1-1 0 0,-1 0 1 0 0,0 0 0 0 0,0 0-1 0 0,0 0 1 0 0,0 0-1 0 0,0 0 1 0 0,0 1-1 0 0,0-1 1 0 0,0 1 0 0 0,0-1-1 0 0,-1 1 1 0 0,1 0-1 0 0,0 0 1 0 0,0 0-1 0 0,0 0 1 0 0,0 0 0 0 0,-4 1-1 0 0,-10 2-1644 0 0,-2 1-6322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58.6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12 7367 0 0,'-12'-11'7389'0'0,"21"11"-4239"0"0,148 17 1956 0 0,-149-17-5033 0 0,-6 0-48 0 0,1 0-1 0 0,-1 0 1 0 0,0 0 0 0 0,0 0-1 0 0,1 0 1 0 0,-1 0-1 0 0,0 1 1 0 0,0-1 0 0 0,1 1-1 0 0,-1 0 1 0 0,4 1-1 0 0,-6-2-23 0 0,0 1-1 0 0,0-1 1 0 0,-1 0-1 0 0,1 1 0 0 0,0-1 1 0 0,0 0-1 0 0,0 1 1 0 0,0-1-1 0 0,0 0 0 0 0,-1 1 1 0 0,1-1-1 0 0,0 0 1 0 0,0 0-1 0 0,-1 1 0 0 0,1-1 1 0 0,0 0-1 0 0,0 0 1 0 0,-1 0-1 0 0,1 1 0 0 0,0-1 1 0 0,-1 0-1 0 0,1 0 1 0 0,0 0-1 0 0,-1 0 0 0 0,1 0 1 0 0,0 1-1 0 0,-1-1 1 0 0,1 0-1 0 0,-13 5-1 0 0,-14 3 1 0 0,1 0 0 0 0,-46 20 0 0 0,72-28 0 0 0,0 0 0 0 0,0 0 0 0 0,-1 0 0 0 0,1 0 0 0 0,0 0 0 0 0,0 0 0 0 0,0 0 0 0 0,0 0 0 0 0,-1 0 0 0 0,1 0 0 0 0,0 0 0 0 0,0 0 0 0 0,0 1 0 0 0,0-1 0 0 0,-1 0 0 0 0,1 0 0 0 0,0 0 0 0 0,0 0 0 0 0,0 0 0 0 0,0 0 0 0 0,0 1 0 0 0,-1-1 0 0 0,1 0 0 0 0,0 0 0 0 0,0 0 0 0 0,0 1 0 0 0,0-1 0 0 0,0 0 0 0 0,0 0 0 0 0,0 0 0 0 0,0 0 0 0 0,0 1 0 0 0,0-1 0 0 0,0 0 0 0 0,0 0 0 0 0,0 0 0 0 0,0 1 0 0 0,0-1 0 0 0,0 0 0 0 0,0 0 0 0 0,0 0 0 0 0,0 1 0 0 0,10 4 0 0 0,21 0 0 0 0,-26-5 0 0 0,6 1-11 0 0,0 1-42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28.5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316 381 3007 0 0,'-20'22'13590'0'0,"28"-48"-11462"0"0,-6 20-1929 0 0,0 0 0 0 0,0 0 1 0 0,0-1-1 0 0,-1 1 1 0 0,0 0-1 0 0,0-1 1 0 0,-1 1-1 0 0,0-1 1 0 0,0 1-1 0 0,-1-8 0 0 0,0 9-148 0 0,0 0-1 0 0,-1 0 0 0 0,1 1 0 0 0,-1-1 0 0 0,0 0 0 0 0,-1 1 0 0 0,1-1 1 0 0,-1 1-1 0 0,0 0 0 0 0,0 0 0 0 0,0 0 0 0 0,0 0 0 0 0,-6-4 1 0 0,7 6-50 0 0,0-1 1 0 0,0 1 0 0 0,0 1 0 0 0,-1-1 0 0 0,1 0 0 0 0,0 1 0 0 0,-1-1 0 0 0,0 1 0 0 0,1 0 0 0 0,-1-1 0 0 0,0 1 0 0 0,1 1 0 0 0,-1-1 0 0 0,0 0 0 0 0,0 1 0 0 0,0-1 0 0 0,0 1 0 0 0,0 0 0 0 0,0 0 0 0 0,0 0 0 0 0,1 0 0 0 0,-1 1 0 0 0,0-1 0 0 0,0 1 0 0 0,0 0 0 0 0,0-1 0 0 0,1 1 0 0 0,-1 1 0 0 0,0-1 0 0 0,1 0 0 0 0,-1 1 0 0 0,1-1-1 0 0,-1 1 1 0 0,1 0 0 0 0,0 0 0 0 0,0-1 0 0 0,-1 2 0 0 0,1-1 0 0 0,1 0 0 0 0,-1 0 0 0 0,-2 4 0 0 0,-2 3-1 0 0,1 0 0 0 0,0 0 0 0 0,0 1 0 0 0,1 0 0 0 0,0 0 0 0 0,0 0 0 0 0,1 1 0 0 0,1-1 0 0 0,0 1 0 0 0,0-1 0 0 0,1 1-1 0 0,0 0 1 0 0,1 0 0 0 0,0 0 0 0 0,1-1 0 0 0,3 17 0 0 0,-3-24 32 0 0,-1 0-1 0 0,1-1 0 0 0,0 1 1 0 0,0 0-1 0 0,0-1 0 0 0,1 1 1 0 0,-1-1-1 0 0,1 1 0 0 0,-1-1 1 0 0,1 0-1 0 0,0 0 0 0 0,0 1 1 0 0,0-1-1 0 0,0-1 1 0 0,0 1-1 0 0,0 0 0 0 0,0 0 1 0 0,1-1-1 0 0,-1 1 0 0 0,1-1 1 0 0,-1 0-1 0 0,1 0 0 0 0,0 0 1 0 0,-1 0-1 0 0,1 0 1 0 0,0-1-1 0 0,0 1 0 0 0,-1-1 1 0 0,1 1-1 0 0,0-1 0 0 0,4-1 1 0 0,0 1 0 0 0,0-1 1 0 0,0 0 0 0 0,-1 0 0 0 0,1-1-1 0 0,0 0 1 0 0,0-1 0 0 0,-1 1-1 0 0,0-1 1 0 0,1 0 0 0 0,-1-1-1 0 0,9-6 1 0 0,-8 4-23 0 0,1 0-1 0 0,-2 0 1 0 0,1-1 0 0 0,-1 0-1 0 0,0 0 1 0 0,-1-1 0 0 0,1 0-1 0 0,-1 0 1 0 0,-1 0 0 0 0,0 0-1 0 0,0-1 1 0 0,4-14 0 0 0,-5 11 16 0 0,0 0 0 0 0,-1 0 1 0 0,-1 1-1 0 0,0-1 0 0 0,0 0 1 0 0,-1 0-1 0 0,-1-1 0 0 0,0 2 1 0 0,-4-17-1 0 0,2 15 3 0 0,0 0 0 0 0,-1 1-1 0 0,-1 0 1 0 0,0 0 0 0 0,-1 0-1 0 0,0 0 1 0 0,0 1 0 0 0,-14-17 0 0 0,14 20-20 0 0,-1 1 0 0 0,0-1 0 0 0,-1 1 0 0 0,0 0 0 0 0,0 1 0 0 0,0 0 0 0 0,-1 0 0 0 0,0 1 0 0 0,0 0 0 0 0,-1 0 0 0 0,-11-3 0 0 0,16 6-10 0 0,-1 1 0 0 0,1 0 0 0 0,-1 1 0 0 0,1-1 0 0 0,-1 1 0 0 0,1 0 0 0 0,-1 1 0 0 0,0-1 0 0 0,1 1 0 0 0,-1 0 0 0 0,1 0 0 0 0,0 1 0 0 0,-1-1 0 0 0,1 1 0 0 0,0 1 0 0 0,-9 4 0 0 0,5-2 0 0 0,1 0 0 0 0,0 1 0 0 0,1 0 0 0 0,-1 0 0 0 0,1 1 0 0 0,0 0 0 0 0,1 0 0 0 0,0 0 0 0 0,-6 10 0 0 0,9-14-187 0 0,1 1-1 0 0,0 0 1 0 0,0-1-1 0 0,0 1 1 0 0,1 0-1 0 0,-1 1 1 0 0,1-1-1 0 0,0 0 1 0 0,0 0-1 0 0,0 0 1 0 0,1 1-1 0 0,0-1 1 0 0,0 0-1 0 0,0 1 1 0 0,0-1-1 0 0,0 0 1 0 0,3 9 0 0 0,1-1-7319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29.0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73 4143 0 0,'0'-2'301'0'0,"-1"1"0"0"0,1-1-1 0 0,-1 0 1 0 0,1 0 0 0 0,0 0-1 0 0,-1 0 1 0 0,1 1 0 0 0,0-1-1 0 0,0 0 1 0 0,1 0 0 0 0,-1 0-1 0 0,0 0 1 0 0,0 0 0 0 0,1 1-1 0 0,-1-1 1 0 0,1 0 0 0 0,0 0-1 0 0,0 0 1 0 0,-1 1 0 0 0,3-3-1 0 0,-2 1 113 0 0,1 1-1 0 0,-1 0 1 0 0,1 0-1 0 0,0 0 1 0 0,0 0-1 0 0,-1 0 0 0 0,1 0 1 0 0,1 0-1 0 0,-1 0 1 0 0,0 1-1 0 0,0-1 0 0 0,1 1 1 0 0,3-2-1 0 0,-4 2-207 0 0,0 1 0 0 0,0-1 0 0 0,0 0 1 0 0,0 1-1 0 0,0 0 0 0 0,1-1 0 0 0,-1 1 0 0 0,0 0 0 0 0,0 0 0 0 0,0 0 0 0 0,1 0 0 0 0,-1 1 0 0 0,0-1 0 0 0,0 0 0 0 0,0 1 1 0 0,0 0-1 0 0,0-1 0 0 0,1 1 0 0 0,-1 0 0 0 0,2 2 0 0 0,-3-2-132 0 0,1 1 0 0 0,-1-1 0 0 0,1 1 0 0 0,-1-1 0 0 0,0 1 0 0 0,0 0 0 0 0,0 0 0 0 0,0 0 0 0 0,0 0 0 0 0,0 0 0 0 0,0 0 0 0 0,0 0 0 0 0,-1 0 0 0 0,1 0 0 0 0,-1 0 0 0 0,0 0 0 0 0,0 0 0 0 0,1 0 0 0 0,-1 0 0 0 0,-1 4 0 0 0,0 3-25 0 0,0-1-1 0 0,-1 0 1 0 0,0 0-1 0 0,-1 0 1 0 0,0 0-1 0 0,0 0 1 0 0,-8 13-1 0 0,6-12 6 0 0,1 1 0 0 0,0 0 0 0 0,-6 19 0 0 0,10-28-49 0 0,0 0 0 0 0,-1-1-1 0 0,1 1 1 0 0,0 0 0 0 0,0 0 0 0 0,0-1 0 0 0,0 1-1 0 0,0 0 1 0 0,0 0 0 0 0,0 0 0 0 0,0-1-1 0 0,0 1 1 0 0,0 0 0 0 0,0 0 0 0 0,1-1-1 0 0,-1 1 1 0 0,0 0 0 0 0,0-1 0 0 0,1 1-1 0 0,-1 0 1 0 0,1 0 0 0 0,-1-1 0 0 0,1 1 0 0 0,-1-1-1 0 0,1 1 1 0 0,0 0 0 0 0,0 0 8 0 0,0-1 1 0 0,0 1-1 0 0,0-1 1 0 0,1 0-1 0 0,-1 1 0 0 0,0-1 1 0 0,0 0-1 0 0,1 0 1 0 0,-1 1-1 0 0,0-1 1 0 0,1 0-1 0 0,-1 0 0 0 0,0-1 1 0 0,2 1-1 0 0,5-2 60 0 0,1 0-1 0 0,-1 0 0 0 0,13-6 1 0 0,-19 7-70 0 0,17-8-53 0 0,-16 7 12 0 0,1 0-1 0 0,-1 0 1 0 0,1 0 0 0 0,0 1 0 0 0,-1-1 0 0 0,1 1 0 0 0,0 0-1 0 0,4-1 1 0 0,-4 3-1781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29.6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0 250 8751 0 0,'3'-2'478'0'0,"0"1"-1"0"0,0 0 0 0 0,0 0 0 0 0,-1 1 1 0 0,1-1-1 0 0,7 0 0 0 0,-6 0 250 0 0,19-4 1779 0 0,0 0 0 0 0,29-12-1 0 0,-44 14-2293 0 0,0-1 0 0 0,0 0 0 0 0,0 0-1 0 0,0-1 1 0 0,-1 1 0 0 0,1-2 0 0 0,-1 1-1 0 0,-1-1 1 0 0,9-9 0 0 0,-13 13-195 0 0,0-1 0 0 0,0 0 1 0 0,-1-1-1 0 0,1 1 0 0 0,-1 0 0 0 0,0 0 1 0 0,1 0-1 0 0,-2-1 0 0 0,1 1 0 0 0,0-1 1 0 0,-1 1-1 0 0,1-1 0 0 0,-1 1 1 0 0,0-1-1 0 0,0 1 0 0 0,0-1 0 0 0,-1 1 1 0 0,1-1-1 0 0,-1 1 0 0 0,0 0 0 0 0,0-1 1 0 0,0 1-1 0 0,0 0 0 0 0,-1 0 0 0 0,1-1 1 0 0,-1 1-1 0 0,-4-5 0 0 0,3 3-17 0 0,0 0 0 0 0,-1 1 0 0 0,1-1 0 0 0,-1 1 0 0 0,-1 0-1 0 0,1 0 1 0 0,0 0 0 0 0,-1 1 0 0 0,0-1 0 0 0,0 1 0 0 0,0 0 0 0 0,0 1 0 0 0,0-1 0 0 0,-1 1-1 0 0,1 0 1 0 0,-7-2 0 0 0,10 4 0 0 0,0 0 0 0 0,1 0 0 0 0,-1 0 0 0 0,0 0 0 0 0,1 0 0 0 0,-1 0 0 0 0,1 0 0 0 0,-1 0 0 0 0,0 1 0 0 0,1-1 0 0 0,-1 1 0 0 0,1-1 0 0 0,-1 1 0 0 0,1-1 0 0 0,-1 1 0 0 0,1 0 0 0 0,-1 0 0 0 0,1 0 0 0 0,0 0 0 0 0,-1 0 0 0 0,1 0 0 0 0,0 0 0 0 0,0 0 0 0 0,0 0 0 0 0,0 1 0 0 0,0-1 0 0 0,0 0 0 0 0,0 1 0 0 0,0-1 0 0 0,0 3 0 0 0,-1 1 0 0 0,1-1 0 0 0,-1 0 0 0 0,1 0 0 0 0,1 0 0 0 0,-1 1 0 0 0,0-1 0 0 0,1 0 0 0 0,0 1 0 0 0,0-1 0 0 0,1 8 0 0 0,14 55 0 0 0,2-1 0 0 0,3 0 0 0 0,37 79 0 0 0,-54-139 0 0 0,7 18 0 0 0,0 1 0 0 0,-2 0 0 0 0,6 28 0 0 0,-14-53 0 0 0,0 0 0 0 0,0 0 0 0 0,0 0 0 0 0,0 0 0 0 0,0 0 0 0 0,0 1 0 0 0,0-1 0 0 0,0 0 0 0 0,0 0 0 0 0,0 0 0 0 0,0 0 0 0 0,0 0 0 0 0,0 0 0 0 0,0 0 0 0 0,0 0 0 0 0,0 0 0 0 0,0 0 0 0 0,0 0 0 0 0,0 1 0 0 0,0-1 0 0 0,0 0 0 0 0,0 0 0 0 0,0 0 0 0 0,0 0 0 0 0,0 0 0 0 0,0 0 0 0 0,0 0 0 0 0,0 0 0 0 0,0 0 0 0 0,0 0 0 0 0,-1 0 0 0 0,1 0 0 0 0,0 0 0 0 0,0 0 0 0 0,0 1 0 0 0,0-1 0 0 0,0 0 0 0 0,0 0 0 0 0,0 0 0 0 0,0 0 0 0 0,0 0 0 0 0,0 0 0 0 0,0 0 0 0 0,0 0 0 0 0,-1 0 0 0 0,1 0 0 0 0,0 0 0 0 0,0 0 0 0 0,0 0 0 0 0,0 0 0 0 0,0 0 0 0 0,0 0 0 0 0,0 0 0 0 0,0 0 0 0 0,0 0 0 0 0,0 0 0 0 0,-7-4 0 0 0,-5-6 0 0 0,-11-11-1397 0 0,-41-29 0 0 0,15 14-922 0 0,49 36 2322 0 0,0 0 0 0 0,0 0 0 0 0,0 0 0 0 0,0-1 0 0 0,-1 1 1 0 0,1 0-1 0 0,0 0 0 0 0,0 0 0 0 0,0 0 0 0 0,0 0 0 0 0,0 0 0 0 0,0 0 0 0 0,0 0 0 0 0,0 0 1 0 0,0 0-1 0 0,0 0 0 0 0,0-1 0 0 0,0 1 0 0 0,0 0 0 0 0,0 0 0 0 0,0 0 0 0 0,-1 0 0 0 0,1 0 1 0 0,0 0-1 0 0,0 0 0 0 0,0-1 0 0 0,0 1 0 0 0,0 0 0 0 0,0 0 0 0 0,0 0 0 0 0,0 0 1 0 0,1 0-1 0 0,-1 0 0 0 0,0 0 0 0 0,0 0 0 0 0,0-1 0 0 0,0 1 0 0 0,0 0 0 0 0,0 0 0 0 0,0 0 1 0 0,0 0-1 0 0,0 0 0 0 0,0 0 0 0 0,0 0 0 0 0,0 0 0 0 0,7-4 604 0 0,12 1 823 0 0,-16 3-1235 0 0,38-6 1888 0 0,20-3-1164 0 0,-47 7-785 0 0,1 0 0 0 0,0 0 0 0 0,23 1 0 0 0,-36 1-93 0 0,10 0-154 0 0,-12 0 80 0 0,0 0 0 0 0,0 0 0 0 0,0 0 1 0 0,0 0-1 0 0,0 1 0 0 0,-1-1 0 0 0,1 0 0 0 0,0 0 0 0 0,0 0 1 0 0,0 0-1 0 0,0 0 0 0 0,0 0 0 0 0,0 0 0 0 0,0 0 0 0 0,0 0 1 0 0,-1 0-1 0 0,1 0 0 0 0,0 1 0 0 0,0-1 0 0 0,0 0 0 0 0,0 0 0 0 0,0 0 1 0 0,0 0-1 0 0,0 0 0 0 0,0 0 0 0 0,0 0 0 0 0,0 1 0 0 0,0-1 1 0 0,0 0-1 0 0,0 0 0 0 0,0 0 0 0 0,0 0 0 0 0,0 0 0 0 0,0 1 1 0 0,0-1-1 0 0,0 0 0 0 0,0 0 0 0 0,0 0 0 0 0,0 0 0 0 0,0 0 1 0 0,0 0-1 0 0,0 1 0 0 0,0-1 0 0 0,0 0 0 0 0,0 0 0 0 0,0 0 1 0 0,0 0-1 0 0,0 0 0 0 0,0 0 0 0 0,1 0 0 0 0,-1 1 0 0 0,0-1 0 0 0,0 0 1 0 0,0 0-1 0 0,0 0 0 0 0,0 0 0 0 0,0 0 0 0 0,0 0 0 0 0,1 0 1 0 0,-1 0-1 0 0,0 0 0 0 0,0 0 0 0 0,0 0 0 0 0,0 0 0 0 0,0 0 1 0 0,0 0-1 0 0,1 0 0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30.0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48 234 4607 0 0,'-4'-2'432'0'0,"0"1"0"0"0,0 0 0 0 0,-1 0 0 0 0,1 0-1 0 0,-6 0 1 0 0,-7-1 5132 0 0,62 8 1322 0 0,5-5-4876 0 0,51-4-2153 0 0,-88 2 587 0 0,72-5 53 0 0,86-19 0 0 0,81-29-46 0 0,82-13 9 0 0,-160 36-265 0 0,20-2 9 0 0,-149 27-251 0 0,46 1 1 0 0,-90 5-77 0 0,0 0 62 0 0,-1 0 0 0 0,0 0 1 0 0,0 0-1 0 0,1 0 1 0 0,-1 0-1 0 0,0-1 1 0 0,0 1-1 0 0,1 0 1 0 0,-1 1-1 0 0,0-1 1 0 0,0 0-1 0 0,1 0 0 0 0,-1 0 1 0 0,0 0-1 0 0,1 0 1 0 0,-1 0-1 0 0,0 0 1 0 0,0 0-1 0 0,0 0 1 0 0,1 0-1 0 0,-1 1 0 0 0,0-1 1 0 0,0 0-1 0 0,1 0 1 0 0,-1 0-1 0 0,0 1 1 0 0,0-1-1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30.7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296 418 6911 0 0,'2'1'266'0'0,"0"0"-1"0"0,0-1 1 0 0,0 1-1 0 0,0-1 1 0 0,0 0-1 0 0,0 0 1 0 0,0 0-1 0 0,1 0 1 0 0,-1 0-1 0 0,0 0 0 0 0,0 0 1 0 0,4-2-1 0 0,23-7 4115 0 0,-27 8-4157 0 0,-1 0 0 0 0,1 0 1 0 0,0 0-1 0 0,0 0 0 0 0,-1 0 0 0 0,1 0 0 0 0,-1-1 0 0 0,1 1 1 0 0,-1 0-1 0 0,0-1 0 0 0,0 1 0 0 0,1-1 0 0 0,-1 0 1 0 0,0 1-1 0 0,0-1 0 0 0,0 0 0 0 0,-1 0 0 0 0,1 1 1 0 0,0-1-1 0 0,-1 0 0 0 0,1 0 0 0 0,-1 0 0 0 0,0 0 1 0 0,1 0-1 0 0,-1 0 0 0 0,0 0 0 0 0,0 0 0 0 0,0 0 1 0 0,-1 1-1 0 0,1-1 0 0 0,0 0 0 0 0,-1 0 0 0 0,0-3 1 0 0,-1 0-159 0 0,1 0 1 0 0,-1 0 0 0 0,0 1-1 0 0,-1-1 1 0 0,1 1 0 0 0,-1-1 0 0 0,0 1-1 0 0,0 0 1 0 0,0 0 0 0 0,-1 0-1 0 0,-6-6 1 0 0,6 7-61 0 0,1 1 1 0 0,-1-1-1 0 0,0 1 0 0 0,0-1 0 0 0,-1 1 1 0 0,1 0-1 0 0,0 1 0 0 0,-1-1 0 0 0,1 1 1 0 0,-1 0-1 0 0,1 0 0 0 0,-1 0 0 0 0,1 1 1 0 0,-1-1-1 0 0,-6 2 0 0 0,7-1-2 0 0,0 1 1 0 0,0 0-1 0 0,0 0 0 0 0,0 0 1 0 0,0 1-1 0 0,0 0 0 0 0,1-1 1 0 0,-1 1-1 0 0,0 1 0 0 0,1-1 1 0 0,0 0-1 0 0,0 1 0 0 0,0 0 1 0 0,0-1-1 0 0,0 1 0 0 0,0 0 1 0 0,-4 7-1 0 0,-2 3 6 0 0,1 0 0 0 0,0 1 0 0 0,-10 22 0 0 0,16-30-6 0 0,0-1 0 0 0,0 1-1 0 0,1 0 1 0 0,-1-1 0 0 0,1 1 0 0 0,0 0 0 0 0,1 0-1 0 0,-1 0 1 0 0,1 0 0 0 0,1 0 0 0 0,-1-1-1 0 0,3 12 1 0 0,-3-15 2 0 0,1 0-1 0 0,0-1 0 0 0,-1 1 1 0 0,1 0-1 0 0,0 0 0 0 0,0-1 1 0 0,0 1-1 0 0,0-1 1 0 0,0 1-1 0 0,1-1 0 0 0,-1 1 1 0 0,0-1-1 0 0,1 0 1 0 0,-1 0-1 0 0,1 0 0 0 0,-1 1 1 0 0,3 0-1 0 0,-1-1 14 0 0,0 0 0 0 0,0 0-1 0 0,0 0 1 0 0,0 0 0 0 0,0-1-1 0 0,0 1 1 0 0,1-1 0 0 0,-1 1-1 0 0,4-2 1 0 0,5 0 40 0 0,-1 0-1 0 0,0-1 1 0 0,0 0 0 0 0,18-7-1 0 0,-21 6-48 0 0,1-1 0 0 0,-1 1 0 0 0,0-1-1 0 0,-1-1 1 0 0,1 1 0 0 0,-1-1 0 0 0,1-1 0 0 0,-2 1-1 0 0,1-1 1 0 0,-1-1 0 0 0,1 1 0 0 0,-2-1 0 0 0,1 0 0 0 0,-1 0-1 0 0,0 0 1 0 0,-1-1 0 0 0,1 0 0 0 0,-2 0 0 0 0,1 0-1 0 0,-1 0 1 0 0,0-1 0 0 0,2-9 0 0 0,-3 5 9 0 0,0 0-1 0 0,0-1 1 0 0,-1 1 0 0 0,-1-1 0 0 0,-1 1-1 0 0,1-1 1 0 0,-2 1 0 0 0,0 0-1 0 0,-1-1 1 0 0,0 1 0 0 0,-1 0 0 0 0,-7-17-1 0 0,7 20-4 0 0,-1 1 0 0 0,0-1-1 0 0,-1 1 1 0 0,0 0 0 0 0,-1 0-1 0 0,1 1 1 0 0,-2 0-1 0 0,1 0 1 0 0,-1 1 0 0 0,0 0-1 0 0,-1 0 1 0 0,1 1 0 0 0,-1 0-1 0 0,-1 0 1 0 0,1 1-1 0 0,-11-4 1 0 0,10 6-18 0 0,0 0-1 0 0,0 0 0 0 0,0 1 1 0 0,0 0-1 0 0,-1 1 1 0 0,1 0-1 0 0,-1 0 1 0 0,1 1-1 0 0,-1 1 1 0 0,-17 3-1 0 0,20-3-5 0 0,-1 1 0 0 0,0 1 0 0 0,1 0 0 0 0,0 0 0 0 0,-1 0 0 0 0,1 1 0 0 0,1 0 0 0 0,-1 1 0 0 0,1 0 0 0 0,-1 0 0 0 0,1 1 0 0 0,-12 12 0 0 0,17-16-60 0 0,1 0 0 0 0,-1 0 0 0 0,0 1 0 0 0,1-1 0 0 0,0 0 0 0 0,-1 1 0 0 0,1-1-1 0 0,0 1 1 0 0,0 0 0 0 0,0-1 0 0 0,1 1 0 0 0,-1 0 0 0 0,0-1 0 0 0,1 1 0 0 0,0 5 0 0 0,0-5-282 0 0,0-1-1 0 0,1 1 1 0 0,-1 0 0 0 0,1-1 0 0 0,0 1 0 0 0,-1 0-1 0 0,1-1 1 0 0,1 0 0 0 0,-1 1 0 0 0,2 2 0 0 0,3 4-6741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31.7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12 135 3679 0 0,'-1'-2'868'0'0,"1"0"-1"0"0,0-1 1 0 0,-1 1-1 0 0,1 0 0 0 0,-1 0 1 0 0,0-1-1 0 0,-1-1 0 0 0,1 2-425 0 0,0 0 0 0 0,0 0 1 0 0,1 0-1 0 0,-1 0 0 0 0,0 0 0 0 0,1 0 0 0 0,0 0 0 0 0,-1 0 0 0 0,1 0 0 0 0,0 0 0 0 0,0-1 0 0 0,0 1 0 0 0,1-2 0 0 0,-1 1-264 0 0,1 1-1 0 0,0-1 1 0 0,0 1 0 0 0,0 0-1 0 0,0 0 1 0 0,0-1 0 0 0,1 1-1 0 0,-1 0 1 0 0,1 0-1 0 0,-1 0 1 0 0,1 0 0 0 0,0 0-1 0 0,0 1 1 0 0,-1-1-1 0 0,1 1 1 0 0,0-1 0 0 0,1 1-1 0 0,-1-1 1 0 0,0 1-1 0 0,0 0 1 0 0,1 0 0 0 0,-1 0-1 0 0,0 1 1 0 0,1-1 0 0 0,-1 0-1 0 0,1 1 1 0 0,-1-1-1 0 0,1 1 1 0 0,-1 0 0 0 0,1 0-1 0 0,3 0 1 0 0,-3 1-149 0 0,1-1-1 0 0,0 0 1 0 0,0 1 0 0 0,0 0 0 0 0,0 0-1 0 0,-1 0 1 0 0,1 0 0 0 0,0 1 0 0 0,-1-1-1 0 0,1 1 1 0 0,-1 0 0 0 0,0 0 0 0 0,1 0-1 0 0,-1 0 1 0 0,0 1 0 0 0,0-1 0 0 0,-1 1-1 0 0,1 0 1 0 0,4 6 0 0 0,-4-4-29 0 0,-1 1 0 0 0,1 0 1 0 0,-1-1-1 0 0,0 1 0 0 0,-1 0 0 0 0,1 1 1 0 0,-1-1-1 0 0,0 0 0 0 0,-1 0 0 0 0,1 0 1 0 0,-1 1-1 0 0,-1-1 0 0 0,1 0 0 0 0,-1 0 1 0 0,-3 11-1 0 0,1-5 18 0 0,-1 0 0 0 0,0 0 0 0 0,-1-1 0 0 0,0 1 0 0 0,-1-1 0 0 0,-13 20 0 0 0,6-17-7 0 0,20-23 43 0 0,0 1 0 0 0,-1-1 0 0 0,6-13 0 0 0,3-2 18 0 0,9-17-55 0 0,-1 0 0 0 0,27-72 0 0 0,-34 81-28 0 0,-56 134 11 0 0,27-69 0 0 0,8-20 12 0 0,-14 44-38 0 0,18-51 46 0 0,0 0 0 0 0,0 0-1 0 0,0 0 1 0 0,1 0 0 0 0,-1 0 0 0 0,1 0-1 0 0,2 11 1 0 0,-2-16-13 0 0,0 0 0 0 0,1 0 1 0 0,-1 1-1 0 0,1-1 0 0 0,-1 0 0 0 0,0 0 0 0 0,1 0 0 0 0,0 0 1 0 0,-1 0-1 0 0,1 0 0 0 0,0 0 0 0 0,-1 0 0 0 0,1 0 0 0 0,0 0 0 0 0,0 0 1 0 0,0 0-1 0 0,0-1 0 0 0,0 1 0 0 0,0 0 0 0 0,1 0 0 0 0,1 0 22 0 0,-1 0-1 0 0,0-1 1 0 0,1 1-1 0 0,-1 0 0 0 0,0-1 1 0 0,1 0-1 0 0,-1 1 0 0 0,1-1 1 0 0,3-1-1 0 0,3 0 52 0 0,0 0-1 0 0,-1-1 1 0 0,1 0 0 0 0,12-5-1 0 0,-19 6-80 0 0,6-1-108 0 0,-1-1 0 0 0,1 0 0 0 0,-1 0 0 0 0,1-1 0 0 0,-1 0 0 0 0,-1 0 0 0 0,1 0-1 0 0,9-10 1 0 0,-16 14 41 0 0,1 0 0 0 0,-1 0-1 0 0,0 0 1 0 0,0-1-1 0 0,0 1 1 0 0,1 0 0 0 0,-1 0-1 0 0,0-1 1 0 0,0 1-1 0 0,0 0 1 0 0,0-1-1 0 0,0 1 1 0 0,1 0 0 0 0,-1-1-1 0 0,0 1 1 0 0,0 0-1 0 0,0 0 1 0 0,0-1-1 0 0,0 1 1 0 0,0 0 0 0 0,0-1-1 0 0,0 1 1 0 0,0 0-1 0 0,0-1 1 0 0,0 1-1 0 0,-1 0 1 0 0,1-1 0 0 0,0 1-1 0 0,0 0 1 0 0,0 0-1 0 0,0-1 1 0 0,0 1-1 0 0,0 0 1 0 0,-1-1 0 0 0,1 1-1 0 0,0 0 1 0 0,0 0-1 0 0,-1-1 1 0 0,1 1 0 0 0,0 0-1 0 0,0 0 1 0 0,-1 0-1 0 0,1 0 1 0 0,0-1-1 0 0,0 1 1 0 0,-1 0 0 0 0,-17-6-3795 0 0,14 5 3027 0 0,-9-4-1243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31.9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 22 6911 0 0,'-28'1'732'0'0,"24"0"993"0"0,17 0 2949 0 0,94-13 2630 0 0,4 1-7716 0 0,-94 10-7051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32.5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39 3223 0 0,'0'0'252'0'0,"-1"0"-1"0"0,0-1 1 0 0,0 1-1 0 0,1-1 0 0 0,-1 1 1 0 0,0 0-1 0 0,1-1 0 0 0,-1 1 1 0 0,0-1-1 0 0,1 0 0 0 0,-1 1 1 0 0,1-1-1 0 0,-1 0 0 0 0,1 1 1 0 0,-1-1-1 0 0,1 0 1 0 0,0 1-1 0 0,-1-1 0 0 0,1 0 1 0 0,0 0-1 0 0,-1 1 0 0 0,1-1 1 0 0,0 0-1 0 0,0 0 0 0 0,0 0 1 0 0,0 1-1 0 0,0-1 0 0 0,0 0 1 0 0,0 0-1 0 0,0 0 1 0 0,0 0-1 0 0,0 1 0 0 0,0-1 1 0 0,0 0-1 0 0,1 0 0 0 0,-1 0 1 0 0,1-1-1 0 0,-1 2 20 0 0,1-1 1 0 0,0 0-1 0 0,-1 0 0 0 0,1 0 1 0 0,0 0-1 0 0,0 1 0 0 0,-1-1 1 0 0,1 0-1 0 0,0 0 0 0 0,0 1 1 0 0,0-1-1 0 0,0 1 0 0 0,0-1 1 0 0,0 1-1 0 0,0-1 0 0 0,0 1 1 0 0,0 0-1 0 0,0 0 0 0 0,0-1 1 0 0,0 1-1 0 0,1 0 0 0 0,-1 0 1 0 0,0 0-1 0 0,0 0 0 0 0,0 0 1 0 0,0 0-1 0 0,0 0 1 0 0,0 1-1 0 0,1-1 0 0 0,1 1-191 0 0,-1 0 0 0 0,0-1 1 0 0,0 1-1 0 0,0 0 0 0 0,0 0 0 0 0,0 0 0 0 0,0 1 0 0 0,0-1 0 0 0,-1 0 0 0 0,1 1 0 0 0,0-1 1 0 0,-1 1-1 0 0,1 0 0 0 0,-1-1 0 0 0,1 1 0 0 0,-1 0 0 0 0,0 0 0 0 0,0 0 0 0 0,0 0 1 0 0,0 0-1 0 0,0 0 0 0 0,0 0 0 0 0,-1 0 0 0 0,1 0 0 0 0,-1 1 0 0 0,1-1 0 0 0,-1 0 0 0 0,0 0 1 0 0,0 1-1 0 0,0-1 0 0 0,0 0 0 0 0,0 3 0 0 0,-1 1-87 0 0,0 1 0 0 0,0-1-1 0 0,-1 0 1 0 0,0 0 0 0 0,0 0-1 0 0,0 0 1 0 0,-1 0 0 0 0,1 0 0 0 0,-2 0-1 0 0,-3 5 1 0 0,-13 11 7 0 0,16-19 0 0 0,1 0 0 0 0,-1 0 0 0 0,1 1 0 0 0,0 0 0 0 0,0 0 0 0 0,0-1 0 0 0,-2 6 0 0 0,5-8 1 0 0,0-1 1 0 0,0 1-1 0 0,0-1 1 0 0,0 1-1 0 0,0 0 0 0 0,0-1 1 0 0,0 1-1 0 0,0-1 0 0 0,0 1 1 0 0,0-1-1 0 0,0 1 0 0 0,0-1 1 0 0,0 1-1 0 0,1-1 0 0 0,-1 1 1 0 0,0-1-1 0 0,0 1 1 0 0,1-1-1 0 0,-1 0 0 0 0,0 1 1 0 0,1-1-1 0 0,-1 1 0 0 0,0-1 1 0 0,1 0-1 0 0,-1 1 0 0 0,1-1 1 0 0,-1 0-1 0 0,0 1 0 0 0,1-1 1 0 0,-1 0-1 0 0,1 0 0 0 0,-1 1 1 0 0,1-1-1 0 0,-1 0 1 0 0,1 0-1 0 0,-1 0 0 0 0,1 0 1 0 0,-1 0-1 0 0,1 1 0 0 0,0-1 1 0 0,26 4 186 0 0,-24-4-156 0 0,7 1-120 0 0,1 0 0 0 0,-1-1 0 0 0,1 0 1 0 0,-1-1-1 0 0,1 0 0 0 0,-1-1 0 0 0,0 0 0 0 0,0-1 0 0 0,0 0 0 0 0,0 0 0 0 0,0-1 0 0 0,-1-1 0 0 0,16-8 0 0 0,-19 8-2001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32.9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44 5983 0 0,'-1'-3'438'0'0,"1"0"0"0"0,-1 1 0 0 0,1-1 0 0 0,0 0 0 0 0,0 0 0 0 0,0 0 0 0 0,1-5 0 0 0,-1 7-232 0 0,0 1-1 0 0,0-1 1 0 0,0 0 0 0 0,1 1 0 0 0,-1-1-1 0 0,0 0 1 0 0,0 1 0 0 0,0-1 0 0 0,1 0-1 0 0,-1 1 1 0 0,0-1 0 0 0,1 1 0 0 0,-1-1-1 0 0,1 1 1 0 0,-1-1 0 0 0,0 1-1 0 0,1-1 1 0 0,-1 1 0 0 0,1-1 0 0 0,0 1-1 0 0,-1-1 1 0 0,1 1 0 0 0,-1 0 0 0 0,1-1-1 0 0,0 1 1 0 0,-1 0 0 0 0,1 0 0 0 0,-1 0-1 0 0,1-1 1 0 0,0 1 0 0 0,-1 0 0 0 0,1 0-1 0 0,0 0 1 0 0,0 0 0 0 0,-1 0 0 0 0,1 0-1 0 0,0 0 1 0 0,-1 0 0 0 0,2 1 0 0 0,-1-1-81 0 0,0 1 0 0 0,1-1 0 0 0,-1 1 0 0 0,0 0 0 0 0,0-1 0 0 0,0 1 0 0 0,0 0 0 0 0,0 0 0 0 0,0 0 0 0 0,0 0 0 0 0,0 0 0 0 0,-1 0 0 0 0,1 0 0 0 0,0 0 0 0 0,-1 1 0 0 0,1-1 0 0 0,0 0 0 0 0,-1 0 0 0 0,0 0 0 0 0,1 1 0 0 0,-1-1 0 0 0,0 0 0 0 0,1 1 0 0 0,-1-1 0 0 0,0 0 0 0 0,0 1 0 0 0,0-1 0 0 0,0 2 0 0 0,0 5 76 0 0,-1 0 0 0 0,1 0 1 0 0,-3 10-1 0 0,1-8-83 0 0,-1-1-1 0 0,0 0 1 0 0,-6 11 0 0 0,5-11-44 0 0,1-1 0 0 0,0 0 0 0 0,0 1 0 0 0,-2 11 0 0 0,5-19-59 0 0,0 0-1 0 0,0 0 0 0 0,0 0 0 0 0,0 0 1 0 0,0 0-1 0 0,0 0 0 0 0,0 0 0 0 0,0 0 1 0 0,0 0-1 0 0,0-1 0 0 0,0 1 0 0 0,1 0 0 0 0,-1 0 1 0 0,0 0-1 0 0,1 0 0 0 0,-1 0 0 0 0,1 0 1 0 0,-1-1-1 0 0,1 1 0 0 0,-1 0 0 0 0,1 0 1 0 0,-1-1-1 0 0,2 2 0 0 0,-1-1 8 0 0,1-1-1 0 0,-1 1 1 0 0,1 0-1 0 0,-1-1 1 0 0,1 1-1 0 0,-1-1 1 0 0,1 1-1 0 0,-1-1 1 0 0,1 0 0 0 0,-1 0-1 0 0,1 0 1 0 0,2 0-1 0 0,5-1 99 0 0,0 0 0 0 0,0-1 0 0 0,16-5 0 0 0,-22 7-83 0 0,17-6 57 0 0,0-1 1 0 0,-1-1-1 0 0,25-13 0 0 0,-44 21-111 0 0,0 0 0 0 0,0 0 0 0 0,0 0-1 0 0,0 0 1 0 0,0 0 0 0 0,0 0 0 0 0,0 0-1 0 0,0 0 1 0 0,0 0 0 0 0,0 0-1 0 0,0 0 1 0 0,0 0 0 0 0,0 0 0 0 0,0 0-1 0 0,0 0 1 0 0,0 0 0 0 0,-1 0-1 0 0,1 0 1 0 0,0 0 0 0 0,0 0 0 0 0,0 0-1 0 0,0 0 1 0 0,0 0 0 0 0,0-1-1 0 0,0 1 1 0 0,0 0 0 0 0,0 0 0 0 0,0 0-1 0 0,0 0 1 0 0,0 0 0 0 0,0 0 0 0 0,0 0-1 0 0,0 0 1 0 0,0 0 0 0 0,0 0-1 0 0,0 0 1 0 0,0 0 0 0 0,0 0 0 0 0,0 0-1 0 0,0 0 1 0 0,0 0 0 0 0,0 0-1 0 0,0 0 1 0 0,0-1 0 0 0,0 1 0 0 0,0 0-1 0 0,0 0 1 0 0,0 0 0 0 0,0 0 0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33.3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74 5527 0 0,'11'-10'1305'0'0,"0"1"-1"0"0,0 0 0 0 0,1 1 1 0 0,1 0-1 0 0,-1 1 0 0 0,1 0 1 0 0,17-6-1 0 0,-29 13-1121 0 0,0-1 1 0 0,0 1-1 0 0,0 0 0 0 0,0-1 1 0 0,0 1-1 0 0,0 0 0 0 0,0 0 1 0 0,0 0-1 0 0,0-1 1 0 0,0 1-1 0 0,0 0 0 0 0,0 0 1 0 0,0 0-1 0 0,0 1 0 0 0,0-1 1 0 0,0 0-1 0 0,0 0 0 0 0,0 1 1 0 0,0-1-1 0 0,2 1 0 0 0,-3-1-113 0 0,0 1 0 0 0,0 0 0 0 0,0-1-1 0 0,1 1 1 0 0,-1-1 0 0 0,0 1 0 0 0,0 0-1 0 0,0-1 1 0 0,0 1 0 0 0,0 0 0 0 0,0-1-1 0 0,0 1 1 0 0,0 0 0 0 0,0-1 0 0 0,0 1-1 0 0,0-1 1 0 0,-1 1 0 0 0,1 0 0 0 0,0-1-1 0 0,0 1 1 0 0,-1-1 0 0 0,1 1 0 0 0,0-1-1 0 0,-1 1 1 0 0,1 0 0 0 0,0-1 0 0 0,-1 1-1 0 0,1-1 1 0 0,-1 0 0 0 0,1 1 0 0 0,-2 0 0 0 0,-3 4 7 0 0,-1 0 0 0 0,1 0 1 0 0,-1 0-1 0 0,0-1 1 0 0,-10 6-1 0 0,10-7-35 0 0,-1 1-1 0 0,1 0 1 0 0,1 1 0 0 0,-1-1-1 0 0,-8 10 1 0 0,13-14-31 0 0,1 0 0 0 0,-1 1 0 0 0,1-1 0 0 0,0 1-1 0 0,-1-1 1 0 0,1 0 0 0 0,0 1 0 0 0,-1-1 0 0 0,1 1 0 0 0,0-1-1 0 0,-1 0 1 0 0,1 1 0 0 0,0-1 0 0 0,0 1 0 0 0,0-1 0 0 0,0 1-1 0 0,-1-1 1 0 0,1 1 0 0 0,0-1 0 0 0,0 1 0 0 0,0-1 0 0 0,0 1-1 0 0,0-1 1 0 0,0 1 0 0 0,0-1 0 0 0,0 1 0 0 0,0-1 0 0 0,0 1-1 0 0,1-1 1 0 0,-1 1 0 0 0,0-1 0 0 0,0 1 0 0 0,0-1 0 0 0,1 1-1 0 0,-1-1 1 0 0,0 1 0 0 0,0-1 0 0 0,1 1 0 0 0,-1-1 0 0 0,1 0-1 0 0,-1 1 1 0 0,0-1 0 0 0,1 0 0 0 0,-1 1 0 0 0,1-1 0 0 0,-1 0 0 0 0,0 1-1 0 0,1-1 1 0 0,-1 0 0 0 0,1 0 0 0 0,-1 0 0 0 0,1 0 0 0 0,-1 1-1 0 0,2-1 1 0 0,2 1 92 0 0,-1 0-1 0 0,2-1 0 0 0,-1 1 1 0 0,0-1-1 0 0,6 0 1 0 0,9-2 90 0 0,0 0 0 0 0,23-7 0 0 0,-23 4 32 0 0,37-3 0 0 0,-45 9-1833 0 0,-10-1 1427 0 0,-1 0-1 0 0,0 0 0 0 0,1 0 0 0 0,-1 0 0 0 0,0 0 0 0 0,1 1 1 0 0,-1-1-1 0 0,0 0 0 0 0,1 0 0 0 0,-1 0 0 0 0,0 0 0 0 0,0 1 0 0 0,1-1 1 0 0,-1 0-1 0 0,0 0 0 0 0,0 1 0 0 0,0-1 0 0 0,1 0 0 0 0,-1 1 1 0 0,0-1-1 0 0,0 0 0 0 0,0 0 0 0 0,0 1 0 0 0,0-1 0 0 0,1 0 0 0 0,-1 1 1 0 0,0-1-1 0 0,0 1 0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35.3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64 190 455 0 0,'-4'-1'151'0'0,"0"-1"0"0"0,1 0 0 0 0,-1-1 0 0 0,0 1 0 0 0,1-1-1 0 0,0 0 1 0 0,0 1 0 0 0,0-1 0 0 0,0-1 0 0 0,0 1-1 0 0,0 0 1 0 0,1-1 0 0 0,-1 1 0 0 0,1-1 0 0 0,0 0-1 0 0,0 0 1 0 0,1 0 0 0 0,-1 0 0 0 0,1 0 0 0 0,0 0-1 0 0,-1-5 1 0 0,0-6 690 0 0,0 0 0 0 0,1 0-1 0 0,0 0 1 0 0,4-26 0 0 0,-3 40-647 0 0,-1 1 0 0 0,1-1 0 0 0,0 0 1 0 0,0 1-1 0 0,0-1 0 0 0,1 1 0 0 0,-1-1 0 0 0,0 0 1 0 0,0 1-1 0 0,0-1 0 0 0,0 1 0 0 0,0-1 0 0 0,1 1 1 0 0,-1-1-1 0 0,0 0 0 0 0,1 1 0 0 0,-1-1 1 0 0,0 1-1 0 0,1-1 0 0 0,-1 1 0 0 0,1-1 0 0 0,0 1-14 0 0,-1 0-1 0 0,0 0 1 0 0,1 0-1 0 0,-1 1 1 0 0,1-1-1 0 0,-1 0 1 0 0,0 0-1 0 0,1 1 0 0 0,-1-1 1 0 0,0 0-1 0 0,1 0 1 0 0,-1 1-1 0 0,0-1 1 0 0,1 0-1 0 0,-1 1 1 0 0,0-1-1 0 0,0 0 0 0 0,1 1 1 0 0,-1-1-1 0 0,0 0 1 0 0,0 1-1 0 0,13 27 2943 0 0,-4-1-2436 0 0,-1 0-1 0 0,6 41 0 0 0,-12-52-401 0 0,0 0 0 0 0,-2 0 0 0 0,0 0 0 0 0,0 0 0 0 0,-6 30 0 0 0,5-43-292 0 0,0-1-60 0 0,1 1-1 0 0,-1-1 1 0 0,1 1 0 0 0,-1-1 0 0 0,1 0-1 0 0,0 1 1 0 0,0-1 0 0 0,0 1-1 0 0,0-1 1 0 0,1 1 0 0 0,-1-1-1 0 0,1 3 1 0 0,2-2-956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35.6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103 66 10591 0 0,'22'34'6058'0'0,"-21"-34"-5844"0"0,3 5 167 0 0,0-1 0 0 0,0 0 0 0 0,0 0 0 0 0,0-1 0 0 0,1 1 0 0 0,-1-1 0 0 0,1 0 0 0 0,0 0-1 0 0,0-1 1 0 0,0 1 0 0 0,1-1 0 0 0,-1 0 0 0 0,1-1 0 0 0,-1 1 0 0 0,10 0 0 0 0,-7 0-313 0 0,0-2 0 0 0,0 1 0 0 0,0-1 0 0 0,0-1 0 0 0,0 0 0 0 0,0 0 0 0 0,0 0 0 0 0,0-1 0 0 0,0 0 0 0 0,10-5 0 0 0,-16 7-60 0 0,-1 0 0 0 0,0-1 0 0 0,1 0 0 0 0,-1 1 0 0 0,0-1 0 0 0,1 0 0 0 0,-1 1 0 0 0,0-1 0 0 0,0 0 0 0 0,0 0 0 0 0,0 0 0 0 0,0 0 0 0 0,0 0 1 0 0,0 0-1 0 0,0-1 0 0 0,0 1 0 0 0,0 0 0 0 0,-1 0 0 0 0,1-1 0 0 0,0 1 0 0 0,-1 0 0 0 0,1-1 0 0 0,-1 1 0 0 0,0 0 0 0 0,1-1 0 0 0,-1 1 0 0 0,0-1 0 0 0,0-1 0 0 0,0 1 4 0 0,-1 0-1 0 0,1 0 1 0 0,-1 0 0 0 0,0 0-1 0 0,0 0 1 0 0,0 0-1 0 0,0 0 1 0 0,0 0-1 0 0,0 1 1 0 0,0-1 0 0 0,-1 0-1 0 0,1 1 1 0 0,-1-1-1 0 0,1 1 1 0 0,-1-1-1 0 0,1 1 1 0 0,-1 0 0 0 0,-3-2-1 0 0,-9-5 60 0 0,-1 0 1 0 0,1 1-1 0 0,-1 1 1 0 0,-24-6-1 0 0,6 3 12 0 0,-37-4 0 0 0,69 13-82 0 0,-51-5 84 0 0,47 5-90 0 0,0 0 1 0 0,0 0-1 0 0,0 0 1 0 0,0 1-1 0 0,0 0 1 0 0,0 0-1 0 0,0 1 1 0 0,-5 1-1 0 0,10-3-52 0 0,-1 0 0 0 0,1 1-1 0 0,0-1 1 0 0,-1 0 0 0 0,1 0 0 0 0,0 0 0 0 0,-1 1-1 0 0,1-1 1 0 0,0 0 0 0 0,-1 0 0 0 0,1 1 0 0 0,0-1-1 0 0,0 0 1 0 0,-1 1 0 0 0,1-1 0 0 0,0 0 0 0 0,0 1-1 0 0,0-1 1 0 0,-1 0 0 0 0,1 1 0 0 0,0-1-1 0 0,0 1 1 0 0,0-1 0 0 0,0 0 0 0 0,0 1 0 0 0,0-1-1 0 0,0 0 1 0 0,0 1 0 0 0,0-1 0 0 0,0 1 0 0 0,0-1-1 0 0,0 0 1 0 0,0 1 0 0 0,0-1 0 0 0,0 1 0 0 0,1-1-1 0 0,-1 0 1 0 0,0 1 0 0 0,0-1 0 0 0,0 0-1 0 0,0 1 1 0 0,1-1 0 0 0,-1 1 0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36.6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21 143 5983 0 0,'-7'-30'1172'0'0,"2"9"924"0"0,-3-31 0 0 0,8 52-2024 0 0,0-1 0 0 0,0 1 0 0 0,0-1 0 0 0,0 1 0 0 0,0-1 0 0 0,0 1 0 0 0,0-1-1 0 0,0 1 1 0 0,0-1 0 0 0,0 1 0 0 0,0 0 0 0 0,0-1 0 0 0,1 1 0 0 0,-1-1 0 0 0,0 1 0 0 0,0-1 0 0 0,0 1-1 0 0,1 0 1 0 0,-1-1 0 0 0,0 1 0 0 0,0-1 0 0 0,1 1 0 0 0,-1 0 0 0 0,0-1 0 0 0,1 1 0 0 0,-1 0-1 0 0,1 0 1 0 0,-1-1 0 0 0,0 1 0 0 0,1 0 0 0 0,-1 0 0 0 0,1 0 0 0 0,-1-1 0 0 0,0 1 0 0 0,1 0 0 0 0,-1 0-1 0 0,1 0 1 0 0,-1 0 0 0 0,1 0 0 0 0,-1 0 0 0 0,1 0 0 0 0,-1 0 0 0 0,1 0 0 0 0,-1 0 0 0 0,0 0-1 0 0,1 0 1 0 0,-1 0 0 0 0,1 0 0 0 0,28 10 1566 0 0,-18-5-1331 0 0,10 0 30 0 0,0-1 0 0 0,1-1 0 0 0,-1-1 0 0 0,1 0 0 0 0,32-3 0 0 0,-24-2-72 0 0,-1 0-1 0 0,0-2 1 0 0,43-13-1 0 0,6-10 440 0 0,-78 29-694 0 0,0 0-1 0 0,0 0 0 0 0,0 0 1 0 0,0 0-1 0 0,0 0 0 0 0,0 0 1 0 0,0 0-1 0 0,0 0 0 0 0,0 0 1 0 0,0 0-1 0 0,0 0 0 0 0,-1 0 1 0 0,1 0-1 0 0,0-1 1 0 0,-1 1-1 0 0,0 1 0 0 0,0 2 30 0 0,-3 28-48 0 0,0 1 0 0 0,2-1 1 0 0,2 0-1 0 0,4 45 0 0 0,0-13-1 0 0,-11 264 92 0 0,3 70 28 0 0,42-101 2 0 0,17-4 358 0 0,-25-143-266 0 0,13 104 706 0 0,41 183-79 0 0,-61-352-750 0 0,26 123 127 0 0,-48-199-185 0 0,0 0-1 0 0,-1 0 0 0 0,0 1 1 0 0,-2 16-1 0 0,2-23-14 0 0,0 0 0 0 0,-1 0 0 0 0,0 0 0 0 0,0 1 0 0 0,0-1 0 0 0,0 0 0 0 0,0 0 0 0 0,-1-1 0 0 0,1 1 0 0 0,-1 0 0 0 0,0 0 0 0 0,1-1 0 0 0,-1 1 0 0 0,-1-1 0 0 0,1 1 0 0 0,0-1 0 0 0,-4 3 0 0 0,3-4 10 0 0,0 0-1 0 0,0 0 0 0 0,-1 0 1 0 0,1 0-1 0 0,0 0 0 0 0,-1-1 1 0 0,1 1-1 0 0,-1-1 1 0 0,1 0-1 0 0,-1 0 0 0 0,1 0 1 0 0,-5-1-1 0 0,3 0 23 0 0,0 1-1 0 0,0 0 0 0 0,0 0 1 0 0,1 0-1 0 0,-1 1 0 0 0,-6 1 0 0 0,-33 13-20 0 0,23-7 213 0 0,-43 9 0 0 0,25-10-671 0 0,-1-2 0 0 0,-40 1 0 0 0,64-6-8028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38.0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29 455 0 0,'-11'-9'12198'0'0,"20"6"-11522"0"0,-6 2-259 0 0,46-9 3558 0 0,-38 8-3828 0 0,1 0-1 0 0,0 1 1 0 0,0 0 0 0 0,15 2 0 0 0,-19 2-1985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38.2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4 3223 0 0,'-1'0'76'0'0,"0"1"0"0"0,1 0 0 0 0,-1-1 0 0 0,1 1 0 0 0,-1 0 0 0 0,0 0 0 0 0,1 0 0 0 0,-1-1 0 0 0,1 1 0 0 0,0 0 0 0 0,-1 0 0 0 0,1 0 0 0 0,0 0-1 0 0,-1 0 1 0 0,1 0 0 0 0,0 0 0 0 0,0 0 0 0 0,0 0 0 0 0,0 0 0 0 0,0 0 0 0 0,0 0 0 0 0,0 1 0 0 0,1-1 99 0 0,0-1 1 0 0,-1 1-1 0 0,1 0 0 0 0,0-1 0 0 0,-1 1 1 0 0,1-1-1 0 0,0 1 0 0 0,0-1 1 0 0,0 1-1 0 0,0-1 0 0 0,0 0 1 0 0,-1 1-1 0 0,1-1 0 0 0,0 0 1 0 0,0 0-1 0 0,0 1 0 0 0,0-1 1 0 0,0 0-1 0 0,0 0 0 0 0,0 0 0 0 0,0 0 1 0 0,0 0-1 0 0,0 0 0 0 0,1-1 1 0 0,13-1 1059 0 0,-1 0 1 0 0,0-2-1 0 0,26-9 1 0 0,-16 6-4680 0 0,-14 3-1208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38.9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337 342 5063 0 0,'3'-12'603'0'0,"-2"0"-1"0"0,1 0 0 0 0,-2 0 1 0 0,0 0-1 0 0,0-1 0 0 0,-1 1 1 0 0,0 0-1 0 0,-1 0 0 0 0,-1 1 1 0 0,1-1-1 0 0,-2 0 0 0 0,0 1 1 0 0,0-1-1 0 0,-1 1 0 0 0,-1 1 1 0 0,0-1-1 0 0,0 1 0 0 0,-1 0 1 0 0,-16-19-1 0 0,16 22-503 0 0,-1-1 0 0 0,-1 1-1 0 0,1 0 1 0 0,-1 1 0 0 0,0 0 0 0 0,-1 0 0 0 0,1 1-1 0 0,-16-6 1 0 0,13 6-89 0 0,1 1-1 0 0,0-1-1 0 0,0 1 1 0 0,-1 1 0 0 0,1 0 0 0 0,-1 0 0 0 0,0 2-1 0 0,-22-2 1 0 0,32 3-9 0 0,0 1 0 0 0,0 0 0 0 0,0-1 0 0 0,0 1 0 0 0,0 0 0 0 0,0 0 0 0 0,0 0 0 0 0,0 0 0 0 0,0 0 0 0 0,0 0 0 0 0,1 1 0 0 0,-1-1 0 0 0,0 1 0 0 0,1-1 0 0 0,-1 1 0 0 0,1 0 0 0 0,0-1 0 0 0,-1 1 0 0 0,1 0 0 0 0,0 0 0 0 0,0 0 0 0 0,0 0 0 0 0,1 0 0 0 0,-1 0 0 0 0,0 0 0 0 0,0 4 0 0 0,-1 3 0 0 0,0 0 0 0 0,0 0 0 0 0,1 0 0 0 0,1 0 0 0 0,0 10 0 0 0,1-3-9 0 0,1-1 0 0 0,0 1-1 0 0,1 0 1 0 0,8 19 0 0 0,26 60-77 0 0,-2-4 42 0 0,-9 1 528 0 0,18 130 1 0 0,-28-129-72 0 0,72 233 581 0 0,-66-254-195 0 0,40 92 182 0 0,-24-71-516 0 0,-35-86-421 0 0,-1-1 0 0 0,1 1 0 0 0,1-1 0 0 0,-1 1 0 0 0,9 10 0 0 0,-11-16-29 0 0,1 0 0 0 0,-1 1 0 0 0,0-1 0 0 0,0 0 1 0 0,1 0-1 0 0,-1 1 0 0 0,1-1 0 0 0,-1 0 0 0 0,1 0 1 0 0,0-1-1 0 0,-1 1 0 0 0,1 0 0 0 0,0-1 0 0 0,-1 1 1 0 0,1-1-1 0 0,0 1 0 0 0,0-1 0 0 0,0 0 0 0 0,0 1 1 0 0,-1-1-1 0 0,1 0 0 0 0,0-1 0 0 0,0 1 0 0 0,0 0 1 0 0,-1 0-1 0 0,1-1 0 0 0,0 1 0 0 0,2-2 0 0 0,75-35 245 0 0,-45 19-253 0 0,-29 16-121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41.7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35 155 9215 0 0,'-34'4'10528'0'0,"115"-26"-7484"0"0,-25 2-2670 0 0,68-35 0 0 0,-34 16-124 0 0,-75 34-196 0 0,1 0-1 0 0,-1 1 1 0 0,33-3-1 0 0,-47 6-53 0 0,-1 1-1 0 0,1 0 1 0 0,-1 0 0 0 0,0 0-1 0 0,1 0 1 0 0,-1 0 0 0 0,1 0-1 0 0,-1 0 1 0 0,1 0 0 0 0,-1 0-1 0 0,0 0 1 0 0,1 0 0 0 0,-1 0-1 0 0,1 0 1 0 0,-1 0 0 0 0,1 0-1 0 0,-1 0 1 0 0,0 0-1 0 0,1 0 1 0 0,-1 1 0 0 0,1-1-1 0 0,-1 0 1 0 0,0 0 0 0 0,1 0-1 0 0,-1 1 1 0 0,0-1 0 0 0,1 0-1 0 0,-1 1 1 0 0,0-1 0 0 0,1 0-1 0 0,-1 1 1 0 0,0 0-2 0 0,0 0 1 0 0,0 0-1 0 0,-1-1 0 0 0,1 1 1 0 0,0 0-1 0 0,-1 0 0 0 0,1-1 1 0 0,-1 1-1 0 0,1 0 0 0 0,-1-1 1 0 0,1 1-1 0 0,-1-1 0 0 0,0 1 1 0 0,0 0-1 0 0,-27 20-34 0 0,-93 46-457 0 0,68-39 97 0 0,2 2 1 0 0,-51 39-1 0 0,97-65 357 0 0,1 0 0 0 0,-1 0 0 0 0,1 0 0 0 0,-1 0 0 0 0,-5 9-1 0 0,32-18 428 0 0,30-17 410 0 0,165-79 259 0 0,-9-5-313 0 0,-199 102-679 0 0,-13 10 153 0 0,-15 10-1428 0 0,7-9-4608 0 0,-2 2-2021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44.6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65 6911 0 0,'0'-8'328'0'0,"1"0"-1"0"0,2-15 0 0 0,-3 21 198 0 0,1-1 0 0 0,-1 1 0 0 0,1 0 1 0 0,0 0-1 0 0,0 0 0 0 0,0 0 0 0 0,0 0 0 0 0,2-4 0 0 0,-2 6-404 0 0,-1 0 0 0 0,0 0 1 0 0,1-1-1 0 0,-1 1 0 0 0,0 0 0 0 0,1 0 0 0 0,-1 0 0 0 0,1-1 0 0 0,-1 1 0 0 0,0 0 0 0 0,1 0 0 0 0,-1 0 0 0 0,1 0 1 0 0,-1 0-1 0 0,1 0 0 0 0,-1 0 0 0 0,0 0 0 0 0,1 0 0 0 0,-1 0 0 0 0,1 0 0 0 0,-1 0 0 0 0,1 0 0 0 0,-1 0 0 0 0,0 0 0 0 0,1 0 1 0 0,-1 1-1 0 0,1-1 0 0 0,-1 0 0 0 0,0 0 0 0 0,1 0 0 0 0,-1 1 0 0 0,0-1 0 0 0,1 0 0 0 0,-1 1 0 0 0,0-1 0 0 0,1 0 0 0 0,-1 0 1 0 0,0 1-1 0 0,0-1 0 0 0,1 1 0 0 0,-1-1 0 0 0,0 0 0 0 0,0 1 0 0 0,0-1 0 0 0,1 1 0 0 0,9 18 1520 0 0,-7-8-1198 0 0,-1 0 1 0 0,0 0 0 0 0,0 0-1 0 0,0 22 1 0 0,-5 46 40 0 0,1-60-401 0 0,-2 3 47 0 0,3-18-169 0 0,0-1 1 0 0,0 0 0 0 0,1 1 0 0 0,-1-1 0 0 0,1 1 0 0 0,-1-1 0 0 0,1 0 0 0 0,0 1 0 0 0,1-1 0 0 0,0 6 0 0 0,0-7-1650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45.0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14 100 10591 0 0,'2'8'843'0'0,"-1"-1"1"0"0,1 0-1 0 0,0 0 0 0 0,1 0 0 0 0,-1 0 0 0 0,2 0 0 0 0,6 11 1 0 0,-5-8-144 0 0,1-1 0 0 0,1 1 0 0 0,0-2 0 0 0,0 1 0 0 0,0-1 0 0 0,1 0 0 0 0,12 9 0 0 0,-17-15-638 0 0,1 1-1 0 0,0-1 1 0 0,0 0-1 0 0,0 0 1 0 0,0 0-1 0 0,0 0 1 0 0,0-1-1 0 0,0 1 1 0 0,7 0-1 0 0,-8-2-39 0 0,-1 0-1 0 0,1 0 0 0 0,0 0 0 0 0,-1 0 0 0 0,1 0 0 0 0,-1-1 0 0 0,1 1 0 0 0,-1-1 0 0 0,1 1 1 0 0,-1-1-1 0 0,1 0 0 0 0,-1 0 0 0 0,1-1 0 0 0,-1 1 0 0 0,0 0 0 0 0,0-1 0 0 0,3-1 0 0 0,-1-1-10 0 0,-1 1 0 0 0,0-1 0 0 0,0 0 0 0 0,0 0 0 0 0,0 0-1 0 0,0-1 1 0 0,-1 1 0 0 0,0-1 0 0 0,0 1 0 0 0,0-1 0 0 0,0 0-1 0 0,-1 1 1 0 0,0-1 0 0 0,0 0 0 0 0,1-10 0 0 0,-1 6 6 0 0,-1 0 1 0 0,0 1-1 0 0,-1-1 1 0 0,0 0-1 0 0,0 0 1 0 0,-1 1-1 0 0,0-1 1 0 0,-4-10-1 0 0,4 13-12 0 0,-1 0 1 0 0,1 1-1 0 0,-1-1 0 0 0,-1 1 1 0 0,1 0-1 0 0,-1 0 0 0 0,0 0 1 0 0,0 0-1 0 0,0 1 0 0 0,-1-1 1 0 0,-8-6-1 0 0,9 9-1 0 0,1 0-1 0 0,-1 0 0 0 0,1 0 1 0 0,-1 1-1 0 0,0-1 0 0 0,0 1 1 0 0,0 0-1 0 0,0 0 0 0 0,0 0 1 0 0,0 1-1 0 0,0-1 1 0 0,0 1-1 0 0,0 0 0 0 0,0 0 1 0 0,-1 1-1 0 0,1-1 0 0 0,0 1 1 0 0,-7 2-1 0 0,2-1-36 0 0,0 1 0 0 0,0 1 0 0 0,1 0 0 0 0,-1 0 0 0 0,-7 6 0 0 0,14-9 9 0 0,-1 1-1 0 0,1-1 1 0 0,0 1-1 0 0,0 0 1 0 0,0 0-1 0 0,0 0 1 0 0,0 0-1 0 0,0 0 1 0 0,1 0-1 0 0,-1 0 1 0 0,1 1-1 0 0,0-1 1 0 0,-1 1-1 0 0,1-1 1 0 0,0 1-1 0 0,0-1 0 0 0,1 1 1 0 0,-1 0-1 0 0,1-1 1 0 0,-1 1-1 0 0,1 5 1 0 0,1 6-695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46.4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63 128 6447 0 0,'0'-3'208'0'0,"0"-1"-1"0"0,1 1 0 0 0,-1 0 0 0 0,0 0 1 0 0,-1-1-1 0 0,1 1 0 0 0,0 0 0 0 0,-1 0 1 0 0,0 0-1 0 0,-2-7 0 0 0,3 10-119 0 0,0-1-1 0 0,-1 0 0 0 0,1 0 1 0 0,0 0-1 0 0,-1 0 1 0 0,1 1-1 0 0,0-1 1 0 0,-1 0-1 0 0,1 0 1 0 0,-1 1-1 0 0,1-1 1 0 0,-1 0-1 0 0,0 1 1 0 0,1-1-1 0 0,-1 1 0 0 0,0-1 1 0 0,1 1-1 0 0,-1-1 1 0 0,0 1-1 0 0,0-1 1 0 0,0 1-1 0 0,1 0 1 0 0,-1-1-1 0 0,0 1 1 0 0,0 0-1 0 0,0 0 0 0 0,0-1 1 0 0,1 1-1 0 0,-1 0 1 0 0,0 0-1 0 0,0 0 1 0 0,0 0-1 0 0,0 0 1 0 0,0 0-1 0 0,0 1 1 0 0,1-1-1 0 0,-1 0 1 0 0,0 0-1 0 0,0 1 0 0 0,0-1 1 0 0,0 0-1 0 0,1 1 1 0 0,-2 0-1 0 0,0 0 46 0 0,1 0-1 0 0,0 0 1 0 0,0 0-1 0 0,0 0 1 0 0,0 0-1 0 0,0 0 1 0 0,0 0-1 0 0,1 1 1 0 0,-1-1-1 0 0,0 0 1 0 0,1 0-1 0 0,-1 1 1 0 0,1-1-1 0 0,-1 1 1 0 0,1-1-1 0 0,-1 0 1 0 0,1 1-1 0 0,0-1 1 0 0,0 1-1 0 0,0-1 1 0 0,0 1-1 0 0,0-1 1 0 0,0 1-1 0 0,0-1 1 0 0,0 0-1 0 0,0 1 1 0 0,1-1-1 0 0,-1 1 1 0 0,1-1-1 0 0,-1 0 1 0 0,1 1-1 0 0,1 1 1 0 0,0 3 170 0 0,1-1 0 0 0,0 1 0 0 0,0-1 0 0 0,1 0 1 0 0,-1 1-1 0 0,6 4 0 0 0,4 2 277 0 0,0-1 0 0 0,1-1 0 0 0,0 0 0 0 0,31 16 0 0 0,-28-16-320 0 0,0 0 0 0 0,0 0 1 0 0,19 18-1 0 0,-35-27-251 0 0,0 0 1 0 0,0-1-1 0 0,0 1 0 0 0,0 0 0 0 0,0 0 1 0 0,0-1-1 0 0,-1 1 0 0 0,1 0 1 0 0,0 0-1 0 0,-1 0 0 0 0,1 0 0 0 0,-1 0 1 0 0,1 0-1 0 0,-1 0 0 0 0,1 0 0 0 0,-1 0 1 0 0,0 0-1 0 0,1 0 0 0 0,-1 1 1 0 0,0-1-1 0 0,0 0 0 0 0,0 0 0 0 0,0 0 1 0 0,0 0-1 0 0,0 0 0 0 0,0 1 0 0 0,0-1 1 0 0,-1 0-1 0 0,1 2 0 0 0,-2-2 2 0 0,1 1-1 0 0,0-1 0 0 0,0 0 0 0 0,0 0 1 0 0,0 0-1 0 0,-1 0 0 0 0,1 0 1 0 0,-1 0-1 0 0,1 0 0 0 0,0 0 0 0 0,-1-1 1 0 0,0 1-1 0 0,1 0 0 0 0,-1-1 1 0 0,1 1-1 0 0,-1-1 0 0 0,0 0 1 0 0,1 1-1 0 0,-3-1 0 0 0,-12 1 6 0 0,0-1 0 0 0,0 0 0 0 0,0-2 0 0 0,0 1 0 0 0,0-2 0 0 0,1 0 0 0 0,-1-1 0 0 0,1-1 0 0 0,0 0 0 0 0,-18-8 0 0 0,32 12-16 0 0,0 1 0 0 0,-1-1 0 0 0,1 0 0 0 0,0 0 0 0 0,0 1 0 0 0,-1-1 0 0 0,1 0 0 0 0,0 0 0 0 0,0 0 0 0 0,0 0 0 0 0,0 0 0 0 0,0 0 0 0 0,0 0 0 0 0,0-1 0 0 0,1 1 0 0 0,-1 0 0 0 0,0 0 0 0 0,1-1 0 0 0,-1 1 0 0 0,1 0 0 0 0,-1-3 0 0 0,1 2 0 0 0,0 1 0 0 0,0-1 0 0 0,0 1 0 0 0,1-1 0 0 0,-1 1 0 0 0,1 0 0 0 0,-1-1 0 0 0,1 1 0 0 0,0-1 0 0 0,-1 1 0 0 0,1 0 0 0 0,0 0 0 0 0,0 0 0 0 0,0-1 0 0 0,0 1 0 0 0,0 0 0 0 0,0 0 0 0 0,0 0 0 0 0,0 0 0 0 0,0 0 0 0 0,2 0 0 0 0,54-35 14 0 0,-35 23 7 0 0,38-30 0 0 0,-54 39-19 0 0,-1 0 0 0 0,0-1 0 0 0,-1 0 0 0 0,1 0 0 0 0,-1-1 0 0 0,0 1 0 0 0,0-1 0 0 0,-1 0 0 0 0,1 0 0 0 0,-1 0 0 0 0,4-13 0 0 0,-6 16-2 0 0,-1-1 0 0 0,1 1 0 0 0,0-1 0 0 0,-1 0 0 0 0,0 1 0 0 0,0-1 0 0 0,0 0 0 0 0,0 1 0 0 0,0-1 0 0 0,-1 1 0 0 0,0-1 0 0 0,0 0 0 0 0,-1-3 0 0 0,1 5 0 0 0,0 1 0 0 0,0-1 0 0 0,0 0 0 0 0,0 1 0 0 0,0-1 0 0 0,0 1 0 0 0,0 0 0 0 0,-1-1 0 0 0,1 1 0 0 0,0 0 0 0 0,-1 0 0 0 0,1 0 0 0 0,-1 0 0 0 0,0 0 0 0 0,1 0 0 0 0,-1 0 0 0 0,0 0 0 0 0,0 1 0 0 0,1-1 0 0 0,-1 1 0 0 0,0-1 0 0 0,0 1 0 0 0,0 0 0 0 0,0 0 0 0 0,1 0 0 0 0,-1 0 0 0 0,-3 0 0 0 0,-4 1-16 0 0,-1 1 0 0 0,0 0 0 0 0,1 0 0 0 0,0 1 0 0 0,-1 0 0 0 0,1 1 0 0 0,0 0 0 0 0,0 0 0 0 0,1 1 0 0 0,0 0 0 0 0,-1 1 0 0 0,-9 8 0 0 0,8-2-557 0 0,4 0-166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45.6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88 97 4607 0 0,'-2'-2'129'0'0,"1"0"0"0"0,0 1 0 0 0,0-1 0 0 0,0 1 1 0 0,0-1-1 0 0,0 0 0 0 0,0 0 0 0 0,1 0 0 0 0,-2-2 0 0 0,-4-11 1454 0 0,5 14-1339 0 0,1 0 1 0 0,-1 0-1 0 0,1 0 1 0 0,-1 0-1 0 0,0 1 0 0 0,0-1 1 0 0,1 0-1 0 0,-1 0 1 0 0,0 0-1 0 0,0 1 1 0 0,0-1-1 0 0,0 0 1 0 0,0 1-1 0 0,0-1 1 0 0,-1 0-1 0 0,1 1-111 0 0,1 0 0 0 0,-1 0 0 0 0,1 0 0 0 0,0 0 0 0 0,-1 0-1 0 0,1 0 1 0 0,-1 0 0 0 0,1 0 0 0 0,0 1 0 0 0,-1-1 0 0 0,1 0 0 0 0,0 0 0 0 0,-1 0 0 0 0,1 1 0 0 0,0-1 0 0 0,-1 0 0 0 0,1 0-1 0 0,0 1 1 0 0,0-1 0 0 0,-1 0 0 0 0,1 0 0 0 0,0 1 0 0 0,0-1 0 0 0,-1 0 0 0 0,1 1 0 0 0,0-1 0 0 0,0 1 0 0 0,0-1-1 0 0,0 1 1 0 0,-1 2 313 0 0,0 0 0 0 0,0 1 0 0 0,0-1-1 0 0,1 1 1 0 0,-1-1 0 0 0,1 1 0 0 0,0-1-1 0 0,1 6 1 0 0,1 4-88 0 0,2 0-1 0 0,-1-1 0 0 0,2 0 0 0 0,0 0 1 0 0,0 0-1 0 0,1 0 0 0 0,0-1 1 0 0,10 13-1 0 0,-6-8-114 0 0,0 0-1 0 0,13 33 1 0 0,-22-48-230 0 0,-1 0-1 0 0,1 0 0 0 0,-1 0 1 0 0,0 1-1 0 0,1-1 1 0 0,-1 0-1 0 0,0 0 1 0 0,0 0-1 0 0,0 0 0 0 0,0 1 1 0 0,0-1-1 0 0,0 0 1 0 0,0 0-1 0 0,0 0 0 0 0,0 0 1 0 0,0 0-1 0 0,-1 1 1 0 0,1-1-1 0 0,0 0 1 0 0,-1 0-1 0 0,1 0 0 0 0,-1 0 1 0 0,1 0-1 0 0,-2 1 1 0 0,1-1-2 0 0,-1 1 0 0 0,1-1 0 0 0,-1 0 1 0 0,1-1-1 0 0,-1 1 0 0 0,0 0 0 0 0,1 0 1 0 0,-1-1-1 0 0,0 1 0 0 0,1-1 0 0 0,-1 1 1 0 0,0-1-1 0 0,0 0 0 0 0,-2 0 0 0 0,-5 1 9 0 0,1-2 0 0 0,-1 1-1 0 0,0-1 1 0 0,0-1 0 0 0,-10-2-1 0 0,15 3-12 0 0,-1-1-1 0 0,1 1 1 0 0,0-1-1 0 0,0 0 1 0 0,0 0-1 0 0,-7-5 1 0 0,10 6-6 0 0,0 1-1 0 0,0-1 1 0 0,1 1 0 0 0,-1-1 0 0 0,0 0 0 0 0,0 0-1 0 0,1 1 1 0 0,-1-1 0 0 0,1 0 0 0 0,-1 0 0 0 0,1 0-1 0 0,-1 0 1 0 0,1 0 0 0 0,0 0 0 0 0,-1 1-1 0 0,1-1 1 0 0,0 0 0 0 0,0 0 0 0 0,-1 0 0 0 0,1 0-1 0 0,0 0 1 0 0,0 0 0 0 0,0 0 0 0 0,0 0 0 0 0,0 0-1 0 0,1 0 1 0 0,-1 0 0 0 0,0 0 0 0 0,0 0 0 0 0,1 0-1 0 0,-1 0 1 0 0,0 0 0 0 0,1 0 0 0 0,-1 0 0 0 0,1 0-1 0 0,0-1 1 0 0,4-4 16 0 0,1 0 0 0 0,0 0 0 0 0,0 1 0 0 0,0 0 0 0 0,1 0 0 0 0,13-8 0 0 0,13-10 56 0 0,-23 14-48 0 0,-1 0-1 0 0,1-1 1 0 0,-2 0 0 0 0,1 0-1 0 0,11-21 1 0 0,-15 23-13 0 0,-1 1-1 0 0,0-1 1 0 0,-1 0 0 0 0,0 0-1 0 0,0-1 1 0 0,0 1-1 0 0,-1-1 1 0 0,-1 1 0 0 0,2-16-1 0 0,-3 23-10 0 0,0-1-1 0 0,0 1 1 0 0,0 0 0 0 0,0 0 0 0 0,0 0-1 0 0,0 0 1 0 0,0 0 0 0 0,0 0-1 0 0,-1 0 1 0 0,1 0 0 0 0,0 0-1 0 0,-1 0 1 0 0,1 0 0 0 0,-1 0-1 0 0,1 0 1 0 0,-1 0 0 0 0,1 0-1 0 0,-1 0 1 0 0,0 0 0 0 0,1 0-1 0 0,-1 0 1 0 0,0 1 0 0 0,0-1-1 0 0,1 0 1 0 0,-1 1 0 0 0,0-1-1 0 0,0 0 1 0 0,0 1 0 0 0,0-1 0 0 0,0 1-1 0 0,0 0 1 0 0,0-1 0 0 0,0 1-1 0 0,0 0 1 0 0,0-1 0 0 0,-1 1-1 0 0,1 0 1 0 0,0 0 0 0 0,0 0-1 0 0,0 0 1 0 0,0 0 0 0 0,0 0-1 0 0,0 0 1 0 0,0 1 0 0 0,0-1-1 0 0,-2 1 1 0 0,-4 0 4 0 0,1 1-1 0 0,-1 1 1 0 0,1-1-1 0 0,-1 1 1 0 0,1 0 0 0 0,-7 5-1 0 0,-12 11-1616 0 0,1 2-3592 0 0,7-5-2412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46.8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48 9671 0 0,'-1'-15'893'0'0,"2"7"-738"0"0,-1 5 101 0 0,-1-11 751 0 0,1 14-910 0 0,0-1 0 0 0,0 1 0 0 0,0 0 0 0 0,0 0 0 0 0,0-1-1 0 0,0 1 1 0 0,0 0 0 0 0,1-1 0 0 0,-1 1 0 0 0,0 0 0 0 0,0-1 0 0 0,0 1 0 0 0,0 0 0 0 0,0 0 0 0 0,0-1-1 0 0,1 1 1 0 0,-1 0 0 0 0,0 0 0 0 0,0-1 0 0 0,0 1 0 0 0,1 0 0 0 0,-1 0 0 0 0,0 0 0 0 0,0-1 0 0 0,1 1-1 0 0,-1 0 1 0 0,0 0 0 0 0,1 0 0 0 0,-1 0 0 0 0,0-1 0 0 0,0 1 0 0 0,1 0 0 0 0,-1 0 0 0 0,1 1 307 0 0,0 1 1 0 0,0-1 0 0 0,0 0 0 0 0,-1 1-1 0 0,1-1 1 0 0,-1 0 0 0 0,1 1 0 0 0,-1-1-1 0 0,0 1 1 0 0,1 1 0 0 0,-1-1-73 0 0,8 37 652 0 0,-2 1-1 0 0,-2 0 1 0 0,-1 48 0 0 0,-11-28-1265 0 0,8-58-59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47.1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18 11519 0 0,'16'34'5476'0'0,"-9"-18"-4367"0"0,0 0-1 0 0,1-1 1 0 0,1 1 0 0 0,17 21-1 0 0,-22-32-1041 0 0,0 0 0 0 0,1-1-1 0 0,-1 1 1 0 0,1-1 0 0 0,0 0-1 0 0,0 0 1 0 0,0-1-1 0 0,0 1 1 0 0,1-1 0 0 0,-1-1-1 0 0,1 1 1 0 0,0-1 0 0 0,0 0-1 0 0,0 0 1 0 0,0 0 0 0 0,8 0-1 0 0,-11-1-41 0 0,-1-1 0 0 0,1 0-1 0 0,-1 0 1 0 0,1 0 0 0 0,-1-1-1 0 0,0 1 1 0 0,1 0 0 0 0,-1-1-1 0 0,1 0 1 0 0,-1 1 0 0 0,0-1-1 0 0,0 0 1 0 0,1 0 0 0 0,-1-1-1 0 0,0 1 1 0 0,0 0 0 0 0,0-1-1 0 0,0 1 1 0 0,0-1 0 0 0,3-3-1 0 0,-4 3-21 0 0,0 1 0 0 0,0-1 0 0 0,0 0 0 0 0,0 1 0 0 0,-1-1-1 0 0,1 0 1 0 0,0 0 0 0 0,-1 0 0 0 0,1 0 0 0 0,-1 0-1 0 0,0 0 1 0 0,0 0 0 0 0,1 1 0 0 0,-1-1 0 0 0,-1 0 0 0 0,1 0-1 0 0,0 0 1 0 0,0 0 0 0 0,-1 0 0 0 0,1 0 0 0 0,-1 0 0 0 0,1 0-1 0 0,-1 0 1 0 0,0 1 0 0 0,0-1 0 0 0,-1-2 0 0 0,-4-5 9 0 0,-1 0 0 0 0,0 0 1 0 0,0 0-1 0 0,0 1 0 0 0,-1 0 1 0 0,-1 0-1 0 0,-16-11 0 0 0,12 10 2 0 0,0 1 0 0 0,0 1 0 0 0,-1 0 0 0 0,0 1-1 0 0,-18-6 1 0 0,28 11 6 0 0,-20-5 55 0 0,22 5-226 0 0,1 1-1 0 0,0 0 1 0 0,-1 0 0 0 0,1 0-1 0 0,-1 0 1 0 0,1 0-1 0 0,-1 0 1 0 0,1 0 0 0 0,0 0-1 0 0,-1 1 1 0 0,1-1-1 0 0,-1 1 1 0 0,1-1 0 0 0,-2 1-1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2:47.8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6 113 3599 0 0,'-3'-5'-363'0'0,"0"-6"2169"0"0,3 11-1673 0 0,1 0 0 0 0,-1-1-1 0 0,0 1 1 0 0,1 0-1 0 0,-1-1 1 0 0,0 1-1 0 0,1 0 1 0 0,-1-1-1 0 0,0 1 1 0 0,1 0-1 0 0,-1 0 1 0 0,1 0-1 0 0,-1-1 1 0 0,1 1-1 0 0,-1 0 1 0 0,0 0-1 0 0,1 0 1 0 0,-1 0-1 0 0,1 0 1 0 0,-1 0 0 0 0,1 0-1 0 0,-1 0 1 0 0,1 0-1 0 0,-1 0 1 0 0,0 0-1 0 0,2 0 1 0 0,24-1 2935 0 0,0-1 0 0 0,37-7 1 0 0,50-19-1689 0 0,-55 14-444 0 0,-43 10-737 0 0,-7 3-60 0 0,1-1 0 0 0,-1 0 0 0 0,0-1 0 0 0,0 0 0 0 0,0 0 1 0 0,-1 0-1 0 0,10-6 0 0 0,-12 3-35 0 0,-6 4 56 0 0,0 2-148 0 0,1 0 0 0 0,-1 0 1 0 0,0 0-1 0 0,0 1 0 0 0,1-1 1 0 0,-1 0-1 0 0,0 1 0 0 0,1-1 0 0 0,-1 0 1 0 0,0 1-1 0 0,1-1 0 0 0,-1 1 1 0 0,0-1-1 0 0,1 1 0 0 0,-1-1 1 0 0,0 2-1 0 0,-1 1-5 0 0,0 0-1 0 0,0 0 0 0 0,0 1 1 0 0,0-1-1 0 0,0 1 0 0 0,1 0 1 0 0,0-1-1 0 0,0 1 1 0 0,0 0-1 0 0,0 0 0 0 0,0 5 1 0 0,-1 8 48 0 0,2 23 0 0 0,1-20-42 0 0,25 353 347 0 0,32-3 473 0 0,-38-253-686 0 0,37 221 1328 0 0,-56-330-1336 0 0,0 1 1 0 0,0 0 0 0 0,-1-1-1 0 0,0 1 1 0 0,0 0-1 0 0,-1 0 1 0 0,-4 15 0 0 0,4-21-85 0 0,0 0 0 0 0,1 0 1 0 0,-2 0-1 0 0,1 0 0 0 0,0-1 0 0 0,-1 1 1 0 0,1 0-1 0 0,-1-1 0 0 0,0 1 1 0 0,0-1-1 0 0,0 0 0 0 0,0 1 1 0 0,0-1-1 0 0,0 0 0 0 0,-1 0 0 0 0,1-1 1 0 0,-1 1-1 0 0,1 0 0 0 0,-1-1 1 0 0,0 0-1 0 0,0 1 0 0 0,0-1 1 0 0,1 0-1 0 0,-1 0 0 0 0,-5 0 0 0 0,3-1 6 0 0,0 0 0 0 0,0-1 0 0 0,0 0 0 0 0,0 1 0 0 0,1-2 0 0 0,-1 1 0 0 0,0-1 0 0 0,1 1 0 0 0,-1-1 0 0 0,1-1 0 0 0,-1 1 0 0 0,-6-5 0 0 0,-20-9 37 0 0,21 12-195 0 0,0 0 0 0 0,-1 0 0 0 0,1 2-1 0 0,-1-1 1 0 0,0 1 0 0 0,0 1 0 0 0,-17-1 0 0 0,20 3-746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03.1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2 173 2759 0 0,'1'-44'2254'0'0,"0"11"1828"0"0,-4-36 1 0 0,3 67-3625 0 0,0-1 0 0 0,0 1 0 0 0,0 0 0 0 0,0 0 0 0 0,0 0 0 0 0,1 0 0 0 0,-1 0 0 0 0,1 0 0 0 0,0-3 0 0 0,0 5-371 0 0,-1 0 1 0 0,0 0-1 0 0,0 0 1 0 0,0 0-1 0 0,0-1 0 0 0,0 1 1 0 0,0 0-1 0 0,0 0 1 0 0,0 0-1 0 0,0 0 0 0 0,1-1 1 0 0,-1 1-1 0 0,0 0 0 0 0,0 0 1 0 0,0 0-1 0 0,0 0 1 0 0,0 0-1 0 0,1 0 0 0 0,-1 0 1 0 0,0-1-1 0 0,0 1 0 0 0,0 0 1 0 0,0 0-1 0 0,1 0 1 0 0,-1 0-1 0 0,0 0 0 0 0,0 0 1 0 0,0 0-1 0 0,1 0 1 0 0,-1 0-1 0 0,0 0 0 0 0,1 0 1 0 0,5 10 1326 0 0,-6-9-1183 0 0,1 4-8 0 0,43 162 431 0 0,-7-26-590 0 0,-20-73 70 0 0,11 95-1 0 0,-27-138-135 0 0,-1-21-2 0 0,0 1-1 0 0,0-1 0 0 0,0 0 0 0 0,0 0 0 0 0,1 0 1 0 0,0 0-1 0 0,-1 0 0 0 0,2 0 0 0 0,-1 0 1 0 0,0 0-1 0 0,1 0 0 0 0,2 4 0 0 0,-4-8-40 0 0,0 0 0 0 0,0 1 0 0 0,0-1 0 0 0,0 0 0 0 0,0 0 1 0 0,0 0-1 0 0,1 0 0 0 0,-1 0 0 0 0,0 1 0 0 0,0-1 0 0 0,0 0 0 0 0,0 0 0 0 0,1 0 0 0 0,-1 0 0 0 0,0 0 0 0 0,0 0 0 0 0,0 0 0 0 0,0 0 0 0 0,1 1 0 0 0,-1-1 0 0 0,0 0 0 0 0,0 0 1 0 0,0 0-1 0 0,1 0 0 0 0,-1 0 0 0 0,0 0 0 0 0,0 0 0 0 0,0 0 0 0 0,1 0 0 0 0,-1 0 0 0 0,0 0 0 0 0,0 0 0 0 0,0-1 0 0 0,1 1 0 0 0,-1 0 0 0 0,0 0 0 0 0,0 0 0 0 0,0 0 0 0 0,0 0 1 0 0,1 0-1 0 0,-1 0 0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03.4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35 4607 0 0,'-1'-11'890'0'0,"1"8"-15"0"0,-1 0-1 0 0,1 0 0 0 0,0 0 1 0 0,0 0-1 0 0,3-6 5619 0 0,-1 20-4922 0 0,0-2-837 0 0,17 96 3335 0 0,20 50-2926 0 0,-18-90-1017 0 0,-4-16 131 0 0,18 90 0 0 0,-25-81-257 0 0,-9-54-288 0 0,-3-6-364 0 0,-3-3-93 0 0,-10-5-2439 0 0,2 5-4035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03.6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99 6447 0 0,'0'0'41'0'0,"0"0"0"0"0,0 0-1 0 0,0 0 1 0 0,0-1 0 0 0,0 1-1 0 0,0 0 1 0 0,0 0 0 0 0,0 0 0 0 0,0-1-1 0 0,0 1 1 0 0,0 0 0 0 0,0 0-1 0 0,0 0 1 0 0,0-1 0 0 0,0 1-1 0 0,0 0 1 0 0,0 0 0 0 0,0 0-1 0 0,0 0 1 0 0,1-1 0 0 0,-1 1-1 0 0,0 0 1 0 0,0 0 0 0 0,0 0-1 0 0,0 0 1 0 0,0-1 0 0 0,0 1-1 0 0,1 0 1 0 0,-1 0 0 0 0,0 0 0 0 0,0 0-1 0 0,0 0 1 0 0,1 0 0 0 0,9-5 2514 0 0,18-1 2134 0 0,-21 5-4342 0 0,100-23 6795 0 0,51-19-5564 0 0,-148 39-1540 0 0,1 1 0 0 0,0 1 0 0 0,-1 0 0 0 0,1 0 1 0 0,0 1-1 0 0,0 0 0 0 0,16 2 0 0 0,-27-1-40 0 0,0 0 0 0 0,1 0 0 0 0,-1 0 0 0 0,0 0 0 0 0,1 0 0 0 0,-1 0 0 0 0,0 1-1 0 0,0-1 1 0 0,1 0 0 0 0,-1 0 0 0 0,0 0 0 0 0,0 0 0 0 0,1 1 0 0 0,-1-1 0 0 0,0 0 0 0 0,0 0 0 0 0,0 1 0 0 0,1-1 0 0 0,-1 0-1 0 0,0 0 1 0 0,0 1 0 0 0,0-1 0 0 0,0 0 0 0 0,0 0 0 0 0,1 1 0 0 0,-1-1 0 0 0,0 0 0 0 0,0 1 0 0 0,0-1 0 0 0,0 0 0 0 0,0 0 0 0 0,0 1-1 0 0,0-1 1 0 0,0 0 0 0 0,0 1 0 0 0,0-1 0 0 0,0 0 0 0 0,0 1 0 0 0,0-1 0 0 0,-1 1 0 0 0,-4 11-2523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04.7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45 184 2759 0 0,'3'-69'2444'0'0,"-1"40"574"0"0,-3-51 0 0 0,-1 75-972 0 0,0 4-531 0 0,-4 11 324 0 0,-3 17-111 0 0,0 10-623 0 0,1 0 0 0 0,3 1 1 0 0,-3 62-1 0 0,8-46-624 0 0,14 106 1 0 0,-11-142-463 0 0,14 70 113 0 0,-15-79-122 0 0,1 0 0 0 0,0 0 0 0 0,0-1 0 0 0,1 1 1 0 0,0-1-1 0 0,0 0 0 0 0,10 11 0 0 0,-13-17-66 0 0,1 0 0 0 0,-1 0-1 0 0,1-1 1 0 0,0 1 0 0 0,0-1 0 0 0,0 1-1 0 0,0-1 1 0 0,0 0 0 0 0,0 0 0 0 0,0 0-1 0 0,1 0 1 0 0,-1 0 0 0 0,0 0 0 0 0,0-1-1 0 0,1 1 1 0 0,-1-1 0 0 0,0 0 0 0 0,1 1-1 0 0,-1-1 1 0 0,1 0 0 0 0,-1 0 0 0 0,0-1-1 0 0,1 1 1 0 0,-1 0 0 0 0,0-1 0 0 0,3 0-1 0 0,6-3-1144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05.3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0 286 4959 0 0,'2'-13'626'0'0,"1"1"1"0"0,0 0-1 0 0,0-1 0 0 0,1 1 0 0 0,1 1 0 0 0,0-1 0 0 0,8-12 0 0 0,-9 17 197 0 0,1-1 0 0 0,0 1 1 0 0,0 1-1 0 0,1-1 0 0 0,0 1 0 0 0,0 0 1 0 0,0 0-1 0 0,1 0 0 0 0,-1 1 1 0 0,2 0-1 0 0,9-6 0 0 0,-13 10-607 0 0,0-1 0 0 0,0 0 0 0 0,-1 1-1 0 0,1 0 1 0 0,0 0 0 0 0,0 0 0 0 0,0 1 0 0 0,1-1-1 0 0,-1 1 1 0 0,0 0 0 0 0,0 0 0 0 0,0 0 0 0 0,0 1 0 0 0,0-1-1 0 0,0 1 1 0 0,0 0 0 0 0,7 3 0 0 0,-6-2-165 0 0,0 1 1 0 0,-1-1-1 0 0,0 1 1 0 0,1 0 0 0 0,-1 1-1 0 0,-1-1 1 0 0,1 1-1 0 0,0-1 1 0 0,-1 1-1 0 0,0 0 1 0 0,0 1 0 0 0,0-1-1 0 0,4 8 1 0 0,-4-5-41 0 0,0 1 1 0 0,0-1-1 0 0,0 1 0 0 0,-1 0 1 0 0,0 0-1 0 0,-1 0 1 0 0,0 0-1 0 0,0 0 0 0 0,-1 0 1 0 0,0 0-1 0 0,0 0 0 0 0,-1 0 1 0 0,0 1-1 0 0,-3 10 1 0 0,-1-1-26 0 0,0-2 1 0 0,-1 1 0 0 0,-1-1 0 0 0,-1 0 0 0 0,-14 24 0 0 0,18-36-74 0 0,4-6 25 0 0,5-15-2 0 0,10-24 30 0 0,35-113-6 0 0,-3 7 20 0 0,-45 144 20 0 0,-1-1 0 0 0,0 1 0 0 0,1 0 0 0 0,0 0 0 0 0,0-1 0 0 0,0 1 0 0 0,0 0 0 0 0,0 1 0 0 0,1-1 0 0 0,-1 0 0 0 0,1 1 0 0 0,0-1 0 0 0,-1 1 0 0 0,5-3 0 0 0,-6 5 0 0 0,-1 0 0 0 0,1 0 0 0 0,0 0 0 0 0,-1 0 0 0 0,1 0 0 0 0,0 1 0 0 0,-1-1 0 0 0,1 0 0 0 0,0 0 0 0 0,-1 0 0 0 0,1 1 0 0 0,0-1 0 0 0,-1 0 0 0 0,1 0 0 0 0,0 1 0 0 0,-1-1 0 0 0,1 1 0 0 0,-1-1 0 0 0,1 0 0 0 0,-1 1 0 0 0,1-1 0 0 0,-1 1 0 0 0,1-1 0 0 0,-1 1 0 0 0,0 0 0 0 0,1-1 0 0 0,-1 1 0 0 0,0-1 0 0 0,1 1 0 0 0,-1 0 0 0 0,0-1 0 0 0,0 1 0 0 0,0 0 0 0 0,1 0 0 0 0,5 25 0 0 0,-6-14 0 0 0,0 1 0 0 0,-1-1 0 0 0,0 1 0 0 0,-5 17 0 0 0,-17 49 0 0 0,16-57 0 0 0,0 0 0 0 0,2 0 0 0 0,-6 44 0 0 0,11-61 0 0 0,-1 0 0 0 0,2 0 0 0 0,-1 1 0 0 0,1-1 0 0 0,-1 0 0 0 0,1-1 0 0 0,0 1 0 0 0,4 8 0 0 0,-5-12 0 0 0,1 1 0 0 0,0-1 0 0 0,0 1 0 0 0,0-1 0 0 0,0 1 0 0 0,0-1 0 0 0,0 0 0 0 0,0 1 0 0 0,0-1 0 0 0,0 0 0 0 0,1 0 0 0 0,-1 0 0 0 0,0 0 0 0 0,1 0 0 0 0,-1 0 0 0 0,1-1 0 0 0,-1 1 0 0 0,1 0 0 0 0,-1-1 0 0 0,1 1 0 0 0,0-1 0 0 0,-1 1 0 0 0,1-1 0 0 0,0 0 0 0 0,-1 0 0 0 0,1 0 0 0 0,0 0 0 0 0,2 0 0 0 0,2-1-196 0 0,-1 0 0 0 0,1-1 1 0 0,0 1-1 0 0,0-1 0 0 0,-1 0 0 0 0,1-1 0 0 0,-1 0 0 0 0,0 1 1 0 0,9-8-1 0 0,-10 8-164 0 0,-1-1 1 0 0,0 1-1 0 0,1-1 1 0 0,-1 0-1 0 0,-1 0 1 0 0,1 0-1 0 0,0 0 1 0 0,-1-1-1 0 0,1 1 1 0 0,-1-1-1 0 0,0 1 1 0 0,0-1 0 0 0,-1 0-1 0 0,3-6 1 0 0,-4 1-6907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05.5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21 128 1839 0 0,'-6'1'-214'0'0,"-8"3"4023"0"0,23-2-108 0 0,9-1-2748 0 0,0-1 0 0 0,0 0 0 0 0,-1-1-1 0 0,1-1 1 0 0,0-1 0 0 0,-1 0 0 0 0,32-11-1 0 0,-8-1 2305 0 0,79-40 0 0 0,-86 36-5032 0 0,-28 15 73 0 0,0-1 0 0 0,11-9 0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05.7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4607 0 0,'3'-3'193'0'0,"-3"3"-149"0"0,0 0-1 0 0,0 0 0 0 0,0-1 0 0 0,0 1 1 0 0,0 0-1 0 0,1 0 0 0 0,-1 0 1 0 0,0 0-1 0 0,0 0 0 0 0,0-1 0 0 0,1 1 1 0 0,-1 0-1 0 0,0 0 0 0 0,0 0 1 0 0,0 0-1 0 0,1 0 0 0 0,-1 0 0 0 0,0 0 1 0 0,0 0-1 0 0,1 0 0 0 0,-1 0 1 0 0,0 0-1 0 0,0 0 0 0 0,0 0 0 0 0,1 0 1 0 0,-1 0-1 0 0,0 0 0 0 0,0 0 0 0 0,1 0 1 0 0,-1 0-1 0 0,0 0 0 0 0,0 0 1 0 0,0 0-1 0 0,1 0 0 0 0,-1 0 0 0 0,0 1 1 0 0,0-1-1 0 0,0 0 0 0 0,1 0 1 0 0,-1 0-1 0 0,0 0 0 0 0,0 1 0 0 0,0-1 1 0 0,0 0-1 0 0,0 0 0 0 0,1 1 1 0 0,1 0 406 0 0,11 8 1884 0 0,0 1 1 0 0,0 0-1 0 0,-1 1 1 0 0,19 23-1 0 0,-3-5-377 0 0,-15-16-1670 0 0,-2 1 0 0 0,0 1 0 0 0,0 0 0 0 0,-1 0 0 0 0,-1 1 1 0 0,-1 0-1 0 0,0 0 0 0 0,-1 1 0 0 0,-1 0 0 0 0,0 1 0 0 0,-1-1 0 0 0,-1 1 1 0 0,-1 0-1 0 0,1 24 0 0 0,-2-12-266 0 0,-2 0 1 0 0,-1-1 0 0 0,-2 1-1 0 0,-1-1 1 0 0,-1 1-1 0 0,-1-1 1 0 0,-2-1 0 0 0,-11 29-1 0 0,18-56-22 0 0,-10 25 7 0 0,10-25-10 0 0,1 1 0 0 0,-1-1 0 0 0,0 1 0 0 0,0-1 1 0 0,1 0-1 0 0,-1 0 0 0 0,0 1 0 0 0,0-1 0 0 0,-1 0 0 0 0,1 0 0 0 0,0 0 0 0 0,0 0 1 0 0,0 0-1 0 0,-3 1 0 0 0,3-2 3 0 0,1-1 0 0 0,0 1 0 0 0,0 0 0 0 0,-1 0 0 0 0,1 0 0 0 0,0-1 0 0 0,0 1-1 0 0,-1 0 1 0 0,1 0 0 0 0,0-1 0 0 0,0 1 0 0 0,0 0 0 0 0,-1 0 0 0 0,1-1 0 0 0,0 1 0 0 0,0 0 0 0 0,0-1 0 0 0,0 1 0 0 0,0 0 0 0 0,0-1 0 0 0,0 1 0 0 0,0 0 0 0 0,0-1 0 0 0,0 1 0 0 0,0 0 0 0 0,0-1 0 0 0,0 1 0 0 0,0 0 0 0 0,0 0 0 0 0,0-1 0 0 0,0 1 0 0 0,0 0 0 0 0,0-1 0 0 0,0 1-1 0 0,2-16-387 0 0,8-13-2049 0 0,-3 13-5693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1:06.0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38 12439 0 0,'3'-3'245'0'0,"0"1"0"0"0,0-1 0 0 0,0 1 0 0 0,1 0 0 0 0,-1 0 0 0 0,1 0 0 0 0,-1 0 0 0 0,1 1 0 0 0,0-1 0 0 0,0 1 0 0 0,0 0 0 0 0,0 0 0 0 0,4 0 0 0 0,23-4 1686 0 0,-21 2-1366 0 0,-1 1 0 0 0,1 1 0 0 0,0 0 0 0 0,-1 0 0 0 0,1 1 0 0 0,0 0 1 0 0,0 1-1 0 0,11 2 0 0 0,-20-3-557 0 0,1 1 0 0 0,-1-1 0 0 0,0 0 0 0 0,-1 1 0 0 0,1-1 1 0 0,0 1-1 0 0,0-1 0 0 0,0 1 0 0 0,0-1 0 0 0,0 1 0 0 0,0-1 0 0 0,0 1 0 0 0,-1 0 1 0 0,1 0-1 0 0,0-1 0 0 0,-1 1 0 0 0,1 0 0 0 0,0 0 0 0 0,-1 0 0 0 0,1 0 0 0 0,-1 0 1 0 0,1 0-1 0 0,-1 1 0 0 0,0-1 9 0 0,1 1 1 0 0,-1-1-1 0 0,0 1 1 0 0,-1 0-1 0 0,1-1 1 0 0,0 1-1 0 0,0-1 1 0 0,-1 1-1 0 0,1-1 1 0 0,-1 1-1 0 0,1-1 1 0 0,-1 1-1 0 0,-1 2 1 0 0,-3 4 47 0 0,0-1 0 0 0,0 1 1 0 0,-1-1-1 0 0,-7 7 1 0 0,10-12-64 0 0,-3 6-2 0 0,-13 11 3 0 0,1 1-1 0 0,1 1 1 0 0,-21 32 0 0 0,38-52 8 0 0,-1 0 1 0 0,0 0-1 0 0,0 0 0 0 0,1 0 1 0 0,-1 1-1 0 0,1-1 0 0 0,-1 0 1 0 0,1 0-1 0 0,0 1 0 0 0,-1-1 1 0 0,1 0-1 0 0,0 1 1 0 0,0-1-1 0 0,0 0 0 0 0,0 1 1 0 0,0-1-1 0 0,0 0 0 0 0,0 1 1 0 0,0-1-1 0 0,1 0 0 0 0,-1 1 1 0 0,1 1-1 0 0,0-2 15 0 0,0 0 1 0 0,0 0-1 0 0,0-1 0 0 0,0 1 0 0 0,0 0 0 0 0,0-1 1 0 0,0 1-1 0 0,0-1 0 0 0,1 1 0 0 0,-1-1 0 0 0,0 0 1 0 0,0 1-1 0 0,0-1 0 0 0,0 0 0 0 0,1 0 0 0 0,-1 0 1 0 0,0 0-1 0 0,0 0 0 0 0,1 0 0 0 0,-1 0 0 0 0,0 0 1 0 0,0-1-1 0 0,0 1 0 0 0,1 0 0 0 0,1-1 0 0 0,13-5 193 0 0,0 0-1 0 0,0 0 0 0 0,26-16 1 0 0,22-9 234 0 0,-64 31-452 0 0,10-3 328 0 0,-10 3-389 0 0,0 0 1 0 0,0 0-1 0 0,0-1 0 0 0,1 1 1 0 0,-1 0-1 0 0,0 0 0 0 0,0 0 1 0 0,0 0-1 0 0,1 0 0 0 0,-1 0 1 0 0,0 0-1 0 0,0 0 0 0 0,1 0 1 0 0,-1 0-1 0 0,0 0 0 0 0,0 0 1 0 0,1 0-1 0 0,-1 0 0 0 0,0 0 1 0 0,0 0-1 0 0,0 0 0 0 0,1 0 1 0 0,-1 0-1 0 0,0 1 0 0 0,0-1 1 0 0,1 0-1 0 0,-1 0 0 0 0,0 0 1 0 0,0 0-1 0 0,0 0 0 0 0,0 0 1 0 0,1 1-1 0 0,-1-1 0 0 0,0 0 1 0 0,0 0-1 0 0,0 0 0 0 0,0 1 1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01.9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30 13823 0 0,'0'-3'1224'0'0,"0"2"-976"0"0,0-1 216 0 0,2 1 48 0 0,-1-2 0 0 0,1 0 8 0 0,-2-1 40 0 0,1-1 8 0 0,-1 1 0 0 0,0 1 0 0 0,-1 3-392 0 0,-1 0-80 0 0,1 1-8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02.9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1 200 6447 0 0,'0'-8'1071'0'0,"1"1"-1"0"0,0-1 1 0 0,1 1-1 0 0,-1 0 0 0 0,2 0 1 0 0,-1 0-1 0 0,6-12 1 0 0,-1 6 159 0 0,0 0 1 0 0,0 1 0 0 0,11-12 0 0 0,-14 18-963 0 0,1 0 1 0 0,0 0-1 0 0,1 1 0 0 0,0 0 1 0 0,-1 0-1 0 0,1 0 0 0 0,1 1 1 0 0,10-7-1 0 0,-14 10-237 0 0,0 0 1 0 0,0 0-1 0 0,0 0 0 0 0,0 0 0 0 0,0 0 0 0 0,1 1 1 0 0,-1-1-1 0 0,0 1 0 0 0,0 0 0 0 0,0 0 1 0 0,1 0-1 0 0,-1 0 0 0 0,0 1 0 0 0,0-1 0 0 0,0 1 1 0 0,0 0-1 0 0,0 0 0 0 0,0 0 0 0 0,0 0 1 0 0,0 0-1 0 0,0 1 0 0 0,5 3 0 0 0,-2 0-21 0 0,0 0 0 0 0,0 1-1 0 0,0 0 1 0 0,-1 0 0 0 0,0 0 0 0 0,0 0 0 0 0,-1 1-1 0 0,1 0 1 0 0,-2 0 0 0 0,1 0 0 0 0,-1 1-1 0 0,3 7 1 0 0,1 8 26 0 0,0 0 1 0 0,5 41-1 0 0,-10-44-28 0 0,0 1 1 0 0,-1 0-1 0 0,-1 0 0 0 0,0 0 0 0 0,-2 0 1 0 0,-1-1-1 0 0,0 1 0 0 0,-2-1 0 0 0,0 0 1 0 0,-1 0-1 0 0,-1 0 0 0 0,-1-1 0 0 0,-1 0 0 0 0,-1 0 1 0 0,0-1-1 0 0,-15 19 0 0 0,18-30 43 0 0,7-12-14 0 0,7-13-1 0 0,53-88-8 0 0,9-20 8 0 0,-60 108-35 0 0,53-125 33 0 0,-52 118-27 0 0,-2-1 1 0 0,-1 0-1 0 0,7-46 0 0 0,-14 54-7 0 0,-3 13 0 0 0,-3 11 0 0 0,-5 14 0 0 0,1 0 0 0 0,0 1 0 0 0,2 0 0 0 0,0 1 0 0 0,-8 39 0 0 0,8-25 0 0 0,2 1 0 0 0,-2 46 0 0 0,8-64 0 0 0,0 0 0 0 0,1-1 0 0 0,1 1 0 0 0,0-1 0 0 0,2 1 0 0 0,8 24 0 0 0,-10-36 5 0 0,1-1 1 0 0,0 0-1 0 0,0 1 0 0 0,0-1 0 0 0,1 0 1 0 0,0-1-1 0 0,0 1 0 0 0,1-1 0 0 0,-1 0 0 0 0,1 0 1 0 0,0 0-1 0 0,9 5 0 0 0,-11-8-2 0 0,0 0-1 0 0,-1 0 1 0 0,1-1-1 0 0,1 1 1 0 0,-1-1-1 0 0,0 0 1 0 0,0 0-1 0 0,0 0 1 0 0,1 0-1 0 0,-1-1 1 0 0,0 1-1 0 0,1-1 1 0 0,-1 0-1 0 0,0 0 1 0 0,1 0-1 0 0,-1 0 1 0 0,0-1-1 0 0,1 1 1 0 0,-1-1 0 0 0,0 0-1 0 0,0 0 1 0 0,1 0-1 0 0,-1 0 1 0 0,0-1-1 0 0,0 1 1 0 0,5-5-1 0 0,-6 5-12 0 0,2-2-251 0 0,0 1 0 0 0,0-1 0 0 0,-1-1 0 0 0,5-4 0 0 0,-7 8 154 0 0,-1-1 0 0 0,1 1 0 0 0,-1-1 0 0 0,1 0-1 0 0,-1 1 1 0 0,1-1 0 0 0,-1 0 0 0 0,1 0 0 0 0,-1 1-1 0 0,0-1 1 0 0,0 0 0 0 0,1 0 0 0 0,-1 0 0 0 0,0 1-1 0 0,0-1 1 0 0,0 0 0 0 0,0 0 0 0 0,0 0 0 0 0,0 0-1 0 0,0 0 1 0 0,0 1 0 0 0,0-1 0 0 0,0 0 0 0 0,0 0-1 0 0,-1 0 1 0 0,1 1 0 0 0,0-1 0 0 0,-1 0 0 0 0,1 0-1 0 0,0 0 1 0 0,-2-1 0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03.1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8 163 5063 0 0,'-7'-1'1491'0'0,"17"-3"560"0"0,25-4 2074 0 0,-31 7-3530 0 0,29-8 728 0 0,0-1 1 0 0,0-1 0 0 0,-1-2 0 0 0,-1-1 0 0 0,0-2-1 0 0,40-27 1 0 0,-63 37-1229 0 0,0 1-703 0 0,1-1 0 0 0,15-6 0 0 0,-15 9-6871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03.9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88 8 7831 0 0,'0'-1'176'0'0,"-1"0"-1"0"0,1 1 1 0 0,-1-1-1 0 0,0 1 1 0 0,1-1-1 0 0,-1 1 1 0 0,1-1-1 0 0,-1 1 1 0 0,0 0-1 0 0,1-1 1 0 0,-1 1-1 0 0,0 0 1 0 0,1-1-1 0 0,-1 1 1 0 0,0 0-1 0 0,0 0 1 0 0,1 0-1 0 0,-1-1 1 0 0,0 1-1 0 0,0 0 1 0 0,1 0-1 0 0,-1 0 1 0 0,0 0-1 0 0,0 0 1 0 0,1 1-1 0 0,-1-1 1 0 0,0 0-1 0 0,1 0 1 0 0,-1 0-1 0 0,0 1 1 0 0,0-1-1 0 0,1 0 1 0 0,-2 1-1 0 0,-1 1 290 0 0,0-1 0 0 0,0 1 0 0 0,0-1 0 0 0,0 1 0 0 0,0 0 0 0 0,-3 3 0 0 0,3-1-174 0 0,0 0 1 0 0,0 0-1 0 0,1 0 1 0 0,-1 0-1 0 0,1 0 1 0 0,0 1-1 0 0,0-1 1 0 0,0 1-1 0 0,1-1 1 0 0,-3 10-1 0 0,1 6 446 0 0,-2 26 0 0 0,4-27-355 0 0,-1 12-70 0 0,1 0 1 0 0,5 50-1 0 0,-3-65-217 0 0,2-1-1 0 0,0 0 0 0 0,1 1 1 0 0,0-1-1 0 0,1-1 0 0 0,1 1 1 0 0,9 15-1 0 0,-14-28-163 0 0,0 0-1 0 0,0 0 1 0 0,0-1-1 0 0,0 1 1 0 0,0-1-1 0 0,0 1 1 0 0,1-1-1 0 0,-1 1 1 0 0,0-1-1 0 0,1 0 1 0 0,-1 0-1 0 0,1 1 1 0 0,0-1-1 0 0,-1 0 1 0 0,1-1-1 0 0,0 1 1 0 0,0 0-1 0 0,0 0 1 0 0,-1-1-1 0 0,1 1 1 0 0,0-1-1 0 0,0 1 1 0 0,0-1 0 0 0,0 0-1 0 0,0 0 1 0 0,0 0-1 0 0,0 0 1 0 0,0 0-1 0 0,0 0 1 0 0,0-1-1 0 0,0 1 1 0 0,-1-1-1 0 0,1 1 1 0 0,4-2-1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04.3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96 3223 0 0,'1'-4'197'0'0,"1"-1"-1"0"0,-1 0 0 0 0,1 0 0 0 0,0 1 0 0 0,0-1 0 0 0,1 1 1 0 0,-1 0-1 0 0,1 0 0 0 0,0 0 0 0 0,0 0 0 0 0,1 0 1 0 0,-1 1-1 0 0,1-1 0 0 0,5-3 0 0 0,-5 3 553 0 0,0 1-1 0 0,1 0 1 0 0,-1 0-1 0 0,1 1 1 0 0,0-1-1 0 0,0 1 1 0 0,0 0-1 0 0,0 0 1 0 0,0 1-1 0 0,0-1 1 0 0,1 1 0 0 0,-1 0-1 0 0,8 0 1 0 0,-11 1-554 0 0,0 0 0 0 0,1 1 1 0 0,-1-1-1 0 0,1 0 0 0 0,-1 1 1 0 0,0-1-1 0 0,0 1 0 0 0,1 0 1 0 0,-1 0-1 0 0,0 0 1 0 0,0 0-1 0 0,0 0 0 0 0,0 0 1 0 0,0 1-1 0 0,0-1 0 0 0,0 0 1 0 0,0 1-1 0 0,-1 0 0 0 0,1-1 1 0 0,-1 1-1 0 0,1 0 1 0 0,-1 0-1 0 0,1 0 0 0 0,-1 0 1 0 0,0 0-1 0 0,0 0 0 0 0,0 1 1 0 0,0-1-1 0 0,-1 0 0 0 0,1 0 1 0 0,0 1-1 0 0,-1 3 0 0 0,1 1-127 0 0,0-1-1 0 0,0 1 0 0 0,-1 0 1 0 0,-1 0-1 0 0,1 0 0 0 0,-1-1 0 0 0,-3 14 1 0 0,-2 1 42 0 0,-11 23 1 0 0,10-27-50 0 0,1 0 0 0 0,-5 21 0 0 0,11-36-55 0 0,-1 0-1 0 0,1 0 1 0 0,0 0 0 0 0,-1 0-1 0 0,1 0 1 0 0,0 1 0 0 0,0-1-1 0 0,1 0 1 0 0,-1 0-1 0 0,0 0 1 0 0,1 0 0 0 0,-1 0-1 0 0,1 0 1 0 0,0-1 0 0 0,-1 1-1 0 0,1 0 1 0 0,0 0-1 0 0,0 0 1 0 0,2 2 0 0 0,-2-3 10 0 0,1 0 1 0 0,-1 0-1 0 0,0 0 0 0 0,1 0 1 0 0,-1 0-1 0 0,1-1 1 0 0,-1 1-1 0 0,1 0 0 0 0,-1-1 1 0 0,1 1-1 0 0,-1-1 1 0 0,1 1-1 0 0,0-1 1 0 0,-1 0-1 0 0,1 0 0 0 0,0 0 1 0 0,-1 0-1 0 0,1 0 1 0 0,0 0-1 0 0,-1 0 1 0 0,1 0-1 0 0,-1-1 0 0 0,4 0 1 0 0,15-6 160 0 0,0 0 1 0 0,37-21-1 0 0,-2 2 28 0 0,-53 25-486 0 0,-1 0-1 0 0,1 0 1 0 0,-1 0-1 0 0,1 0 1 0 0,-1 0-1 0 0,1 0 1 0 0,-1-1-1 0 0,1 1 1 0 0,-1 0-1 0 0,0-1 1 0 0,0 1-1 0 0,0-1 1 0 0,0 1-1 0 0,0-1 1 0 0,1-1-1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04.6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28 7367 0 0,'0'-1'118'0'0,"-1"0"-1"0"0,1 0 1 0 0,0 0-1 0 0,0 0 1 0 0,0 0-1 0 0,0 0 1 0 0,0 0-1 0 0,0 1 1 0 0,0-1-1 0 0,0 0 1 0 0,0 0-1 0 0,0 0 1 0 0,0 0-1 0 0,1 0 1 0 0,-1 0-1 0 0,0 0 1 0 0,1 1-1 0 0,-1-1 1 0 0,1 0-1 0 0,-1 0 1 0 0,1 0-1 0 0,-1 1 1 0 0,1-1-1 0 0,-1 0 1 0 0,1 1-1 0 0,0-1 1 0 0,-1 0-1 0 0,2 0 1 0 0,0 0 259 0 0,0 1 0 0 0,-1-1 0 0 0,1 1 1 0 0,0 0-1 0 0,0 0 0 0 0,0 0 1 0 0,-1-1-1 0 0,1 1 0 0 0,0 1 0 0 0,0-1 1 0 0,-1 0-1 0 0,1 0 0 0 0,0 1 1 0 0,3 0-1 0 0,-1 1 72 0 0,0 0 0 0 0,-1 0 0 0 0,1 0 0 0 0,0 0 0 0 0,-1 1-1 0 0,1-1 1 0 0,-1 1 0 0 0,0 0 0 0 0,0 0 0 0 0,0 0 0 0 0,0 0 0 0 0,4 7 0 0 0,0 2 23 0 0,0 0 0 0 0,9 21 0 0 0,-10-18-335 0 0,-1 1 1 0 0,0 0-1 0 0,-2 0 1 0 0,1 0-1 0 0,-2 0 1 0 0,0 0-1 0 0,-1 0 1 0 0,-1 1-1 0 0,0-1 1 0 0,-4 26-1 0 0,-1-18 21 0 0,0 1-1 0 0,-2-1 1 0 0,-1 0-1 0 0,0 0 1 0 0,-2-1-1 0 0,-14 26 0 0 0,21-45-141 0 0,1-1 0 0 0,0 1 0 0 0,-1 0 0 0 0,-5 5 0 0 0,8-9-38 0 0,-1 1-1 0 0,1-1 1 0 0,-1 1 0 0 0,1-1-1 0 0,-1 1 1 0 0,1-1 0 0 0,-1 1-1 0 0,0-1 1 0 0,1 0 0 0 0,-1 1-1 0 0,1-1 1 0 0,-1 0 0 0 0,0 1-1 0 0,1-1 1 0 0,-1 0 0 0 0,0 0-1 0 0,1 0 1 0 0,-1 1 0 0 0,0-1-1 0 0,1 0 1 0 0,-1 0 0 0 0,0 0-1 0 0,0 0 1 0 0,1 0 0 0 0,-1 0-1 0 0,0-1 1 0 0,1 1-1 0 0,-1 0 1 0 0,0 0 0 0 0,1 0-1 0 0,-1-1 1 0 0,0 1 0 0 0,1 0-1 0 0,-1-1 1 0 0,0 1 0 0 0,1-1-1 0 0,-1 0 1 0 0,3 4-2062 0 0,0 1 1316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04.9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30 2759 0 0,'-5'12'6675'0'0,"13"-5"-639"0"0,-3-5-5349 0 0,-1-1 0 0 0,1 1 0 0 0,0-1 0 0 0,0 0 0 0 0,0 0 0 0 0,0-1 0 0 0,-1 1 0 0 0,1-1 0 0 0,0 0 0 0 0,0-1 1 0 0,9 0-1 0 0,7-4-229 0 0,29-8 1 0 0,-30 7 84 0 0,110-25 181 0 0,-127 31-1000 0 0,-5 0-799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05.1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43 11055 0 0,'0'1'246'0'0,"1"0"-1"0"0,-1 0 0 0 0,1 1 0 0 0,0-1 1 0 0,-1 0-1 0 0,1 0 0 0 0,0 0 1 0 0,-1 0-1 0 0,1 0 0 0 0,0 0 0 0 0,0-1 1 0 0,0 1-1 0 0,0 0 0 0 0,0 0 0 0 0,0-1 1 0 0,2 2-1 0 0,21 12 2658 0 0,-20-12-2548 0 0,0 1-19 0 0,1-1 1 0 0,0 0-1 0 0,0 0 0 0 0,0 0 0 0 0,0-1 0 0 0,0 0 0 0 0,0 0 0 0 0,0 0 1 0 0,0 0-1 0 0,0-1 0 0 0,1 0 0 0 0,-1 0 0 0 0,0-1 0 0 0,0 1 0 0 0,0-1 1 0 0,1 0-1 0 0,-1 0 0 0 0,0-1 0 0 0,6-2 0 0 0,5-4-479 0 0,0 0-1 0 0,-1-2 0 0 0,0 1 1 0 0,18-17-1 0 0,-18 15-500 0 0,-4 2-7889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15.3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81 1 4607 0 0,'-12'1'1950'0'0,"1"0"0"0"0,-20 5 0 0 0,24-4-810 0 0,6-2-1027 0 0,0 0 0 0 0,0 1 1 0 0,0-1-1 0 0,0 0 0 0 0,0 0 1 0 0,1 1-1 0 0,-1-1 0 0 0,0 1 1 0 0,0-1-1 0 0,0 1 0 0 0,1-1 1 0 0,-1 1-1 0 0,0 0 0 0 0,0-1 1 0 0,1 1-1 0 0,-1 0 0 0 0,1-1 1 0 0,-1 1-1 0 0,0 0 0 0 0,1 0 1 0 0,-1 0-1 0 0,1-1 0 0 0,0 1 1 0 0,-1 0-1 0 0,1 0 0 0 0,0 0 1 0 0,0 0-1 0 0,-1 1 0 0 0,1 5-5317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16.2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13 152 9215 0 0,'-1'-1'169'0'0,"0"0"1"0"0,0 0-1 0 0,0 0 0 0 0,0 0 0 0 0,1 0 0 0 0,-1 0 0 0 0,0-1 0 0 0,0 1 1 0 0,1 0-1 0 0,-1 0 0 0 0,1-1 0 0 0,-1 1 0 0 0,1-1 0 0 0,0 1 0 0 0,-1 0 1 0 0,1-3-1 0 0,-1-23 1853 0 0,1 25-1845 0 0,0 0 0 0 0,1 0 0 0 0,-1 0 0 0 0,1 0 1 0 0,-1 0-1 0 0,1 1 0 0 0,0-1 0 0 0,0 0 0 0 0,0 0 0 0 0,0 1 1 0 0,0-1-1 0 0,0 1 0 0 0,0-1 0 0 0,0 1 0 0 0,1-1 1 0 0,-1 1-1 0 0,0 0 0 0 0,3-2 0 0 0,-1 1 27 0 0,0 1 1 0 0,0-1-1 0 0,1 1 0 0 0,-1 0 0 0 0,0-1 1 0 0,1 2-1 0 0,-1-1 0 0 0,0 0 1 0 0,7 0-1 0 0,-1 1 68 0 0,0 0-1 0 0,1 1 1 0 0,-1 0 0 0 0,0 0 0 0 0,0 1 0 0 0,16 5 0 0 0,-19-5-219 0 0,-1 0 0 0 0,0 0 0 0 0,0 1 1 0 0,0-1-1 0 0,0 1 0 0 0,0 0 1 0 0,-1 1-1 0 0,1-1 0 0 0,-1 1 1 0 0,6 7-1 0 0,-7-8-35 0 0,0 1 1 0 0,-1 0-1 0 0,0-1 1 0 0,0 1-1 0 0,0 1 0 0 0,-1-1 1 0 0,1 0-1 0 0,-1 0 1 0 0,0 0-1 0 0,0 1 0 0 0,0-1 1 0 0,-1 1-1 0 0,0 8 0 0 0,-3 39 107 0 0,-2 0 0 0 0,-22 93 0 0 0,9-52 87 0 0,11-66-127 0 0,5-17-54 0 0,0 0 1 0 0,0-1-1 0 0,-1 15 1 0 0,9-34 28 0 0,0 0 1 0 0,5-14-1 0 0,125-317 4 0 0,-113 285-45 0 0,-15 34-2 0 0,1 1 1 0 0,1-1 0 0 0,1 2 0 0 0,0-1 0 0 0,17-20-1 0 0,-27 40-16 0 0,-1 1 0 0 0,0-1-1 0 0,0 1 1 0 0,1-1-1 0 0,-1 1 1 0 0,0-1-1 0 0,1 1 1 0 0,-1 0 0 0 0,1-1-1 0 0,-1 1 1 0 0,1 0-1 0 0,-1-1 1 0 0,0 1-1 0 0,1 0 1 0 0,-1-1-1 0 0,1 1 1 0 0,-1 0 0 0 0,2 0-1 0 0,-2 7 3 0 0,-6 12-6 0 0,-38 70 74 0 0,26-57-19 0 0,-12 34 1 0 0,27-60-43 0 0,-11 31 28 0 0,-20 75 0 0 0,32-101-38 0 0,0 1 1 0 0,0-1-1 0 0,1 1 1 0 0,1-1-1 0 0,0 1 1 0 0,0-1-1 0 0,1 1 1 0 0,1-1 0 0 0,0 1-1 0 0,0-1 1 0 0,6 16-1 0 0,-6-24 6 0 0,-1 0 0 0 0,1 0 0 0 0,-1 0 0 0 0,1 0 0 0 0,0 0 0 0 0,0-1 0 0 0,0 1 0 0 0,0 0 0 0 0,1-1 0 0 0,-1 0 0 0 0,1 1 0 0 0,0-1 0 0 0,-1 0 0 0 0,1 0 0 0 0,0-1 0 0 0,3 2 0 0 0,-1-1 1 0 0,0 0 0 0 0,0 0 0 0 0,0-1 1 0 0,0 0-1 0 0,1 0 0 0 0,-1-1 0 0 0,0 1 0 0 0,0-1 0 0 0,9-1 1 0 0,-4 0-44 0 0,1-1 0 0 0,-1 0 0 0 0,0-1 0 0 0,-1 0 0 0 0,1 0 0 0 0,0-1 0 0 0,-1-1 0 0 0,0 1 1 0 0,0-1-1 0 0,9-8 0 0 0,-14 11-436 0 0,15-15 815 0 0,-12 7-2158 0 0,-7 9 1475 0 0,0 0 0 0 0,0 1 0 0 0,0-1 0 0 0,0 1 0 0 0,1-1 1 0 0,-1 1-1 0 0,0-1 0 0 0,0 1 0 0 0,0-1 0 0 0,0 0 0 0 0,-1 1 0 0 0,1-1 0 0 0,0 1 0 0 0,0-1 0 0 0,0 1 0 0 0,-1-2 0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16.4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73 150 6447 0 0,'-1'0'15'0'0,"-42"-1"1269"0"0,39 2-622 0 0,0-1 0 0 0,0 1 0 0 0,0 0 0 0 0,0 0 0 0 0,-4 7 4956 0 0,8-8-5521 0 0,11 1 1846 0 0,-2-2-1452 0 0,1-1-1 0 0,-1 0 1 0 0,0 0-1 0 0,0-1 1 0 0,13-6 0 0 0,43-25-172 0 0,-28 14-185 0 0,-26 14-225 0 0,25-13-579 0 0,1 2 0 0 0,57-19 0 0 0,-80 32-1499 0 0,0-2-4417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16.7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98 25 7831 0 0,'0'-6'188'0'0,"0"4"-128"0"0,0 1 0 0 0,0-1 0 0 0,0 1 0 0 0,0-1 0 0 0,0 1 0 0 0,0-1 0 0 0,0 1 0 0 0,0-1 0 0 0,-1 1 0 0 0,0-2 0 0 0,-9 24 3476 0 0,-31 92 2831 0 0,9 4-3311 0 0,28-96-2883 0 0,0 0 1 0 0,2 1 0 0 0,0-1-1 0 0,2 1 1 0 0,0-1-1 0 0,1 1 1 0 0,1-1 0 0 0,2 1-1 0 0,6 25 1 0 0,-9-43-162 0 0,1 1 1 0 0,-1-1 0 0 0,1 0-1 0 0,0 1 1 0 0,0-1 0 0 0,0 0-1 0 0,1 0 1 0 0,0 0 0 0 0,0-1-1 0 0,0 1 1 0 0,0-1 0 0 0,0 1-1 0 0,0-1 1 0 0,1 0 0 0 0,0 0-1 0 0,0-1 1 0 0,0 1 0 0 0,0-1-1 0 0,0 0 1 0 0,0 0 0 0 0,0 0-1 0 0,1 0 1 0 0,8 1-1 0 0,-8-2-760 0 0,0 0 0 0 0,0-1 0 0 0,0 0 0 0 0,0 0 0 0 0,0-1 0 0 0,0 1 0 0 0,0-1 0 0 0,9-2 0 0 0,3-3-6534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17.0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1 184 9671 0 0,'-1'-6'506'0'0,"1"0"-1"0"0,1 0 1 0 0,-1 0-1 0 0,1 0 1 0 0,0 0 0 0 0,0 0-1 0 0,1 0 1 0 0,0 1-1 0 0,3-9 1 0 0,3-9 1049 0 0,-1-8 607 0 0,-5 20-1106 0 0,0 0 0 0 0,1 1 0 0 0,8-20 0 0 0,-11 30-1048 0 0,0 0-1 0 0,0 0 1 0 0,0 0-1 0 0,0 0 1 0 0,0 0-1 0 0,0 0 0 0 0,0 0 1 0 0,0 0-1 0 0,0 0 1 0 0,0 0-1 0 0,0 0 1 0 0,0 0-1 0 0,0 0 0 0 0,0 0 1 0 0,0 0-1 0 0,0-1 1 0 0,0 1-1 0 0,0 0 0 0 0,0 0 1 0 0,0 0-1 0 0,0 0 1 0 0,0 0-1 0 0,1 0 1 0 0,-1 0-1 0 0,0 0 0 0 0,0 0 1 0 0,0 0-1 0 0,0 0 1 0 0,0 0-1 0 0,0 0 0 0 0,0 0 1 0 0,0 0-1 0 0,0 0 1 0 0,0 0-1 0 0,0 0 1 0 0,0 0-1 0 0,0 0 0 0 0,0 0 1 0 0,0 0-1 0 0,1 0 1 0 0,-1 0-1 0 0,0 0 1 0 0,0 0-1 0 0,0 0 0 0 0,0 0 1 0 0,0 0-1 0 0,0 0 1 0 0,0 1-1 0 0,0-1 0 0 0,0 0 1 0 0,0 0-1 0 0,0 0 1 0 0,0 0-1 0 0,0 0 1 0 0,0 0-1 0 0,0 0 0 0 0,0 0 1 0 0,0 0-1 0 0,0 0 1 0 0,0 0-1 0 0,0 0 1 0 0,0 0-1 0 0,0 0 0 0 0,3 7 107 0 0,0 8-68 0 0,1 34 52 0 0,-4 65-1 0 0,0 11 4 0 0,0-122-148 0 0,0-1-1 0 0,0 1 0 0 0,1-1 1 0 0,-1 1-1 0 0,1-1 0 0 0,-1 1 1 0 0,1-1-1 0 0,0 1 1 0 0,0-1-1 0 0,1 0 0 0 0,-1 1 1 0 0,0-1-1 0 0,4 4 0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17.2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25 11055 0 0,'0'0'57'0'0,"-1"-1"1"0"0,1 0-1 0 0,0 0 0 0 0,0 0 0 0 0,0 0 0 0 0,-1 1 0 0 0,1-1 0 0 0,0 0 0 0 0,0 0 0 0 0,1 0 0 0 0,-1 0 1 0 0,0 0-1 0 0,0 0 0 0 0,0 1 0 0 0,0-1 0 0 0,1 0 0 0 0,-1 0 0 0 0,0 0 0 0 0,1 0 0 0 0,-1 1 0 0 0,1-1 1 0 0,-1 0-1 0 0,1 1 0 0 0,-1-1 0 0 0,1 0 0 0 0,-1 1 0 0 0,2-2 0 0 0,0 2 114 0 0,-1-1 1 0 0,1 1-1 0 0,0 0 0 0 0,0 0 0 0 0,0 0 1 0 0,0 0-1 0 0,0 0 0 0 0,0 0 1 0 0,0 0-1 0 0,-1 0 0 0 0,1 1 0 0 0,3 0 1 0 0,5 2 84 0 0,1 1 1 0 0,0-1 0 0 0,-1 2 0 0 0,1 0 0 0 0,-1 0-1 0 0,-1 1 1 0 0,1 0 0 0 0,-1 1 0 0 0,0 0 0 0 0,0 0-1 0 0,-1 1 1 0 0,0 0 0 0 0,0 0 0 0 0,-1 1-1 0 0,0 0 1 0 0,-1 0 0 0 0,11 21 0 0 0,-10-16 62 0 0,0 0 1 0 0,-1 1-1 0 0,-1 0 0 0 0,0 1 1 0 0,-1-1-1 0 0,-1 1 1 0 0,0-1-1 0 0,-1 1 1 0 0,-1 0-1 0 0,-1 0 0 0 0,0 0 1 0 0,-3 20-1 0 0,-9 24-1842 0 0,-8-1-3470 0 0,3-20-2371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33.3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9 195 455 0 0,'-3'-13'893'0'0,"1"-1"0"0"0,0 1 0 0 0,1-1 0 0 0,1 0-1 0 0,0 1 1 0 0,1-1 0 0 0,0 1 0 0 0,1-1 0 0 0,7-25-1 0 0,-9 37-575 0 0,1-1 1 0 0,0 0-1 0 0,0 1 0 0 0,1-1 0 0 0,-1 1 0 0 0,1-1 0 0 0,-1 1 0 0 0,1-1 1 0 0,-1 1-1 0 0,5-4 0 0 0,-5 6-224 0 0,-1 0 0 0 0,0-1 0 0 0,1 1 0 0 0,-1 0 0 0 0,0 0-1 0 0,1-1 1 0 0,-1 1 0 0 0,1 0 0 0 0,-1 0 0 0 0,1 0 0 0 0,-1 0 0 0 0,0-1 0 0 0,1 1 0 0 0,-1 0 0 0 0,1 0 0 0 0,-1 0 0 0 0,1 0 0 0 0,-1 0 0 0 0,1 0 0 0 0,-1 0-1 0 0,1 0 1 0 0,-1 0 0 0 0,0 1 0 0 0,1-1 0 0 0,0 0 0 0 0,0 1 30 0 0,0 0 0 0 0,0-1 1 0 0,-1 1-1 0 0,1 0 0 0 0,0 0 0 0 0,-1 0 0 0 0,1 0 1 0 0,0 0-1 0 0,-1 0 0 0 0,1 0 0 0 0,-1 0 0 0 0,1 0 1 0 0,-1 0-1 0 0,0 0 0 0 0,1 2 0 0 0,2 12 779 0 0,-1-1 0 0 0,2 28 0 0 0,-4-27-477 0 0,2 0 0 0 0,4 26 1 0 0,16 34 32 0 0,23 98 80 0 0,-41-155-516 0 0,0 1 39 0 0,1 1 0 0 0,1-1 0 0 0,11 27 0 0 0,-15-41-24 0 0,-5-4-179 0 0,3-1 11 0 0,-1 0 0 0 0,1-1 1 0 0,-1 1-1 0 0,1 0 0 0 0,-1 0 0 0 0,1-1 1 0 0,-1 1-1 0 0,1-1 0 0 0,0 1 0 0 0,-1 0 1 0 0,1-1-1 0 0,-1 1 0 0 0,1-1 0 0 0,0 1 1 0 0,0-1-1 0 0,-1 1 0 0 0,1-1 1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33.6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80 5063 0 0,'-1'-13'268'0'0,"0"5"100"0"0,0 1 1 0 0,1-1 0 0 0,0-8-1 0 0,0 13 218 0 0,1 1-1 0 0,-1-1 1 0 0,1 1 0 0 0,0-1-1 0 0,-1 0 1 0 0,1 1-1 0 0,2-4 1 0 0,-2 6-505 0 0,-1-1-1 0 0,0 1 1 0 0,0 0 0 0 0,0 0-1 0 0,0 0 1 0 0,0-1-1 0 0,0 1 1 0 0,0 0 0 0 0,0 0-1 0 0,1 0 1 0 0,-1 0 0 0 0,0-1-1 0 0,0 1 1 0 0,0 0-1 0 0,0 0 1 0 0,1 0 0 0 0,-1 0-1 0 0,0 0 1 0 0,0 0 0 0 0,0 0-1 0 0,1-1 1 0 0,-1 1-1 0 0,0 0 1 0 0,0 0 0 0 0,0 0-1 0 0,1 0 1 0 0,-1 0 0 0 0,0 0-1 0 0,0 0 1 0 0,1 0-1 0 0,-1 0 1 0 0,0 0 0 0 0,0 0-1 0 0,6 6 1443 0 0,2 13-66 0 0,-7-17-1211 0 0,13 38 1595 0 0,11 60 1 0 0,4 119-575 0 0,-25-52-1050 0 0,-4-167-262 0 0,0 0-1 0 0,0 0 0 0 0,0 0 0 0 0,0 0 0 0 0,0-1 0 0 0,0 1 0 0 0,0 0 0 0 0,0 0 0 0 0,0 0 0 0 0,0 0 1 0 0,0 0-1 0 0,-1 0 0 0 0,1 0 0 0 0,0 0 0 0 0,0 0 0 0 0,0 0 0 0 0,0 0 0 0 0,0 0 0 0 0,0 0 0 0 0,0 0 0 0 0,0 0 1 0 0,0 0-1 0 0,-1 0 0 0 0,1 0 0 0 0,0 0 0 0 0,0 0 0 0 0,0 0 0 0 0,0 0 0 0 0,0 0 0 0 0,0 0 0 0 0,0 0 0 0 0,0 1 1 0 0,0-1-1 0 0,0 0 0 0 0,0 0 0 0 0,0 0 0 0 0,-1 0 0 0 0,1 0 0 0 0,0 0 0 0 0,0 0 0 0 0,0 0 0 0 0,0 0 0 0 0,0 0 1 0 0,0 0-1 0 0,0 0 0 0 0,0 0 0 0 0,0 1 0 0 0,0-1 0 0 0,0 0 0 0 0,0 0 0 0 0,0 0 0 0 0,0 0 0 0 0,0 0 1 0 0,0 0-1 0 0,0 0 0 0 0,0 0 0 0 0,0 1 0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33.8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8 102 5983 0 0,'0'0'-45'0'0,"-7"5"1686"0"0,12-3 2100 0 0,5 0-384 0 0,5-3-2256 0 0,0 0 0 0 0,0-1 1 0 0,0-1-1 0 0,0 0 1 0 0,16-6-1 0 0,70-30 153 0 0,-30 9-973 0 0,-65 28-720 0 0,34-11 1333 0 0,-13 7-7711 0 0,-17 4-250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34.9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53 142 2759 0 0,'2'-51'1290'0'0,"5"-26"5032"0"0,-6 73-5894 0 0,-2-5 1640 0 0,-4 12-72 0 0,-5 15-310 0 0,-1 17-1115 0 0,1 1 1 0 0,2 0 0 0 0,1 1 0 0 0,2 0 0 0 0,2 0-1 0 0,1 37 1 0 0,3-46-242 0 0,1-1 0 0 0,1 0-1 0 0,2 0 1 0 0,0 0 0 0 0,2-1-1 0 0,17 43 1 0 0,-11-28-276 0 0,-9-29-30 0 0,0 1-1 0 0,10 20 0 0 0,-13-32-181 0 0,-1 0 0 0 0,1 0 0 0 0,-1 0 0 0 0,1 0 0 0 0,-1 0 1 0 0,1-1-1 0 0,0 1 0 0 0,0 0 0 0 0,-1 0 0 0 0,1 0 0 0 0,0-1 0 0 0,0 1 0 0 0,0 0 0 0 0,0-1 0 0 0,0 1 0 0 0,0-1 0 0 0,0 1 0 0 0,0-1 0 0 0,0 0 0 0 0,0 1 0 0 0,0-1 0 0 0,0 0 0 0 0,0 0 1 0 0,0 0-1 0 0,0 0 0 0 0,0 0 0 0 0,0 0 0 0 0,0 0 0 0 0,0 0 0 0 0,0 0 0 0 0,0 0 0 0 0,1 0 0 0 0,-1-1 0 0 0,0 1 0 0 0,0 0 0 0 0,0-1 0 0 0,0 1 0 0 0,0-1 0 0 0,-1 1 0 0 0,1-1 1 0 0,0 0-1 0 0,0 1 0 0 0,0-1 0 0 0,0 0 0 0 0,-1 0 0 0 0,1 1 0 0 0,1-3 0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35.4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1 237 1375 0 0,'-1'-4'179'0'0,"1"1"-1"0"0,0-1 1 0 0,0 0-1 0 0,1 1 1 0 0,-1-1-1 0 0,1 0 1 0 0,-1 1-1 0 0,1-1 1 0 0,0 1-1 0 0,1-1 0 0 0,2-5 1 0 0,1 0 873 0 0,0 1 0 0 0,1-1 0 0 0,7-7 0 0 0,-9 11-366 0 0,0 0 0 0 0,1 0 0 0 0,-1 0 1 0 0,1 1-1 0 0,0 0 0 0 0,0 0 0 0 0,1 0 1 0 0,-1 1-1 0 0,10-5 0 0 0,-11 7-436 0 0,-1 0 0 0 0,1 0 1 0 0,0 0-1 0 0,-1 0 0 0 0,1 1 0 0 0,-1-1 0 0 0,1 1 1 0 0,0 0-1 0 0,-1 0 0 0 0,1 0 0 0 0,0 1 0 0 0,-1-1 0 0 0,1 1 1 0 0,0 0-1 0 0,-1 0 0 0 0,1 0 0 0 0,-1 1 0 0 0,5 2 1 0 0,-1-1-99 0 0,-1 1 1 0 0,0 0 0 0 0,0 1 0 0 0,-1-1 0 0 0,1 1 0 0 0,-1 0 0 0 0,0 1 0 0 0,0-1 0 0 0,0 1 0 0 0,-1 0 0 0 0,0 0-1 0 0,0 0 1 0 0,-1 1 0 0 0,0-1 0 0 0,0 1 0 0 0,0 0 0 0 0,-1 0 0 0 0,3 13 0 0 0,-3-8-102 0 0,-1-1 1 0 0,0 1-1 0 0,-1 0 1 0 0,0 0-1 0 0,0-1 0 0 0,-2 1 1 0 0,1 0-1 0 0,-2-1 1 0 0,1 1-1 0 0,-1-1 1 0 0,-5 11-1 0 0,8-22-51 0 0,0 0 1 0 0,0 0-1 0 0,-1 0 0 0 0,1 0 0 0 0,0 0 0 0 0,0 0 0 0 0,0 0 1 0 0,0 0-1 0 0,0 0 0 0 0,0 0 0 0 0,0 0 0 0 0,0 0 1 0 0,0 0-1 0 0,0 0 0 0 0,0 0 0 0 0,0 0 0 0 0,0 0 0 0 0,0 0 1 0 0,0 0-1 0 0,0 0 0 0 0,-1 0 0 0 0,1 0 0 0 0,0 0 1 0 0,0 0-1 0 0,0 0 0 0 0,0 0 0 0 0,0 0 0 0 0,0 0 1 0 0,0 0-1 0 0,0 0 0 0 0,0 0 0 0 0,0 0 0 0 0,0 0 0 0 0,0 0 1 0 0,0 0-1 0 0,0 0 0 0 0,0 0 0 0 0,0 0 0 0 0,0 0 1 0 0,0 1-1 0 0,0-1 0 0 0,-1 0 0 0 0,1 0 0 0 0,0 0 1 0 0,0 0-1 0 0,0 0 0 0 0,0 0 0 0 0,0 0 0 0 0,0 0 0 0 0,0 0 1 0 0,0 0-1 0 0,0 0 0 0 0,0 0 0 0 0,0-9 22 0 0,1-13 10 0 0,30-105-8 0 0,9-53 16 0 0,-39 176-40 0 0,-1 1 0 0 0,0 0 0 0 0,1 0 0 0 0,-1 0 0 0 0,1 0 0 0 0,0 0 0 0 0,0 0 0 0 0,0 0 0 0 0,2-4 0 0 0,-2 9 0 0 0,-1 0 0 0 0,1 0 0 0 0,-1 0 0 0 0,1 0 0 0 0,-1 0 0 0 0,0 0 0 0 0,0 0 0 0 0,0 4 0 0 0,-13 93 0 0 0,8-68 0 0 0,1 0 0 0 0,0 57 0 0 0,4-85 1 0 0,0 6 26 0 0,0-1-1 0 0,1 0 1 0 0,0 0-1 0 0,1 0 1 0 0,3 10-1 0 0,-5-16-19 0 0,1 0 0 0 0,0 0 0 0 0,0 0 0 0 0,1 0 0 0 0,-1 0-1 0 0,0 0 1 0 0,1 0 0 0 0,-1 0 0 0 0,1 0 0 0 0,-1-1-1 0 0,1 1 1 0 0,0-1 0 0 0,0 1 0 0 0,0-1 0 0 0,0 0 0 0 0,0 0-1 0 0,0 0 1 0 0,0 0 0 0 0,0 0 0 0 0,0 0 0 0 0,0 0 0 0 0,1-1-1 0 0,3 1 1 0 0,-2 0-65 0 0,1-1-1 0 0,0 0 1 0 0,0 0 0 0 0,0-1-1 0 0,0 1 1 0 0,0-1 0 0 0,0 0-1 0 0,0 0 1 0 0,-1-1 0 0 0,1 0-1 0 0,0 1 1 0 0,-1-1 0 0 0,1-1-1 0 0,-1 1 1 0 0,0-1 0 0 0,0 0-1 0 0,0 0 1 0 0,0 0 0 0 0,0 0-1 0 0,3-4 1 0 0,-5 3-1986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35.6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25 122 3679 0 0,'-18'2'592'0'0,"12"0"1149"0"0,13 0 1670 0 0,-1-2-2318 0 0,-1 0 0 0 0,0 0-1 0 0,0 0 1 0 0,10-2 0 0 0,41-14 2212 0 0,-43 12-2479 0 0,24-10 547 0 0,42-22 1 0 0,-45 20-825 0 0,50-18 0 0 0,-82 34-565 0 0,15-5 206 0 0,-16 5-212 0 0,-1 0 0 0 0,0 0 0 0 0,1 0 0 0 0,-1 0 0 0 0,0-1 1 0 0,1 1-1 0 0,-1 0 0 0 0,1 0 0 0 0,-1 0 0 0 0,0 0 0 0 0,1 0 0 0 0,-1 0 0 0 0,0 0 0 0 0,1 0 1 0 0,-1 0-1 0 0,0 0 0 0 0,1 1 0 0 0,-1-1 0 0 0,0 0 0 0 0,1 0 0 0 0,-1 0 0 0 0,0 0 0 0 0,1 0 1 0 0,-1 1-1 0 0,0-1 0 0 0,0 0 0 0 0,1 0 0 0 0,-1 1 0 0 0,0-1 0 0 0,0 0 0 0 0,1 0 0 0 0,-1 1 0 0 0,0-1 1 0 0,0 0-1 0 0,1 0 0 0 0,-1 1 0 0 0,0-1 0 0 0,0 1 0 0 0,0 2-762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36.0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67 27 5063 0 0,'-3'-6'137'0'0,"3"4"-88"0"0,-1 1 0 0 0,1-1 1 0 0,-1 0-1 0 0,0 0 0 0 0,0 0 0 0 0,0 1 1 0 0,0-1-1 0 0,0 0 0 0 0,-3-2 1 0 0,4 4 69 0 0,-1 0 0 0 0,1 0 0 0 0,-1 0 0 0 0,1 0 0 0 0,-1-1 0 0 0,1 1-1 0 0,-1 0 1 0 0,1 0 0 0 0,-1 0 0 0 0,1 0 0 0 0,-1 0 0 0 0,1 0 0 0 0,-1 0 0 0 0,1 0 0 0 0,-1 1 0 0 0,0-1 0 0 0,1 0 0 0 0,-1 0 0 0 0,1 0 0 0 0,-1 0 0 0 0,1 1 0 0 0,0-1 0 0 0,-1 0 0 0 0,1 1 0 0 0,-1-1 0 0 0,1 0 0 0 0,-1 1 0 0 0,1-1 0 0 0,0 0 0 0 0,-1 1 0 0 0,1-1-1 0 0,0 1 1 0 0,-1 0 0 0 0,-11 15 2155 0 0,8-7-1496 0 0,0 0-1 0 0,0 0 1 0 0,1 0-1 0 0,1 1 0 0 0,0-1 1 0 0,0 1-1 0 0,0 0 1 0 0,1 11-1 0 0,0 7 635 0 0,5 43 1 0 0,0-33-1003 0 0,2 0 0 0 0,12 42 0 0 0,-18-78-597 0 0,1 1-1 0 0,0-1 1 0 0,0 1 0 0 0,0-1-1 0 0,1 1 1 0 0,-1-1 0 0 0,3 4-1 0 0,-3-6-7 0 0,-1 1-1 0 0,1 0 1 0 0,0-1-1 0 0,-1 1 0 0 0,1 0 1 0 0,0-1-1 0 0,0 1 1 0 0,-1-1-1 0 0,1 1 1 0 0,0-1-1 0 0,0 0 0 0 0,0 1 1 0 0,0-1-1 0 0,-1 0 1 0 0,1 1-1 0 0,0-1 1 0 0,0 0-1 0 0,0 0 1 0 0,0 0-1 0 0,0 0 0 0 0,0 0 1 0 0,0 0-1 0 0,0 0 1 0 0,1-1-1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36.3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2 185 1375 0 0,'-1'-14'1041'0'0,"1"1"-1"0"0,0-1 0 0 0,1 0 1 0 0,4-18-1 0 0,-2 14 2749 0 0,1-28 0 0 0,-5 43-3153 0 0,1-1 229 0 0,0 1 0 0 0,0 0 0 0 0,0-1 0 0 0,1 1 1 0 0,-1-1-1 0 0,2-5 615 0 0,1 25-375 0 0,7 83-707 0 0,-8-67-368 0 0,7 39 1 0 0,-8-65 72 0 0,0 0 0 0 0,1 0 0 0 0,0 0 0 0 0,0 0 0 0 0,5 9 1 0 0,-7-14-165 0 0,1 0 0 0 0,0 0 1 0 0,-1 0-1 0 0,1 0 1 0 0,0 0-1 0 0,0-1 1 0 0,0 1-1 0 0,-1 0 0 0 0,1 0 1 0 0,0-1-1 0 0,0 1 1 0 0,0-1-1 0 0,0 1 1 0 0,0-1-1 0 0,2 1 0 0 0,-2 0-276 0 0,0-1-1 0 0,0 0 1 0 0,0 0-1 0 0,1 0 0 0 0,-1 0 1 0 0,0 0-1 0 0,0-1 0 0 0,0 1 1 0 0,1 0-1 0 0,-1 0 0 0 0,0-1 1 0 0,0 1-1 0 0,0-1 0 0 0,0 1 1 0 0,0-1-1 0 0,0 1 1 0 0,2-2-1 0 0,6-4-6797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36.5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 5063 0 0,'0'-1'29'0'0,"0"1"-1"0"0,0 0 0 0 0,1-1 0 0 0,-1 1 0 0 0,0 0 1 0 0,0-1-1 0 0,0 1 0 0 0,0 0 0 0 0,0 0 0 0 0,1-1 1 0 0,-1 1-1 0 0,0 0 0 0 0,0-1 0 0 0,0 1 0 0 0,1 0 0 0 0,-1 0 1 0 0,0 0-1 0 0,1-1 0 0 0,-1 1 0 0 0,0 0 0 0 0,0 0 1 0 0,1 0-1 0 0,-1 0 0 0 0,0-1 0 0 0,1 1 0 0 0,-1 0 1 0 0,0 0-1 0 0,1 0 0 0 0,-1 0 0 0 0,0 0 0 0 0,1 0 1 0 0,-1 0-1 0 0,0 0 0 0 0,1 0 0 0 0,13 8 2514 0 0,8 17 1115 0 0,-15-16-3058 0 0,-2 1 1 0 0,1 0-1 0 0,-1 0 1 0 0,0 0-1 0 0,-1 0 1 0 0,0 1-1 0 0,-1-1 1 0 0,0 1-1 0 0,-1 0 1 0 0,0 0-1 0 0,-1 0 1 0 0,1 14-1 0 0,-2-15-601 0 0,-1 1 1 0 0,0-1-1 0 0,0 0 0 0 0,-1 0 0 0 0,0 0 1 0 0,-1 0-1 0 0,0 0 0 0 0,0 0 0 0 0,-1-1 1 0 0,-1 1-1 0 0,1-1 0 0 0,-1 0 1 0 0,-10 11-1 0 0,8-10-1729 0 0,1-2-4901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37.1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0 3679 0 0,'-1'1'52'0'0,"1"-1"0"0"0,0 0 0 0 0,0 0 0 0 0,0 0 1 0 0,0 0-1 0 0,-1 0 0 0 0,1 0 0 0 0,0 1 0 0 0,0-1 0 0 0,0 0 0 0 0,0 0 0 0 0,0 0 0 0 0,-1 1 0 0 0,1-1 0 0 0,0 0 0 0 0,0 0 0 0 0,0 0 0 0 0,0 1 0 0 0,0-1 0 0 0,0 0 0 0 0,0 0 0 0 0,0 0 0 0 0,0 1 0 0 0,0-1 0 0 0,0 0 0 0 0,0 0 0 0 0,0 1 0 0 0,0-1 0 0 0,0 0 0 0 0,0 0 0 0 0,0 1 0 0 0,5 9 1942 0 0,14 12 1625 0 0,-13-15-2763 0 0,13 14 1407 0 0,44 54 2504 0 0,-53-60-4284 0 0,1 1 0 0 0,-2 0 0 0 0,11 24 0 0 0,-11-18-263 0 0,-2 0 0 0 0,0 1-1 0 0,-2 0 1 0 0,0 0 0 0 0,-2 1-1 0 0,1 29 1 0 0,-4-19-68 0 0,-1 0-1 0 0,-1 0 1 0 0,-13 60-1 0 0,-26 155 177 0 0,41-247-328 0 0,0 1 0 0 0,-1-1 0 0 0,1 1 0 0 0,0-1-1 0 0,0 1 1 0 0,0 0 0 0 0,0-1 0 0 0,1 1 0 0 0,-1-1 0 0 0,1 1-1 0 0,0-1 1 0 0,-1 1 0 0 0,1-1 0 0 0,0 1 0 0 0,1-1 0 0 0,1 4-1 0 0,1-4-3535 0 0,-4-2 3340 0 0,1 0 0 0 0,-1-1-1 0 0,0 1 1 0 0,0 0-1 0 0,1 0 1 0 0,-1 0-1 0 0,0 0 1 0 0,1 0-197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38.0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54 3223 0 0,'-14'-20'108'0'0,"12"17"337"0"0,0 0 0 0 0,0 0 0 0 0,0 0 0 0 0,0 0 0 0 0,-2-5 0 0 0,4 8-304 0 0,1-1 0 0 0,-1 1 0 0 0,0 0 0 0 0,0 0 0 0 0,0-1-1 0 0,1 1 1 0 0,-1 0 0 0 0,0 0 0 0 0,0 0 0 0 0,0-1 0 0 0,1 1 0 0 0,-1 0 0 0 0,0 0 0 0 0,1 0 0 0 0,-1 0 0 0 0,0 0 0 0 0,0 0 0 0 0,1-1 0 0 0,-1 1 0 0 0,0 0 0 0 0,1 0 0 0 0,-1 0 0 0 0,0 0 0 0 0,1 0 0 0 0,-1 0 0 0 0,0 0-1 0 0,0 0 1 0 0,1 0 0 0 0,-1 0 0 0 0,0 1 0 0 0,1-1 0 0 0,-1 0 0 0 0,0 0 0 0 0,1 0 0 0 0,15 2 1042 0 0,-14-1-781 0 0,30 2 1004 0 0,0-2 1 0 0,1-1-1 0 0,53-7 0 0 0,28 0 119 0 0,-110 7-1475 0 0,1-1 35 0 0,1 1 1 0 0,0 1 0 0 0,0-1 0 0 0,0 1 0 0 0,-1 0 0 0 0,7 2-1 0 0,-11-3-70 0 0,1 1 0 0 0,-1 0 0 0 0,1 0 0 0 0,-1 0 0 0 0,1 0 0 0 0,-1 0 0 0 0,1 0 0 0 0,-1 0 0 0 0,0 0 0 0 0,0 0 0 0 0,0 1-1 0 0,1-1 1 0 0,-1 0 0 0 0,0 1 0 0 0,-1-1 0 0 0,1 1 0 0 0,0 0 0 0 0,0-1 0 0 0,-1 1 0 0 0,1-1 0 0 0,-1 1 0 0 0,1 0 0 0 0,-1 0 0 0 0,1 2 0 0 0,0 17 71 0 0,-1 0 1 0 0,-1-1 0 0 0,0 1 0 0 0,-8 31 0 0 0,0 22 185 0 0,-1 252 1264 0 0,12-284-1388 0 0,2 1 1 0 0,20 81-1 0 0,40 79 52 0 0,-51-167-140 0 0,-2 1 0 0 0,-1 0 0 0 0,-2 1-1 0 0,4 45 1 0 0,-12-80-47 0 0,0 0 1 0 0,0 0-1 0 0,-1 0 1 0 0,1 0-1 0 0,-1 0 0 0 0,0 0 1 0 0,0 0-1 0 0,0 0 0 0 0,0 0 1 0 0,0 0-1 0 0,-1 0 0 0 0,1-1 1 0 0,-1 1-1 0 0,1 0 1 0 0,-1-1-1 0 0,0 0 0 0 0,0 1 1 0 0,-1-1-1 0 0,1 0 0 0 0,0 0 1 0 0,-5 3-1 0 0,-6 4-20 0 0,0-2 1 0 0,0 1-1 0 0,-19 6 0 0 0,11-4 65 0 0,-8 3-56 0 0,0-1-1 0 0,0-1 0 0 0,-1-2 1 0 0,0-1-1 0 0,-1-1 0 0 0,0-2 1 0 0,-32 2-1 0 0,56-7-61 0 0,0 0-1 0 0,0-1 1 0 0,-9-1 0 0 0,-3-2-251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40.7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316 128 1375 0 0,'6'-15'1068'0'0,"-2"0"0"0"0,5-16 0 0 0,-8 22 619 0 0,1-1 0 0 0,-1-13-1 0 0,-1 22-1590 0 0,0 0 0 0 0,0 0 0 0 0,0 1 0 0 0,0-1 0 0 0,0 0 1 0 0,-1 0-1 0 0,1 0 0 0 0,0 1 0 0 0,-1-1 0 0 0,1 0 0 0 0,0 1 0 0 0,-1-1 0 0 0,1 0 0 0 0,-1 1 0 0 0,1-1 0 0 0,-1 0 0 0 0,1 1 0 0 0,-1-1 0 0 0,0 1 0 0 0,1-1 0 0 0,-1 1 0 0 0,-1-2 0 0 0,0 1 52 0 0,0 0-1 0 0,-1 0 1 0 0,1 0-1 0 0,-1 1 1 0 0,1-1-1 0 0,-1 0 1 0 0,-3 0 0 0 0,0 1 67 0 0,0 0 0 0 0,0 0 0 0 0,0 0 1 0 0,0 0-1 0 0,1 1 0 0 0,-8 1 0 0 0,0 2 377 0 0,0-2-1 0 0,-17 2 1 0 0,-4 1 9 0 0,29-4-565 0 0,1 0 1 0 0,-1 1-1 0 0,1-1 0 0 0,0 1 0 0 0,-1 0 0 0 0,1 0 1 0 0,0 1-1 0 0,-7 5 0 0 0,-28 28 344 0 0,30-27-244 0 0,0 0 1 0 0,-17 12-1 0 0,22-19-52 0 0,1 1 1 0 0,0-1-1 0 0,0 0 1 0 0,0 1-1 0 0,0 0 1 0 0,0 0-1 0 0,0 0 0 0 0,1 0 1 0 0,-3 4-1 0 0,3-4-55 0 0,1 0 0 0 0,1-1-1 0 0,-1 1 1 0 0,0 0 0 0 0,0 0 0 0 0,1-1-1 0 0,0 1 1 0 0,-1 0 0 0 0,1 0 0 0 0,0 0-1 0 0,1 0 1 0 0,-1-1 0 0 0,1 7 0 0 0,1-2 43 0 0,1 1 1 0 0,0 0 0 0 0,0-1 0 0 0,0 1-1 0 0,7 10 1 0 0,-5-10-10 0 0,0 1-1 0 0,-1 0 1 0 0,3 11-1 0 0,4 27 175 0 0,-1 1-1 0 0,2 52 1 0 0,-5-37-3 0 0,-4-26-141 0 0,-1 0 0 0 0,-3 47 0 0 0,-15 72 3 0 0,6-73-65 0 0,6-29 38 0 0,2 0 0 0 0,2-1 1 0 0,15 103-1 0 0,-14-145-48 0 0,2 0 1 0 0,-1-1-1 0 0,1 1 1 0 0,1 0-1 0 0,5 10 0 0 0,-7-18 7 0 0,0 1-1 0 0,0-1 1 0 0,0 1-1 0 0,0-1 0 0 0,0 0 1 0 0,1 0-1 0 0,-1 0 0 0 0,1 0 1 0 0,0-1-1 0 0,0 1 1 0 0,0-1-1 0 0,1 0 0 0 0,-1 0 1 0 0,0 0-1 0 0,1 0 0 0 0,-1 0 1 0 0,7 2-1 0 0,10 0 114 0 0,0-1-1 0 0,0 0 1 0 0,30 0-1 0 0,63-7 68 0 0,-95 3-191 0 0,-1 0 14 0 0,-12 0-92 0 0,0 0 0 0 0,1 1 0 0 0,-1 0 0 0 0,0 0 0 0 0,0 0 0 0 0,9 2 0 0 0,-6 1-458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41.4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63 8751 0 0,'-1'-1'43'0'0,"1"1"0"0"0,0 0 0 0 0,-1-1 0 0 0,1 1-1 0 0,0 0 1 0 0,0-1 0 0 0,0 1 0 0 0,-1-1 0 0 0,1 1-1 0 0,0-1 1 0 0,0 1 0 0 0,0 0 0 0 0,0-1 0 0 0,0 1-1 0 0,0-1 1 0 0,0 1 0 0 0,0-1 0 0 0,0 1 0 0 0,0-1-1 0 0,0 1 1 0 0,0-1 0 0 0,0 1 0 0 0,0 0 0 0 0,0-1-1 0 0,0 1 1 0 0,1-1 0 0 0,9-13 1214 0 0,-8 13-950 0 0,-1-1 1 0 0,1 1-1 0 0,0-1 1 0 0,1 1-1 0 0,-1 0 1 0 0,0 0-1 0 0,0 0 1 0 0,0 0-1 0 0,1 0 1 0 0,-1 0-1 0 0,4 0 1 0 0,-2 1 245 0 0,0 0-1 0 0,0 1 1 0 0,0 0-1 0 0,0 0 1 0 0,0 0-1 0 0,0 1 1 0 0,5 2 0 0 0,-7-3-413 0 0,0 0 1 0 0,1 1 0 0 0,-1-1 0 0 0,1 0 0 0 0,-1-1 0 0 0,1 1 0 0 0,-1 0 0 0 0,1-1 0 0 0,-1 1 0 0 0,1-1 0 0 0,0 0 0 0 0,-1 0 0 0 0,1 0 0 0 0,0 0 0 0 0,-1 0 0 0 0,1-1 0 0 0,-1 1 0 0 0,1-1 0 0 0,4-1 0 0 0,15-11 37 0 0,-18 9-140 0 0,0 1-1 0 0,1 1 1 0 0,-1-1-1 0 0,1 1 1 0 0,0 0-1 0 0,-1 0 1 0 0,1 0-1 0 0,0 0 1 0 0,9-1-1 0 0,-14 3-41 0 0,1 1-1 0 0,-1-1 1 0 0,1 0-1 0 0,-1 0 1 0 0,0 1 0 0 0,1-1-1 0 0,-1 0 1 0 0,1 0-1 0 0,-1 1 1 0 0,1-1-1 0 0,-1 1 1 0 0,0-1 0 0 0,1 0-1 0 0,-1 1 1 0 0,0-1-1 0 0,1 1 1 0 0,-1-1-1 0 0,0 1 1 0 0,0-1-1 0 0,1 1 1 0 0,-1-1 0 0 0,0 1-1 0 0,0-1 1 0 0,0 1-1 0 0,0-1 1 0 0,0 1-1 0 0,0-1 1 0 0,0 1 0 0 0,0 0-1 0 0,2 23-293 0 0,-2-13 93 0 0,1-6-1375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41.8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11 206 8287 0 0,'-9'-9'687'0'0,"9"9"-675"0"0,0 0 0 0 0,0 0 0 0 0,-1-1 0 0 0,1 1 0 0 0,0 0 0 0 0,0 0 0 0 0,0-1 0 0 0,0 1 0 0 0,0 0 0 0 0,0-1 0 0 0,0 1 0 0 0,0 0 0 0 0,0-1 0 0 0,0 1 0 0 0,0 0 0 0 0,0 0 0 0 0,0-1 0 0 0,0 1 0 0 0,0 0 0 0 0,0-1 0 0 0,0 1 0 0 0,0 0 0 0 0,0 0 0 0 0,1-1 0 0 0,-1 1 0 0 0,0 0 0 0 0,0 0 0 0 0,0-1 0 0 0,0 1 0 0 0,1 0 0 0 0,-1 0 0 0 0,0-1 0 0 0,3-2 498 0 0,-1 0 0 0 0,1 0 1 0 0,-1 0-1 0 0,0-1 0 0 0,0 1 0 0 0,0-1 1 0 0,-1 1-1 0 0,1-1 0 0 0,-1 0 0 0 0,0 0 0 0 0,0 1 1 0 0,0-1-1 0 0,0 0 0 0 0,0-5 0 0 0,-1-6 1200 0 0,0-1 0 0 0,-3-21 0 0 0,0-5-1468 0 0,2 26 75 0 0,0 13-140 0 0,0 11-88 0 0,-1 12 0 0 0,-10 221 136 0 0,13-222-157 0 0,1 1 0 0 0,6 26-1 0 0,2-11-6588 0 0,-4-19-766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43.6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1 455 0 0,'0'0'155'0'0,"11"0"9714"0"0,-7 2-9254 0 0,10 8-139 0 0,-14-10-424 0 0,0 0 0 0 0,1 0 1 0 0,-1 0-1 0 0,0 0 0 0 0,1 1 0 0 0,-1-1 0 0 0,1 0 1 0 0,-1 0-1 0 0,0 0 0 0 0,1 0 0 0 0,-1 0 0 0 0,1 0 1 0 0,-1 0-1 0 0,0-1 0 0 0,1 1 0 0 0,-1 0 0 0 0,0 0 1 0 0,1 0-1 0 0,-1 0 0 0 0,0 0 0 0 0,1 0 0 0 0,-1-1 1 0 0,0 1-1 0 0,1 0 0 0 0,-1 0 0 0 0,4-6 4879 0 0,-25 28-4055 0 0,15-16-412 0 0,0 1 0 0 0,0-1 1 0 0,-9 7-1 0 0,14-12-637 0 0,2-3 757 0 0,7-7-68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45.6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231 294 4143 0 0,'1'1'191'0'0,"0"-1"0"0"0,0 1 0 0 0,-1 0 0 0 0,1-1-1 0 0,0 1 1 0 0,0-1 0 0 0,0 1 0 0 0,0-1 0 0 0,0 0-1 0 0,0 1 1 0 0,0-1 0 0 0,0 0 0 0 0,-1 0-1 0 0,1 0 1 0 0,0 1 0 0 0,0-1 0 0 0,0 0 0 0 0,0 0-1 0 0,0 0 1 0 0,0-1 0 0 0,0 1 0 0 0,0 0 0 0 0,0 0-1 0 0,0 0 1 0 0,0-1 0 0 0,2 0 0 0 0,25-10 2645 0 0,-24 9-2611 0 0,0-1 0 0 0,-1 1 0 0 0,1-1 0 0 0,-1 0 0 0 0,0 0 0 0 0,0 0 0 0 0,0 0 0 0 0,0 0 0 0 0,-1-1-1 0 0,1 1 1 0 0,-1-1 0 0 0,0 0 0 0 0,0 1 0 0 0,0-1 0 0 0,-1 0 0 0 0,1 0 0 0 0,-1-1 0 0 0,0 1 0 0 0,0 0 0 0 0,0 0-1 0 0,-1 0 1 0 0,0-1 0 0 0,1 1 0 0 0,-2-8 0 0 0,0 5-83 0 0,0-1 0 0 0,0 1 0 0 0,-1 0 0 0 0,0-1 0 0 0,0 1 0 0 0,-1 0 0 0 0,0 0 0 0 0,0 0 0 0 0,-1 1 0 0 0,0-1 0 0 0,0 1 0 0 0,0 0 0 0 0,-7-8 0 0 0,2 6-38 0 0,1 0 0 0 0,-1 0 0 0 0,0 0-1 0 0,-1 1 1 0 0,0 0 0 0 0,0 1 0 0 0,0 0 0 0 0,-1 1 0 0 0,0 0 0 0 0,0 1 0 0 0,0 0 0 0 0,-16-3 0 0 0,23 6-104 0 0,0 0 1 0 0,0 1 0 0 0,0 0-1 0 0,-1 0 1 0 0,1 0 0 0 0,0 1-1 0 0,0-1 1 0 0,0 1 0 0 0,0 0-1 0 0,0 0 1 0 0,0 0 0 0 0,0 1-1 0 0,0-1 1 0 0,0 1 0 0 0,-3 2-1 0 0,2 0 0 0 0,1-1 0 0 0,0 1 0 0 0,0-1 0 0 0,0 1 0 0 0,1 0 0 0 0,-1 1 0 0 0,1-1 0 0 0,0 1 0 0 0,0-1 0 0 0,-3 7 0 0 0,0 4 2 0 0,0 1-1 0 0,1 0 1 0 0,1 0-1 0 0,0 1 1 0 0,1-1-1 0 0,-1 24 1 0 0,3-20 56 0 0,0-1 0 0 0,1 1 1 0 0,5 27-1 0 0,-4-38-11 0 0,1 0-1 0 0,0-1 1 0 0,1 1 0 0 0,-1-1 0 0 0,2 1 0 0 0,-1-1 0 0 0,1 0-1 0 0,1 0 1 0 0,8 12 0 0 0,-12-18-31 0 0,1-1 0 0 0,-1 1-1 0 0,0 0 1 0 0,0-1 0 0 0,1 1-1 0 0,-1-1 1 0 0,1 0 0 0 0,0 1 0 0 0,-1-1-1 0 0,1 0 1 0 0,0 0 0 0 0,0 0-1 0 0,-1 0 1 0 0,1-1 0 0 0,0 1 0 0 0,0 0-1 0 0,0-1 1 0 0,0 1 0 0 0,0-1-1 0 0,0 0 1 0 0,0 1 0 0 0,0-1 0 0 0,0 0-1 0 0,0 0 1 0 0,0 0 0 0 0,0-1-1 0 0,1 1 1 0 0,-1 0 0 0 0,0-1 0 0 0,-1 0-1 0 0,1 1 1 0 0,0-1 0 0 0,0 0-1 0 0,0 0 1 0 0,2-1 0 0 0,2-2 20 0 0,-1 0-1 0 0,0-1 1 0 0,0 1 0 0 0,-1-1-1 0 0,1 0 1 0 0,-1 0 0 0 0,0 0-1 0 0,0-1 1 0 0,5-9 0 0 0,0-6-1 0 0,0 0 0 0 0,-2 0 0 0 0,0-1 0 0 0,-1 0 0 0 0,-2 0 0 0 0,5-43 0 0 0,-6 55-35 0 0,0 18 0 0 0,3 24 0 0 0,-5-29 0 0 0,39 188 106 0 0,6 33 28 0 0,-39-179-68 0 0,-3 0 0 0 0,-1 1 0 0 0,-3-1 0 0 0,-1 1 0 0 0,-9 48 0 0 0,10-91-59 0 0,-1 1 0 0 0,0-1 0 0 0,1 1-1 0 0,-2-1 1 0 0,1 0 0 0 0,0 1 0 0 0,-1-1 0 0 0,1 0 0 0 0,-1 0-1 0 0,-4 5 1 0 0,5-7-5 0 0,0 0 0 0 0,0 0-1 0 0,0 0 1 0 0,0 0 0 0 0,0 0 0 0 0,0-1 0 0 0,0 1-1 0 0,0 0 1 0 0,-1-1 0 0 0,1 1 0 0 0,0-1 0 0 0,0 0-1 0 0,-1 1 1 0 0,1-1 0 0 0,0 0 0 0 0,-1 0-1 0 0,1 0 1 0 0,0 0 0 0 0,-1 0 0 0 0,1 0 0 0 0,0 0-1 0 0,-1 0 1 0 0,1 0 0 0 0,0-1 0 0 0,-1 1-1 0 0,1 0 1 0 0,0-1 0 0 0,0 1 0 0 0,-1-1 0 0 0,1 0-1 0 0,-2-1 1 0 0,-4-2-2 0 0,1-1 0 0 0,-1 0 0 0 0,1 0 0 0 0,0-1 0 0 0,0 0 0 0 0,1 0 0 0 0,-1 0 0 0 0,2-1 0 0 0,-1 1 0 0 0,1-1 0 0 0,0 0 0 0 0,0-1 0 0 0,-5-14 0 0 0,2 3 0 0 0,1-1 0 0 0,1-1 0 0 0,0 1 0 0 0,-1-28 0 0 0,5 38 13 0 0,1 0-1 0 0,0 0 1 0 0,0 0-1 0 0,1 0 1 0 0,0 0-1 0 0,1 0 1 0 0,0 1-1 0 0,1-1 1 0 0,6-16-1 0 0,-2 12 12 0 0,1 1 0 0 0,0-1-1 0 0,0 1 1 0 0,1 1-1 0 0,16-18 1 0 0,1 1 103 0 0,0-1-1323 0 0,-8 11-4468 0 0,-1 1-1766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45.9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39 113 6447 0 0,'-4'-23'947'0'0,"-3"-46"0"0"0,6 61-523 0 0,-1-4 1615 0 0,-2 16 649 0 0,-2 20-182 0 0,-2 35-330 0 0,2 0 0 0 0,5 105 0 0 0,2-149-2098 0 0,0 0 1 0 0,0-1 0 0 0,1 1-1 0 0,1-1 1 0 0,1 1 0 0 0,0-1-1 0 0,1 0 1 0 0,9 20 0 0 0,-8-26-1099 0 0,1-2-4423 0 0,2-1-1769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46.2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11 237 9215 0 0,'-3'-6'354'0'0,"2"4"-188"0"0,0-1-1 0 0,0 0 1 0 0,0 1 0 0 0,0-1 0 0 0,0 1-1 0 0,0-1 1 0 0,1 0 0 0 0,0 0-1 0 0,-1 0 1 0 0,1 1 0 0 0,0-1 0 0 0,1-5-1 0 0,3-47 2852 0 0,-3 41-2125 0 0,-1 1 0 0 0,2-1 1 0 0,0 1-1 0 0,0-1 0 0 0,1 1 0 0 0,1 0 1 0 0,5-14-1 0 0,-9 26-854 0 0,1 0 0 0 0,-1 1 0 0 0,0-1 0 0 0,0 0 0 0 0,1 1 0 0 0,-1-1 0 0 0,1 0 0 0 0,-1 0 0 0 0,0 1 0 0 0,1-1 0 0 0,-1 1 0 0 0,1-1 0 0 0,0 0 0 0 0,-1 1 0 0 0,1-1 0 0 0,-1 1 0 0 0,1-1 0 0 0,0 1 0 0 0,-1 0 0 0 0,1-1 0 0 0,0 1 0 0 0,0 0 0 0 0,-1-1 0 0 0,1 1 0 0 0,0 0 0 0 0,0 0 0 0 0,-1 0 0 0 0,3-1 0 0 0,-3 2-31 0 0,1 0 0 0 0,0-1-1 0 0,0 1 1 0 0,-1 0 0 0 0,1-1 0 0 0,-1 1-1 0 0,1 0 1 0 0,-1-1 0 0 0,1 1 0 0 0,-1 0-1 0 0,1 0 1 0 0,-1 0 0 0 0,1 0-1 0 0,-1 0 1 0 0,0-1 0 0 0,0 1 0 0 0,0 0-1 0 0,1 0 1 0 0,-1 0 0 0 0,0 0 0 0 0,0 0-1 0 0,0 0 1 0 0,0 0 0 0 0,-1 1-1 0 0,-1 43 27 0 0,-2-1-1 0 0,-11 46 1 0 0,-3 24 8 0 0,18-112-200 0 0,-1 0 0 0 0,1 1-1 0 0,0-1 1 0 0,0 0 0 0 0,0 0-1 0 0,0 1 1 0 0,0-1 0 0 0,1 0 0 0 0,-1 0-1 0 0,0 1 1 0 0,1-1 0 0 0,0 0-1 0 0,0 0 1 0 0,1 3 0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46.4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22 4607 0 0,'0'-1'121'0'0,"0"0"-1"0"0,1 0 0 0 0,-1 0 0 0 0,0 0 1 0 0,1 0-1 0 0,-1 0 0 0 0,1 0 0 0 0,0 0 1 0 0,-1 0-1 0 0,1 0 0 0 0,0 0 0 0 0,-1 1 0 0 0,1-1 1 0 0,0 0-1 0 0,0 1 0 0 0,0-1 0 0 0,-1 0 1 0 0,1 1-1 0 0,0-1 0 0 0,0 1 0 0 0,0-1 1 0 0,0 1-1 0 0,0 0 0 0 0,0-1 0 0 0,0 1 0 0 0,0 0 1 0 0,0 0-1 0 0,3 0 0 0 0,-1-1 328 0 0,0 1-1 0 0,0-1 1 0 0,1 1-1 0 0,-1 0 0 0 0,0 0 1 0 0,0 0-1 0 0,1 1 1 0 0,-1-1-1 0 0,3 2 1 0 0,-1 0-12 0 0,-1 0 1 0 0,1 1 0 0 0,-1-1 0 0 0,0 1-1 0 0,0 0 1 0 0,0 1 0 0 0,-1-1 0 0 0,1 1-1 0 0,-1-1 1 0 0,0 1 0 0 0,0 0-1 0 0,0 0 1 0 0,0 0 0 0 0,-1 1 0 0 0,5 8-1 0 0,-2 1 70 0 0,0 0 0 0 0,0 0 0 0 0,-2 1 0 0 0,3 16 0 0 0,-4-12-572 0 0,-1-1 1 0 0,-1 1 0 0 0,0 0-1 0 0,-2-1 1 0 0,0 0 0 0 0,-1 1 0 0 0,-1-1-1 0 0,-1 0 1 0 0,0 0 0 0 0,-15 30-1 0 0,4-10-7582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48.7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 47 4143 0 0,'-5'-2'-451'0'0,"2"1"1184"0"0,1 1 0 0 0,0-1 0 0 0,0 0 0 0 0,0 0 0 0 0,0 0 0 0 0,0 0 0 0 0,1 0 0 0 0,-1 0 0 0 0,0-1-1 0 0,0 1 1 0 0,-1-2 0 0 0,3 2-554 0 0,0 1 0 0 0,0-1 0 0 0,0 1 0 0 0,1 0 0 0 0,-1-1 0 0 0,0 1 0 0 0,1 0 0 0 0,-1-1 0 0 0,0 1 0 0 0,1 0 1 0 0,-1-1-1 0 0,0 1 0 0 0,1 0 0 0 0,-1 0 0 0 0,0-1 0 0 0,1 1 0 0 0,-1 0 0 0 0,1 0 0 0 0,-1 0 0 0 0,1 0 0 0 0,-1-1 0 0 0,0 1 0 0 0,1 0 0 0 0,0 0 0 0 0,14-4 998 0 0,-15 4-1054 0 0,38-7 1577 0 0,62-6 0 0 0,-96 13-1669 0 0,-1 0 1 0 0,0 0-1 0 0,1 0 0 0 0,-1 1 0 0 0,0-1 0 0 0,1 1 1 0 0,-1 0-1 0 0,0 0 0 0 0,1 0 0 0 0,-1 0 1 0 0,3 2-1 0 0,-5-2-153 0 0,0-1 0 0 0,0 1 0 0 0,0 0 1 0 0,1 0-1 0 0,-1 0 0 0 0,-1-1 0 0 0,1 1 0 0 0,0 0 1 0 0,0 0-1 0 0,0 1 0 0 0,0-1 0 0 0,-1 0 0 0 0,1 0 1 0 0,0 0-1 0 0,-1 0 0 0 0,1 1 0 0 0,-1-1 0 0 0,0 0 1 0 0,1 1-1 0 0,-1-1 0 0 0,0 0 0 0 0,0 0 0 0 0,0 1 1 0 0,0-1-1 0 0,0 0 0 0 0,0 1 0 0 0,0-1 0 0 0,0 0 1 0 0,0 1-1 0 0,-1 1 0 0 0,-2 6-6573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48.9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50 3679 0 0,'-20'9'360'0'0,"21"-9"-63"0"0,0 1 0 0 0,0-1 0 0 0,0 1 0 0 0,0-1 0 0 0,0 1-1 0 0,0-1 1 0 0,0 0 0 0 0,0 1 0 0 0,0-1 0 0 0,0 0-1 0 0,0 0 1 0 0,2 0 0 0 0,9 1 1128 0 0,0-2-1 0 0,0 1 1 0 0,0-2-1 0 0,0 1 1 0 0,14-5-1 0 0,59-20 2848 0 0,-74 23-3878 0 0,9-5 288 0 0,-14 5-573 0 0,1 1-1 0 0,-1-1 1 0 0,1 1-1 0 0,-1 0 1 0 0,1 1-1 0 0,0 0 1 0 0,-1 0-1 0 0,11 0 1 0 0,-16 1-154 0 0,-1 0 0 0 0,0 0 0 0 0,1 0 0 0 0,-1 0 0 0 0,1 0-1 0 0,-1 1 1 0 0,0-1 0 0 0,1 0 0 0 0,-1 0 0 0 0,1 0 0 0 0,-1 1 0 0 0,0-1 0 0 0,1 0 0 0 0,-1 0 0 0 0,0 1 0 0 0,1-1 0 0 0,-1 0 0 0 0,0 1 0 0 0,0-1 0 0 0,1 0 0 0 0,-1 1 0 0 0,0-1 0 0 0,0 0-1 0 0,0 1 1 0 0,1-1 0 0 0,-1 1 0 0 0,0-1 0 0 0,0 0 0 0 0,0 1 0 0 0,0-1 0 0 0,0 1 0 0 0,0-1 0 0 0,0 1 0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49.7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336 144 2759 0 0,'2'-3'184'0'0,"0"-1"-1"0"0,-1 1 0 0 0,1-1 0 0 0,-1 1 0 0 0,1-1 0 0 0,-1 0 0 0 0,0 1 0 0 0,0-1 1 0 0,-1 0-1 0 0,1 0 0 0 0,-1 0 0 0 0,0 0 0 0 0,0 0 0 0 0,0 0 0 0 0,0 0 0 0 0,-1 1 1 0 0,-1-6-1 0 0,2 7 64 0 0,-1-1 0 0 0,0 0 0 0 0,0 1 0 0 0,0-1 0 0 0,-1 0 1 0 0,1 1-1 0 0,-1 0 0 0 0,1-1 0 0 0,-1 1 0 0 0,0 0 0 0 0,0 0 1 0 0,0 0-1 0 0,0 0 0 0 0,0 0 0 0 0,0 0 0 0 0,0 1 0 0 0,-1-1 0 0 0,1 1 1 0 0,-1-1-1 0 0,1 1 0 0 0,-1 0 0 0 0,1 0 0 0 0,-6-1 0 0 0,-7-1 755 0 0,-78-14 2536 0 0,79 15-3228 0 0,0 1 1 0 0,0 0-1 0 0,0 1 1 0 0,-22 4-1 0 0,31-3-247 0 0,0 0 0 0 0,0 0 0 0 0,1 1-1 0 0,-1 0 1 0 0,1 0 0 0 0,0 0 0 0 0,-1 0 0 0 0,1 1-1 0 0,0 0 1 0 0,0 0 0 0 0,1 0 0 0 0,-1 0 0 0 0,1 0-1 0 0,-1 1 1 0 0,1 0 0 0 0,0 0 0 0 0,0 0 0 0 0,1 0-1 0 0,-1 0 1 0 0,1 0 0 0 0,0 1 0 0 0,0-1 0 0 0,-2 6-1 0 0,2-2 11 0 0,0 0 0 0 0,0 1 0 0 0,0-1 0 0 0,1 0 0 0 0,0 1 0 0 0,1-1 0 0 0,0 1 0 0 0,0-1 0 0 0,1 1 0 0 0,0-1 0 0 0,0 1 0 0 0,5 12 0 0 0,9 18 277 0 0,21 40 0 0 0,5 9 8 0 0,-30-59-306 0 0,0-1 1 0 0,-2 2 0 0 0,-1-1-1 0 0,-2 1 1 0 0,-1 1 0 0 0,-1-1-1 0 0,-2 1 1 0 0,-1-1 0 0 0,-3 35-1 0 0,-14 26 452 0 0,0 3-116 0 0,16-92-378 0 0,0 1 1 0 0,0-1-1 0 0,0 0 0 0 0,0 0 0 0 0,1 1 1 0 0,-1-1-1 0 0,1 0 0 0 0,-1 0 0 0 0,1 1 1 0 0,0-1-1 0 0,1 3 0 0 0,-2-4-6 0 0,1-1-1 0 0,-1 1 1 0 0,1 0 0 0 0,0 0-1 0 0,-1 0 1 0 0,1-1-1 0 0,0 1 1 0 0,-1-1 0 0 0,1 1-1 0 0,0 0 1 0 0,0-1 0 0 0,0 1-1 0 0,-1-1 1 0 0,1 0-1 0 0,0 1 1 0 0,0-1 0 0 0,0 1-1 0 0,0-1 1 0 0,0 0 0 0 0,0 0-1 0 0,0 0 1 0 0,0 0-1 0 0,0 0 1 0 0,0 0 0 0 0,0 0-1 0 0,0 0 1 0 0,0 0 0 0 0,1 0-1 0 0,16-5-131 0 0,0-1 0 0 0,-1-1 0 0 0,0 0 0 0 0,0-1 0 0 0,28-19 0 0 0,-10 7-1409 0 0,-22 13-6014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50.2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136 248 3223 0 0,'2'-35'2266'0'0,"7"-42"-1"0"0,0-14 2588 0 0,-8 87-4475 0 0,-1 0 0 0 0,0 0-1 0 0,0 0 1 0 0,-1 1-1 0 0,1-1 1 0 0,-1 0 0 0 0,-1-4-1 0 0,1 7-288 0 0,1 0 0 0 0,0 1 0 0 0,0-1 0 0 0,-1 1 0 0 0,1-1-1 0 0,0 1 1 0 0,-1-1 0 0 0,1 1 0 0 0,0 0 0 0 0,-1-1 0 0 0,1 1-1 0 0,-1-1 1 0 0,1 1 0 0 0,-1 0 0 0 0,1-1 0 0 0,-1 1 0 0 0,1 0-1 0 0,-1 0 1 0 0,1-1 0 0 0,-1 1 0 0 0,0 0 0 0 0,0 0-13 0 0,0 0 1 0 0,-1 0-1 0 0,1 0 0 0 0,0 0 1 0 0,0 0-1 0 0,0 1 1 0 0,0-1-1 0 0,0 0 1 0 0,0 1-1 0 0,0-1 1 0 0,0 1-1 0 0,0-1 1 0 0,0 1-1 0 0,0 0 0 0 0,-1 0 1 0 0,-11 9 81 0 0,1 0 0 0 0,0 1 0 0 0,1 0 0 0 0,0 0 0 0 0,1 1 1 0 0,1 1-1 0 0,-11 16 0 0 0,17-23-69 0 0,-1 0 0 0 0,1 0-1 0 0,0 1 1 0 0,0-1 0 0 0,1 1 0 0 0,0 0 0 0 0,0 0 0 0 0,0 0 0 0 0,1 0-1 0 0,0 0 1 0 0,0 0 0 0 0,1 0 0 0 0,0 0 0 0 0,1 0 0 0 0,-1 0 0 0 0,1 0-1 0 0,0 0 1 0 0,3 9 0 0 0,-3-13-54 0 0,0-1 0 0 0,0 1 0 0 0,0-1 0 0 0,1 0 0 0 0,-1 1 0 0 0,0-1 0 0 0,1 0 0 0 0,-1 0 0 0 0,1 0 0 0 0,0 0 0 0 0,0 0 0 0 0,0 0 0 0 0,0-1 1 0 0,0 1-1 0 0,0-1 0 0 0,0 1 0 0 0,1-1 0 0 0,-1 0 0 0 0,0 0 0 0 0,1 0 0 0 0,-1 0 0 0 0,1 0 0 0 0,-1 0 0 0 0,4 0 0 0 0,-2-1-19 0 0,0 0 1 0 0,0 0-1 0 0,-1 0 1 0 0,1-1-1 0 0,0 1 0 0 0,0-1 1 0 0,0 0-1 0 0,-1 0 1 0 0,1 0-1 0 0,0-1 1 0 0,-1 1-1 0 0,1-1 1 0 0,-1 0-1 0 0,0 0 0 0 0,6-5 1 0 0,-4 4-14 0 0,-2-1 0 0 0,1 0 0 0 0,0 0 0 0 0,-1 0 1 0 0,1 0-1 0 0,-1-1 0 0 0,0 0 0 0 0,-1 1 0 0 0,1-1 0 0 0,2-8 0 0 0,-4 11-2 0 0,0-1 0 0 0,0 0 0 0 0,0 0 0 0 0,-1 0 0 0 0,1 0 0 0 0,-1 0 0 0 0,0 0 0 0 0,0 1-1 0 0,0-1 1 0 0,0 0 0 0 0,0 0 0 0 0,-1 0 0 0 0,1 0 0 0 0,-1 0 0 0 0,0 0 0 0 0,1 0 0 0 0,-2 1-1 0 0,1-1 1 0 0,0 0 0 0 0,-3-3 0 0 0,2 4-1 0 0,2 3 4 0 0,0 0 0 0 0,-1-1 0 0 0,1 1-1 0 0,0 0 1 0 0,0 0 0 0 0,0-1 0 0 0,0 1 0 0 0,0 0-1 0 0,0 0 1 0 0,0-1 0 0 0,0 1 0 0 0,0 0 0 0 0,0 1-1 0 0,6 37 44 0 0,1 1 0 0 0,14 43 0 0 0,3 14 127 0 0,-20-76-140 0 0,-1-1-4 0 0,1-1 0 0 0,1 0 0 0 0,0 0 0 0 0,16 34 0 0 0,-20-52-115 0 0,0 1-1 0 0,0-1 1 0 0,-1 1-1 0 0,1-1 1 0 0,1 0-1 0 0,-1 1 1 0 0,0-1-1 0 0,0 0 1 0 0,0 0-1 0 0,1 0 1 0 0,-1 0-1 0 0,1 0 1 0 0,-1 0-1 0 0,1 0 1 0 0,2 1-1 0 0,5 0-426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51.0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37 219 7367 0 0,'-4'-19'2328'0'0,"-1"1"-1"0"0,-1 0 0 0 0,-13-30 1 0 0,17 45-227 0 0,3 9-1029 0 0,4 12-309 0 0,4 2-356 0 0,2 0 1 0 0,0 0-1 0 0,17 20 1 0 0,47 53 226 0 0,-23-29-380 0 0,-29-38-223 0 0,-11-12 4 0 0,14 19 1 0 0,-23-30-33 0 0,-1 1 0 0 0,0-1 0 0 0,0 1 0 0 0,0-1 1 0 0,-1 1-1 0 0,1 0 0 0 0,-1 0 0 0 0,0 0 0 0 0,0 0 1 0 0,0 0-1 0 0,0 6 0 0 0,-1-9-3 0 0,0 0 0 0 0,-1 0 0 0 0,1 0 0 0 0,0 0 0 0 0,0 1 0 0 0,-1-1 0 0 0,1 0 0 0 0,-1 0 0 0 0,1 0 0 0 0,-1 0 0 0 0,1 0 0 0 0,-1 0 0 0 0,0 0 0 0 0,1 0 0 0 0,-1 0 0 0 0,0 0 0 0 0,0 0 0 0 0,0-1 0 0 0,0 1 0 0 0,0 0 0 0 0,1-1 0 0 0,-1 1 0 0 0,-1 0 0 0 0,1-1 0 0 0,0 1 0 0 0,0-1 0 0 0,0 1 0 0 0,0-1 0 0 0,0 0 0 0 0,0 0 0 0 0,0 1 0 0 0,-1-1 0 0 0,1 0 0 0 0,0 0 0 0 0,0 0 0 0 0,0 0 0 0 0,-2 0 0 0 0,-2 0 0 0 0,0-1 0 0 0,0 1 0 0 0,0-1 0 0 0,0 0 0 0 0,0 0 0 0 0,0 0 0 0 0,-6-3 0 0 0,2 0 0 0 0,1-1 0 0 0,-1 1 0 0 0,1-1 0 0 0,1-1 0 0 0,-13-10 0 0 0,17 13 0 0 0,0 0 0 0 0,0 0 0 0 0,0 0 0 0 0,0-1 0 0 0,1 1 0 0 0,0-1 0 0 0,-1 1 0 0 0,1-1 0 0 0,1 0 0 0 0,-1 0 0 0 0,0 0 0 0 0,1 0 0 0 0,0 0 0 0 0,-1-9 0 0 0,2 9 2 0 0,0-1 1 0 0,0 1-1 0 0,1 0 0 0 0,0-1 1 0 0,0 1-1 0 0,0 0 0 0 0,0-1 0 0 0,1 1 1 0 0,2-6-1 0 0,24-37 33 0 0,-15 27-29 0 0,5-12-6 0 0,24-54 0 0 0,-36 72 0 0 0,-1 0 0 0 0,-1-1 0 0 0,0 1 0 0 0,-1-1 0 0 0,-1 0 0 0 0,2-26 0 0 0,-4 37 4 0 0,0 1 1 0 0,0-1-1 0 0,-1 1 0 0 0,1 0 0 0 0,-1-1 1 0 0,0 1-1 0 0,0 0 0 0 0,0-1 1 0 0,0 1-1 0 0,-1 0 0 0 0,1 0 0 0 0,-1 0 1 0 0,0 0-1 0 0,-3-5 0 0 0,3 6-1 0 0,0 1-1 0 0,1-1 1 0 0,-1 1 0 0 0,0 0-1 0 0,0 0 1 0 0,0-1 0 0 0,0 1-1 0 0,0 0 1 0 0,0 1 0 0 0,0-1-1 0 0,0 0 1 0 0,0 1 0 0 0,0-1-1 0 0,0 1 1 0 0,-1-1 0 0 0,1 1-1 0 0,0 0 1 0 0,0 0 0 0 0,0 0-1 0 0,-1 0 1 0 0,1 1 0 0 0,0-1-1 0 0,-4 2 1 0 0,0-1 17 0 0,-1 2-1 0 0,1-1 1 0 0,0 1-1 0 0,0 0 1 0 0,0 0 0 0 0,-10 8-1 0 0,13-9-234 0 0,0 0 0 0 0,1 0 0 0 0,-1 1-1 0 0,0-1 1 0 0,1 1 0 0 0,0 0 0 0 0,-1 0-1 0 0,1 0 1 0 0,0 0 0 0 0,0 0 0 0 0,1 0 0 0 0,-1 1-1 0 0,-1 6 1 0 0,2-1-7237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51.6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82 9671 0 0,'-1'-3'97'0'0,"0"1"0"0"0,1-1 0 0 0,-1 0 0 0 0,1 1-1 0 0,0-1 1 0 0,-1 0 0 0 0,1 1 0 0 0,0-1 0 0 0,1 0 0 0 0,-1 1-1 0 0,0-1 1 0 0,1 0 0 0 0,-1 1 0 0 0,1-1 0 0 0,0 1 0 0 0,0-1-1 0 0,0 1 1 0 0,0-1 0 0 0,0 1 0 0 0,1-1 0 0 0,-1 1-1 0 0,1 0 1 0 0,0 0 0 0 0,-1 0 0 0 0,1 0 0 0 0,0 0 0 0 0,0 0-1 0 0,0 1 1 0 0,0-1 0 0 0,1 0 0 0 0,-1 1 0 0 0,0 0-1 0 0,5-2 1 0 0,-6 2-11 0 0,1 1 0 0 0,-1-1 0 0 0,0 1 0 0 0,0 0-1 0 0,0 0 1 0 0,0 0 0 0 0,1 0 0 0 0,-1 0 0 0 0,0 0-1 0 0,0 0 1 0 0,0 0 0 0 0,0 0 0 0 0,1 0 0 0 0,-1 0-1 0 0,0 1 1 0 0,0-1 0 0 0,0 1 0 0 0,0-1 0 0 0,0 0-1 0 0,0 1 1 0 0,0 0 0 0 0,0-1 0 0 0,0 1 0 0 0,0 0 0 0 0,0 0-1 0 0,0-1 1 0 0,0 1 0 0 0,-1 0 0 0 0,2 2 0 0 0,3 3 237 0 0,-1 1 1 0 0,0-1-1 0 0,6 14 1 0 0,5 8 686 0 0,-14-26-935 0 0,1 0 0 0 0,0 0 0 0 0,0 0 0 0 0,0 0 0 0 0,0 0 0 0 0,0-1 0 0 0,0 1 0 0 0,1-1 0 0 0,-1 1 0 0 0,0-1 0 0 0,1 0 0 0 0,-1 0 0 0 0,1 0 0 0 0,0 0 0 0 0,-1 0 0 0 0,1-1 1 0 0,0 1-1 0 0,-1-1 0 0 0,6 1 0 0 0,-3-2 49 0 0,0 0-1 0 0,0 0 1 0 0,0 0 0 0 0,0 0 0 0 0,0-1 0 0 0,0 0 0 0 0,0 0 0 0 0,0 0 0 0 0,5-5 0 0 0,-2 2 68 0 0,-6 4-101 0 0,0-1 1 0 0,1 1-1 0 0,-1-1 0 0 0,0 1 0 0 0,1 0 0 0 0,-1 0 1 0 0,1 0-1 0 0,4-1 0 0 0,-10 31 369 0 0,-2 6-351 0 0,2 0 0 0 0,1 0 1 0 0,2 0-1 0 0,1 0 0 0 0,2 0 0 0 0,2-1 0 0 0,1 1 0 0 0,1-1 0 0 0,2 0 0 0 0,1 0 1 0 0,2-1-1 0 0,16 31 0 0 0,77 138 122 0 0,9 21 36 0 0,-108-211-230 0 0,6 24 0 0 0,-11-31-26 0 0,1 0-1 0 0,-1 0 1 0 0,-1 0-1 0 0,1 0 1 0 0,-1 0-1 0 0,0 1 0 0 0,-1 8 1 0 0,1-13-7 0 0,-1 1 0 0 0,1-1 0 0 0,-1 0 0 0 0,0 1 0 0 0,1-1 0 0 0,-1 0 0 0 0,0 0 0 0 0,0 0-1 0 0,1 0 1 0 0,-1 0 0 0 0,0 0 0 0 0,0 0 0 0 0,0 0 0 0 0,0 0 0 0 0,-1 0 0 0 0,1 0 0 0 0,0-1 0 0 0,0 1 0 0 0,0 0 0 0 0,-1-1 0 0 0,1 1 0 0 0,0-1 0 0 0,-1 0 0 0 0,1 1 0 0 0,0-1 0 0 0,-1 0 0 0 0,1 0 0 0 0,0 0 0 0 0,-3 0 0 0 0,-5 1 40 0 0,-1-1 0 0 0,0-1-1 0 0,-11-1 1 0 0,8 0 22 0 0,-62-9 115 0 0,47 6-65 0 0,-53-2 0 0 0,72 6-251 0 0,5-1-657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52.3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28 6447 0 0,'1'-2'4639'0'0,"4"-3"-2732"0"0,2 2 3818 0 0,4 1-5037 0 0,1 0-1 0 0,0 1 1 0 0,0 0 0 0 0,19 2-1 0 0,-15 0-358 0 0,27-4-1 0 0,-33 1-243 0 0,1 1 1 0 0,-1 1-1 0 0,1 0 0 0 0,-1 0 0 0 0,22 4 0 0 0,-17 3 48 0 0,-14-6-98 0 0,1 0-1 0 0,-1 0 1 0 0,1 0 0 0 0,0 0 0 0 0,-1 0-1 0 0,1 0 1 0 0,0-1 0 0 0,-1 1 0 0 0,4 0-1 0 0,-1-3 48 0 0,-4 2-102 0 0,0 0 1 0 0,0-1-1 0 0,0 1 1 0 0,0 0 0 0 0,0-1-1 0 0,0 1 1 0 0,0 0-1 0 0,0-1 1 0 0,0 1-1 0 0,0 0 1 0 0,0 0 0 0 0,-1-1-1 0 0,1 1 1 0 0,0 0-1 0 0,0-1 1 0 0,0 1-1 0 0,0 0 1 0 0,0 0 0 0 0,-1-1-1 0 0,1 1 1 0 0,0 0-1 0 0,0 0 1 0 0,0 0-1 0 0,-1-1 1 0 0,1 1-1 0 0,-18-19-2489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54.9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233 97 9671 0 0,'7'-13'794'0'0,"-3"6"-611"0"0,0 0 0 0 0,0-1 1 0 0,2-8-1 0 0,-5 14-170 0 0,0 1 0 0 0,-1-1 0 0 0,0 1 0 0 0,1 0 1 0 0,-1-1-1 0 0,0 1 0 0 0,0-1 0 0 0,0 1 0 0 0,0-1 0 0 0,0 1 1 0 0,0-1-1 0 0,0 1 0 0 0,-1-1 0 0 0,1 1 0 0 0,0 0 1 0 0,-1-1-1 0 0,1 1 0 0 0,-1-1 0 0 0,1 1 0 0 0,-1 0 0 0 0,0-1 1 0 0,0 1-1 0 0,-1-2 0 0 0,0 2 65 0 0,1 0-1 0 0,-1 0 1 0 0,1 0-1 0 0,-1 0 1 0 0,0 0-1 0 0,1 1 1 0 0,-1-1-1 0 0,0 0 1 0 0,1 1-1 0 0,-1 0 1 0 0,0-1 0 0 0,0 1-1 0 0,0 0 1 0 0,-2 0-1 0 0,-29 1 1095 0 0,19 1-438 0 0,-15-2 569 0 0,-36 4 699 0 0,58-4-1804 0 0,1 1 1 0 0,-1 1-1 0 0,1-1 1 0 0,0 1-1 0 0,-1 0 0 0 0,1 1 1 0 0,-8 4-1 0 0,12-6-165 0 0,0 1 1 0 0,0 0-1 0 0,0-1 0 0 0,1 1 0 0 0,-1 0 0 0 0,0 0 1 0 0,1 1-1 0 0,0-1 0 0 0,-1 0 0 0 0,1 0 1 0 0,0 1-1 0 0,0-1 0 0 0,0 1 0 0 0,0-1 0 0 0,1 1 1 0 0,-1-1-1 0 0,1 1 0 0 0,-1-1 0 0 0,1 1 0 0 0,0 3 1 0 0,0 8-11 0 0,0 0 0 0 0,4 22 0 0 0,-2-20 41 0 0,33 237 769 0 0,21 96-136 0 0,3 26-78 0 0,-41-188-192 0 0,18 145-91 0 0,-31-308-296 0 0,0 0 0 0 0,9 24 0 0 0,-10-38 2 0 0,-1-1 0 0 0,1 0 0 0 0,1 0 0 0 0,0 0 1 0 0,0-1-1 0 0,1 0 0 0 0,12 15 0 0 0,-17-22-36 0 0,0 0 0 0 0,1 0 0 0 0,-1 0 0 0 0,0 1 0 0 0,1-1 0 0 0,-1 0 0 0 0,1-1 0 0 0,-1 1 0 0 0,1 0 0 0 0,-1 0 0 0 0,1-1 0 0 0,0 1 0 0 0,-1-1 0 0 0,1 1 0 0 0,0-1 0 0 0,-1 0 0 0 0,1 1 0 0 0,0-1 0 0 0,0 0 0 0 0,-1 0 0 0 0,1 0 0 0 0,0-1 0 0 0,0 1 0 0 0,-1 0 0 0 0,1-1 0 0 0,0 1 0 0 0,-1-1 0 0 0,1 1 0 0 0,0-1 0 0 0,-1 0 0 0 0,1 0 0 0 0,-1 0-1 0 0,1 0 1 0 0,1-1 0 0 0,5-5 39 0 0,0-1 0 0 0,-1 1-1 0 0,0-1 1 0 0,11-16-1 0 0,-2 4-80 0 0,2-1-209 0 0,37-32-1 0 0,-52 50-1548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55.6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0 299 7367 0 0,'1'0'193'0'0,"0"0"0"0"0,-1-1-1 0 0,1 1 1 0 0,0-1 0 0 0,-1 1-1 0 0,1-1 1 0 0,-1 1-1 0 0,1-1 1 0 0,-1 1 0 0 0,1-1-1 0 0,-1 0 1 0 0,1 1 0 0 0,-1-1-1 0 0,0 0 1 0 0,1 1 0 0 0,-1-1-1 0 0,0 0 1 0 0,1 1-1 0 0,-1-1 1 0 0,0 0 0 0 0,0-1-1 0 0,6-24 2136 0 0,-4 17-1542 0 0,3-23 458 0 0,-1 1 0 0 0,-2-1-1 0 0,-1 0 1 0 0,-3-35 0 0 0,-1 28-779 0 0,1 24-222 0 0,1 13-166 0 0,1 6-49 0 0,12 182 121 0 0,-8-144-116 0 0,-1-12 93 0 0,0 0 1 0 0,2 0-1 0 0,18 56 1 0 0,-23-84-182 0 0,1 0 0 0 0,0-1 0 0 0,0 1-1 0 0,0 0 1 0 0,0 0 0 0 0,0-1 0 0 0,0 1 0 0 0,0 0 0 0 0,0-1-1 0 0,1 1 1 0 0,-1-1 0 0 0,3 2 0 0 0,3 0-748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55.9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26 133 11055 0 0,'-5'-6'1143'0'0,"6"14"-750"0"0,3 6 251 0 0,-1-5 17 0 0,0 0 0 0 0,0 0 0 0 0,0-1-1 0 0,1 1 1 0 0,1-1 0 0 0,-1 0 0 0 0,1 0 0 0 0,10 12 0 0 0,-12-17-491 0 0,0 0-1 0 0,0 0 1 0 0,0 0-1 0 0,1-1 1 0 0,-1 1-1 0 0,1-1 1 0 0,-1 0 0 0 0,1 0-1 0 0,0 0 1 0 0,0 0-1 0 0,0-1 1 0 0,0 1-1 0 0,0-1 1 0 0,0 0-1 0 0,0-1 1 0 0,0 1-1 0 0,7 0 1 0 0,-6-2-92 0 0,1 1 1 0 0,0-1 0 0 0,0 0-1 0 0,-1-1 1 0 0,1 1-1 0 0,-1-1 1 0 0,1 0-1 0 0,-1 0 1 0 0,0-1-1 0 0,0 0 1 0 0,9-5-1 0 0,-7 3-68 0 0,-1 0 1 0 0,1-1-1 0 0,-1 0 0 0 0,0 0 1 0 0,-1 0-1 0 0,1 0 0 0 0,-1-1 1 0 0,0 0-1 0 0,-1 0 0 0 0,0-1 1 0 0,0 1-1 0 0,0-1 0 0 0,-1 0 1 0 0,0 0-1 0 0,-1 0 0 0 0,0 0 1 0 0,2-14-1 0 0,-3 18-4 0 0,-1 0 0 0 0,-1-1 0 0 0,1 1 0 0 0,0 0 0 0 0,-1 0 0 0 0,0 0 0 0 0,0 0 0 0 0,0 0 0 0 0,0 0 0 0 0,-1 0 0 0 0,0 1 0 0 0,0-1 1 0 0,0 0-1 0 0,0 1 0 0 0,0 0 0 0 0,-1-1 0 0 0,1 1 0 0 0,-1 0 0 0 0,0 0 0 0 0,0 0 0 0 0,0 1 0 0 0,0-1 0 0 0,-1 1 0 0 0,1-1 0 0 0,-1 1 0 0 0,-6-2 0 0 0,4 1-2 0 0,0 1 0 0 0,0 0-1 0 0,0 0 1 0 0,-1 1 0 0 0,1 0 0 0 0,-1 0 0 0 0,1 1 0 0 0,-1-1-1 0 0,0 1 1 0 0,1 1 0 0 0,-1-1 0 0 0,1 1 0 0 0,-1 1 0 0 0,1-1-1 0 0,0 1 1 0 0,-7 2 0 0 0,5 0-70 0 0,-1 0 0 0 0,1 0-1 0 0,0 1 1 0 0,0 0 0 0 0,0 0-1 0 0,1 1 1 0 0,0 0 0 0 0,0 0-1 0 0,1 1 1 0 0,-1 0 0 0 0,1 0-1 0 0,1 0 1 0 0,0 1 0 0 0,0 0-1 0 0,0 0 1 0 0,1 0 0 0 0,0 0-1 0 0,-5 16 1 0 0,9-22-164 0 0,-1-1 1 0 0,1 1-1 0 0,0-1 0 0 0,0 1 0 0 0,0-1 1 0 0,0 1-1 0 0,0-1 0 0 0,0 1 0 0 0,0-1 1 0 0,0 1-1 0 0,0-1 0 0 0,1 2 1 0 0,4 7-6861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57.3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100 154 6911 0 0,'-3'-128'5763'0'0,"7"145"-2239"0"0,19 44-1475 0 0,-6-26-1407 0 0,0-1-1 0 0,3-1 0 0 0,23 31 1 0 0,19 31 95 0 0,-51-76-525 0 0,-2 1-1 0 0,0-1 1 0 0,8 26-1 0 0,-16-43-189 0 0,-1-1 0 0 0,1 1-1 0 0,-1-1 1 0 0,1 1 0 0 0,-1 0-1 0 0,0-1 1 0 0,0 1 0 0 0,0-1-1 0 0,0 1 1 0 0,0 0 0 0 0,0-1-1 0 0,0 1 1 0 0,-1 2 0 0 0,1-3-13 0 0,-1 0 1 0 0,0-1 0 0 0,1 1-1 0 0,-1 0 1 0 0,0-1 0 0 0,0 1-1 0 0,1-1 1 0 0,-1 1 0 0 0,0-1-1 0 0,0 0 1 0 0,0 1 0 0 0,1-1-1 0 0,-1 0 1 0 0,0 1 0 0 0,0-1-1 0 0,0 0 1 0 0,0 0 0 0 0,0 0-1 0 0,0 0 1 0 0,0 0 0 0 0,1 0-1 0 0,-1 0 1 0 0,0 0 0 0 0,0 0-1 0 0,-2-1 1 0 0,-15-1-10 0 0,-1-1 0 0 0,1-1 0 0 0,-1 0 0 0 0,1-2 0 0 0,1 0 0 0 0,-1-1 0 0 0,1 0 0 0 0,0-2 0 0 0,-24-16 0 0 0,37 23 0 0 0,1 0 0 0 0,0 0 0 0 0,1-1 0 0 0,-1 0 0 0 0,0 1 0 0 0,1-1 0 0 0,-1 0 0 0 0,1-1 0 0 0,0 1 0 0 0,0 0 0 0 0,0 0 0 0 0,1-1 0 0 0,-1 1 0 0 0,1-1 0 0 0,-2-5 0 0 0,2 4 0 0 0,1 0 0 0 0,-1 0 0 0 0,1 1 0 0 0,0-1 0 0 0,1 0 0 0 0,-1 0 0 0 0,1 0 0 0 0,0 0 0 0 0,0 0 0 0 0,3-7 0 0 0,3-5 0 0 0,2 1 0 0 0,-1 0 0 0 0,2 0 0 0 0,0 0 0 0 0,14-15 0 0 0,-16 22 0 0 0,6-9 0 0 0,23-38 0 0 0,-34 51 0 0 0,0 0 0 0 0,-1-1 0 0 0,0 1 0 0 0,0 0 0 0 0,0-1 0 0 0,0 1 0 0 0,-1-1 0 0 0,0 1 0 0 0,0-1 0 0 0,-1 0 0 0 0,0 0 0 0 0,0 1 0 0 0,0-8 0 0 0,-1 11 0 0 0,1 1 0 0 0,0-1 0 0 0,-1 1 0 0 0,1-1 0 0 0,-1 1 0 0 0,1-1 0 0 0,-1 1 0 0 0,0-1 0 0 0,1 1 0 0 0,-1-1 0 0 0,0 1 0 0 0,0 0 0 0 0,0 0 0 0 0,0-1 0 0 0,0 1 0 0 0,-1 0 0 0 0,1 0 0 0 0,0 0 0 0 0,0 0 0 0 0,-1 0 0 0 0,-1 0 0 0 0,0 0 0 0 0,0 0 0 0 0,0 0 0 0 0,1 0 0 0 0,-1 1 0 0 0,0 0 0 0 0,0-1 0 0 0,0 1 0 0 0,0 0 0 0 0,0 0 0 0 0,-6 1 0 0 0,0 1 0 0 0,0 1 0 0 0,-1 0 0 0 0,1 0 0 0 0,0 0 0 0 0,1 1 0 0 0,-11 6 0 0 0,7-3 0 0 0,0 1 0 0 0,-15 15 0 0 0,23-20 0 0 0,0 0 0 0 0,1 1 0 0 0,0-1 0 0 0,0 1 0 0 0,0 0 0 0 0,0 0 0 0 0,1 0 0 0 0,-1 1 0 0 0,1-1 0 0 0,0 1 0 0 0,-1 4 0 0 0,2-8-54 0 0,1 1-1 0 0,0 0 1 0 0,0 0 0 0 0,0-1-1 0 0,-1 1 1 0 0,2 0-1 0 0,-1 0 1 0 0,0-1 0 0 0,0 1-1 0 0,0 0 1 0 0,1 0-1 0 0,-1-1 1 0 0,1 1 0 0 0,1 3-1 0 0,7 9-857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56.6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183 41 6911 0 0,'-11'-5'323'0'0,"9"3"-270"0"0,-1 1-1 0 0,1 0 1 0 0,-1 0 0 0 0,1 0-1 0 0,-1 0 1 0 0,0 1 0 0 0,-4-1-1 0 0,-20 9 811 0 0,26-7-709 0 0,-1-1 1 0 0,0 0-1 0 0,1 1 1 0 0,-1 0-1 0 0,1-1 1 0 0,-1 1-1 0 0,1 0 1 0 0,-1 0-1 0 0,1 0 0 0 0,0 0 1 0 0,-1 0-1 0 0,1 0 1 0 0,0 0-1 0 0,0 0 1 0 0,0 1-1 0 0,-1-1 1 0 0,2 0-1 0 0,-1 1 0 0 0,0-1 1 0 0,0 1-1 0 0,0-1 1 0 0,1 1-1 0 0,-1 0 1 0 0,0-1-1 0 0,1 1 1 0 0,-1 2-1 0 0,1-1 93 0 0,0 0 1 0 0,1 0-1 0 0,-1 0 0 0 0,0 0 1 0 0,1 0-1 0 0,0 0 0 0 0,0 0 1 0 0,0 0-1 0 0,0 0 0 0 0,0 0 1 0 0,1 0-1 0 0,-1-1 0 0 0,1 1 1 0 0,2 2-1 0 0,6 9 369 0 0,2-1 0 0 0,0-1 1 0 0,0 0-1 0 0,1 0 0 0 0,19 12 0 0 0,-23-17-450 0 0,0 0 0 0 0,-1 0 0 0 0,0 1-1 0 0,0 0 1 0 0,-1 1 0 0 0,0-1 0 0 0,0 2 0 0 0,5 9 0 0 0,-10-16-141 0 0,-1 0 0 0 0,1 0 0 0 0,-1 0 0 0 0,0 0 1 0 0,0 0-1 0 0,0 1 0 0 0,0-1 0 0 0,-1 0 1 0 0,1 1-1 0 0,-1-1 0 0 0,0 1 0 0 0,0-1 1 0 0,0 0-1 0 0,0 1 0 0 0,-1-1 0 0 0,1 0 1 0 0,-1 1-1 0 0,0-1 0 0 0,0 0 0 0 0,0 0 0 0 0,-1 0 1 0 0,1 0-1 0 0,-1 0 0 0 0,1 0 0 0 0,-1 0 1 0 0,0 0-1 0 0,0 0 0 0 0,0-1 0 0 0,-1 1 1 0 0,-3 2-1 0 0,1 0-10 0 0,-1-1 1 0 0,0 1-1 0 0,0-1 1 0 0,-1-1-1 0 0,1 1 1 0 0,-1-1-1 0 0,1 0 1 0 0,-1-1-1 0 0,-10 3 0 0 0,7-3 5 0 0,0 0-1 0 0,-1-1 0 0 0,1 0 0 0 0,0 0 0 0 0,-21-2 0 0 0,28 0-19 0 0,0 1 0 0 0,0-1 0 0 0,0 0 0 0 0,0 1 0 0 0,0-1 0 0 0,0-1 0 0 0,0 1 0 0 0,1 0 0 0 0,-1-1 0 0 0,0 1 0 0 0,1-1 0 0 0,-1 0 0 0 0,-2-2 0 0 0,4 3 0 0 0,0 0 0 0 0,0 0 0 0 0,0-1 0 0 0,1 1 0 0 0,-1 0 0 0 0,0 0 0 0 0,0 0 0 0 0,1-1 0 0 0,-1 1 0 0 0,1 0 0 0 0,-1-1 0 0 0,1 1 0 0 0,0 0 0 0 0,-1-1 0 0 0,1 1 0 0 0,0 0 0 0 0,0-1 0 0 0,0 1 0 0 0,0-1 0 0 0,0 1 0 0 0,0 0 0 0 0,1-1 0 0 0,-1 1 0 0 0,0 0 0 0 0,1-1 0 0 0,-1 1 0 0 0,1 0 0 0 0,-1-1 0 0 0,1 1 0 0 0,1-2 0 0 0,15-22 0 0 0,2 1 0 0 0,0 1 0 0 0,37-34 0 0 0,12-14 0 0 0,-58 59 30 0 0,1 0 1 0 0,14-27-1 0 0,-23 36-24 0 0,0-1 0 0 0,0 1 0 0 0,-1 0 0 0 0,1-1-1 0 0,-1 0 1 0 0,0 1 0 0 0,0-1 0 0 0,0 0 0 0 0,-1 0 0 0 0,1 0 0 0 0,-1 1 0 0 0,0-1 0 0 0,0 0 0 0 0,0 0 0 0 0,-1 0 0 0 0,1 0 0 0 0,-3-6-1 0 0,3 8 2 0 0,-1 0-1 0 0,-1 0 1 0 0,1 0-1 0 0,0 0 1 0 0,0 1-1 0 0,-1-1 0 0 0,1 0 1 0 0,-1 1-1 0 0,1-1 1 0 0,-1 1-1 0 0,0-1 1 0 0,0 1-1 0 0,1 0 0 0 0,-1 0 1 0 0,0 0-1 0 0,0 0 1 0 0,0 0-1 0 0,0 0 0 0 0,0 0 1 0 0,-1 1-1 0 0,1-1 1 0 0,0 1-1 0 0,0 0 1 0 0,0-1-1 0 0,0 1 0 0 0,-4 0 1 0 0,-2 1 15 0 0,1-1 1 0 0,-1 1-1 0 0,1 0 1 0 0,-1 1-1 0 0,1-1 1 0 0,-10 5-1 0 0,4-1-103 0 0,0 1 0 0 0,0 0 0 0 0,1 1 0 0 0,0 1-1 0 0,0 0 1 0 0,-14 12 0 0 0,18-13-208 0 0,1 0 1 0 0,0 1-1 0 0,0 0 0 0 0,0 0 0 0 0,1 1 0 0 0,1-1 1 0 0,-1 2-1 0 0,1-1 0 0 0,-4 12 0 0 0,1 5-6911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57.6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65 9183 0 0,'-2'-12'279'0'0,"1"9"-194"0"0,0 0 1 0 0,1-1-1 0 0,-1 1 0 0 0,1 0 0 0 0,0 0 0 0 0,0 0 0 0 0,1-6 0 0 0,-1 8 7 0 0,0 0-1 0 0,1 0 1 0 0,-1-1-1 0 0,0 1 1 0 0,1 0-1 0 0,-1 0 0 0 0,1 0 1 0 0,0 0-1 0 0,-1 0 1 0 0,1 0-1 0 0,0 0 1 0 0,0 0-1 0 0,0 0 1 0 0,-1 1-1 0 0,1-1 0 0 0,0 0 1 0 0,0 0-1 0 0,0 1 1 0 0,0-1-1 0 0,1 1 1 0 0,-1-1-1 0 0,0 1 1 0 0,1-1-1 0 0,-1 1-15 0 0,0 0 1 0 0,0 0-1 0 0,0 0 1 0 0,0 1-1 0 0,0-1 1 0 0,-1 0-1 0 0,1 0 1 0 0,0 1-1 0 0,0-1 0 0 0,0 1 1 0 0,-1-1-1 0 0,1 1 1 0 0,0-1-1 0 0,-1 1 1 0 0,1 0-1 0 0,0-1 1 0 0,-1 1-1 0 0,1 0 0 0 0,-1-1 1 0 0,1 1-1 0 0,-1 0 1 0 0,1 0-1 0 0,-1-1 1 0 0,1 1-1 0 0,-1 0 0 0 0,0 0 1 0 0,0 0-1 0 0,1 0 1 0 0,-1 0-1 0 0,0-1 1 0 0,0 1-1 0 0,0 1 1 0 0,4 18 688 0 0,-1 1 1 0 0,-1-1 0 0 0,0 24-1 0 0,-7 64 1371 0 0,2-52-1202 0 0,1-31-723 0 0,-1 14-17 0 0,3-36-221 0 0,0 0 0 0 0,0 0 1 0 0,1 0-1 0 0,-1 0 0 0 0,1 0 0 0 0,0-1 0 0 0,-1 1 1 0 0,1 0-1 0 0,1 0 0 0 0,1 3 0 0 0,7 1-1982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58.0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67 12895 0 0,'-1'1'80'0'0,"0"-1"0"0"0,0 1 0 0 0,0 0 0 0 0,0 0-1 0 0,0 0 1 0 0,0 0 0 0 0,0 0 0 0 0,0 0 0 0 0,0 0 0 0 0,0 0-1 0 0,1 0 1 0 0,-1 0 0 0 0,0 0 0 0 0,1 0 0 0 0,-1 1-1 0 0,1-1 1 0 0,-1 2 0 0 0,0 1 11 0 0,0 0 1 0 0,1-1-1 0 0,0 1 1 0 0,-1 0-1 0 0,1 0 0 0 0,1 4 1 0 0,0 4 309 0 0,1-1-1 0 0,1 1 1 0 0,4 12 0 0 0,-3-14-33 0 0,0 0-1 0 0,1 0 1 0 0,0 0-1 0 0,1 0 0 0 0,0-1 1 0 0,0 0-1 0 0,1 0 1 0 0,11 10-1 0 0,-14-14-245 0 0,1-1-1 0 0,0 1 0 0 0,0-1 0 0 0,0-1 1 0 0,0 1-1 0 0,1-1 0 0 0,-1 0 1 0 0,1 0-1 0 0,0 0 0 0 0,0-1 1 0 0,0 0-1 0 0,0 0 0 0 0,0-1 1 0 0,1 1-1 0 0,10 0 0 0 0,-13-3-99 0 0,0 1-1 0 0,0-1 1 0 0,1 0-1 0 0,-1 1 1 0 0,0-2-1 0 0,-1 1 1 0 0,1 0-1 0 0,0-1 1 0 0,0 0 0 0 0,-1 0-1 0 0,1 0 1 0 0,-1 0-1 0 0,1-1 1 0 0,-1 1-1 0 0,0-1 1 0 0,0 0-1 0 0,0 0 1 0 0,0 0-1 0 0,4-7 1 0 0,-2 4 6 0 0,-1-1-1 0 0,0 0 1 0 0,-1 0-1 0 0,1 0 1 0 0,-1-1-1 0 0,-1 1 1 0 0,0-1 0 0 0,0 0-1 0 0,2-11 1 0 0,-4 12-7 0 0,0 0-1 0 0,0 0 1 0 0,-1 1 0 0 0,1-1 0 0 0,-1 0-1 0 0,-1 0 1 0 0,0 0 0 0 0,0 1 0 0 0,0-1 0 0 0,-1 1-1 0 0,1-1 1 0 0,-2 1 0 0 0,1 0 0 0 0,-1 0-1 0 0,0 0 1 0 0,0 1 0 0 0,0-1 0 0 0,-1 1-1 0 0,-8-7 1 0 0,6 6-5 0 0,0-1-1 0 0,-1 2 1 0 0,0-1-1 0 0,0 1 1 0 0,0 0-1 0 0,-1 1 1 0 0,1 0-1 0 0,-1 0 0 0 0,0 1 1 0 0,0 0-1 0 0,0 1 1 0 0,-1 0-1 0 0,-16-2 1 0 0,10 5-983 0 0,0 1-4511 0 0,4 2-1712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58.7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23 114 7831 0 0,'-23'-17'930'0'0,"28"16"2309"0"0,15-3-1310 0 0,36-7 80 0 0,64-22 0 0 0,-69 17-1559 0 0,82-15 0 0 0,-131 31-443 0 0,0 0-1 0 0,0-1 1 0 0,-1 1 0 0 0,1 0-1 0 0,0 0 1 0 0,0 0-1 0 0,0 0 1 0 0,-1 1 0 0 0,1-1-1 0 0,0 0 1 0 0,0 1-1 0 0,-1-1 1 0 0,1 1 0 0 0,0-1-1 0 0,2 3 1 0 0,-3-2 6 0 0,0 0 0 0 0,1 0 1 0 0,-1 1-1 0 0,0-1 0 0 0,-1 0 0 0 0,1 1 1 0 0,0-1-1 0 0,0 1 0 0 0,-1-1 0 0 0,1 1 0 0 0,0-1 1 0 0,-1 1-1 0 0,0-1 0 0 0,1 1 0 0 0,-1 0 1 0 0,0-1-1 0 0,0 3 0 0 0,7 192 675 0 0,-6-90-408 0 0,13 236 55 0 0,27-3-134 0 0,-14-214 167 0 0,73 208 0 0 0,92 102 136 0 0,-185-421-452 0 0,2 2 50 0 0,-1 0-1 0 0,-1 0 1 0 0,0 1 0 0 0,5 23-1 0 0,-12-39-96 0 0,1-1 0 0 0,-1 1-1 0 0,0 0 1 0 0,0 0 0 0 0,0-1 0 0 0,0 1 0 0 0,0 0-1 0 0,0 0 1 0 0,0 0 0 0 0,0-1 0 0 0,0 1-1 0 0,0 0 1 0 0,0 0 0 0 0,0-1 0 0 0,-1 1-1 0 0,1 0 1 0 0,0 0 0 0 0,0-1 0 0 0,-1 1 0 0 0,1 0-1 0 0,-1 0 1 0 0,1-1 0 0 0,-1 1 0 0 0,1-1-1 0 0,-1 1 1 0 0,1 0 0 0 0,-1-1 0 0 0,1 1-1 0 0,-1-1 1 0 0,0 1 0 0 0,1-1 0 0 0,-1 0 0 0 0,0 1-1 0 0,1-1 1 0 0,-1 0 0 0 0,0 1 0 0 0,0-1-1 0 0,1 0 1 0 0,-1 0 0 0 0,0 0 0 0 0,0 1-1 0 0,0-1 1 0 0,1 0 0 0 0,-2 0 0 0 0,-5 0 45 0 0,0-1 1 0 0,1 1-1 0 0,-1-1 1 0 0,-9-3 0 0 0,6 2-31 0 0,-66-13-20 0 0,8 1 0 0 0,-71-6 0 0 0,97 19-58 0 0,30 1-46 0 0,0 0-1 0 0,-1 0 1 0 0,1-2 0 0 0,0 1 0 0 0,-1-2-1 0 0,-15-4 1 0 0,20 4-796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59.5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47 7831 0 0,'-1'0'266'0'0,"0"0"0"0"0,0 0 0 0 0,0 0 0 0 0,0 0 0 0 0,0 1 0 0 0,0-1 0 0 0,0 0 0 0 0,1 1 0 0 0,-1-1 0 0 0,0 0-1 0 0,0 1 1 0 0,0-1 0 0 0,1 1 0 0 0,-1-1 0 0 0,0 1 0 0 0,1 0 0 0 0,-1-1 0 0 0,0 1 0 0 0,1 0 0 0 0,-1-1 0 0 0,1 1 0 0 0,-1 0-1 0 0,1 0 1 0 0,-1 1 0 0 0,2-2 48 0 0,1 0-1 0 0,-1 1 1 0 0,1-1 0 0 0,-1 0-1 0 0,0 0 1 0 0,1 0-1 0 0,-1 0 1 0 0,1 0 0 0 0,-1 0-1 0 0,1 0 1 0 0,-1-1-1 0 0,1 1 1 0 0,1-1 0 0 0,0 0 219 0 0,125-28 1885 0 0,-39 6-1256 0 0,-56 18-1139 0 0,-30 5-32 0 0,-1 0-1 0 0,0 0 0 0 0,1 0 1 0 0,-1 0-1 0 0,0 1 1 0 0,1-1-1 0 0,-1 1 0 0 0,0-1 1 0 0,0 1-1 0 0,1 0 1 0 0,3 2-1 0 0,-6-3-106 0 0,1 0-1 0 0,-1 1 1 0 0,0-1 0 0 0,1 1-1 0 0,-1-1 1 0 0,0 0-1 0 0,0 1 1 0 0,1-1 0 0 0,-1 1-1 0 0,0-1 1 0 0,0 1-1 0 0,0-1 1 0 0,0 1 0 0 0,1-1-1 0 0,-1 1 1 0 0,0-1-1 0 0,0 1 1 0 0,0-1 0 0 0,0 1-1 0 0,0-1 1 0 0,0 1 0 0 0,0-1-1 0 0,-1 1 1 0 0,1-1-1 0 0,0 1 1 0 0,0 0 0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3:59.8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0 183 2759 0 0,'6'-20'3117'0'0,"16"-36"-1"0"0,-15 42-1392 0 0,-1 0 1 0 0,0-1-1 0 0,-2 0 0 0 0,6-25 0 0 0,-11 31 1435 0 0,-4 19-2067 0 0,-5 19-648 0 0,7 3-229 0 0,1-1 0 0 0,1 1 0 0 0,2 0-1 0 0,5 35 1 0 0,-2-20 2 0 0,22 188-1899 0 0,-22-207-6172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4:01.8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30 112 5063 0 0,'21'-46'1698'0'0,"6"-19"1598"0"0,-35 87 1286 0 0,-16 67-3310 0 0,6 9-512 0 0,4 1 0 0 0,5 1 0 0 0,4-1 0 0 0,16 193 0 0 0,4-185-413 0 0,5-2 1 0 0,4 0-1 0 0,5-1 0 0 0,60 140 0 0 0,-76-213-139 0 0,1-1-1 0 0,19 29 1 0 0,-27-49-126 0 0,0-1-1 0 0,0-1 1 0 0,1 1-1 0 0,0-1 1 0 0,1-1-1 0 0,0 1 1 0 0,0-1 0 0 0,1-1-1 0 0,-1 1 1 0 0,13 6-1 0 0,-18-12-61 0 0,0 0 0 0 0,0 0 0 0 0,0 0-1 0 0,0 0 1 0 0,0 0 0 0 0,0-1 0 0 0,0 1 0 0 0,0-1-1 0 0,0 0 1 0 0,0 0 0 0 0,0 0 0 0 0,0 0 0 0 0,6-1-1 0 0,-28 8 68 0 0,12-4-550 0 0,0 0 0 0 0,0 0 0 0 0,-14 2 0 0 0,15-5-849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4:02.5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1 182 8287 0 0,'4'12'1200'0'0,"3"-1"1333"0"0,-7-11-2463 0 0,0 0 0 0 0,0 0 1 0 0,1 0-1 0 0,-1 0 0 0 0,0 0 1 0 0,0 0-1 0 0,0 0 0 0 0,0 0 1 0 0,1 0-1 0 0,-1 0 0 0 0,0 0 1 0 0,0 0-1 0 0,0 0 0 0 0,0 0 1 0 0,1 0-1 0 0,-1 0 0 0 0,0 0 1 0 0,0 0-1 0 0,0 0 0 0 0,0 0 1 0 0,0 0-1 0 0,1-1 0 0 0,-1 1 0 0 0,0 0 1 0 0,0 0-1 0 0,0 0 0 0 0,0 0 1 0 0,0 0-1 0 0,0 0 0 0 0,0-1 1 0 0,1 1-1 0 0,-1 0 0 0 0,0 0 1 0 0,0 0-1 0 0,0 0 0 0 0,0 0 1 0 0,0-1-1 0 0,6-23 3345 0 0,-5 19-3355 0 0,2-20 1066 0 0,1-27 0 0 0,-3 30-632 0 0,7-42 0 0 0,-8 63-487 0 0,0 1 0 0 0,0-1 0 0 0,0 1 1 0 0,0 0-1 0 0,0-1 0 0 0,0 1 0 0 0,0 0 0 0 0,0-1 0 0 0,0 1 0 0 0,0-1 0 0 0,0 1 0 0 0,1 0 1 0 0,-1-1-1 0 0,0 1 0 0 0,0 0 0 0 0,0-1 0 0 0,1 1 0 0 0,-1 0 0 0 0,0 0 0 0 0,0-1 0 0 0,1 1 1 0 0,-1 0-1 0 0,0 0 0 0 0,0-1 0 0 0,1 1 0 0 0,-1 0 0 0 0,5 7 57 0 0,-1 18-64 0 0,9 289 1070 0 0,-12-296-1028 0 0,0-14-27 0 0,-1 1 8 0 0,1 0 0 0 0,-1 0 0 0 0,0 0 0 0 0,-1 0 0 0 0,1 0 0 0 0,-2 5 0 0 0,2-9-40 0 0,0-1 1 0 0,-1 0-1 0 0,1 0 0 0 0,0 1 1 0 0,0-1-1 0 0,-1 0 0 0 0,1 0 1 0 0,0 0-1 0 0,-1 0 0 0 0,1 1 1 0 0,0-1-1 0 0,0 0 0 0 0,-1 0 1 0 0,1 0-1 0 0,0 0 0 0 0,-1 0 1 0 0,1 0-1 0 0,0 0 0 0 0,-1 0 1 0 0,1 0-1 0 0,0 0 0 0 0,-1 0 1 0 0,1 0-1 0 0,0 0 0 0 0,-1 0 1 0 0,1 0-1 0 0,0 0 0 0 0,-1 0 1 0 0,1 0-1 0 0,0-1 0 0 0,-1 1 1 0 0,1 0-1 0 0,0 0 0 0 0,-1 0 1 0 0,1-1-1 0 0,-10-8-2877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4:03.4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1 167 4143 0 0,'0'-6'285'0'0,"0"0"-1"0"0,0 0 0 0 0,0 1 0 0 0,1-1 0 0 0,-1 0 0 0 0,2 0 1 0 0,-1 1-1 0 0,0-1 0 0 0,4-7 0 0 0,0 3 963 0 0,0-1 0 0 0,1 1 0 0 0,11-16 0 0 0,-14 22-761 0 0,0 0 1 0 0,1 0-1 0 0,-1 0 0 0 0,1 1 1 0 0,0-1-1 0 0,0 1 1 0 0,0 0-1 0 0,1 0 1 0 0,-1 0-1 0 0,9-3 1 0 0,-11 5-371 0 0,0 1 1 0 0,0-1 0 0 0,-1 1-1 0 0,1-1 1 0 0,0 1 0 0 0,0 0-1 0 0,0-1 1 0 0,0 1 0 0 0,-1 0-1 0 0,1 0 1 0 0,0 0 0 0 0,0 1-1 0 0,0-1 1 0 0,0 0 0 0 0,0 1-1 0 0,-1-1 1 0 0,1 1 0 0 0,0 0-1 0 0,0-1 1 0 0,-1 1 0 0 0,1 0-1 0 0,-1 0 1 0 0,1 0 0 0 0,-1 0-1 0 0,1 1 1 0 0,-1-1 0 0 0,1 0-1 0 0,-1 0 1 0 0,0 1 0 0 0,0-1 0 0 0,0 1-1 0 0,2 2 1 0 0,-1 0-74 0 0,0 0 0 0 0,0 0 0 0 0,0 1-1 0 0,0-1 1 0 0,-1 0 0 0 0,0 1 0 0 0,0-1 0 0 0,0 0 0 0 0,0 1 0 0 0,-1 0 0 0 0,0-1 0 0 0,0 1 0 0 0,0-1-1 0 0,0 1 1 0 0,-1-1 0 0 0,1 1 0 0 0,-4 7 0 0 0,-1 3 43 0 0,-1 0 0 0 0,-1 0-1 0 0,-14 23 1 0 0,-4 8 432 0 0,25-45-515 0 0,-1 0 1 0 0,1 0-1 0 0,-1 0 0 0 0,1 0 1 0 0,0 0-1 0 0,-1 0 0 0 0,1 0 0 0 0,0 0 1 0 0,-1 0-1 0 0,1 0 0 0 0,0 0 1 0 0,0 0-1 0 0,0 0 0 0 0,0 0 0 0 0,0 0 1 0 0,0 0-1 0 0,0 0 0 0 0,0 0 1 0 0,1 0-1 0 0,-1 0 0 0 0,0 0 1 0 0,1 0-1 0 0,-1 0 0 0 0,1 2 0 0 0,0-3 4 0 0,0 1 0 0 0,0 0 0 0 0,1-1 0 0 0,-1 1 0 0 0,0 0 0 0 0,0-1 0 0 0,0 1-1 0 0,0-1 1 0 0,1 0 0 0 0,-1 1 0 0 0,0-1 0 0 0,0 0 0 0 0,1 0 0 0 0,-1 0 0 0 0,0 0-1 0 0,0 0 1 0 0,2 0 0 0 0,7-1 34 0 0,0-1-1 0 0,-1 0 1 0 0,19-6-1 0 0,-24 7-54 0 0,29-10-2807 0 0,37-18 0 0 0,-61 25 2267 0 0,0-1 1 0 0,-1 0 0 0 0,0 0 0 0 0,0-1-1 0 0,0 0 1 0 0,0 0 0 0 0,-1-1 0 0 0,0 0-1 0 0,6-9 1 0 0,-12 15 512 0 0,-1 1 1 0 0,1-1-1 0 0,-1 1 0 0 0,0-1 1 0 0,0 0-1 0 0,1 1 0 0 0,-1-1 1 0 0,0 0-1 0 0,0 1 0 0 0,0-1 1 0 0,1 0-1 0 0,-1 1 1 0 0,0-1-1 0 0,0 0 0 0 0,0 1 1 0 0,0-1-1 0 0,-1 0 0 0 0,1 1 1 0 0,0-1-1 0 0,0 0 0 0 0,0 1 1 0 0,-1-2-1 0 0,-2 0 490 0 0,0 10 916 0 0,3-1-864 0 0,0-1-1 0 0,0 1 1 0 0,1-1 0 0 0,-1 1 0 0 0,1-1 0 0 0,1 0 0 0 0,-1 1 0 0 0,1-1 0 0 0,1 0 0 0 0,-1 0-1 0 0,1 0 1 0 0,0 0 0 0 0,6 9 0 0 0,-4-8-295 0 0,1 0-1 0 0,-1 0 1 0 0,1 0-1 0 0,0-1 1 0 0,1 0-1 0 0,0 0 1 0 0,0 0-1 0 0,0-1 1 0 0,13 7 0 0 0,-15-10-155 0 0,0 0 1 0 0,1-1-1 0 0,-1 0 1 0 0,0 0-1 0 0,0 0 1 0 0,1 0-1 0 0,-1-1 1 0 0,0 0-1 0 0,1 0 1 0 0,-1 0-1 0 0,0-1 1 0 0,1 0-1 0 0,-1 0 1 0 0,0 0-1 0 0,6-3 1 0 0,0 1 8 0 0,-1-1-1 0 0,0-1 1 0 0,0 1 0 0 0,-1-2 0 0 0,1 1-1 0 0,12-11 1 0 0,-17 11-59 0 0,1 0-1 0 0,-1 0 0 0 0,0 0 1 0 0,0-1-1 0 0,0 1 1 0 0,-1-1-1 0 0,0 0 0 0 0,0-1 1 0 0,4-8-1 0 0,-6 11-1 0 0,-1 1 0 0 0,0 0-1 0 0,0-1 1 0 0,-1 1 0 0 0,1 0 0 0 0,-1-1 0 0 0,0 1-1 0 0,1-1 1 0 0,-2 1 0 0 0,1-1 0 0 0,0 1 0 0 0,-1-1-1 0 0,1 1 1 0 0,-1 0 0 0 0,0-1 0 0 0,0 1-1 0 0,0 0 1 0 0,-1 0 0 0 0,1 0 0 0 0,-1-1 0 0 0,0 1-1 0 0,-2-3 1 0 0,0 2-60 0 0,0-1-1 0 0,0 0 0 0 0,-1 1 1 0 0,1 0-1 0 0,-1 0 0 0 0,0 0 1 0 0,-1 1-1 0 0,1 0 1 0 0,0 0-1 0 0,-1 0 0 0 0,0 0 1 0 0,0 1-1 0 0,1 0 0 0 0,-1 0 1 0 0,-1 1-1 0 0,1 0 1 0 0,0 0-1 0 0,0 0 0 0 0,0 1 1 0 0,0-1-1 0 0,-1 2 0 0 0,-11 1 1 0 0,9-1-242 0 0,0 0 1 0 0,0 1-1 0 0,1 1 1 0 0,-1-1-1 0 0,1 1 0 0 0,0 1 1 0 0,0 0-1 0 0,0 0 1 0 0,0 0-1 0 0,0 1 0 0 0,1 0 1 0 0,0 1-1 0 0,0-1 1 0 0,1 1-1 0 0,-11 12 1 0 0,3 1-6952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4:03.8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46 392 9671 0 0,'-5'-2'308'0'0,"1"1"-119"0"0,1-1 0 0 0,-1 1 0 0 0,1-1 0 0 0,0 0 0 0 0,-5-4 0 0 0,7 5-11 0 0,-1 0 0 0 0,1-1-1 0 0,0 1 1 0 0,0-1 0 0 0,0 0-1 0 0,0 1 1 0 0,0-1 0 0 0,0 0-1 0 0,0 0 1 0 0,1 0 0 0 0,-1 1-1 0 0,1-1 1 0 0,-1-3 0 0 0,0-4 520 0 0,0 0 1 0 0,0 0-1 0 0,1 0 1 0 0,1 0-1 0 0,1-14 1 0 0,13-46 1717 0 0,-7 38-1718 0 0,6-53 312 0 0,4-13 49 0 0,-14 136-1047 0 0,18 275 240 0 0,-25-277-282 0 0,2-30 0 0 0,0 0 1 0 0,1 0 0 0 0,0 0-1 0 0,1 9 1 0 0,2-10-1518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4:04.2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81 3223 0 0,'-2'-28'968'0'0,"2"1"3694"0"0,0 6 1562 0 0,0 21-6132 0 0,0 0 0 0 0,0 0 0 0 0,0 0 0 0 0,0 0 0 0 0,0 0 0 0 0,0-1 1 0 0,0 1-1 0 0,0 0 0 0 0,0 0 0 0 0,0 0 0 0 0,0 0 0 0 0,0 0 0 0 0,0-1 0 0 0,0 1 0 0 0,0 0 0 0 0,0 0 0 0 0,0 0 0 0 0,0 0 1 0 0,0 0-1 0 0,1-2 1381 0 0,-1 2-1381 0 0,0 0 0 0 0,0 0 0 0 0,1 0 0 0 0,-1 0 0 0 0,0 0 0 0 0,0 0 1 0 0,0 0-1 0 0,0 0 0 0 0,0 0 0 0 0,0-1 0 0 0,1 1 0 0 0,-1 0 0 0 0,0 0 0 0 0,0 0 0 0 0,0 0 0 0 0,0 0 0 0 0,0 1 0 0 0,0-1 1 0 0,1 0-1 0 0,-1 0 0 0 0,0 0 0 0 0,7 10 1647 0 0,7 17-1338 0 0,-9-16-334 0 0,-1 1 0 0 0,-1-1 0 0 0,0 1 0 0 0,0 0 0 0 0,-1 0 0 0 0,0 0 0 0 0,-1 0 0 0 0,-1 16 0 0 0,-2-8-13 0 0,0 0 1 0 0,-1 0 0 0 0,-1-1-1 0 0,-8 25 1 0 0,-2-2-2 0 0,14-42-105 0 0,0 0-1 0 0,0 0 0 0 0,0 0 1 0 0,0 1-1 0 0,0-1 1 0 0,0 0-1 0 0,0 0 0 0 0,0 0 1 0 0,0 0-1 0 0,0 1 1 0 0,0-1-1 0 0,0 0 0 0 0,0 0 1 0 0,0 0-1 0 0,0 0 1 0 0,1 1-1 0 0,-1-1 0 0 0,0 0 1 0 0,0 0-1 0 0,0 0 1 0 0,0 0-1 0 0,0 0 0 0 0,0 0 1 0 0,0 1-1 0 0,1-1 1 0 0,-1 0-1 0 0,0 0 0 0 0,0 0 1 0 0,0 0-1 0 0,0 0 1 0 0,0 0-1 0 0,1 0 0 0 0,-1 0 1 0 0,0 0-1 0 0,0 0 1 0 0,0 0-1 0 0,0 0 0 0 0,1 0 1 0 0,-1 0-1 0 0,0 0 1 0 0,0 0-1 0 0,0 0 0 0 0,0 0 1 0 0,1 0-1 0 0,-1 0 1 0 0,0 0-1 0 0,0 0 0 0 0,0 0 1 0 0,0 0-1 0 0,1 0 1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4:04.9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63 3679 0 0,'1'-6'597'0'0,"0"0"-1"0"0,1 0 1 0 0,0 0 0 0 0,1 0-1 0 0,-1 0 1 0 0,1 1-1 0 0,0-1 1 0 0,0 1-1 0 0,8-6 3019 0 0,-9 17-2310 0 0,-1 5 58 0 0,0 8 22 0 0,-1-1-1 0 0,-4 23 0 0 0,-18 75 99 0 0,20-107-1355 0 0,2-8-96 0 0,0 0 0 0 0,-1 1 0 0 0,1-1-1 0 0,0 0 1 0 0,0 1 0 0 0,0-1 0 0 0,0 0 0 0 0,0 1-1 0 0,0-1 1 0 0,1 2 0 0 0,-1-2-11 0 0,0-1 0 0 0,1 1 0 0 0,-1-1 0 0 0,0 0 0 0 0,0 1 0 0 0,1-1 0 0 0,-1 0 0 0 0,0 1 0 0 0,1-1 0 0 0,-1 0 0 0 0,0 1 0 0 0,1-1 0 0 0,-1 0 0 0 0,0 1 0 0 0,1-1 0 0 0,-1 0 0 0 0,0 0 0 0 0,1 1 0 0 0,-1-1 0 0 0,1 0 0 0 0,0 0 0 0 0,1 0-1 0 0,0 0 1 0 0,0 0-1 0 0,0 0 0 0 0,0 0 1 0 0,1 0-1 0 0,-1-1 0 0 0,0 1 1 0 0,0-1-1 0 0,0 1 0 0 0,0-1 1 0 0,3-2-1 0 0,14-4-9 0 0,-1 0-1 0 0,1 1 1 0 0,1 1 0 0 0,-1 1-1 0 0,30-3 1 0 0,-31 6-11 0 0,-12 1 0 0 0,0-1 0 0 0,0 1 0 0 0,0-1 0 0 0,0 0 0 0 0,-1 0 0 0 0,1 0 0 0 0,0-1 0 0 0,0 0 0 0 0,9-4 0 0 0,-14 5 0 0 0,0-1-1 0 0,0 1 1 0 0,0 0-1 0 0,-1 0 1 0 0,1-1-1 0 0,0 1 1 0 0,0-1-1 0 0,-1 1 1 0 0,1-1-1 0 0,0 1 1 0 0,-1-1 0 0 0,0 1-1 0 0,1-1 1 0 0,-1 1-1 0 0,0-1 1 0 0,0 0-1 0 0,0 1 1 0 0,0-1-1 0 0,0 1 1 0 0,0-1-1 0 0,-1-3 1 0 0,1 3 7 0 0,-1 1-1 0 0,1-1 1 0 0,-1 0 0 0 0,1 0-1 0 0,-1 0 1 0 0,0 0 0 0 0,1 0 0 0 0,-1 1-1 0 0,0-1 1 0 0,0 0 0 0 0,0 1-1 0 0,-1-1 1 0 0,1 1 0 0 0,0-1 0 0 0,0 1-1 0 0,-1 0 1 0 0,1-1 0 0 0,-3 0 0 0 0,4 2-5 0 0,0 0 0 0 0,-1-1 0 0 0,1 1 0 0 0,0 0 0 0 0,-1 0 0 0 0,1 0 1 0 0,0 0-1 0 0,-1 0 0 0 0,1 0 0 0 0,0 0 0 0 0,-1 0 0 0 0,1 0 0 0 0,0 0 1 0 0,-1 0-1 0 0,1 0 0 0 0,0 0 0 0 0,-1 0 0 0 0,1 0 0 0 0,0 1 0 0 0,0-1 1 0 0,-1 0-1 0 0,1 0 0 0 0,0 0 0 0 0,-1 0 0 0 0,1 1 0 0 0,0-1 0 0 0,0 0 1 0 0,-1 0-1 0 0,1 1 0 0 0,-7 11 112 0 0,0 13 118 0 0,4 10 38 0 0,1 0 0 0 0,3 40 0 0 0,0-16-72 0 0,-1-49-263 0 0,0 0-1 0 0,-1 0 1 0 0,0 0 0 0 0,-1 0-1 0 0,0-1 1 0 0,0 1 0 0 0,-6 13-1 0 0,4-14-531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4:05.5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49 2759 0 0,'-1'-30'1763'0'0,"1"11"10114"0"0,1 28-11172 0 0,1-1 0 0 0,1 1 0 0 0,0-1 0 0 0,0 0 0 0 0,0 0 0 0 0,1 0 0 0 0,9 15 0 0 0,43 48-425 0 0,-19-26 32 0 0,3 11-175 0 0,-2 3 0 0 0,55 116-1 0 0,-53-84-63 0 0,38 135-1 0 0,-58-149-16 0 0,-4 1 1 0 0,-3 1 0 0 0,-4 0-1 0 0,-3 0 1 0 0,-3 1 0 0 0,-4-1-1 0 0,-14 99 1 0 0,7-123 43 0 0,-2 0 0 0 0,-24 69-1 0 0,-53 101 98 0 0,50-149-150 0 0,-14 34 34 0 0,50-106-83 0 0,-6 14-61 0 0,8-15-7 0 0,6-10-28 0 0,3-8-1984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4:06.2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96 10135 0 0,'-7'-4'-236'0'0,"6"4"463"0"0,1 0-1 0 0,-1 0 0 0 0,0-1 0 0 0,0 1 0 0 0,0-1 0 0 0,0 1 0 0 0,1-1 0 0 0,-1 1 0 0 0,0-1 0 0 0,0 1 1 0 0,1-1-1 0 0,-1 0 0 0 0,-1-1 0 0 0,3 2-68 0 0,-1-1 1 0 0,0 0-1 0 0,0 1 1 0 0,1-1-1 0 0,-1 0 0 0 0,0 1 1 0 0,1-1-1 0 0,-1 0 1 0 0,1 1-1 0 0,-1-1 1 0 0,1 1-1 0 0,-1-1 0 0 0,1 1 1 0 0,-1-1-1 0 0,1 1 1 0 0,-1-1-1 0 0,1 1 0 0 0,0 0 1 0 0,-1-1-1 0 0,1 1 1 0 0,0 0-1 0 0,1-1 1 0 0,24-12 843 0 0,1 1 1 0 0,1 1 0 0 0,39-10-1 0 0,-65 20-946 0 0,12-3 438 0 0,24-4-1 0 0,-34 8-458 0 0,-1-1 1 0 0,0 1-1 0 0,0 0 0 0 0,1 0 0 0 0,-1 0 0 0 0,0 0 1 0 0,1 1-1 0 0,-1-1 0 0 0,0 1 0 0 0,0 0 1 0 0,0 0-1 0 0,1 0 0 0 0,4 3 0 0 0,-8-4-35 0 0,0 0 0 0 0,0 0 0 0 0,1 0 0 0 0,-1 1 0 0 0,0-1 0 0 0,0 0 0 0 0,0 0 0 0 0,1 0 0 0 0,-1 1 0 0 0,0-1-1 0 0,0 0 1 0 0,0 0 0 0 0,0 0 0 0 0,0 1 0 0 0,1-1 0 0 0,-1 0 0 0 0,0 0 0 0 0,0 1 0 0 0,0-1 0 0 0,0 0 0 0 0,0 0 0 0 0,0 1 0 0 0,0-1 0 0 0,0 0 0 0 0,0 0 0 0 0,0 1-1 0 0,0-1 1 0 0,0 0 0 0 0,0 1 0 0 0,0-1 0 0 0,0 0 0 0 0,0 1 0 0 0,-7 7 5 0 0,-17 7-69 0 0,20-12 4 0 0,-21 11-161 0 0,-34 24 15 0 0,53-34 258 0 0,0 1-1 0 0,1-1 1 0 0,0 1-1 0 0,0 0 1 0 0,1 1-1 0 0,-1-1 1 0 0,-5 11-1 0 0,9-15-20 0 0,0 0 0 0 0,0 0 0 0 0,1 1-1 0 0,-1-1 1 0 0,1 0 0 0 0,-1 0 0 0 0,1 1 0 0 0,-1-1-1 0 0,1 0 1 0 0,0 0 0 0 0,0 1 0 0 0,0-1 0 0 0,-1 0-1 0 0,1 1 1 0 0,1-1 0 0 0,-1 0 0 0 0,0 1 0 0 0,0-1-1 0 0,0 0 1 0 0,1 1 0 0 0,-1-1 0 0 0,1 2 0 0 0,0-2-1 0 0,0 1 0 0 0,0-1 0 0 0,0 0 0 0 0,1 0 1 0 0,-1 0-1 0 0,0 0 0 0 0,0 0 0 0 0,1-1 0 0 0,-1 1 0 0 0,1 0 1 0 0,-1 0-1 0 0,1-1 0 0 0,-1 1 0 0 0,1-1 0 0 0,2 1 0 0 0,5 0 60 0 0,0 0-1 0 0,-1 0 1 0 0,1-1-1 0 0,0 0 1 0 0,12-3-1 0 0,-15 3-69 0 0,1-1 0 0 0,-1-1 0 0 0,1 1 0 0 0,-1-1 0 0 0,0 0 0 0 0,0-1 0 0 0,0 1 0 0 0,0-1 0 0 0,8-5 0 0 0,8-2-2660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5:53.8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127 1088 1727 0 0,'-30'-12'66'0'0,"18"8"-52"0"0,1 0 1 0 0,-1-2-1 0 0,1 1 1 0 0,0-1-1 0 0,-18-14 0 0 0,28 20 3 0 0,0-1-1 0 0,0 1 0 0 0,1-1 0 0 0,-1 0 0 0 0,0 1 0 0 0,1-1 0 0 0,-1 0 0 0 0,0 0 0 0 0,1 1 0 0 0,-1-1 0 0 0,1 0 0 0 0,0 0 0 0 0,-1 0 0 0 0,1 0 0 0 0,-1 0 1 0 0,1 0-1 0 0,0-1 0 0 0,0 2 8 0 0,0 0 0 0 0,0-1 0 0 0,0 1 0 0 0,0-1 0 0 0,1 1 0 0 0,-1 0 0 0 0,0-1 0 0 0,0 1 0 0 0,1 0 0 0 0,-1-1 1 0 0,0 1-1 0 0,0 0 0 0 0,1 0 0 0 0,-1-1 0 0 0,0 1 0 0 0,1 0 0 0 0,-1 0 0 0 0,0-1 0 0 0,1 1 0 0 0,-1 0 0 0 0,0 0 0 0 0,1 0 0 0 0,-1 0 1 0 0,1 0-1 0 0,-1-1 0 0 0,1 1 0 0 0,3 0 156 0 0,1-1 0 0 0,-1 1-1 0 0,1 0 1 0 0,-1 0 0 0 0,8 1 0 0 0,31 6 332 0 0,-14-1-378 0 0,1-2 0 0 0,0-1 0 0 0,0-1-1 0 0,55-4 1 0 0,41-17 307 0 0,-56 7 250 0 0,92-4 0 0 0,29 25 48 0 0,-126-3-531 0 0,100-4 1 0 0,11-20-3 0 0,-4 0 105 0 0,221-24 199 0 0,-239 24-520 0 0,23 2-58 0 0,89-12 4 0 0,-167 11 85 0 0,285-34 150 0 0,187 0-319 0 0,-460 39 136 0 0,64-7 1 0 0,363-27-50 0 0,-29-8 237 0 0,-122 3-279 0 0,-12 1 154 0 0,-3 3-84 0 0,-102 15-60 0 0,232-6 53 0 0,1 39 80 0 0,-101-10-66 0 0,-1-26 5 0 0,-92 7 14 0 0,93 8 51 0 0,-159 10-24 0 0,212-33-20 0 0,-319 20 0 0 0,212-8 0 0 0,-195 27 3 0 0,239 2-20 0 0,84-15 23 0 0,-429 14-6 0 0,332-7 3 0 0,-141 7-16 0 0,-79 0 5 0 0,369-26 26 0 0,15-15-106 0 0,-302 24 108 0 0,-11 1 14 0 0,-43-1-58 0 0,-35 2-6 0 0,-151 18 33 0 0,0-1-1 0 0,0 1 0 0 0,0 0 1 0 0,1 0-1 0 0,-1 0 0 0 0,0 0 0 0 0,0 0 1 0 0,0 1-1 0 0,0-1 0 0 0,0 0 1 0 0,0 0-1 0 0,0 1 0 0 0,0-1 1 0 0,0 0-1 0 0,0 1 0 0 0,0-1 0 0 0,0 1 1 0 0,0 0-1 0 0,1 0 0 0 0,-1 0-51 0 0,0 1-1 0 0,-1-1 0 0 0,1 0 0 0 0,-1 0 1 0 0,1 0-1 0 0,-1 0 0 0 0,0 1 0 0 0,0-1 0 0 0,1 0 1 0 0,-1 0-1 0 0,0 1 0 0 0,0-1 0 0 0,0 0 1 0 0,0 1-1 0 0,0-1 0 0 0,-1 2 0 0 0,0 5-2838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6:04.2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206 269 5063 0 0,'-6'-8'-608'0'0,"1"0"0"0"0,0 0 0 0 0,0 0-1 0 0,1 0 1 0 0,-4-11 0 0 0,3 9 875 0 0,2 0-19 0 0,-1 0 1 0 0,2 0-1 0 0,0 0 1 0 0,0-1-1 0 0,0 1 1 0 0,2 0-1 0 0,-1-1 1 0 0,1 1 0 0 0,2-18-1 0 0,0-14 4476 0 0,-2 41-4643 0 0,0 1-1 0 0,0-1 1 0 0,0 1 0 0 0,0-1-1 0 0,0 1 1 0 0,0-1 0 0 0,0 1 0 0 0,0-1-1 0 0,0 1 1 0 0,0-1 0 0 0,0 1-1 0 0,0-1 1 0 0,0 1 0 0 0,-1 0-1 0 0,1-1 1 0 0,0 1 0 0 0,0-1-1 0 0,0 1 1 0 0,-1-1 0 0 0,1 1-1 0 0,0 0 1 0 0,-1-1 0 0 0,1 1 0 0 0,0 0-1 0 0,-1-1 1 0 0,1 1 0 0 0,-1 0-1 0 0,1-1 1 0 0,0 1 0 0 0,-1 0-1 0 0,1 0 1 0 0,-1-1 0 0 0,0 1 53 0 0,-1 0 1 0 0,1 0-1 0 0,0 1 1 0 0,0-1-1 0 0,0 0 1 0 0,-1 0-1 0 0,1 1 1 0 0,0-1-1 0 0,0 0 1 0 0,0 1 0 0 0,0-1-1 0 0,-2 2 1 0 0,-3 2 333 0 0,-1 1 0 0 0,1 0 1 0 0,-6 6-1 0 0,0 1-5 0 0,1 1 0 0 0,1 0 0 0 0,0 0-1 0 0,1 1 1 0 0,0 0 0 0 0,-9 24 0 0 0,14-29-342 0 0,0 0 0 0 0,1 0 0 0 0,0 0 0 0 0,1 1 0 0 0,0-1-1 0 0,1 1 1 0 0,-1-1 0 0 0,2 1 0 0 0,0-1 0 0 0,0 1 0 0 0,0 0 0 0 0,4 15 0 0 0,-3-20-72 0 0,1 0 0 0 0,-1 0 0 0 0,1 0 0 0 0,1-1 0 0 0,-1 1 0 0 0,0-1 0 0 0,1 0 0 0 0,0 1 0 0 0,0-1 0 0 0,0 0 0 0 0,1-1 0 0 0,-1 1 0 0 0,1-1 0 0 0,0 1 0 0 0,0-1 0 0 0,0 0 0 0 0,0-1 0 0 0,1 1 0 0 0,-1-1 0 0 0,6 3 0 0 0,-4-3 18 0 0,0 0 0 0 0,1 0 0 0 0,-1-1 0 0 0,1 0 0 0 0,-1 0 0 0 0,1 0 0 0 0,-1-1 0 0 0,1 0 0 0 0,0 0 0 0 0,-1-1 1 0 0,1 0-1 0 0,-1 0 0 0 0,1 0 0 0 0,11-5 0 0 0,-12 4-6 0 0,0-1-1 0 0,0 0 1 0 0,0 0 0 0 0,-1 0 0 0 0,1 0-1 0 0,-1-1 1 0 0,0 0 0 0 0,0 0 0 0 0,7-8 0 0 0,-8 8-24 0 0,-1-1 0 0 0,0 1 0 0 0,-1 0 0 0 0,1-1 0 0 0,-1 0 0 0 0,0 0 0 0 0,0 0 0 0 0,0 0 0 0 0,-1 0 0 0 0,0 0 0 0 0,0 0 0 0 0,1-8 0 0 0,-2-2 16 0 0,0-1 1 0 0,-1 1-1 0 0,0-1 0 0 0,-2 1 1 0 0,0-1-1 0 0,-7-21 0 0 0,6 25-42 0 0,0 1 0 0 0,-1 0-1 0 0,-1 0 1 0 0,0 0 0 0 0,0 1-1 0 0,-1 0 1 0 0,-13-15 0 0 0,17 21-8 0 0,-1 0 1 0 0,0 0 0 0 0,0 0-1 0 0,0 0 1 0 0,0 1 0 0 0,-1 0-1 0 0,1-1 1 0 0,-1 2 0 0 0,0-1-1 0 0,0 1 1 0 0,0-1 0 0 0,0 1-1 0 0,-1 1 1 0 0,1-1 0 0 0,-1 1-1 0 0,1 0 1 0 0,-1 0-1 0 0,-9 0 1 0 0,13 1 4 0 0,1 0-1 0 0,-1 0 1 0 0,0 1-1 0 0,0-1 0 0 0,1 0 1 0 0,-1 1-1 0 0,0 0 1 0 0,0-1-1 0 0,1 1 1 0 0,-1 0-1 0 0,1 0 1 0 0,-1-1-1 0 0,1 1 1 0 0,-1 1-1 0 0,1-1 0 0 0,-1 0 1 0 0,1 0-1 0 0,0 0 1 0 0,0 1-1 0 0,0-1 1 0 0,0 0-1 0 0,0 1 1 0 0,0 0-1 0 0,0-1 1 0 0,0 1-1 0 0,0-1 1 0 0,1 1-1 0 0,-2 2 0 0 0,2-1-150 0 0,-1 0 0 0 0,1 0 0 0 0,0 1 0 0 0,0-1 0 0 0,0 0 0 0 0,0 1 0 0 0,0-1 0 0 0,1 0 0 0 0,-1 0 0 0 0,1 0 0 0 0,0 1 0 0 0,0-1 0 0 0,0 0 0 0 0,3 5 0 0 0,4 4-7640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6:04.4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56 1 12895 0 0,'2'2'189'0'0,"1"1"77"0"0,0 0 1 0 0,-1 0-1 0 0,1 1 1 0 0,-1-1-1 0 0,1 1 1 0 0,-1 0-1 0 0,0 0 1 0 0,0-1 0 0 0,-1 1-1 0 0,1 0 1 0 0,-1 1-1 0 0,2 7 1 0 0,-1 7 626 0 0,-1 0 1 0 0,0 0 0 0 0,-1 0 0 0 0,-1 0 0 0 0,-1 0-1 0 0,-1 0 1 0 0,-8 30 0 0 0,-18 39-970 0 0,-6-1-6014 0 0,35-86 5934 0 0,-10 24-7310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6:10.7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214 31 4607 0 0,'0'-1'70'0'0,"-1"0"0"0"0,0 0-1 0 0,0 1 1 0 0,0-1 0 0 0,0 0-1 0 0,0 1 1 0 0,0-1 0 0 0,1 1-1 0 0,-1-1 1 0 0,0 1-1 0 0,-1 0 1 0 0,1-1 0 0 0,0 1-1 0 0,0 0 1 0 0,0 0 0 0 0,0 0-1 0 0,0-1 1 0 0,0 1 0 0 0,-2 1-1 0 0,-26 0 1807 0 0,22-1-1487 0 0,0 0-98 0 0,0 1-1 0 0,0 0 1 0 0,1 0 0 0 0,-1 0 0 0 0,0 1 0 0 0,1 0 0 0 0,-1 1 0 0 0,1-1 0 0 0,-1 1-1 0 0,1 0 1 0 0,0 1 0 0 0,0-1 0 0 0,1 1 0 0 0,-1 0 0 0 0,1 1 0 0 0,0 0 0 0 0,0-1 0 0 0,0 2-1 0 0,1-1 1 0 0,-1 0 0 0 0,1 1 0 0 0,1 0 0 0 0,-1 0 0 0 0,1 0 0 0 0,0 0 0 0 0,0 0-1 0 0,1 1 1 0 0,0-1 0 0 0,0 1 0 0 0,-1 9 0 0 0,2-4-36 0 0,0-1 0 0 0,0 1 0 0 0,1-1 0 0 0,1 1 0 0 0,0 0 0 0 0,1-1-1 0 0,0 0 1 0 0,1 1 0 0 0,0-1 0 0 0,1 0 0 0 0,7 15 0 0 0,-8-19-151 0 0,0-1 1 0 0,1 0-1 0 0,0 0 0 0 0,0 0 1 0 0,0-1-1 0 0,1 1 0 0 0,0-1 1 0 0,0 0-1 0 0,0 0 0 0 0,1-1 0 0 0,0 0 1 0 0,0 0-1 0 0,0 0 0 0 0,0 0 1 0 0,0-1-1 0 0,1 0 0 0 0,-1-1 1 0 0,1 1-1 0 0,12 1 0 0 0,-4-1-15 0 0,0-1-1 0 0,1-1 0 0 0,-1-1 1 0 0,20-1-1 0 0,-26 0-61 0 0,-1 0-1 0 0,1 0 1 0 0,-1-1-1 0 0,0 0 1 0 0,1-1 0 0 0,-1 0-1 0 0,0 0 1 0 0,0-1 0 0 0,8-5-1 0 0,-13 7-19 0 0,-1 0 0 0 0,1 0 0 0 0,-1 0 0 0 0,0 0 0 0 0,1 0 1 0 0,-1-1-1 0 0,0 1 0 0 0,0-1 0 0 0,-1 0 0 0 0,1 1 0 0 0,0-1 0 0 0,-1 0 0 0 0,0 0 0 0 0,1 0 0 0 0,0-4 0 0 0,-1 2 16 0 0,0 0 0 0 0,-1 0 0 0 0,0 0 0 0 0,1-1 0 0 0,-2 1 0 0 0,1 0 0 0 0,-1 0 0 0 0,-1-9 0 0 0,-2 0 18 0 0,-1 2 0 0 0,0-1 1 0 0,-1 0-1 0 0,0 1 0 0 0,0 0 0 0 0,-11-14 0 0 0,-1 5-28 0 0,0 1-1 0 0,-2 0 1 0 0,0 1-1 0 0,-40-27 1 0 0,46 34-12 0 0,6 6-1 0 0,0 1 0 0 0,0 0 0 0 0,0 0 0 0 0,-1 0 0 0 0,0 1 0 0 0,-10-3 0 0 0,16 6 0 0 0,1 0 0 0 0,-1 1 0 0 0,1-1 0 0 0,-1 1 0 0 0,1 0 0 0 0,-1 0 0 0 0,1 0 0 0 0,-1 0 0 0 0,1 0 0 0 0,-1 1 0 0 0,1-1 0 0 0,-4 2 0 0 0,4-2 0 0 0,0 1 0 0 0,1 0 0 0 0,-1 0 0 0 0,1 0 0 0 0,-1 0 0 0 0,1 1 0 0 0,-1-1 0 0 0,1 0 0 0 0,0 0 0 0 0,0 1 0 0 0,-1-1 0 0 0,1 1 0 0 0,0-1 0 0 0,0 1 0 0 0,1 0 0 0 0,-1-1 0 0 0,0 1 0 0 0,-1 3 0 0 0,2-2-158 0 0,-1-1 1 0 0,0 1-1 0 0,1-1 0 0 0,0 1 1 0 0,-1-1-1 0 0,1 1 0 0 0,0 0 1 0 0,0-1-1 0 0,0 1 0 0 0,1-1 1 0 0,-1 1-1 0 0,1-1 0 0 0,-1 1 1 0 0,1-1-1 0 0,0 1 0 0 0,0-1 1 0 0,0 0-1 0 0,2 3 0 0 0,5 7-7390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6:11.3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2 112 6911 0 0,'0'-5'130'0'0,"-1"-1"0"0"0,1 0 0 0 0,0 1 0 0 0,0-7 0 0 0,0 11-9 0 0,1-1-1 0 0,-1 1 0 0 0,0-1 1 0 0,1 1-1 0 0,-1 0 1 0 0,1-1-1 0 0,-1 1 0 0 0,1 0 1 0 0,1-3-1 0 0,-2 4 108 0 0,1-1 1 0 0,0 1-1 0 0,-1-1 0 0 0,1 1 0 0 0,-1-1 0 0 0,1 1 0 0 0,-1-1 1 0 0,1 1-1 0 0,0 0 0 0 0,-1-1 0 0 0,1 1 0 0 0,0 0 0 0 0,0 0 1 0 0,-1-1-1 0 0,1 1 0 0 0,0 0 0 0 0,0 0 0 0 0,-1 0 0 0 0,2 0 1 0 0,2 0 274 0 0,-1 1 0 0 0,0 0 0 0 0,1 0-1 0 0,-1 0 1 0 0,0 1 0 0 0,0-1 0 0 0,0 1 0 0 0,3 2 0 0 0,7 3 301 0 0,-1-3-517 0 0,-1 0-1 0 0,1-1 0 0 0,0 0 1 0 0,0-1-1 0 0,0 0 1 0 0,0-1-1 0 0,0-1 1 0 0,0 1-1 0 0,0-2 0 0 0,16-2 1 0 0,-8 0-188 0 0,1-1 1 0 0,-1-1 0 0 0,0-1-1 0 0,0-1 1 0 0,21-10-1 0 0,-4-3 73 0 0,-34 18-157 0 0,0 0 0 0 0,0 0 0 0 0,0 0-1 0 0,-1 0 1 0 0,1-1 0 0 0,-1 1 0 0 0,1-1 0 0 0,-1 0-1 0 0,3-4 1 0 0,-6 5 74 0 0,-4 5-21 0 0,-5 5 20 0 0,2 4-91 0 0,0 0 0 0 0,1 1-1 0 0,0 0 1 0 0,-8 25 0 0 0,-15 58-66 0 0,22-69 114 0 0,2 0 0 0 0,1 1 1 0 0,1-1-1 0 0,1 1 0 0 0,2 0 0 0 0,1 0 0 0 0,5 48 0 0 0,7-1 228 0 0,3-1-1 0 0,3 0 0 0 0,41 105 1 0 0,-53-164-256 0 0,-1 1-1 0 0,0-1 1 0 0,-1 1 0 0 0,-1 0 0 0 0,-1 0-1 0 0,0 0 1 0 0,-1 0 0 0 0,0 1 0 0 0,-4 29-1 0 0,2-36 5 0 0,-1 0-1 0 0,0-1 0 0 0,0 1 1 0 0,-1-1-1 0 0,-1 1 0 0 0,1-1 1 0 0,-1 0-1 0 0,-1-1 0 0 0,0 1 1 0 0,0-1-1 0 0,0 0 0 0 0,-1 0 1 0 0,0 0-1 0 0,-1-1 0 0 0,0 0 0 0 0,0 0 1 0 0,-12 8-1 0 0,13-12 12 0 0,0 1 0 0 0,-1-1 0 0 0,1 0-1 0 0,-1-1 1 0 0,1 0 0 0 0,-1 0 0 0 0,0 0 0 0 0,0-1 0 0 0,0 0-1 0 0,0 0 1 0 0,-13-1 0 0 0,6 0 52 0 0,0-2-1 0 0,1 1 0 0 0,-1-2 1 0 0,0 0-1 0 0,-13-4 1 0 0,8-2-1984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6:13.3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5 350 1839 0 0,'-5'-12'11598'0'0,"105"-10"-8350"0"0,114-33-1014 0 0,115-40-1154 0 0,-189 65-1016 0 0,-138 30-149 0 0,0 0 0 0 0,0 0 0 0 0,0-1 0 0 0,0 0-1 0 0,0 1 1 0 0,0-1 0 0 0,0 0 0 0 0,-1 0 0 0 0,1 0 0 0 0,0 0 0 0 0,0 0-1 0 0,2-2 1 0 0,-4 2-43 0 0,1 1-1 0 0,-1-1 0 0 0,0 0 1 0 0,1 0-1 0 0,-1 1 0 0 0,0-1 1 0 0,1 0-1 0 0,-1 0 0 0 0,0 1 1 0 0,0-1-1 0 0,0 0 0 0 0,0 0 1 0 0,1 0-1 0 0,-1 1 0 0 0,0-1 1 0 0,0 0-1 0 0,-1 0 0 0 0,1 0 1 0 0,0 1-1 0 0,0-1 0 0 0,0 0 1 0 0,-1 0-1 0 0,1 1 1 0 0,0-1-1 0 0,0 0 0 0 0,-1 0 1 0 0,1 1-1 0 0,-1-1 0 0 0,1 0 1 0 0,-1 1-1 0 0,0-2 0 0 0,-6-7-834 0 0,-1-3 5 0 0,0 0-1 0 0,-2 1 1 0 0,-16-17 0 0 0,22 25 1094 0 0,1 0 0 0 0,-1 1-1 0 0,0-1 1 0 0,-1 0 0 0 0,1 1 0 0 0,0 0 0 0 0,-1 0 0 0 0,1 0 0 0 0,-1 1-1 0 0,0 0 1 0 0,0 0 0 0 0,1 0 0 0 0,-1 0 0 0 0,-9 0 0 0 0,2 3 1008 0 0,9 1 845 0 0,4-2-1844 0 0,-1 0-1 0 0,1-1 1 0 0,-1 1-1 0 0,1 0 1 0 0,0-1-1 0 0,-1 1 1 0 0,1-1-1 0 0,0 1 1 0 0,0-1 0 0 0,-1 1-1 0 0,1-1 1 0 0,0 0-1 0 0,0 1 1 0 0,0-1-1 0 0,0 0 1 0 0,2 1 1431 0 0,1 1-1236 0 0,50 19 974 0 0,58 15 0 0 0,-69-24-1010 0 0,1-2 0 0 0,66 7 0 0 0,-96-17-280 0 0,-10 0-14 0 0,-1 0 1 0 0,0-1-1 0 0,0 2 1 0 0,0-1-1 0 0,0 0 1 0 0,0 1-1 0 0,1-1 0 0 0,-1 1 1 0 0,0 0-1 0 0,4 2 1 0 0,-7-3-5 0 0,0 1 0 0 0,0 0 0 0 0,-1-1 0 0 0,1 1 0 0 0,0 0 0 0 0,0-1 0 0 0,0 1 0 0 0,-1-1 0 0 0,1 1 0 0 0,0 0 0 0 0,-1-1 0 0 0,1 1 0 0 0,0-1 0 0 0,-1 1 1 0 0,1-1-1 0 0,-1 1 0 0 0,1-1 0 0 0,-1 1 0 0 0,1-1 0 0 0,-1 1 0 0 0,1-1 0 0 0,-1 1 0 0 0,0-1 0 0 0,-16 14 49 0 0,-71 46-70 0 0,-17 12 860 0 0,84-56-3159 0 0,0 2-1 0 0,-30 32 1 0 0,39-35-5080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6:55.7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16 368 7367 0 0,'-15'-16'12135'0'0,"15"11"-11570"0"0,5-33 88 0 0,2 1 0 0 0,1-1 0 0 0,15-40 0 0 0,-19 66-609 0 0,1 0 0 0 0,0 1-1 0 0,0-1 1 0 0,2 1 0 0 0,-1 0-1 0 0,15-18 1 0 0,-16 24-27 0 0,-1 0 0 0 0,1 0 0 0 0,0 0 0 0 0,0 1 0 0 0,1-1 0 0 0,-1 1 0 0 0,1 1 0 0 0,0-1 0 0 0,0 1-1 0 0,0 0 1 0 0,1 0 0 0 0,-1 1 0 0 0,1 0 0 0 0,7-2 0 0 0,-12 4-14 0 0,1-1-1 0 0,0 1 0 0 0,0 0 1 0 0,0 0-1 0 0,-1 0 0 0 0,1 1 1 0 0,0-1-1 0 0,0 0 0 0 0,-1 1 1 0 0,1 0-1 0 0,0 0 1 0 0,-1 0-1 0 0,1 0 0 0 0,4 3 1 0 0,-3-2 6 0 0,-1 1 0 0 0,1 0-1 0 0,-1 0 1 0 0,0 0 0 0 0,0 0 0 0 0,0 1 0 0 0,0-1 0 0 0,3 7 0 0 0,0 1 14 0 0,0 1 1 0 0,-1 0-1 0 0,0 0 0 0 0,-1 1 1 0 0,3 17-1 0 0,-2-8-2 0 0,-2 1-1 0 0,-1-1 0 0 0,-1 1 1 0 0,-1 0-1 0 0,0 0 0 0 0,-2-1 1 0 0,-1 1-1 0 0,0 0 0 0 0,-2-1 1 0 0,-10 29-1 0 0,5-33 12 0 0,10-18-31 0 0,-1 0 0 0 0,1 0-1 0 0,0 0 1 0 0,0 0 0 0 0,0 1 0 0 0,0-1-1 0 0,0 0 1 0 0,-1 0 0 0 0,1 0 0 0 0,0 0-1 0 0,0 0 1 0 0,0 0 0 0 0,-1 1 0 0 0,1-1 0 0 0,0 0-1 0 0,0 0 1 0 0,0 0 0 0 0,-1 0 0 0 0,1 0-1 0 0,0 0 1 0 0,0 0 0 0 0,-1 0 0 0 0,1 0-1 0 0,0 0 1 0 0,0 0 0 0 0,0 0 0 0 0,-1 0-1 0 0,1 0 1 0 0,-1-1 0 0 0,1 1-1 0 0,0-1 1 0 0,-1 1-1 0 0,1-1 1 0 0,0 1 0 0 0,-1-1-1 0 0,1 1 1 0 0,0-1-1 0 0,0 1 1 0 0,-1-1 0 0 0,1 0-1 0 0,0 1 1 0 0,0-1-1 0 0,0 1 1 0 0,0-1 0 0 0,0-1-1 0 0,-1-16 5 0 0,0-1 1 0 0,2 0-1 0 0,4-31 0 0 0,15-56 34 0 0,-15 85-23 0 0,1 0-1 0 0,16-38 1 0 0,-20 53-14 0 0,1 0 0 0 0,1 0 0 0 0,-1 0 0 0 0,1 0 0 0 0,0 1 1 0 0,0-1-1 0 0,1 1 0 0 0,-1 0 0 0 0,1 0 0 0 0,0 1 0 0 0,1-1 0 0 0,-1 1 0 0 0,7-4 0 0 0,-10 7-1 0 0,0 1-1 0 0,0-1 1 0 0,0 0-1 0 0,0 0 1 0 0,0 1-1 0 0,0-1 1 0 0,0 1-1 0 0,0 0 1 0 0,0-1-1 0 0,0 1 1 0 0,0 0-1 0 0,0 0 1 0 0,0 0-1 0 0,0 1 1 0 0,0-1 0 0 0,0 0-1 0 0,0 1 1 0 0,3 1-1 0 0,-2-1 2 0 0,0 1 0 0 0,0 0 0 0 0,0-1 0 0 0,-1 1 0 0 0,1 0 0 0 0,-1 1 0 0 0,1-1 0 0 0,-1 0 0 0 0,0 1 0 0 0,3 4 0 0 0,2 3 3 0 0,-2 0 1 0 0,1 1-1 0 0,-2-1 0 0 0,1 1 1 0 0,3 15-1 0 0,-6-16-5 0 0,1 1 0 0 0,-2-1 0 0 0,0 0 0 0 0,0 1 0 0 0,-1-1 0 0 0,0 1 0 0 0,-1-1 0 0 0,0 0 0 0 0,0 1 0 0 0,-1-1 0 0 0,-1 0 0 0 0,0 0 0 0 0,0 0 0 0 0,-1 0 0 0 0,0-1 0 0 0,-1 1 0 0 0,0-1 0 0 0,0 0 0 0 0,-8 9 0 0 0,8-15 9 0 0,4-7 10 0 0,3-9 16 0 0,-2 13-34 0 0,9-38 10 0 0,1 0 0 0 0,16-37 0 0 0,-22 65 9 0 0,2-9 0 0 0,2 1-1 0 0,0 0 0 0 0,14-21 1 0 0,-19 34-16 0 0,1-1 1 0 0,0 1-1 0 0,0 0 0 0 0,0 0 1 0 0,1 0-1 0 0,0 0 0 0 0,0 1 1 0 0,0 0-1 0 0,0 0 1 0 0,1 0-1 0 0,0 1 0 0 0,0 0 1 0 0,8-4-1 0 0,-12 6-4 0 0,0 1 0 0 0,0-1 0 0 0,1 1 0 0 0,-1-1 0 0 0,0 1 0 0 0,0-1 0 0 0,1 1 0 0 0,-1 0 0 0 0,0 0 0 0 0,1 0 0 0 0,-1 1 0 0 0,0-1 0 0 0,0 0 0 0 0,0 1 0 0 0,1 0 0 0 0,-1-1 0 0 0,0 1 0 0 0,0 0 0 0 0,3 2 0 0 0,-2-1 0 0 0,-1 0 0 0 0,1 0 0 0 0,-1 1 0 0 0,0-1 0 0 0,1 1 0 0 0,-1-1 0 0 0,-1 1 0 0 0,1 0 0 0 0,0 0 0 0 0,0 0 0 0 0,1 6 0 0 0,1 4 0 0 0,0 0 0 0 0,-1 0 0 0 0,-1 1 0 0 0,0-1 0 0 0,0 18 0 0 0,-5 37 18 0 0,2-54-11 0 0,0 0-1 0 0,0 0 1 0 0,1 0 0 0 0,1 0-1 0 0,0 0 1 0 0,7 26-1 0 0,-8-39-6 0 0,0 1 0 0 0,1-1 0 0 0,-1 0 0 0 0,1 0 0 0 0,-1 1 0 0 0,1-1 0 0 0,0 0 0 0 0,0 0 0 0 0,-1 0 0 0 0,1 0 0 0 0,0 0 0 0 0,0 0 0 0 0,0 0 0 0 0,0 0 0 0 0,0 0 0 0 0,0 0 0 0 0,0 0 0 0 0,0-1 0 0 0,1 1 0 0 0,-1 0 0 0 0,2 0 0 0 0,-1-1 0 0 0,0 0 0 0 0,0 1 0 0 0,0-1 0 0 0,0 0 0 0 0,0 0 0 0 0,0-1 0 0 0,0 1 0 0 0,0 0 0 0 0,-1-1 0 0 0,1 1 0 0 0,0-1 0 0 0,0 0 0 0 0,2-1 0 0 0,3-1 0 0 0,-1-1 0 0 0,0 0 0 0 0,0 0 0 0 0,0-1 0 0 0,-1 0 0 0 0,10-10 0 0 0,-9 6 7 0 0,1 0-1 0 0,-1-1 0 0 0,-1 1 1 0 0,1-1-1 0 0,-2-1 1 0 0,1 1-1 0 0,-2-1 0 0 0,1 1 1 0 0,2-16-1 0 0,-3 9 5 0 0,-1 0-1 0 0,-1 0 1 0 0,0 0 0 0 0,-2-1-1 0 0,-2-22 1 0 0,14 103 337 0 0,28 94 0 0 0,-37-151-351 0 0,0-1 0 0 0,0 0-1 0 0,1 0 1 0 0,-1 0 0 0 0,1 0-1 0 0,0 0 1 0 0,1-1 0 0 0,6 8-1 0 0,-9-11 2 0 0,0 0 0 0 0,1 0-1 0 0,-1 0 1 0 0,1 1-1 0 0,-1-2 1 0 0,1 1-1 0 0,0 0 1 0 0,-1 0-1 0 0,1 0 1 0 0,0-1 0 0 0,-1 1-1 0 0,1-1 1 0 0,0 1-1 0 0,0-1 1 0 0,0 0-1 0 0,-1 0 1 0 0,1 0 0 0 0,0 0-1 0 0,0 0 1 0 0,0 0-1 0 0,0 0 1 0 0,-1-1-1 0 0,1 1 1 0 0,0-1-1 0 0,0 1 1 0 0,-1-1 0 0 0,1 0-1 0 0,0 1 1 0 0,-1-1-1 0 0,2-1 1 0 0,8-6-329 0 0,0 0 0 0 0,-1-1 0 0 0,0 0 0 0 0,0-1-1 0 0,-1 0 1 0 0,-1 0 0 0 0,1-1 0 0 0,-2 0 0 0 0,11-20 0 0 0,-4 4-1301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6:55.9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32 4519 0 0,'-5'-7'76'0'0,"3"4"-33"0"0,1 1 0 0 0,-1-1 1 0 0,0 1-1 0 0,0-1 0 0 0,0 1 0 0 0,-1 0 0 0 0,1 0 0 0 0,-5-3 0 0 0,7 5 4 0 0,0 0 0 0 0,0 0 0 0 0,0 0 0 0 0,-1 0 0 0 0,1 0 0 0 0,0-1 0 0 0,0 1 0 0 0,0 0 0 0 0,-1 0 0 0 0,1 0 0 0 0,0 0 0 0 0,0 0 0 0 0,0 0 0 0 0,-1 0 0 0 0,1 0 0 0 0,0 0 0 0 0,0 0 0 0 0,0 1 0 0 0,-1-1 0 0 0,1 0 0 0 0,0 0 0 0 0,0 0 0 0 0,0 0 0 0 0,-1 0 0 0 0,1 0 0 0 0,0 0 0 0 0,0 0 0 0 0,0 0 0 0 0,0 1 0 0 0,0-1 0 0 0,-1 0 0 0 0,1 0 0 0 0,0 0 0 0 0,0 0 0 0 0,0 1 0 0 0,0-1 0 0 0,0 0 0 0 0,0 0 0 0 0,0 0 0 0 0,0 0 0 0 0,-1 1 0 0 0,1-1 0 0 0,0 0 0 0 0,0 0 0 0 0,0 0 0 0 0,0 1 0 0 0,0-1 0 0 0,0 0 0 0 0,0 0 0 0 0,0 0 0 0 0,0 1 0 0 0,0-1 0 0 0,0 0 0 0 0,0 0 0 0 0,1 0 0 0 0,-1 1 0 0 0,0-1 0 0 0,2 11 3243 0 0,2-4-3039 0 0,0 0 0 0 0,0-1-1 0 0,1 1 1 0 0,0-1 0 0 0,9 8-1 0 0,10 12-1851 0 0,-10-6 401 0 0,-3 2-15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6:56.5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42 330 5983 0 0,'-1'0'201'0'0,"0"0"0"0"0,-1 0-1 0 0,1 1 1 0 0,0-1 0 0 0,0 0-1 0 0,0 0 1 0 0,0 0 0 0 0,0 0-1 0 0,0 0 1 0 0,0-1 0 0 0,0 1-1 0 0,0 0 1 0 0,0 0 0 0 0,0-1-1 0 0,0 1 1 0 0,0-1 0 0 0,0 1-1 0 0,0-1 1 0 0,0 1 0 0 0,0-1-1 0 0,0 1 1 0 0,0-1 0 0 0,0 0-1 0 0,0 0 1 0 0,1 1 0 0 0,-2-3-1 0 0,0 1 568 0 0,1-1 0 0 0,-1-1 0 0 0,1 1 0 0 0,0 0 0 0 0,0 0 0 0 0,0 0 0 0 0,-1-6 0 0 0,1-3-91 0 0,0-1 1 0 0,1 1 0 0 0,0 0 0 0 0,1 0 0 0 0,0 0-1 0 0,1 0 1 0 0,6-22 0 0 0,0 6-454 0 0,2 1 0 0 0,14-30 0 0 0,-22 53-208 0 0,1-2 6 0 0,0-1 0 0 0,0 1-1 0 0,1 0 1 0 0,0 0 0 0 0,6-6 0 0 0,-10 11-16 0 0,1 0 1 0 0,0 0-1 0 0,0 0 1 0 0,0 0-1 0 0,0 0 1 0 0,0 1-1 0 0,0-1 1 0 0,0 0-1 0 0,0 1 1 0 0,0-1-1 0 0,0 1 1 0 0,1-1-1 0 0,-1 1 1 0 0,0 0-1 0 0,0-1 1 0 0,0 1-1 0 0,1 0 1 0 0,-1 0-1 0 0,0 0 1 0 0,0 0-1 0 0,1 0 1 0 0,-1 0-1 0 0,0 0 1 0 0,0 1-1 0 0,0-1 0 0 0,1 0 1 0 0,-1 0-1 0 0,0 1 1 0 0,0-1-1 0 0,0 1 1 0 0,0 0-1 0 0,0-1 1 0 0,1 1-1 0 0,-1 0 1 0 0,-1-1-1 0 0,3 3 1 0 0,4 3 13 0 0,0 0 0 0 0,-1 1 1 0 0,0 0-1 0 0,0 1 0 0 0,8 14 0 0 0,-2 0 17 0 0,10 23-1 0 0,-14-24-34 0 0,0 0 0 0 0,-1 0 0 0 0,-1 0 0 0 0,-1 1-1 0 0,2 25 1 0 0,-2-28-2 0 0,-5-19 0 0 0,0 0 0 0 0,0 0 0 0 0,0 0 0 0 0,0 0 0 0 0,0 0 0 0 0,0 0 0 0 0,0 1 0 0 0,0-1 0 0 0,0 0 0 0 0,0 0 0 0 0,0 0 0 0 0,0 0 0 0 0,1 0 0 0 0,-1 0 0 0 0,0 0 0 0 0,0 0 0 0 0,0 0 0 0 0,0 0 0 0 0,0 0 0 0 0,0 0 0 0 0,0 0 0 0 0,1 0 0 0 0,-1 1 0 0 0,0-1 0 0 0,0 0 0 0 0,0 0 0 0 0,0 0 0 0 0,0 0 0 0 0,0 0 0 0 0,0 0 0 0 0,1 0 0 0 0,-1 0 0 0 0,0 0 0 0 0,0-1 0 0 0,0 1 0 0 0,0 0 0 0 0,0 0 0 0 0,0 0 0 0 0,0 0 0 0 0,1 0 0 0 0,4-9 0 0 0,18-80 0 0 0,-16 59 0 0 0,1 1 0 0 0,16-40 0 0 0,-21 61 0 0 0,1 1 0 0 0,0 0 0 0 0,0 0 0 0 0,1 0 0 0 0,0 0 0 0 0,0 1 0 0 0,6-6 0 0 0,-9 10 0 0 0,-1 1 0 0 0,0 0 0 0 0,0 0 0 0 0,1 0 0 0 0,-1 0 0 0 0,0 0 0 0 0,1 0 0 0 0,-1 0 0 0 0,1 1 0 0 0,-1-1 0 0 0,1 0 0 0 0,0 1 0 0 0,-1-1 0 0 0,1 1 0 0 0,0 0 0 0 0,-1 0 0 0 0,1-1 0 0 0,0 1 0 0 0,-1 0 0 0 0,1 0 0 0 0,0 0 0 0 0,-1 1 0 0 0,1-1 0 0 0,0 0 0 0 0,-1 1 0 0 0,1-1 0 0 0,0 1 0 0 0,-1-1 0 0 0,1 1 0 0 0,-1 0 0 0 0,1 0 0 0 0,-1 0 0 0 0,0 0 0 0 0,1 0 0 0 0,-1 0 0 0 0,0 0 0 0 0,0 0 0 0 0,1 0 0 0 0,-1 1 0 0 0,1 1 0 0 0,4 4 4 0 0,-1 1 0 0 0,0 0 0 0 0,0 0 0 0 0,-1 0 0 0 0,0 0 0 0 0,0 1-1 0 0,2 8 1 0 0,2 10 27 0 0,3 27-1 0 0,-7-32-15 0 0,0 0 0 0 0,13 32-1 0 0,-17-52-14 0 0,1 0 1 0 0,-1-1-1 0 0,1 1 0 0 0,0 0 1 0 0,0-1-1 0 0,0 1 0 0 0,0-1 0 0 0,0 0 1 0 0,0 1-1 0 0,0-1 0 0 0,0 0 1 0 0,1 1-1 0 0,-1-1 0 0 0,1 0 0 0 0,-1 0 1 0 0,1 0-1 0 0,-1 0 0 0 0,3 0 0 0 0,-3 0 1 0 0,1-1 0 0 0,-1 0 0 0 0,1 1 0 0 0,0-1-1 0 0,-1 0 1 0 0,1 0 0 0 0,-1 0 0 0 0,1-1 0 0 0,0 1-1 0 0,-1 0 1 0 0,1-1 0 0 0,-1 1 0 0 0,1-1-1 0 0,-1 1 1 0 0,1-1 0 0 0,1-1 0 0 0,2-1 2 0 0,0 0 1 0 0,0-1-1 0 0,0 0 1 0 0,-1 0-1 0 0,1 0 1 0 0,-1 0-1 0 0,0-1 1 0 0,-1 0-1 0 0,5-6 0 0 0,-3 2 0 0 0,-1 0-1 0 0,0 0 1 0 0,0 0-1 0 0,-1 0 0 0 0,0-1 1 0 0,-1 1-1 0 0,0-1 1 0 0,1-14-1 0 0,-2 9 19 0 0,-1 0 1 0 0,0 0-1 0 0,-1 0 0 0 0,-6-27 0 0 0,5 32 11 0 0,2 13 78 0 0,4 15 39 0 0,10 34-68 0 0,9 27 118 0 0,-20-69-180 0 0,1-1-1 0 0,1 1 1 0 0,-1-1 0 0 0,2 0-1 0 0,9 14 1 0 0,-13-20-33 0 0,1 0 0 0 0,0 0-1 0 0,0 0 1 0 0,-1-1 0 0 0,2 1 0 0 0,-1-1-1 0 0,0 0 1 0 0,0 1 0 0 0,1-2 0 0 0,-1 1-1 0 0,1 0 1 0 0,0-1 0 0 0,6 3 0 0 0,-7-4-6 0 0,0 0 0 0 0,0 1 1 0 0,0-1-1 0 0,0 0 0 0 0,0 0 0 0 0,0-1 1 0 0,0 1-1 0 0,0-1 0 0 0,0 0 0 0 0,0 1 1 0 0,0-1-1 0 0,0 0 0 0 0,0-1 0 0 0,0 1 1 0 0,0-1-1 0 0,-1 1 0 0 0,6-4 0 0 0,1-2-410 0 0,0-1 0 0 0,-1 0 0 0 0,12-12 0 0 0,-8 3-759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6:56.7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16 3679 0 0,'-14'-7'328'0'0,"7"4"-264"0"0,2-1-64 0 0,1 3 0 0 0,3 1 672 0 0,-1 1 128 0 0,2 1 16 0 0,0 0 8 0 0,0 3 344 0 0,2 4 72 0 0,4 1 8 0 0,3 2 8 0 0,5 2-872 0 0,0 1-168 0 0,3 4-40 0 0,2 0-8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6:57.3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15 365 11055 0 0,'0'0'63'0'0,"-1"0"0"0"0,0 0-1 0 0,1 0 1 0 0,-1 0-1 0 0,1 0 1 0 0,-1 0 0 0 0,1 0-1 0 0,-1 0 1 0 0,0-1-1 0 0,1 1 1 0 0,-1 0 0 0 0,1 0-1 0 0,-1-1 1 0 0,1 1-1 0 0,-1 0 1 0 0,1-1 0 0 0,-1 1-1 0 0,1 0 1 0 0,0-1 0 0 0,-1 1-1 0 0,1-1 1 0 0,-1 1-1 0 0,1-1 1 0 0,0 1 0 0 0,0-1-1 0 0,-1 1 1 0 0,1-1-1 0 0,0 1 1 0 0,0-1 0 0 0,-1 0-1 0 0,1 1 1 0 0,0-1-1 0 0,0 1 1 0 0,0-1 0 0 0,0 1-1 0 0,0-1 1 0 0,0 0-1 0 0,0 1 1 0 0,0-1 0 0 0,0 1-1 0 0,0-1 1 0 0,0 0-1 0 0,1 1 1 0 0,-1-2 0 0 0,1-4 699 0 0,1 0 0 0 0,0 0 0 0 0,4-8 0 0 0,-3 6-336 0 0,27-71 3899 0 0,10-24-2894 0 0,-38 96-1384 0 0,0 1 0 0 0,1-1 1 0 0,0 1-1 0 0,0-1 0 0 0,1 1 0 0 0,0 0 0 0 0,7-8 0 0 0,-10 12-35 0 0,1 1 0 0 0,0-1 0 0 0,0 1 0 0 0,0-1-1 0 0,-1 1 1 0 0,1 0 0 0 0,0 0 0 0 0,1 0 0 0 0,-1 0-1 0 0,0 0 1 0 0,0 0 0 0 0,0 0 0 0 0,1 1 0 0 0,-1-1-1 0 0,0 1 1 0 0,0 0 0 0 0,1 0 0 0 0,-1-1 0 0 0,0 2-1 0 0,1-1 1 0 0,-1 0 0 0 0,0 0 0 0 0,1 1 0 0 0,-1-1 0 0 0,0 1-1 0 0,5 1 1 0 0,0 2 7 0 0,0 0 0 0 0,0 0 0 0 0,0 0 0 0 0,0 1 0 0 0,0 0-1 0 0,-1 0 1 0 0,0 1 0 0 0,0 0 0 0 0,0 0 0 0 0,-1 0 0 0 0,0 1 0 0 0,0-1 0 0 0,5 12-1 0 0,5 11 6 0 0,24 61-1 0 0,-34-75 2 0 0,-2-7-25 0 0,-3-6 0 0 0,1 0 0 0 0,-1 0 0 0 0,1 0 0 0 0,0-1 0 0 0,-1 1 0 0 0,1 0 0 0 0,0 0 0 0 0,0-1 0 0 0,0 1 0 0 0,0 0 0 0 0,1-1 0 0 0,-1 1 0 0 0,3 1 0 0 0,-4-3 0 0 0,1 0 0 0 0,-1 0 0 0 0,0 0 0 0 0,0-1 0 0 0,1 1 0 0 0,-1 0 0 0 0,0-1 0 0 0,1 1 0 0 0,-1 0 0 0 0,0-1 0 0 0,0 1 0 0 0,1 0 0 0 0,-1-1 0 0 0,0 1 0 0 0,0 0 0 0 0,0-1 0 0 0,0 1 0 0 0,0-1 0 0 0,1 1 0 0 0,-1 0 0 0 0,0-1 0 0 0,0 1 0 0 0,0-1 0 0 0,0 1 0 0 0,0-1 0 0 0,0 1 0 0 0,1-15 0 0 0,-1 14 0 0 0,3-53 31 0 0,-2 26 34 0 0,5-36 0 0 0,-4 56-42 0 0,-1 1 1 0 0,1-1 0 0 0,1 1 0 0 0,-1-1 0 0 0,1 1 0 0 0,1 0 0 0 0,-1 0 0 0 0,1 0 0 0 0,6-8 0 0 0,-8 13-18 0 0,-1 0 1 0 0,1 0-1 0 0,0 0 0 0 0,-1 0 1 0 0,1 0-1 0 0,0 0 1 0 0,0 1-1 0 0,0-1 0 0 0,1 1 1 0 0,-1-1-1 0 0,0 1 0 0 0,1 0 1 0 0,-1 0-1 0 0,0 0 0 0 0,1 0 1 0 0,0 0-1 0 0,-1 1 0 0 0,1-1 1 0 0,-1 1-1 0 0,1-1 0 0 0,0 1 1 0 0,-1 0-1 0 0,1 0 0 0 0,-1 0 1 0 0,1 1-1 0 0,0-1 0 0 0,-1 1 1 0 0,1-1-1 0 0,-1 1 0 0 0,1 0 1 0 0,-1 0-1 0 0,1 0 0 0 0,1 1 1 0 0,2 2 4 0 0,0 0 1 0 0,0 0 0 0 0,-1 0-1 0 0,0 1 1 0 0,0-1-1 0 0,0 1 1 0 0,-1 0-1 0 0,1 1 1 0 0,-1-1 0 0 0,0 1-1 0 0,5 10 1 0 0,2 10 49 0 0,10 32 0 0 0,-12-31-21 0 0,14 28 0 0 0,-22-54-39 0 0,-1-1 0 0 0,0 1-1 0 0,0-1 1 0 0,0 1 0 0 0,0-1-1 0 0,1 1 1 0 0,-1-1-1 0 0,0 1 1 0 0,0-1 0 0 0,1 0-1 0 0,-1 1 1 0 0,0-1-1 0 0,1 1 1 0 0,-1-1 0 0 0,1 0-1 0 0,-1 1 1 0 0,0-1 0 0 0,1 0-1 0 0,-1 0 1 0 0,1 1-1 0 0,-1-1 1 0 0,1 0 0 0 0,-1 0-1 0 0,1 0 1 0 0,-1 0 0 0 0,1 1-1 0 0,-1-1 1 0 0,2 0-1 0 0,-2-1 1 0 0,1 1 0 0 0,0 0 0 0 0,-1-1 0 0 0,1 1 0 0 0,0-1-1 0 0,-1 1 1 0 0,1-1 0 0 0,-1 1 0 0 0,1-1 0 0 0,-1 0 0 0 0,1 1-1 0 0,-1-1 1 0 0,1 0 0 0 0,-1 1 0 0 0,1-2 0 0 0,10-30 10 0 0,3-47-11 0 0,-11 59 0 0 0,0-1 0 0 0,2 0 0 0 0,0 1 0 0 0,12-29 0 0 0,-17 47 0 0 0,1 1 0 0 0,0-1 0 0 0,-1 0 0 0 0,1 1 0 0 0,0-1 0 0 0,0 1 0 0 0,1-1 0 0 0,-1 1 0 0 0,0 0 0 0 0,0-1 0 0 0,1 1 0 0 0,-1 0 0 0 0,0 0 0 0 0,1 0 0 0 0,0 0 0 0 0,-1 0 0 0 0,3-1 0 0 0,-2 2 0 0 0,-1-1 0 0 0,1 1 0 0 0,-1 0 0 0 0,1 0 0 0 0,-1 0 0 0 0,0 1 0 0 0,1-1 0 0 0,-1 0 0 0 0,1 1 0 0 0,-1-1 0 0 0,1 0 0 0 0,-1 1 0 0 0,0 0 0 0 0,1-1 0 0 0,-1 1 0 0 0,0 0 0 0 0,0 0 0 0 0,1-1 0 0 0,-1 1 0 0 0,0 0 0 0 0,2 2 0 0 0,5 6 3 0 0,0 0 0 0 0,0 0 0 0 0,-1 0 0 0 0,0 1 0 0 0,8 15 0 0 0,23 57 28 0 0,-4-9-16 0 0,-32-69-22 0 0,0-1-35 0 0,0 0 1 0 0,0 1 0 0 0,0-1-1 0 0,0 0 1 0 0,0 0-1 0 0,3 2 1 0 0,-4-4 26 0 0,-1-1 0 0 0,1 1 0 0 0,0 0 1 0 0,0-1-1 0 0,0 0 0 0 0,0 1 0 0 0,0-1 0 0 0,-1 1 0 0 0,1-1 0 0 0,0 0 0 0 0,0 0 1 0 0,0 1-1 0 0,0-1 0 0 0,0 0 0 0 0,0 0 0 0 0,0 0 0 0 0,0 0 0 0 0,0 0 1 0 0,0 0-1 0 0,0-1 0 0 0,0 1 0 0 0,0 0 0 0 0,0 0 0 0 0,0-1 0 0 0,0 1 1 0 0,-1 0-1 0 0,3-2 0 0 0,1 0-273 0 0,0 0 1 0 0,0-1 0 0 0,0 0-1 0 0,-1 0 1 0 0,1 0-1 0 0,3-5 1 0 0,2-2-1092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6:58.2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5527 0 0,'3'20'3258'0'0,"-2"-10"-2396"0"0,11 109 6441 0 0,15 60-2254 0 0,-26-175-4974 0 0,0-1-1 0 0,0 1 1 0 0,0-1-1 0 0,1 1 1 0 0,-1-1 0 0 0,1 1-1 0 0,0-1 1 0 0,2 3-1 0 0,-4-5-60 0 0,1 0 1 0 0,0 0-1 0 0,-1-1 0 0 0,1 1 0 0 0,0 0 0 0 0,0-1 1 0 0,0 1-1 0 0,-1 0 0 0 0,1-1 0 0 0,0 1 0 0 0,0-1 0 0 0,0 1 1 0 0,0-1-1 0 0,0 0 0 0 0,0 1 0 0 0,0-1 0 0 0,0 0 0 0 0,1 0 1 0 0,-1 1-1 0 0,0-1 0 0 0,0 0 0 0 0,0 0 0 0 0,0 0 1 0 0,0-1-1 0 0,0 1 0 0 0,0 0 0 0 0,0 0 0 0 0,0 0 0 0 0,0-1 1 0 0,2 0-1 0 0,5-2 13 0 0,0-2 1 0 0,-1 1-1 0 0,1-1 1 0 0,-1 0-1 0 0,1 0 1 0 0,-1-1-1 0 0,-1 0 1 0 0,1 0-1 0 0,-1 0 1 0 0,0-1-1 0 0,-1 0 1 0 0,0-1-1 0 0,0 1 1 0 0,0-1-1 0 0,6-16 1 0 0,-4 8 9 0 0,-2 0-1 0 0,0-1 1 0 0,-1 0 0 0 0,0 1 0 0 0,-1-2 0 0 0,-1 1 0 0 0,-1-24-1 0 0,2 20 219 0 0,-3 21-251 0 0,0 0 0 0 0,0 0 1 0 0,0 0-1 0 0,0-1 0 0 0,0 1 0 0 0,0 0 0 0 0,1 0 1 0 0,-1 0-1 0 0,0 0 0 0 0,0 0 0 0 0,0 0 0 0 0,0 0 1 0 0,0 0-1 0 0,0 0 0 0 0,0-1 0 0 0,0 1 0 0 0,0 0 1 0 0,0 0-1 0 0,1 0 0 0 0,-1 0 0 0 0,0 0 0 0 0,0 0 1 0 0,0 0-1 0 0,0 0 0 0 0,0 0 0 0 0,0 0 1 0 0,0 0-1 0 0,1 0 0 0 0,-1 0 0 0 0,0 0 0 0 0,0 0 1 0 0,0 0-1 0 0,0 0 0 0 0,0 0 0 0 0,0 0 0 0 0,0 0 1 0 0,1 0-1 0 0,-1 0 0 0 0,0 0 0 0 0,0 0 0 0 0,0 0 1 0 0,0 0-1 0 0,0 0 0 0 0,0 0 0 0 0,7 11 64 0 0,4 17 8 0 0,10 41 0 0 0,7 19 39 0 0,-27-85-113 0 0,1 0 1 0 0,-1 0-1 0 0,1 0 0 0 0,0 0 1 0 0,-1 0-1 0 0,1 0 0 0 0,1-1 0 0 0,-1 1 1 0 0,0-1-1 0 0,1 1 0 0 0,-1-1 1 0 0,1 0-1 0 0,4 3 0 0 0,-5-5-1 0 0,-1 1 0 0 0,1 0 1 0 0,-1-1-1 0 0,1 1 0 0 0,0-1 0 0 0,-1 0 0 0 0,1 1 0 0 0,0-1 0 0 0,0 0 1 0 0,-1 0-1 0 0,1 0 0 0 0,0 0 0 0 0,0 0 0 0 0,-1-1 0 0 0,1 1 0 0 0,0-1 1 0 0,-1 1-1 0 0,1-1 0 0 0,0 1 0 0 0,-1-1 0 0 0,1 0 0 0 0,-1 0 0 0 0,1 0 1 0 0,-1 0-1 0 0,0 0 0 0 0,1 0 0 0 0,1-2 0 0 0,7-8 3 0 0,-1 0 0 0 0,0 0 0 0 0,0-1 0 0 0,-2 0 0 0 0,1-1 0 0 0,10-26 0 0 0,16-25 21 0 0,-31 60-8 0 0,-1 0-1 0 0,1 0 0 0 0,0 1 0 0 0,0-1 0 0 0,0 1 0 0 0,0 0 0 0 0,1 0 0 0 0,5-4 1 0 0,-8 6-10 0 0,0 1 0 0 0,1-1 0 0 0,-1 1 0 0 0,1-1 0 0 0,-1 1 1 0 0,1-1-1 0 0,-1 1 0 0 0,1 0 0 0 0,-1-1 0 0 0,1 1 1 0 0,-1 0-1 0 0,1 0 0 0 0,0 0 0 0 0,-1 0 0 0 0,1 1 0 0 0,-1-1 1 0 0,1 0-1 0 0,-1 1 0 0 0,1-1 0 0 0,-1 1 0 0 0,1-1 1 0 0,-1 1-1 0 0,0 0 0 0 0,1 0 0 0 0,-1-1 0 0 0,0 1 0 0 0,1 0 1 0 0,0 2-1 0 0,4 2 14 0 0,-1 0 0 0 0,0 1 1 0 0,-1 0-1 0 0,1 0 0 0 0,-1 0 1 0 0,0 0-1 0 0,0 1 0 0 0,-1-1 0 0 0,0 1 1 0 0,4 12-1 0 0,-1 2-3 0 0,-1 0 1 0 0,3 29-1 0 0,-6-38-18 0 0,-2 0 0 0 0,1 1 0 0 0,-1-1 0 0 0,-1 0 0 0 0,-1 0 0 0 0,1 0 0 0 0,-2-1 0 0 0,-4 17 0 0 0,8-58 0 0 0,10-22 0 0 0,9-43 0 0 0,-16 80 0 0 0,1 0 0 0 0,1 1 0 0 0,0-1 0 0 0,10-15 0 0 0,-15 28 0 0 0,0 0 0 0 0,0 0 0 0 0,1 0 0 0 0,-1 0 0 0 0,0 0 0 0 0,1 1 0 0 0,0-1 0 0 0,-1 0 0 0 0,1 1 0 0 0,0-1 0 0 0,0 1 0 0 0,0 0 0 0 0,0 0 0 0 0,0 0 0 0 0,0 0 0 0 0,0 0 0 0 0,1 0 0 0 0,-1 0 0 0 0,5 0 0 0 0,-4 1 0 0 0,1 0 0 0 0,-1 0 0 0 0,1 0 0 0 0,-1 1 0 0 0,1 0 0 0 0,-1-1 0 0 0,1 1 0 0 0,-1 0 0 0 0,0 1 0 0 0,0-1 0 0 0,7 4 0 0 0,3 4 0 0 0,-1 0 0 0 0,1 0 0 0 0,-1 2 0 0 0,18 19 0 0 0,-14-11-11 0 0,-10-11 21 0 0,1-1 1 0 0,0 1 0 0 0,0-1 0 0 0,1-1 0 0 0,0 1-1 0 0,12 7 1 0 0,-19-14-8 0 0,0 1 1 0 0,0-1-1 0 0,0 1 0 0 0,0-1 0 0 0,0 1 1 0 0,0-1-1 0 0,1 1 0 0 0,-1-1 0 0 0,0 0 1 0 0,0 0-1 0 0,1 0 0 0 0,-1 0 0 0 0,0 0 1 0 0,0 0-1 0 0,0 0 0 0 0,1 0 1 0 0,-1 0-1 0 0,0 0 0 0 0,2-1 0 0 0,-2 0 0 0 0,-1 1 1 0 0,1-1-1 0 0,0 1 0 0 0,0-1 0 0 0,-1 0 0 0 0,1 0 0 0 0,0 1 1 0 0,-1-1-1 0 0,1 0 0 0 0,-1 0 0 0 0,1 0 0 0 0,-1 1 0 0 0,0-1 0 0 0,1 0 1 0 0,-1 0-1 0 0,0 0 0 0 0,1 0 0 0 0,-1-2 0 0 0,1-1 7 0 0,-1-1 0 0 0,0 0-1 0 0,0 1 1 0 0,0-1-1 0 0,-1 1 1 0 0,1-1 0 0 0,-1 0-1 0 0,-2-6 1 0 0,0 4 11 0 0,1 0-1 0 0,1-1 1 0 0,-1 1 0 0 0,0-14-1 0 0,2 19-15 0 0,0 0-1 0 0,0 1 1 0 0,1-1-1 0 0,-1 0 1 0 0,0 1-1 0 0,1-1 1 0 0,-1 0-1 0 0,0 1 1 0 0,1-1-1 0 0,0 0 1 0 0,-1 1 0 0 0,2-2-1 0 0,-1 2-3 0 0,0 0 0 0 0,-1 1 0 0 0,1-1 0 0 0,0 0 1 0 0,0 1-1 0 0,-1-1 0 0 0,1 1 0 0 0,0-1 0 0 0,0 1 0 0 0,0-1 0 0 0,0 1 0 0 0,-1 0 0 0 0,1 0 0 0 0,0-1 0 0 0,0 1 0 0 0,0 0 1 0 0,0 0-1 0 0,0 0 0 0 0,0 0 0 0 0,0 0 0 0 0,0 0 0 0 0,0 0 0 0 0,1 0 0 0 0,1 1 15 0 0,-1 0 1 0 0,1-1-1 0 0,-1 1 1 0 0,1 0-1 0 0,-1 0 0 0 0,0 1 1 0 0,1-1-1 0 0,-1 0 0 0 0,0 1 1 0 0,0-1-1 0 0,0 1 0 0 0,0 0 1 0 0,2 2-1 0 0,22 29 380 0 0,-13-13-260 0 0,-3-7 41 0 0,-7-8-107 0 0,1 0 1 0 0,0-1-1 0 0,0 1 1 0 0,0-1-1 0 0,7 5 1 0 0,-10-8-56 0 0,1 1 0 0 0,0-1 1 0 0,0-1-1 0 0,-1 1 0 0 0,1 0 1 0 0,0 0-1 0 0,0-1 0 0 0,0 1 1 0 0,0-1-1 0 0,0 0 0 0 0,0 1 1 0 0,0-1-1 0 0,0 0 0 0 0,0 0 1 0 0,0 0-1 0 0,0-1 0 0 0,0 1 1 0 0,0 0-1 0 0,0-1 0 0 0,3 0 1 0 0,1-2 13 0 0,1 1 0 0 0,-1-1 1 0 0,0-1-1 0 0,0 1 0 0 0,-1-1 0 0 0,1 0 1 0 0,6-6-1 0 0,32-37 374 0 0,-21 22-2964 0 0,2 2-3579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8:16.0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106 49 1375 0 0,'-10'-2'12932'0'0,"8"4"-12931"0"0,0-1 5 0 0,1 1 0 0 0,-1-1 0 0 0,1 0 0 0 0,-1 1 0 0 0,1 0 0 0 0,0-1 0 0 0,-1 1 0 0 0,1 0 0 0 0,0-1 0 0 0,0 1 0 0 0,0 0 0 0 0,1 0 0 0 0,-1 0 0 0 0,0 0 0 0 0,1 0 0 0 0,-1 2 0 0 0,0 6 18 0 0,-1-1 1 0 0,-5 14-1 0 0,-2 14 91 0 0,9-36-98 0 0,0 0 0 0 0,0 0 0 0 0,0 0 0 0 0,0 0 0 0 0,-1 0 0 0 0,1-1 0 0 0,0 1 0 0 0,0 0 0 0 0,0 0 0 0 0,1 0 0 0 0,-1 0 0 0 0,0 0 0 0 0,0-1 0 0 0,0 1 0 0 0,1 0 0 0 0,-1 0 0 0 0,0 0 0 0 0,1 0 0 0 0,-1-1 0 0 0,1 1 0 0 0,-1 0 0 0 0,1-1 0 0 0,-1 1 0 0 0,1 0 0 0 0,-1-1 0 0 0,1 1 0 0 0,0 0 0 0 0,-1-1 0 0 0,1 1 0 0 0,0-1 0 0 0,0 1 0 0 0,-1-1 0 0 0,1 0 0 0 0,0 1 0 0 0,0-1 0 0 0,0 0 0 0 0,0 0 0 0 0,-1 1 0 0 0,1-1 0 0 0,0 0 0 0 0,0 0 0 0 0,0 0 0 0 0,0 0 0 0 0,1 0 0 0 0,-1 0 32 0 0,1 0-1 0 0,0-1 1 0 0,0 1 0 0 0,0-1-1 0 0,-1 1 1 0 0,1-1-1 0 0,0 0 1 0 0,-1 1-1 0 0,1-1 1 0 0,0 0 0 0 0,-1 0-1 0 0,1 0 1 0 0,-1 0-1 0 0,1 0 1 0 0,-1-1-1 0 0,0 1 1 0 0,1 0 0 0 0,-1-1-1 0 0,0 1 1 0 0,2-3-1 0 0,0-4 93 0 0,-1 0-1 0 0,1-1 0 0 0,-1 1 0 0 0,0 0 1 0 0,-1-1-1 0 0,0 1 0 0 0,-1-1 1 0 0,1 0-1 0 0,-2 1 0 0 0,1-1 1 0 0,-1 1-1 0 0,-2-10 0 0 0,3 18-123 0 0,-1-1 0 0 0,1 0 0 0 0,0 0 0 0 0,0 1-1 0 0,-1-1 1 0 0,1 0 0 0 0,0 1 0 0 0,-1-1 0 0 0,1 0 0 0 0,0 1-1 0 0,-1-1 1 0 0,1 1 0 0 0,-1-1 0 0 0,1 0 0 0 0,-1 1 0 0 0,1-1 0 0 0,-1 1-1 0 0,0 0 1 0 0,1-1 0 0 0,-1 1 0 0 0,1-1 0 0 0,-1 1 0 0 0,0 0-1 0 0,1 0 1 0 0,-1-1 0 0 0,-1 1 0 0 0,0 0 7 0 0,0 0 1 0 0,1 0-1 0 0,-1 0 0 0 0,0 0 1 0 0,0 0-1 0 0,1 1 0 0 0,-1-1 1 0 0,0 1-1 0 0,0-1 0 0 0,-2 2 1 0 0,-4 2 28 0 0,1 0 1 0 0,0 0 0 0 0,-11 9 0 0 0,14-9-41 0 0,0-1 0 0 0,1 0 0 0 0,-1 1 0 0 0,1 0 0 0 0,0-1 0 0 0,0 1 0 0 0,0 1 0 0 0,0-1 0 0 0,1 0 1 0 0,0 1-1 0 0,0-1 0 0 0,0 1 0 0 0,0 0 0 0 0,1-1 0 0 0,-1 1 0 0 0,1 0 0 0 0,1 0 0 0 0,-1 0 1 0 0,1 0-1 0 0,-1 0 0 0 0,2 0 0 0 0,-1 0 0 0 0,0 0 0 0 0,1 0 0 0 0,0 0 0 0 0,0 0 0 0 0,0-1 0 0 0,4 9 1 0 0,-5-12 12 0 0,1 0 1 0 0,-1 0 0 0 0,1 0 0 0 0,0 0 0 0 0,-1 0 0 0 0,1 0 0 0 0,0 0 0 0 0,-1 0 0 0 0,1 0 0 0 0,0 0 0 0 0,0 0 0 0 0,0 0 0 0 0,0 0 0 0 0,0-1 0 0 0,0 1 0 0 0,0 0 0 0 0,0-1 0 0 0,0 1 0 0 0,0-1 0 0 0,1 1 0 0 0,-1-1 0 0 0,2 1 0 0 0,-1-1 11 0 0,0 0 0 0 0,1 0 1 0 0,-1 0-1 0 0,0-1 1 0 0,0 1-1 0 0,1 0 1 0 0,-1-1-1 0 0,0 0 0 0 0,0 1 1 0 0,0-1-1 0 0,4-2 1 0 0,-2 1 2 0 0,1-1 0 0 0,-1 0 0 0 0,1 0 0 0 0,-1 0 1 0 0,0-1-1 0 0,0 1 0 0 0,0-1 0 0 0,-1 0 1 0 0,6-8-1 0 0,-7 8-28 0 0,0 0 1 0 0,0 0 0 0 0,-1-1-1 0 0,0 1 1 0 0,1 0-1 0 0,-2-1 1 0 0,1 1-1 0 0,0-1 1 0 0,-1 1-1 0 0,0-1 1 0 0,0 1 0 0 0,0-1-1 0 0,-1 1 1 0 0,1-1-1 0 0,-3-4 1 0 0,2 2 24 0 0,-1 1 0 0 0,0 0 0 0 0,-1 0 1 0 0,0 1-1 0 0,0-1 0 0 0,0 0 0 0 0,0 1 1 0 0,-1 0-1 0 0,0 0 0 0 0,-6-6 0 0 0,10 11-23 0 0,0 0 0 0 0,0 0 0 0 0,0-1 0 0 0,0 1 0 0 0,0 0 0 0 0,-1 0 0 0 0,1 0 0 0 0,0 0-1 0 0,0 0 1 0 0,0 0 0 0 0,0 0 0 0 0,0 0 0 0 0,-1-1 0 0 0,1 1 0 0 0,0 0 0 0 0,0 0 0 0 0,0 0 0 0 0,0 0 0 0 0,-1 0 0 0 0,1 0 0 0 0,0 0-1 0 0,0 0 1 0 0,0 0 0 0 0,0 0 0 0 0,-1 0 0 0 0,1 0 0 0 0,0 0 0 0 0,0 0 0 0 0,0 0 0 0 0,0 0 0 0 0,-1 0 0 0 0,1 1 0 0 0,0-1 0 0 0,0 0-1 0 0,0 0 1 0 0,-1 0 0 0 0,-3 8 371 0 0,0 11-139 0 0,4-18-288 0 0,-1 2 67 0 0,1 0 0 0 0,-1 0-1 0 0,1 0 1 0 0,0 0 0 0 0,0 0 0 0 0,0 1 0 0 0,0-1-1 0 0,0 0 1 0 0,0 0 0 0 0,1 0 0 0 0,1 4-1 0 0,-2-6-21 0 0,0-1 0 0 0,0 0-1 0 0,0 0 1 0 0,1 0 0 0 0,-1 1-1 0 0,0-1 1 0 0,0 0-1 0 0,0 0 1 0 0,0 0 0 0 0,0 1-1 0 0,1-1 1 0 0,-1 0 0 0 0,0 0-1 0 0,0 0 1 0 0,0 0-1 0 0,1 0 1 0 0,-1 1 0 0 0,0-1-1 0 0,0 0 1 0 0,0 0 0 0 0,1 0-1 0 0,-1 0 1 0 0,0 0-1 0 0,0 0 1 0 0,1 0 0 0 0,-1 0-1 0 0,0 0 1 0 0,0 0 0 0 0,1 0-1 0 0,-1 0 1 0 0,0 0-1 0 0,0 0 1 0 0,1 0 0 0 0,-1 0-1 0 0,0 0 1 0 0,0 0 0 0 0,0 0-1 0 0,1 0 1 0 0,-1-1-1 0 0,0 1 1 0 0,0 0 0 0 0,0 0-1 0 0,1 0 1 0 0,-1 0 0 0 0,0 0-1 0 0,0-1 1 0 0,0 1-1 0 0,0 0 1 0 0,1 0 0 0 0,-1 0-1 0 0,0-1 1 0 0,0 1-1 0 0,3-3-2 0 0,0 1 0 0 0,-1-1 0 0 0,0 0 0 0 0,1 0 0 0 0,-1 0 0 0 0,0-1 0 0 0,0 1 0 0 0,-1 0-1 0 0,1-1 1 0 0,-1 1 0 0 0,2-6 0 0 0,-2 4-1 0 0,0 1 0 0 0,0 0 0 0 0,-1 0 0 0 0,1 0 0 0 0,-1-1 0 0 0,0 1 0 0 0,0 0 0 0 0,0-1 0 0 0,-2-4 0 0 0,2 8 0 0 0,-2-3 0 0 0,1 4 0 0 0,0 1 0 0 0,1-1 0 0 0,-1 0 0 0 0,1 0 0 0 0,-1 0 0 0 0,1 0 0 0 0,0 0 0 0 0,-1 0 0 0 0,1 1 0 0 0,-1-1 0 0 0,1 0 0 0 0,-1 0 0 0 0,1 1 0 0 0,-1-1 0 0 0,1 0 0 0 0,0 1 0 0 0,-1-1 0 0 0,1 0 0 0 0,0 1 0 0 0,-1-1 0 0 0,1 1 0 0 0,-4 3-141 0 0,1-1-1 0 0,0 1 0 0 0,0 0 1 0 0,0 0-1 0 0,1 0 1 0 0,-1 1-1 0 0,1-1 1 0 0,0 1-1 0 0,0-1 0 0 0,-1 6 1 0 0,-2 8-7646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8:35.6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61 108 1783 0 0,'0'-1'100'0'0,"0"-1"0"0"0,0 0 0 0 0,-1 0 0 0 0,1 1 0 0 0,-1-1 0 0 0,1 0 0 0 0,-1 0 0 0 0,0-1 0 0 0,-3-7 536 0 0,3 7-320 0 0,1 1-1 0 0,-1 0 0 0 0,0 0 0 0 0,0 0 0 0 0,0 0 0 0 0,0-1 1 0 0,0 1-1 0 0,0 1 0 0 0,-3-4 0 0 0,4 5-201 0 0,0-1 0 0 0,0 1 0 0 0,-1-1 0 0 0,1 1 0 0 0,-1-1 1 0 0,1 1-1 0 0,-1 0 0 0 0,1-1 0 0 0,0 1 0 0 0,-1 0 0 0 0,1-1 0 0 0,-1 1 0 0 0,1 0 0 0 0,-1 0 0 0 0,0-1 0 0 0,1 1 1 0 0,-1 0-1 0 0,1 0 0 0 0,-1 0 0 0 0,1 0 0 0 0,-1 0 0 0 0,0 0 0 0 0,1 0 0 0 0,-1 0 0 0 0,1 0 0 0 0,-1 0 0 0 0,1 0 1 0 0,-1 0-1 0 0,0 0 0 0 0,1 0 0 0 0,-1 0 0 0 0,1 1 0 0 0,-1-1 0 0 0,1 0 0 0 0,-1 0 0 0 0,1 1 0 0 0,-1-1 0 0 0,1 0 0 0 0,-1 1 1 0 0,0 0-1 0 0,0-1 197 0 0,0 2-208 0 0,4 5 1847 0 0,3 3-1919 0 0,0-2 179 0 0,0 1-1 0 0,0 0 0 0 0,-2 0 1 0 0,9 19-1 0 0,-13-28-193 0 0,0 1 0 0 0,0-1 0 0 0,0 0 0 0 0,0 1 0 0 0,0-1 0 0 0,0 1 0 0 0,0-1 0 0 0,0 0 0 0 0,0 1 0 0 0,1-1 0 0 0,-1 0 0 0 0,0 1 0 0 0,0-1 0 0 0,0 0 0 0 0,1 0 0 0 0,-1 1-1 0 0,0-1 1 0 0,0 0 0 0 0,1 0 0 0 0,-1 1 0 0 0,0-1 0 0 0,0 0 0 0 0,1 0 0 0 0,-1 0 0 0 0,0 1 0 0 0,1-1 0 0 0,-1-1 41 0 0,1 1 0 0 0,-1-1 0 0 0,0 0-1 0 0,0 0 1 0 0,1 1 0 0 0,-1-1 0 0 0,0 0 0 0 0,0 0 0 0 0,0 0 0 0 0,0 1-1 0 0,0-1 1 0 0,0 0 0 0 0,0 0 0 0 0,0 1 0 0 0,0-1 0 0 0,-1 0 0 0 0,1 0 0 0 0,0 1-1 0 0,-1-2 1 0 0,-3-12 137 0 0,0 0 0 0 0,-2 0 0 0 0,-11-23 0 0 0,16 35-143 0 0,-1-1 29 0 0,0 0-1 0 0,0 0 1 0 0,0-1-1 0 0,0 1 1 0 0,-1-7-1 0 0,4 10-81 0 0,-1 5 240 0 0,-1 7-235 0 0,-2 28 96 0 0,3-37-93 0 0,1-1 1 0 0,-1 1 0 0 0,0-1 0 0 0,1 1 0 0 0,-1-1 0 0 0,1 0 0 0 0,0 1-1 0 0,0-1 1 0 0,0 0 0 0 0,0 1 0 0 0,0-1 0 0 0,0 0 0 0 0,1 0-1 0 0,2 3 1 0 0,-4-5-6 0 0,5 2 31 0 0,-5-2-28 0 0,1 0 1 0 0,-1 0 0 0 0,1 0 0 0 0,-1 0 0 0 0,0 0-1 0 0,1-1 1 0 0,-1 1 0 0 0,1 0 0 0 0,-1 0 0 0 0,0-1 0 0 0,1 1-1 0 0,-1 0 1 0 0,0-1 0 0 0,1 1 0 0 0,-1 0 0 0 0,0-1-1 0 0,0 1 1 0 0,1-1 0 0 0,-1 1 0 0 0,0 0 0 0 0,0-1-1 0 0,0 1 1 0 0,1-1 0 0 0,-1 1 0 0 0,0 0 0 0 0,0-1-1 0 0,0 1 1 0 0,0-1 0 0 0,0 1 0 0 0,0-1 0 0 0,2-9-4 0 0,-1 0 1 0 0,1-1-1 0 0,-2-15 1 0 0,0 22-1 0 0,0 1 0 0 0,-1-1 0 0 0,1 0 0 0 0,-1 0 0 0 0,0 0 0 0 0,-2-5 0 0 0,2 8 2 0 0,1-1 0 0 0,-1 1 1 0 0,0 0-1 0 0,1 0 0 0 0,-1 0 0 0 0,0 0 0 0 0,0 0 0 0 0,0 0 0 0 0,0 0 0 0 0,0 0 0 0 0,0 0 0 0 0,0 0 0 0 0,0 0 0 0 0,0 1 0 0 0,0-1 0 0 0,0 0 0 0 0,0 1 0 0 0,-1-1 0 0 0,-1 0 0 0 0,3 1 1 0 0,-1 0-1 0 0,0 0 0 0 0,1 0 1 0 0,-1 0-1 0 0,1 0 0 0 0,-1 0 1 0 0,0 0-1 0 0,1 0 1 0 0,-1 0-1 0 0,0 0 0 0 0,1 0 1 0 0,-1 0-1 0 0,1 0 1 0 0,-1 1-1 0 0,1-1 0 0 0,-1 0 1 0 0,0 0-1 0 0,1 1 0 0 0,-1-1 1 0 0,1 0-1 0 0,-1 1 1 0 0,1-1-1 0 0,-1 1 0 0 0,1-1 1 0 0,0 0-1 0 0,-1 2 0 0 0,0-1 37 0 0,0 1-1 0 0,0 0 1 0 0,0-1-1 0 0,0 1 0 0 0,0 0 1 0 0,1 0-1 0 0,-1 0 1 0 0,1-1-1 0 0,-1 3 0 0 0,1-1 31 0 0,-1 0 0 0 0,1 0-1 0 0,0 0 1 0 0,0 0-1 0 0,0 0 1 0 0,0 0-1 0 0,1 0 1 0 0,-1 0-1 0 0,1 0 1 0 0,0 0 0 0 0,1 5-1 0 0,1-5-217 0 0,1 1-1 0 0,-1 0 1 0 0,1-1 0 0 0,-1 0-1 0 0,1 0 1 0 0,7 5 0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8:37.2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 1799 0 0,'7'-1'7328'0'0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8:38.4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1375 0 0,'0'0'128'0'0,"0"2"-128"0"0,0-1 0 0 0,0 1 88 0 0,0 1-88 0 0,2 3 88 0 0,1-1 48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8:41.4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26 1839 0 0,'-1'-4'160'0'0,"1"3"-160"0"0,0-1 0 0 0,0-1 0 0 0,0 1 160 0 0,0 0 0 0 0,-2 0 0 0 0,2 1 0 0 0,0-1 352 0 0,-2-2 64 0 0,2 1 600 0 0,-9 41-2680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9:20.7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306 133 455 0 0,'-11'0'-30'0'0,"5"1"280"0"0,0-1-1 0 0,0-1 1 0 0,0 1-1 0 0,0-1 1 0 0,-14-5 835 0 0,20 6-1041 0 0,0-1 0 0 0,0 1 0 0 0,0 0 0 0 0,-1-1 0 0 0,1 1 0 0 0,0 0 0 0 0,0-1 0 0 0,0 1 0 0 0,0-1 0 0 0,0 1 0 0 0,0-1 0 0 0,6-11 1018 0 0,14-9 400 0 0,-9 14-984 0 0,-1 1 0 0 0,1 0 0 0 0,0 0 0 0 0,0 1 0 0 0,1 0 0 0 0,0 1 0 0 0,16-3 0 0 0,88-11 453 0 0,-54 10-811 0 0,-28 2-60 0 0,-15 2-52 0 0,0 2 1 0 0,21-2-1 0 0,-37 6 42 0 0,-6 2-42 0 0,-6 2-13 0 0,-38 18 36 0 0,-1-2 0 0 0,-56 16 0 0 0,13-4-46 0 0,-102 51-104 0 0,133-57 120 0 0,12-9-1 0 0,30-13 0 0 0,-30 16 0 0 0,120-40-64 0 0,64-32 265 0 0,15-6-170 0 0,82 4 871 0 0,-229 53-411 0 0,-12 5-288 0 0,-22 8-163 0 0,22-11 10 0 0,-116 50 459 0 0,11-6-192 0 0,61-26-193 0 0,35-16-88 0 0,1 1 0 0 0,1 1 0 0 0,0 1 0 0 0,-18 11 0 0 0,32-19-36 0 0,0 1 0 0 0,0 0 0 0 0,-1 0 0 0 0,1 0 0 0 0,0 0 0 0 0,0 0 0 0 0,0 0 0 0 0,1 0 0 0 0,-1 0 0 0 0,0 0 0 0 0,0 0 0 0 0,0 0 0 0 0,1 1 0 0 0,-1-1 0 0 0,0 2 0 0 0,1-2 0 0 0,0 0 0 0 0,0 0 0 0 0,1-1 0 0 0,-1 1 0 0 0,0 0 0 0 0,0 0 0 0 0,1 0 0 0 0,-1 0 0 0 0,0 0 0 0 0,1 0 0 0 0,-1 0 0 0 0,1 0 0 0 0,-1-1 0 0 0,1 1 0 0 0,-1 0 0 0 0,1 0 0 0 0,0 0 0 0 0,-1-1 0 0 0,1 1 0 0 0,0-1 0 0 0,0 1 0 0 0,1 1 0 0 0,8 4 0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9:26.5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0 215 1919 0 0,'12'-13'0'0'0,"0"-1"0"0"0,-2 0 0 0 0,0-1 0 0 0,0 0 0 0 0,12-29 0 0 0,-1-15 0 0 0,0 20 0 0 0,-20 37 0 0 0,-1 4 0 0 0,0-1 0 0 0,0 1 0 0 0,0 0 0 0 0,0 0 0 0 0,0 0 0 0 0,-1 0 0 0 0,1 0 0 0 0,0-1 0 0 0,-1 1 0 0 0,0 0 0 0 0,-1 3 0 0 0,0 1 0 0 0,-1 1 0 0 0,0 1 0 0 0,0-1 0 0 0,0 0 0 0 0,-1-1 0 0 0,-6 11 0 0 0,0-2 0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9:28.1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28 1951 0 0,'10'-12'0'0'0,"3"-1"0"0"0,-12 13 0 0 0,-1-1 0 0 0,1 1 0 0 0,-1 0 0 0 0,1-1 0 0 0,-1 1 0 0 0,1 0 0 0 0,-1 0 0 0 0,1 0 0 0 0,0-1 0 0 0,-1 1 0 0 0,1 0 0 0 0,-1 0 0 0 0,1 0 0 0 0,0 0 0 0 0,-1 0 0 0 0,1 0 0 0 0,-1 0 0 0 0,1 0 0 0 0,0 1 0 0 0,-1-1 0 0 0,1 0 0 0 0,-1 0 0 0 0,1 0 0 0 0,0 1 0 0 0,1-1 0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9:29.0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63 3 1751 0 0,'0'0'134'0'0,"-1"-1"-108"0"0,1 0 5 0 0,0 1-1 0 0,0 0 1 0 0,-1 0-1 0 0,1 0 1 0 0,0 0-1 0 0,0 0 0 0 0,-1-1 1 0 0,1 1-1 0 0,0 0 1 0 0,-1 0-1 0 0,1 0 1 0 0,0 0-1 0 0,0 0 0 0 0,-1 0 1 0 0,1 0-1 0 0,0 0 1 0 0,-1 0-1 0 0,1 0 1 0 0,0 0-1 0 0,0 0 0 0 0,-1 0 1 0 0,1 0-1 0 0,0 1 1 0 0,-1-1-1 0 0,1 0 1 0 0,0 0-1 0 0,0 0 1 0 0,-1 0-1 0 0,1 0 0 0 0,-1 1 123 0 0,1 0-123 0 0,0-1 0 0 0,0 0 1 0 0,-1 0-1 0 0,1 1 1 0 0,0-1-1 0 0,0 0 1 0 0,-7 12 1699 0 0,6-10-1595 0 0,-1 1-102 0 0,0 0 0 0 0,0-1 0 0 0,0 1 0 0 0,-1-1 0 0 0,1 0-1 0 0,-1 1 1 0 0,-4 1 0 0 0,6-3-12 0 0,0 0 0 0 0,-1 0 0 0 0,1 0 0 0 0,-1 0 0 0 0,1 0 0 0 0,0 0 0 0 0,0 0 0 0 0,0 1 0 0 0,0-1 0 0 0,0 0-1 0 0,0 1 1 0 0,0-1 0 0 0,0 1 0 0 0,0-1 0 0 0,1 1 0 0 0,-1-1 0 0 0,0 1 0 0 0,1-1 0 0 0,0 1 0 0 0,-1 0 0 0 0,1-1 0 0 0,0 1 0 0 0,0 2 0 0 0,-1-3-19 0 0,1-1-1 0 0,0 0 1 0 0,0 0 0 0 0,0 0 0 0 0,0 0 0 0 0,0 0-1 0 0,0 1 1 0 0,0-1 0 0 0,0 0 0 0 0,0 0 0 0 0,0 0-1 0 0,0 0 1 0 0,0 1 0 0 0,0-1 0 0 0,0 0 0 0 0,0 0-1 0 0,0 0 1 0 0,1 0 0 0 0,-1 1 0 0 0,0-1 0 0 0,0 0-1 0 0,0 0 1 0 0,0 0 0 0 0,0 0 0 0 0,0 0 0 0 0,0 1-1 0 0,0-1 1 0 0,0 0 0 0 0,1 0 0 0 0,-1 0 0 0 0,0 0-1 0 0,0 0 1 0 0,0 0 0 0 0,0 0 0 0 0,0 0 0 0 0,1 0-1 0 0,-1 0 1 0 0,0 1 0 0 0,0-1 0 0 0,1-1-3 0 0,0 0 1 0 0,0 0-1 0 0,0 0 1 0 0,0 0 0 0 0,0 0-1 0 0,0 0 1 0 0,0 0-1 0 0,0-1 1 0 0,-1 1-1 0 0,1 0 1 0 0,0-2-1 0 0,0 1 7 0 0,12-22-18 0 0,-12 23 16 0 0,0-1 0 0 0,0 1 1 0 0,-1-1-1 0 0,1 0 0 0 0,-1 1 0 0 0,0-1 0 0 0,1 0 0 0 0,-1 1 0 0 0,0-1 0 0 0,0 0 1 0 0,0 1-1 0 0,0-1 0 0 0,0 0 0 0 0,0 1 0 0 0,-1-1 0 0 0,0-2 0 0 0,-3 1 22 0 0,4 3-36 0 0,-1 1-1 0 0,1-1 1 0 0,-1 0 0 0 0,1 0 0 0 0,0 0 0 0 0,-1 0 0 0 0,1 0 0 0 0,0 1 0 0 0,0-1 0 0 0,-1 0 0 0 0,1 0-1 0 0,0 1 1 0 0,-1-1 0 0 0,1 0 0 0 0,0 0 0 0 0,0 1 0 0 0,-1-1 0 0 0,1 0 0 0 0,0 1 0 0 0,0-1-1 0 0,0 0 1 0 0,0 1 0 0 0,-1-1 0 0 0,1 0 0 0 0,0 1 0 0 0,0-1 0 0 0,0 0 0 0 0,0 1 0 0 0,0-1 0 0 0,0 1-1 0 0,-5 18-87 0 0,2-14-469 0 0,0-9 399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9:30.1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 42 1375 0 0,'-4'-12'4540'0'0,"6"6"-4534"0"0,-1 4-14 0 0,0 0 0 0 0,-1-1 0 0 0,1 1-1 0 0,-1 0 1 0 0,0-1 0 0 0,1 1 0 0 0,-1-5-1 0 0,0 7 9 0 0,0 0 0 0 0,0 0 0 0 0,0 0 0 0 0,0 0 0 0 0,0 0 0 0 0,0 0 0 0 0,0 0 0 0 0,0 0 0 0 0,0 0 0 0 0,0 0 0 0 0,-1 0 0 0 0,1 0 0 0 0,0 0 0 0 0,0 0 0 0 0,0 0 0 0 0,0 0 0 0 0,0 0 0 0 0,0 0 0 0 0,0 0 0 0 0,0 0 0 0 0,0 0 0 0 0,0 0 0 0 0,0 0 0 0 0,0 1 0 0 0,0-1 0 0 0,0 0 0 0 0,0 0 0 0 0,0 0 0 0 0,0 0 0 0 0,0 0 0 0 0,0 0 0 0 0,0 0 0 0 0,0 0 0 0 0,0 0 0 0 0,0 0 0 0 0,-1 0 0 0 0,1 0 0 0 0,0 0 0 0 0,0 0 0 0 0,0 0 0 0 0,0 0 0 0 0,0-1 0 0 0,0 1 0 0 0,0 0 0 0 0,0 0 0 0 0,0 0 0 0 0,0 0 0 0 0,0 0-1 0 0,0 0 1 0 0,0 0 0 0 0,0 0 0 0 0,0 0 0 0 0,0 0 0 0 0,0 0 0 0 0,0 0 0 0 0,0 0 0 0 0,0 0 0 0 0,0 0 0 0 0,-6 5 13 0 0,5-5-58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29:30.8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21 0 1847 0 0,'-2'3'-32'0'0,"0"0"0"0"0,0 0 0 0 0,0-1 0 0 0,1 1 0 0 0,-1 0 0 0 0,0 1 0 0 0,1-1 0 0 0,-2 6 0 0 0,3-8 62 0 0,-2 7-84 0 0,1-8 54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0:37.6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167 142 799 0 0,'1'-11'643'0'0,"0"0"0"0"0,4-19-1 0 0,-2 10-2 0 0,-2 19-590 0 0,-1-1-1 0 0,0 1 1 0 0,1 0 0 0 0,-1 0-1 0 0,0 0 1 0 0,0 0-1 0 0,0-1 1 0 0,0 1-1 0 0,0 0 1 0 0,0 0-1 0 0,0 0 1 0 0,0 0-1 0 0,-1 0 1 0 0,1-1-1 0 0,0 1 1 0 0,-1 0-1 0 0,1 0 1 0 0,-1 0-1 0 0,1 0 1 0 0,-1 0-1 0 0,1 0 1 0 0,-1 0-1 0 0,0 0 1 0 0,0 0-1 0 0,-1-1 1 0 0,1 2-11 0 0,-1-1-1 0 0,1 1 1 0 0,-1-1 0 0 0,0 1 0 0 0,1 0-1 0 0,-1 0 1 0 0,0 0 0 0 0,1 0 0 0 0,-1 0 0 0 0,1 0-1 0 0,-1 0 1 0 0,0 0 0 0 0,1 1 0 0 0,-1-1-1 0 0,1 1 1 0 0,-1-1 0 0 0,0 1 0 0 0,-1 1-1 0 0,-8 2 51 0 0,0 2 0 0 0,0-1-1 0 0,0 1 1 0 0,1 1 0 0 0,0 0-1 0 0,0 1 1 0 0,1-1 0 0 0,0 2-1 0 0,0-1 1 0 0,1 1 0 0 0,-12 17-1 0 0,19-23-61 0 0,0-1-1 0 0,0 1 0 0 0,0-1 0 0 0,0 0 0 0 0,0 1 1 0 0,0 0-1 0 0,1-1 0 0 0,-1 1 0 0 0,1-1 0 0 0,0 1 1 0 0,0 0-1 0 0,0-1 0 0 0,0 1 0 0 0,0 0 0 0 0,0-1 1 0 0,2 5-1 0 0,-2-6-13 0 0,1 1 1 0 0,-1-1-1 0 0,1 0 1 0 0,-1 0 0 0 0,1 0-1 0 0,-1 0 1 0 0,1 0-1 0 0,0 1 1 0 0,0-1-1 0 0,-1 0 1 0 0,1-1-1 0 0,0 1 1 0 0,0 0 0 0 0,0 0-1 0 0,0 0 1 0 0,0 0-1 0 0,0-1 1 0 0,0 1-1 0 0,1 0 1 0 0,-1-1-1 0 0,0 1 1 0 0,0-1 0 0 0,0 0-1 0 0,1 1 1 0 0,-1-1-1 0 0,0 0 1 0 0,0 0-1 0 0,1 1 1 0 0,-1-1-1 0 0,0 0 1 0 0,1 0 0 0 0,-1-1-1 0 0,0 1 1 0 0,0 0-1 0 0,2-1 1 0 0,9-2 99 0 0,0 0 0 0 0,0-1 0 0 0,0 0 0 0 0,-1-1 1 0 0,0-1-1 0 0,0 0 0 0 0,0 0 0 0 0,19-16 0 0 0,-27 20-89 0 0,1-1-1 0 0,-1-1 0 0 0,0 1 1 0 0,-1 0-1 0 0,1-1 0 0 0,0 1 1 0 0,-1-1-1 0 0,0 0 0 0 0,0 0 1 0 0,0 0-1 0 0,-1 0 0 0 0,1 0 0 0 0,-1 0 1 0 0,0-1-1 0 0,0 1 0 0 0,0 0 1 0 0,-1-1-1 0 0,1 1 0 0 0,-1 0 1 0 0,0-1-1 0 0,-1-4 0 0 0,1 6-5 0 0,-1 0-1 0 0,1 0 0 0 0,-1 0 1 0 0,0 0-1 0 0,0 0 0 0 0,0 0 1 0 0,0 1-1 0 0,0-1 0 0 0,-1 0 1 0 0,1 1-1 0 0,-1-1 0 0 0,0 1 1 0 0,1-1-1 0 0,-1 1 0 0 0,-1 0 1 0 0,1 0-1 0 0,0 0 1 0 0,0 0-1 0 0,-1 0 0 0 0,1 0 1 0 0,-1 1-1 0 0,1-1 0 0 0,-1 1 1 0 0,0-1-1 0 0,0 1 0 0 0,0 0 1 0 0,1 0-1 0 0,-1 1 0 0 0,0-1 1 0 0,-6 0-1 0 0,5 1-11 0 0,1 0 0 0 0,-1 0-1 0 0,1 0 1 0 0,-1 0 0 0 0,1 1 0 0 0,-1-1 0 0 0,1 1 0 0 0,-1 0-1 0 0,1 0 1 0 0,0 0 0 0 0,-1 1 0 0 0,1-1 0 0 0,0 1-1 0 0,-4 3 1 0 0,2-2 5 0 0,1 1-1 0 0,0 0 0 0 0,0 0 0 0 0,0 0 1 0 0,0 1-1 0 0,1-1 0 0 0,-1 1 0 0 0,-2 6 1 0 0,0 0-7 0 0,1 0 0 0 0,1 0 0 0 0,0 1 1 0 0,0-1-1 0 0,1 1 0 0 0,1 0 0 0 0,-3 23 0 0 0,5-30 6 0 0,0 0-1 0 0,0 1 0 0 0,0-1 1 0 0,1 0-1 0 0,0 0 1 0 0,0 1-1 0 0,2 5 0 0 0,-2-9 0 0 0,0 1-1 0 0,0-1 0 0 0,0 0 0 0 0,0 0 1 0 0,0-1-1 0 0,1 1 0 0 0,-1 0 0 0 0,1 0 1 0 0,-1-1-1 0 0,1 1 0 0 0,-1 0 0 0 0,1-1 1 0 0,0 0-1 0 0,0 1 0 0 0,0-1 0 0 0,0 0 1 0 0,0 0-1 0 0,0 0 0 0 0,3 1 0 0 0,0 0 25 0 0,0-1 0 0 0,1 1 1 0 0,-1-1-1 0 0,1 0 0 0 0,0-1 0 0 0,-1 1 0 0 0,1-1 0 0 0,-1 0 0 0 0,11-1 0 0 0,-12 0-21 0 0,1 1-1 0 0,-1-1 1 0 0,1 0 0 0 0,-1 0-1 0 0,0 0 1 0 0,0-1 0 0 0,1 0 0 0 0,-1 1-1 0 0,0-1 1 0 0,-1-1 0 0 0,1 1-1 0 0,4-4 1 0 0,3-2 0 0 0,-1-2 0 0 0,0 1-1 0 0,0-1 1 0 0,-1-1 0 0 0,8-11 0 0 0,-13 17-8 0 0,-1-1-1 0 0,0 1 1 0 0,0-1 0 0 0,0 0 0 0 0,-1 1 0 0 0,0-1 0 0 0,0 0 0 0 0,-1 0 0 0 0,1-1 0 0 0,-1 1 0 0 0,-1 0 0 0 0,1 0-1 0 0,-1-10 1 0 0,0 14-1 0 0,0-1 0 0 0,-1 1 0 0 0,1-1 0 0 0,0 1 0 0 0,-1-1 0 0 0,0 1 0 0 0,1-1-1 0 0,-1 1 1 0 0,0-1 0 0 0,0 1 0 0 0,-1 0 0 0 0,1 0 0 0 0,0-1 0 0 0,-1 1 0 0 0,1 0-1 0 0,-1 0 1 0 0,0 0 0 0 0,1 1 0 0 0,-1-1 0 0 0,0 0 0 0 0,0 1 0 0 0,0-1 0 0 0,-1 1-1 0 0,1 0 1 0 0,0-1 0 0 0,0 1 0 0 0,-1 0 0 0 0,1 0 0 0 0,-1 1 0 0 0,1-1 0 0 0,-1 0-1 0 0,1 1 1 0 0,-1 0 0 0 0,1-1 0 0 0,-1 1 0 0 0,1 0 0 0 0,-1 0 0 0 0,1 1 0 0 0,-1-1 0 0 0,0 0-1 0 0,1 1 1 0 0,0 0 0 0 0,-1-1 0 0 0,1 1 0 0 0,-1 0 0 0 0,1 0 0 0 0,0 1 0 0 0,0-1-1 0 0,-4 2 1 0 0,0 2-3 0 0,-1 0-1 0 0,1 0 0 0 0,-1 1 0 0 0,2 0 1 0 0,-1 0-1 0 0,-7 10 0 0 0,-24 44 195 0 0,26-42-24 0 0,10-15-133 0 0,-1-1 0 0 0,1 0 0 0 0,0 1 0 0 0,0-1 0 0 0,0 1 0 0 0,0-1 0 0 0,0 1 1 0 0,0 0-1 0 0,1-1 0 0 0,0 1 0 0 0,-1 0 0 0 0,1 3 0 0 0,0-4-31 0 0,1-1 1 0 0,-1 1-1 0 0,1-1 1 0 0,-1 1-1 0 0,1-1 1 0 0,0 0-1 0 0,0 1 1 0 0,-1-1-1 0 0,1 0 1 0 0,0 1-1 0 0,0-1 1 0 0,0 0-1 0 0,1 0 1 0 0,-1 0-1 0 0,0 0 1 0 0,0 0-1 0 0,0 0 0 0 0,1 0 1 0 0,-1-1-1 0 0,0 1 1 0 0,1 0-1 0 0,-1-1 1 0 0,2 1-1 0 0,31 12-146 0 0,-10-5 60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0:43.8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147 46 3223 0 0,'-2'-1'63'0'0,"-6"-3"-444"0"0,1 1 0 0 0,-17-6-1 0 0,22 9 460 0 0,0-1 0 0 0,-1 1 0 0 0,1-1 0 0 0,-1 1 0 0 0,1 0 1 0 0,-1 0-1 0 0,1 0 0 0 0,-1 0 0 0 0,1 1 0 0 0,-1-1 0 0 0,1 0 0 0 0,0 1 0 0 0,-1 0 0 0 0,-3 1 0 0 0,4-1 43 0 0,1 0 0 0 0,0 1 0 0 0,-1-1 0 0 0,1 0 1 0 0,0 0-1 0 0,-1 1 0 0 0,1-1 0 0 0,0 1 0 0 0,0-1 1 0 0,0 1-1 0 0,0-1 0 0 0,1 1 0 0 0,-2 1 0 0 0,-8 28 563 0 0,3-10-508 0 0,6-20-157 0 0,1 0 1 0 0,0 0 0 0 0,-1 0-1 0 0,1 0 1 0 0,0 0 0 0 0,0 0-1 0 0,0 0 1 0 0,0 0 0 0 0,0 1-1 0 0,0-1 1 0 0,0 0 0 0 0,0 0-1 0 0,0 0 1 0 0,0 0 0 0 0,1 0-1 0 0,-1 0 1 0 0,0 0 0 0 0,1 0-1 0 0,-1 0 1 0 0,1 0 0 0 0,-1 0-1 0 0,1 0 1 0 0,0-1 0 0 0,-1 1-1 0 0,1 0 1 0 0,0 0 0 0 0,1 1-1 0 0,2 2 201 0 0,1 0-1 0 0,0-1 0 0 0,11 7 1 0 0,3 2 42 0 0,-18-11-246 0 0,0 0-1 0 0,0 0 0 0 0,1 0 1 0 0,-1-1-1 0 0,0 1 0 0 0,0 0 1 0 0,1-1-1 0 0,-1 1 1 0 0,0 0-1 0 0,1-1 0 0 0,-1 0 1 0 0,1 1-1 0 0,-1-1 0 0 0,0 0 1 0 0,1 0-1 0 0,-1 1 0 0 0,1-1 1 0 0,-1 0-1 0 0,1-1 0 0 0,-1 1 1 0 0,1 0-1 0 0,-1 0 0 0 0,1-1 1 0 0,-1 1-1 0 0,0-1 1 0 0,1 1-1 0 0,-1-1 0 0 0,0 1 1 0 0,1-1-1 0 0,-1 0 0 0 0,0 0 1 0 0,0 1-1 0 0,0-1 0 0 0,0 0 1 0 0,1 0-1 0 0,0-2 0 0 0,0 1 22 0 0,0-1-1 0 0,-1 1 0 0 0,1-1 0 0 0,0 1 1 0 0,-1-1-1 0 0,0 0 0 0 0,1 0 0 0 0,-1 0 0 0 0,0 0 1 0 0,-1 0-1 0 0,1 0 0 0 0,0 0 0 0 0,-1 0 1 0 0,0 0-1 0 0,0 0 0 0 0,0-5 0 0 0,-1 0 47 0 0,-1 0-1 0 0,0-1 0 0 0,0 1 1 0 0,-1 0-1 0 0,-6-14 0 0 0,7 18-40 0 0,0 1 1 0 0,0-1-1 0 0,0 1 0 0 0,0 0 1 0 0,0 0-1 0 0,-1 0 0 0 0,1 0 1 0 0,-1 0-1 0 0,0 1 0 0 0,0-1 0 0 0,0 1 1 0 0,0-1-1 0 0,0 1 0 0 0,0 0 1 0 0,-5-2-1 0 0,7 4-44 0 0,0 0-1 0 0,0 0 1 0 0,0 0-1 0 0,0 0 1 0 0,0 0-1 0 0,0 0 1 0 0,0 0-1 0 0,0 0 1 0 0,0 0-1 0 0,0 1 1 0 0,0-1-1 0 0,0 0 1 0 0,0 1-1 0 0,0-1 1 0 0,0 1 0 0 0,0-1-1 0 0,0 1 1 0 0,1-1-1 0 0,-1 1 1 0 0,0-1-1 0 0,0 1 1 0 0,0 0-1 0 0,1 0 1 0 0,-1-1-1 0 0,0 1 1 0 0,1 0-1 0 0,-1 0 1 0 0,1 0-1 0 0,-1 0 1 0 0,0 1 0 0 0,-2 4 34 0 0,-1 1 0 0 0,-4 15 0 0 0,5-14-39 0 0,-6 15 15 0 0,-11 48 0 0 0,18-61 66 0 0,0 1 0 0 0,1-1 0 0 0,0 1 0 0 0,1-1 0 0 0,0 1 0 0 0,1-1 0 0 0,2 15 0 0 0,-3-24-62 0 0,0 0-1 0 0,1 0 0 0 0,-1 0 1 0 0,0 0-1 0 0,0 0 0 0 0,1 0 1 0 0,-1 0-1 0 0,1 0 0 0 0,-1 0 1 0 0,1 0-1 0 0,-1 0 0 0 0,1 0 0 0 0,-1-1 1 0 0,1 1-1 0 0,0 0 0 0 0,0 0 1 0 0,-1-1-1 0 0,1 1 0 0 0,0 0 1 0 0,0-1-1 0 0,0 1 0 0 0,0-1 1 0 0,0 1-1 0 0,0-1 0 0 0,1 1 1 0 0,0-1-4 0 0,0 1 0 0 0,0-1 0 0 0,-1-1 0 0 0,1 1 0 0 0,0 0 0 0 0,0 0 0 0 0,0-1 0 0 0,-1 1 0 0 0,1-1 0 0 0,0 1 0 0 0,-1-1 0 0 0,1 0 0 0 0,2-1 0 0 0,2-1-4 0 0,-1-1 1 0 0,0 1 0 0 0,-1-1-1 0 0,1 0 1 0 0,-1-1-1 0 0,0 1 1 0 0,0-1 0 0 0,5-5-1 0 0,-5 2 4 0 0,0 0 0 0 0,0-1 0 0 0,-1 1 0 0 0,0-1 0 0 0,-1 0 0 0 0,0 1 0 0 0,0-1 0 0 0,0 0 0 0 0,-1 0 0 0 0,-1 0 0 0 0,0-1 0 0 0,0 1 0 0 0,-1 0 0 0 0,0 0 0 0 0,-2-9 0 0 0,3 17-8 0 0,0 1 0 0 0,0-1 0 0 0,0 1 0 0 0,0-1 0 0 0,0 1 0 0 0,0-1 0 0 0,-1 0 0 0 0,1 1 0 0 0,0-1 0 0 0,0 1 0 0 0,-1-1 0 0 0,1 1 0 0 0,0-1 0 0 0,-1 1 0 0 0,1-1 0 0 0,0 1 0 0 0,-1 0 0 0 0,1-1 0 0 0,-1 1 0 0 0,1-1 0 0 0,-1 1 0 0 0,1 0 0 0 0,-1-1 0 0 0,1 1 0 0 0,-1 0 0 0 0,1 0 0 0 0,-1-1 0 0 0,1 1 0 0 0,-1 0 0 0 0,1 0 0 0 0,-1 0 0 0 0,0 0 0 0 0,1 0 0 0 0,-1 0 0 0 0,1 0 0 0 0,-1 0 0 0 0,0 0 0 0 0,1 0 0 0 0,-1 0 0 0 0,1 0 0 0 0,-1 0 0 0 0,1 0 0 0 0,-1 0 0 0 0,0 1 0 0 0,1-1 0 0 0,-1 0 0 0 0,1 0 0 0 0,-1 1 0 0 0,1-1 0 0 0,-1 0 0 0 0,0 1 0 0 0,-3 3 0 0 0,-1 0 0 0 0,0 0 0 0 0,1 0 0 0 0,-5 6 0 0 0,2-2 0 0 0,-61 71 0 0 0,80-91 288 0 0,-10 10-261 0 0,-1 0-1 0 0,1 1 0 0 0,0-1 0 0 0,0 1 0 0 0,0 0 0 0 0,0 0 1 0 0,0 0-1 0 0,0 0 0 0 0,0 0 0 0 0,4-1 0 0 0,1 5-807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0:45.2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221 189 455 0 0,'5'-12'294'0'0,"-1"1"-1"0"0,0-1 0 0 0,2-13 1 0 0,0 2 94 0 0,-3 13-194 0 0,1-3 297 0 0,-1 0 1 0 0,0 0-1 0 0,-1 0 0 0 0,1-19 0 0 0,-2 31-456 0 0,-1 1 0 0 0,0-1 0 0 0,0 1 0 0 0,-1-1 0 0 0,1 1-1 0 0,0 0 1 0 0,0-1 0 0 0,0 1 0 0 0,0-1 0 0 0,0 1 0 0 0,0-1 0 0 0,-1 1-1 0 0,1-1 1 0 0,0 1 0 0 0,0 0 0 0 0,0-1 0 0 0,-1 1 0 0 0,1 0-1 0 0,0-1 1 0 0,-1 1 0 0 0,1 0 0 0 0,0-1 0 0 0,-1 1 0 0 0,1 0-1 0 0,-1 0 1 0 0,1-1 0 0 0,0 1 0 0 0,-1 0 0 0 0,1 0 0 0 0,-1 0-1 0 0,1-1 1 0 0,0 1 0 0 0,-1 0 0 0 0,1 0 0 0 0,-1 0 0 0 0,1 0 0 0 0,-1 0-1 0 0,1 0 1 0 0,-1 0 0 0 0,1 0 0 0 0,-1 0 0 0 0,1 0 0 0 0,-1 0-1 0 0,1 0 1 0 0,0 1 0 0 0,-1-1 0 0 0,1 0 0 0 0,-1 0 0 0 0,1 0-1 0 0,-1 1 1 0 0,-22 10 462 0 0,23-11-488 0 0,-14 9 76 0 0,1 1-1 0 0,0 1 1 0 0,1 0-1 0 0,0 0 1 0 0,1 1 0 0 0,0 1-1 0 0,1 0 1 0 0,1 0 0 0 0,0 1-1 0 0,-11 22 1 0 0,16-27-11 0 0,0 0 1 0 0,1 1-1 0 0,0-1 1 0 0,0 1-1 0 0,-1 13 1 0 0,4-20-55 0 0,-1 0 0 0 0,1 0 1 0 0,0 0-1 0 0,0 0 0 0 0,0 0 1 0 0,0 0-1 0 0,1 0 0 0 0,-1 0 1 0 0,1 0-1 0 0,0 0 1 0 0,0-1-1 0 0,0 1 0 0 0,0 0 1 0 0,0 0-1 0 0,1-1 0 0 0,-1 1 1 0 0,1-1-1 0 0,0 1 0 0 0,0-1 1 0 0,0 0-1 0 0,3 4 0 0 0,-3-5-14 0 0,0 0 0 0 0,0 0-1 0 0,0 0 1 0 0,1 0 0 0 0,-1-1 0 0 0,0 1-1 0 0,0-1 1 0 0,1 1 0 0 0,-1-1-1 0 0,0 0 1 0 0,1 0 0 0 0,-1 0-1 0 0,0 0 1 0 0,0 0 0 0 0,1-1-1 0 0,-1 1 1 0 0,0-1 0 0 0,0 1 0 0 0,1-1-1 0 0,-1 0 1 0 0,0 0 0 0 0,2-1-1 0 0,8-3 170 0 0,-1-1 0 0 0,17-12 0 0 0,-17 10-56 0 0,-1 0-1 0 0,0 0 1 0 0,0-1-1 0 0,0-1 0 0 0,-1 1 1 0 0,-1-2-1 0 0,0 1 1 0 0,0-1-1 0 0,-1 0 0 0 0,0-1 1 0 0,-1 0-1 0 0,0 0 1 0 0,-1 0-1 0 0,5-18 0 0 0,-9 27-98 0 0,-1 1 0 0 0,1 0-1 0 0,-1-1 1 0 0,0 1 0 0 0,0 0-1 0 0,0-1 1 0 0,0 1 0 0 0,0 0-1 0 0,0-1 1 0 0,-1 1 0 0 0,1 0-1 0 0,-1 0 1 0 0,0-4 0 0 0,0 6-11 0 0,1-1 1 0 0,0 1 0 0 0,-1-1 0 0 0,1 1 0 0 0,0-1-1 0 0,-1 1 1 0 0,1-1 0 0 0,-1 1 0 0 0,1 0 0 0 0,-1-1-1 0 0,1 1 1 0 0,-1 0 0 0 0,1-1 0 0 0,-1 1 0 0 0,1 0-1 0 0,-1 0 1 0 0,1-1 0 0 0,-1 1 0 0 0,0 0 0 0 0,0 0 0 0 0,0 0 7 0 0,-1 0 0 0 0,1 0 0 0 0,-1 0 0 0 0,1 0 0 0 0,0 1 0 0 0,-1-1 0 0 0,1 0 1 0 0,-1 1-1 0 0,1-1 0 0 0,0 1 0 0 0,0-1 0 0 0,-2 2 0 0 0,-10 5 24 0 0,0 1-1 0 0,0 1 1 0 0,1 0 0 0 0,-14 13-1 0 0,22-17-29 0 0,-1-1-1 0 0,1 1 0 0 0,0 0 1 0 0,0 0-1 0 0,0 1 1 0 0,1-1-1 0 0,-1 1 1 0 0,1 0-1 0 0,1 0 1 0 0,-1 0-1 0 0,1 0 1 0 0,-2 9-1 0 0,4-15-9 0 0,0 1 1 0 0,0-1-1 0 0,0 0 0 0 0,0 0 1 0 0,0 1-1 0 0,0-1 0 0 0,1 0 1 0 0,-1 1-1 0 0,0-1 0 0 0,0 0 1 0 0,0 0-1 0 0,0 1 0 0 0,0-1 1 0 0,1 0-1 0 0,-1 1 0 0 0,0-1 1 0 0,0 0-1 0 0,0 0 0 0 0,1 0 1 0 0,-1 1-1 0 0,0-1 0 0 0,0 0 1 0 0,1 0-1 0 0,-1 0 0 0 0,0 0 1 0 0,0 1-1 0 0,1-1 0 0 0,-1 0 0 0 0,0 0 1 0 0,1 0-1 0 0,-1 0 0 0 0,0 0 1 0 0,0 0-1 0 0,1 0 0 0 0,-1 0 1 0 0,0 0-1 0 0,1 0 0 0 0,-1 0 1 0 0,0 0-1 0 0,1 0 0 0 0,-1 0 1 0 0,0 0-1 0 0,1 0 0 0 0,15-3-9 0 0,-15 3 11 0 0,17-6 135 0 0,0-1 0 0 0,0 0-1 0 0,-1-2 1 0 0,32-19-1 0 0,-43 24-72 0 0,20-13 265 0 0,-24 15-285 0 0,0 1 0 0 0,-1 0 1 0 0,1-1-1 0 0,-1 1 0 0 0,1-1 0 0 0,-1 0 0 0 0,0 0 1 0 0,0 1-1 0 0,1-1 0 0 0,-1 0 0 0 0,1-3 1 0 0,-2 4-28 0 0,0 0 0 0 0,0 1 0 0 0,0-1 0 0 0,0 1 0 0 0,0-1 0 0 0,0 1 0 0 0,0-1 1 0 0,0 1-1 0 0,0-1 0 0 0,0 1 0 0 0,-1-1 0 0 0,1 1 0 0 0,0-1 0 0 0,0 1 0 0 0,-1-1 0 0 0,1 1 1 0 0,0-1-1 0 0,0 1 0 0 0,-1-1 0 0 0,1 1 0 0 0,0-1 0 0 0,-1 1 0 0 0,1 0 0 0 0,-1-1 0 0 0,1 1 1 0 0,-1 0-1 0 0,1-1 0 0 0,-1 1 0 0 0,1 0 0 0 0,-1 0 0 0 0,1-1 0 0 0,-1 1 0 0 0,1 0 0 0 0,-1 0 1 0 0,1 0-1 0 0,-1 0 0 0 0,1 0 0 0 0,-1 0 0 0 0,1-1 0 0 0,-1 2 0 0 0,0-1 0 0 0,-25-1 598 0 0,25 1-586 0 0,-8 1 88 0 0,0 1-1 0 0,0-1 1 0 0,0 2-1 0 0,0-1 1 0 0,0 1-1 0 0,1 0 1 0 0,0 1-1 0 0,-10 6 1 0 0,-5 4-11 0 0,-31 24 0 0 0,40-26-189 0 0,0 0-1 0 0,1 1 0 0 0,1 0 1 0 0,0 1-1 0 0,0 0 0 0 0,1 1 1 0 0,1 0-1 0 0,1 1 0 0 0,0 0 1 0 0,1 1-1 0 0,1-1 0 0 0,-6 20 1 0 0,0 15-5484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0:49.3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123 166 455 0 0,'0'-17'1438'0'0,"1"0"0"0"0,1 0-1 0 0,6-16 1763 0 0,-11 67-2955 0 0,-3-13-130 0 0,2-11 50 0 0,1 0 0 0 0,1 0 0 0 0,-1 1 0 0 0,2-1 0 0 0,-1 1 0 0 0,2 0-1 0 0,-1 12 1 0 0,1-23-146 0 0,0 1-1 0 0,0-1 1 0 0,0 1 0 0 0,0-1-1 0 0,0 1 1 0 0,0 0-1 0 0,1-1 1 0 0,-1 1-1 0 0,0-1 1 0 0,0 1-1 0 0,0-1 1 0 0,0 1-1 0 0,1 0 1 0 0,-1-1 0 0 0,0 1-1 0 0,1-1 1 0 0,-1 1-1 0 0,0-1 1 0 0,1 0-1 0 0,-1 1 1 0 0,1-1-1 0 0,-1 1 1 0 0,1-1-1 0 0,-1 0 1 0 0,0 1 0 0 0,1-1-1 0 0,0 0 1 0 0,-1 1-1 0 0,1-1 1 0 0,-1 0-1 0 0,1 0 1 0 0,-1 0-1 0 0,1 1 1 0 0,-1-1-1 0 0,1 0 1 0 0,0 0-1 0 0,-1 0 1 0 0,1 0 0 0 0,-1 0-1 0 0,1 0 1 0 0,0 0-1 0 0,-1 0 1 0 0,1 0-1 0 0,-1-1 1 0 0,1 1-1 0 0,-1 0 1 0 0,1 0-1 0 0,0 0 1 0 0,-1-1 0 0 0,1 1-1 0 0,-1 0 1 0 0,1-1-1 0 0,-1 1 1 0 0,1 0-1 0 0,-1-1 1 0 0,7-3 67 0 0,-1-1 0 0 0,-1 0 0 0 0,10-8-1 0 0,-9 6 53 0 0,0 2-83 0 0,0-1-1 0 0,-1-1 0 0 0,0 1 0 0 0,0-1 1 0 0,0 0-1 0 0,-1 0 0 0 0,0 0 0 0 0,-1-1 1 0 0,5-11-1 0 0,-6 13-35 0 0,0 0 0 0 0,0 0 0 0 0,-1 0 0 0 0,0-1 0 0 0,0 1 0 0 0,-1 0 0 0 0,0 0 0 0 0,0-1 0 0 0,0 1 0 0 0,-1 0-1 0 0,0 0 1 0 0,0 0 0 0 0,-3-9 0 0 0,3 13-7 0 0,1 0-1 0 0,-1 0 0 0 0,0 0 0 0 0,-1 0 1 0 0,1 0-1 0 0,0 0 0 0 0,-1 0 0 0 0,1 1 1 0 0,-1-1-1 0 0,1 0 0 0 0,-1 1 0 0 0,0-1 1 0 0,1 1-1 0 0,-1 0 0 0 0,0-1 0 0 0,0 1 1 0 0,0 0-1 0 0,0 0 0 0 0,0 0 0 0 0,-1 1 1 0 0,1-1-1 0 0,0 0 0 0 0,0 1 0 0 0,-1-1 1 0 0,1 1-1 0 0,0 0 0 0 0,0 0 0 0 0,-1 0 1 0 0,1 0-1 0 0,0 0 0 0 0,0 0 0 0 0,-1 1 1 0 0,-2 0-1 0 0,-2 1-10 0 0,1 0 0 0 0,-1 0 0 0 0,0 0 0 0 0,1 1 0 0 0,0 0 0 0 0,0 1-1 0 0,0-1 1 0 0,0 1 0 0 0,-9 8 0 0 0,10-7-1 0 0,0 0 0 0 0,0 1 0 0 0,1-1 0 0 0,0 1 0 0 0,0 0 0 0 0,-5 10 0 0 0,8-14 0 0 0,0 1 0 0 0,-1 0 0 0 0,1-1 0 0 0,1 1 0 0 0,-1 0 0 0 0,0 0 0 0 0,0 0 0 0 0,1-1 0 0 0,0 1 0 0 0,0 0 0 0 0,0 0 0 0 0,0 0 0 0 0,0 0 0 0 0,0 0 0 0 0,1 0 0 0 0,-1 0 0 0 0,1 0 0 0 0,1 3 0 0 0,-2-6 1 0 0,0 0 0 0 0,0 1-1 0 0,0-1 1 0 0,1 0 0 0 0,-1 0 0 0 0,0 0-1 0 0,0 1 1 0 0,0-1 0 0 0,0 0-1 0 0,1 0 1 0 0,-1 0 0 0 0,0 0 0 0 0,0 0-1 0 0,0 1 1 0 0,1-1 0 0 0,-1 0-1 0 0,0 0 1 0 0,0 0 0 0 0,0 0-1 0 0,1 0 1 0 0,-1 0 0 0 0,0 0 0 0 0,0 0-1 0 0,1 0 1 0 0,-1 0 0 0 0,0 0-1 0 0,0 0 1 0 0,0 0 0 0 0,1 0 0 0 0,-1 0-1 0 0,0 0 1 0 0,0 0 0 0 0,1 0-1 0 0,-1 0 1 0 0,10-6 22 0 0,6-11 47 0 0,-13 14-56 0 0,-1-1 0 0 0,1 1 0 0 0,-1 0 1 0 0,0-1-1 0 0,0 0 0 0 0,0 0 0 0 0,-1 1 0 0 0,1-1 1 0 0,-1 0-1 0 0,0 0 0 0 0,0 0 0 0 0,1-8 0 0 0,-2 10-11 0 0,-1 0 0 0 0,1 0-1 0 0,0 0 1 0 0,0 0 0 0 0,-1 0-1 0 0,1 1 1 0 0,-1-1 0 0 0,1 0-1 0 0,-1 0 1 0 0,0 1-1 0 0,0-1 1 0 0,0 0 0 0 0,0 1-1 0 0,0-1 1 0 0,0 1 0 0 0,0-1-1 0 0,0 1 1 0 0,-1-1 0 0 0,1 1-1 0 0,0 0 1 0 0,-1 0 0 0 0,1 0-1 0 0,-1 0 1 0 0,0 0-1 0 0,1 0 1 0 0,-1 0 0 0 0,0 0-1 0 0,1 1 1 0 0,-1-1 0 0 0,-3 0-1 0 0,3 1 0 0 0,0-1 0 0 0,0 1 0 0 0,0 0 0 0 0,0 0-1 0 0,0 0 1 0 0,0 0 0 0 0,0 0 0 0 0,1 1 0 0 0,-1-1 0 0 0,0 0-1 0 0,0 1 1 0 0,0 0 0 0 0,0-1 0 0 0,0 1 0 0 0,1 0 0 0 0,-1 0-1 0 0,0 0 1 0 0,1 0 0 0 0,-1 0 0 0 0,1 0 0 0 0,-1 1 0 0 0,1-1-1 0 0,-1 0 1 0 0,1 1 0 0 0,0-1 0 0 0,0 1 0 0 0,-2 2 0 0 0,0 0 17 0 0,1 0 0 0 0,0 0 1 0 0,0 0-1 0 0,0 1 0 0 0,0-1 1 0 0,1 0-1 0 0,0 1 0 0 0,0-1 1 0 0,0 0-1 0 0,-1 9 0 0 0,3-12-23 0 0,-1 0-1 0 0,1-1 1 0 0,-1 1-1 0 0,0-1 1 0 0,1 1-1 0 0,-1-1 1 0 0,1 1-1 0 0,-1-1 0 0 0,1 1 1 0 0,-1-1-1 0 0,1 1 1 0 0,-1-1-1 0 0,1 0 1 0 0,0 1-1 0 0,-1-1 1 0 0,2 1-1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0:50.0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59 0 455 0 0,'-1'0'36'0'0,"0"0"-1"0"0,0 0 1 0 0,0 0-1 0 0,0 0 1 0 0,0 0-1 0 0,0 1 0 0 0,0-1 1 0 0,0 0-1 0 0,0 0 1 0 0,0 1-1 0 0,0-1 0 0 0,0 0 1 0 0,0 1-1 0 0,0-1 1 0 0,1 1-1 0 0,-1-1 0 0 0,0 1 1 0 0,0 0-1 0 0,0-1 1 0 0,1 1-1 0 0,-2 1 0 0 0,1 0 160 0 0,0 0-1 0 0,0 0 0 0 0,0 0 1 0 0,1 0-1 0 0,-1 0 0 0 0,1 0 1 0 0,-1 4-1 0 0,1-4-98 0 0,0 0 0 0 0,-1 0 0 0 0,1 0 1 0 0,-1 0-1 0 0,1 0 0 0 0,-1 0 0 0 0,0 0 0 0 0,0 0 1 0 0,0 0-1 0 0,0 0 0 0 0,0 0 0 0 0,-2 2 0 0 0,1 0-108 0 0,9-6-16 0 0,-5 1 24 0 0,0 0 0 0 0,-1 0 0 0 0,1 0 0 0 0,0 0 0 0 0,-1 0 0 0 0,1 0 0 0 0,-1-1 0 0 0,0 1 0 0 0,3-3 0 0 0,-4 4 4 0 0,0-1-1 0 0,0 1 1 0 0,0-1-1 0 0,0 1 1 0 0,1-1-1 0 0,-1 1 1 0 0,0-1-1 0 0,0 1 1 0 0,0-1-1 0 0,0 1 1 0 0,0-1-1 0 0,0 1 0 0 0,0-1 1 0 0,0 1-1 0 0,0-1 1 0 0,-1 1-1 0 0,1-1 1 0 0,0 1-1 0 0,0-1 1 0 0,0 1-1 0 0,-1-1 1 0 0,1 0 2 0 0,-1 1 0 0 0,1 0 0 0 0,-1 0 1 0 0,1 0-1 0 0,-1-1 0 0 0,1 1 0 0 0,-1 0 0 0 0,1 0 1 0 0,-1 0-1 0 0,1 0 0 0 0,-1 0 0 0 0,1 0 1 0 0,-1 0-1 0 0,1 0 0 0 0,-1 0 0 0 0,1 0 1 0 0,-1 0-1 0 0,1 0 0 0 0,-1 0 0 0 0,1 0 0 0 0,-1 0 1 0 0,1 0-1 0 0,-1 0 0 0 0,1 1 0 0 0,0-1 1 0 0,-1 0-1 0 0,1 0 0 0 0,-1 1 0 0 0,1-1 1 0 0,-1 0-1 0 0,1 1 0 0 0,0-1 0 0 0,-1 1 0 0 0,0-1-76 0 0,-3 5 15 0 0,-11 14 48 0 0,8-6 11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0:52.3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208 0 2255 0 0,'1'179'585'0'0,"-5"225"-674"0"0,-45 152-51 0 0,-1-34 16 0 0,22-115-20 0 0,28-406 144 0 0,-16 187-83 0 0,11-153 59 0 0,-2-1-1 0 0,-1 0 1 0 0,-17 46-1 0 0,9-45 14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0:52.7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299 33 2759 0 0,'-1'-2'-41'0'0,"-1"-1"0"0"0,1 1-1 0 0,-1-1 1 0 0,1 1 0 0 0,-1-1-1 0 0,0 1 1 0 0,0 0 0 0 0,0 0-1 0 0,0 0 1 0 0,-4-3 0 0 0,4 4 25 0 0,1 0 1 0 0,0 1 0 0 0,-1-1 0 0 0,1 1 0 0 0,0 0 0 0 0,-1-1-1 0 0,1 1 1 0 0,0 0 0 0 0,-1 0 0 0 0,1 0 0 0 0,-1 0 0 0 0,1 0 0 0 0,0 0-1 0 0,-1 0 1 0 0,1 1 0 0 0,-1-1 0 0 0,1 0 0 0 0,0 1 0 0 0,-1-1 0 0 0,1 1-1 0 0,0 0 1 0 0,0-1 0 0 0,-1 1 0 0 0,1 0 0 0 0,0 0 0 0 0,-2 1-1 0 0,-2 2 11 0 0,1 1-1 0 0,-1 0 1 0 0,1-1-1 0 0,0 1 1 0 0,0 1-1 0 0,1-1 0 0 0,-1 1 1 0 0,1-1-1 0 0,0 1 1 0 0,1 0-1 0 0,-1 0 1 0 0,1 0-1 0 0,-2 12 0 0 0,-1 5 8 0 0,1 1 0 0 0,0 32 0 0 0,-1 317 366 0 0,5-165-292 0 0,-29 391 15 0 0,-25-1-674 0 0,38-433 385 0 0,-27 239 188 0 0,16-229 90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0:56.8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32 57 1487 0 0,'0'-2'107'0'0,"22"-32"-86"0"0,-20 31-21 0 0,0 0 0 0 0,1 0 0 0 0,-1 0 0 0 0,1 0 0 0 0,4-3 0 0 0,-8 11 0 0 0,-1 0 0 0 0,1-1 0 0 0,-1 1 0 0 0,0 0 0 0 0,0-1 0 0 0,-1 1 0 0 0,1-1 0 0 0,-1 0 0 0 0,0 0 0 0 0,0 0 0 0 0,0 0 0 0 0,-1 0 0 0 0,1-1 0 0 0,-1 0 0 0 0,0 1 0 0 0,-7 3 0 0 0,-8 2 0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0:58.2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 1 1295 0 0,'0'0'94'0'0,"-1"4"-74"0"0,-1 9-22 0 0,2-6 2 0 0,0-5 0 0 0,0 1 0 0 0,-1 0 0 0 0,1-1 0 0 0,1 1 0 0 0,-1 0 0 0 0,0-1 0 0 0,1 1 0 0 0,0 0 0 0 0,0 2 0 0 0,1 1 0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0:59.4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21 1463 0 0,'14'-5'128'0'0,"-7"2"-128"0"0,-2 1 0 0 0,0 0 0 0 0,-3 2 0 0 0,0 0 0 0 0,-1-2 0 0 0,3 2 0 0 0,1-1 0 0 0,0-1 0 0 0,4 0 0 0 0,-2 1 0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1:00.8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4 1263 0 0,'2'-3'84'0'0,"0"3"-63"0"0,-1 4-14 0 0,-3 2-7 0 0,1-5 0 0 0,1 1 0 0 0,-1 0 0 0 0,1 0 0 0 0,-1-1 0 0 0,1 1 0 0 0,0 0 0 0 0,0 0 0 0 0,0 0 0 0 0,0 0 0 0 0,0-1 0 0 0,1 4 0 0 0,-1-4 0 0 0,1 0 0 0 0,-1 1 0 0 0,1-1 0 0 0,0 1 0 0 0,-1-1 0 0 0,1 0 0 0 0,0 1 0 0 0,0-1 0 0 0,0 0 0 0 0,0 0 0 0 0,0 0 0 0 0,0 0 0 0 0,1 0 0 0 0,-1 0 0 0 0,2 1 0 0 0,0 0 0 0 0,1 2 0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1:01.5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 0 1207 0 0,'-1'3'32'0'0,"1"2"21"0"0,6 9-34 0 0,-5-13-19 0 0,2 5 0 0 0,3 5 0 0 0,9 22 0 0 0,-14-28 0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1:04.8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29 1407 0 0,'0'0'0'0'0,"0"0"0"0"0,0 0 0 0 0,1 0 0 0 0,-1 0 0 0 0,0 0 0 0 0,1 0 0 0 0,-1 0 0 0 0,0 0 0 0 0,0 0 0 0 0,1 0 0 0 0,-1 0 0 0 0,0 0 0 0 0,0 0 0 0 0,1 0 0 0 0,-1 0 0 0 0,0 1 0 0 0,0-1 0 0 0,1 0 0 0 0,-1 0 0 0 0,0 0 0 0 0,0 0 0 0 0,1 1 0 0 0,-1-1 0 0 0,0 0 0 0 0,0 0 0 0 0,1 1 0 0 0,0 0 0 0 0,0 0 0 0 0,0 0 0 0 0,0 0 0 0 0,1 0 0 0 0,-1 0 0 0 0,0 0 0 0 0,0-1 0 0 0,0 1 0 0 0,2 0 0 0 0,11 4 0 0 0,0 0 0 0 0,27 6 0 0 0,-39-11 0 0 0,0 1 0 0 0,-1-1 0 0 0,1 1 0 0 0,-1-1 0 0 0,1 1 0 0 0,-1 0 0 0 0,1 0 0 0 0,-1 0 0 0 0,1 0 0 0 0,-1 0 0 0 0,0 0 0 0 0,1 0 0 0 0,-1 0 0 0 0,0 0 0 0 0,0 1 0 0 0,0-1 0 0 0,0 0 0 0 0,1 2 0 0 0,-2-2 0 0 0,1 0 0 0 0,-1 0 0 0 0,0 0 0 0 0,1-1 0 0 0,-1 1 0 0 0,0 0 0 0 0,0 0 0 0 0,1 0 0 0 0,-1 0 0 0 0,0 0 0 0 0,0-1 0 0 0,0 1 0 0 0,0 0 0 0 0,0 0 0 0 0,0 0 0 0 0,-1 0 0 0 0,1 0 0 0 0,0 0 0 0 0,0 0 0 0 0,0-1 0 0 0,-1 1 0 0 0,1 0 0 0 0,-1 0 0 0 0,1 0 0 0 0,-1-1 0 0 0,1 1 0 0 0,-1 0 0 0 0,1-1 0 0 0,-1 1 0 0 0,1 0 0 0 0,-1-1 0 0 0,0 1 0 0 0,1-1 0 0 0,-3 2 0 0 0,-5 7 0 0 0,12-7 0 0 0,12-4 0 0 0,-6-1 0 0 0,1 0 0 0 0,-1-1 0 0 0,0 0 0 0 0,0-1 0 0 0,0 0 0 0 0,10-7 0 0 0,-4 1 0 0 0,-6 5 0 0 0,-1 0 0 0 0,0-1 0 0 0,0 0 0 0 0,-1-1 0 0 0,0 1 0 0 0,11-14 0 0 0,-19 21 0 0 0,0-1 0 0 0,0 1 0 0 0,1 0-1 0 0,-1 0 1 0 0,0-1 0 0 0,0 1-1 0 0,0 0 1 0 0,1 0 0 0 0,-1-1-1 0 0,0 1 1 0 0,0 0 0 0 0,0-1-1 0 0,0 1 1 0 0,0 0 0 0 0,1-1-1 0 0,-1 1 1 0 0,0 0 0 0 0,0-1-1 0 0,0 1 1 0 0,0 0 0 0 0,0-1 0 0 0,0 1-1 0 0,0-1 1 0 0,0 1 0 0 0,0 0-1 0 0,-1-1 1 0 0,1 1 0 0 0,0 0-1 0 0,0-1 1 0 0,-10 1-21 0 0,-14 10-12 0 0,23-10 32 0 0,-116 65 1 0 0,101-53 19 0 0,15-12-17 0 0,0 1 1 0 0,0 0-1 0 0,0-1 0 0 0,1 1 1 0 0,-1 0-1 0 0,0 0 0 0 0,0 0 1 0 0,1 0-1 0 0,-1 0 0 0 0,0 0 1 0 0,1 0-1 0 0,-1 0 0 0 0,1 0 1 0 0,-1 1-1 0 0,1-2-2 0 0,1 1 1 0 0,-1-1 0 0 0,1 0-1 0 0,0 0 1 0 0,-1 0-1 0 0,1 0 1 0 0,0 0-1 0 0,-1 0 1 0 0,1 0 0 0 0,0 0-1 0 0,-1 0 1 0 0,1 0-1 0 0,-1 0 1 0 0,1 0 0 0 0,0 0-1 0 0,-1 0 1 0 0,1-1-1 0 0,-1 1 1 0 0,2 0-1 0 0,14-5-1 0 0,10-2 1 0 0,-16 5 0 0 0,-1-1 0 0 0,1 0 0 0 0,-1 0 0 0 0,10-6 0 0 0,-17 8 0 0 0,0 0 0 0 0,0 0 0 0 0,0 0 0 0 0,0 0 0 0 0,-1-1 0 0 0,1 1 0 0 0,0-1 0 0 0,-1 1 0 0 0,1-1 0 0 0,-1 0 0 0 0,0 0 0 0 0,0 0 0 0 0,0 1 0 0 0,1-1 0 0 0,-2 0 0 0 0,1 0 0 0 0,0 0 0 0 0,0 0 0 0 0,-1-1 0 0 0,1 1 0 0 0,-1 0 0 0 0,1 0 0 0 0,-1-4 0 0 0,0 6 0 0 0,0 1-1 0 0,0 0 0 0 0,0-1 0 0 0,-1 1 0 0 0,1-1 0 0 0,0 1 0 0 0,0 0 0 0 0,0-1 0 0 0,-1 1 0 0 0,1-1 0 0 0,0 1 0 0 0,-1-1 0 0 0,1 1 0 0 0,0-1 0 0 0,-1 1 0 0 0,1-1 0 0 0,-1 1 0 0 0,1-1 0 0 0,-1 1 0 0 0,1-1 0 0 0,-1 0 0 0 0,1 1 0 0 0,-1-1 0 0 0,1 0 0 0 0,-1 1 0 0 0,0-1 0 0 0,1 0 0 0 0,-1 0 0 0 0,1 0 0 0 0,-1 0 0 0 0,0 1 0 0 0,1-1 0 0 0,-1 0 1 0 0,0 0-1 0 0,1 0 0 0 0,-1 0 0 0 0,1 0 0 0 0,-1 0 0 0 0,0-1 0 0 0,1 1 0 0 0,-1 0 0 0 0,0 0 0 0 0,1 0 0 0 0,-1-1 0 0 0,1 1 0 0 0,-1 0 0 0 0,1-1 0 0 0,-1 1 0 0 0,1 0 0 0 0,-1-1 0 0 0,1 1 0 0 0,-1 0 0 0 0,1-1 0 0 0,-1 1 0 0 0,1-1 0 0 0,-1 1 0 0 0,1-1 0 0 0,0 1 0 0 0,-1-1 0 0 0,1 0 0 0 0,0 1 0 0 0,0-1 0 0 0,-1 1 0 0 0,1-1 0 0 0,0-1 0 0 0,2 11 1 0 0,-1-6 0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1:06.4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60 1599 0 0,'0'0'0'0'0,"0"0"0"0"0,0 0 0 0 0,0 0 0 0 0,0 0 0 0 0,0 0 0 0 0,0 0 0 0 0,0-1 0 0 0,0 1 0 0 0,0 0 0 0 0,0 0 0 0 0,0 0 0 0 0,0 0 0 0 0,0 0 0 0 0,0 0 0 0 0,0 0 0 0 0,0-1 0 0 0,1 1 0 0 0,-1 0 0 0 0,0 0 0 0 0,0 0 0 0 0,0 0 0 0 0,0 0 0 0 0,0 0 0 0 0,0 0 0 0 0,0 0 0 0 0,0-1 0 0 0,0 1 0 0 0,0 0 0 0 0,1 0 0 0 0,-1 0 0 0 0,0 0 0 0 0,0 0 0 0 0,0 0 0 0 0,0 0 0 0 0,0 0 0 0 0,0 0 0 0 0,0 0 0 0 0,1 0 0 0 0,-1 0 0 0 0,0 0 0 0 0,0 0 0 0 0,0 0 0 0 0,0 0 0 0 0,0 0 0 0 0,1 0 0 0 0,11-4 0 0 0,-11 3 0 0 0,2 0 0 0 0,0-1 0 0 0,0 0 0 0 0,-1 0 0 0 0,1 0 0 0 0,0 0 0 0 0,-1 0 0 0 0,1 0 0 0 0,-1-1 0 0 0,0 1 0 0 0,0-1 0 0 0,0 1 0 0 0,0-1 0 0 0,0 0 0 0 0,-1 0 0 0 0,2-3 0 0 0,-1-6 0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1:08.2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286 195 1471 0 0,'2'-2'-24'0'0,"0"0"-1"0"0,-1 1 0 0 0,1-1 0 0 0,-1 0 0 0 0,0 0 0 0 0,0 0 1 0 0,1 0-1 0 0,-1 0 0 0 0,0 0 0 0 0,-1-1 0 0 0,1 1 0 0 0,0 0 1 0 0,-1 0-1 0 0,1-1 0 0 0,-1 1 0 0 0,0 0 0 0 0,1-5 0 0 0,-2 5 56 0 0,1 0 0 0 0,-1 0 0 0 0,1 0 0 0 0,-1 1 0 0 0,1-1 0 0 0,-1 0 0 0 0,0 0 0 0 0,0 1 0 0 0,0-1 0 0 0,0 0 0 0 0,0 1 0 0 0,0-1 0 0 0,0 1 0 0 0,0 0 0 0 0,-1-1 0 0 0,1 1 0 0 0,-1 0 0 0 0,1 0 0 0 0,-1 0 0 0 0,1 0 0 0 0,-1 0 0 0 0,1 0 0 0 0,-3-1-1 0 0,-7-3 114 0 0,2 1 25 0 0,-1 0-1 0 0,1 0 1 0 0,-1 1 0 0 0,-15-3-1 0 0,22 5-144 0 0,0 1-1 0 0,-1 0 1 0 0,1 0 0 0 0,-1 0-1 0 0,1 0 1 0 0,-1 1-1 0 0,1-1 1 0 0,0 1-1 0 0,-1 0 1 0 0,1 0-1 0 0,0 0 1 0 0,0 1-1 0 0,0-1 1 0 0,0 1-1 0 0,0-1 1 0 0,0 1 0 0 0,-4 4-1 0 0,5-5-20 0 0,-2 2 26 0 0,-1 0-1 0 0,1 1 1 0 0,0-1 0 0 0,0 1 0 0 0,0 0 0 0 0,1 0 0 0 0,-1 0 0 0 0,1 0 0 0 0,0 1 0 0 0,0 0 0 0 0,-4 9-1 0 0,7-13-28 0 0,0 0 0 0 0,0-1 0 0 0,0 1 0 0 0,0 0 0 0 0,0 0 0 0 0,0 0 0 0 0,0 0 0 0 0,0 0 0 0 0,0-1 0 0 0,1 1 0 0 0,-1 0 0 0 0,0 0 0 0 0,0 0 0 0 0,1-1 0 0 0,-1 1 0 0 0,1 0 0 0 0,-1 0 0 0 0,1-1 0 0 0,-1 1 0 0 0,1 0 0 0 0,-1-1 0 0 0,1 1 0 0 0,-1 0 0 0 0,1-1 0 0 0,0 1 0 0 0,-1-1 0 0 0,1 1 0 0 0,0-1 0 0 0,0 0 0 0 0,-1 1 0 0 0,1-1 0 0 0,0 0 0 0 0,0 1 0 0 0,0-1 0 0 0,-1 0 0 0 0,2 0 0 0 0,4 2 0 0 0,-1-1 0 0 0,1 0 0 0 0,10 1 0 0 0,1-1 51 0 0,1 0-1 0 0,0-2 0 0 0,-1 0 1 0 0,1-1-1 0 0,-1-1 0 0 0,18-5 0 0 0,-26 6-8 0 0,0-1-1 0 0,-1-1 0 0 0,1 1 0 0 0,-1-1 0 0 0,0-1 0 0 0,0 1 0 0 0,0-1 1 0 0,-1-1-1 0 0,1 0 0 0 0,-1 0 0 0 0,-1 0 0 0 0,1-1 0 0 0,6-8 0 0 0,-11 12-2 0 0,1-1-1 0 0,-1 0 0 0 0,0 0 0 0 0,0 0 0 0 0,0 0 0 0 0,0-1 0 0 0,-1 1 0 0 0,1 0 0 0 0,0-5 0 0 0,-2 7-29 0 0,0 0 0 0 0,0 0 0 0 0,0 0 0 0 0,0 0 1 0 0,0 0-1 0 0,0 0 0 0 0,0 0 0 0 0,-1 0 0 0 0,1 0 0 0 0,-1 0 0 0 0,1 0 0 0 0,-1 1 0 0 0,0-1 0 0 0,0 0 0 0 0,0 0 0 0 0,0 1 1 0 0,0-1-1 0 0,0 0 0 0 0,0 1 0 0 0,-1-1 0 0 0,1 1 0 0 0,0 0 0 0 0,-4-3 0 0 0,3 2 2 0 0,-1 0-1 0 0,0 0 1 0 0,0 1-1 0 0,0-1 1 0 0,-1 1-1 0 0,1-1 1 0 0,0 1-1 0 0,-1 0 1 0 0,1 0-1 0 0,-1 0 1 0 0,1 1-1 0 0,-1-1 1 0 0,1 1 0 0 0,-7 0-1 0 0,4 1-1 0 0,0 0-1 0 0,1 0 1 0 0,-1 1-1 0 0,1-1 1 0 0,0 1-1 0 0,0 0 0 0 0,-1 1 1 0 0,-6 4-1 0 0,-4 4-1 0 0,0 1-1 0 0,1 1 0 0 0,0 0 0 0 0,-15 18 0 0 0,-55 72-6 0 0,84-102 5 0 0,0 0-1 0 0,0 1 1 0 0,0-1 0 0 0,1 0-1 0 0,-1 0 1 0 0,0 0-1 0 0,1 0 1 0 0,-1 1-1 0 0,1-1 1 0 0,-1 0-1 0 0,1 1 1 0 0,0-1-1 0 0,-1 0 1 0 0,1 0-1 0 0,0 1 1 0 0,0-1-1 0 0,0 1 1 0 0,0-1-1 0 0,0 0 1 0 0,1 1-1 0 0,-1-1 1 0 0,0 0-1 0 0,0 0 1 0 0,1 1-1 0 0,-1-1 1 0 0,1 0 0 0 0,-1 0-1 0 0,1 1 1 0 0,0-1-1 0 0,0 0 1 0 0,-1 0-1 0 0,1 0 1 0 0,0 0-1 0 0,0 0 1 0 0,0 0-1 0 0,0 0 1 0 0,0 0-1 0 0,0 0 1 0 0,2 0-1 0 0,0 2 9 0 0,1-1 0 0 0,-1 0-1 0 0,1 0 1 0 0,0 0 0 0 0,0-1 0 0 0,0 0-1 0 0,0 1 1 0 0,0-1 0 0 0,0-1-1 0 0,1 1 1 0 0,5 0 0 0 0,-3-2 10 0 0,1 0 1 0 0,0 0-1 0 0,0-1 1 0 0,-1 0-1 0 0,1 0 0 0 0,-1-1 1 0 0,0 0-1 0 0,0 0 1 0 0,0-1-1 0 0,0 0 1 0 0,0 0-1 0 0,10-9 1 0 0,3-4 181 0 0,0-1 1 0 0,24-28-1 0 0,-33 34-131 0 0,22-27 96 0 0,-30 35-141 0 0,0 0-1 0 0,-1 0 1 0 0,1 0 0 0 0,-1 0-1 0 0,0-1 1 0 0,0 1 0 0 0,2-9-1 0 0,-4 12-22 0 0,0 0-1 0 0,0 0 0 0 0,1 0 0 0 0,-1 0 1 0 0,0 1-1 0 0,0-1 0 0 0,0 0 0 0 0,0 0 1 0 0,0 0-1 0 0,0 0 0 0 0,-1 0 0 0 0,1 0 1 0 0,0 0-1 0 0,0 1 0 0 0,-1-1 0 0 0,1 0 1 0 0,0 0-1 0 0,-1 0 0 0 0,1 1 0 0 0,-1-1 1 0 0,1 0-1 0 0,-1 0 0 0 0,0-1 0 0 0,-1 2-1 0 0,1-1 0 0 0,0 0 1 0 0,0 1-1 0 0,-1-1 0 0 0,1 1 0 0 0,0-1 0 0 0,-1 1 0 0 0,1-1 0 0 0,-1 1 0 0 0,1 0 0 0 0,-1 0 0 0 0,1 0 0 0 0,-3 0 0 0 0,-5 0-1 0 0,1 2-1 0 0,-1-1 1 0 0,-16 5-1 0 0,23-5-3 0 0,-33 9 16 0 0,0 1-1 0 0,0 2 1 0 0,2 2-1 0 0,-39 22 0 0 0,61-30-13 0 0,0 0-1 0 0,-17 17 0 0 0,23-20-1 0 0,1 1-1 0 0,-1 0 1 0 0,1 0 0 0 0,0 0-1 0 0,0 1 1 0 0,1-1-1 0 0,-4 10 1 0 0,6-15-4 0 0,1 1 0 0 0,-1 0 0 0 0,1 0 0 0 0,0 0 0 0 0,0 0 0 0 0,-1 0 0 0 0,1 0 0 0 0,0 0 0 0 0,0 0 0 0 0,0 0 0 0 0,0 0 0 0 0,0 0 0 0 0,0 0 0 0 0,0 0 0 0 0,1 0 0 0 0,-1 0 0 0 0,0 0 0 0 0,0 0 0 0 0,1 0 0 0 0,-1 0 0 0 0,1 0 0 0 0,-1-1 0 0 0,1 2 0 0 0,1 0 6 0 0,-1-1 1 0 0,0 0-1 0 0,1 0 1 0 0,-1 0-1 0 0,1 0 1 0 0,-1 0-1 0 0,1 0 0 0 0,-1 0 1 0 0,1 0-1 0 0,0-1 1 0 0,-1 1-1 0 0,3 0 1 0 0,2 0-5 0 0,0 0 1 0 0,1 0 0 0 0,-1 0-1 0 0,1-1 1 0 0,-1 0 0 0 0,10-1-1 0 0,11-4 22 0 0,1-2-1 0 0,-1-1 0 0 0,0-1 1 0 0,-1-1-1 0 0,0-2 0 0 0,45-27 0 0 0,-57 31-8 0 0,0-1-1 0 0,0-1 0 0 0,-1 0 0 0 0,0-1 0 0 0,-1 0 0 0 0,18-20 0 0 0,-29 30-9 0 0,0-1 0 0 0,0 1 0 0 0,-1 0 0 0 0,1 0 0 0 0,0 0 0 0 0,-1-1 0 0 0,1 1 0 0 0,-1 0 0 0 0,1 0 0 0 0,-1-1 0 0 0,1 1 0 0 0,-1-1 0 0 0,0 1 0 0 0,0 0 0 0 0,0-1 0 0 0,1 1 0 0 0,-1-1 0 0 0,-1 1 0 0 0,1-3 0 0 0,-1 3 0 0 0,1 0 0 0 0,-1 0 0 0 0,1 0 0 0 0,-1 0 0 0 0,0 0 0 0 0,1 0 0 0 0,-1 0 0 0 0,0 0 0 0 0,0 0 0 0 0,0 0 0 0 0,0 0 0 0 0,0 1 0 0 0,0-1 0 0 0,0 0 0 0 0,0 1 0 0 0,0-1 0 0 0,-2 0 0 0 0,-2-1 0 0 0,0 1 0 0 0,-1-1 0 0 0,1 1 0 0 0,0 0 0 0 0,0 1 0 0 0,-1-1 0 0 0,1 1 0 0 0,-1 0 0 0 0,-4 1 0 0 0,-18 3 17 0 0,1 1-1 0 0,0 2 0 0 0,1 1 1 0 0,0 1-1 0 0,0 1 0 0 0,1 1 0 0 0,0 1 1 0 0,-40 27-1 0 0,44-24 1 0 0,-21 21 1 0 0,33-28-15 0 0,2 0 0 0 0,-1 1 0 0 0,1-1 0 0 0,0 2 0 0 0,-6 9 0 0 0,12-17-3 0 0,0 0 0 0 0,0 1 0 0 0,0-1 0 0 0,0 0 0 0 0,0 1 0 0 0,1-1 0 0 0,-1 0 0 0 0,1 1 0 0 0,-1-1 0 0 0,1 5 0 0 0,0-6 0 0 0,0 0 0 0 0,0-1 0 0 0,1 1 0 0 0,-1 0 0 0 0,0 0 0 0 0,0 0 0 0 0,1-1 0 0 0,-1 1 0 0 0,1 0 0 0 0,-1 0 0 0 0,0-1 0 0 0,1 1 0 0 0,-1 0 0 0 0,1-1 0 0 0,0 1 0 0 0,-1-1 0 0 0,1 1 0 0 0,0-1 0 0 0,-1 1 0 0 0,1-1 0 0 0,0 1 0 0 0,-1-1 0 0 0,1 1 0 0 0,0-1 0 0 0,0 0 0 0 0,0 0 0 0 0,-1 1 0 0 0,1-1 0 0 0,0 0 0 0 0,0 0 0 0 0,0 0 0 0 0,1 0 0 0 0,8 1 0 0 0,-1-1 0 0 0,1 0 0 0 0,0-1 0 0 0,-1 0 0 0 0,14-3 0 0 0,46-15 0 0 0,-58 15 0 0 0,19-6 16 0 0,52-24 0 0 0,-71 28-12 0 0,-1 0 0 0 0,1-1 0 0 0,-1 0 0 0 0,0 0 0 0 0,-1-1 0 0 0,1 0 0 0 0,12-16 0 0 0,-20 22-4 0 0,0-1 0 0 0,0-1 0 0 0,0 1 0 0 0,0 0 0 0 0,0-1 0 0 0,0 1 0 0 0,-1 0 0 0 0,0-1 0 0 0,0 0 0 0 0,0 1 0 0 0,0-1 0 0 0,0 0 0 0 0,-1 0 0 0 0,0-3 0 0 0,0 5 0 0 0,0 0 0 0 0,0 1 0 0 0,-1-1 0 0 0,1 0 0 0 0,-1 0 0 0 0,1 1 0 0 0,-1-1 0 0 0,0 1 0 0 0,0-1 0 0 0,0 1 0 0 0,0-1 0 0 0,0 1 0 0 0,0-1 0 0 0,0 1 0 0 0,0 0 0 0 0,0-1 0 0 0,-1 1 0 0 0,1 0 0 0 0,0 0 0 0 0,-1 0 0 0 0,1 0 0 0 0,-1 0 0 0 0,0 0 0 0 0,1 1 0 0 0,-1-1 0 0 0,1 0 0 0 0,-1 1 0 0 0,0-1 0 0 0,0 1 0 0 0,1 0 0 0 0,-4-1 0 0 0,-5 0 0 0 0,-1 1 0 0 0,1-1 0 0 0,-1 2 0 0 0,0-1 0 0 0,1 1 0 0 0,0 1 0 0 0,-1 0 0 0 0,-10 4 0 0 0,13-4 0 0 0,0 1 0 0 0,0 0 0 0 0,0 1 0 0 0,0-1 0 0 0,1 1 0 0 0,-1 1 0 0 0,1 0 0 0 0,0 0 0 0 0,0 0 0 0 0,-7 8 0 0 0,12-10 3 0 0,0-1 0 0 0,0 1 0 0 0,1-1 0 0 0,-1 1 0 0 0,1-1 0 0 0,-1 1 0 0 0,1 0 0 0 0,0 0 0 0 0,0 0 0 0 0,0 0 0 0 0,1 0 0 0 0,-1-1 0 0 0,1 1 0 0 0,-1 4 0 0 0,1-2-82 0 0,0 0 0 0 0,1 1 1 0 0,0-1-1 0 0,0 0 0 0 0,0 1 0 0 0,3 7 1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1:09.7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221 2161 455 0 0,'14'-10'255'0'0,"0"1"0"0"0,0-2-1 0 0,-1 0 1 0 0,14-16 0 0 0,-26 27-225 0 0,-1 0 0 0 0,1-1 0 0 0,-1 1 0 0 0,1-1 0 0 0,-1 1 1 0 0,1-1-1 0 0,-1 0 0 0 0,0 1 0 0 0,1-1 0 0 0,-1 1 0 0 0,0-1 0 0 0,1 0 0 0 0,-1 1 0 0 0,0-1 1 0 0,0 0-1 0 0,0 1 0 0 0,0-1 0 0 0,1-1 0 0 0,-2 2-12 0 0,1 0 1 0 0,0 0-1 0 0,-1 0 0 0 0,1-1 0 0 0,0 1 0 0 0,-1 0 1 0 0,1 0-1 0 0,0 0 0 0 0,-1 0 0 0 0,1 0 1 0 0,0 0-1 0 0,-1 0 0 0 0,1 0 0 0 0,0 0 1 0 0,-1 0-1 0 0,1 0 0 0 0,0 0 0 0 0,-1 0 0 0 0,1 0 1 0 0,0 0-1 0 0,-1 0 0 0 0,1 0 0 0 0,0 1 1 0 0,-1-1-1 0 0,-24 11 352 0 0,-18 14-106 0 0,-45 36 0 0 0,43-29-136 0 0,34-23-109 0 0,-6 2 260 0 0,1 0-1 0 0,1 2 1 0 0,-20 19 0 0 0,35-32-266 0 0,-1 1-1 0 0,1-1 1 0 0,-1 1 0 0 0,1-1 0 0 0,0 0 0 0 0,-1 1 0 0 0,1-1 0 0 0,0 1-1 0 0,-1-1 1 0 0,1 0 0 0 0,0 1 0 0 0,0-1 0 0 0,0 1 0 0 0,-1-1-1 0 0,1 1 1 0 0,0-1 0 0 0,0 1 0 0 0,0-1 0 0 0,0 1 0 0 0,0 0 0 0 0,0 0-9 0 0,0-1 0 0 0,1 0 1 0 0,-1 0-1 0 0,0 0 1 0 0,1 0-1 0 0,-1 0 1 0 0,0 1-1 0 0,1-1 0 0 0,-1 0 1 0 0,0 0-1 0 0,1 0 1 0 0,-1 0-1 0 0,0 0 1 0 0,1 0-1 0 0,-1 0 1 0 0,0 0-1 0 0,1 0 0 0 0,-1 0 1 0 0,0 0-1 0 0,1 0 1 0 0,-1-1-1 0 0,1 1 1 0 0,21-9 87 0 0,18-18 23 0 0,-37 25-108 0 0,-1-1-1 0 0,1 1 1 0 0,-1 0 0 0 0,0-1-1 0 0,1 0 1 0 0,-1 1-1 0 0,0-1 1 0 0,-1 0 0 0 0,1 0-1 0 0,0 0 1 0 0,1-6-1 0 0,-3 9-3 0 0,0 0-1 0 0,0 1 0 0 0,0-1 0 0 0,0 0 0 0 0,-1 0 0 0 0,1 0 0 0 0,0 0 0 0 0,0 0 0 0 0,0 0 1 0 0,0 0-1 0 0,0 0 0 0 0,-1 0 0 0 0,1 0 0 0 0,0 1 0 0 0,0-1 0 0 0,0 0 0 0 0,0 0 1 0 0,0 0-1 0 0,-1 0 0 0 0,1 0 0 0 0,0 0 0 0 0,0 0 0 0 0,0 0 0 0 0,0 0 0 0 0,-1 0 0 0 0,1-1 1 0 0,0 1-1 0 0,0 0 0 0 0,0 0 0 0 0,0 0 0 0 0,0 0 0 0 0,-1 0 0 0 0,1 0 0 0 0,0 0 0 0 0,0 0 1 0 0,0 0-1 0 0,0 0 0 0 0,0 0 0 0 0,0-1 0 0 0,-1 1 0 0 0,1 0 0 0 0,0 0 0 0 0,0 0 1 0 0,0 0-1 0 0,0 0 0 0 0,0-1 0 0 0,0 1 0 0 0,0 0 0 0 0,0 0 0 0 0,0 0 0 0 0,0 0 0 0 0,0 0 1 0 0,0-1-1 0 0,0 1 0 0 0,0 0 0 0 0,0 0 0 0 0,0 0 0 0 0,0 0 0 0 0,0-1 0 0 0,0 1 1 0 0,0 0-1 0 0,0 0 0 0 0,0 0 0 0 0,0 0 0 0 0,0-1 0 0 0,0 1 0 0 0,0 0 0 0 0,-12 8 204 0 0,12-7-188 0 0,-20 13 246 0 0,-17 19 0 0 0,40-25 56 0 0,2-12-266 0 0,6-4-20 0 0,1 1 1 0 0,0 0 0 0 0,26-10-1 0 0,123-54-34 0 0,-89 37 0 0 0,1 0 14 0 0,252-110 164 0 0,-15 15 107 0 0,326-132-122 0 0,-362 150-129 0 0,291-114 62 0 0,33 19 168 0 0,-193 70-285 0 0,-2-18-16 0 0,-116 24 125 0 0,359-222 0 0 0,-520 278-85 0 0,90-56 253 0 0,-166 93 48 0 0,-50 37-304 0 0,0 0 1 0 0,0 0-1 0 0,0 0 0 0 0,0 0 0 0 0,0 0 1 0 0,0 0-1 0 0,0 0 0 0 0,0 0 1 0 0,1-1-1 0 0,-1 1 0 0 0,0 0 0 0 0,0 0 1 0 0,0 0-1 0 0,0 0 0 0 0,0 0 1 0 0,0 0-1 0 0,0 0 0 0 0,0 0 0 0 0,0 0 1 0 0,1 0-1 0 0,-1 0 0 0 0,0 0 1 0 0,0 0-1 0 0,0 0 0 0 0,0 0 0 0 0,0 0 1 0 0,0 0-1 0 0,0 0 0 0 0,1 0 1 0 0,-1 0-1 0 0,0 0 0 0 0,0 0 0 0 0,0 0 1 0 0,0 0-1 0 0,0 0 0 0 0,0 0 1 0 0,0 0-1 0 0,1 0 0 0 0,-1 0 0 0 0,0 0 1 0 0,0 0-1 0 0,0 0 0 0 0,0 0 1 0 0,0 0-1 0 0,0 0 0 0 0,0 0 0 0 0,0 1 1 0 0,0-1-1 0 0,1 0 0 0 0,-1 0 1 0 0,0 8-45 0 0,0-1 4 0 0,0-7 9 0 0,-4 3 68 0 0,0 0-38 0 0,0-1-1 0 0,0 0 0 0 0,0 0 0 0 0,0 0 0 0 0,0 0 0 0 0,-1-1 0 0 0,1 0 0 0 0,-1 0 1 0 0,-5 1-1 0 0,-121 15-2827 0 0,-156 42 0 0 0,278-57 2699 0 0,1 0 0 0 0,-1 0 0 0 0,0 0 0 0 0,0-1 0 0 0,0 0-1 0 0,0-1 1 0 0,1 0 0 0 0,-1-1 0 0 0,0 1 0 0 0,0-2-1 0 0,0 1 1 0 0,0-1 0 0 0,-10-4 0 0 0,-21-10 462 0 0,-1 2 0 0 0,0 2 0 0 0,-1 2 1 0 0,-1 1-1 0 0,1 3 0 0 0,-58 0 1243 0 0,119 8-1311 0 0,83 0 953 0 0,127-5-548 0 0,68-22-71 0 0,-91 7-361 0 0,-186 16-207 0 0,14-1 20 0 0,59 2-1 0 0,-92 1-41 0 0,-1 0-1 0 0,1 0 1 0 0,-1 0-1 0 0,1 0 1 0 0,-1 0-1 0 0,1 0 0 0 0,-1 0 1 0 0,1 0-1 0 0,-1 0 1 0 0,1 0-1 0 0,-1 0 1 0 0,1 1-1 0 0,-1-1 0 0 0,1 0 1 0 0,-1 0-1 0 0,1 0 1 0 0,-1 1-1 0 0,0-1 1 0 0,1 0-1 0 0,-1 0 1 0 0,1 1-1 0 0,-1-1 0 0 0,0 0 1 0 0,1 1-1 0 0,-1-1 1 0 0,0 1-1 0 0,1-1 1 0 0,-1 1-1 0 0,0 0-2 0 0,0 0 0 0 0,0-1 1 0 0,-1 1-1 0 0,1 0 0 0 0,0-1 1 0 0,-1 1-1 0 0,1-1 0 0 0,0 1 0 0 0,-1 0 1 0 0,1-1-1 0 0,-1 1 0 0 0,1-1 0 0 0,-1 1 1 0 0,1-1-1 0 0,-1 1 0 0 0,-1 0 0 0 0,-30 19 4 0 0,29-19-7 0 0,-158 77 314 0 0,11-8 8 0 0,-158 123-256 0 0,19 30-520 0 0,161-116 260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1:15.1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819 204 455 0 0,'9'-8'280'0'0,"0"0"-1"0"0,0 0 0 0 0,11-14 1 0 0,-7 8-136 0 0,-10 10-92 0 0,1 0 0 0 0,-1 0 1 0 0,0 0-1 0 0,0 0 0 0 0,-1 0 1 0 0,1-1-1 0 0,1-4 0 0 0,-3 8-36 0 0,-1-1-1 0 0,0 1 1 0 0,1 0-1 0 0,-1 0 1 0 0,0-1 0 0 0,0 1-1 0 0,0 0 1 0 0,0-1-1 0 0,0 1 1 0 0,0 0-1 0 0,0-1 1 0 0,0 1-1 0 0,0 0 1 0 0,-1-1-1 0 0,1 1 1 0 0,0 0 0 0 0,-1 0-1 0 0,1 0 1 0 0,-1-1-1 0 0,0 1 1 0 0,1 0-1 0 0,-1 0 1 0 0,0 0-1 0 0,0 0 1 0 0,1 0 0 0 0,-1 0-1 0 0,0 0 1 0 0,0 0-1 0 0,0 0 1 0 0,0 0-1 0 0,-2 0 1 0 0,-24-15 499 0 0,-1 2 1 0 0,-32-13-1 0 0,53 25-468 0 0,0 0 0 0 0,0 0-1 0 0,0 0 1 0 0,0 1-1 0 0,0 0 1 0 0,0 1-1 0 0,0 0 1 0 0,0 0 0 0 0,0 0-1 0 0,0 1 1 0 0,0 0-1 0 0,0 0 1 0 0,0 1-1 0 0,0 0 1 0 0,-8 3 0 0 0,-10 5-83 0 0,0 2 1 0 0,-37 24-1 0 0,27-15 89 0 0,-73 34-21 0 0,-11 7 34 0 0,96-49-15 0 0,1 2 1 0 0,-40 33-1 0 0,46-32-35 0 0,1 1-1 0 0,0 0 1 0 0,1 1-1 0 0,1 0 1 0 0,1 1-1 0 0,1 0 1 0 0,0 1-1 0 0,-9 26 0 0 0,10-18 6 0 0,1 0-1 0 0,1 1 0 0 0,1 0 0 0 0,2 0 0 0 0,-3 51 0 0 0,7-64-20 0 0,1-1 0 0 0,3 18 0 0 0,-2-28 0 0 0,0 1 0 0 0,0-1 0 0 0,0 1 0 0 0,1-1 0 0 0,0 0 0 0 0,0 0 0 0 0,0 0 0 0 0,1 0 0 0 0,4 6 0 0 0,-5-8 2 0 0,0-1-1 0 0,0 0 0 0 0,1 0 0 0 0,-1 0 0 0 0,1 0 0 0 0,0-1 1 0 0,-1 1-1 0 0,1-1 0 0 0,0 1 0 0 0,0-1 0 0 0,0 0 0 0 0,0 0 1 0 0,0 0-1 0 0,0-1 0 0 0,0 1 0 0 0,0-1 0 0 0,0 0 0 0 0,0 0 1 0 0,1 0-1 0 0,-1 0 0 0 0,0 0 0 0 0,5-1 0 0 0,7-2 10 0 0,0-1 0 0 0,0 0 0 0 0,18-8 0 0 0,-26 9-7 0 0,28-11 30 0 0,0-1 0 0 0,0-2 0 0 0,-2-2 1 0 0,0-1-1 0 0,-1-1 0 0 0,-1-2 0 0 0,-2-1 0 0 0,0-1 0 0 0,46-52 0 0 0,-43 38 74 0 0,49-80 0 0 0,-66 93-55 0 0,0-1 0 0 0,-2-1 0 0 0,-2 0 0 0 0,12-40-1 0 0,-21 62-5 0 0,-1 0-1 0 0,0 0 1 0 0,0 1 0 0 0,0-1-1 0 0,-1 0 1 0 0,0 0-1 0 0,0 0 1 0 0,-1-6-1 0 0,0 10-23 0 0,1 0 0 0 0,-1 1-1 0 0,1-1 1 0 0,-1 0 0 0 0,1 1-1 0 0,-1-1 1 0 0,0 1 0 0 0,0-1 0 0 0,0 1-1 0 0,0 0 1 0 0,0-1 0 0 0,0 1-1 0 0,0 0 1 0 0,0 0 0 0 0,0 0-1 0 0,-1-1 1 0 0,1 1 0 0 0,0 0 0 0 0,-1 1-1 0 0,1-1 1 0 0,-1 0 0 0 0,1 0-1 0 0,-1 1 1 0 0,0-1 0 0 0,1 1-1 0 0,-1-1 1 0 0,1 1 0 0 0,-1 0 0 0 0,0-1-1 0 0,1 1 1 0 0,-1 0 0 0 0,-3 1-1 0 0,-4-1 45 0 0,1 1-1 0 0,-1 0 1 0 0,1 1-1 0 0,0 0 1 0 0,-1 0-1 0 0,-13 7 1 0 0,-48 25 115 0 0,58-27-182 0 0,-219 122 0 0 0,208-115 0 0 0,1 1 0 0 0,1 1 0 0 0,0 1 0 0 0,1 1 0 0 0,-20 22 0 0 0,32-30 0 0 0,0-1 0 0 0,0 1 0 0 0,1 1 0 0 0,1-1 0 0 0,0 1 0 0 0,0 0 0 0 0,1 1 0 0 0,0-1 0 0 0,1 1 0 0 0,0 0 0 0 0,1 0 0 0 0,1 1 0 0 0,-2 12 0 0 0,4-21 0 0 0,0-1 0 0 0,0 1 0 0 0,0 0 0 0 0,0-1 0 0 0,1 1 0 0 0,0-1 0 0 0,-1 1 0 0 0,1 0 0 0 0,0-1 0 0 0,1 0 0 0 0,-1 1 0 0 0,1-1 0 0 0,-1 0 0 0 0,1 0 0 0 0,0 0 0 0 0,4 5 0 0 0,-3-6 0 0 0,-1 0 0 0 0,0 0 0 0 0,1 0 0 0 0,-1 0 0 0 0,1-1 0 0 0,0 1 0 0 0,0-1 0 0 0,0 1 0 0 0,-1-1 0 0 0,1 0 0 0 0,0 0 0 0 0,0-1 0 0 0,0 1 0 0 0,1-1 0 0 0,-1 1 0 0 0,0-1 0 0 0,0 0 0 0 0,0 0 0 0 0,6-1 0 0 0,5-2-43 0 0,0 0-1 0 0,0 0 0 0 0,0-2 1 0 0,-1 0-1 0 0,0 0 0 0 0,1-1 0 0 0,-2-1 1 0 0,1 0-1 0 0,13-11 0 0 0,3-4-93 0 0,-1-1-1 0 0,36-39 1 0 0,25-40 17 0 0,-75 83 110 0 0,-1-1 1 0 0,-1 0-1 0 0,17-37 0 0 0,-28 54 11 0 0,9-26-3 0 0,-9 27 3 0 0,-1 0 0 0 0,1 1 0 0 0,-1-1 0 0 0,0 0 0 0 0,0 0-1 0 0,0 0 1 0 0,0 0 0 0 0,0 0 0 0 0,0 1 0 0 0,0-1 0 0 0,-1 0-1 0 0,1 0 1 0 0,-2-2 0 0 0,2 3 3 0 0,-1 1 0 0 0,1-1 1 0 0,-1 1-1 0 0,1-1 0 0 0,-1 1 0 0 0,1-1 0 0 0,-1 1 0 0 0,0 0 0 0 0,1-1 1 0 0,-1 1-1 0 0,0 0 0 0 0,1 0 0 0 0,-1 0 0 0 0,0-1 0 0 0,1 1 0 0 0,-1 0 1 0 0,0 0-1 0 0,1 0 0 0 0,-1 0 0 0 0,0 0 0 0 0,0 0 0 0 0,1 0 1 0 0,-1 0-1 0 0,0 1 0 0 0,1-1 0 0 0,-1 0 0 0 0,0 0 0 0 0,1 0 0 0 0,-1 1 1 0 0,1-1-1 0 0,-1 0 0 0 0,-1 2 0 0 0,-21 11 204 0 0,22-12-186 0 0,-59 43 503 0 0,-88 85 1 0 0,112-95-453 0 0,7-8-76 0 0,-35 34 114 0 0,55-51-102 0 0,1 0 1 0 0,0 1-1 0 0,1 1 0 0 0,-11 18 0 0 0,17-28-11 0 0,0 0-1 0 0,1 1 0 0 0,-1-1 0 0 0,1 0 1 0 0,-1 1-1 0 0,1-1 0 0 0,-1 1 0 0 0,1-1 1 0 0,0 1-1 0 0,0-1 0 0 0,0 0 0 0 0,0 1 1 0 0,0-1-1 0 0,0 1 0 0 0,0 1 0 0 0,0-3 2 0 0,1 1 0 0 0,-1-1-1 0 0,0 0 1 0 0,0 1 0 0 0,0-1-1 0 0,1 0 1 0 0,-1 1 0 0 0,0-1 0 0 0,0 0-1 0 0,1 0 1 0 0,-1 1 0 0 0,0-1-1 0 0,0 0 1 0 0,1 0 0 0 0,-1 0-1 0 0,0 1 1 0 0,1-1 0 0 0,-1 0-1 0 0,0 0 1 0 0,1 0 0 0 0,-1 0-1 0 0,1 0 1 0 0,14-2-13 0 0,4-6-78 0 0,0 0 1 0 0,-1-1-1 0 0,23-16 0 0 0,49-40-439 0 0,-77 56 491 0 0,55-44-397 0 0,-2-3 1 0 0,88-96-1 0 0,-151 149 439 0 0,0-1-1 0 0,0 1 0 0 0,-1 0 0 0 0,1-1 0 0 0,-1 0 1 0 0,0 0-1 0 0,0 1 0 0 0,3-9 0 0 0,-5 12 3 0 0,0 0 0 0 0,0 0-1 0 0,0-1 1 0 0,0 1 0 0 0,0 0-1 0 0,0 0 1 0 0,0 0 0 0 0,0 0 0 0 0,0 0-1 0 0,0-1 1 0 0,0 1 0 0 0,0 0-1 0 0,0 0 1 0 0,0 0 0 0 0,0 0 0 0 0,0-1-1 0 0,0 1 1 0 0,0 0 0 0 0,0 0-1 0 0,-1 0 1 0 0,1 0 0 0 0,0 0 0 0 0,0-1-1 0 0,0 1 1 0 0,0 0 0 0 0,0 0-1 0 0,0 0 1 0 0,0 0 0 0 0,0 0 0 0 0,-1 0-1 0 0,1 0 1 0 0,0 0 0 0 0,0-1 0 0 0,0 1-1 0 0,0 0 1 0 0,0 0 0 0 0,-1 0-1 0 0,1 0 1 0 0,0 0 0 0 0,0 0 0 0 0,0 0-1 0 0,0 0 1 0 0,-1 0 0 0 0,-10 2 210 0 0,-9 7 261 0 0,-11 13-206 0 0,1 1 0 0 0,0 1 0 0 0,2 1 0 0 0,-28 34-1 0 0,41-43-1420 0 0,-18 28 0 0 0,10-10-1552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1:20.1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1 113 1727 0 0,'8'-5'31'0'0,"0"0"-1"0"0,0 0 1 0 0,1 1-1 0 0,18-7 0 0 0,25-3-30 0 0,79-13 0 0 0,-56 13 0 0 0,-45 8 0 0 0,2-1 0 0 0,1 1 0 0 0,59-2 0 0 0,107 17 0 0 0,-166-7 0 0 0,-19-1 0 0 0,0 1 0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1:24.4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110 51 1695 0 0,'5'-3'22'0'0,"-1"0"0"0"0,0-1 0 0 0,1 1-1 0 0,-1-1 1 0 0,0 0 0 0 0,4-6-1 0 0,-8 10-21 0 0,0 0 0 0 0,0 0 0 0 0,0-1 0 0 0,0 1 0 0 0,0 0 0 0 0,1 0 0 0 0,-1 0 0 0 0,0 0 0 0 0,0 0 0 0 0,0 0 0 0 0,0-1 0 0 0,0 1 0 0 0,0 0 0 0 0,0 0 0 0 0,0 0 0 0 0,0 0 0 0 0,0-1 0 0 0,0 1 0 0 0,0 0 0 0 0,0 0 0 0 0,0 0 0 0 0,0 0 0 0 0,0 0 0 0 0,0-1 0 0 0,0 1 0 0 0,-1 0 0 0 0,1 0 0 0 0,0 0 0 0 0,0 0 0 0 0,0 0 0 0 0,0-1 0 0 0,0 1 0 0 0,0 0 0 0 0,0 0 0 0 0,0 0 0 0 0,0 0 0 0 0,-1 0 0 0 0,1 0 0 0 0,0 0 0 0 0,-10-6 0 0 0,9 6 0 0 0,0 0 0 0 0,-1-2 0 0 0,0 1 0 0 0,0 0 0 0 0,0 0 0 0 0,-1 1 0 0 0,1-1 0 0 0,0 0 0 0 0,0 1 0 0 0,0-1 0 0 0,-1 1 0 0 0,1 0 0 0 0,0-1 0 0 0,-1 1 0 0 0,1 1 0 0 0,0-1 0 0 0,-1 0 0 0 0,1 0 0 0 0,0 1 0 0 0,0-1 0 0 0,-1 1 0 0 0,1 0 0 0 0,0 0 0 0 0,0 0 0 0 0,-3 1 0 0 0,3-1 0 0 0,-2 2 0 0 0,0 0 0 0 0,0 0 0 0 0,0 1 0 0 0,0-1 0 0 0,-4 6 0 0 0,7-7 0 0 0,0-1 0 0 0,0 1 0 0 0,0-1 0 0 0,0 1 0 0 0,1 0 0 0 0,-1-1 0 0 0,1 1 0 0 0,-1 0 0 0 0,1-1 0 0 0,0 1 0 0 0,-1 0 0 0 0,1 0 0 0 0,0 0 0 0 0,0-1 0 0 0,0 1 0 0 0,1 0 0 0 0,-1 0 0 0 0,0-1 0 0 0,1 3 0 0 0,1 4 0 0 0,4 15 0 0 0,-6-23 0 0 0,1 1 0 0 0,-1 0 0 0 0,0-1 0 0 0,1 1 0 0 0,-1 0 0 0 0,1-1 0 0 0,-1 1 0 0 0,1 0 0 0 0,-1-1 0 0 0,1 1 0 0 0,-1-1 0 0 0,1 1 0 0 0,0-1 0 0 0,-1 1 0 0 0,1-1 0 0 0,0 1 0 0 0,-1-1 0 0 0,1 0 0 0 0,0 1 0 0 0,0-1 0 0 0,-1 0 0 0 0,1 0 0 0 0,0 0 0 0 0,0 1 0 0 0,1-1 0 0 0,16 1 0 0 0,-15 0 0 0 0,0-1 0 0 0,0 1 0 0 0,0-1 0 0 0,-1 0 0 0 0,1 0 0 0 0,0 0 0 0 0,0-1 0 0 0,0 1 0 0 0,0 0 0 0 0,-1-1 0 0 0,1 0 0 0 0,0 0 0 0 0,4-2 0 0 0,-3 1 0 0 0,5-3 0 0 0,0 0 0 0 0,12-11 0 0 0,-19 14 0 0 0,0 1 0 0 0,0-1 0 0 0,-1 1 0 0 0,1-1 0 0 0,-1 0 0 0 0,1 0 0 0 0,-1 1 0 0 0,0-1 0 0 0,0 0 0 0 0,0 0 0 0 0,0-1 0 0 0,0 1 0 0 0,0 0 0 0 0,0 0 0 0 0,-1 0 0 0 0,1 0 0 0 0,-1-5 0 0 0,0 7 0 0 0,0-1 0 0 0,0 0 0 0 0,0 0 0 0 0,0 1 0 0 0,0-1 0 0 0,-1 0 0 0 0,1 0 0 0 0,0 1 0 0 0,0-1 0 0 0,-1 0 0 0 0,1 1 0 0 0,-1-1 0 0 0,1 0 0 0 0,-1 1 0 0 0,1-1 0 0 0,-1 1 0 0 0,1-1 0 0 0,-1 1 0 0 0,1-1 0 0 0,-1 1 0 0 0,0-1 0 0 0,1 1 0 0 0,-1-1 0 0 0,0 1 0 0 0,1 0 0 0 0,-1-1 0 0 0,0 1 0 0 0,0 0 0 0 0,1 0 0 0 0,-1 0 0 0 0,0-1 0 0 0,0 1 0 0 0,1 0 0 0 0,-1 0 0 0 0,0 0 0 0 0,-1 1 0 0 0,-3-1 0 0 0,1 0 0 0 0,0 0 0 0 0,0 1 0 0 0,-1 0 0 0 0,-4 1 0 0 0,-2 2 0 0 0,-1 0 0 0 0,1 1 0 0 0,0 0 0 0 0,1 1 0 0 0,-14 10 0 0 0,18-12 0 0 0,1 0 0 0 0,-1 1 0 0 0,1-1 0 0 0,0 1 0 0 0,0 1 0 0 0,1-1 0 0 0,0 1 0 0 0,0-1 0 0 0,0 1 0 0 0,-5 11 0 0 0,9-16 0 0 0,-1 0 0 0 0,1 0 0 0 0,-1 1 0 0 0,1-1 0 0 0,0 0 0 0 0,-1 0 0 0 0,1 1 0 0 0,0-1 0 0 0,0 0 0 0 0,0 1 0 0 0,0-1 0 0 0,0 0 0 0 0,0 0 0 0 0,1 1 0 0 0,-1-1 0 0 0,0 0 0 0 0,0 0 0 0 0,1 1 0 0 0,-1-1 0 0 0,1 0 0 0 0,-1 0 0 0 0,1 0 0 0 0,0 0 0 0 0,-1 0 0 0 0,1 1 0 0 0,0-1 0 0 0,0-1 0 0 0,0 1 0 0 0,0 0 0 0 0,0 0 0 0 0,0 0 0 0 0,0 0 0 0 0,0-1 0 0 0,0 1 0 0 0,0 0 0 0 0,3 0 0 0 0,-1 1 0 0 0,1-1 0 0 0,-1 0 0 0 0,1 0 0 0 0,0 0 0 0 0,-1-1 0 0 0,1 1 0 0 0,0-1 0 0 0,0 0 0 0 0,0 0 0 0 0,-1 0 0 0 0,1 0 0 0 0,4-2 0 0 0,-3 1 0 0 0,-1 0 0 0 0,1-1 0 0 0,0 0 0 0 0,-1 0 0 0 0,1-1 0 0 0,-1 1 0 0 0,0-1 0 0 0,0 0 0 0 0,0 0 0 0 0,0 0 0 0 0,0-1 0 0 0,5-6 0 0 0,-6 7 0 0 0,-1 0 0 0 0,0-1 0 0 0,1 1 0 0 0,-1 0 0 0 0,0-1 0 0 0,-1 0 0 0 0,1 1 0 0 0,-1-1 0 0 0,1 0 0 0 0,-1 0 0 0 0,0 0 0 0 0,-1 0 0 0 0,1 0 0 0 0,-1 0 0 0 0,0-8 0 0 0,0 11 0 0 0,0 0 0 0 0,0-1 0 0 0,0 1 0 0 0,-1 0 0 0 0,1-1 0 0 0,0 1 0 0 0,-1 0 0 0 0,1 0 0 0 0,-1 0 0 0 0,1-1 0 0 0,-1 1 0 0 0,0 0 0 0 0,0 0 0 0 0,1 0 0 0 0,-1 0 0 0 0,0 0 0 0 0,0 0 0 0 0,0 0 0 0 0,0 1 0 0 0,0-1 0 0 0,-2-1 0 0 0,1 1 0 0 0,0 0 0 0 0,0 0 0 0 0,-1 1 0 0 0,1-1 0 0 0,0 1 0 0 0,-1-1 0 0 0,1 1 0 0 0,-1 0 0 0 0,1 0 0 0 0,-5 0 0 0 0,-2 2 0 0 0,0-1 0 0 0,0 1 0 0 0,1 1 0 0 0,-1 0 0 0 0,-8 4 0 0 0,15-7 0 0 0,0 1 0 0 0,-1 0 0 0 0,1 0 0 0 0,0 0 0 0 0,-1 1 0 0 0,1-1 0 0 0,0 0 0 0 0,0 1 0 0 0,0 0 0 0 0,0-1 0 0 0,0 1 0 0 0,0 0 0 0 0,0 0 0 0 0,-1 3 0 0 0,2-4 0 0 0,1 0 0 0 0,-1 1 0 0 0,1-1 0 0 0,0 1 0 0 0,0-1 0 0 0,-1 1 0 0 0,1-1 0 0 0,0 1 0 0 0,1-1 0 0 0,-1 1 0 0 0,0-1 0 0 0,0 1 0 0 0,0-1 0 0 0,1 1 0 0 0,-1-1 0 0 0,1 1 0 0 0,1 2 0 0 0,-2-3 0 0 0,1 0 0 0 0,-1 0 0 0 0,1 0 0 0 0,-1 1 0 0 0,1-1 0 0 0,-1 0 0 0 0,0 1 0 0 0,1-1 0 0 0,-1 0 0 0 0,0 1 0 0 0,0-1 0 0 0,0 0 0 0 0,0 1 0 0 0,0-1 0 0 0,-1 0 0 0 0,1 1 0 0 0,0-1 0 0 0,-1 0 0 0 0,1 0 0 0 0,-1 3 0 0 0,-6 0 0 0 0,-4-4 0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1:26.4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3719 2318 1751 0 0,'3'-3'36'0'0,"6"-14"57"0"0,-9 17-92 0 0,1 0-1 0 0,-1 0 1 0 0,0 0 0 0 0,0-1-1 0 0,0 1 1 0 0,0 0-1 0 0,0 0 1 0 0,0-1-1 0 0,0 1 1 0 0,0 0-1 0 0,0-1 1 0 0,0 1 0 0 0,0 0-1 0 0,0 0 1 0 0,0-1-1 0 0,0 1 1 0 0,0 0-1 0 0,0 0 1 0 0,0-1 0 0 0,0 1-1 0 0,0 0 1 0 0,0 0-1 0 0,0-1 1 0 0,0 1-1 0 0,0 0 1 0 0,-1 0 0 0 0,1-1-1 0 0,0 1 1 0 0,0 0-1 0 0,0 0 1 0 0,0-1-1 0 0,-1 1 1 0 0,1 0 0 0 0,0 0-1 0 0,0 0 1 0 0,-1 0-1 0 0,1 0 1 0 0,0-1-1 0 0,0 1 1 0 0,-1 0 0 0 0,1 0-1 0 0,0 0 1 0 0,0 0-1 0 0,-1 0 1 0 0,1 0-1 0 0,0 0 1 0 0,0 0-1 0 0,-1 0 1 0 0,1 0 0 0 0,0 0-1 0 0,0 0 1 0 0,-1 0-1 0 0,1 0 1 0 0,-1 0-1 0 0,0 0 0 0 0,0-1 0 0 0,0 1 0 0 0,0 0 0 0 0,0 0 0 0 0,0-1 0 0 0,0 1 0 0 0,0-1 0 0 0,0 1 0 0 0,0-1 0 0 0,0 0 0 0 0,0 1 0 0 0,0-1 0 0 0,0 0 0 0 0,0 0 0 0 0,0 0 0 0 0,1 1 0 0 0,-1-1 0 0 0,0 0 0 0 0,0 0 0 0 0,1 0 0 0 0,-1 0 0 0 0,1 0 0 0 0,-1-2 0 0 0,-11-30 0 0 0,9 22 0 0 0,-1-3 0 0 0,0 1 0 0 0,-1 0 0 0 0,-1 0 0 0 0,0 0 0 0 0,-1 1 0 0 0,0-1 0 0 0,-13-14 0 0 0,-38-34 0 0 0,-15-18 0 0 0,-47-92 0 0 0,6 7 0 0 0,63 96 0 0 0,-55-68 0 0 0,79 104 0 0 0,-1 2 0 0 0,-39-31 0 0 0,27 30 0 0 0,-69-40 0 0 0,-49-15 0 0 0,26 15 0 0 0,-235-149 0 0 0,294 174 0 0 0,-2 4 0 0 0,-1 4 0 0 0,-85-31 0 0 0,-518-144 0 0 0,622 196 0 0 0,-39-14 0 0 0,-137-65 0 0 0,24 4 0 0 0,-25-12 0 0 0,208 92 0 0 0,-78-34 0 0 0,90 41 0 0 0,1 1 0 0 0,-1 1 0 0 0,0 0 0 0 0,1 0 0 0 0,-27 0 0 0 0,20 7 0 0 0,13 0 0 0 0,7-3 0 0 0,0-1 0 0 0,0 0 0 0 0,0 0 0 0 0,0 1 0 0 0,0-1 0 0 0,0 0 0 0 0,0 0 0 0 0,0 0 0 0 0,0 1 0 0 0,0-1 0 0 0,0 0 0 0 0,0 0 0 0 0,0 1 0 0 0,0-1 0 0 0,1 0 0 0 0,-1 0 0 0 0,0 0 0 0 0,0 1 0 0 0,0-1 0 0 0,0 0 0 0 0,0 0 0 0 0,1 0 0 0 0,-1 0 0 0 0,0 1 0 0 0,0-1 0 0 0,0 0 0 0 0,0 0 0 0 0,1 0 0 0 0,-1 0 0 0 0,0 0 0 0 0,0 0 0 0 0,0 1 0 0 0,1-1 0 0 0,-1 0 0 0 0,8 3 0 0 0,-1 0 0 0 0,1 0 0 0 0,0-1 0 0 0,0 0 0 0 0,0-1 0 0 0,0 1 0 0 0,0-1 0 0 0,12-1 0 0 0,-19 0 0 0 0,-2 0 0 0 0,-32-1 0 0 0,31 1 0 0 0,2 1 0 0 0,-4 2 0 0 0,-15 2 0 0 0,19-5 0 0 0,-1 0 0 0 0,1 0 0 0 0,0 1 0 0 0,-1-1 0 0 0,1 0 0 0 0,0 0 0 0 0,-1 1 0 0 0,1-1 0 0 0,0 0 0 0 0,0 0 0 0 0,-1 1 0 0 0,1-1 0 0 0,0 0 0 0 0,0 1 0 0 0,-1-1 0 0 0,1 0 0 0 0,0 1 0 0 0,0-1 0 0 0,0 0 0 0 0,-1 1 0 0 0,1-1 0 0 0,0 1 0 0 0,0-1 0 0 0,0 1 0 0 0,-2 2 0 0 0,-36-8 0 0 0,35 8 0 0 0,2-2 0 0 0,2-2 0 0 0,1-4 0 0 0,-1 4 0 0 0,-1 0 0 0 0,1 0 0 0 0,-1-1 0 0 0,1 1 0 0 0,-1 0 0 0 0,1 0 0 0 0,0 0 0 0 0,0 0 0 0 0,0-1 0 0 0,0 1 0 0 0,0 1 0 0 0,0-1 0 0 0,0 0 0 0 0,0 0 0 0 0,2-1 0 0 0,23 8 0 0 0,28 1 0 0 0,-31-5 0 0 0,43 10 0 0 0,17 15 0 0 0,85 41 0 0 0,-50-18 0 0 0,188 91 0 0 0,-154-67 0 0 0,15-2 0 0 0,17 9 0 0 0,-138-58 0 0 0,82 55 0 0 0,30 53 0 0 0,-100-78 0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1:26.6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290 17 1663 0 0,'0'0'152'0'0,"-1"-1"-152"0"0,-3 1 0 0 0,1 0 0 0 0,-1 0 0 0 0,1 0 0 0 0,-4-2 0 0 0,-3 2 0 0 0,-6 0 0 0 0,-3-2 0 0 0,-9 2 0 0 0,-4-1 0 0 0,-6 1 0 0 0,-4-2 0 0 0,1-2 0 0 0,0-1 0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1:28.8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21 4 1375 0 0,'-20'-3'3552'0'0,"25"7"-3320"0"0,-5-4-228 0 0,6 5 96 0 0,-1 0 1 0 0,0 1 0 0 0,0-1-1 0 0,0 1 1 0 0,0 0 0 0 0,5 11-1 0 0,9 26 710 0 0,21 71-1 0 0,3 51-349 0 0,-12-45-236 0 0,-4-29-181 0 0,-12-43-390 0 0,19 97-1 0 0,-31-116-923 0 0,-3-23 623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1:29.1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15 1839 0 0,'26'47'2450'0'0,"-2"13"-492"0"0,25 101 0 0 0,-43-137-1628 0 0,-3-14-164 0 0,0 0-1 0 0,0-1 0 0 0,1 1 1 0 0,6 11-1 0 0,-8-18-134 0 0,-1-1 0 0 0,1 1 0 0 0,0-1 0 0 0,0 0 0 0 0,0 1 0 0 0,0-1 0 0 0,0 0 0 0 0,0 0 1 0 0,0 0-1 0 0,1-1 0 0 0,-1 1 0 0 0,1-1 0 0 0,-1 1 0 0 0,1-1 0 0 0,0 0 0 0 0,-1 0 0 0 0,1 0 0 0 0,0 0 0 0 0,6 1 0 0 0,-6-2 0 0 0,0 0 0 0 0,0-1-1 0 0,0 1 1 0 0,0-1 0 0 0,-1 1-1 0 0,1-1 1 0 0,0 0-1 0 0,0 0 1 0 0,0 0 0 0 0,-1-1-1 0 0,1 1 1 0 0,0-1 0 0 0,3-2-1 0 0,32-27 186 0 0,-35 28-207 0 0,24-22 30 0 0,-1-2 0 0 0,42-57 0 0 0,-55 65-42 0 0,-1 0 0 0 0,0-1 0 0 0,-2 0 0 0 0,0-1 0 0 0,-2 0 0 0 0,7-23 0 0 0,-12 13-61 0 0,-5 15 85 0 0,1 16-17 0 0,1 0 1 0 0,0-1-1 0 0,0 1 1 0 0,0-1-1 0 0,0 1 1 0 0,-1 0-1 0 0,1-1 1 0 0,0 1 0 0 0,0 0-1 0 0,-1-1 1 0 0,1 1-1 0 0,0 0 1 0 0,-1 0-1 0 0,1-1 1 0 0,0 1 0 0 0,-1 0-1 0 0,1 0 1 0 0,0-1-1 0 0,-1 1 1 0 0,1 0-1 0 0,0 0 1 0 0,-1 0-1 0 0,1 0 1 0 0,-1 0 0 0 0,1 0-1 0 0,-1-1 1 0 0,0 2 26 0 0,-1-1 0 0 0,1 0 1 0 0,0 1-1 0 0,0-1 0 0 0,-1 1 1 0 0,1-1-1 0 0,0 1 0 0 0,0-1 1 0 0,0 1-1 0 0,0 0 0 0 0,0-1 1 0 0,0 1-1 0 0,0 0 0 0 0,0 0 1 0 0,0 0-1 0 0,0 0 0 0 0,1 0 1 0 0,-1 0-1 0 0,-1 1 0 0 0,-12 24 368 0 0,12-21-274 0 0,-71 157 375 0 0,60-125-4940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04.8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2259 221 1759 0 0,'1'-4'0'0'0,"-1"0"0"0"0,0-1 0 0 0,1 1 0 0 0,-1 0 0 0 0,-1-1 0 0 0,1 1 0 0 0,-1 0 0 0 0,1-1 0 0 0,-1 1 0 0 0,-1 0 0 0 0,1 0 0 0 0,0-1 0 0 0,-1 1 0 0 0,-2-4 0 0 0,2 5 0 0 0,0 1 0 0 0,-1-1 0 0 0,1 0 0 0 0,0 1 0 0 0,-1 0 0 0 0,0-1 0 0 0,1 1 0 0 0,-1 0 0 0 0,0 0 0 0 0,0 1 0 0 0,0-1 0 0 0,0 1 0 0 0,0-1 0 0 0,0 1 0 0 0,-1 0 0 0 0,1 0 0 0 0,-7-1 0 0 0,-78-8 0 0 0,-28-6 0 0 0,-18-19 0 0 0,79 19 0 0 0,-1 2 0 0 0,-96-10 0 0 0,85 21-29 0 0,1 3 0 0 0,-85 11 0 0 0,-130 41 36 0 0,181-23 15 0 0,1 3-1 0 0,-124 61 0 0 0,43-2-71 0 0,135-64 16 0 0,-76 59 1 0 0,115-81 30 0 0,1 0 1 0 0,0 0-1 0 0,0 0 0 0 0,0 1 0 0 0,1-1 1 0 0,-1 1-1 0 0,1 0 0 0 0,1 1 0 0 0,-1-1 0 0 0,1 1 1 0 0,0-1-1 0 0,1 1 0 0 0,0 0 0 0 0,0 0 1 0 0,0 0-1 0 0,1 0 0 0 0,0 1 0 0 0,0-1 1 0 0,1 0-1 0 0,0 0 0 0 0,0 1 0 0 0,1-1 1 0 0,-1 0-1 0 0,2 0 0 0 0,-1 0 0 0 0,4 10 0 0 0,-3-10 8 0 0,1 0 0 0 0,0 0 0 0 0,0 0 0 0 0,0-1 0 0 0,1 0 0 0 0,0 1 0 0 0,0-1 0 0 0,1-1-1 0 0,0 1 1 0 0,0 0 0 0 0,0-1 0 0 0,0 0 0 0 0,1-1 0 0 0,0 1 0 0 0,0-1 0 0 0,0 0 0 0 0,1 0-1 0 0,-1-1 1 0 0,1 0 0 0 0,0 0 0 0 0,0-1 0 0 0,0 1 0 0 0,14 1 0 0 0,24 3-2 0 0,1-3 0 0 0,-1-1 0 0 0,56-5-1 0 0,138-21-3 0 0,-214 20 1 0 0,444-60 8 0 0,-122 15-90 0 0,217-12 28 0 0,-463 53 54 0 0,112 8 0 0 0,-197 1 0 0 0,-128-13 0 0 0,103 10 0 0 0,-432-60 0 0 0,-388 39 0 0 0,634 26 0 0 0,-22 1 0 0 0,2 16 0 0 0,-54 18 0 0 0,268-39 0 0 0,-11 2 0 0 0,11-1 0 0 0,6-1 0 0 0,64-2 0 0 0,87-14 0 0 0,69-23 0 0 0,-60 8 0 0 0,226-41 0 0 0,-77 14 0 0 0,224-15 136 0 0,-482 68-136 0 0,1 2 0 0 0,65 5 0 0 0,-108 2 0 0 0,-13-1 0 0 0,-8 0 0 0 0,-126 14 0 0 0,46-7 0 0 0,-503 57 0 0 0,303-37 0 0 0,214-22-6 0 0,-259 23-60 0 0,195-21 66 0 0,-225 46 0 0 0,309-42 0 0 0,50-12 0 0 0,9-1 0 0 0,10-1 0 0 0,28-8 0 0 0,80-26 0 0 0,-51 12 0 0 0,495-116 0 0 0,-280 76 44 0 0,156-27 40 0 0,-303 67-84 0 0,273-32 0 0 0,-387 52 0 0 0,-12 0 0 0 0,1 0 0 0 0,-1 1 0 0 0,1 1 0 0 0,25 4 0 0 0,-66 2 0 0 0,-637 39 0 0 0,-207 7 0 0 0,256 15 0 0 0,585-64 0 0 0,0 1 0 0 0,1 0 0 0 0,0 3 0 0 0,-36 11 0 0 0,63-18 0 0 0,-1 0 0 0 0,1 0 0 0 0,-1 0 0 0 0,1 1 0 0 0,-1-1 0 0 0,1 0 0 0 0,-1 0 0 0 0,1 0 0 0 0,0 0 0 0 0,-1 1 0 0 0,1-1 0 0 0,-1 0 0 0 0,1 0 0 0 0,-1 1 0 0 0,1-1 0 0 0,0 0 0 0 0,-1 1 0 0 0,1-1 0 0 0,0 0 0 0 0,-1 1 0 0 0,1-1 0 0 0,0 1 0 0 0,-1-1 0 0 0,1 1 0 0 0,0-1 0 0 0,0 0 0 0 0,0 1 0 0 0,-1-1 0 0 0,1 1 0 0 0,0-1 0 0 0,0 1 0 0 0,1 0 0 0 0,-1 0 0 0 0,1-1 0 0 0,0 1 0 0 0,-1 0 0 0 0,1-1 0 0 0,0 1 0 0 0,0-1 0 0 0,-1 1 0 0 0,1-1 0 0 0,0 0 0 0 0,0 1 0 0 0,0-1 0 0 0,0 0 0 0 0,1 1 0 0 0,36 5 0 0 0,12-5 0 0 0,1-3 0 0 0,51-7 0 0 0,100-25 0 0 0,-84 13 0 0 0,683-95 0 0 0,-657 102 0 0 0,234 4 0 0 0,-111 32 0 0 0,-214-15 0 0 0,0 4 0 0 0,99 32 0 0 0,-147-41 0 0 0,-1 0 0 0 0,0 0 0 0 0,0 0 0 0 0,7 5 0 0 0,-11-7 0 0 0,1 1 0 0 0,-1-1 0 0 0,1 0 0 0 0,-1 0 0 0 0,1 1 0 0 0,-1-1 0 0 0,1 1 0 0 0,-1-1 0 0 0,0 0 0 0 0,1 1 0 0 0,-1-1 0 0 0,1 1 0 0 0,-1-1 0 0 0,0 1 0 0 0,0-1 0 0 0,1 1 0 0 0,-1-1 0 0 0,0 1 0 0 0,0-1 0 0 0,0 1 0 0 0,1-1 0 0 0,-1 1 0 0 0,0 0 0 0 0,0-1 0 0 0,0 1 0 0 0,0-1 0 0 0,0 1 0 0 0,0-1 0 0 0,0 1 0 0 0,0 0 0 0 0,-1-1 0 0 0,1 1 0 0 0,0-1 0 0 0,0 1 0 0 0,0-1 0 0 0,0 1 0 0 0,-1-1 0 0 0,1 1 0 0 0,0-1 0 0 0,-1 1 0 0 0,1-1 0 0 0,0 1 0 0 0,-1-1 0 0 0,1 1 0 0 0,-1-1 0 0 0,1 0 0 0 0,-1 1 0 0 0,-11 6 0 0 0,0 0 0 0 0,-1-1 0 0 0,1 0 0 0 0,-1-1 0 0 0,-26 6 0 0 0,19-5 0 0 0,-74 18-29 0 0,-160 19 0 0 0,120-24 3 0 0,-162 22-37 0 0,-148 27 13 0 0,-275 115 39 0 0,694-175 12 0 0,-229 83 67 0 0,200-69-48 0 0,1 3 0 0 0,-79 51-1 0 0,96-50 13 0 0,32-23-28 0 0,1 0 0 0 0,0 0 0 0 0,0 0 0 0 0,0 1 0 0 0,0-1 0 0 0,1 1 0 0 0,-5 7 0 0 0,7-10-4 0 0,0-1 0 0 0,-1 1 0 0 0,1-1 0 0 0,0 1 0 0 0,0 0 0 0 0,0-1 0 0 0,0 1 0 0 0,0 0 0 0 0,0-1 0 0 0,0 1 0 0 0,0 0 0 0 0,0-1 0 0 0,0 1 0 0 0,0 0 0 0 0,1-1 0 0 0,-1 1 0 0 0,0 0 0 0 0,0-1 0 0 0,1 1 0 0 0,-1-1 0 0 0,0 1 0 0 0,1-1 0 0 0,-1 1 0 0 0,0 0 0 0 0,1-1 0 0 0,-1 0 0 0 0,1 1 0 0 0,-1-1 0 0 0,1 1 0 0 0,-1-1 0 0 0,1 1 0 0 0,-1-1 0 0 0,1 0 0 0 0,0 1 0 0 0,-1-1 0 0 0,1 0 0 0 0,-1 0 0 0 0,1 0 0 0 0,0 1 0 0 0,-1-1 0 0 0,2 0 0 0 0,2 1 0 0 0,1 0 0 0 0,-1 0 0 0 0,1 0 0 0 0,7-1 0 0 0,22-2 0 0 0,-1-1 0 0 0,61-15 0 0 0,-27 4 0 0 0,343-72 0 0 0,83-14 0 0 0,141 29-128 0 0,-139 68 64 0 0,-427 6 64 0 0,286 18 0 0 0,-345-20 0 0 0,48 6-2 0 0,-51-6 4 0 0,1 1 0 0 0,0-1 0 0 0,-1 1-1 0 0,1 1 1 0 0,-1-1 0 0 0,6 5 0 0 0,-11-7-1 0 0,-1 0 1 0 0,0 0-1 0 0,0 0 0 0 0,0 0 0 0 0,0 0 0 0 0,0 0 0 0 0,0 0 1 0 0,0 0-1 0 0,1 0 0 0 0,-1 0 0 0 0,0 0 0 0 0,0 0 1 0 0,0 1-1 0 0,0-1 0 0 0,0 0 0 0 0,0 0 0 0 0,0 0 1 0 0,0 0-1 0 0,0 0 0 0 0,0 0 0 0 0,0 0 0 0 0,1 1 0 0 0,-1-1 1 0 0,0 0-1 0 0,0 0 0 0 0,0 0 0 0 0,0 0 0 0 0,0 0 1 0 0,0 0-1 0 0,0 1 0 0 0,0-1 0 0 0,0 0 0 0 0,0 0 1 0 0,0 0-1 0 0,0 0 0 0 0,0 0 0 0 0,0 0 0 0 0,-1 1 1 0 0,-4 2 10 0 0,-13 3-22 0 0,14-5 14 0 0,-251 53 19 0 0,133-32 18 0 0,-473 69 31 0 0,-294 9-72 0 0,452-35-72 0 0,362-50 72 0 0,-91 13 0 0 0,158-28-31 0 0,12-3 6 0 0,12-2 17 0 0,212-40 8 0 0,-131 28 0 0 0,285-33 0 0 0,-221 32 11 0 0,386-41 47 0 0,3 27-63 0 0,-464 32 37 0 0,170 22 0 0 0,-247-21-32 0 0,-1 0 0 0 0,0 1 0 0 0,1 0 0 0 0,-1 1 0 0 0,0-1 0 0 0,0 1 0 0 0,-1 1 0 0 0,1-1 0 0 0,0 2 0 0 0,-1-1 0 0 0,7 6 0 0 0,-13-9 0 0 0,0-1 0 0 0,-1 1 0 0 0,1-1 0 0 0,-1 1 0 0 0,1-1 0 0 0,-1 1 0 0 0,1-1 0 0 0,-1 1 0 0 0,1 0 0 0 0,-1-1 0 0 0,1 1 0 0 0,-1 0 0 0 0,0-1 0 0 0,1 1 0 0 0,-1 0 0 0 0,0 0 0 0 0,0-1 0 0 0,0 1 0 0 0,0 0 0 0 0,0 0 0 0 0,1-1 0 0 0,-1 1 0 0 0,0 0 0 0 0,-1 0 0 0 0,1 0 0 0 0,0 0 0 0 0,-1 1 0 0 0,1-1 0 0 0,-1 0 0 0 0,0 1 0 0 0,0-1 0 0 0,0 0 0 0 0,0 0 0 0 0,0 0 0 0 0,0 0 0 0 0,0 0 0 0 0,0 0 0 0 0,0 0 0 0 0,-3 1 0 0 0,-4 3 0 0 0,0-1 0 0 0,-1-1 0 0 0,-12 4 0 0 0,20-6 0 0 0,-45 10-17 0 0,1-1-1 0 0,-69 5 1 0 0,74-11 3 0 0,-959 77 0 0 0,765-62 15 0 0,-63 4-12 0 0,-169 16-43 0 0,446-37 54 0 0,-1 2 0 0 0,0-1 0 0 0,0-2 0 0 0,-42-1 0 0 0,56-2 0 0 0,12-1 0 0 0,15 0 0 0 0,344-47 0 0 0,-256 34 0 0 0,170-12 0 0 0,-60 8 0 0 0,193-9 0 0 0,0 25 0 0 0,-340 4 0 0 0,546 23 0 0 0,-450-5 0 0 0,-137-12 0 0 0,1 1 0 0 0,-1 2 0 0 0,38 16 0 0 0,-65-24 0 0 0,0 1 0 0 0,0-1 0 0 0,-1 1 0 0 0,1 0 0 0 0,0 0 0 0 0,3 4 0 0 0,-6-6 0 0 0,1 1 0 0 0,-1-1 0 0 0,0 0 0 0 0,1 1 0 0 0,-1-1 0 0 0,0 1 0 0 0,1-1 0 0 0,-1 1 0 0 0,0-1 0 0 0,0 0 0 0 0,0 1 0 0 0,1-1 0 0 0,-1 1 0 0 0,0-1 0 0 0,0 1 0 0 0,0-1 0 0 0,0 1 0 0 0,0-1 0 0 0,0 1 0 0 0,0 0 0 0 0,0 0 0 0 0,-1-1 0 0 0,1 1 0 0 0,0-1 0 0 0,-1 1 0 0 0,1-1 0 0 0,-1 1 0 0 0,1-1 0 0 0,-1 1 0 0 0,1-1 0 0 0,-1 0 0 0 0,1 1 0 0 0,-1-1 0 0 0,1 0 0 0 0,-1 1 0 0 0,1-1 0 0 0,-1 0 0 0 0,1 1 0 0 0,-1-1 0 0 0,0 0 0 0 0,-1 0 0 0 0,-17 5 0 0 0,0-2 0 0 0,-39 3 0 0 0,1-1 0 0 0,-640 85-64 0 0,-246-22 64 0 0,785-65 0 0 0,-206 4 0 0 0,380 5 0 0 0,-9-8 0 0 0,16 11-2 0 0,-22-14 3 0 0,0 0-1 0 0,0 0 1 0 0,0-1 0 0 0,-1 1-1 0 0,1 0 1 0 0,0 0 0 0 0,0 0-1 0 0,-1 0 1 0 0,1 0 0 0 0,-1 0-1 0 0,1 0 1 0 0,-1 0 0 0 0,1 0-1 0 0,-1 0 1 0 0,0 0 0 0 0,1 1-1 0 0,-1-1 1 0 0,0 0-1 0 0,0 2 1 0 0,-3 7 52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09.8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993 299 455 0 0,'-1'-13'101'0'0,"1"1"-1"0"0,-2 0 0 0 0,1 0 1 0 0,-2 0-1 0 0,0 0 0 0 0,0 0 1 0 0,-1 0-1 0 0,0 1 0 0 0,-1 0 1 0 0,0 0-1 0 0,-9-13 0 0 0,10 19-80 0 0,0 1 0 0 0,-1-1 0 0 0,1 1 0 0 0,-1 1 0 0 0,1-1-1 0 0,-1 1 1 0 0,0 0 0 0 0,-1 0 0 0 0,1 0 0 0 0,0 0-1 0 0,-1 1 1 0 0,0 0 0 0 0,1 0 0 0 0,-11-1 0 0 0,-6-1-5 0 0,-1 2 1 0 0,-31-1 0 0 0,47 3-18 0 0,-101-2 373 0 0,-134-5 413 0 0,165 2-371 0 0,-87-19 0 0 0,49 2 251 0 0,109 22-465 0 0,10 3 27 0 0,11 2-8 0 0,11 0-198 0 0,0-2 0 0 0,41 1 0 0 0,54-8 142 0 0,-56 1-117 0 0,213-17 396 0 0,131 0-96 0 0,-401 21-345 0 0,11-1 17 0 0,0 1 0 0 0,24 5 0 0 0,-39-5-16 0 0,0 0 0 0 0,0 0-1 0 0,0 0 1 0 0,0 0 0 0 0,0 1 0 0 0,0 0 0 0 0,-1 0-1 0 0,1 0 1 0 0,0 0 0 0 0,-1 0 0 0 0,0 1-1 0 0,1-1 1 0 0,-1 1 0 0 0,0 0 0 0 0,0 0 0 0 0,3 5-1 0 0,-5-7 0 0 0,-1 1 0 0 0,1-1 0 0 0,-1 0 0 0 0,0 1 0 0 0,1-1 0 0 0,-1 1 0 0 0,0-1 0 0 0,0 0 0 0 0,0 1 0 0 0,0-1 0 0 0,0 1 0 0 0,0-1 0 0 0,0 1 0 0 0,-1-1 0 0 0,1 0 0 0 0,0 1 0 0 0,-1-1 0 0 0,1 0 0 0 0,-1 1 0 0 0,1-1 0 0 0,-1 0 0 0 0,0 0 0 0 0,0 1 0 0 0,1-1 0 0 0,-1 0 0 0 0,0 0 0 0 0,-1 1 0 0 0,-3 3 0 0 0,1-1 0 0 0,-1 1 0 0 0,0-1 0 0 0,-8 6 0 0 0,-15 5 7 0 0,0 0 0 0 0,-2-2-1 0 0,1-1 1 0 0,-42 11 0 0 0,45-15 26 0 0,-331 92 321 0 0,60-18-57 0 0,231-63-249 0 0,9-3 177 0 0,-92 39 0 0 0,145-53-226 0 0,0 0 1 0 0,0 0-1 0 0,1 0 0 0 0,-1 1 0 0 0,-4 3 0 0 0,8-5 1 0 0,-1-1 1 0 0,1 0-1 0 0,0 1 1 0 0,-1-1-1 0 0,1 1 0 0 0,0-1 1 0 0,-1 1-1 0 0,1-1 1 0 0,0 1-1 0 0,0-1 1 0 0,-1 1-1 0 0,1-1 1 0 0,0 1-1 0 0,0-1 1 0 0,0 1-1 0 0,0-1 0 0 0,0 1 1 0 0,0-1-1 0 0,0 1 1 0 0,0 0-1 0 0,0 0 3 0 0,0-1 0 0 0,1 1 0 0 0,-1 0 0 0 0,0-1 0 0 0,1 1-1 0 0,-1-1 1 0 0,1 1 0 0 0,-1-1 0 0 0,1 1 0 0 0,-1-1 0 0 0,1 1 0 0 0,-1-1-1 0 0,1 1 1 0 0,-1-1 0 0 0,1 0 0 0 0,0 1 0 0 0,-1-1 0 0 0,1 0 0 0 0,0 1 0 0 0,0-1-1 0 0,12 5 99 0 0,1-1 0 0 0,-1-1 0 0 0,1 0 0 0 0,0-1 0 0 0,19 1 0 0 0,73-4 265 0 0,-88 0-330 0 0,447-45 704 0 0,-377 34-776 0 0,293-58 36 0 0,-286 50 0 0 0,-67 14-5 0 0,-18 3-17 0 0,0 0 0 0 0,0 1 1 0 0,0 0-1 0 0,0 1 0 0 0,19 0 0 0 0,-28 1 24 0 0,-1 0-1 0 0,0 0 1 0 0,1 0-1 0 0,-1 0 0 0 0,1 0 1 0 0,-1 0-1 0 0,1 0 1 0 0,-1 0-1 0 0,1 0 0 0 0,-1 0 1 0 0,0 0-1 0 0,1 1 1 0 0,-1-1-1 0 0,1 0 0 0 0,-1 0 1 0 0,0 0-1 0 0,1 1 1 0 0,-1-1-1 0 0,0 0 1 0 0,1 0-1 0 0,-1 1 0 0 0,0-1 1 0 0,1 0-1 0 0,-1 1 1 0 0,0-1-1 0 0,0 0 0 0 0,1 1 1 0 0,-1-1-1 0 0,0 1 1 0 0,1 0-1 0 0,-2-1 3 0 0,1 1 1 0 0,0 0-1 0 0,0 0 0 0 0,0-1 0 0 0,-1 1 1 0 0,1 0-1 0 0,-1 0 0 0 0,1-1 0 0 0,0 1 1 0 0,-1 0-1 0 0,1-1 0 0 0,-1 1 0 0 0,1-1 1 0 0,-1 1-1 0 0,0 0 0 0 0,-28 21 51 0 0,27-21-70 0 0,-33 20 61 0 0,-70 29 0 0 0,92-44-10 0 0,-306 107 295 0 0,-9-25-274 0 0,312-84-61 0 0,-125 29 14 0 0,-76 21 56 0 0,200-49-40 0 0,1-1-3 0 0,1 1 0 0 0,0 0 0 0 0,0 2-1 0 0,-14 7 1 0 0,29-14-23 0 0,-1 0 0 0 0,1 0 0 0 0,-1 1 0 0 0,1-1 1 0 0,0 0-1 0 0,-1 0 0 0 0,1 1 0 0 0,-1-1 0 0 0,1 0 0 0 0,0 0 0 0 0,-1 1 0 0 0,1-1 0 0 0,0 1 0 0 0,0-1 0 0 0,-1 0 0 0 0,1 1 0 0 0,0-1 0 0 0,0 1 0 0 0,-1-1 0 0 0,1 0 0 0 0,0 1 0 0 0,0-1 0 0 0,0 1 0 0 0,0 0 0 0 0,0 0 0 0 0,0-1 0 0 0,0 0 0 0 0,1 1 0 0 0,-1-1 0 0 0,0 0 0 0 0,1 1-1 0 0,-1-1 1 0 0,0 0 0 0 0,1 1 0 0 0,-1-1 0 0 0,0 0 0 0 0,1 1 0 0 0,-1-1 0 0 0,1 0 0 0 0,-1 0-1 0 0,1 0 1 0 0,-1 0 0 0 0,1 1 0 0 0,0-1 0 0 0,25 4 17 0 0,55-5 477 0 0,153-20-1 0 0,-213 18-417 0 0,85-10 113 0 0,342-33 30 0 0,-277 47-306 0 0,-168-1 87 0 0,0 0-1 0 0,0 1 1 0 0,0-1-1 0 0,-1 1 0 0 0,1 0 1 0 0,0 0-1 0 0,0 0 1 0 0,3 2-1 0 0,-5-3 1 0 0,-1 0 1 0 0,0 1-1 0 0,1-1 0 0 0,-1 0 1 0 0,0 0-1 0 0,0 0 0 0 0,1 1 1 0 0,-1-1-1 0 0,0 0 1 0 0,0 1-1 0 0,1-1 0 0 0,-1 0 1 0 0,0 0-1 0 0,0 1 0 0 0,0-1 1 0 0,1 0-1 0 0,-1 1 0 0 0,0-1 1 0 0,0 1-1 0 0,0-1 0 0 0,0 0 1 0 0,0 1-1 0 0,0-1 1 0 0,0 0-1 0 0,0 1 0 0 0,0 0 1 0 0,0 0 2 0 0,-1 0 1 0 0,1-1 0 0 0,-1 1 0 0 0,1 0-1 0 0,-1 0 1 0 0,0 0 0 0 0,1-1-1 0 0,-1 1 1 0 0,0 0 0 0 0,1 0 0 0 0,-1-1-1 0 0,0 1 1 0 0,0-1 0 0 0,0 1 0 0 0,-1 0-1 0 0,-13 7-21 0 0,-2-1 1 0 0,1 0-1 0 0,-1-1 0 0 0,0-1 0 0 0,-22 4 0 0 0,-2 2 29 0 0,-182 52 54 0 0,-233 60 334 0 0,358-107-281 0 0,98-16-118 0 0,0 0 0 0 0,0 0 0 0 0,0 1 0 0 0,0-1 1 0 0,0 0-1 0 0,0 0 0 0 0,0 0 0 0 0,0 0 0 0 0,0 0 1 0 0,0 0-1 0 0,0 0 0 0 0,0 0 0 0 0,0 0 1 0 0,0 0-1 0 0,0 0 0 0 0,0 0 0 0 0,0 0 0 0 0,0 0 1 0 0,0 0-1 0 0,0 0 0 0 0,0 0 0 0 0,0 1 0 0 0,0-1 1 0 0,0 0-1 0 0,0 0 0 0 0,0 0 0 0 0,0 0 0 0 0,0 0 1 0 0,0 0-1 0 0,0 0 0 0 0,0 0 0 0 0,0 0 0 0 0,0 0 1 0 0,0 0-1 0 0,0 0 0 0 0,0 0 0 0 0,0 0 0 0 0,0 0 1 0 0,0 0-1 0 0,0 0 0 0 0,0 0 0 0 0,0 0 0 0 0,-1 0 1 0 0,1 0-1 0 0,0 1 0 0 0,0-1 0 0 0,0 0 0 0 0,0 0 1 0 0,0 0-1 0 0,0 0 0 0 0,0 0 0 0 0,10 3 3 0 0,14 1-6 0 0,18-1 3 0 0,60-5 0 0 0,-45-1 0 0 0,-30 3 2 0 0,312-1 84 0 0,-247 3-86 0 0,140-16 0 0 0,-207 12 0 0 0,-1 1 0 0 0,1 1 0 0 0,-1 1 0 0 0,36 6 0 0 0,-57-6 0 0 0,0-1 0 0 0,-1 1 0 0 0,0 0 0 0 0,1 0 0 0 0,-1 0 0 0 0,1 0 0 0 0,-1 0 0 0 0,4 4 0 0 0,-5-5 0 0 0,-1 0 0 0 0,1 1 0 0 0,-1-1 0 0 0,1 1 0 0 0,-1-1 0 0 0,0 0 0 0 0,1 1 0 0 0,-1-1 0 0 0,0 1 0 0 0,0 0 0 0 0,1-1 0 0 0,-1 1 0 0 0,0-1 0 0 0,0 1 0 0 0,0-1 0 0 0,1 1 0 0 0,-1-1 0 0 0,0 1 0 0 0,0 0 0 0 0,0-1 0 0 0,0 1 0 0 0,0-1 0 0 0,0 1 0 0 0,0 0 0 0 0,0-1 0 0 0,-1 1 0 0 0,1-1 0 0 0,0 1 0 0 0,0-1 0 0 0,0 1 0 0 0,-1 0 0 0 0,1-1 0 0 0,0 1 0 0 0,-1-1 0 0 0,1 1 0 0 0,0-1 0 0 0,-1 0 0 0 0,1 1 0 0 0,0-1 0 0 0,-1 1 0 0 0,1-1 0 0 0,-1 0 0 0 0,1 1 0 0 0,-2 0 0 0 0,-4 3 0 0 0,0 1 0 0 0,0-1 0 0 0,-1 0 0 0 0,1-1 0 0 0,-1 0 0 0 0,-12 5 0 0 0,-49 10 0 0 0,40-11 0 0 0,-75 19 31 0 0,-2-5 0 0 0,-119 8-1 0 0,177-25 49 0 0,-393 25 638 0 0,390-24-637 0 0,50-5-79 0 0,0 0 0 0 0,0 0 0 0 0,0 0 0 0 0,0 0 0 0 0,0 0 0 0 0,0 0 0 0 0,0 0 0 0 0,0 0 0 0 0,0 0 0 0 0,0 0 0 0 0,0 0 0 0 0,0 0 0 0 0,0 0 0 0 0,0 0 0 0 0,-1 0 1 0 0,1 0-1 0 0,0 0 0 0 0,0 0 0 0 0,0 0 0 0 0,0 0 0 0 0,0 0 0 0 0,0 0 0 0 0,0 0 0 0 0,0 0 0 0 0,0 0 0 0 0,0 0 0 0 0,0 0 0 0 0,0 0 0 0 0,0 0 0 0 0,0 0 0 0 0,0 0 0 0 0,0 0 0 0 0,0 0 0 0 0,0 0 0 0 0,0 0 0 0 0,0 1 0 0 0,0-1 0 0 0,0 0 0 0 0,0 0 0 0 0,0 0 0 0 0,0 0 0 0 0,0 0 0 0 0,0 0 0 0 0,0 0 0 0 0,0 0 0 0 0,0 0 0 0 0,0 0 0 0 0,0 0 0 0 0,0 0 0 0 0,0 0 0 0 0,0 0 0 0 0,0 0 0 0 0,0 0 0 0 0,0 0 0 0 0,0 0 0 0 0,0 0 0 0 0,0 1 0 0 0,0-1 0 0 0,0 0 0 0 0,0 0 0 0 0,0 0 0 0 0,0 0 0 0 0,0 0 0 0 0,0 0 0 0 0,0 0 0 0 0,0 0 0 0 0,6 3 75 0 0,8 4-664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12.0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 56 455 0 0,'0'-24'226'0'0,"-1"20"-87"0"0,-1-16 555 0 0,3 13-385 0 0,-1 7-306 0 0,1 0 0 0 0,-1 0 0 0 0,0 0 0 0 0,0 0 0 0 0,0 0 0 0 0,0 0 0 0 0,0-1 0 0 0,0 1 0 0 0,0 0 0 0 0,1 0 1 0 0,-1 0-1 0 0,0 0 0 0 0,0 0 0 0 0,0 0 0 0 0,0 0 0 0 0,0 0 0 0 0,1 0 0 0 0,-1 0 0 0 0,0 0 0 0 0,0 0 0 0 0,0 0 0 0 0,0 0 0 0 0,0 1 0 0 0,0-1 0 0 0,1 0 0 0 0,-1 0 1 0 0,0 0-1 0 0,0 0 0 0 0,0 0 0 0 0,0 0 0 0 0,0 0 0 0 0,0 0 0 0 0,0 0 0 0 0,1 0 0 0 0,-1 0 0 0 0,0 1 0 0 0,0-1 0 0 0,0 0 0 0 0,0 0 0 0 0,0 0 0 0 0,0 0 0 0 0,7 9 421 0 0,-6-4-277 0 0,-1 5 179 0 0,1 1 0 0 0,-2 0 0 0 0,0 0 0 0 0,0-1 1 0 0,-1 1-1 0 0,-3 12 0 0 0,3-18-285 0 0,-6 35 427 0 0,8-37-444 0 0,-1 0 1 0 0,1 0-1 0 0,0-1 1 0 0,0 1-1 0 0,0 0 0 0 0,0 0 1 0 0,1-1-1 0 0,-1 1 1 0 0,1 0-1 0 0,-1-1 1 0 0,1 1-1 0 0,2 2 0 0 0,-2-3-22 0 0,0-1-1 0 0,0 0 1 0 0,0 0-1 0 0,0 0 0 0 0,0 0 1 0 0,1 0-1 0 0,-1 0 1 0 0,0-1-1 0 0,1 1 0 0 0,-1 0 1 0 0,1-1-1 0 0,-1 1 1 0 0,1-1-1 0 0,-1 1 0 0 0,1-1 1 0 0,-1 0-1 0 0,1 1 1 0 0,-1-1-1 0 0,1 0 0 0 0,-1 0 1 0 0,1 0-1 0 0,0 0 1 0 0,-1-1-1 0 0,1 1 0 0 0,1-1 1 0 0,-1 1 0 0 0,0 0-1 0 0,0-1 1 0 0,0 1 0 0 0,0 0-1 0 0,0 0 1 0 0,0 0 0 0 0,0 1 0 0 0,0-1-1 0 0,0 0 1 0 0,0 1 0 0 0,0-1 0 0 0,0 1-1 0 0,0 0 1 0 0,0 0 0 0 0,3 1-1 0 0,-4-1-102 0 0,-1 1 0 0 0,1-1-1 0 0,0 0 1 0 0,-1 0-1 0 0,1 0 1 0 0,-1 1-1 0 0,0-1 1 0 0,1 0-1 0 0,-1 1 1 0 0,0-1 0 0 0,0 0-1 0 0,1 1 1 0 0,-1-1-1 0 0,0 1 1 0 0,0-1-1 0 0,-1 0 1 0 0,1 1 0 0 0,0-1-1 0 0,0 0 1 0 0,-1 1-1 0 0,1-1 1 0 0,-1 0-1 0 0,1 0 1 0 0,-2 2-1 0 0,-4 8-794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12.9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79 61 2759 0 0,'-4'-5'141'0'0,"2"2"-74"0"0,0 0 0 0 0,0 0 0 0 0,-1 0 0 0 0,1 0 0 0 0,-1 0 0 0 0,0 1 0 0 0,0-1 0 0 0,-5-3 0 0 0,-5-4 388 0 0,11 8-421 0 0,-1 0 1 0 0,1 1-1 0 0,-1-1 1 0 0,1 0-1 0 0,-1 1 1 0 0,1 0 0 0 0,-1-1-1 0 0,0 1 1 0 0,-4-1-1 0 0,7 2-33 0 0,-1 0-1 0 0,1 0 1 0 0,0 0-1 0 0,0 0 1 0 0,0 0-1 0 0,0 0 1 0 0,0 0-1 0 0,0-1 1 0 0,0 1-1 0 0,0 0 0 0 0,-1 0 1 0 0,1 0-1 0 0,0 1 1 0 0,0-1-1 0 0,0 0 1 0 0,0 0-1 0 0,0 0 1 0 0,0 0-1 0 0,0 0 0 0 0,0 0 1 0 0,-1 0-1 0 0,1 0 1 0 0,0 0-1 0 0,0 0 1 0 0,0 0-1 0 0,0 0 1 0 0,0 0-1 0 0,0 0 1 0 0,0 0-1 0 0,0 0 0 0 0,0 0 1 0 0,0 0-1 0 0,0 1 1 0 0,-1-1-1 0 0,1 0 1 0 0,0 0-1 0 0,0 0 1 0 0,0 0-1 0 0,0 0 1 0 0,0 0-1 0 0,0 0 0 0 0,0 0 1 0 0,0 1-1 0 0,0-1 1 0 0,0 0-1 0 0,3 6-76 0 0,5 6-174 0 0,2-1-580 0 0,-1-1 1 0 0,12 9-1 0 0,-9-11 592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18.2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183 294 4143 0 0,'0'0'5'0'0,"-1"-25"1496"0"0,1 24-1400 0 0,0 0 1 0 0,0 0 0 0 0,0 0 0 0 0,-1 0-1 0 0,1 0 1 0 0,0 0 0 0 0,0 0 0 0 0,-1 0 0 0 0,1 0-1 0 0,0 0 1 0 0,-1 0 0 0 0,1 0 0 0 0,-1 0-1 0 0,1 0 1 0 0,-1 1 0 0 0,0-1 0 0 0,1 0-1 0 0,-1 0 1 0 0,0 1 0 0 0,0-1 0 0 0,-1-1-1 0 0,2 2-27 0 0,-1 0 0 0 0,0 1-1 0 0,0-1 1 0 0,1 0-1 0 0,-1 0 1 0 0,0 1 0 0 0,1-1-1 0 0,-1 0 1 0 0,0 0-1 0 0,1 1 1 0 0,-1-1 0 0 0,1 1-1 0 0,-1-1 1 0 0,0 1-1 0 0,1-1 1 0 0,-1 1 0 0 0,1-1-1 0 0,0 1 1 0 0,-1-1-1 0 0,1 1 1 0 0,-1 0 0 0 0,1-1-1 0 0,0 1 1 0 0,-1 0-1 0 0,1 0 1 0 0,-9 20 870 0 0,8-20-816 0 0,-10 36 998 0 0,1 0 0 0 0,-6 43 0 0 0,5-19-219 0 0,-23 89 571 0 0,-25 148-381 0 0,54-220-1007 0 0,15-106-79 0 0,22-143 206 0 0,-3 23-39 0 0,-14 56-106 0 0,22-136-2 0 0,-21-3 60 0 0,-12 111 1480 0 0,-4 120-1599 0 0,0 0-1 0 0,-1-1 1 0 0,1 1-1 0 0,0 0 1 0 0,0 0-1 0 0,0 0 1 0 0,0 0-1 0 0,0 0 0 0 0,0 0 1 0 0,0 0-1 0 0,0 0 1 0 0,0-1-1 0 0,0 1 1 0 0,0 0-1 0 0,0 0 1 0 0,0 0-1 0 0,0 0 1 0 0,0 0-1 0 0,0 0 1 0 0,0-1-1 0 0,0 1 1 0 0,0 0-1 0 0,0 0 1 0 0,0 0-1 0 0,0 0 1 0 0,0 0-1 0 0,0 0 1 0 0,0 0-1 0 0,0 0 0 0 0,0-1 1 0 0,1 1-1 0 0,-1 0 1 0 0,0 0-1 0 0,0 0 1 0 0,0 0-1 0 0,0 0 1 0 0,0 0-1 0 0,0 0 1 0 0,0 0-1 0 0,0 0 1 0 0,0 0-1 0 0,1 0 1 0 0,-1-1-1 0 0,0 1 1 0 0,0 0-1 0 0,0 0 1 0 0,0 0-1 0 0,0 0 1 0 0,0 0-1 0 0,0 0 0 0 0,1 0 1 0 0,-1 0-1 0 0,0 0 1 0 0,0 0-1 0 0,0 0 1 0 0,0 0-1 0 0,6 8 156 0 0,5 13-86 0 0,35 117 269 0 0,152 325 623 0 0,-140-336-696 0 0,100 209 316 0 0,-150-321-625 0 0,-5-12-6 0 0,-4-11-13 0 0,0 2 60 0 0,-3-7-1258 0 0,1 0 1 0 0,-8-17-1 0 0,2 12-21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18.4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43 157 4143 0 0,'-8'2'77'0'0,"5"-2"21"0"0,-1 1 1 0 0,1 0-1 0 0,0 0 1 0 0,0 0-1 0 0,0 0 0 0 0,-4 2 1 0 0,6-2 21 0 0,1-1 1 0 0,-1 1-1 0 0,0-1 1 0 0,1 1 0 0 0,-1 0-1 0 0,1-1 1 0 0,-1 1-1 0 0,1 0 1 0 0,-1-1-1 0 0,1 1 1 0 0,-1 0-1 0 0,1-1 1 0 0,0 1 0 0 0,-1 0-1 0 0,1 0 1 0 0,0 0-1 0 0,0-1 1 0 0,0 1-1 0 0,-1 0 1 0 0,1 0-1 0 0,0 0 1 0 0,0 0 0 0 0,0-1-1 0 0,0 1 1 0 0,0 0-1 0 0,1 0 1 0 0,-1 0-1 0 0,0 0 1 0 0,0-1-1 0 0,1 2 1 0 0,-1-1 111 0 0,1 0 0 0 0,-1 0 0 0 0,1 0 0 0 0,0 0 1 0 0,0 0-1 0 0,-1 0 0 0 0,1 0 0 0 0,0 0 0 0 0,0-1 0 0 0,0 1 0 0 0,0 0 0 0 0,0-1 0 0 0,0 1 0 0 0,0 0 0 0 0,0-1 1 0 0,0 1-1 0 0,0-1 0 0 0,0 0 0 0 0,0 1 0 0 0,0-1 0 0 0,1 0 0 0 0,-1 0 0 0 0,0 1 0 0 0,0-1 0 0 0,0 0 1 0 0,0 0-1 0 0,3-1 0 0 0,2 1 484 0 0,0 0 0 0 0,0-1 0 0 0,12-3 0 0 0,52-18 775 0 0,-2-4 0 0 0,70-36 1 0 0,-131 59-1441 0 0,60-32 229 0 0,-40 20-252 0 0,41-17 1 0 0,-66 31-440 0 0,14-4 1059 0 0,-7 6-7173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19.3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32 321 6911 0 0,'-2'-1'353'0'0,"0"0"-1"0"0,0 0 0 0 0,0 0 1 0 0,0 0-1 0 0,0-1 0 0 0,0 1 1 0 0,0 0-1 0 0,1-1 0 0 0,-1 0 0 0 0,1 1 1 0 0,-1-1-1 0 0,1 0 0 0 0,0 0 1 0 0,0 0-1 0 0,-1 0 0 0 0,1 0 1 0 0,1 0-1 0 0,-2-3 0 0 0,1 2-64 0 0,1 0-1 0 0,0 1 0 0 0,-1-1 0 0 0,1 0 1 0 0,1 0-1 0 0,-1 0 0 0 0,0 1 0 0 0,1-1 1 0 0,-1 0-1 0 0,1 1 0 0 0,0-1 0 0 0,0 0 1 0 0,1-2-1 0 0,2-2 24 0 0,0 0 1 0 0,1 0-1 0 0,-1 0 0 0 0,1 1 1 0 0,0 0-1 0 0,1 0 0 0 0,0 0 1 0 0,0 1-1 0 0,9-7 1 0 0,-13 10-263 0 0,12-8 160 0 0,-1 1 1 0 0,1 1-1 0 0,1 0 0 0 0,-1 1 0 0 0,19-6 0 0 0,-30 11-185 0 0,0 1-1 0 0,1 1 0 0 0,-1-1 0 0 0,0 0 0 0 0,1 1 0 0 0,-1 0 0 0 0,0-1 0 0 0,1 1 0 0 0,-1 1 0 0 0,0-1 0 0 0,1 0 0 0 0,-1 1 1 0 0,0 0-1 0 0,1 0 0 0 0,-1 0 0 0 0,0 0 0 0 0,0 0 0 0 0,0 0 0 0 0,0 1 0 0 0,0 0 0 0 0,0 0 0 0 0,0 0 0 0 0,-1 0 0 0 0,1 0 1 0 0,-1 0-1 0 0,1 0 0 0 0,-1 1 0 0 0,0-1 0 0 0,0 1 0 0 0,0 0 0 0 0,0 0 0 0 0,1 4 0 0 0,3 5-9 0 0,-1 0-1 0 0,0 0 1 0 0,-1 1 0 0 0,0 0-1 0 0,-1 0 1 0 0,-1 0 0 0 0,0 0-1 0 0,1 22 1 0 0,-4 1-35 0 0,-8 70-1 0 0,0-57 22 0 0,-1 1 0 0 0,-31 82 0 0 0,37-112 0 0 0,4-20 0 0 0,0 0 0 0 0,0 0 0 0 0,0 0 0 0 0,0 0 0 0 0,0 0 0 0 0,0 0 0 0 0,0 0 0 0 0,0 1 0 0 0,-1-1 0 0 0,1 0 0 0 0,0 0 0 0 0,0 0 0 0 0,0 0 0 0 0,0 0 0 0 0,0 0 0 0 0,0 0 0 0 0,0 0 0 0 0,0 0 0 0 0,1 0 0 0 0,-1 0 0 0 0,0 1 0 0 0,0-1 0 0 0,0 0 0 0 0,0 0 0 0 0,0 0 0 0 0,0 0 0 0 0,0 0 0 0 0,0 0 0 0 0,0 0 0 0 0,0 0 0 0 0,0 0 0 0 0,0 0 0 0 0,0 0 0 0 0,0 0 0 0 0,0 0 0 0 0,0 0 0 0 0,0 1 0 0 0,0-1 0 0 0,0 0 0 0 0,1 0 0 0 0,-1 0 0 0 0,0 0 0 0 0,0 0 0 0 0,0 0 0 0 0,0 0 0 0 0,0 0 0 0 0,0 0 0 0 0,0 0 0 0 0,0 0 0 0 0,0 0 0 0 0,0 0 0 0 0,0 0 0 0 0,1 0 0 0 0,-1 0 0 0 0,6-9 0 0 0,8-20 0 0 0,-1-1 0 0 0,-2 0 0 0 0,14-63 0 0 0,-19 71 0 0 0,2-12 3 0 0,13-46 27 0 0,31-80 1 0 0,-16 78-31 0 0,13-35 0 0 0,-48 111 0 0 0,-4 10 0 0 0,-5 11 0 0 0,-28 70 4 0 0,4 1-1 0 0,-26 114 1 0 0,51-175 16 0 0,2 0 0 0 0,-3 38 0 0 0,8-56-8 0 0,-1 0 0 0 0,1 0 0 0 0,1 1 0 0 0,-1-1 0 0 0,1 0 0 0 0,1 0 0 0 0,-1 0 1 0 0,1 0-1 0 0,1 0 0 0 0,-1 0 0 0 0,1 0 0 0 0,0 0 0 0 0,6 8 0 0 0,-6-11-4 0 0,0 0 0 0 0,0-1 0 0 0,1 1 1 0 0,-1-1-1 0 0,1 0 0 0 0,0 0 0 0 0,0 0 0 0 0,0-1 0 0 0,0 1 0 0 0,0-1 0 0 0,9 3 0 0 0,-6-3 15 0 0,0 0 0 0 0,0 0 0 0 0,0-1 0 0 0,0 0 0 0 0,1-1-1 0 0,-1 1 1 0 0,9-2 0 0 0,-3 0 6 0 0,1-1-1 0 0,-1-1 0 0 0,0 0 1 0 0,0 0-1 0 0,-1-2 1 0 0,1 1-1 0 0,-1-2 1 0 0,14-7-1 0 0,-18 8-108 0 0,0 0 1 0 0,0-1-1 0 0,8-6 0 0 0,-14 10 44 0 0,0 1 0 0 0,-1-1 0 0 0,1 0 0 0 0,-1 1 0 0 0,1-1 0 0 0,-1 0 0 0 0,1 0 0 0 0,-1 0 0 0 0,0 0 0 0 0,0 0 0 0 0,0 0 0 0 0,0 0-1 0 0,0-1 1 0 0,-1 1 0 0 0,1 0 0 0 0,-1-1 0 0 0,1 1 0 0 0,-1-4 0 0 0,0 5-143 0 0,0 0 0 0 0,-1 0-1 0 0,1-1 1 0 0,0 1 0 0 0,-1 0-1 0 0,1 0 1 0 0,-1 0 0 0 0,0 0-1 0 0,1 0 1 0 0,-1 0 0 0 0,0 0-1 0 0,0 0 1 0 0,1 0 0 0 0,-1 0-1 0 0,-1 0 1 0 0,-9-8-7076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19.6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1 178 5063 0 0,'0'-1'82'0'0,"1"1"0"0"0,-1-1 1 0 0,0 0-1 0 0,1 0 0 0 0,-1 0 0 0 0,1 0 0 0 0,-1 0 0 0 0,1 1 0 0 0,-1-1 0 0 0,1 0 0 0 0,-1 1 0 0 0,1-1 0 0 0,0 0 0 0 0,0 1 0 0 0,-1-1 0 0 0,1 0 0 0 0,0 1 0 0 0,0 0 0 0 0,0-1 0 0 0,-1 1 0 0 0,1-1 0 0 0,1 1 0 0 0,26-10 2615 0 0,-20 8-2410 0 0,62-22 4701 0 0,59-19 650 0 0,4 7-3622 0 0,-91 27-2134 0 0,27-6 191 0 0,-60 12-1400 0 0,1-1 0 0 0,14-7 0 0 0,-15 6-5488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19.8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55 5527 0 0,'3'-1'340'0'0,"1"-1"-1"0"0,-1 1 0 0 0,1 0 0 0 0,-1-1 0 0 0,0 2 1 0 0,1-1-1 0 0,0 0 0 0 0,-1 1 0 0 0,1-1 0 0 0,4 1 1 0 0,7-1 1040 0 0,175-41 8556 0 0,-178 40-10494 0 0,-6 2-405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20.0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52 2303 0 0,'-3'4'189'0'0,"2"-3"-199"0"0,0 1-1 0 0,0-1 1 0 0,0 1 0 0 0,0 0 0 0 0,0-1-1 0 0,1 1 1 0 0,-1-1 0 0 0,0 3-1 0 0,1-3 102 0 0,0-1 0 0 0,0 1 0 0 0,0-1-1 0 0,0 1 1 0 0,0 0 0 0 0,0-1-1 0 0,0 1 1 0 0,1-1 0 0 0,-1 1 0 0 0,0-1-1 0 0,0 1 1 0 0,1-1 0 0 0,-1 1-1 0 0,0-1 1 0 0,1 0 0 0 0,-1 1-1 0 0,0-1 1 0 0,1 1 0 0 0,-1-1 0 0 0,1 0-1 0 0,-1 1 1 0 0,0-1 0 0 0,1 0-1 0 0,-1 1 1 0 0,1-1 0 0 0,-1 0 0 0 0,1 0-1 0 0,-1 1 1 0 0,1-1 0 0 0,0 0-1 0 0,-1 0 1 0 0,2 0 0 0 0,4 2 626 0 0,1 0-1 0 0,-1-1 1 0 0,1 0 0 0 0,-1 0 0 0 0,1-1-1 0 0,0 0 1 0 0,-1 0 0 0 0,1 0 0 0 0,0-1-1 0 0,-1 0 1 0 0,1 0 0 0 0,9-4 0 0 0,6-3 1159 0 0,-1-1 1 0 0,27-15 0 0 0,-29 13-1076 0 0,-1 2-1 0 0,35-12 1 0 0,-53 21-799 0 0,1 0-1 0 0,-1 0 0 0 0,1-1 1 0 0,-1 1-1 0 0,1 0 1 0 0,-1 0-1 0 0,1 0 1 0 0,-1 0-1 0 0,1 0 0 0 0,-1 0 1 0 0,1 0-1 0 0,-1 0 1 0 0,1 0-1 0 0,-1 0 0 0 0,1 0 1 0 0,-1 0-1 0 0,1 0 1 0 0,-1 0-1 0 0,1 0 1 0 0,0 1-1 0 0,-1-1-60 0 0,0 1 0 0 0,0-1-1 0 0,-1 1 1 0 0,1-1 0 0 0,0 1 0 0 0,0-1-1 0 0,0 1 1 0 0,-1-1 0 0 0,1 1 0 0 0,0-1 0 0 0,0 1-1 0 0,-1-1 1 0 0,1 1 0 0 0,0-1 0 0 0,-1 0-1 0 0,1 1 1 0 0,-1-1 0 0 0,1 1 0 0 0,-1-1 0 0 0,-6 7-1003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20.5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51 22 7367 0 0,'-2'-3'275'0'0,"1"3"-230"0"0,1-1 0 0 0,-1 0-1 0 0,0 0 1 0 0,1 1 0 0 0,-1-1 0 0 0,1 0 0 0 0,0 0 0 0 0,-1 0 0 0 0,1 0 0 0 0,-1 0 0 0 0,1 1 0 0 0,0-3 0 0 0,-16-3 2928 0 0,15 6-2848 0 0,0 0 1 0 0,0 0-1 0 0,0 0 0 0 0,0 1 0 0 0,1-1 0 0 0,-1 1 0 0 0,0-1 0 0 0,0 0 0 0 0,0 1 0 0 0,1 0 0 0 0,-1-1 0 0 0,0 1 0 0 0,0-1 1 0 0,1 1-1 0 0,-1 0 0 0 0,1-1 0 0 0,-1 1 0 0 0,1 0 0 0 0,-1 0 0 0 0,1-1 0 0 0,-1 1 0 0 0,1 0 0 0 0,-1 0 0 0 0,1 0 1 0 0,0 0-1 0 0,0 0 0 0 0,-1 1 0 0 0,-4 28 1443 0 0,4-26-1320 0 0,-1 39 1267 0 0,1 0 0 0 0,9 75 1 0 0,-1-23-769 0 0,-7 221 298 0 0,0-312-1040 0 0,0-1-8 0 0,-1 0 0 0 0,1-1 1 0 0,0 1-1 0 0,0 0 0 0 0,0-1 1 0 0,0 1-1 0 0,1 0 0 0 0,-1-1 1 0 0,1 1-1 0 0,-1 0 0 0 0,1-1 0 0 0,2 5 1 0 0,-3-7-30 0 0,0 1 0 0 0,0-1-1 0 0,0 0 1 0 0,0 0 0 0 0,0 0 0 0 0,1 0 0 0 0,-1 0 0 0 0,0 0 0 0 0,0 0-1 0 0,0 0 1 0 0,0 0 0 0 0,0 0 0 0 0,0 0 0 0 0,0 0 0 0 0,1 0 0 0 0,-1 0-1 0 0,0 0 1 0 0,0 0 0 0 0,0 0 0 0 0,0 0 0 0 0,0 0 0 0 0,0 0 0 0 0,1 0-1 0 0,-1 0 1 0 0,0 0 0 0 0,0 0 0 0 0,0 0 0 0 0,0 0 0 0 0,0 0 0 0 0,0 0-1 0 0,0 0 1 0 0,1 0 0 0 0,-1 0 0 0 0,0 0 0 0 0,0 0 0 0 0,0 0 0 0 0,0 0-1 0 0,0 0 1 0 0,0 0 0 0 0,0-1 0 0 0,0 1 0 0 0,0 0 0 0 0,0 0 0 0 0,1 0-1 0 0,-1 0 1 0 0,0 0 0 0 0,0 0 0 0 0,0 0 0 0 0,0-1 0 0 0,0 1 0 0 0,0 0-1 0 0,2-7-4903 0 0,0-2-2307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21.0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3 206 5063 0 0,'-1'-6'186'0'0,"1"4"-143"0"0,-1 1 0 0 0,1-1 0 0 0,0 0 0 0 0,-1 1 0 0 0,1-1 0 0 0,0 0 0 0 0,0 0 0 0 0,0 1 0 0 0,0-1-1 0 0,1 0 1 0 0,-1 1 0 0 0,0-1 0 0 0,1 0 0 0 0,-1 1 0 0 0,1-1 0 0 0,0 0 0 0 0,0 1 0 0 0,-1-1 0 0 0,1 1 0 0 0,0-1 0 0 0,0 1 0 0 0,0 0-1 0 0,2-3 1 0 0,21-19 2022 0 0,1 1-1 0 0,40-28 0 0 0,-51 40-1237 0 0,1 2 1 0 0,0-1-1 0 0,0 2 0 0 0,1 0 1 0 0,0 1-1 0 0,29-7 0 0 0,-40 11-688 0 0,1 1-1 0 0,0 1 1 0 0,0-1-1 0 0,-1 1 0 0 0,1 0 1 0 0,0 0-1 0 0,0 1 1 0 0,-1 0-1 0 0,1 0 1 0 0,0 0-1 0 0,-1 0 0 0 0,1 1 1 0 0,-1 0-1 0 0,1 0 1 0 0,-1 1-1 0 0,0 0 1 0 0,0-1-1 0 0,0 2 1 0 0,-1-1-1 0 0,1 0 0 0 0,-1 1 1 0 0,1 0-1 0 0,-1 0 1 0 0,0 0-1 0 0,5 8 1 0 0,-4-3-104 0 0,0-1 1 0 0,0 1 0 0 0,0 0 0 0 0,-1 0-1 0 0,-1 0 1 0 0,0 1 0 0 0,0-1 0 0 0,-1 1 0 0 0,0 0-1 0 0,0-1 1 0 0,-1 1 0 0 0,-1 0 0 0 0,0 0-1 0 0,-1 11 1 0 0,-1-7-16 0 0,-1 0 1 0 0,0 0-1 0 0,-1-1 0 0 0,0 1 1 0 0,-2-1-1 0 0,1 0 0 0 0,-1-1 1 0 0,-1 1-1 0 0,0-1 0 0 0,-18 21 0 0 0,5-9 17 0 0,-1-1-1 0 0,-2-1 0 0 0,-44 35 0 0 0,60-51-26 0 0,0-1 1 0 0,0 0-1 0 0,0-1 0 0 0,0 0 1 0 0,-1 0-1 0 0,-9 3 0 0 0,26-9-10 0 0,6-2 0 0 0,1 0 0 0 0,-1 1 0 0 0,24-1 0 0 0,-26 5 14 0 0,1 0 0 0 0,-1 1-1 0 0,0 0 1 0 0,0 1 0 0 0,0 0-1 0 0,0 1 1 0 0,0 0 0 0 0,-1 1 0 0 0,0 1-1 0 0,0 0 1 0 0,0 1 0 0 0,-1 0-1 0 0,0 0 1 0 0,0 1 0 0 0,-1 1 0 0 0,0 0-1 0 0,0 0 1 0 0,-1 1 0 0 0,0 0-1 0 0,11 18 1 0 0,-18-25 5 0 0,0 0-1 0 0,-1-1 1 0 0,0 1 0 0 0,1 0-1 0 0,-1 0 1 0 0,0 0 0 0 0,-1 0-1 0 0,1 0 1 0 0,0 0 0 0 0,-1 0-1 0 0,0 0 1 0 0,1 0 0 0 0,-1 0-1 0 0,0 0 1 0 0,-1 1 0 0 0,1-1-1 0 0,-1 0 1 0 0,1 0 0 0 0,-2 4-1 0 0,0-3 15 0 0,0 1 0 0 0,-1-1 0 0 0,1 0 0 0 0,-1 0-1 0 0,0 0 1 0 0,0 0 0 0 0,0-1 0 0 0,0 1 0 0 0,-1-1 0 0 0,1 0-1 0 0,-1 0 1 0 0,-4 3 0 0 0,-6 2 57 0 0,0 0 0 0 0,0 0 0 0 0,-1-1 0 0 0,-20 6 0 0 0,-64 13 233 0 0,71-20-269 0 0,2 1 67 0 0,1-2 0 0 0,-52 3-1 0 0,85-18-517 0 0,-1 6-43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26.0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5 364 2303 0 0,'-2'-29'4751'0'0,"1"25"-4146"0"0,0-1 0 0 0,1 1 0 0 0,0 0 0 0 0,0 0 0 0 0,0 0 0 0 0,0 0 0 0 0,1 0 1 0 0,-1 0-1 0 0,1-1 0 0 0,1-3 0 0 0,4-7-190 0 0,1 1 0 0 0,0-1 0 0 0,1 1 0 0 0,0 1 0 0 0,2-1 0 0 0,-1 2 0 0 0,1-1 0 0 0,1 1 0 0 0,0 1 0 0 0,1 0 0 0 0,0 0 0 0 0,1 1 0 0 0,0 1 0 0 0,21-11 0 0 0,-31 18-386 0 0,0 0 0 0 0,0 1 0 0 0,0 0-1 0 0,0-1 1 0 0,0 1 0 0 0,1 1 0 0 0,-1-1-1 0 0,0 0 1 0 0,1 1 0 0 0,-1 0 0 0 0,0-1-1 0 0,1 1 1 0 0,-1 1 0 0 0,1-1 0 0 0,-1 0 0 0 0,5 2-1 0 0,-5-1-16 0 0,1 1 0 0 0,-1-1-1 0 0,0 1 1 0 0,0 0 0 0 0,1 0-1 0 0,-2 0 1 0 0,1 0 0 0 0,0 1-1 0 0,0-1 1 0 0,-1 1 0 0 0,1 0-1 0 0,-1 0 1 0 0,0 0 0 0 0,4 6-1 0 0,1 3 9 0 0,-1 1 1 0 0,-1 0-1 0 0,0 0 0 0 0,-1 1 0 0 0,0-1 0 0 0,-1 1 1 0 0,-1 0-1 0 0,2 20 0 0 0,-3 4 35 0 0,-5 70 0 0 0,-2-70-14 0 0,-1-1 0 0 0,-12 40 0 0 0,-6 23-40 0 0,25-97 1 0 0,-1-1 0 0 0,1 1 0 0 0,0 0 0 0 0,0-1 0 0 0,0 1 0 0 0,0-1 0 0 0,0 1 0 0 0,1 3 0 0 0,-1-6-1 0 0,0 0 0 0 0,0 0-1 0 0,0 0 1 0 0,0 0-1 0 0,0 0 1 0 0,0 0 0 0 0,0 1-1 0 0,0-1 1 0 0,0 0 0 0 0,0 0-1 0 0,0 0 1 0 0,0 0 0 0 0,1 0-1 0 0,-1 0 1 0 0,0 0 0 0 0,0 0-1 0 0,0 0 1 0 0,0 0-1 0 0,0 0 1 0 0,0 1 0 0 0,0-1-1 0 0,0 0 1 0 0,0 0 0 0 0,0 0-1 0 0,1 0 1 0 0,-1 0 0 0 0,0 0-1 0 0,0 0 1 0 0,0 0 0 0 0,0 0-1 0 0,0 0 1 0 0,0 0-1 0 0,0 0 1 0 0,1 0 0 0 0,-1 0-1 0 0,0 0 1 0 0,0 0 0 0 0,0 0-1 0 0,0 0 1 0 0,0 0 0 0 0,0 0-1 0 0,0 0 1 0 0,0 0 0 0 0,1 0-1 0 0,-1 0 1 0 0,0 0 0 0 0,0-1-1 0 0,0 1 1 0 0,0 0-1 0 0,0 0 1 0 0,0 0 0 0 0,0 0-1 0 0,0 0 1 0 0,0 0 0 0 0,8-14 9 0 0,73-206 398 0 0,5-13-36 0 0,-79 214-360 0 0,8-28 52 0 0,37-77 0 0 0,-49 118-58 0 0,-2 4 2 0 0,0-1 0 0 0,1 0 1 0 0,-1 0-1 0 0,1 1 0 0 0,0-1 1 0 0,0 1-1 0 0,3-4 0 0 0,-5 6-7 0 0,0 0 0 0 0,0 0 0 0 0,0 0 0 0 0,0 0 0 0 0,1 0 0 0 0,-1 0 0 0 0,0 0 0 0 0,0 0 0 0 0,0 0 0 0 0,0 0 0 0 0,0 0 0 0 0,0 0 0 0 0,0 0 0 0 0,1 0 0 0 0,-1 0 0 0 0,0 0 0 0 0,0 0 1 0 0,0 0-1 0 0,0 0 0 0 0,0 0 0 0 0,0 0 0 0 0,0 0 0 0 0,0 0 0 0 0,1 0 0 0 0,-1 0 0 0 0,0 0 0 0 0,0 0 0 0 0,0 0 0 0 0,0 0 0 0 0,0 1 0 0 0,0-1 0 0 0,0 0 0 0 0,0 0 0 0 0,0 0 0 0 0,0 0 0 0 0,0 0 0 0 0,1 0 0 0 0,-1 0 0 0 0,0 0 0 0 0,0 0 0 0 0,0 1 0 0 0,0-1 0 0 0,0 0 0 0 0,0 0 0 0 0,0 0 0 0 0,0 0 0 0 0,0 0 0 0 0,0 0 0 0 0,0 0 0 0 0,0 1 0 0 0,0-1 0 0 0,0 0 0 0 0,0 0 0 0 0,0 0 0 0 0,0 0 0 0 0,0 0 0 0 0,0 0 0 0 0,0 0 0 0 0,0 0 0 0 0,-1 1 0 0 0,1-1 0 0 0,0 0 0 0 0,0 0 0 0 0,0 0 0 0 0,0 0 0 0 0,-2 8 87 0 0,-13 26-75 0 0,-49 119 119 0 0,51-118-101 0 0,2 0 0 0 0,-9 56-1 0 0,14-52-30 0 0,1 0 0 0 0,1 74 0 0 0,5-100 0 0 0,0 0 0 0 0,0-1 0 0 0,2 1 0 0 0,-1 0 0 0 0,2-1 0 0 0,-1 0 0 0 0,2 0 0 0 0,0 0 0 0 0,0 0 0 0 0,1-1 0 0 0,0 0 0 0 0,16 20 0 0 0,-18-26 7 0 0,0 0-1 0 0,1-1 1 0 0,-1 0 0 0 0,1 0-1 0 0,0 0 1 0 0,0 0-1 0 0,1-1 1 0 0,-1 0-1 0 0,1 0 1 0 0,-1-1 0 0 0,1 1-1 0 0,0-1 1 0 0,0 0-1 0 0,0-1 1 0 0,0 1 0 0 0,10 0-1 0 0,-4-2 9 0 0,-1 0 0 0 0,0-1 0 0 0,1 0 1 0 0,-1 0-1 0 0,0-1 0 0 0,0-1 0 0 0,0 0 0 0 0,13-6 0 0 0,-14 5 23 0 0,-4 3-36 0 0,-1-1 0 0 0,0 0 0 0 0,0 0 0 0 0,0 0 0 0 0,0-1 0 0 0,-1 0 0 0 0,1 0 0 0 0,-1 0 0 0 0,1 0 0 0 0,-1-1 0 0 0,0 0 0 0 0,4-4 0 0 0,-7 7-164 0 0,2-3 86 0 0,0 0 0 0 0,0-1 0 0 0,0 1 0 0 0,0 0 0 0 0,1-6 0 0 0,-1-5-5860 0 0,-4 5-1038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26.2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14 147 5063 0 0,'-13'-9'496'0'0,"13"9"-451"0"0,0 0-1 0 0,0 0 0 0 0,0-1 0 0 0,0 1 0 0 0,0 0 0 0 0,0 0 0 0 0,0 0 1 0 0,0 0-1 0 0,0-1 0 0 0,0 1 0 0 0,0 0 0 0 0,0 0 0 0 0,0 0 0 0 0,0 0 1 0 0,0 0-1 0 0,0-1 0 0 0,0 1 0 0 0,0 0 0 0 0,0 0 0 0 0,0 0 1 0 0,1 0-1 0 0,-1 0 0 0 0,0 0 0 0 0,0-1 0 0 0,0 1 0 0 0,0 0 0 0 0,0 0 1 0 0,0 0-1 0 0,1 0 0 0 0,-1 0 0 0 0,0 0 0 0 0,0 0 0 0 0,0 0 0 0 0,0 0 1 0 0,0 0-1 0 0,0 0 0 0 0,1 0 0 0 0,-1 0 0 0 0,0 0 0 0 0,0 0 0 0 0,0 0 1 0 0,0 0-1 0 0,1 0 0 0 0,-1 0 0 0 0,0 0 0 0 0,0 0 0 0 0,9-3 979 0 0,107-15 7833 0 0,-48 8-6597 0 0,103-27-1 0 0,-115 18-1988 0 0,52-13 386 0 0,-88 27-873 0 0,0 1 0 0 0,1 1-1 0 0,30 0 1 0 0,-41 3-1150 0 0,1 0-3671 0 0,-3 0-1709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26.5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17 4143 0 0,'0'1'21'0'0,"0"-1"-1"0"0,0 0 0 0 0,0 0 0 0 0,0 0 1 0 0,0 0-1 0 0,0 1 0 0 0,0-1 1 0 0,1 0-1 0 0,-1 0 0 0 0,0 0 0 0 0,0 0 1 0 0,0 0-1 0 0,0 1 0 0 0,0-1 0 0 0,0 0 1 0 0,0 0-1 0 0,1 0 0 0 0,-1 0 0 0 0,0 0 1 0 0,0 0-1 0 0,0 1 0 0 0,0-1 0 0 0,1 0 1 0 0,-1 0-1 0 0,0 0 0 0 0,0 0 0 0 0,0 0 1 0 0,0 0-1 0 0,1 0 0 0 0,-1 0 0 0 0,0 0 1 0 0,0 0-1 0 0,0 0 0 0 0,1 0 1 0 0,-1 0-1 0 0,0 0 0 0 0,0 0 0 0 0,0 0 1 0 0,0 0-1 0 0,1 0 0 0 0,-1 0 0 0 0,0 0 1 0 0,0 0-1 0 0,1-1 0 0 0,15 2 1526 0 0,-9-1-1010 0 0,44 2 4906 0 0,53-3-1 0 0,-72-2-3692 0 0,39-9 0 0 0,-32 5-1802 0 0,-39 7 27 0 0,0 0 0 0 0,0 0 0 0 0,0 0 0 0 0,0 0 0 0 0,-1 0 1 0 0,1 0-1 0 0,0 0 0 0 0,0 0 0 0 0,0 0 0 0 0,0 1 1 0 0,0-1-1 0 0,0 0 0 0 0,0 0 0 0 0,0 0 0 0 0,0 0 1 0 0,0 0-1 0 0,0 0 0 0 0,0 0 0 0 0,0 0 0 0 0,0 0 1 0 0,0 0-1 0 0,0 0 0 0 0,0 0 0 0 0,0 0 0 0 0,0 0 1 0 0,0 1-1 0 0,0-1 0 0 0,0 0 0 0 0,0 0 0 0 0,0 0 1 0 0,0 0-1 0 0,0 0 0 0 0,0 0 0 0 0,0 0 0 0 0,0 0 1 0 0,0 0-1 0 0,0 0 0 0 0,0 0 0 0 0,0 0 0 0 0,0 0 1 0 0,0 0-1 0 0,0 1 0 0 0,0-1 0 0 0,0 0 0 0 0,0 0 1 0 0,0 0-1 0 0,0 0 0 0 0,0 0 0 0 0,1 0 0 0 0,-1 0 1 0 0,0 0-1 0 0,0 0 0 0 0,0 0 0 0 0,0 0 0 0 0,0 0 0 0 0,0 0 1 0 0,0 0-1 0 0,0 0 0 0 0,0 0 0 0 0,0 0 0 0 0,0 0 1 0 0,0 0-1 0 0,0 0 0 0 0,1 0 0 0 0,-1 0 0 0 0,0 0 1 0 0,0 0-1 0 0,0 0 0 0 0,0 0 0 0 0,-4 4-2631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26.6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64 4143 0 0,'0'0'40'0'0,"0"0"-1"0"0,0 1 1 0 0,0-1-1 0 0,0 0 1 0 0,1 1-1 0 0,-1-1 1 0 0,0 0-1 0 0,0 0 1 0 0,1 1-1 0 0,-1-1 1 0 0,0 0-1 0 0,0 0 1 0 0,1 1-1 0 0,-1-1 1 0 0,0 0-1 0 0,1 0 1 0 0,-1 0-1 0 0,0 1 1 0 0,0-1-1 0 0,1 0 1 0 0,-1 0-1 0 0,1 0 1 0 0,-1 0-1 0 0,0 0 1 0 0,1 0-1 0 0,-1 0 1 0 0,0 0-1 0 0,1 0 0 0 0,-1 0 1 0 0,1 0-1 0 0,15 0 2237 0 0,-11 0-1638 0 0,25-1 2096 0 0,0-1 0 0 0,0-2-1 0 0,38-9 1 0 0,35-15 760 0 0,-89 23-3308 0 0,1 1 0 0 0,0 0-1 0 0,0 1 1 0 0,25-1 0 0 0,-39 3-241 0 0,-1 1-1 0 0,1 0 1 0 0,-1 0-1 0 0,1 0 1 0 0,0 0 0 0 0,-1 0-1 0 0,1 0 1 0 0,-1 1-1 0 0,1-1 1 0 0,-1 0-1 0 0,1 0 1 0 0,-1 0 0 0 0,1 0-1 0 0,-1 1 1 0 0,1-1-1 0 0,-1 0 1 0 0,1 0-1 0 0,-1 1 1 0 0,0-1 0 0 0,1 0-1 0 0,-1 1 1 0 0,1-1-1 0 0,-1 1 1 0 0,0-1-1 0 0,1 0 1 0 0,-1 1 0 0 0,0-1-1 0 0,0 1 1 0 0,1-1-1 0 0,-1 1 1 0 0,0-1-1 0 0,0 1 1 0 0,0-1 0 0 0,1 1-1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30.5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80 250 4607 0 0,'4'-9'842'0'0,"0"1"202"0"0,0-1 0 0 0,1 1 0 0 0,0 0 0 0 0,0 0 0 0 0,9-9 0 0 0,-14 16-987 0 0,1 1 0 0 0,-1 0 0 0 0,0 0 0 0 0,0-1 0 0 0,0 1 0 0 0,0 0 0 0 0,0 0 0 0 0,1 0 0 0 0,-1-1 0 0 0,0 1 0 0 0,0 0 0 0 0,0 0 0 0 0,1 0 0 0 0,-1 0 0 0 0,0-1 0 0 0,0 1 0 0 0,1 0 0 0 0,-1 0 0 0 0,0 0 0 0 0,0 0 0 0 0,1 0 0 0 0,-1 0 0 0 0,0 0 0 0 0,0 0 0 0 0,1 0 0 0 0,-1 0 0 0 0,0 0 0 0 0,0 0 0 0 0,1 0 0 0 0,-1 0 0 0 0,0 0 0 0 0,0 0 0 0 0,1 0 0 0 0,-1 0 0 0 0,0 0 0 0 0,0 0 0 0 0,1 1 0 0 0,1 10 1505 0 0,-6 15-197 0 0,-58 176 1088 0 0,16 4-1693 0 0,41-182-616 0 0,-8 77 125 0 0,12-92-278 0 0,1-8 13 0 0,0 0-2 0 0,-1 0 1 0 0,1 0 0 0 0,0 0 0 0 0,0 0 0 0 0,0 0-1 0 0,0 0 1 0 0,0 0 0 0 0,0 0 0 0 0,1 0-1 0 0,-1 0 1 0 0,0 0 0 0 0,0 0 0 0 0,1 0-1 0 0,-1 0 1 0 0,0 0 0 0 0,1-1 0 0 0,0 2 0 0 0,0-2-3 0 0,-1 0 1 0 0,0-1-1 0 0,1 1 1 0 0,-1-1 0 0 0,1 1-1 0 0,-1-1 1 0 0,0 1-1 0 0,1-1 1 0 0,-1 1 0 0 0,0-1-1 0 0,0 1 1 0 0,0-1-1 0 0,1 0 1 0 0,-1 1 0 0 0,0-1-1 0 0,0 1 1 0 0,0-1-1 0 0,0 0 1 0 0,1-1-2 0 0,4-16 36 0 0,0 0 0 0 0,-2 0 0 0 0,3-19 0 0 0,2-16 39 0 0,36-186 161 0 0,-21-3 18 0 0,-22 219-225 0 0,-1-2 62 0 0,1 1 0 0 0,9-45 0 0 0,0 105 302 0 0,-3-11-295 0 0,1 1 0 0 0,17 37 0 0 0,29 46 185 0 0,-23-50-146 0 0,-16-27-95 0 0,30 55 372 0 0,51 146 0 0 0,-49-94-277 0 0,-47-137-133 0 0,1 0-1 0 0,-1-1 1 0 0,0 1-1 0 0,1 0 1 0 0,-1-1-1 0 0,0 1 1 0 0,0 0-1 0 0,0 0 1 0 0,0 2-1 0 0,0-4-3 0 0,0 0 0 0 0,0 0 0 0 0,0 0 0 0 0,0 1 0 0 0,0-1-1 0 0,-1 0 1 0 0,1 0 0 0 0,0 0 0 0 0,0 0 0 0 0,0 0 0 0 0,0 0 0 0 0,0 1-1 0 0,0-1 1 0 0,0 0 0 0 0,0 0 0 0 0,0 0 0 0 0,0 0 0 0 0,0 0 0 0 0,0 0-1 0 0,-1 0 1 0 0,1 1 0 0 0,0-1 0 0 0,0 0 0 0 0,0 0 0 0 0,0 0 0 0 0,0 0-1 0 0,0 0 1 0 0,-1 0 0 0 0,1 0 0 0 0,0 0 0 0 0,0 0 0 0 0,0 0 0 0 0,0 0 0 0 0,0 0-1 0 0,0 0 1 0 0,-1 0 0 0 0,-6-7-269 0 0,-3-10-1839 0 0,5 7-5527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30.7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84 4143 0 0,'1'-6'10620'0'0,"33"2"-7949"0"0,60-8 1410 0 0,-55 5-3322 0 0,63-17-1 0 0,-89 19-743 0 0,16-4 65 0 0,38-7 0 0 0,-58 16-1831 0 0,-2 5-3324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31.3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10 100 919 0 0,'-3'-9'813'0'0,"1"0"0"0"0,0 0 0 0 0,1 0 0 0 0,0-9 0 0 0,1-18 4696 0 0,0 36-5304 0 0,0-1-1 0 0,0 1 1 0 0,0 0 0 0 0,1-1 0 0 0,-1 1 0 0 0,0-1-1 0 0,0 1 1 0 0,0 0 0 0 0,0-1 0 0 0,0 1 0 0 0,0 0 0 0 0,1-1-1 0 0,-1 1 1 0 0,0-1 0 0 0,0 1 0 0 0,0 0 0 0 0,1 0 0 0 0,-1-1-1 0 0,0 1 1 0 0,0 0 0 0 0,1-1 0 0 0,-1 1 0 0 0,0 0 0 0 0,1 0-1 0 0,-1-1 1 0 0,0 1 0 0 0,1 0 0 0 0,0 0-14 0 0,0 0 1 0 0,0 0 0 0 0,-1 0-1 0 0,1 0 1 0 0,0 0 0 0 0,0 0-1 0 0,-1 0 1 0 0,1 0-1 0 0,0 1 1 0 0,-1-1 0 0 0,1 0-1 0 0,0 1 1 0 0,0-1-1 0 0,0 1 1 0 0,26 20 1450 0 0,-18-14-779 0 0,19 15-632 0 0,-1 1 0 0 0,-1 1 0 0 0,-1 1 0 0 0,-1 1-1 0 0,-1 1 1 0 0,27 44 0 0 0,-17-20-43 0 0,1-1-1 0 0,55 59 1 0 0,32 21 212 0 0,-110-118-343 0 0,-1-1 0 0 0,2-1 1 0 0,-1 0-1 0 0,1 0 0 0 0,1-1 1 0 0,0-1-1 0 0,19 10 0 0 0,-29-17-38 0 0,-1 0-9 0 0,0 0 0 0 0,0-1 0 0 0,0 1 0 0 0,0 0 0 0 0,0 0 0 0 0,0 0 0 0 0,0 1 0 0 0,0-1 0 0 0,-1 0 0 0 0,1 1 0 0 0,2 1 0 0 0,-4-1-71 0 0,0-2 154 0 0,-13 1-925 0 0,-13 7-1093 0 0,11-2-6038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32.6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20 198 5983 0 0,'0'-1'147'0'0,"-1"0"0"0"0,0 0 0 0 0,1 0 0 0 0,-1 0 0 0 0,1 0 0 0 0,0 0-1 0 0,-1-1 1 0 0,1 1 0 0 0,0 0 0 0 0,0 0 0 0 0,-1 0 0 0 0,1-2 0 0 0,-1-7 2235 0 0,10 53 4202 0 0,-1 30-4512 0 0,-5-42-1133 0 0,9 345 2134 0 0,-12-376-3073 0 0,-1 22 0 0 0,1-21 0 0 0,0 1 0 0 0,0-1 0 0 0,0 0 0 0 0,0 0 0 0 0,-1 0 0 0 0,1 0 0 0 0,0 0 0 0 0,-1 0 0 0 0,1 0 0 0 0,0 0 0 0 0,-1 0 0 0 0,1-1 0 0 0,-1 1 0 0 0,0 0 0 0 0,1 0 0 0 0,-1 0 0 0 0,0 0 0 0 0,0-1-4 0 0,1 0-1 0 0,0 0 1 0 0,0 0 0 0 0,-1 0-1 0 0,1 0 1 0 0,0 0 0 0 0,0 0-1 0 0,0 0 1 0 0,-1 0 0 0 0,1 0-1 0 0,0 0 1 0 0,0 0 0 0 0,-1 0-1 0 0,1 0 1 0 0,0 0-1 0 0,0 0 1 0 0,0-1 0 0 0,0 1-1 0 0,-1 0 1 0 0,1 0 0 0 0,0 0-1 0 0,0 0 1 0 0,0 0 0 0 0,0-1-1 0 0,-1 1 1 0 0,1 0 0 0 0,0 0-1 0 0,0 0 1 0 0,0-1-1 0 0,0 1 1 0 0,0 0 0 0 0,0 0-1 0 0,0 0 1 0 0,0-1 0 0 0,0 1-1 0 0,0 0 1 0 0,0 0 0 0 0,0-1-1 0 0,-5-15-319 0 0,4 9 212 0 0,-8-40-538 0 0,1-2 1 0 0,3 1 0 0 0,2-62 0 0 0,15-153 444 0 0,-11 250 226 0 0,0 1 0 0 0,1-1 1 0 0,1 1-1 0 0,0 0 0 0 0,8-22 0 0 0,-9 28 67 0 0,1 1-1 0 0,0-1 1 0 0,1 1-1 0 0,-1 0 1 0 0,1 0 0 0 0,0 0-1 0 0,0 1 1 0 0,0 0-1 0 0,1-1 1 0 0,0 1 0 0 0,-1 1-1 0 0,2-1 1 0 0,9-5 0 0 0,-8 5 35 0 0,1 1 0 0 0,0-1 0 0 0,0 2 0 0 0,0-1 1 0 0,0 1-1 0 0,1 0 0 0 0,-1 1 0 0 0,1 0 1 0 0,-1 0-1 0 0,10 1 0 0 0,-14 0-105 0 0,-1 0 0 0 0,1 0-1 0 0,-1 1 1 0 0,1 0 0 0 0,0 0 0 0 0,-1 0-1 0 0,1 0 1 0 0,-1 0 0 0 0,0 1 0 0 0,1 0-1 0 0,-1-1 1 0 0,0 1 0 0 0,0 0 0 0 0,0 1-1 0 0,0-1 1 0 0,-1 0 0 0 0,1 1 0 0 0,0 0-1 0 0,-1-1 1 0 0,0 1 0 0 0,0 0 0 0 0,0 0 0 0 0,0 0-1 0 0,0 1 1 0 0,2 4 0 0 0,-2-1-14 0 0,1 0 0 0 0,-1 1 1 0 0,-1-1-1 0 0,0 0 0 0 0,0 1 1 0 0,0-1-1 0 0,-1 1 0 0 0,0-1 1 0 0,-1 15-1 0 0,-2-11 2 0 0,1 1 0 0 0,-1-1 1 0 0,-1-1-1 0 0,0 1 0 0 0,-10 19 0 0 0,1-7 18 0 0,-2 0 1 0 0,-1-1-1 0 0,-1-1 0 0 0,-32 32 0 0 0,29-36 52 0 0,29-22-60 0 0,1-1-1 0 0,-1 2 1 0 0,1 0-1 0 0,-1 0 1 0 0,1 0-1 0 0,0 1 1 0 0,1 1 0 0 0,-1 0-1 0 0,14-1 1 0 0,-11 2-3 0 0,1 0 1 0 0,-1 2 0 0 0,1-1 0 0 0,0 2 0 0 0,-1 0-1 0 0,1 1 1 0 0,13 4 0 0 0,-15-3 8 0 0,-1 0 0 0 0,0 1 0 0 0,-1 0 0 0 0,1 0 0 0 0,-1 2 1 0 0,0-1-1 0 0,0 1 0 0 0,11 11 0 0 0,-14-12 13 0 0,-1 1 1 0 0,0 0-1 0 0,-1 0 0 0 0,1 0 0 0 0,-1 0 1 0 0,-1 1-1 0 0,0 0 0 0 0,0 0 0 0 0,0 1 1 0 0,-1-1-1 0 0,4 15 0 0 0,-6-18-17 0 0,0 1 0 0 0,0-1-1 0 0,-1 1 1 0 0,1-1 0 0 0,-1 1 0 0 0,0-1-1 0 0,-1 1 1 0 0,1 0 0 0 0,-1-1 0 0 0,0 0-1 0 0,-1 1 1 0 0,1-1 0 0 0,-4 7 0 0 0,2-6 13 0 0,0 0 1 0 0,-1 0-1 0 0,0 0 1 0 0,0-1-1 0 0,-1 1 1 0 0,0-1-1 0 0,1 0 1 0 0,-2 0-1 0 0,-6 4 1 0 0,-9 5 93 0 0,-1 0 0 0 0,-1-2 1 0 0,0-1-1 0 0,-38 12 0 0 0,50-18-83 0 0,-8 2 25 0 0,-4 2 42 0 0,-42 11-1 0 0,59-19-99 0 0,0 1 0 0 0,1-2 0 0 0,-1 1 0 0 0,0 0-1 0 0,0-1 1 0 0,0 0 0 0 0,1-1 0 0 0,-1 1 0 0 0,0-1 0 0 0,0 0 0 0 0,1-1-1 0 0,-1 1 1 0 0,-6-4 0 0 0,0-3-183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34.7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79 7367 0 0,'-1'-6'426'0'0,"0"2"-112"0"0,1 0 0 0 0,-1 0 0 0 0,1 0 0 0 0,0 0 0 0 0,0-1 1 0 0,0 1-1 0 0,1-5 0 0 0,2 29 5505 0 0,19 124-3301 0 0,-12-86-1863 0 0,7 115 1 0 0,-18-111-374 0 0,0-20 132 0 0,7 74-1 0 0,-1-93-241 0 0,-5-23-167 0 0,0 0 0 0 0,0 0 1 0 0,0 1-1 0 0,0-1 0 0 0,1 0 1 0 0,-1 0-1 0 0,0 1 0 0 0,0-1 0 0 0,0 0 1 0 0,0 0-1 0 0,0 0 0 0 0,0 1 0 0 0,1-1 1 0 0,-1 0-1 0 0,0 0 0 0 0,0 0 0 0 0,0 0 1 0 0,1 1-1 0 0,-1-1 0 0 0,0 0 0 0 0,0 0 1 0 0,1 0-1 0 0,-1 0 0 0 0,0 0 1 0 0,0 0-1 0 0,1 1 0 0 0,-1-2-1 0 0,1 1 0 0 0,-1-1 0 0 0,1 1 0 0 0,-1 0 0 0 0,0-1-1 0 0,1 1 1 0 0,-1-1 0 0 0,0 1 0 0 0,1-1 0 0 0,-1 1 0 0 0,0-1 0 0 0,0 1 0 0 0,1-1 0 0 0,-1 1 0 0 0,0-1-1 0 0,0 0 1 0 0,0 0 0 0 0,3-15-4 0 0,-1 1 0 0 0,0-1 0 0 0,-1 0 0 0 0,-1 0 0 0 0,-3-20 0 0 0,2 8 0 0 0,-1-9 28 0 0,2 1 1 0 0,2-1-1 0 0,1 0 0 0 0,2 1 0 0 0,1 0 0 0 0,2 0 0 0 0,22-61 1 0 0,8 10 203 0 0,-31 75-98 0 0,0 0 0 0 0,0 0 0 0 0,1 1 0 0 0,17-19 0 0 0,-24 29-127 0 0,0 0 0 0 0,-1 0 0 0 0,1 1-1 0 0,0-1 1 0 0,0 0 0 0 0,0 1 0 0 0,-1-1 0 0 0,1 1-1 0 0,0-1 1 0 0,0 1 0 0 0,0 0 0 0 0,0-1 0 0 0,0 1-1 0 0,1-1 1 0 0,-1 1-2 0 0,-1 0 1 0 0,0 0-1 0 0,1 0 0 0 0,-1 1 0 0 0,1-1 1 0 0,-1 0-1 0 0,0 0 0 0 0,1 0 0 0 0,-1 0 0 0 0,0 0 1 0 0,1 0-1 0 0,-1 1 0 0 0,0-1 0 0 0,1 0 1 0 0,-1 0-1 0 0,0 1 0 0 0,0-1 0 0 0,1 0 1 0 0,-1 0-1 0 0,0 1 0 0 0,0-1 0 0 0,1 0 0 0 0,-1 1 1 0 0,0-1-1 0 0,0 1 0 0 0,1 1 11 0 0,0 0-1 0 0,-1 0 1 0 0,1 1-1 0 0,-1-1 0 0 0,0 0 1 0 0,0 0-1 0 0,0 1 1 0 0,0-1-1 0 0,0 0 1 0 0,-1 4-1 0 0,-4 14-15 0 0,-1-1 0 0 0,-1-1 0 0 0,0 1 0 0 0,-2-1 0 0 0,-10 17 0 0 0,-20 46 0 0 0,38-80 0 0 0,-5 23 0 0 0,5-23 0 0 0,1-1 0 0 0,0 1 0 0 0,0-1 0 0 0,0 1 0 0 0,0-1 0 0 0,0 1 0 0 0,0-1 0 0 0,0 1 0 0 0,0-1 0 0 0,0 1 0 0 0,0-1 0 0 0,1 1 0 0 0,-1-1 0 0 0,0 1 0 0 0,0-1 0 0 0,0 0 0 0 0,1 1 0 0 0,-1-1 0 0 0,0 1 0 0 0,0-1 0 0 0,1 1 0 0 0,-1-1 0 0 0,0 0 0 0 0,1 1 0 0 0,-1-1 0 0 0,1 0 0 0 0,-1 1 0 0 0,0-1 0 0 0,1 0 0 0 0,-1 0 0 0 0,1 1 0 0 0,-1-1 0 0 0,1 0 0 0 0,-1 0 0 0 0,1 0 0 0 0,-1 1 0 0 0,1-1 0 0 0,-1 0 0 0 0,1 0 0 0 0,-1 0 0 0 0,1 0 0 0 0,0 0 0 0 0,35-2-1 0 0,-23 1 1 0 0,-1 1 0 0 0,0 0-1 0 0,0 1 1 0 0,15 2 0 0 0,-23-2 1 0 0,0 0-1 0 0,0 1 1 0 0,1-1 0 0 0,-1 1 0 0 0,0 0 0 0 0,0 0 0 0 0,0 0-1 0 0,-1 1 1 0 0,1-1 0 0 0,0 1 0 0 0,-1 0 0 0 0,0 0-1 0 0,0 0 1 0 0,0 1 0 0 0,4 4 0 0 0,9 17 41 0 0,0-1 1 0 0,-2 2 0 0 0,-1 0-1 0 0,-1 0 1 0 0,-1 1 0 0 0,-2 1-1 0 0,11 47 1 0 0,-19-67-17 0 0,0-1 0 0 0,-1 1 0 0 0,0 0 0 0 0,0 0 0 0 0,0-1 0 0 0,-1 1-1 0 0,0 0 1 0 0,-1 0 0 0 0,0-1 0 0 0,0 1 0 0 0,0-1 0 0 0,-1 0 0 0 0,-5 10 0 0 0,5-12-7 0 0,0 0 0 0 0,0 0 0 0 0,0-1 0 0 0,0 1-1 0 0,-1-1 1 0 0,0 0 0 0 0,0 0 0 0 0,0 0 0 0 0,0-1 0 0 0,-1 1 0 0 0,0-1 0 0 0,1 0 0 0 0,-1 0 0 0 0,0-1 0 0 0,0 1 0 0 0,-1-1 0 0 0,1-1 0 0 0,0 1 0 0 0,-9 1-1 0 0,11-2 3 0 0,0-1 0 0 0,-1 0 0 0 0,1 0 0 0 0,-1 0-1 0 0,1-1 1 0 0,-1 1 0 0 0,1-1 0 0 0,0 0 0 0 0,-1 1 0 0 0,-3-3-1 0 0,-30-17 207 0 0,31 16-167 0 0,0 0-1 0 0,-1 1 1 0 0,1 0 0 0 0,-1 0-1 0 0,-13-4 1 0 0,17 6-197 0 0,12 2 228 0 0,2 0-2034 0 0,-2-1-3619 0 0,1 0-1898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35.8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60 4143 0 0,'8'-5'15387'0'0,"-4"23"-15328"0"0,-3-17-57 0 0,-1-1 0 0 0,0 0 1 0 0,0 1-1 0 0,0-1 0 0 0,0 0 1 0 0,0 1-1 0 0,1-1 0 0 0,-1 0 1 0 0,0 1-1 0 0,0-1 0 0 0,0 0 1 0 0,1 1-1 0 0,-1-1 0 0 0,0 0 1 0 0,1 0-1 0 0,-1 1 0 0 0,0-1 1 0 0,1 0-1 0 0,-1 0 0 0 0,0 0 1 0 0,1 1-1 0 0,-1-1 0 0 0,0 0 1 0 0,1 0-1 0 0,-1 0 0 0 0,0 0 1 0 0,1 0-1 0 0,-1 0 0 0 0,1 0 1 0 0,-1 0-1 0 0,0 0 0 0 0,1 0 1 0 0,-1 0-1 0 0,0 0 0 0 0,1 0 1 0 0,-1 0-1 0 0,1 0 0 0 0,-1 0 1 0 0,0 0-1 0 0,1-1 0 0 0,-1 1 1 0 0,0 0-1 0 0,1 0 0 0 0,-1 0 1 0 0,1-1-1 0 0,11-8-11 0 0,-9 4 7 0 0,1 1 1 0 0,-1-1-1 0 0,-1 1 0 0 0,5-10 0 0 0,-7 12 17 0 0,1 1 0 0 0,0 0-1 0 0,-1 0 1 0 0,0-1 0 0 0,1 1 0 0 0,-1 0-1 0 0,0-1 1 0 0,0 1 0 0 0,1-1 0 0 0,-1 1-1 0 0,0 0 1 0 0,0-1 0 0 0,-1 1 0 0 0,1-1 0 0 0,0 1-1 0 0,0 0 1 0 0,-1-1 0 0 0,1 1 0 0 0,-1 0-1 0 0,1-1 1 0 0,-1 1 0 0 0,1 0 0 0 0,-1 0-1 0 0,-1-2 1 0 0,1 2 26 0 0,0 1-1 0 0,0 0 0 0 0,0 0 1 0 0,0-1-1 0 0,1 1 1 0 0,-1 0-1 0 0,0 0 1 0 0,0 0-1 0 0,0 0 0 0 0,0 0 1 0 0,0 0-1 0 0,0 0 1 0 0,1 0-1 0 0,-1 1 1 0 0,0-1-1 0 0,0 0 0 0 0,0 0 1 0 0,0 1-1 0 0,1-1 1 0 0,-1 1-1 0 0,0-1 1 0 0,0 1-1 0 0,1-1 0 0 0,-1 1 1 0 0,0-1-1 0 0,1 1 1 0 0,-1-1-1 0 0,0 1 1 0 0,0 1-1 0 0,0-2-27 0 0,0 1 0 0 0,0 0 1 0 0,0 0-1 0 0,1-1 0 0 0,-1 1 0 0 0,0 0 1 0 0,0 0-1 0 0,1 0 0 0 0,-1 0 0 0 0,1 0 1 0 0,-1 0-1 0 0,1 0 0 0 0,-1 0 0 0 0,1 0 1 0 0,-1 0-1 0 0,1 0 0 0 0,0 0 0 0 0,0 0 1 0 0,0 1-1 0 0,0-1 0 0 0,-1 0 0 0 0,1 0 1 0 0,1 0-1 0 0,-1 2 0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36.9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49 199 4143 0 0,'0'-15'1589'0'0,"3"-23"-1"0"0,-3 33-1189 0 0,1 1 0 0 0,0-1 0 0 0,1 1 1 0 0,-1-1-1 0 0,1 1 0 0 0,0 0 0 0 0,0-1 0 0 0,0 1 0 0 0,4-5 0 0 0,-2 0 2531 0 0,-4 9-2856 0 0,0 0 1 0 0,0 0-1 0 0,0 0 0 0 0,0 0 0 0 0,0 1 0 0 0,-1-1 0 0 0,1 0 1 0 0,0 0-1 0 0,0 0 0 0 0,0 0 0 0 0,0 0 0 0 0,0 0 0 0 0,0 0 1 0 0,-1 0-1 0 0,1 0 0 0 0,0 0 0 0 0,0 0 0 0 0,0 0 0 0 0,0 0 1 0 0,0 0-1 0 0,0 0 0 0 0,-1 0 0 0 0,1 0 0 0 0,0-1 0 0 0,0 1 1 0 0,0 0-1 0 0,0 0 0 0 0,0 0 0 0 0,0 0 0 0 0,0 0 0 0 0,-1 0 0 0 0,1 0 1 0 0,0 0-1 0 0,0 0 0 0 0,0 0 0 0 0,0 0 0 0 0,0-1 0 0 0,0 1 1 0 0,0 0-1 0 0,0 0 0 0 0,0 0 0 0 0,0 0 0 0 0,0 0 0 0 0,0 0 1 0 0,0-1-1 0 0,-1 1 0 0 0,1 0 0 0 0,0 0 0 0 0,0 0 0 0 0,0 0 1 0 0,0 0-1 0 0,0 0 0 0 0,0-1 0 0 0,0 1 0 0 0,1 0 0 0 0,-1 0 1 0 0,0 0-1 0 0,0 0 0 0 0,0 0 0 0 0,0 0 0 0 0,0-1 0 0 0,0 1 1 0 0,0 0-1 0 0,0 0 0 0 0,0 0 115 0 0,-1 0-132 0 0,1 1 1 0 0,0-1 0 0 0,0 0-1 0 0,-1 0 1 0 0,1 1 0 0 0,0-1-1 0 0,0 0 1 0 0,-1 0 0 0 0,1 1-1 0 0,0-1 1 0 0,0 0 0 0 0,0 1-1 0 0,0-1 1 0 0,-1 0 0 0 0,1 1-1 0 0,0-1 1 0 0,0 1 0 0 0,0-1-1 0 0,0 0 1 0 0,0 1 0 0 0,0-1-1 0 0,0 0 1 0 0,0 1 0 0 0,0-1-1 0 0,0 1 1 0 0,0-1 0 0 0,0 0-1 0 0,0 1 1 0 0,1 0 0 0 0,6 259 1125 0 0,-4-201-924 0 0,-3-40-203 0 0,-1 0 0 0 0,0-1 0 0 0,-2 1 0 0 0,0-1 0 0 0,-7 24 0 0 0,-36 85 240 0 0,38-112-296 0 0,7-15 0 0 0,1 0 0 0 0,0 0 0 0 0,0 0 0 0 0,0 0 0 0 0,0 0 0 0 0,0 0 0 0 0,0 1 0 0 0,0-1 0 0 0,0 0 0 0 0,0 0 0 0 0,0 0 0 0 0,0 0 0 0 0,0 0 0 0 0,-1 0 0 0 0,1 0 0 0 0,0 0 0 0 0,0 0 0 0 0,0 0 0 0 0,0 0 0 0 0,0 0 0 0 0,0 0 0 0 0,0 0 0 0 0,0 0 0 0 0,0 0 0 0 0,-1 0 0 0 0,1 0 0 0 0,0 0 0 0 0,0 0 0 0 0,0 0 0 0 0,0 0 0 0 0,0 0 0 0 0,0 0 0 0 0,0 0 0 0 0,0 0 0 0 0,0 0 0 0 0,0 0 0 0 0,-1 0 0 0 0,1-1 0 0 0,0 1 0 0 0,0 0 0 0 0,0 0 0 0 0,0 0 0 0 0,0 0 0 0 0,0 0 0 0 0,0 0 0 0 0,-2-10 0 0 0,4-4-113 0 0,-1 0 0 0 0,2 0-1 0 0,6-24 1 0 0,2-11-162 0 0,11-157 33 0 0,-16 124 127 0 0,16-81 0 0 0,-22 162 115 0 0,3-10 5 0 0,-1 0-1 0 0,1 0 1 0 0,1 0 0 0 0,7-17-1 0 0,-10 26-2 0 0,0 0-1 0 0,0 1 1 0 0,0-1 0 0 0,0 1-1 0 0,0-1 1 0 0,0 1 0 0 0,0-1-1 0 0,0 1 1 0 0,0 0 0 0 0,1-1-1 0 0,-1 1 1 0 0,1 0-1 0 0,-1 0 1 0 0,1 0 0 0 0,-1 0-1 0 0,1 0 1 0 0,0 0 0 0 0,-1 1-1 0 0,1-1 1 0 0,0 1 0 0 0,0-1-1 0 0,-1 1 1 0 0,1-1 0 0 0,0 1-1 0 0,0 0 1 0 0,0 0-1 0 0,0 0 1 0 0,-1 0 0 0 0,1 0-1 0 0,0 0 1 0 0,0 1 0 0 0,0-1-1 0 0,0 0 1 0 0,-1 1 0 0 0,1 0-1 0 0,0-1 1 0 0,1 2-1 0 0,5 2 63 0 0,-1 0-1 0 0,1 0 0 0 0,-1 1 0 0 0,0 0 0 0 0,-1 1 0 0 0,1-1 0 0 0,-1 1 0 0 0,11 14 0 0 0,-9-9-18 0 0,-1 0 0 0 0,0 1 1 0 0,0 0-1 0 0,9 26 0 0 0,-5-4 7 0 0,-1 1-1 0 0,-3 1 1 0 0,6 47-1 0 0,2 211 288 0 0,-15-291-339 0 0,0 4 0 0 0,0 1 0 0 0,0 0 0 0 0,-1 0 0 0 0,0-1 0 0 0,-2 9 0 0 0,3-37-3916 0 0,0 13 855 0 0,0-2-3954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37.1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1 115 5063 0 0,'26'-1'3170'0'0,"-1"-2"-1"0"0,1 0 0 0 0,31-10 1 0 0,86-32 1388 0 0,-38-1-3978 0 0,-95 43-990 0 0,-15 7-588 0 0,0 0-242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37.4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47 6911 0 0,'11'2'6043'0'0,"11"3"-2122"0"0,-9-5-2620 0 0,0 0 0 0 0,17-2-1 0 0,55-13 390 0 0,-37 2-1448 0 0,-36 8-269 0 0,0 2-1 0 0,1 0 0 0 0,-1 0 1 0 0,25-1-1 0 0,-25 1-1614 0 0,-9 0 144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37.7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42 4607 0 0,'0'-2'85'0'0,"1"-20"4040"0"0,-1 21-3567 0 0,0 0-1 0 0,0 0 1 0 0,0 0 0 0 0,0 0 0 0 0,0 0-1 0 0,0 0 1 0 0,1 0 0 0 0,-1 0-1 0 0,0 0 1 0 0,1 0 0 0 0,-1 0 0 0 0,1 0-1 0 0,-1 0 1 0 0,1 0 0 0 0,1-1 0 0 0,-2 2-420 0 0,1 0 0 0 0,-1 0 0 0 0,0 0 1 0 0,1 0-1 0 0,-1 0 0 0 0,1 0 1 0 0,-1 1-1 0 0,1-1 0 0 0,-1 0 0 0 0,0 0 1 0 0,1 0-1 0 0,-1 1 0 0 0,0-1 0 0 0,1 0 1 0 0,-1 0-1 0 0,0 1 0 0 0,1-1 1 0 0,-1 0-1 0 0,0 1 0 0 0,1-1 0 0 0,-1 0 1 0 0,0 1-1 0 0,0-1 0 0 0,0 0 1 0 0,1 1-1 0 0,-1-1 0 0 0,0 1 0 0 0,0-1 1 0 0,0 1-1 0 0,0-1 0 0 0,0 0 1 0 0,0 2-1 0 0,6 16 184 0 0,-6-17-126 0 0,5 23-67 0 0,-1 0 0 0 0,-1 0 0 0 0,0 38 0 0 0,-9 74 661 0 0,-1-5-399 0 0,7-126-604 0 0,0 0 1 0 0,1 0-1 0 0,-1 0 0 0 0,1 0 0 0 0,0 0 1 0 0,1 0-1 0 0,-1 0 0 0 0,4 6 0 0 0,-1-1-7888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39.9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125 148 4607 0 0,'-7'-14'-74'0'0,"2"1"0"0"0,0-2 0 0 0,0 1 0 0 0,1 0 0 0 0,1-1 0 0 0,-2-22 0 0 0,5 35 227 0 0,0 0 1 0 0,0-1 0 0 0,0 1 0 0 0,0 0-1 0 0,1 0 1 0 0,-1-1 0 0 0,1 1-1 0 0,1-2 1 0 0,-2 4-114 0 0,0-1-1 0 0,0 1 0 0 0,0 0 1 0 0,0 0-1 0 0,0 0 1 0 0,0-1-1 0 0,0 1 0 0 0,0 0 1 0 0,0 0-1 0 0,1 0 1 0 0,-1 0-1 0 0,0 0 0 0 0,0-1 1 0 0,0 1-1 0 0,0 0 1 0 0,0 0-1 0 0,1 0 0 0 0,-1 0 1 0 0,0 0-1 0 0,0 0 1 0 0,0-1-1 0 0,0 1 0 0 0,1 0 1 0 0,-1 0-1 0 0,0 0 1 0 0,0 0-1 0 0,0 0 0 0 0,0 0 1 0 0,1 0-1 0 0,-1 0 1 0 0,0 0-1 0 0,0 0 0 0 0,1 0 1 0 0,-1 1 21 0 0,1-1 0 0 0,-1 1 0 0 0,1-1 0 0 0,-1 1 0 0 0,1-1 1 0 0,-1 1-1 0 0,0 0 0 0 0,1-1 0 0 0,-1 1 0 0 0,0 0 0 0 0,1-1 0 0 0,-1 1 0 0 0,0 0 1 0 0,1 1-1 0 0,1 10 194 0 0,-1 0 0 0 0,0 0 1 0 0,0 0-1 0 0,-1 1 0 0 0,-1-1 1 0 0,-3 19-1 0 0,2-11-20 0 0,-28 249 1753 0 0,-9 111-625 0 0,5 840-666 0 0,60-293-654 0 0,30-2 346 0 0,-41-733-254 0 0,77 795 1345 0 0,-15-252-472 0 0,-33-308-505 0 0,8 73 501 0 0,-32-314-433 0 0,24 190-133 0 0,16-2 818 0 0,-36-271-946 0 0,-4-35-247 0 0,-18-68-190 0 0,1-4-26 0 0,3-13-252 0 0,1 0-242 0 0,-6 14 475 0 0,0 1 0 0 0,0 0 0 0 0,0 0 0 0 0,1 0 0 0 0,-1 0 0 0 0,0 0 0 0 0,1 0 0 0 0,0 1 1 0 0,2-3-1 0 0,14-4-6409 0 0,-9 5 1661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40.9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5 265 4143 0 0,'-1'-8'783'0'0,"-1"-1"1"0"0,1 1-1 0 0,1-1 0 0 0,-1 1 0 0 0,1-1 0 0 0,2-11 0 0 0,0 11-29 0 0,0-1 0 0 0,0 0 0 0 0,1 1 0 0 0,0 0 0 0 0,9-17 0 0 0,28-42 1794 0 0,-29 50-1956 0 0,-7 11-369 0 0,-3 5-144 0 0,0 0 0 0 0,0 0-1 0 0,0 0 1 0 0,1 0 0 0 0,-1 0-1 0 0,0 0 1 0 0,1 0 0 0 0,0 0-1 0 0,-1 1 1 0 0,1-1 0 0 0,0 1-1 0 0,0-1 1 0 0,3-1 0 0 0,-4 3-69 0 0,-1 0 0 0 0,1 0 0 0 0,-1 1 0 0 0,0-1 0 0 0,1 0 0 0 0,-1 1 0 0 0,1-1-1 0 0,-1 0 1 0 0,0 1 0 0 0,1-1 0 0 0,-1 0 0 0 0,0 1 0 0 0,0-1 0 0 0,1 0 0 0 0,-1 1 0 0 0,0-1 0 0 0,0 1 0 0 0,0-1 0 0 0,1 1 0 0 0,-1-1 0 0 0,0 1 0 0 0,0-1 0 0 0,0 1 0 0 0,0-1 0 0 0,0 1 0 0 0,0-1 0 0 0,0 0 0 0 0,0 1-1 0 0,0-1 1 0 0,0 2 0 0 0,0 15 15 0 0,-4 16 46 0 0,-1-1 0 0 0,-1 1-1 0 0,-12 30 1 0 0,-4 24 170 0 0,18-69-187 0 0,-13 84 235 0 0,16-92-198 0 0,0 0 0 0 0,1 0 1 0 0,0 0-1 0 0,1 0 0 0 0,0 0 0 0 0,1-1 1 0 0,0 1-1 0 0,3 10 0 0 0,-4-19-81 0 0,-1 1 0 0 0,1 0 0 0 0,0 0 1 0 0,-1 0-1 0 0,1-1 0 0 0,0 1 0 0 0,0 0 0 0 0,0-1 0 0 0,0 1 0 0 0,1-1 0 0 0,-1 1 0 0 0,0-1 0 0 0,1 0 0 0 0,-1 1 0 0 0,1-1 1 0 0,-1 0-1 0 0,1 0 0 0 0,-1 0 0 0 0,1 0 0 0 0,0 0 0 0 0,-1-1 0 0 0,1 1 0 0 0,0 0 0 0 0,0-1 0 0 0,0 1 0 0 0,0-1 0 0 0,-1 0 1 0 0,1 0-1 0 0,0 1 0 0 0,0-1 0 0 0,0-1 0 0 0,0 1 0 0 0,0 0 0 0 0,0 0 0 0 0,0-1 0 0 0,-1 1 0 0 0,1-1 0 0 0,0 1 0 0 0,0-1 1 0 0,0 0-1 0 0,-1 1 0 0 0,1-1 0 0 0,0 0 0 0 0,-1 0 0 0 0,1-1 0 0 0,-1 1 0 0 0,2-2 0 0 0,8-7-423 0 0,-1 0-1 0 0,-1 0 0 0 0,1-1 1 0 0,12-22-1 0 0,-3 4-6454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41.0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52 95 5983 0 0,'-6'-7'283'0'0,"0"0"-1"0"0,0 0 0 0 0,1-1 0 0 0,-9-14 1 0 0,11 15 1205 0 0,0 0 1 0 0,0 0-1 0 0,-3-10 1 0 0,6 17-1443 0 0,0 0 0 0 0,0-1 1 0 0,0 1-1 0 0,0 0 1 0 0,0 0-1 0 0,0-1 0 0 0,0 1 1 0 0,0 0-1 0 0,1 0 0 0 0,-1 0 1 0 0,0-1-1 0 0,0 1 1 0 0,0 0-1 0 0,0 0 0 0 0,0 0 1 0 0,0 0-1 0 0,0-1 0 0 0,0 1 1 0 0,0 0-1 0 0,1 0 1 0 0,-1 0-1 0 0,0 0 0 0 0,0-1 1 0 0,0 1-1 0 0,0 0 1 0 0,0 0-1 0 0,1 0 0 0 0,-1 0 1 0 0,0 0-1 0 0,0 0 0 0 0,0 0 1 0 0,1 0-1 0 0,-1-1 1 0 0,0 1-1 0 0,0 0 0 0 0,0 0 1 0 0,1 0-1 0 0,-1 0 0 0 0,0 0 1 0 0,0 0-1 0 0,0 0 1 0 0,1 0-1 0 0,-1 0 0 0 0,0 0 1 0 0,0 0-1 0 0,0 0 0 0 0,1 0 1 0 0,-1 1-1 0 0,0-1 1 0 0,0 0-1 0 0,0 0 0 0 0,0 0 1 0 0,1 0-1 0 0,-1 0 1 0 0,0 0-1 0 0,0 0 0 0 0,0 1 1 0 0,1-1-1 0 0,11 5 32 0 0,-5 1-1202 0 0,0 0-4268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41.5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2 253 5527 0 0,'-1'29'777'0'0,"0"1"5938"0"0,9-47 222 0 0,2-8-5815 0 0,22-108 478 0 0,-23 89-1486 0 0,-7 34-95 0 0,0 0-1 0 0,2 0 0 0 0,-1 1 0 0 0,6-13 0 0 0,-8 20-14 0 0,1 0 0 0 0,-1 0 0 0 0,0 0 0 0 0,0 0 0 0 0,1 1 0 0 0,-1-1 0 0 0,1 0 0 0 0,0 1 0 0 0,-1-1 0 0 0,1 1 0 0 0,3-2-1 0 0,-4 2-2 0 0,1 1 0 0 0,-1-1 0 0 0,0 1 0 0 0,0 0 0 0 0,1 0 0 0 0,-1-1 0 0 0,0 1 0 0 0,0 0 0 0 0,1 0-1 0 0,-1 0 1 0 0,0 0 0 0 0,0 0 0 0 0,1 1 0 0 0,-1-1 0 0 0,0 0 0 0 0,0 1 0 0 0,1-1 0 0 0,-1 0 0 0 0,0 1-1 0 0,0 0 1 0 0,0-1 0 0 0,2 2 0 0 0,0 0-1 0 0,0 1 0 0 0,1 0 0 0 0,-1 0 0 0 0,0 0 0 0 0,0 0 0 0 0,-1 0 0 0 0,1 1 0 0 0,-1-1 0 0 0,0 1 0 0 0,0 0 0 0 0,0 0 0 0 0,3 6 0 0 0,0 7 0 0 0,7 29 0 0 0,-9-36 0 0 0,6 34 0 0 0,-6-24 0 0 0,1 0 0 0 0,1 0 0 0 0,1-1 0 0 0,9 21 0 0 0,-14-39 1 0 0,-1 0 0 0 0,0 0 0 0 0,1-1 0 0 0,-1 1 0 0 0,1 0 0 0 0,-1 0 0 0 0,1 0 0 0 0,0 0 0 0 0,-1 0 0 0 0,1-1 1 0 0,0 1-1 0 0,-1 0 0 0 0,1 0 0 0 0,0-1 0 0 0,0 1 0 0 0,0-1 0 0 0,0 1 0 0 0,0-1 0 0 0,-1 1 0 0 0,1-1 0 0 0,0 1 0 0 0,0-1 0 0 0,0 0 0 0 0,0 0 0 0 0,0 1 0 0 0,0-1 0 0 0,0 0 0 0 0,1 0 0 0 0,-1 0 0 0 0,1 0 0 0 0,0-1 1 0 0,0 0 0 0 0,0 0 0 0 0,0 0 0 0 0,-1 0 0 0 0,1 0 0 0 0,0 0 0 0 0,-1 0 0 0 0,1 0 0 0 0,-1-1 0 0 0,0 1 0 0 0,1 0 0 0 0,-1-1 0 0 0,0 0 0 0 0,0 1 0 0 0,2-4 0 0 0,9-18 22 0 0,-1-2 0 0 0,-1 1 0 0 0,-1-1 0 0 0,7-35 0 0 0,-6 24 12 0 0,17-43 0 0 0,-26 77-36 0 0,-1 1 0 0 0,1 0-1 0 0,-1-1 1 0 0,1 1 0 0 0,0 0 0 0 0,-1 0-1 0 0,1 0 1 0 0,0-1 0 0 0,0 1-1 0 0,0 0 1 0 0,0 0 0 0 0,0 0 0 0 0,0 0-1 0 0,2-1 1 0 0,-2 2 0 0 0,-1 0 0 0 0,0 0 1 0 0,0 0-1 0 0,1 0 0 0 0,-1 0 0 0 0,0 0 0 0 0,0 0 0 0 0,1 0 0 0 0,-1 0 1 0 0,0 0-1 0 0,0 0 0 0 0,1 0 0 0 0,-1 0 0 0 0,0 0 0 0 0,0 0 0 0 0,1 0 1 0 0,-1 1-1 0 0,0-1 0 0 0,0 0 0 0 0,1 0 0 0 0,-1 0 0 0 0,0 0 0 0 0,0 1 0 0 0,0-1 1 0 0,0 0-1 0 0,1 0 0 0 0,-1 0 0 0 0,0 1 0 0 0,5 13 16 0 0,1 21 122 0 0,13 42 0 0 0,-15-64-102 0 0,1 0 0 0 0,0 0 0 0 0,1-1 0 0 0,0 0 0 0 0,1 0 0 0 0,12 16 0 0 0,-18-27-34 0 0,0 0 0 0 0,0 0 1 0 0,0 1-1 0 0,0-1 0 0 0,0 0 0 0 0,1 0 0 0 0,-1 0 0 0 0,0 0 0 0 0,0 0 0 0 0,1-1 1 0 0,-1 1-1 0 0,0 0 0 0 0,1-1 0 0 0,-1 1 0 0 0,1 0 0 0 0,-1-1 0 0 0,0 0 1 0 0,1 1-1 0 0,0-1 0 0 0,-1 0 0 0 0,1 0 0 0 0,-1 0 0 0 0,1 0 0 0 0,-1 0 1 0 0,1 0-1 0 0,2-1 0 0 0,-1 0-5 0 0,0 0 1 0 0,0-1-1 0 0,0 1 1 0 0,0-1-1 0 0,-1 0 1 0 0,1 0-1 0 0,-1 0 1 0 0,1 0-1 0 0,-1 0 1 0 0,0 0-1 0 0,0-1 1 0 0,2-2-1 0 0,2-2-190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42.3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7 144 3679 0 0,'-2'-6'399'0'0,"1"1"-1"0"0,0-1 0 0 0,0 0 1 0 0,0 0-1 0 0,0 1 0 0 0,1-1 1 0 0,0 0-1 0 0,1-6 0 0 0,0-2 749 0 0,-1 12-933 0 0,-1-4 412 0 0,1 0 0 0 0,0 1 0 0 0,1-1 0 0 0,-1 1 0 0 0,1-1 0 0 0,0 1 1 0 0,0 0-1 0 0,1-1 0 0 0,3-7 0 0 0,-5 12-550 0 0,1 1 1 0 0,-1-1-1 0 0,1 1 0 0 0,-1 0 1 0 0,0-1-1 0 0,1 1 0 0 0,-1 0 1 0 0,1-1-1 0 0,-1 1 0 0 0,1 0 1 0 0,-1 0-1 0 0,1-1 0 0 0,-1 1 1 0 0,1 0-1 0 0,-1 0 0 0 0,1 0 1 0 0,0 0-1 0 0,-1 0 0 0 0,1 0 1 0 0,-1 0-1 0 0,1 0 0 0 0,-1 0 1 0 0,1 0-1 0 0,-1 0 0 0 0,1 0 1 0 0,0 0-1 0 0,-1 0 0 0 0,1 0 1 0 0,-1 1-1 0 0,1-1 0 0 0,-1 0 1 0 0,1 0-1 0 0,-1 1 0 0 0,1-1 1 0 0,-1 0-1 0 0,0 1 0 0 0,1-1 1 0 0,-1 0-1 0 0,1 1 0 0 0,-1-1 1 0 0,0 1-1 0 0,1 0 0 0 0,16 20 1091 0 0,-10-9-945 0 0,0 1-1 0 0,-1 1 1 0 0,0-1-1 0 0,-2 1 1 0 0,6 19-1 0 0,7 72 291 0 0,0 0 158 0 0,-16-100-637 0 0,0-1-1 0 0,1 0 1 0 0,-1 0 0 0 0,1 0 0 0 0,0 0-1 0 0,0 0 1 0 0,0 0 0 0 0,1 0 0 0 0,-1 0 0 0 0,1-1-1 0 0,0 1 1 0 0,0-1 0 0 0,5 5 0 0 0,-5-7-22 0 0,-1 1 1 0 0,0-1-1 0 0,1 1 1 0 0,-1-1-1 0 0,1 0 1 0 0,0 0-1 0 0,-1 0 1 0 0,1-1-1 0 0,0 1 1 0 0,0 0-1 0 0,-1-1 1 0 0,1 0 0 0 0,0 0-1 0 0,0 0 1 0 0,0 0-1 0 0,-1 0 1 0 0,1 0-1 0 0,0-1 1 0 0,0 1-1 0 0,-1-1 1 0 0,1 0-1 0 0,4-1 1 0 0,-2-1 2 0 0,1 0 0 0 0,0 0 0 0 0,0 0 0 0 0,-1 0 0 0 0,0-1 1 0 0,0 0-1 0 0,0 0 0 0 0,0-1 0 0 0,-1 1 0 0 0,1-1 0 0 0,-1 0 0 0 0,0 0 1 0 0,-1 0-1 0 0,1-1 0 0 0,-1 1 0 0 0,0-1 0 0 0,-1 0 0 0 0,1 0 0 0 0,2-10 0 0 0,-2 5 24 0 0,-1-1 0 0 0,0 1-1 0 0,-1-1 1 0 0,0 0-1 0 0,-1 0 1 0 0,0 0 0 0 0,-1 1-1 0 0,0-1 1 0 0,-5-22-1 0 0,-1 8-10 0 0,-1 0 0 0 0,-1 0 0 0 0,-1 0 0 0 0,-15-26 0 0 0,19 46-4 0 0,6 6-23 0 0,-1-1 1 0 0,1 1 0 0 0,0 0 0 0 0,0 0-1 0 0,0 0 1 0 0,0 0 0 0 0,0 0 0 0 0,0 0 0 0 0,0 0-1 0 0,0 0 1 0 0,-1 0 0 0 0,1 0 0 0 0,0 0-1 0 0,0 0 1 0 0,0 1 0 0 0,0-1 0 0 0,0 0 0 0 0,0 0-1 0 0,0 0 1 0 0,0 0 0 0 0,0 0 0 0 0,0 0-1 0 0,-1 0 1 0 0,1 0 0 0 0,0 0 0 0 0,0 0 0 0 0,0 0-1 0 0,0 0 1 0 0,0 0 0 0 0,0 0 0 0 0,0 0-1 0 0,0 1 1 0 0,0-1 0 0 0,0 0 0 0 0,0 0 0 0 0,0 0-1 0 0,0 0 1 0 0,0 0 0 0 0,0 0 0 0 0,0 0-1 0 0,0 0 1 0 0,0 0 0 0 0,0 1 0 0 0,0-1 0 0 0,0 0-1 0 0,0 0 1 0 0,0 0 0 0 0,0 2 0 0 0,1-1 0 0 0,0 1 0 0 0,-1-1 0 0 0,1 0-1 0 0,0 1 1 0 0,0-1 0 0 0,0 0 0 0 0,0 1 0 0 0,0-1 0 0 0,0 0 0 0 0,0 0 0 0 0,1 0 0 0 0,-1 0 0 0 0,0 0-1 0 0,1 0 1 0 0,-1 0 0 0 0,2 0 0 0 0,2 2-1 0 0,-1-1 0 0 0,1 0 0 0 0,-1 0 0 0 0,1-1 0 0 0,-1 0 0 0 0,1 1 0 0 0,0-1 0 0 0,0-1 0 0 0,-1 1 0 0 0,1-1 0 0 0,0 0 0 0 0,6 0 0 0 0,6-2-24 0 0,1 0 0 0 0,-1-1 0 0 0,29-8 0 0 0,-7-4-2360 0 0,-25 8-5176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42.6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93 52 4143 0 0,'2'-4'141'0'0,"-1"0"-1"0"0,0 0 0 0 0,0 0 0 0 0,0 0 1 0 0,0 0-1 0 0,-1 0 0 0 0,0 0 1 0 0,0 0-1 0 0,0-8 0 0 0,0 12-80 0 0,0 0 0 0 0,-1 0 0 0 0,1-1 1 0 0,0 1-1 0 0,0 0 0 0 0,0 0 0 0 0,0 0 0 0 0,0 0 0 0 0,-1-1 0 0 0,1 1 0 0 0,0 0 0 0 0,0 0 0 0 0,0 0 1 0 0,-1 0-1 0 0,1 0 0 0 0,0-1 0 0 0,0 1 0 0 0,0 0 0 0 0,-1 0 0 0 0,1 0 0 0 0,0 0 0 0 0,0 0 1 0 0,-1 0-1 0 0,1 0 0 0 0,0 0 0 0 0,0 0 0 0 0,-1 0 0 0 0,1 0 0 0 0,0 0 0 0 0,0 0 0 0 0,-1 0 1 0 0,1 0-1 0 0,0 0 0 0 0,0 0 0 0 0,-1 0 0 0 0,1 0 0 0 0,0 1 0 0 0,0-1 0 0 0,0 0 0 0 0,-1 0 0 0 0,1 0 1 0 0,0 0-1 0 0,0 0 0 0 0,0 1 0 0 0,-1-1 0 0 0,1 0 0 0 0,0 0 0 0 0,0 0 0 0 0,0 1 0 0 0,0-1 1 0 0,0 0-1 0 0,-1 0 0 0 0,1 1 0 0 0,-9 11 2411 0 0,-2 9-243 0 0,1 1-1 0 0,-10 36 0 0 0,11-25-716 0 0,-6 42 1 0 0,7-11-502 0 0,2 92 0 0 0,6-124-855 0 0,1 0-1 0 0,1 0 0 0 0,2 0 0 0 0,13 49 0 0 0,-14-69-131 0 0,1 0 1 0 0,1-1-1 0 0,0 1 1 0 0,0-1-1 0 0,1-1 1 0 0,0 1-1 0 0,1-1 1 0 0,0 0-1 0 0,1 0 1 0 0,0-1-1 0 0,0 0 1 0 0,1-1 0 0 0,0 0-1 0 0,1 0 1 0 0,10 7-1 0 0,66 29-640 0 0,-74-39 166 0 0,2 1-361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42.9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 8 10591 0 0,'0'-1'64'0'0,"-1"1"0"0"0,1-1 0 0 0,0 1 1 0 0,0 0-1 0 0,0-1 0 0 0,-1 1 0 0 0,1-1 0 0 0,0 1 0 0 0,-1 0 0 0 0,1-1 0 0 0,0 1 0 0 0,-1 0 0 0 0,1 0 0 0 0,0-1 0 0 0,-1 1 0 0 0,1 0 0 0 0,-1 0 0 0 0,1-1 0 0 0,0 1 0 0 0,-1 0 0 0 0,1 0 0 0 0,-1 0 1 0 0,1 0-1 0 0,-1 0 0 0 0,0 0 0 0 0,1 0 39 0 0,0 0-1 0 0,-1 0 1 0 0,1 1 0 0 0,-1-1 0 0 0,1 0 0 0 0,0 1 0 0 0,-1-1 0 0 0,1 0 0 0 0,0 1-1 0 0,0-1 1 0 0,-1 1 0 0 0,1-1 0 0 0,0 0 0 0 0,0 1 0 0 0,-1-1 0 0 0,1 1 0 0 0,0-1-1 0 0,0 1 1 0 0,0 0 0 0 0,-4 26 2854 0 0,7 10-1249 0 0,1 0 0 0 0,14 62 1 0 0,-3-25-1121 0 0,14 138-217 0 0,-29-210-431 0 0,0-1 0 0 0,0 1 0 0 0,1 0 0 0 0,-1-1 0 0 0,0 1 0 0 0,1-1 0 0 0,-1 1 0 0 0,1 0 0 0 0,0-1 0 0 0,0 1 0 0 0,-1-1 0 0 0,2 2 0 0 0,3-1-724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43.1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19 8287 0 0,'-12'-19'890'0'0,"12"20"-644"0"0,-1 0 1 0 0,1 1 0 0 0,-1-1 0 0 0,1 0 0 0 0,-1 0-1 0 0,1 0 1 0 0,0 0 0 0 0,0 0 0 0 0,-1 1-1 0 0,1-1 1 0 0,0 0 0 0 0,0 2 0 0 0,13 202 8754 0 0,-3-128-8207 0 0,4-1-1 0 0,25 76 1 0 0,-37-144-779 0 0,13 32 34 0 0,-15-38-48 0 0,1 0 0 0 0,0 0 0 0 0,1 0 0 0 0,-1 0 0 0 0,0 0 0 0 0,0-1 0 0 0,1 1 0 0 0,-1 0 0 0 0,1-1 0 0 0,-1 1 0 0 0,1-1 0 0 0,0 1 0 0 0,0-1 0 0 0,-1 0 0 0 0,5 2 0 0 0,-6-3-61 0 0,0 0 1 0 0,1 0-1 0 0,-1 0 1 0 0,0 0-1 0 0,0-1 0 0 0,1 1 1 0 0,-1 0-1 0 0,0 0 0 0 0,0 0 1 0 0,0 0-1 0 0,1 0 0 0 0,-1 0 1 0 0,0-1-1 0 0,0 1 0 0 0,0 0 1 0 0,0 0-1 0 0,0 0 0 0 0,1 0 1 0 0,-1-1-1 0 0,0 1 0 0 0,0 0 1 0 0,0 0-1 0 0,0-1 1 0 0,0 1-1 0 0,0 0 0 0 0,0 0 1 0 0,0 0-1 0 0,0-1 0 0 0,0 1 1 0 0,0 0-1 0 0,0 0 0 0 0,0-1 1 0 0,0 1-1 0 0,0 0 0 0 0,0 0 1 0 0,0 0-1 0 0,0-1 0 0 0,0 1 1 0 0,0 0-1 0 0,0 0 0 0 0,0-1 1 0 0,0 1-1 0 0,0 0 0 0 0,0 0 1 0 0,-1-1-1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43.3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0 145 8287 0 0,'0'0'38'0'0,"0"-1"-1"0"0,0 1 0 0 0,0 0 0 0 0,0 0 1 0 0,0 0-1 0 0,0 0 0 0 0,1-1 0 0 0,-1 1 0 0 0,0 0 1 0 0,0 0-1 0 0,0 0 0 0 0,0 0 0 0 0,0 0 1 0 0,0-1-1 0 0,1 1 0 0 0,-1 0 0 0 0,0 0 1 0 0,0 0-1 0 0,0 0 0 0 0,0 0 0 0 0,1 0 1 0 0,-1 0-1 0 0,0 0 0 0 0,0-1 0 0 0,0 1 0 0 0,1 0 1 0 0,-1 0-1 0 0,0 0 0 0 0,0 0 0 0 0,0 0 1 0 0,0 0-1 0 0,1 0 0 0 0,-1 0 0 0 0,0 0 1 0 0,0 0-1 0 0,0 0 0 0 0,1 0 0 0 0,-1 1 1 0 0,0-1-1 0 0,0 0 0 0 0,0 0 0 0 0,1 0 1 0 0,16-1 1324 0 0,-11 1-927 0 0,36-3 955 0 0,-1-2 0 0 0,0-2 0 0 0,0-1 1 0 0,-1-2-1 0 0,0-2 0 0 0,-1-2 0 0 0,53-26 0 0 0,-58 22-2918 0 0,-2 2-3253 0 0,-16 8-2318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43.5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132 59 4111 0 0,'2'-5'376'0'0,"7"-22"-748"0"0,-9 26 607 0 0,0 0 1 0 0,0 0 0 0 0,1 0-1 0 0,-1 0 1 0 0,0 0 0 0 0,0 0-1 0 0,0 0 1 0 0,0 0-1 0 0,0-1 1 0 0,-1 1 0 0 0,1 0-1 0 0,0 0 1 0 0,0 0 0 0 0,0 0-1 0 0,-1 1 1 0 0,1-1 0 0 0,-1 0-1 0 0,1 0 1 0 0,-1 0-1 0 0,1 0 1 0 0,-1 0 0 0 0,1 0-1 0 0,-2 0 1 0 0,1 0-53 0 0,0 1 0 0 0,1 0 0 0 0,-1-1 1 0 0,0 1-1 0 0,0 0 0 0 0,1 0 0 0 0,-1 0 0 0 0,0 0 0 0 0,0 0 0 0 0,0 0 0 0 0,0 0 1 0 0,1 0-1 0 0,-1 0 0 0 0,0 0 0 0 0,0 0 0 0 0,0 0 0 0 0,1 1 0 0 0,-1-1 0 0 0,0 0 1 0 0,0 0-1 0 0,1 1 0 0 0,-1-1 0 0 0,0 1 0 0 0,1-1 0 0 0,-1 1 0 0 0,0-1 0 0 0,1 1 1 0 0,-1-1-1 0 0,0 1 0 0 0,1-1 0 0 0,-1 1 0 0 0,1 0 0 0 0,-1 0 0 0 0,-18 26 1702 0 0,18-25-1672 0 0,-9 16 370 0 0,1 1 0 0 0,1 0 0 0 0,1 0 0 0 0,-8 29 0 0 0,-11 82 586 0 0,25-127-1144 0 0,-5 31 266 0 0,2 1 0 0 0,-1 50-1 0 0,5-75-262 0 0,0 0-1 0 0,1 1 1 0 0,0-1-1 0 0,1 0 0 0 0,0 0 1 0 0,1 0-1 0 0,0 0 0 0 0,0-1 1 0 0,1 1-1 0 0,1-1 0 0 0,-1 0 1 0 0,13 17-1 0 0,-15-23-58 0 0,0-1 0 0 0,1 1 1 0 0,-1-1-1 0 0,1 1 0 0 0,0-1 0 0 0,0 0 0 0 0,0 0 0 0 0,0-1 1 0 0,0 1-1 0 0,0-1 0 0 0,0 1 0 0 0,1-1 0 0 0,-1 0 0 0 0,7 1 0 0 0,3 0-490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44.1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68 8751 0 0,'0'-1'48'0'0,"1"1"0"0"0,-1 0 0 0 0,0 0 0 0 0,0 0-1 0 0,0-1 1 0 0,0 1 0 0 0,0 0 0 0 0,0 0 0 0 0,1 0 0 0 0,-1 0-1 0 0,0-1 1 0 0,0 1 0 0 0,0 0 0 0 0,0 0 0 0 0,1 0 0 0 0,-1 0-1 0 0,0 0 1 0 0,0 0 0 0 0,0 0 0 0 0,1-1 0 0 0,-1 1-1 0 0,0 0 1 0 0,0 0 0 0 0,0 0 0 0 0,1 0 0 0 0,-1 0 0 0 0,0 0-1 0 0,0 0 1 0 0,0 0 0 0 0,1 0 0 0 0,-1 0 0 0 0,0 0 0 0 0,0 0-1 0 0,1 0 1 0 0,10 2 409 0 0,-7-2-102 0 0,71 10 5981 0 0,-39-4-4596 0 0,42 14 0 0 0,-73-18-1682 0 0,0 0 0 0 0,0 0 0 0 0,0 1 0 0 0,0-1 0 0 0,0 1 0 0 0,-1 0 0 0 0,1 0 0 0 0,-1 1 0 0 0,0-1 1 0 0,0 1-1 0 0,0 0 0 0 0,0 0 0 0 0,-1 1 0 0 0,1-1 0 0 0,-1 1 0 0 0,0-1 0 0 0,-1 1 0 0 0,1 0 0 0 0,-1 0 1 0 0,0 0-1 0 0,0 0 0 0 0,-1 1 0 0 0,1-1 0 0 0,-1 0 0 0 0,0 1 0 0 0,-1-1 0 0 0,1 1 0 0 0,-1-1 0 0 0,0 1 1 0 0,0-1-1 0 0,-1 1 0 0 0,-1 7 0 0 0,-4 10-11 0 0,-14 42 1 0 0,0 0-2 0 0,19-50-46 0 0,4-12 0 0 0,3-9 0 0 0,3-8 0 0 0,0 0 0 0 0,-1 0 0 0 0,-1-1 0 0 0,10-26 0 0 0,16-67 0 0 0,-23 71 0 0 0,-1 2 0 0 0,10-32 0 0 0,-17 59 0 0 0,1 1 0 0 0,1 0 0 0 0,0 0 0 0 0,0 0 0 0 0,0 0 0 0 0,8-9 0 0 0,-12 15 0 0 0,1 0 0 0 0,0 0 0 0 0,0 0 0 0 0,0 0 0 0 0,0 0 0 0 0,0 0 0 0 0,0 1 0 0 0,0-1 0 0 0,1 0 0 0 0,-1 1 0 0 0,0-1 0 0 0,0 1 0 0 0,1-1 0 0 0,-1 1 0 0 0,0-1 0 0 0,0 1 0 0 0,1 0 0 0 0,1 0 0 0 0,-2 0 0 0 0,-1 0 0 0 0,1 0 0 0 0,-1 1 0 0 0,1-1 0 0 0,0 0 0 0 0,-1 1 0 0 0,1-1 0 0 0,-1 0 0 0 0,1 1 0 0 0,-1-1 0 0 0,1 1 0 0 0,-1-1 0 0 0,1 1 0 0 0,-1-1 0 0 0,1 1 0 0 0,-1-1 0 0 0,0 1 0 0 0,1 0 0 0 0,-1-1 0 0 0,0 1 0 0 0,1 0 0 0 0,-1-1 0 0 0,0 1 0 0 0,0 0 0 0 0,0-1 0 0 0,0 1 0 0 0,0 0 0 0 0,1-1 0 0 0,-1 1 0 0 0,0 0 0 0 0,-1-1 0 0 0,1 1 0 0 0,0 0 0 0 0,0-1 0 0 0,0 1 0 0 0,-1 1 0 0 0,-4 32 24 0 0,-1 1-1 0 0,-2-1 1 0 0,-15 40 0 0 0,9-33 24 0 0,-10 58 1 0 0,23-94-18 0 0,1 0 0 0 0,-1-1 0 0 0,1 1-1 0 0,0 0 1 0 0,1 6 0 0 0,-1-9-24 0 0,0-1-1 0 0,0 0 1 0 0,1 0-1 0 0,-1 0 1 0 0,0 0 0 0 0,1 0-1 0 0,-1 0 1 0 0,1 0-1 0 0,-1 0 1 0 0,1 0 0 0 0,-1 0-1 0 0,1 0 1 0 0,0 0-1 0 0,0 0 1 0 0,-1 0-1 0 0,1 0 1 0 0,0 0 0 0 0,0-1-1 0 0,0 1 1 0 0,0 0-1 0 0,0-1 1 0 0,0 1-1 0 0,0-1 1 0 0,0 1 0 0 0,0-1-1 0 0,2 1 1 0 0,4 0-2 0 0,0 0 1 0 0,0-1-1 0 0,0 0 1 0 0,0 0 0 0 0,0 0-1 0 0,-1-1 1 0 0,1 0-1 0 0,0-1 1 0 0,0 0-1 0 0,0 0 1 0 0,11-5-1 0 0,1-2 12 0 0,0-1 0 0 0,28-18 0 0 0,-35 20-50 0 0,-4 4-65 0 0,-2-1 0 0 0,1 1 1 0 0,0-2-1 0 0,-1 1 0 0 0,11-12 0 0 0,-17 17 17 0 0,1-1 0 0 0,-1 1 0 0 0,0 0-1 0 0,1 0 1 0 0,-1-1 0 0 0,0 1 0 0 0,0 0 0 0 0,1-1-1 0 0,-1 1 1 0 0,0 0 0 0 0,0 0 0 0 0,0-1 0 0 0,0 1 0 0 0,1 0-1 0 0,-1-1 1 0 0,0 1 0 0 0,0-1 0 0 0,0 1 0 0 0,0 0-1 0 0,0-1 1 0 0,0 1 0 0 0,0 0 0 0 0,0-1 0 0 0,0 1 0 0 0,0-1-1 0 0,0 1 1 0 0,0 0 0 0 0,0-1 0 0 0,0 1 0 0 0,0 0-1 0 0,0-1 1 0 0,-1 1 0 0 0,1 0 0 0 0,0-1 0 0 0,0 1 0 0 0,0 0-1 0 0,-1-1 1 0 0,1 1 0 0 0,0 0 0 0 0,0-1 0 0 0,-1 1-1 0 0,1 0 1 0 0,0 0 0 0 0,-1-1 0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44.3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 97 5527 0 0,'-18'-3'826'0'0,"15"3"746"0"0,12 3 849 0 0,7 0-205 0 0,0-1 1 0 0,26 1-1 0 0,-18-3-639 0 0,27-4 0 0 0,96-26 397 0 0,-120 22-1830 0 0,0-1 1 0 0,29-14-1 0 0,-11 1-6418 0 0,-28 13-713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44.6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72 0 8751 0 0,'0'0'399'0'0,"7"14"1020"0"0,53 101 6532 0 0,-47-86-6693 0 0,-1 1 0 0 0,7 32-1 0 0,-14-45-1140 0 0,-2-1 1 0 0,0 1-1 0 0,0 0 0 0 0,-2 1 0 0 0,0-1 0 0 0,-1 0 1 0 0,-1 0-1 0 0,0 0 0 0 0,-1 0 0 0 0,-1 0 0 0 0,-1 0 0 0 0,-1 0 1 0 0,-6 15-1 0 0,-5 3-85 0 0,-1 0 0 0 0,-2-1 1 0 0,-1-1-1 0 0,-32 38 0 0 0,37-50-30 0 0,-12 13-132 0 0,23-31-527 0 0,3-5-198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8T16:32:44.9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52 65 919 0 0,'-8'-12'540'0'0,"4"5"398"0"0,0 0 0 0 0,-1 0 0 0 0,0 0 0 0 0,-1 1 0 0 0,0 0 0 0 0,-7-7 5704 0 0,30 20-2445 0 0,20-4-924 0 0,-23-2-2937 0 0,0 0 0 0 0,0 0 0 0 0,0 2 0 0 0,19 5 0 0 0,-21-4-258 0 0,-1 1 0 0 0,1 1 0 0 0,-1 0 0 0 0,0 0 0 0 0,-1 1 0 0 0,1 0 0 0 0,-1 1 0 0 0,15 16 0 0 0,-13-11 4 0 0,-1 0 0 0 0,0 1 1 0 0,-1 1-1 0 0,-1-1 0 0 0,14 29 1 0 0,-11-14-1 0 0,-2 1-1 0 0,0 0 1 0 0,-2 0 0 0 0,-2 1 0 0 0,0-1 0 0 0,2 57 0 0 0,-8-55 4 0 0,-1 0 0 0 0,-2 1 0 0 0,-1-2-1 0 0,-1 1 1 0 0,-2 0 0 0 0,-20 57 0 0 0,2-26 97 0 0,-3-2 1 0 0,-44 72-1 0 0,4-24-2368 0 0,55-85-6294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35319" cy="352534"/>
          </a:xfrm>
          <a:prstGeom prst="rect">
            <a:avLst/>
          </a:prstGeom>
        </p:spPr>
        <p:txBody>
          <a:bodyPr vert="horz" lIns="93360" tIns="46680" rIns="93360" bIns="4668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74801" y="0"/>
            <a:ext cx="4035319" cy="352534"/>
          </a:xfrm>
          <a:prstGeom prst="rect">
            <a:avLst/>
          </a:prstGeom>
        </p:spPr>
        <p:txBody>
          <a:bodyPr vert="horz" lIns="93360" tIns="46680" rIns="93360" bIns="46680" rtlCol="0"/>
          <a:lstStyle>
            <a:lvl1pPr algn="r">
              <a:defRPr sz="1200"/>
            </a:lvl1pPr>
          </a:lstStyle>
          <a:p>
            <a:fld id="{E03599C5-ED67-477E-B314-A9992BB2396B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7938" y="877888"/>
            <a:ext cx="4216400" cy="2371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60" tIns="46680" rIns="93360" bIns="4668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1228" y="3381394"/>
            <a:ext cx="7449820" cy="2766596"/>
          </a:xfrm>
          <a:prstGeom prst="rect">
            <a:avLst/>
          </a:prstGeom>
        </p:spPr>
        <p:txBody>
          <a:bodyPr vert="horz" lIns="93360" tIns="46680" rIns="93360" bIns="4668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73742"/>
            <a:ext cx="4035319" cy="352533"/>
          </a:xfrm>
          <a:prstGeom prst="rect">
            <a:avLst/>
          </a:prstGeom>
        </p:spPr>
        <p:txBody>
          <a:bodyPr vert="horz" lIns="93360" tIns="46680" rIns="93360" bIns="4668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74801" y="6673742"/>
            <a:ext cx="4035319" cy="352533"/>
          </a:xfrm>
          <a:prstGeom prst="rect">
            <a:avLst/>
          </a:prstGeom>
        </p:spPr>
        <p:txBody>
          <a:bodyPr vert="horz" lIns="93360" tIns="46680" rIns="93360" bIns="46680" rtlCol="0" anchor="b"/>
          <a:lstStyle>
            <a:lvl1pPr algn="r">
              <a:defRPr sz="1200"/>
            </a:lvl1pPr>
          </a:lstStyle>
          <a:p>
            <a:fld id="{55082C81-BFD4-48E3-A6D3-F6E7A8797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81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082C81-BFD4-48E3-A6D3-F6E7A8797B2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059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082C81-BFD4-48E3-A6D3-F6E7A8797B2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06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CCB3-C956-459D-9042-43B791C7D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D80545-57C3-4416-B583-2E4AD4E10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585B8-4610-4469-A53A-4DE5A5349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C226-7891-40CA-A9DC-8BC54EF1AE36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B67DA-D87F-4B81-BDE0-9B6A4083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5DDF1-249D-4F61-9F4A-DE9962003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541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83D9-57A7-4554-A094-8E21F85AB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F4F55-6050-46F7-8766-B6A8FFBB5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F094C-65FC-4B99-B128-F8C7592C5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7C5D6-245F-415A-A4E0-A3EE88DBD15D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D240D-34B4-48C7-9800-3AB85EE6D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FFB8A-6342-46D5-8044-8B4BE1551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3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E137C-593D-4A3B-B1AF-D37482DFF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6C02D-A0E3-4DFC-8518-89B0ACCD8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62FC7-BFC5-4C0E-8B7E-5C6BF8418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051D0-9423-4460-BD2D-D4771BB9AD7B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3F3AB-518B-4544-9DC0-E4167A145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A5809-7F4A-4DB7-AB1F-076B4CA5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58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3CD35-34D1-4529-A1EB-A77137A92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842FC-8701-40E2-844C-CDCA778B2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C31D7E-E1C6-4C7D-9170-FB4F33DD4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EE94B-497E-46B5-B1FA-F07B3E8CD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B00BA-D070-4107-8FE6-33849230C7BB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654FF-AAD6-43D4-8629-669D3A364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73C60-01EE-48A9-A51E-537F843CE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19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4994C-4885-4C65-8FD0-6232BFCD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B06E2-E67C-4E41-95DB-C172CD46F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63360-7FD6-4400-A2B8-A41D81A08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DFD8D7-FFEF-4EA5-9536-2AEA43F785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F54B06-4FB1-46C2-9C43-FB5F283FE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66468B-A973-4542-BB5C-B44FB713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B53F-A133-488A-8B8F-1E91FEFAAE90}" type="datetime1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D30B32-5E8F-4256-A3E9-AF53594E3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09AD14-941E-4763-98D9-184F3F31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19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AE235-54B1-4180-9B6E-782E5F05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719ED6-FAC0-4AB7-8AC4-1C104A164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4128C-2AD9-444B-AFE1-3C0C16061F18}" type="datetime1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41E58D-716E-43E9-A662-B209DB2EB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2C236-DD64-4B35-8C12-10CCFB2C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15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46C1C4-12AF-46D2-BCB2-B81F9E68E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24B13-B70E-4AD0-A0AE-E98B33AF09E3}" type="datetime1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615F4D-EA4C-4FA3-A95F-83420C6A7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BB6FC-B139-4824-95D1-3B5930F0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98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9BFA0-4AF8-49F6-B773-AC442FE2C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C4B21-7D7B-4CB0-B2FD-6AC3BBB8B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24650-FB6B-4B04-A53F-C19FEA076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EDF51-0744-46E0-8BD7-D1F507174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2E21C-290D-4A17-8F68-C7093A3ED3A4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F20B06-3FD8-4A4E-9477-E4030AB2B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1CBB07-7749-4EBB-B6E8-7163855AE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99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14BA-054C-48D9-9E27-FB712CF6A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CF622E-2FB8-4C2A-A1E0-C1174EB9FB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509B6B-4164-4876-81EB-61AD6DC1F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A410B-E1C3-4F06-9CB4-131ACCAD7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6EEF3-E459-41F7-92CF-8A24631B5BA1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77B4E-9C57-40ED-86B5-9AEAE1B9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BE975-0119-4470-AA67-9185ECA0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62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0081E-B794-4CA6-A1CE-5492070F9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F3DEC-7C5A-4F4F-8AE9-7C312B9DA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C61FF-23B2-44A4-BE61-D9A187B9A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D586-03E4-4FBE-A79C-E222D9707FD5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68607-4F42-496A-8BE9-16799B40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0B0B3-68EA-48C2-9E75-A6331A739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0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55FCFB-F5A9-42A9-BCCF-229FDFE46D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82258-3739-43A8-9034-54C1754AE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458E8-A16D-483A-B8DA-DD3BA88F6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B416D-878E-4CAF-9FCB-71A2D825298C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BE446-5A4A-4F8B-B077-B6F763B8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2FC4F-3225-459D-8716-8FE06F03B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67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D03B7-C8CB-4E37-84F7-1C5494F4F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CEAC7-30F0-4BBA-8CEA-B00FB2EA3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6A5BC-E9AF-4025-99C7-684EFE5C7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D059F-EA5C-48CF-90C8-063306A34A45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91BF5-F82B-4007-A23B-9B4EA1CA9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8821E-FBC4-4F3F-9AE9-B7BA9D69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F7A25-8F01-46F3-BAC3-4B9A508F8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000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A0261-72EE-418B-A5F7-C6EC4AACE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6ACB5-4574-4FC9-8BC8-98930D78E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FAFC6-B1E3-49E8-95A9-77D1E44917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E4201-3DA0-43F6-811A-4C33345CCCF0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F4010-8AED-42F8-89AE-2210174BC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5DEE9-A7E1-46D3-8C3E-A755E0248D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21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10.png"/><Relationship Id="rId42" Type="http://schemas.openxmlformats.org/officeDocument/2006/relationships/customXml" Target="../ink/ink20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3.xml"/><Relationship Id="rId84" Type="http://schemas.openxmlformats.org/officeDocument/2006/relationships/customXml" Target="../ink/ink41.xml"/><Relationship Id="rId89" Type="http://schemas.openxmlformats.org/officeDocument/2006/relationships/image" Target="../media/image44.png"/><Relationship Id="rId112" Type="http://schemas.openxmlformats.org/officeDocument/2006/relationships/customXml" Target="../ink/ink55.xml"/><Relationship Id="rId16" Type="http://schemas.openxmlformats.org/officeDocument/2006/relationships/customXml" Target="../ink/ink7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5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8.xml"/><Relationship Id="rId74" Type="http://schemas.openxmlformats.org/officeDocument/2006/relationships/customXml" Target="../ink/ink36.xml"/><Relationship Id="rId79" Type="http://schemas.openxmlformats.org/officeDocument/2006/relationships/image" Target="../media/image39.png"/><Relationship Id="rId102" Type="http://schemas.openxmlformats.org/officeDocument/2006/relationships/customXml" Target="../ink/ink50.xml"/><Relationship Id="rId5" Type="http://schemas.openxmlformats.org/officeDocument/2006/relationships/image" Target="../media/image2.png"/><Relationship Id="rId90" Type="http://schemas.openxmlformats.org/officeDocument/2006/relationships/customXml" Target="../ink/ink44.xml"/><Relationship Id="rId95" Type="http://schemas.openxmlformats.org/officeDocument/2006/relationships/image" Target="../media/image47.png"/><Relationship Id="rId22" Type="http://schemas.openxmlformats.org/officeDocument/2006/relationships/customXml" Target="../ink/ink10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3.xml"/><Relationship Id="rId64" Type="http://schemas.openxmlformats.org/officeDocument/2006/relationships/customXml" Target="../ink/ink31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80" Type="http://schemas.openxmlformats.org/officeDocument/2006/relationships/customXml" Target="../ink/ink39.xml"/><Relationship Id="rId85" Type="http://schemas.openxmlformats.org/officeDocument/2006/relationships/image" Target="../media/image42.png"/><Relationship Id="rId12" Type="http://schemas.openxmlformats.org/officeDocument/2006/relationships/customXml" Target="../ink/ink5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8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3.xml"/><Relationship Id="rId54" Type="http://schemas.openxmlformats.org/officeDocument/2006/relationships/customXml" Target="../ink/ink26.xml"/><Relationship Id="rId70" Type="http://schemas.openxmlformats.org/officeDocument/2006/relationships/customXml" Target="../ink/ink34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6" Type="http://schemas.openxmlformats.org/officeDocument/2006/relationships/customXml" Target="../ink/ink52.xml"/><Relationship Id="rId114" Type="http://schemas.openxmlformats.org/officeDocument/2006/relationships/customXml" Target="../ink/ink56.xml"/><Relationship Id="rId10" Type="http://schemas.openxmlformats.org/officeDocument/2006/relationships/customXml" Target="../ink/ink4.xml"/><Relationship Id="rId31" Type="http://schemas.openxmlformats.org/officeDocument/2006/relationships/image" Target="../media/image15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8.xml"/><Relationship Id="rId81" Type="http://schemas.openxmlformats.org/officeDocument/2006/relationships/image" Target="../media/image40.png"/><Relationship Id="rId86" Type="http://schemas.openxmlformats.org/officeDocument/2006/relationships/customXml" Target="../ink/ink42.xml"/><Relationship Id="rId94" Type="http://schemas.openxmlformats.org/officeDocument/2006/relationships/customXml" Target="../ink/ink46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4" Type="http://schemas.openxmlformats.org/officeDocument/2006/relationships/customXml" Target="../ink/ink1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8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27.png"/><Relationship Id="rId76" Type="http://schemas.openxmlformats.org/officeDocument/2006/relationships/customXml" Target="../ink/ink37.xml"/><Relationship Id="rId97" Type="http://schemas.openxmlformats.org/officeDocument/2006/relationships/image" Target="../media/image48.png"/><Relationship Id="rId104" Type="http://schemas.openxmlformats.org/officeDocument/2006/relationships/customXml" Target="../ink/ink51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5.xml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14.png"/><Relationship Id="rId24" Type="http://schemas.openxmlformats.org/officeDocument/2006/relationships/customXml" Target="../ink/ink11.xml"/><Relationship Id="rId40" Type="http://schemas.openxmlformats.org/officeDocument/2006/relationships/customXml" Target="../ink/ink19.xml"/><Relationship Id="rId45" Type="http://schemas.openxmlformats.org/officeDocument/2006/relationships/image" Target="../media/image22.png"/><Relationship Id="rId66" Type="http://schemas.openxmlformats.org/officeDocument/2006/relationships/customXml" Target="../ink/ink32.xml"/><Relationship Id="rId87" Type="http://schemas.openxmlformats.org/officeDocument/2006/relationships/image" Target="../media/image43.png"/><Relationship Id="rId110" Type="http://schemas.openxmlformats.org/officeDocument/2006/relationships/customXml" Target="../ink/ink54.xml"/><Relationship Id="rId115" Type="http://schemas.openxmlformats.org/officeDocument/2006/relationships/image" Target="../media/image57.png"/><Relationship Id="rId61" Type="http://schemas.openxmlformats.org/officeDocument/2006/relationships/image" Target="../media/image30.png"/><Relationship Id="rId82" Type="http://schemas.openxmlformats.org/officeDocument/2006/relationships/customXml" Target="../ink/ink40.xml"/><Relationship Id="rId19" Type="http://schemas.openxmlformats.org/officeDocument/2006/relationships/image" Target="../media/image9.png"/><Relationship Id="rId14" Type="http://schemas.openxmlformats.org/officeDocument/2006/relationships/customXml" Target="../ink/ink6.xml"/><Relationship Id="rId30" Type="http://schemas.openxmlformats.org/officeDocument/2006/relationships/customXml" Target="../ink/ink14.xml"/><Relationship Id="rId35" Type="http://schemas.openxmlformats.org/officeDocument/2006/relationships/image" Target="../media/image17.png"/><Relationship Id="rId56" Type="http://schemas.openxmlformats.org/officeDocument/2006/relationships/customXml" Target="../ink/ink27.xml"/><Relationship Id="rId77" Type="http://schemas.openxmlformats.org/officeDocument/2006/relationships/image" Target="../media/image38.png"/><Relationship Id="rId100" Type="http://schemas.openxmlformats.org/officeDocument/2006/relationships/customXml" Target="../ink/ink49.xml"/><Relationship Id="rId105" Type="http://schemas.openxmlformats.org/officeDocument/2006/relationships/image" Target="../media/image52.png"/><Relationship Id="rId8" Type="http://schemas.openxmlformats.org/officeDocument/2006/relationships/customXml" Target="../ink/ink3.xml"/><Relationship Id="rId51" Type="http://schemas.openxmlformats.org/officeDocument/2006/relationships/image" Target="../media/image25.png"/><Relationship Id="rId72" Type="http://schemas.openxmlformats.org/officeDocument/2006/relationships/customXml" Target="../ink/ink35.xml"/><Relationship Id="rId93" Type="http://schemas.openxmlformats.org/officeDocument/2006/relationships/image" Target="../media/image46.png"/><Relationship Id="rId98" Type="http://schemas.openxmlformats.org/officeDocument/2006/relationships/customXml" Target="../ink/ink48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2.xml"/><Relationship Id="rId67" Type="http://schemas.openxmlformats.org/officeDocument/2006/relationships/image" Target="../media/image33.png"/><Relationship Id="rId20" Type="http://schemas.openxmlformats.org/officeDocument/2006/relationships/customXml" Target="../ink/ink9.xml"/><Relationship Id="rId41" Type="http://schemas.openxmlformats.org/officeDocument/2006/relationships/image" Target="../media/image20.png"/><Relationship Id="rId62" Type="http://schemas.openxmlformats.org/officeDocument/2006/relationships/customXml" Target="../ink/ink30.xml"/><Relationship Id="rId83" Type="http://schemas.openxmlformats.org/officeDocument/2006/relationships/image" Target="../media/image41.png"/><Relationship Id="rId88" Type="http://schemas.openxmlformats.org/officeDocument/2006/relationships/customXml" Target="../ink/ink43.xml"/><Relationship Id="rId111" Type="http://schemas.openxmlformats.org/officeDocument/2006/relationships/image" Target="../media/image5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59.xml"/><Relationship Id="rId13" Type="http://schemas.openxmlformats.org/officeDocument/2006/relationships/image" Target="../media/image64.png"/><Relationship Id="rId3" Type="http://schemas.openxmlformats.org/officeDocument/2006/relationships/image" Target="../media/image59.svg"/><Relationship Id="rId7" Type="http://schemas.openxmlformats.org/officeDocument/2006/relationships/image" Target="../media/image61.png"/><Relationship Id="rId12" Type="http://schemas.openxmlformats.org/officeDocument/2006/relationships/customXml" Target="../ink/ink61.xml"/><Relationship Id="rId17" Type="http://schemas.openxmlformats.org/officeDocument/2006/relationships/image" Target="../media/image66.png"/><Relationship Id="rId2" Type="http://schemas.openxmlformats.org/officeDocument/2006/relationships/image" Target="../media/image58.png"/><Relationship Id="rId16" Type="http://schemas.openxmlformats.org/officeDocument/2006/relationships/customXml" Target="../ink/ink6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8.xml"/><Relationship Id="rId11" Type="http://schemas.openxmlformats.org/officeDocument/2006/relationships/image" Target="../media/image63.png"/><Relationship Id="rId5" Type="http://schemas.openxmlformats.org/officeDocument/2006/relationships/image" Target="../media/image60.png"/><Relationship Id="rId15" Type="http://schemas.openxmlformats.org/officeDocument/2006/relationships/image" Target="../media/image65.png"/><Relationship Id="rId10" Type="http://schemas.openxmlformats.org/officeDocument/2006/relationships/customXml" Target="../ink/ink60.xml"/><Relationship Id="rId4" Type="http://schemas.openxmlformats.org/officeDocument/2006/relationships/customXml" Target="../ink/ink57.xml"/><Relationship Id="rId9" Type="http://schemas.openxmlformats.org/officeDocument/2006/relationships/image" Target="../media/image62.png"/><Relationship Id="rId14" Type="http://schemas.openxmlformats.org/officeDocument/2006/relationships/customXml" Target="../ink/ink62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4.xml"/><Relationship Id="rId117" Type="http://schemas.openxmlformats.org/officeDocument/2006/relationships/image" Target="../media/image126.png"/><Relationship Id="rId21" Type="http://schemas.openxmlformats.org/officeDocument/2006/relationships/image" Target="../media/image78.png"/><Relationship Id="rId42" Type="http://schemas.openxmlformats.org/officeDocument/2006/relationships/customXml" Target="../ink/ink82.xml"/><Relationship Id="rId47" Type="http://schemas.openxmlformats.org/officeDocument/2006/relationships/image" Target="../media/image91.png"/><Relationship Id="rId63" Type="http://schemas.openxmlformats.org/officeDocument/2006/relationships/image" Target="../media/image99.png"/><Relationship Id="rId68" Type="http://schemas.openxmlformats.org/officeDocument/2006/relationships/customXml" Target="../ink/ink95.xml"/><Relationship Id="rId84" Type="http://schemas.openxmlformats.org/officeDocument/2006/relationships/customXml" Target="../ink/ink103.xml"/><Relationship Id="rId89" Type="http://schemas.openxmlformats.org/officeDocument/2006/relationships/image" Target="../media/image112.png"/><Relationship Id="rId112" Type="http://schemas.openxmlformats.org/officeDocument/2006/relationships/customXml" Target="../ink/ink117.xml"/><Relationship Id="rId16" Type="http://schemas.openxmlformats.org/officeDocument/2006/relationships/customXml" Target="../ink/ink69.xml"/><Relationship Id="rId107" Type="http://schemas.openxmlformats.org/officeDocument/2006/relationships/image" Target="../media/image121.png"/><Relationship Id="rId11" Type="http://schemas.openxmlformats.org/officeDocument/2006/relationships/image" Target="../media/image73.png"/><Relationship Id="rId32" Type="http://schemas.openxmlformats.org/officeDocument/2006/relationships/customXml" Target="../ink/ink77.xml"/><Relationship Id="rId37" Type="http://schemas.openxmlformats.org/officeDocument/2006/relationships/image" Target="../media/image86.png"/><Relationship Id="rId53" Type="http://schemas.openxmlformats.org/officeDocument/2006/relationships/image" Target="../media/image94.png"/><Relationship Id="rId58" Type="http://schemas.openxmlformats.org/officeDocument/2006/relationships/customXml" Target="../ink/ink90.xml"/><Relationship Id="rId74" Type="http://schemas.openxmlformats.org/officeDocument/2006/relationships/customXml" Target="../ink/ink98.xml"/><Relationship Id="rId79" Type="http://schemas.openxmlformats.org/officeDocument/2006/relationships/image" Target="../media/image107.png"/><Relationship Id="rId102" Type="http://schemas.openxmlformats.org/officeDocument/2006/relationships/customXml" Target="../ink/ink112.xml"/><Relationship Id="rId123" Type="http://schemas.openxmlformats.org/officeDocument/2006/relationships/image" Target="../media/image129.png"/><Relationship Id="rId5" Type="http://schemas.openxmlformats.org/officeDocument/2006/relationships/image" Target="../media/image70.svg"/><Relationship Id="rId90" Type="http://schemas.openxmlformats.org/officeDocument/2006/relationships/customXml" Target="../ink/ink106.xml"/><Relationship Id="rId95" Type="http://schemas.openxmlformats.org/officeDocument/2006/relationships/image" Target="../media/image115.png"/><Relationship Id="rId22" Type="http://schemas.openxmlformats.org/officeDocument/2006/relationships/customXml" Target="../ink/ink72.xml"/><Relationship Id="rId27" Type="http://schemas.openxmlformats.org/officeDocument/2006/relationships/image" Target="../media/image81.png"/><Relationship Id="rId43" Type="http://schemas.openxmlformats.org/officeDocument/2006/relationships/image" Target="../media/image89.png"/><Relationship Id="rId48" Type="http://schemas.openxmlformats.org/officeDocument/2006/relationships/customXml" Target="../ink/ink85.xml"/><Relationship Id="rId64" Type="http://schemas.openxmlformats.org/officeDocument/2006/relationships/customXml" Target="../ink/ink93.xml"/><Relationship Id="rId69" Type="http://schemas.openxmlformats.org/officeDocument/2006/relationships/image" Target="../media/image102.png"/><Relationship Id="rId113" Type="http://schemas.openxmlformats.org/officeDocument/2006/relationships/image" Target="../media/image124.png"/><Relationship Id="rId118" Type="http://schemas.openxmlformats.org/officeDocument/2006/relationships/customXml" Target="../ink/ink120.xml"/><Relationship Id="rId80" Type="http://schemas.openxmlformats.org/officeDocument/2006/relationships/customXml" Target="../ink/ink101.xml"/><Relationship Id="rId85" Type="http://schemas.openxmlformats.org/officeDocument/2006/relationships/image" Target="../media/image110.png"/><Relationship Id="rId12" Type="http://schemas.openxmlformats.org/officeDocument/2006/relationships/customXml" Target="../ink/ink67.xml"/><Relationship Id="rId17" Type="http://schemas.openxmlformats.org/officeDocument/2006/relationships/image" Target="../media/image76.png"/><Relationship Id="rId33" Type="http://schemas.openxmlformats.org/officeDocument/2006/relationships/image" Target="../media/image84.png"/><Relationship Id="rId38" Type="http://schemas.openxmlformats.org/officeDocument/2006/relationships/customXml" Target="../ink/ink80.xml"/><Relationship Id="rId59" Type="http://schemas.openxmlformats.org/officeDocument/2006/relationships/image" Target="../media/image97.png"/><Relationship Id="rId103" Type="http://schemas.openxmlformats.org/officeDocument/2006/relationships/image" Target="../media/image119.png"/><Relationship Id="rId108" Type="http://schemas.openxmlformats.org/officeDocument/2006/relationships/customXml" Target="../ink/ink115.xml"/><Relationship Id="rId124" Type="http://schemas.openxmlformats.org/officeDocument/2006/relationships/customXml" Target="../ink/ink123.xml"/><Relationship Id="rId54" Type="http://schemas.openxmlformats.org/officeDocument/2006/relationships/customXml" Target="../ink/ink88.xml"/><Relationship Id="rId70" Type="http://schemas.openxmlformats.org/officeDocument/2006/relationships/customXml" Target="../ink/ink96.xml"/><Relationship Id="rId75" Type="http://schemas.openxmlformats.org/officeDocument/2006/relationships/image" Target="../media/image105.png"/><Relationship Id="rId91" Type="http://schemas.openxmlformats.org/officeDocument/2006/relationships/image" Target="../media/image113.png"/><Relationship Id="rId96" Type="http://schemas.openxmlformats.org/officeDocument/2006/relationships/customXml" Target="../ink/ink109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64.xml"/><Relationship Id="rId23" Type="http://schemas.openxmlformats.org/officeDocument/2006/relationships/image" Target="../media/image79.png"/><Relationship Id="rId28" Type="http://schemas.openxmlformats.org/officeDocument/2006/relationships/customXml" Target="../ink/ink75.xml"/><Relationship Id="rId49" Type="http://schemas.openxmlformats.org/officeDocument/2006/relationships/image" Target="../media/image92.png"/><Relationship Id="rId114" Type="http://schemas.openxmlformats.org/officeDocument/2006/relationships/customXml" Target="../ink/ink118.xml"/><Relationship Id="rId119" Type="http://schemas.openxmlformats.org/officeDocument/2006/relationships/image" Target="../media/image127.png"/><Relationship Id="rId44" Type="http://schemas.openxmlformats.org/officeDocument/2006/relationships/customXml" Target="../ink/ink83.xml"/><Relationship Id="rId60" Type="http://schemas.openxmlformats.org/officeDocument/2006/relationships/customXml" Target="../ink/ink91.xml"/><Relationship Id="rId65" Type="http://schemas.openxmlformats.org/officeDocument/2006/relationships/image" Target="../media/image100.png"/><Relationship Id="rId81" Type="http://schemas.openxmlformats.org/officeDocument/2006/relationships/image" Target="../media/image108.png"/><Relationship Id="rId86" Type="http://schemas.openxmlformats.org/officeDocument/2006/relationships/customXml" Target="../ink/ink104.xml"/><Relationship Id="rId13" Type="http://schemas.openxmlformats.org/officeDocument/2006/relationships/image" Target="../media/image74.png"/><Relationship Id="rId18" Type="http://schemas.openxmlformats.org/officeDocument/2006/relationships/customXml" Target="../ink/ink70.xml"/><Relationship Id="rId39" Type="http://schemas.openxmlformats.org/officeDocument/2006/relationships/image" Target="../media/image87.png"/><Relationship Id="rId109" Type="http://schemas.openxmlformats.org/officeDocument/2006/relationships/image" Target="../media/image122.png"/><Relationship Id="rId34" Type="http://schemas.openxmlformats.org/officeDocument/2006/relationships/customXml" Target="../ink/ink78.xml"/><Relationship Id="rId50" Type="http://schemas.openxmlformats.org/officeDocument/2006/relationships/customXml" Target="../ink/ink86.xml"/><Relationship Id="rId55" Type="http://schemas.openxmlformats.org/officeDocument/2006/relationships/image" Target="../media/image95.png"/><Relationship Id="rId76" Type="http://schemas.openxmlformats.org/officeDocument/2006/relationships/customXml" Target="../ink/ink99.xml"/><Relationship Id="rId97" Type="http://schemas.openxmlformats.org/officeDocument/2006/relationships/image" Target="../media/image116.png"/><Relationship Id="rId104" Type="http://schemas.openxmlformats.org/officeDocument/2006/relationships/customXml" Target="../ink/ink113.xml"/><Relationship Id="rId120" Type="http://schemas.openxmlformats.org/officeDocument/2006/relationships/customXml" Target="../ink/ink121.xml"/><Relationship Id="rId125" Type="http://schemas.openxmlformats.org/officeDocument/2006/relationships/image" Target="../media/image130.png"/><Relationship Id="rId7" Type="http://schemas.openxmlformats.org/officeDocument/2006/relationships/image" Target="../media/image71.png"/><Relationship Id="rId71" Type="http://schemas.openxmlformats.org/officeDocument/2006/relationships/image" Target="../media/image103.png"/><Relationship Id="rId92" Type="http://schemas.openxmlformats.org/officeDocument/2006/relationships/customXml" Target="../ink/ink107.xml"/><Relationship Id="rId2" Type="http://schemas.openxmlformats.org/officeDocument/2006/relationships/image" Target="../media/image67.png"/><Relationship Id="rId29" Type="http://schemas.openxmlformats.org/officeDocument/2006/relationships/image" Target="../media/image82.png"/><Relationship Id="rId24" Type="http://schemas.openxmlformats.org/officeDocument/2006/relationships/customXml" Target="../ink/ink73.xml"/><Relationship Id="rId40" Type="http://schemas.openxmlformats.org/officeDocument/2006/relationships/customXml" Target="../ink/ink81.xml"/><Relationship Id="rId45" Type="http://schemas.openxmlformats.org/officeDocument/2006/relationships/image" Target="../media/image90.png"/><Relationship Id="rId66" Type="http://schemas.openxmlformats.org/officeDocument/2006/relationships/customXml" Target="../ink/ink94.xml"/><Relationship Id="rId87" Type="http://schemas.openxmlformats.org/officeDocument/2006/relationships/image" Target="../media/image111.png"/><Relationship Id="rId110" Type="http://schemas.openxmlformats.org/officeDocument/2006/relationships/customXml" Target="../ink/ink116.xml"/><Relationship Id="rId115" Type="http://schemas.openxmlformats.org/officeDocument/2006/relationships/image" Target="../media/image125.png"/><Relationship Id="rId61" Type="http://schemas.openxmlformats.org/officeDocument/2006/relationships/image" Target="../media/image98.png"/><Relationship Id="rId82" Type="http://schemas.openxmlformats.org/officeDocument/2006/relationships/customXml" Target="../ink/ink102.xml"/><Relationship Id="rId19" Type="http://schemas.openxmlformats.org/officeDocument/2006/relationships/image" Target="../media/image77.png"/><Relationship Id="rId14" Type="http://schemas.openxmlformats.org/officeDocument/2006/relationships/customXml" Target="../ink/ink68.xml"/><Relationship Id="rId30" Type="http://schemas.openxmlformats.org/officeDocument/2006/relationships/customXml" Target="../ink/ink76.xml"/><Relationship Id="rId35" Type="http://schemas.openxmlformats.org/officeDocument/2006/relationships/image" Target="../media/image85.png"/><Relationship Id="rId56" Type="http://schemas.openxmlformats.org/officeDocument/2006/relationships/customXml" Target="../ink/ink89.xml"/><Relationship Id="rId77" Type="http://schemas.openxmlformats.org/officeDocument/2006/relationships/image" Target="../media/image106.png"/><Relationship Id="rId100" Type="http://schemas.openxmlformats.org/officeDocument/2006/relationships/customXml" Target="../ink/ink111.xml"/><Relationship Id="rId105" Type="http://schemas.openxmlformats.org/officeDocument/2006/relationships/image" Target="../media/image120.png"/><Relationship Id="rId8" Type="http://schemas.openxmlformats.org/officeDocument/2006/relationships/customXml" Target="../ink/ink65.xml"/><Relationship Id="rId51" Type="http://schemas.openxmlformats.org/officeDocument/2006/relationships/image" Target="../media/image93.png"/><Relationship Id="rId72" Type="http://schemas.openxmlformats.org/officeDocument/2006/relationships/customXml" Target="../ink/ink97.xml"/><Relationship Id="rId93" Type="http://schemas.openxmlformats.org/officeDocument/2006/relationships/image" Target="../media/image114.png"/><Relationship Id="rId98" Type="http://schemas.openxmlformats.org/officeDocument/2006/relationships/customXml" Target="../ink/ink110.xml"/><Relationship Id="rId121" Type="http://schemas.openxmlformats.org/officeDocument/2006/relationships/image" Target="../media/image128.png"/><Relationship Id="rId3" Type="http://schemas.openxmlformats.org/officeDocument/2006/relationships/image" Target="../media/image68.svg"/><Relationship Id="rId25" Type="http://schemas.openxmlformats.org/officeDocument/2006/relationships/image" Target="../media/image80.png"/><Relationship Id="rId46" Type="http://schemas.openxmlformats.org/officeDocument/2006/relationships/customXml" Target="../ink/ink84.xml"/><Relationship Id="rId67" Type="http://schemas.openxmlformats.org/officeDocument/2006/relationships/image" Target="../media/image101.png"/><Relationship Id="rId116" Type="http://schemas.openxmlformats.org/officeDocument/2006/relationships/customXml" Target="../ink/ink119.xml"/><Relationship Id="rId20" Type="http://schemas.openxmlformats.org/officeDocument/2006/relationships/customXml" Target="../ink/ink71.xml"/><Relationship Id="rId41" Type="http://schemas.openxmlformats.org/officeDocument/2006/relationships/image" Target="../media/image88.png"/><Relationship Id="rId62" Type="http://schemas.openxmlformats.org/officeDocument/2006/relationships/customXml" Target="../ink/ink92.xml"/><Relationship Id="rId83" Type="http://schemas.openxmlformats.org/officeDocument/2006/relationships/image" Target="../media/image109.png"/><Relationship Id="rId88" Type="http://schemas.openxmlformats.org/officeDocument/2006/relationships/customXml" Target="../ink/ink105.xml"/><Relationship Id="rId111" Type="http://schemas.openxmlformats.org/officeDocument/2006/relationships/image" Target="../media/image123.png"/><Relationship Id="rId15" Type="http://schemas.openxmlformats.org/officeDocument/2006/relationships/image" Target="../media/image75.png"/><Relationship Id="rId36" Type="http://schemas.openxmlformats.org/officeDocument/2006/relationships/customXml" Target="../ink/ink79.xml"/><Relationship Id="rId57" Type="http://schemas.openxmlformats.org/officeDocument/2006/relationships/image" Target="../media/image96.png"/><Relationship Id="rId106" Type="http://schemas.openxmlformats.org/officeDocument/2006/relationships/customXml" Target="../ink/ink114.xml"/><Relationship Id="rId10" Type="http://schemas.openxmlformats.org/officeDocument/2006/relationships/customXml" Target="../ink/ink66.xml"/><Relationship Id="rId31" Type="http://schemas.openxmlformats.org/officeDocument/2006/relationships/image" Target="../media/image83.png"/><Relationship Id="rId52" Type="http://schemas.openxmlformats.org/officeDocument/2006/relationships/customXml" Target="../ink/ink87.xml"/><Relationship Id="rId73" Type="http://schemas.openxmlformats.org/officeDocument/2006/relationships/image" Target="../media/image104.png"/><Relationship Id="rId78" Type="http://schemas.openxmlformats.org/officeDocument/2006/relationships/customXml" Target="../ink/ink100.xml"/><Relationship Id="rId94" Type="http://schemas.openxmlformats.org/officeDocument/2006/relationships/customXml" Target="../ink/ink108.xml"/><Relationship Id="rId99" Type="http://schemas.openxmlformats.org/officeDocument/2006/relationships/image" Target="../media/image117.png"/><Relationship Id="rId101" Type="http://schemas.openxmlformats.org/officeDocument/2006/relationships/image" Target="../media/image118.png"/><Relationship Id="rId122" Type="http://schemas.openxmlformats.org/officeDocument/2006/relationships/customXml" Target="../ink/ink122.xml"/><Relationship Id="rId4" Type="http://schemas.openxmlformats.org/officeDocument/2006/relationships/image" Target="../media/image69.png"/><Relationship Id="rId9" Type="http://schemas.openxmlformats.org/officeDocument/2006/relationships/image" Target="../media/image72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8.png"/><Relationship Id="rId299" Type="http://schemas.openxmlformats.org/officeDocument/2006/relationships/image" Target="../media/image279.png"/><Relationship Id="rId21" Type="http://schemas.openxmlformats.org/officeDocument/2006/relationships/image" Target="../media/image140.png"/><Relationship Id="rId63" Type="http://schemas.openxmlformats.org/officeDocument/2006/relationships/image" Target="../media/image161.png"/><Relationship Id="rId159" Type="http://schemas.openxmlformats.org/officeDocument/2006/relationships/image" Target="../media/image209.png"/><Relationship Id="rId324" Type="http://schemas.openxmlformats.org/officeDocument/2006/relationships/customXml" Target="../ink/ink285.xml"/><Relationship Id="rId366" Type="http://schemas.openxmlformats.org/officeDocument/2006/relationships/customXml" Target="../ink/ink306.xml"/><Relationship Id="rId170" Type="http://schemas.openxmlformats.org/officeDocument/2006/relationships/customXml" Target="../ink/ink208.xml"/><Relationship Id="rId226" Type="http://schemas.openxmlformats.org/officeDocument/2006/relationships/customXml" Target="../ink/ink236.xml"/><Relationship Id="rId268" Type="http://schemas.openxmlformats.org/officeDocument/2006/relationships/customXml" Target="../ink/ink257.xml"/><Relationship Id="rId32" Type="http://schemas.openxmlformats.org/officeDocument/2006/relationships/customXml" Target="../ink/ink139.xml"/><Relationship Id="rId74" Type="http://schemas.openxmlformats.org/officeDocument/2006/relationships/customXml" Target="../ink/ink160.xml"/><Relationship Id="rId128" Type="http://schemas.openxmlformats.org/officeDocument/2006/relationships/customXml" Target="../ink/ink187.xml"/><Relationship Id="rId335" Type="http://schemas.openxmlformats.org/officeDocument/2006/relationships/image" Target="../media/image297.png"/><Relationship Id="rId377" Type="http://schemas.openxmlformats.org/officeDocument/2006/relationships/image" Target="../media/image318.png"/><Relationship Id="rId5" Type="http://schemas.openxmlformats.org/officeDocument/2006/relationships/image" Target="../media/image132.png"/><Relationship Id="rId181" Type="http://schemas.openxmlformats.org/officeDocument/2006/relationships/image" Target="../media/image220.png"/><Relationship Id="rId237" Type="http://schemas.openxmlformats.org/officeDocument/2006/relationships/image" Target="../media/image248.png"/><Relationship Id="rId402" Type="http://schemas.openxmlformats.org/officeDocument/2006/relationships/customXml" Target="../ink/ink324.xml"/><Relationship Id="rId279" Type="http://schemas.openxmlformats.org/officeDocument/2006/relationships/image" Target="../media/image269.png"/><Relationship Id="rId43" Type="http://schemas.openxmlformats.org/officeDocument/2006/relationships/image" Target="../media/image151.png"/><Relationship Id="rId139" Type="http://schemas.openxmlformats.org/officeDocument/2006/relationships/image" Target="../media/image199.png"/><Relationship Id="rId290" Type="http://schemas.openxmlformats.org/officeDocument/2006/relationships/customXml" Target="../ink/ink268.xml"/><Relationship Id="rId304" Type="http://schemas.openxmlformats.org/officeDocument/2006/relationships/customXml" Target="../ink/ink275.xml"/><Relationship Id="rId346" Type="http://schemas.openxmlformats.org/officeDocument/2006/relationships/customXml" Target="../ink/ink296.xml"/><Relationship Id="rId388" Type="http://schemas.openxmlformats.org/officeDocument/2006/relationships/customXml" Target="../ink/ink317.xml"/><Relationship Id="rId85" Type="http://schemas.openxmlformats.org/officeDocument/2006/relationships/image" Target="../media/image172.png"/><Relationship Id="rId150" Type="http://schemas.openxmlformats.org/officeDocument/2006/relationships/customXml" Target="../ink/ink198.xml"/><Relationship Id="rId192" Type="http://schemas.openxmlformats.org/officeDocument/2006/relationships/customXml" Target="../ink/ink219.xml"/><Relationship Id="rId206" Type="http://schemas.openxmlformats.org/officeDocument/2006/relationships/customXml" Target="../ink/ink226.xml"/><Relationship Id="rId413" Type="http://schemas.openxmlformats.org/officeDocument/2006/relationships/image" Target="../media/image336.png"/><Relationship Id="rId248" Type="http://schemas.openxmlformats.org/officeDocument/2006/relationships/customXml" Target="../ink/ink247.xml"/><Relationship Id="rId12" Type="http://schemas.openxmlformats.org/officeDocument/2006/relationships/customXml" Target="../ink/ink129.xml"/><Relationship Id="rId108" Type="http://schemas.openxmlformats.org/officeDocument/2006/relationships/customXml" Target="../ink/ink177.xml"/><Relationship Id="rId315" Type="http://schemas.openxmlformats.org/officeDocument/2006/relationships/image" Target="../media/image287.png"/><Relationship Id="rId357" Type="http://schemas.openxmlformats.org/officeDocument/2006/relationships/image" Target="../media/image308.png"/><Relationship Id="rId54" Type="http://schemas.openxmlformats.org/officeDocument/2006/relationships/customXml" Target="../ink/ink150.xml"/><Relationship Id="rId96" Type="http://schemas.openxmlformats.org/officeDocument/2006/relationships/customXml" Target="../ink/ink171.xml"/><Relationship Id="rId161" Type="http://schemas.openxmlformats.org/officeDocument/2006/relationships/image" Target="../media/image210.png"/><Relationship Id="rId217" Type="http://schemas.openxmlformats.org/officeDocument/2006/relationships/image" Target="../media/image238.png"/><Relationship Id="rId399" Type="http://schemas.openxmlformats.org/officeDocument/2006/relationships/image" Target="../media/image329.png"/><Relationship Id="rId259" Type="http://schemas.openxmlformats.org/officeDocument/2006/relationships/image" Target="../media/image259.png"/><Relationship Id="rId23" Type="http://schemas.openxmlformats.org/officeDocument/2006/relationships/image" Target="../media/image141.png"/><Relationship Id="rId119" Type="http://schemas.openxmlformats.org/officeDocument/2006/relationships/image" Target="../media/image189.png"/><Relationship Id="rId270" Type="http://schemas.openxmlformats.org/officeDocument/2006/relationships/customXml" Target="../ink/ink258.xml"/><Relationship Id="rId326" Type="http://schemas.openxmlformats.org/officeDocument/2006/relationships/customXml" Target="../ink/ink286.xml"/><Relationship Id="rId65" Type="http://schemas.openxmlformats.org/officeDocument/2006/relationships/image" Target="../media/image162.png"/><Relationship Id="rId130" Type="http://schemas.openxmlformats.org/officeDocument/2006/relationships/customXml" Target="../ink/ink188.xml"/><Relationship Id="rId368" Type="http://schemas.openxmlformats.org/officeDocument/2006/relationships/customXml" Target="../ink/ink307.xml"/><Relationship Id="rId172" Type="http://schemas.openxmlformats.org/officeDocument/2006/relationships/customXml" Target="../ink/ink209.xml"/><Relationship Id="rId228" Type="http://schemas.openxmlformats.org/officeDocument/2006/relationships/customXml" Target="../ink/ink237.xml"/><Relationship Id="rId281" Type="http://schemas.openxmlformats.org/officeDocument/2006/relationships/image" Target="../media/image270.png"/><Relationship Id="rId337" Type="http://schemas.openxmlformats.org/officeDocument/2006/relationships/image" Target="../media/image298.png"/><Relationship Id="rId34" Type="http://schemas.openxmlformats.org/officeDocument/2006/relationships/customXml" Target="../ink/ink140.xml"/><Relationship Id="rId76" Type="http://schemas.openxmlformats.org/officeDocument/2006/relationships/customXml" Target="../ink/ink161.xml"/><Relationship Id="rId141" Type="http://schemas.openxmlformats.org/officeDocument/2006/relationships/image" Target="../media/image200.png"/><Relationship Id="rId379" Type="http://schemas.openxmlformats.org/officeDocument/2006/relationships/image" Target="../media/image319.png"/><Relationship Id="rId7" Type="http://schemas.openxmlformats.org/officeDocument/2006/relationships/image" Target="../media/image133.png"/><Relationship Id="rId183" Type="http://schemas.openxmlformats.org/officeDocument/2006/relationships/image" Target="../media/image221.png"/><Relationship Id="rId239" Type="http://schemas.openxmlformats.org/officeDocument/2006/relationships/image" Target="../media/image249.png"/><Relationship Id="rId390" Type="http://schemas.openxmlformats.org/officeDocument/2006/relationships/customXml" Target="../ink/ink318.xml"/><Relationship Id="rId404" Type="http://schemas.openxmlformats.org/officeDocument/2006/relationships/customXml" Target="../ink/ink325.xml"/><Relationship Id="rId250" Type="http://schemas.openxmlformats.org/officeDocument/2006/relationships/customXml" Target="../ink/ink248.xml"/><Relationship Id="rId292" Type="http://schemas.openxmlformats.org/officeDocument/2006/relationships/customXml" Target="../ink/ink269.xml"/><Relationship Id="rId306" Type="http://schemas.openxmlformats.org/officeDocument/2006/relationships/customXml" Target="../ink/ink276.xml"/><Relationship Id="rId45" Type="http://schemas.openxmlformats.org/officeDocument/2006/relationships/image" Target="../media/image152.png"/><Relationship Id="rId87" Type="http://schemas.openxmlformats.org/officeDocument/2006/relationships/image" Target="../media/image173.png"/><Relationship Id="rId110" Type="http://schemas.openxmlformats.org/officeDocument/2006/relationships/customXml" Target="../ink/ink178.xml"/><Relationship Id="rId348" Type="http://schemas.openxmlformats.org/officeDocument/2006/relationships/customXml" Target="../ink/ink297.xml"/><Relationship Id="rId152" Type="http://schemas.openxmlformats.org/officeDocument/2006/relationships/customXml" Target="../ink/ink199.xml"/><Relationship Id="rId194" Type="http://schemas.openxmlformats.org/officeDocument/2006/relationships/customXml" Target="../ink/ink220.xml"/><Relationship Id="rId208" Type="http://schemas.openxmlformats.org/officeDocument/2006/relationships/customXml" Target="../ink/ink227.xml"/><Relationship Id="rId415" Type="http://schemas.openxmlformats.org/officeDocument/2006/relationships/image" Target="../media/image337.png"/><Relationship Id="rId261" Type="http://schemas.openxmlformats.org/officeDocument/2006/relationships/image" Target="../media/image260.png"/><Relationship Id="rId14" Type="http://schemas.openxmlformats.org/officeDocument/2006/relationships/customXml" Target="../ink/ink130.xml"/><Relationship Id="rId56" Type="http://schemas.openxmlformats.org/officeDocument/2006/relationships/customXml" Target="../ink/ink151.xml"/><Relationship Id="rId317" Type="http://schemas.openxmlformats.org/officeDocument/2006/relationships/image" Target="../media/image288.png"/><Relationship Id="rId359" Type="http://schemas.openxmlformats.org/officeDocument/2006/relationships/image" Target="../media/image309.png"/><Relationship Id="rId98" Type="http://schemas.openxmlformats.org/officeDocument/2006/relationships/customXml" Target="../ink/ink172.xml"/><Relationship Id="rId121" Type="http://schemas.openxmlformats.org/officeDocument/2006/relationships/image" Target="../media/image190.png"/><Relationship Id="rId163" Type="http://schemas.openxmlformats.org/officeDocument/2006/relationships/image" Target="../media/image211.png"/><Relationship Id="rId219" Type="http://schemas.openxmlformats.org/officeDocument/2006/relationships/image" Target="../media/image239.png"/><Relationship Id="rId370" Type="http://schemas.openxmlformats.org/officeDocument/2006/relationships/customXml" Target="../ink/ink308.xml"/><Relationship Id="rId230" Type="http://schemas.openxmlformats.org/officeDocument/2006/relationships/customXml" Target="../ink/ink238.xml"/><Relationship Id="rId25" Type="http://schemas.openxmlformats.org/officeDocument/2006/relationships/image" Target="../media/image142.png"/><Relationship Id="rId67" Type="http://schemas.openxmlformats.org/officeDocument/2006/relationships/image" Target="../media/image163.png"/><Relationship Id="rId272" Type="http://schemas.openxmlformats.org/officeDocument/2006/relationships/customXml" Target="../ink/ink259.xml"/><Relationship Id="rId328" Type="http://schemas.openxmlformats.org/officeDocument/2006/relationships/customXml" Target="../ink/ink287.xml"/><Relationship Id="rId132" Type="http://schemas.openxmlformats.org/officeDocument/2006/relationships/customXml" Target="../ink/ink189.xml"/><Relationship Id="rId174" Type="http://schemas.openxmlformats.org/officeDocument/2006/relationships/customXml" Target="../ink/ink210.xml"/><Relationship Id="rId381" Type="http://schemas.openxmlformats.org/officeDocument/2006/relationships/image" Target="../media/image320.png"/><Relationship Id="rId241" Type="http://schemas.openxmlformats.org/officeDocument/2006/relationships/image" Target="../media/image250.png"/><Relationship Id="rId36" Type="http://schemas.openxmlformats.org/officeDocument/2006/relationships/customXml" Target="../ink/ink141.xml"/><Relationship Id="rId283" Type="http://schemas.openxmlformats.org/officeDocument/2006/relationships/image" Target="../media/image271.png"/><Relationship Id="rId339" Type="http://schemas.openxmlformats.org/officeDocument/2006/relationships/image" Target="../media/image299.png"/><Relationship Id="rId78" Type="http://schemas.openxmlformats.org/officeDocument/2006/relationships/customXml" Target="../ink/ink162.xml"/><Relationship Id="rId101" Type="http://schemas.openxmlformats.org/officeDocument/2006/relationships/image" Target="../media/image180.png"/><Relationship Id="rId143" Type="http://schemas.openxmlformats.org/officeDocument/2006/relationships/image" Target="../media/image201.png"/><Relationship Id="rId185" Type="http://schemas.openxmlformats.org/officeDocument/2006/relationships/image" Target="../media/image222.png"/><Relationship Id="rId350" Type="http://schemas.openxmlformats.org/officeDocument/2006/relationships/customXml" Target="../ink/ink298.xml"/><Relationship Id="rId406" Type="http://schemas.openxmlformats.org/officeDocument/2006/relationships/customXml" Target="../ink/ink326.xml"/><Relationship Id="rId9" Type="http://schemas.openxmlformats.org/officeDocument/2006/relationships/image" Target="../media/image134.png"/><Relationship Id="rId210" Type="http://schemas.openxmlformats.org/officeDocument/2006/relationships/customXml" Target="../ink/ink228.xml"/><Relationship Id="rId392" Type="http://schemas.openxmlformats.org/officeDocument/2006/relationships/customXml" Target="../ink/ink319.xml"/><Relationship Id="rId252" Type="http://schemas.openxmlformats.org/officeDocument/2006/relationships/customXml" Target="../ink/ink249.xml"/><Relationship Id="rId294" Type="http://schemas.openxmlformats.org/officeDocument/2006/relationships/customXml" Target="../ink/ink270.xml"/><Relationship Id="rId308" Type="http://schemas.openxmlformats.org/officeDocument/2006/relationships/customXml" Target="../ink/ink277.xml"/><Relationship Id="rId47" Type="http://schemas.openxmlformats.org/officeDocument/2006/relationships/image" Target="../media/image153.png"/><Relationship Id="rId89" Type="http://schemas.openxmlformats.org/officeDocument/2006/relationships/image" Target="../media/image174.png"/><Relationship Id="rId112" Type="http://schemas.openxmlformats.org/officeDocument/2006/relationships/customXml" Target="../ink/ink179.xml"/><Relationship Id="rId154" Type="http://schemas.openxmlformats.org/officeDocument/2006/relationships/customXml" Target="../ink/ink200.xml"/><Relationship Id="rId361" Type="http://schemas.openxmlformats.org/officeDocument/2006/relationships/image" Target="../media/image310.png"/><Relationship Id="rId196" Type="http://schemas.openxmlformats.org/officeDocument/2006/relationships/customXml" Target="../ink/ink221.xml"/><Relationship Id="rId16" Type="http://schemas.openxmlformats.org/officeDocument/2006/relationships/customXml" Target="../ink/ink131.xml"/><Relationship Id="rId221" Type="http://schemas.openxmlformats.org/officeDocument/2006/relationships/image" Target="../media/image240.png"/><Relationship Id="rId263" Type="http://schemas.openxmlformats.org/officeDocument/2006/relationships/image" Target="../media/image261.png"/><Relationship Id="rId319" Type="http://schemas.openxmlformats.org/officeDocument/2006/relationships/image" Target="../media/image289.png"/><Relationship Id="rId58" Type="http://schemas.openxmlformats.org/officeDocument/2006/relationships/customXml" Target="../ink/ink152.xml"/><Relationship Id="rId123" Type="http://schemas.openxmlformats.org/officeDocument/2006/relationships/image" Target="../media/image191.png"/><Relationship Id="rId330" Type="http://schemas.openxmlformats.org/officeDocument/2006/relationships/customXml" Target="../ink/ink288.xml"/><Relationship Id="rId165" Type="http://schemas.openxmlformats.org/officeDocument/2006/relationships/image" Target="../media/image212.png"/><Relationship Id="rId372" Type="http://schemas.openxmlformats.org/officeDocument/2006/relationships/customXml" Target="../ink/ink309.xml"/><Relationship Id="rId232" Type="http://schemas.openxmlformats.org/officeDocument/2006/relationships/customXml" Target="../ink/ink239.xml"/><Relationship Id="rId274" Type="http://schemas.openxmlformats.org/officeDocument/2006/relationships/customXml" Target="../ink/ink260.xml"/><Relationship Id="rId27" Type="http://schemas.openxmlformats.org/officeDocument/2006/relationships/image" Target="../media/image143.png"/><Relationship Id="rId69" Type="http://schemas.openxmlformats.org/officeDocument/2006/relationships/image" Target="../media/image164.png"/><Relationship Id="rId134" Type="http://schemas.openxmlformats.org/officeDocument/2006/relationships/customXml" Target="../ink/ink190.xml"/><Relationship Id="rId80" Type="http://schemas.openxmlformats.org/officeDocument/2006/relationships/customXml" Target="../ink/ink163.xml"/><Relationship Id="rId155" Type="http://schemas.openxmlformats.org/officeDocument/2006/relationships/image" Target="../media/image207.png"/><Relationship Id="rId176" Type="http://schemas.openxmlformats.org/officeDocument/2006/relationships/customXml" Target="../ink/ink211.xml"/><Relationship Id="rId197" Type="http://schemas.openxmlformats.org/officeDocument/2006/relationships/image" Target="../media/image228.png"/><Relationship Id="rId341" Type="http://schemas.openxmlformats.org/officeDocument/2006/relationships/image" Target="../media/image300.png"/><Relationship Id="rId362" Type="http://schemas.openxmlformats.org/officeDocument/2006/relationships/customXml" Target="../ink/ink304.xml"/><Relationship Id="rId383" Type="http://schemas.openxmlformats.org/officeDocument/2006/relationships/image" Target="../media/image321.png"/><Relationship Id="rId201" Type="http://schemas.openxmlformats.org/officeDocument/2006/relationships/image" Target="../media/image230.png"/><Relationship Id="rId222" Type="http://schemas.openxmlformats.org/officeDocument/2006/relationships/customXml" Target="../ink/ink234.xml"/><Relationship Id="rId243" Type="http://schemas.openxmlformats.org/officeDocument/2006/relationships/image" Target="../media/image251.png"/><Relationship Id="rId264" Type="http://schemas.openxmlformats.org/officeDocument/2006/relationships/customXml" Target="../ink/ink255.xml"/><Relationship Id="rId285" Type="http://schemas.openxmlformats.org/officeDocument/2006/relationships/image" Target="../media/image272.png"/><Relationship Id="rId17" Type="http://schemas.openxmlformats.org/officeDocument/2006/relationships/image" Target="../media/image138.png"/><Relationship Id="rId38" Type="http://schemas.openxmlformats.org/officeDocument/2006/relationships/customXml" Target="../ink/ink142.xml"/><Relationship Id="rId59" Type="http://schemas.openxmlformats.org/officeDocument/2006/relationships/image" Target="../media/image159.png"/><Relationship Id="rId103" Type="http://schemas.openxmlformats.org/officeDocument/2006/relationships/image" Target="../media/image181.png"/><Relationship Id="rId124" Type="http://schemas.openxmlformats.org/officeDocument/2006/relationships/customXml" Target="../ink/ink185.xml"/><Relationship Id="rId310" Type="http://schemas.openxmlformats.org/officeDocument/2006/relationships/customXml" Target="../ink/ink278.xml"/><Relationship Id="rId70" Type="http://schemas.openxmlformats.org/officeDocument/2006/relationships/customXml" Target="../ink/ink158.xml"/><Relationship Id="rId91" Type="http://schemas.openxmlformats.org/officeDocument/2006/relationships/image" Target="../media/image175.png"/><Relationship Id="rId145" Type="http://schemas.openxmlformats.org/officeDocument/2006/relationships/image" Target="../media/image202.png"/><Relationship Id="rId166" Type="http://schemas.openxmlformats.org/officeDocument/2006/relationships/customXml" Target="../ink/ink206.xml"/><Relationship Id="rId187" Type="http://schemas.openxmlformats.org/officeDocument/2006/relationships/image" Target="../media/image223.png"/><Relationship Id="rId331" Type="http://schemas.openxmlformats.org/officeDocument/2006/relationships/image" Target="../media/image295.png"/><Relationship Id="rId352" Type="http://schemas.openxmlformats.org/officeDocument/2006/relationships/customXml" Target="../ink/ink299.xml"/><Relationship Id="rId373" Type="http://schemas.openxmlformats.org/officeDocument/2006/relationships/image" Target="../media/image316.png"/><Relationship Id="rId394" Type="http://schemas.openxmlformats.org/officeDocument/2006/relationships/customXml" Target="../ink/ink320.xml"/><Relationship Id="rId408" Type="http://schemas.openxmlformats.org/officeDocument/2006/relationships/customXml" Target="../ink/ink327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29.xml"/><Relationship Id="rId233" Type="http://schemas.openxmlformats.org/officeDocument/2006/relationships/image" Target="../media/image246.png"/><Relationship Id="rId254" Type="http://schemas.openxmlformats.org/officeDocument/2006/relationships/customXml" Target="../ink/ink250.xml"/><Relationship Id="rId28" Type="http://schemas.openxmlformats.org/officeDocument/2006/relationships/customXml" Target="../ink/ink137.xml"/><Relationship Id="rId49" Type="http://schemas.openxmlformats.org/officeDocument/2006/relationships/image" Target="../media/image154.png"/><Relationship Id="rId114" Type="http://schemas.openxmlformats.org/officeDocument/2006/relationships/customXml" Target="../ink/ink180.xml"/><Relationship Id="rId275" Type="http://schemas.openxmlformats.org/officeDocument/2006/relationships/image" Target="../media/image267.png"/><Relationship Id="rId296" Type="http://schemas.openxmlformats.org/officeDocument/2006/relationships/customXml" Target="../ink/ink271.xml"/><Relationship Id="rId300" Type="http://schemas.openxmlformats.org/officeDocument/2006/relationships/customXml" Target="../ink/ink273.xml"/><Relationship Id="rId60" Type="http://schemas.openxmlformats.org/officeDocument/2006/relationships/customXml" Target="../ink/ink153.xml"/><Relationship Id="rId81" Type="http://schemas.openxmlformats.org/officeDocument/2006/relationships/image" Target="../media/image170.png"/><Relationship Id="rId135" Type="http://schemas.openxmlformats.org/officeDocument/2006/relationships/image" Target="../media/image197.png"/><Relationship Id="rId156" Type="http://schemas.openxmlformats.org/officeDocument/2006/relationships/customXml" Target="../ink/ink201.xml"/><Relationship Id="rId177" Type="http://schemas.openxmlformats.org/officeDocument/2006/relationships/image" Target="../media/image218.png"/><Relationship Id="rId198" Type="http://schemas.openxmlformats.org/officeDocument/2006/relationships/customXml" Target="../ink/ink222.xml"/><Relationship Id="rId321" Type="http://schemas.openxmlformats.org/officeDocument/2006/relationships/image" Target="../media/image290.png"/><Relationship Id="rId342" Type="http://schemas.openxmlformats.org/officeDocument/2006/relationships/customXml" Target="../ink/ink294.xml"/><Relationship Id="rId363" Type="http://schemas.openxmlformats.org/officeDocument/2006/relationships/image" Target="../media/image311.png"/><Relationship Id="rId384" Type="http://schemas.openxmlformats.org/officeDocument/2006/relationships/customXml" Target="../ink/ink315.xml"/><Relationship Id="rId202" Type="http://schemas.openxmlformats.org/officeDocument/2006/relationships/customXml" Target="../ink/ink224.xml"/><Relationship Id="rId223" Type="http://schemas.openxmlformats.org/officeDocument/2006/relationships/image" Target="../media/image241.png"/><Relationship Id="rId244" Type="http://schemas.openxmlformats.org/officeDocument/2006/relationships/customXml" Target="../ink/ink245.xml"/><Relationship Id="rId18" Type="http://schemas.openxmlformats.org/officeDocument/2006/relationships/customXml" Target="../ink/ink132.xml"/><Relationship Id="rId39" Type="http://schemas.openxmlformats.org/officeDocument/2006/relationships/image" Target="../media/image149.png"/><Relationship Id="rId265" Type="http://schemas.openxmlformats.org/officeDocument/2006/relationships/image" Target="../media/image262.png"/><Relationship Id="rId286" Type="http://schemas.openxmlformats.org/officeDocument/2006/relationships/customXml" Target="../ink/ink266.xml"/><Relationship Id="rId50" Type="http://schemas.openxmlformats.org/officeDocument/2006/relationships/customXml" Target="../ink/ink148.xml"/><Relationship Id="rId104" Type="http://schemas.openxmlformats.org/officeDocument/2006/relationships/customXml" Target="../ink/ink175.xml"/><Relationship Id="rId125" Type="http://schemas.openxmlformats.org/officeDocument/2006/relationships/image" Target="../media/image192.png"/><Relationship Id="rId146" Type="http://schemas.openxmlformats.org/officeDocument/2006/relationships/customXml" Target="../ink/ink196.xml"/><Relationship Id="rId167" Type="http://schemas.openxmlformats.org/officeDocument/2006/relationships/image" Target="../media/image213.png"/><Relationship Id="rId188" Type="http://schemas.openxmlformats.org/officeDocument/2006/relationships/customXml" Target="../ink/ink217.xml"/><Relationship Id="rId311" Type="http://schemas.openxmlformats.org/officeDocument/2006/relationships/image" Target="../media/image285.png"/><Relationship Id="rId332" Type="http://schemas.openxmlformats.org/officeDocument/2006/relationships/customXml" Target="../ink/ink289.xml"/><Relationship Id="rId353" Type="http://schemas.openxmlformats.org/officeDocument/2006/relationships/image" Target="../media/image306.png"/><Relationship Id="rId374" Type="http://schemas.openxmlformats.org/officeDocument/2006/relationships/customXml" Target="../ink/ink310.xml"/><Relationship Id="rId395" Type="http://schemas.openxmlformats.org/officeDocument/2006/relationships/image" Target="../media/image327.png"/><Relationship Id="rId409" Type="http://schemas.openxmlformats.org/officeDocument/2006/relationships/image" Target="../media/image334.png"/><Relationship Id="rId71" Type="http://schemas.openxmlformats.org/officeDocument/2006/relationships/image" Target="../media/image165.png"/><Relationship Id="rId92" Type="http://schemas.openxmlformats.org/officeDocument/2006/relationships/customXml" Target="../ink/ink169.xml"/><Relationship Id="rId213" Type="http://schemas.openxmlformats.org/officeDocument/2006/relationships/image" Target="../media/image236.png"/><Relationship Id="rId234" Type="http://schemas.openxmlformats.org/officeDocument/2006/relationships/customXml" Target="../ink/ink240.xml"/><Relationship Id="rId2" Type="http://schemas.openxmlformats.org/officeDocument/2006/relationships/customXml" Target="../ink/ink124.xml"/><Relationship Id="rId29" Type="http://schemas.openxmlformats.org/officeDocument/2006/relationships/image" Target="../media/image144.png"/><Relationship Id="rId255" Type="http://schemas.openxmlformats.org/officeDocument/2006/relationships/image" Target="../media/image257.png"/><Relationship Id="rId276" Type="http://schemas.openxmlformats.org/officeDocument/2006/relationships/customXml" Target="../ink/ink261.xml"/><Relationship Id="rId297" Type="http://schemas.openxmlformats.org/officeDocument/2006/relationships/image" Target="../media/image278.png"/><Relationship Id="rId40" Type="http://schemas.openxmlformats.org/officeDocument/2006/relationships/customXml" Target="../ink/ink143.xml"/><Relationship Id="rId115" Type="http://schemas.openxmlformats.org/officeDocument/2006/relationships/image" Target="../media/image187.png"/><Relationship Id="rId136" Type="http://schemas.openxmlformats.org/officeDocument/2006/relationships/customXml" Target="../ink/ink191.xml"/><Relationship Id="rId157" Type="http://schemas.openxmlformats.org/officeDocument/2006/relationships/image" Target="../media/image208.png"/><Relationship Id="rId178" Type="http://schemas.openxmlformats.org/officeDocument/2006/relationships/customXml" Target="../ink/ink212.xml"/><Relationship Id="rId301" Type="http://schemas.openxmlformats.org/officeDocument/2006/relationships/image" Target="../media/image280.png"/><Relationship Id="rId322" Type="http://schemas.openxmlformats.org/officeDocument/2006/relationships/customXml" Target="../ink/ink284.xml"/><Relationship Id="rId343" Type="http://schemas.openxmlformats.org/officeDocument/2006/relationships/image" Target="../media/image301.png"/><Relationship Id="rId364" Type="http://schemas.openxmlformats.org/officeDocument/2006/relationships/customXml" Target="../ink/ink305.xml"/><Relationship Id="rId61" Type="http://schemas.openxmlformats.org/officeDocument/2006/relationships/image" Target="../media/image160.png"/><Relationship Id="rId82" Type="http://schemas.openxmlformats.org/officeDocument/2006/relationships/customXml" Target="../ink/ink164.xml"/><Relationship Id="rId199" Type="http://schemas.openxmlformats.org/officeDocument/2006/relationships/image" Target="../media/image229.png"/><Relationship Id="rId203" Type="http://schemas.openxmlformats.org/officeDocument/2006/relationships/image" Target="../media/image231.png"/><Relationship Id="rId385" Type="http://schemas.openxmlformats.org/officeDocument/2006/relationships/image" Target="../media/image322.png"/><Relationship Id="rId19" Type="http://schemas.openxmlformats.org/officeDocument/2006/relationships/image" Target="../media/image139.png"/><Relationship Id="rId224" Type="http://schemas.openxmlformats.org/officeDocument/2006/relationships/customXml" Target="../ink/ink235.xml"/><Relationship Id="rId245" Type="http://schemas.openxmlformats.org/officeDocument/2006/relationships/image" Target="../media/image252.png"/><Relationship Id="rId266" Type="http://schemas.openxmlformats.org/officeDocument/2006/relationships/customXml" Target="../ink/ink256.xml"/><Relationship Id="rId287" Type="http://schemas.openxmlformats.org/officeDocument/2006/relationships/image" Target="../media/image273.png"/><Relationship Id="rId410" Type="http://schemas.openxmlformats.org/officeDocument/2006/relationships/customXml" Target="../ink/ink328.xml"/><Relationship Id="rId30" Type="http://schemas.openxmlformats.org/officeDocument/2006/relationships/customXml" Target="../ink/ink138.xml"/><Relationship Id="rId105" Type="http://schemas.openxmlformats.org/officeDocument/2006/relationships/image" Target="../media/image182.png"/><Relationship Id="rId126" Type="http://schemas.openxmlformats.org/officeDocument/2006/relationships/customXml" Target="../ink/ink186.xml"/><Relationship Id="rId147" Type="http://schemas.openxmlformats.org/officeDocument/2006/relationships/image" Target="../media/image203.png"/><Relationship Id="rId168" Type="http://schemas.openxmlformats.org/officeDocument/2006/relationships/customXml" Target="../ink/ink207.xml"/><Relationship Id="rId312" Type="http://schemas.openxmlformats.org/officeDocument/2006/relationships/customXml" Target="../ink/ink279.xml"/><Relationship Id="rId333" Type="http://schemas.openxmlformats.org/officeDocument/2006/relationships/image" Target="../media/image296.png"/><Relationship Id="rId354" Type="http://schemas.openxmlformats.org/officeDocument/2006/relationships/customXml" Target="../ink/ink300.xml"/><Relationship Id="rId51" Type="http://schemas.openxmlformats.org/officeDocument/2006/relationships/image" Target="../media/image155.png"/><Relationship Id="rId72" Type="http://schemas.openxmlformats.org/officeDocument/2006/relationships/customXml" Target="../ink/ink159.xml"/><Relationship Id="rId93" Type="http://schemas.openxmlformats.org/officeDocument/2006/relationships/image" Target="../media/image176.png"/><Relationship Id="rId189" Type="http://schemas.openxmlformats.org/officeDocument/2006/relationships/image" Target="../media/image224.png"/><Relationship Id="rId375" Type="http://schemas.openxmlformats.org/officeDocument/2006/relationships/image" Target="../media/image317.png"/><Relationship Id="rId396" Type="http://schemas.openxmlformats.org/officeDocument/2006/relationships/customXml" Target="../ink/ink321.xml"/><Relationship Id="rId3" Type="http://schemas.openxmlformats.org/officeDocument/2006/relationships/image" Target="../media/image131.png"/><Relationship Id="rId214" Type="http://schemas.openxmlformats.org/officeDocument/2006/relationships/customXml" Target="../ink/ink230.xml"/><Relationship Id="rId235" Type="http://schemas.openxmlformats.org/officeDocument/2006/relationships/image" Target="../media/image247.png"/><Relationship Id="rId256" Type="http://schemas.openxmlformats.org/officeDocument/2006/relationships/customXml" Target="../ink/ink251.xml"/><Relationship Id="rId277" Type="http://schemas.openxmlformats.org/officeDocument/2006/relationships/image" Target="../media/image268.png"/><Relationship Id="rId298" Type="http://schemas.openxmlformats.org/officeDocument/2006/relationships/customXml" Target="../ink/ink272.xml"/><Relationship Id="rId400" Type="http://schemas.openxmlformats.org/officeDocument/2006/relationships/customXml" Target="../ink/ink323.xml"/><Relationship Id="rId116" Type="http://schemas.openxmlformats.org/officeDocument/2006/relationships/customXml" Target="../ink/ink181.xml"/><Relationship Id="rId137" Type="http://schemas.openxmlformats.org/officeDocument/2006/relationships/image" Target="../media/image198.png"/><Relationship Id="rId158" Type="http://schemas.openxmlformats.org/officeDocument/2006/relationships/customXml" Target="../ink/ink202.xml"/><Relationship Id="rId302" Type="http://schemas.openxmlformats.org/officeDocument/2006/relationships/customXml" Target="../ink/ink274.xml"/><Relationship Id="rId323" Type="http://schemas.openxmlformats.org/officeDocument/2006/relationships/image" Target="../media/image291.png"/><Relationship Id="rId344" Type="http://schemas.openxmlformats.org/officeDocument/2006/relationships/customXml" Target="../ink/ink295.xml"/><Relationship Id="rId20" Type="http://schemas.openxmlformats.org/officeDocument/2006/relationships/customXml" Target="../ink/ink133.xml"/><Relationship Id="rId41" Type="http://schemas.openxmlformats.org/officeDocument/2006/relationships/image" Target="../media/image150.png"/><Relationship Id="rId62" Type="http://schemas.openxmlformats.org/officeDocument/2006/relationships/customXml" Target="../ink/ink154.xml"/><Relationship Id="rId83" Type="http://schemas.openxmlformats.org/officeDocument/2006/relationships/image" Target="../media/image171.png"/><Relationship Id="rId179" Type="http://schemas.openxmlformats.org/officeDocument/2006/relationships/image" Target="../media/image219.png"/><Relationship Id="rId365" Type="http://schemas.openxmlformats.org/officeDocument/2006/relationships/image" Target="../media/image312.png"/><Relationship Id="rId386" Type="http://schemas.openxmlformats.org/officeDocument/2006/relationships/customXml" Target="../ink/ink316.xml"/><Relationship Id="rId190" Type="http://schemas.openxmlformats.org/officeDocument/2006/relationships/customXml" Target="../ink/ink218.xml"/><Relationship Id="rId204" Type="http://schemas.openxmlformats.org/officeDocument/2006/relationships/customXml" Target="../ink/ink225.xml"/><Relationship Id="rId225" Type="http://schemas.openxmlformats.org/officeDocument/2006/relationships/image" Target="../media/image242.png"/><Relationship Id="rId246" Type="http://schemas.openxmlformats.org/officeDocument/2006/relationships/customXml" Target="../ink/ink246.xml"/><Relationship Id="rId267" Type="http://schemas.openxmlformats.org/officeDocument/2006/relationships/image" Target="../media/image263.png"/><Relationship Id="rId288" Type="http://schemas.openxmlformats.org/officeDocument/2006/relationships/customXml" Target="../ink/ink267.xml"/><Relationship Id="rId411" Type="http://schemas.openxmlformats.org/officeDocument/2006/relationships/image" Target="../media/image335.png"/><Relationship Id="rId106" Type="http://schemas.openxmlformats.org/officeDocument/2006/relationships/customXml" Target="../ink/ink176.xml"/><Relationship Id="rId127" Type="http://schemas.openxmlformats.org/officeDocument/2006/relationships/image" Target="../media/image193.png"/><Relationship Id="rId313" Type="http://schemas.openxmlformats.org/officeDocument/2006/relationships/image" Target="../media/image286.png"/><Relationship Id="rId10" Type="http://schemas.openxmlformats.org/officeDocument/2006/relationships/customXml" Target="../ink/ink128.xml"/><Relationship Id="rId31" Type="http://schemas.openxmlformats.org/officeDocument/2006/relationships/image" Target="../media/image145.png"/><Relationship Id="rId52" Type="http://schemas.openxmlformats.org/officeDocument/2006/relationships/customXml" Target="../ink/ink149.xml"/><Relationship Id="rId73" Type="http://schemas.openxmlformats.org/officeDocument/2006/relationships/image" Target="../media/image166.png"/><Relationship Id="rId94" Type="http://schemas.openxmlformats.org/officeDocument/2006/relationships/customXml" Target="../ink/ink170.xml"/><Relationship Id="rId148" Type="http://schemas.openxmlformats.org/officeDocument/2006/relationships/customXml" Target="../ink/ink197.xml"/><Relationship Id="rId169" Type="http://schemas.openxmlformats.org/officeDocument/2006/relationships/image" Target="../media/image214.png"/><Relationship Id="rId334" Type="http://schemas.openxmlformats.org/officeDocument/2006/relationships/customXml" Target="../ink/ink290.xml"/><Relationship Id="rId355" Type="http://schemas.openxmlformats.org/officeDocument/2006/relationships/image" Target="../media/image307.png"/><Relationship Id="rId376" Type="http://schemas.openxmlformats.org/officeDocument/2006/relationships/customXml" Target="../ink/ink311.xml"/><Relationship Id="rId397" Type="http://schemas.openxmlformats.org/officeDocument/2006/relationships/image" Target="../media/image328.png"/><Relationship Id="rId4" Type="http://schemas.openxmlformats.org/officeDocument/2006/relationships/customXml" Target="../ink/ink125.xml"/><Relationship Id="rId180" Type="http://schemas.openxmlformats.org/officeDocument/2006/relationships/customXml" Target="../ink/ink213.xml"/><Relationship Id="rId215" Type="http://schemas.openxmlformats.org/officeDocument/2006/relationships/image" Target="../media/image237.png"/><Relationship Id="rId236" Type="http://schemas.openxmlformats.org/officeDocument/2006/relationships/customXml" Target="../ink/ink241.xml"/><Relationship Id="rId257" Type="http://schemas.openxmlformats.org/officeDocument/2006/relationships/image" Target="../media/image258.png"/><Relationship Id="rId278" Type="http://schemas.openxmlformats.org/officeDocument/2006/relationships/customXml" Target="../ink/ink262.xml"/><Relationship Id="rId401" Type="http://schemas.openxmlformats.org/officeDocument/2006/relationships/image" Target="../media/image330.png"/><Relationship Id="rId303" Type="http://schemas.openxmlformats.org/officeDocument/2006/relationships/image" Target="../media/image281.png"/><Relationship Id="rId42" Type="http://schemas.openxmlformats.org/officeDocument/2006/relationships/customXml" Target="../ink/ink144.xml"/><Relationship Id="rId84" Type="http://schemas.openxmlformats.org/officeDocument/2006/relationships/customXml" Target="../ink/ink165.xml"/><Relationship Id="rId138" Type="http://schemas.openxmlformats.org/officeDocument/2006/relationships/customXml" Target="../ink/ink192.xml"/><Relationship Id="rId345" Type="http://schemas.openxmlformats.org/officeDocument/2006/relationships/image" Target="../media/image302.png"/><Relationship Id="rId387" Type="http://schemas.openxmlformats.org/officeDocument/2006/relationships/image" Target="../media/image323.png"/><Relationship Id="rId191" Type="http://schemas.openxmlformats.org/officeDocument/2006/relationships/image" Target="../media/image225.png"/><Relationship Id="rId205" Type="http://schemas.openxmlformats.org/officeDocument/2006/relationships/image" Target="../media/image232.png"/><Relationship Id="rId247" Type="http://schemas.openxmlformats.org/officeDocument/2006/relationships/image" Target="../media/image253.png"/><Relationship Id="rId412" Type="http://schemas.openxmlformats.org/officeDocument/2006/relationships/customXml" Target="../ink/ink329.xml"/><Relationship Id="rId107" Type="http://schemas.openxmlformats.org/officeDocument/2006/relationships/image" Target="../media/image183.png"/><Relationship Id="rId289" Type="http://schemas.openxmlformats.org/officeDocument/2006/relationships/image" Target="../media/image274.png"/><Relationship Id="rId11" Type="http://schemas.openxmlformats.org/officeDocument/2006/relationships/image" Target="../media/image135.png"/><Relationship Id="rId53" Type="http://schemas.openxmlformats.org/officeDocument/2006/relationships/image" Target="../media/image156.png"/><Relationship Id="rId149" Type="http://schemas.openxmlformats.org/officeDocument/2006/relationships/image" Target="../media/image204.png"/><Relationship Id="rId314" Type="http://schemas.openxmlformats.org/officeDocument/2006/relationships/customXml" Target="../ink/ink280.xml"/><Relationship Id="rId356" Type="http://schemas.openxmlformats.org/officeDocument/2006/relationships/customXml" Target="../ink/ink301.xml"/><Relationship Id="rId398" Type="http://schemas.openxmlformats.org/officeDocument/2006/relationships/customXml" Target="../ink/ink322.xml"/><Relationship Id="rId95" Type="http://schemas.openxmlformats.org/officeDocument/2006/relationships/image" Target="../media/image177.png"/><Relationship Id="rId160" Type="http://schemas.openxmlformats.org/officeDocument/2006/relationships/customXml" Target="../ink/ink203.xml"/><Relationship Id="rId216" Type="http://schemas.openxmlformats.org/officeDocument/2006/relationships/customXml" Target="../ink/ink231.xml"/><Relationship Id="rId258" Type="http://schemas.openxmlformats.org/officeDocument/2006/relationships/customXml" Target="../ink/ink252.xml"/><Relationship Id="rId22" Type="http://schemas.openxmlformats.org/officeDocument/2006/relationships/customXml" Target="../ink/ink134.xml"/><Relationship Id="rId64" Type="http://schemas.openxmlformats.org/officeDocument/2006/relationships/customXml" Target="../ink/ink155.xml"/><Relationship Id="rId118" Type="http://schemas.openxmlformats.org/officeDocument/2006/relationships/customXml" Target="../ink/ink182.xml"/><Relationship Id="rId325" Type="http://schemas.openxmlformats.org/officeDocument/2006/relationships/image" Target="../media/image292.png"/><Relationship Id="rId367" Type="http://schemas.openxmlformats.org/officeDocument/2006/relationships/image" Target="../media/image313.png"/><Relationship Id="rId171" Type="http://schemas.openxmlformats.org/officeDocument/2006/relationships/image" Target="../media/image215.png"/><Relationship Id="rId227" Type="http://schemas.openxmlformats.org/officeDocument/2006/relationships/image" Target="../media/image243.png"/><Relationship Id="rId269" Type="http://schemas.openxmlformats.org/officeDocument/2006/relationships/image" Target="../media/image264.png"/><Relationship Id="rId33" Type="http://schemas.openxmlformats.org/officeDocument/2006/relationships/image" Target="../media/image146.png"/><Relationship Id="rId129" Type="http://schemas.openxmlformats.org/officeDocument/2006/relationships/image" Target="../media/image194.png"/><Relationship Id="rId280" Type="http://schemas.openxmlformats.org/officeDocument/2006/relationships/customXml" Target="../ink/ink263.xml"/><Relationship Id="rId336" Type="http://schemas.openxmlformats.org/officeDocument/2006/relationships/customXml" Target="../ink/ink291.xml"/><Relationship Id="rId75" Type="http://schemas.openxmlformats.org/officeDocument/2006/relationships/image" Target="../media/image167.png"/><Relationship Id="rId140" Type="http://schemas.openxmlformats.org/officeDocument/2006/relationships/customXml" Target="../ink/ink193.xml"/><Relationship Id="rId182" Type="http://schemas.openxmlformats.org/officeDocument/2006/relationships/customXml" Target="../ink/ink214.xml"/><Relationship Id="rId378" Type="http://schemas.openxmlformats.org/officeDocument/2006/relationships/customXml" Target="../ink/ink312.xml"/><Relationship Id="rId403" Type="http://schemas.openxmlformats.org/officeDocument/2006/relationships/image" Target="../media/image331.png"/><Relationship Id="rId6" Type="http://schemas.openxmlformats.org/officeDocument/2006/relationships/customXml" Target="../ink/ink126.xml"/><Relationship Id="rId238" Type="http://schemas.openxmlformats.org/officeDocument/2006/relationships/customXml" Target="../ink/ink242.xml"/><Relationship Id="rId291" Type="http://schemas.openxmlformats.org/officeDocument/2006/relationships/image" Target="../media/image275.png"/><Relationship Id="rId305" Type="http://schemas.openxmlformats.org/officeDocument/2006/relationships/image" Target="../media/image282.png"/><Relationship Id="rId347" Type="http://schemas.openxmlformats.org/officeDocument/2006/relationships/image" Target="../media/image303.png"/><Relationship Id="rId44" Type="http://schemas.openxmlformats.org/officeDocument/2006/relationships/customXml" Target="../ink/ink145.xml"/><Relationship Id="rId86" Type="http://schemas.openxmlformats.org/officeDocument/2006/relationships/customXml" Target="../ink/ink166.xml"/><Relationship Id="rId151" Type="http://schemas.openxmlformats.org/officeDocument/2006/relationships/image" Target="../media/image205.png"/><Relationship Id="rId389" Type="http://schemas.openxmlformats.org/officeDocument/2006/relationships/image" Target="../media/image324.png"/><Relationship Id="rId193" Type="http://schemas.openxmlformats.org/officeDocument/2006/relationships/image" Target="../media/image226.png"/><Relationship Id="rId207" Type="http://schemas.openxmlformats.org/officeDocument/2006/relationships/image" Target="../media/image233.png"/><Relationship Id="rId249" Type="http://schemas.openxmlformats.org/officeDocument/2006/relationships/image" Target="../media/image254.png"/><Relationship Id="rId414" Type="http://schemas.openxmlformats.org/officeDocument/2006/relationships/customXml" Target="../ink/ink330.xml"/><Relationship Id="rId13" Type="http://schemas.openxmlformats.org/officeDocument/2006/relationships/image" Target="../media/image136.png"/><Relationship Id="rId109" Type="http://schemas.openxmlformats.org/officeDocument/2006/relationships/image" Target="../media/image184.png"/><Relationship Id="rId260" Type="http://schemas.openxmlformats.org/officeDocument/2006/relationships/customXml" Target="../ink/ink253.xml"/><Relationship Id="rId316" Type="http://schemas.openxmlformats.org/officeDocument/2006/relationships/customXml" Target="../ink/ink281.xml"/><Relationship Id="rId55" Type="http://schemas.openxmlformats.org/officeDocument/2006/relationships/image" Target="../media/image157.png"/><Relationship Id="rId97" Type="http://schemas.openxmlformats.org/officeDocument/2006/relationships/image" Target="../media/image178.png"/><Relationship Id="rId120" Type="http://schemas.openxmlformats.org/officeDocument/2006/relationships/customXml" Target="../ink/ink183.xml"/><Relationship Id="rId358" Type="http://schemas.openxmlformats.org/officeDocument/2006/relationships/customXml" Target="../ink/ink302.xml"/><Relationship Id="rId162" Type="http://schemas.openxmlformats.org/officeDocument/2006/relationships/customXml" Target="../ink/ink204.xml"/><Relationship Id="rId218" Type="http://schemas.openxmlformats.org/officeDocument/2006/relationships/customXml" Target="../ink/ink232.xml"/><Relationship Id="rId271" Type="http://schemas.openxmlformats.org/officeDocument/2006/relationships/image" Target="../media/image265.png"/><Relationship Id="rId24" Type="http://schemas.openxmlformats.org/officeDocument/2006/relationships/customXml" Target="../ink/ink135.xml"/><Relationship Id="rId66" Type="http://schemas.openxmlformats.org/officeDocument/2006/relationships/customXml" Target="../ink/ink156.xml"/><Relationship Id="rId131" Type="http://schemas.openxmlformats.org/officeDocument/2006/relationships/image" Target="../media/image195.png"/><Relationship Id="rId327" Type="http://schemas.openxmlformats.org/officeDocument/2006/relationships/image" Target="../media/image293.png"/><Relationship Id="rId369" Type="http://schemas.openxmlformats.org/officeDocument/2006/relationships/image" Target="../media/image314.png"/><Relationship Id="rId173" Type="http://schemas.openxmlformats.org/officeDocument/2006/relationships/image" Target="../media/image216.png"/><Relationship Id="rId229" Type="http://schemas.openxmlformats.org/officeDocument/2006/relationships/image" Target="../media/image244.png"/><Relationship Id="rId380" Type="http://schemas.openxmlformats.org/officeDocument/2006/relationships/customXml" Target="../ink/ink313.xml"/><Relationship Id="rId240" Type="http://schemas.openxmlformats.org/officeDocument/2006/relationships/customXml" Target="../ink/ink243.xml"/><Relationship Id="rId35" Type="http://schemas.openxmlformats.org/officeDocument/2006/relationships/image" Target="../media/image147.png"/><Relationship Id="rId77" Type="http://schemas.openxmlformats.org/officeDocument/2006/relationships/image" Target="../media/image168.png"/><Relationship Id="rId100" Type="http://schemas.openxmlformats.org/officeDocument/2006/relationships/customXml" Target="../ink/ink173.xml"/><Relationship Id="rId282" Type="http://schemas.openxmlformats.org/officeDocument/2006/relationships/customXml" Target="../ink/ink264.xml"/><Relationship Id="rId338" Type="http://schemas.openxmlformats.org/officeDocument/2006/relationships/customXml" Target="../ink/ink292.xml"/><Relationship Id="rId8" Type="http://schemas.openxmlformats.org/officeDocument/2006/relationships/customXml" Target="../ink/ink127.xml"/><Relationship Id="rId142" Type="http://schemas.openxmlformats.org/officeDocument/2006/relationships/customXml" Target="../ink/ink194.xml"/><Relationship Id="rId184" Type="http://schemas.openxmlformats.org/officeDocument/2006/relationships/customXml" Target="../ink/ink215.xml"/><Relationship Id="rId391" Type="http://schemas.openxmlformats.org/officeDocument/2006/relationships/image" Target="../media/image325.png"/><Relationship Id="rId405" Type="http://schemas.openxmlformats.org/officeDocument/2006/relationships/image" Target="../media/image332.png"/><Relationship Id="rId251" Type="http://schemas.openxmlformats.org/officeDocument/2006/relationships/image" Target="../media/image255.png"/><Relationship Id="rId46" Type="http://schemas.openxmlformats.org/officeDocument/2006/relationships/customXml" Target="../ink/ink146.xml"/><Relationship Id="rId293" Type="http://schemas.openxmlformats.org/officeDocument/2006/relationships/image" Target="../media/image276.png"/><Relationship Id="rId307" Type="http://schemas.openxmlformats.org/officeDocument/2006/relationships/image" Target="../media/image283.png"/><Relationship Id="rId349" Type="http://schemas.openxmlformats.org/officeDocument/2006/relationships/image" Target="../media/image304.png"/><Relationship Id="rId88" Type="http://schemas.openxmlformats.org/officeDocument/2006/relationships/customXml" Target="../ink/ink167.xml"/><Relationship Id="rId111" Type="http://schemas.openxmlformats.org/officeDocument/2006/relationships/image" Target="../media/image185.png"/><Relationship Id="rId153" Type="http://schemas.openxmlformats.org/officeDocument/2006/relationships/image" Target="../media/image206.png"/><Relationship Id="rId195" Type="http://schemas.openxmlformats.org/officeDocument/2006/relationships/image" Target="../media/image227.png"/><Relationship Id="rId209" Type="http://schemas.openxmlformats.org/officeDocument/2006/relationships/image" Target="../media/image234.png"/><Relationship Id="rId360" Type="http://schemas.openxmlformats.org/officeDocument/2006/relationships/customXml" Target="../ink/ink303.xml"/><Relationship Id="rId220" Type="http://schemas.openxmlformats.org/officeDocument/2006/relationships/customXml" Target="../ink/ink233.xml"/><Relationship Id="rId15" Type="http://schemas.openxmlformats.org/officeDocument/2006/relationships/image" Target="../media/image137.png"/><Relationship Id="rId57" Type="http://schemas.openxmlformats.org/officeDocument/2006/relationships/image" Target="../media/image158.png"/><Relationship Id="rId262" Type="http://schemas.openxmlformats.org/officeDocument/2006/relationships/customXml" Target="../ink/ink254.xml"/><Relationship Id="rId318" Type="http://schemas.openxmlformats.org/officeDocument/2006/relationships/customXml" Target="../ink/ink282.xml"/><Relationship Id="rId99" Type="http://schemas.openxmlformats.org/officeDocument/2006/relationships/image" Target="../media/image179.png"/><Relationship Id="rId122" Type="http://schemas.openxmlformats.org/officeDocument/2006/relationships/customXml" Target="../ink/ink184.xml"/><Relationship Id="rId164" Type="http://schemas.openxmlformats.org/officeDocument/2006/relationships/customXml" Target="../ink/ink205.xml"/><Relationship Id="rId371" Type="http://schemas.openxmlformats.org/officeDocument/2006/relationships/image" Target="../media/image315.png"/><Relationship Id="rId26" Type="http://schemas.openxmlformats.org/officeDocument/2006/relationships/customXml" Target="../ink/ink136.xml"/><Relationship Id="rId231" Type="http://schemas.openxmlformats.org/officeDocument/2006/relationships/image" Target="../media/image245.png"/><Relationship Id="rId273" Type="http://schemas.openxmlformats.org/officeDocument/2006/relationships/image" Target="../media/image266.png"/><Relationship Id="rId329" Type="http://schemas.openxmlformats.org/officeDocument/2006/relationships/image" Target="../media/image294.png"/><Relationship Id="rId68" Type="http://schemas.openxmlformats.org/officeDocument/2006/relationships/customXml" Target="../ink/ink157.xml"/><Relationship Id="rId133" Type="http://schemas.openxmlformats.org/officeDocument/2006/relationships/image" Target="../media/image196.png"/><Relationship Id="rId175" Type="http://schemas.openxmlformats.org/officeDocument/2006/relationships/image" Target="../media/image217.png"/><Relationship Id="rId340" Type="http://schemas.openxmlformats.org/officeDocument/2006/relationships/customXml" Target="../ink/ink293.xml"/><Relationship Id="rId200" Type="http://schemas.openxmlformats.org/officeDocument/2006/relationships/customXml" Target="../ink/ink223.xml"/><Relationship Id="rId382" Type="http://schemas.openxmlformats.org/officeDocument/2006/relationships/customXml" Target="../ink/ink314.xml"/><Relationship Id="rId242" Type="http://schemas.openxmlformats.org/officeDocument/2006/relationships/customXml" Target="../ink/ink244.xml"/><Relationship Id="rId284" Type="http://schemas.openxmlformats.org/officeDocument/2006/relationships/customXml" Target="../ink/ink265.xml"/><Relationship Id="rId37" Type="http://schemas.openxmlformats.org/officeDocument/2006/relationships/image" Target="../media/image148.png"/><Relationship Id="rId79" Type="http://schemas.openxmlformats.org/officeDocument/2006/relationships/image" Target="../media/image169.png"/><Relationship Id="rId102" Type="http://schemas.openxmlformats.org/officeDocument/2006/relationships/customXml" Target="../ink/ink174.xml"/><Relationship Id="rId144" Type="http://schemas.openxmlformats.org/officeDocument/2006/relationships/customXml" Target="../ink/ink195.xml"/><Relationship Id="rId90" Type="http://schemas.openxmlformats.org/officeDocument/2006/relationships/customXml" Target="../ink/ink168.xml"/><Relationship Id="rId186" Type="http://schemas.openxmlformats.org/officeDocument/2006/relationships/customXml" Target="../ink/ink216.xml"/><Relationship Id="rId351" Type="http://schemas.openxmlformats.org/officeDocument/2006/relationships/image" Target="../media/image305.png"/><Relationship Id="rId393" Type="http://schemas.openxmlformats.org/officeDocument/2006/relationships/image" Target="../media/image326.png"/><Relationship Id="rId407" Type="http://schemas.openxmlformats.org/officeDocument/2006/relationships/image" Target="../media/image333.png"/><Relationship Id="rId211" Type="http://schemas.openxmlformats.org/officeDocument/2006/relationships/image" Target="../media/image235.png"/><Relationship Id="rId253" Type="http://schemas.openxmlformats.org/officeDocument/2006/relationships/image" Target="../media/image256.png"/><Relationship Id="rId295" Type="http://schemas.openxmlformats.org/officeDocument/2006/relationships/image" Target="../media/image277.png"/><Relationship Id="rId309" Type="http://schemas.openxmlformats.org/officeDocument/2006/relationships/image" Target="../media/image284.png"/><Relationship Id="rId48" Type="http://schemas.openxmlformats.org/officeDocument/2006/relationships/customXml" Target="../ink/ink147.xml"/><Relationship Id="rId113" Type="http://schemas.openxmlformats.org/officeDocument/2006/relationships/image" Target="../media/image186.png"/><Relationship Id="rId320" Type="http://schemas.openxmlformats.org/officeDocument/2006/relationships/customXml" Target="../ink/ink283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5.png"/><Relationship Id="rId18" Type="http://schemas.openxmlformats.org/officeDocument/2006/relationships/customXml" Target="../ink/ink337.xml"/><Relationship Id="rId26" Type="http://schemas.openxmlformats.org/officeDocument/2006/relationships/customXml" Target="../ink/ink341.xml"/><Relationship Id="rId39" Type="http://schemas.openxmlformats.org/officeDocument/2006/relationships/image" Target="../media/image358.png"/><Relationship Id="rId21" Type="http://schemas.openxmlformats.org/officeDocument/2006/relationships/image" Target="../media/image349.png"/><Relationship Id="rId34" Type="http://schemas.openxmlformats.org/officeDocument/2006/relationships/customXml" Target="../ink/ink345.xml"/><Relationship Id="rId42" Type="http://schemas.openxmlformats.org/officeDocument/2006/relationships/customXml" Target="../ink/ink349.xml"/><Relationship Id="rId47" Type="http://schemas.openxmlformats.org/officeDocument/2006/relationships/image" Target="../media/image362.png"/><Relationship Id="rId50" Type="http://schemas.openxmlformats.org/officeDocument/2006/relationships/customXml" Target="../ink/ink353.xml"/><Relationship Id="rId55" Type="http://schemas.openxmlformats.org/officeDocument/2006/relationships/image" Target="../media/image366.png"/><Relationship Id="rId63" Type="http://schemas.openxmlformats.org/officeDocument/2006/relationships/image" Target="../media/image370.png"/><Relationship Id="rId7" Type="http://schemas.openxmlformats.org/officeDocument/2006/relationships/image" Target="../media/image342.png"/><Relationship Id="rId2" Type="http://schemas.openxmlformats.org/officeDocument/2006/relationships/image" Target="../media/image338.png"/><Relationship Id="rId16" Type="http://schemas.openxmlformats.org/officeDocument/2006/relationships/customXml" Target="../ink/ink336.xml"/><Relationship Id="rId29" Type="http://schemas.openxmlformats.org/officeDocument/2006/relationships/image" Target="../media/image353.png"/><Relationship Id="rId11" Type="http://schemas.openxmlformats.org/officeDocument/2006/relationships/image" Target="../media/image344.png"/><Relationship Id="rId24" Type="http://schemas.openxmlformats.org/officeDocument/2006/relationships/customXml" Target="../ink/ink340.xml"/><Relationship Id="rId32" Type="http://schemas.openxmlformats.org/officeDocument/2006/relationships/customXml" Target="../ink/ink344.xml"/><Relationship Id="rId37" Type="http://schemas.openxmlformats.org/officeDocument/2006/relationships/image" Target="../media/image357.png"/><Relationship Id="rId40" Type="http://schemas.openxmlformats.org/officeDocument/2006/relationships/customXml" Target="../ink/ink348.xml"/><Relationship Id="rId45" Type="http://schemas.openxmlformats.org/officeDocument/2006/relationships/image" Target="../media/image361.png"/><Relationship Id="rId53" Type="http://schemas.openxmlformats.org/officeDocument/2006/relationships/image" Target="../media/image365.png"/><Relationship Id="rId58" Type="http://schemas.openxmlformats.org/officeDocument/2006/relationships/customXml" Target="../ink/ink357.xml"/><Relationship Id="rId5" Type="http://schemas.openxmlformats.org/officeDocument/2006/relationships/image" Target="../media/image341.svg"/><Relationship Id="rId61" Type="http://schemas.openxmlformats.org/officeDocument/2006/relationships/image" Target="../media/image369.png"/><Relationship Id="rId19" Type="http://schemas.openxmlformats.org/officeDocument/2006/relationships/image" Target="../media/image348.png"/><Relationship Id="rId14" Type="http://schemas.openxmlformats.org/officeDocument/2006/relationships/customXml" Target="../ink/ink335.xml"/><Relationship Id="rId22" Type="http://schemas.openxmlformats.org/officeDocument/2006/relationships/customXml" Target="../ink/ink339.xml"/><Relationship Id="rId27" Type="http://schemas.openxmlformats.org/officeDocument/2006/relationships/image" Target="../media/image352.png"/><Relationship Id="rId30" Type="http://schemas.openxmlformats.org/officeDocument/2006/relationships/customXml" Target="../ink/ink343.xml"/><Relationship Id="rId35" Type="http://schemas.openxmlformats.org/officeDocument/2006/relationships/image" Target="../media/image356.png"/><Relationship Id="rId43" Type="http://schemas.openxmlformats.org/officeDocument/2006/relationships/image" Target="../media/image360.png"/><Relationship Id="rId48" Type="http://schemas.openxmlformats.org/officeDocument/2006/relationships/customXml" Target="../ink/ink352.xml"/><Relationship Id="rId56" Type="http://schemas.openxmlformats.org/officeDocument/2006/relationships/customXml" Target="../ink/ink356.xml"/><Relationship Id="rId8" Type="http://schemas.openxmlformats.org/officeDocument/2006/relationships/customXml" Target="../ink/ink332.xml"/><Relationship Id="rId51" Type="http://schemas.openxmlformats.org/officeDocument/2006/relationships/image" Target="../media/image364.png"/><Relationship Id="rId3" Type="http://schemas.openxmlformats.org/officeDocument/2006/relationships/image" Target="../media/image339.svg"/><Relationship Id="rId12" Type="http://schemas.openxmlformats.org/officeDocument/2006/relationships/customXml" Target="../ink/ink334.xml"/><Relationship Id="rId17" Type="http://schemas.openxmlformats.org/officeDocument/2006/relationships/image" Target="../media/image347.png"/><Relationship Id="rId25" Type="http://schemas.openxmlformats.org/officeDocument/2006/relationships/image" Target="../media/image351.png"/><Relationship Id="rId33" Type="http://schemas.openxmlformats.org/officeDocument/2006/relationships/image" Target="../media/image355.png"/><Relationship Id="rId38" Type="http://schemas.openxmlformats.org/officeDocument/2006/relationships/customXml" Target="../ink/ink347.xml"/><Relationship Id="rId46" Type="http://schemas.openxmlformats.org/officeDocument/2006/relationships/customXml" Target="../ink/ink351.xml"/><Relationship Id="rId59" Type="http://schemas.openxmlformats.org/officeDocument/2006/relationships/image" Target="../media/image368.png"/><Relationship Id="rId20" Type="http://schemas.openxmlformats.org/officeDocument/2006/relationships/customXml" Target="../ink/ink338.xml"/><Relationship Id="rId41" Type="http://schemas.openxmlformats.org/officeDocument/2006/relationships/image" Target="../media/image359.png"/><Relationship Id="rId54" Type="http://schemas.openxmlformats.org/officeDocument/2006/relationships/customXml" Target="../ink/ink355.xml"/><Relationship Id="rId62" Type="http://schemas.openxmlformats.org/officeDocument/2006/relationships/customXml" Target="../ink/ink359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331.xml"/><Relationship Id="rId15" Type="http://schemas.openxmlformats.org/officeDocument/2006/relationships/image" Target="../media/image346.png"/><Relationship Id="rId23" Type="http://schemas.openxmlformats.org/officeDocument/2006/relationships/image" Target="../media/image350.png"/><Relationship Id="rId28" Type="http://schemas.openxmlformats.org/officeDocument/2006/relationships/customXml" Target="../ink/ink342.xml"/><Relationship Id="rId36" Type="http://schemas.openxmlformats.org/officeDocument/2006/relationships/customXml" Target="../ink/ink346.xml"/><Relationship Id="rId49" Type="http://schemas.openxmlformats.org/officeDocument/2006/relationships/image" Target="../media/image363.png"/><Relationship Id="rId57" Type="http://schemas.openxmlformats.org/officeDocument/2006/relationships/image" Target="../media/image367.png"/><Relationship Id="rId10" Type="http://schemas.openxmlformats.org/officeDocument/2006/relationships/customXml" Target="../ink/ink333.xml"/><Relationship Id="rId31" Type="http://schemas.openxmlformats.org/officeDocument/2006/relationships/image" Target="../media/image354.png"/><Relationship Id="rId44" Type="http://schemas.openxmlformats.org/officeDocument/2006/relationships/customXml" Target="../ink/ink350.xml"/><Relationship Id="rId52" Type="http://schemas.openxmlformats.org/officeDocument/2006/relationships/customXml" Target="../ink/ink354.xml"/><Relationship Id="rId60" Type="http://schemas.openxmlformats.org/officeDocument/2006/relationships/customXml" Target="../ink/ink358.xml"/><Relationship Id="rId4" Type="http://schemas.openxmlformats.org/officeDocument/2006/relationships/image" Target="../media/image340.png"/><Relationship Id="rId9" Type="http://schemas.openxmlformats.org/officeDocument/2006/relationships/image" Target="../media/image343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17.xml"/><Relationship Id="rId671" Type="http://schemas.openxmlformats.org/officeDocument/2006/relationships/customXml" Target="../ink/ink694.xml"/><Relationship Id="rId769" Type="http://schemas.openxmlformats.org/officeDocument/2006/relationships/customXml" Target="../ink/ink743.xml"/><Relationship Id="rId21" Type="http://schemas.openxmlformats.org/officeDocument/2006/relationships/customXml" Target="../ink/ink369.xml"/><Relationship Id="rId324" Type="http://schemas.openxmlformats.org/officeDocument/2006/relationships/image" Target="../media/image531.png"/><Relationship Id="rId531" Type="http://schemas.openxmlformats.org/officeDocument/2006/relationships/customXml" Target="../ink/ink624.xml"/><Relationship Id="rId629" Type="http://schemas.openxmlformats.org/officeDocument/2006/relationships/customXml" Target="../ink/ink673.xml"/><Relationship Id="rId170" Type="http://schemas.openxmlformats.org/officeDocument/2006/relationships/image" Target="../media/image454.png"/><Relationship Id="rId836" Type="http://schemas.openxmlformats.org/officeDocument/2006/relationships/image" Target="../media/image787.png"/><Relationship Id="rId268" Type="http://schemas.openxmlformats.org/officeDocument/2006/relationships/image" Target="../media/image503.png"/><Relationship Id="rId475" Type="http://schemas.openxmlformats.org/officeDocument/2006/relationships/customXml" Target="../ink/ink596.xml"/><Relationship Id="rId682" Type="http://schemas.openxmlformats.org/officeDocument/2006/relationships/image" Target="../media/image710.png"/><Relationship Id="rId32" Type="http://schemas.openxmlformats.org/officeDocument/2006/relationships/image" Target="../media/image385.png"/><Relationship Id="rId128" Type="http://schemas.openxmlformats.org/officeDocument/2006/relationships/image" Target="../media/image433.png"/><Relationship Id="rId335" Type="http://schemas.openxmlformats.org/officeDocument/2006/relationships/customXml" Target="../ink/ink526.xml"/><Relationship Id="rId542" Type="http://schemas.openxmlformats.org/officeDocument/2006/relationships/image" Target="../media/image640.png"/><Relationship Id="rId181" Type="http://schemas.openxmlformats.org/officeDocument/2006/relationships/customXml" Target="../ink/ink449.xml"/><Relationship Id="rId402" Type="http://schemas.openxmlformats.org/officeDocument/2006/relationships/image" Target="../media/image570.png"/><Relationship Id="rId847" Type="http://schemas.openxmlformats.org/officeDocument/2006/relationships/customXml" Target="../ink/ink782.xml"/><Relationship Id="rId279" Type="http://schemas.openxmlformats.org/officeDocument/2006/relationships/customXml" Target="../ink/ink498.xml"/><Relationship Id="rId486" Type="http://schemas.openxmlformats.org/officeDocument/2006/relationships/image" Target="../media/image612.png"/><Relationship Id="rId693" Type="http://schemas.openxmlformats.org/officeDocument/2006/relationships/customXml" Target="../ink/ink705.xml"/><Relationship Id="rId707" Type="http://schemas.openxmlformats.org/officeDocument/2006/relationships/customXml" Target="../ink/ink712.xml"/><Relationship Id="rId43" Type="http://schemas.openxmlformats.org/officeDocument/2006/relationships/customXml" Target="../ink/ink380.xml"/><Relationship Id="rId139" Type="http://schemas.openxmlformats.org/officeDocument/2006/relationships/customXml" Target="../ink/ink428.xml"/><Relationship Id="rId346" Type="http://schemas.openxmlformats.org/officeDocument/2006/relationships/image" Target="../media/image542.png"/><Relationship Id="rId553" Type="http://schemas.openxmlformats.org/officeDocument/2006/relationships/customXml" Target="../ink/ink635.xml"/><Relationship Id="rId760" Type="http://schemas.openxmlformats.org/officeDocument/2006/relationships/image" Target="../media/image749.png"/><Relationship Id="rId192" Type="http://schemas.openxmlformats.org/officeDocument/2006/relationships/image" Target="../media/image465.png"/><Relationship Id="rId206" Type="http://schemas.openxmlformats.org/officeDocument/2006/relationships/image" Target="../media/image472.png"/><Relationship Id="rId413" Type="http://schemas.openxmlformats.org/officeDocument/2006/relationships/customXml" Target="../ink/ink565.xml"/><Relationship Id="rId858" Type="http://schemas.openxmlformats.org/officeDocument/2006/relationships/image" Target="../media/image798.png"/><Relationship Id="rId497" Type="http://schemas.openxmlformats.org/officeDocument/2006/relationships/customXml" Target="../ink/ink607.xml"/><Relationship Id="rId620" Type="http://schemas.openxmlformats.org/officeDocument/2006/relationships/image" Target="../media/image679.png"/><Relationship Id="rId718" Type="http://schemas.openxmlformats.org/officeDocument/2006/relationships/image" Target="../media/image728.png"/><Relationship Id="rId357" Type="http://schemas.openxmlformats.org/officeDocument/2006/relationships/customXml" Target="../ink/ink537.xml"/><Relationship Id="rId54" Type="http://schemas.openxmlformats.org/officeDocument/2006/relationships/image" Target="../media/image396.png"/><Relationship Id="rId217" Type="http://schemas.openxmlformats.org/officeDocument/2006/relationships/customXml" Target="../ink/ink467.xml"/><Relationship Id="rId564" Type="http://schemas.openxmlformats.org/officeDocument/2006/relationships/image" Target="../media/image651.png"/><Relationship Id="rId771" Type="http://schemas.openxmlformats.org/officeDocument/2006/relationships/customXml" Target="../ink/ink744.xml"/><Relationship Id="rId869" Type="http://schemas.openxmlformats.org/officeDocument/2006/relationships/customXml" Target="../ink/ink793.xml"/><Relationship Id="rId424" Type="http://schemas.openxmlformats.org/officeDocument/2006/relationships/image" Target="../media/image581.png"/><Relationship Id="rId631" Type="http://schemas.openxmlformats.org/officeDocument/2006/relationships/customXml" Target="../ink/ink674.xml"/><Relationship Id="rId729" Type="http://schemas.openxmlformats.org/officeDocument/2006/relationships/customXml" Target="../ink/ink723.xml"/><Relationship Id="rId270" Type="http://schemas.openxmlformats.org/officeDocument/2006/relationships/image" Target="../media/image504.png"/><Relationship Id="rId65" Type="http://schemas.openxmlformats.org/officeDocument/2006/relationships/customXml" Target="../ink/ink391.xml"/><Relationship Id="rId130" Type="http://schemas.openxmlformats.org/officeDocument/2006/relationships/image" Target="../media/image434.png"/><Relationship Id="rId368" Type="http://schemas.openxmlformats.org/officeDocument/2006/relationships/image" Target="../media/image553.png"/><Relationship Id="rId575" Type="http://schemas.openxmlformats.org/officeDocument/2006/relationships/customXml" Target="../ink/ink646.xml"/><Relationship Id="rId782" Type="http://schemas.openxmlformats.org/officeDocument/2006/relationships/image" Target="../media/image760.png"/><Relationship Id="rId228" Type="http://schemas.openxmlformats.org/officeDocument/2006/relationships/image" Target="../media/image483.png"/><Relationship Id="rId435" Type="http://schemas.openxmlformats.org/officeDocument/2006/relationships/customXml" Target="../ink/ink576.xml"/><Relationship Id="rId642" Type="http://schemas.openxmlformats.org/officeDocument/2006/relationships/image" Target="../media/image690.png"/><Relationship Id="rId281" Type="http://schemas.openxmlformats.org/officeDocument/2006/relationships/customXml" Target="../ink/ink499.xml"/><Relationship Id="rId502" Type="http://schemas.openxmlformats.org/officeDocument/2006/relationships/image" Target="../media/image620.png"/><Relationship Id="rId76" Type="http://schemas.openxmlformats.org/officeDocument/2006/relationships/image" Target="../media/image407.png"/><Relationship Id="rId141" Type="http://schemas.openxmlformats.org/officeDocument/2006/relationships/customXml" Target="../ink/ink429.xml"/><Relationship Id="rId379" Type="http://schemas.openxmlformats.org/officeDocument/2006/relationships/customXml" Target="../ink/ink548.xml"/><Relationship Id="rId586" Type="http://schemas.openxmlformats.org/officeDocument/2006/relationships/image" Target="../media/image662.png"/><Relationship Id="rId793" Type="http://schemas.openxmlformats.org/officeDocument/2006/relationships/customXml" Target="../ink/ink755.xml"/><Relationship Id="rId807" Type="http://schemas.openxmlformats.org/officeDocument/2006/relationships/customXml" Target="../ink/ink762.xml"/><Relationship Id="rId7" Type="http://schemas.openxmlformats.org/officeDocument/2006/relationships/customXml" Target="../ink/ink362.xml"/><Relationship Id="rId239" Type="http://schemas.openxmlformats.org/officeDocument/2006/relationships/customXml" Target="../ink/ink478.xml"/><Relationship Id="rId446" Type="http://schemas.openxmlformats.org/officeDocument/2006/relationships/image" Target="../media/image592.png"/><Relationship Id="rId653" Type="http://schemas.openxmlformats.org/officeDocument/2006/relationships/customXml" Target="../ink/ink685.xml"/><Relationship Id="rId292" Type="http://schemas.openxmlformats.org/officeDocument/2006/relationships/image" Target="../media/image515.png"/><Relationship Id="rId306" Type="http://schemas.openxmlformats.org/officeDocument/2006/relationships/image" Target="../media/image522.png"/><Relationship Id="rId860" Type="http://schemas.openxmlformats.org/officeDocument/2006/relationships/image" Target="../media/image799.png"/><Relationship Id="rId87" Type="http://schemas.openxmlformats.org/officeDocument/2006/relationships/customXml" Target="../ink/ink402.xml"/><Relationship Id="rId513" Type="http://schemas.openxmlformats.org/officeDocument/2006/relationships/customXml" Target="../ink/ink615.xml"/><Relationship Id="rId597" Type="http://schemas.openxmlformats.org/officeDocument/2006/relationships/customXml" Target="../ink/ink657.xml"/><Relationship Id="rId720" Type="http://schemas.openxmlformats.org/officeDocument/2006/relationships/image" Target="../media/image729.png"/><Relationship Id="rId818" Type="http://schemas.openxmlformats.org/officeDocument/2006/relationships/image" Target="../media/image778.png"/><Relationship Id="rId152" Type="http://schemas.openxmlformats.org/officeDocument/2006/relationships/image" Target="../media/image445.png"/><Relationship Id="rId457" Type="http://schemas.openxmlformats.org/officeDocument/2006/relationships/customXml" Target="../ink/ink587.xml"/><Relationship Id="rId664" Type="http://schemas.openxmlformats.org/officeDocument/2006/relationships/image" Target="../media/image701.png"/><Relationship Id="rId871" Type="http://schemas.openxmlformats.org/officeDocument/2006/relationships/customXml" Target="../ink/ink794.xml"/><Relationship Id="rId14" Type="http://schemas.openxmlformats.org/officeDocument/2006/relationships/image" Target="../media/image376.png"/><Relationship Id="rId317" Type="http://schemas.openxmlformats.org/officeDocument/2006/relationships/customXml" Target="../ink/ink517.xml"/><Relationship Id="rId524" Type="http://schemas.openxmlformats.org/officeDocument/2006/relationships/image" Target="../media/image631.png"/><Relationship Id="rId731" Type="http://schemas.openxmlformats.org/officeDocument/2006/relationships/customXml" Target="../ink/ink724.xml"/><Relationship Id="rId98" Type="http://schemas.openxmlformats.org/officeDocument/2006/relationships/image" Target="../media/image418.png"/><Relationship Id="rId163" Type="http://schemas.openxmlformats.org/officeDocument/2006/relationships/customXml" Target="../ink/ink440.xml"/><Relationship Id="rId370" Type="http://schemas.openxmlformats.org/officeDocument/2006/relationships/image" Target="../media/image554.png"/><Relationship Id="rId829" Type="http://schemas.openxmlformats.org/officeDocument/2006/relationships/customXml" Target="../ink/ink773.xml"/><Relationship Id="rId230" Type="http://schemas.openxmlformats.org/officeDocument/2006/relationships/image" Target="../media/image484.png"/><Relationship Id="rId468" Type="http://schemas.openxmlformats.org/officeDocument/2006/relationships/image" Target="../media/image603.png"/><Relationship Id="rId675" Type="http://schemas.openxmlformats.org/officeDocument/2006/relationships/customXml" Target="../ink/ink696.xml"/><Relationship Id="rId882" Type="http://schemas.openxmlformats.org/officeDocument/2006/relationships/image" Target="../media/image810.png"/><Relationship Id="rId25" Type="http://schemas.openxmlformats.org/officeDocument/2006/relationships/customXml" Target="../ink/ink371.xml"/><Relationship Id="rId328" Type="http://schemas.openxmlformats.org/officeDocument/2006/relationships/image" Target="../media/image533.png"/><Relationship Id="rId535" Type="http://schemas.openxmlformats.org/officeDocument/2006/relationships/customXml" Target="../ink/ink626.xml"/><Relationship Id="rId742" Type="http://schemas.openxmlformats.org/officeDocument/2006/relationships/image" Target="../media/image740.png"/><Relationship Id="rId174" Type="http://schemas.openxmlformats.org/officeDocument/2006/relationships/image" Target="../media/image456.png"/><Relationship Id="rId381" Type="http://schemas.openxmlformats.org/officeDocument/2006/relationships/customXml" Target="../ink/ink549.xml"/><Relationship Id="rId602" Type="http://schemas.openxmlformats.org/officeDocument/2006/relationships/image" Target="../media/image670.png"/><Relationship Id="rId241" Type="http://schemas.openxmlformats.org/officeDocument/2006/relationships/customXml" Target="../ink/ink479.xml"/><Relationship Id="rId479" Type="http://schemas.openxmlformats.org/officeDocument/2006/relationships/customXml" Target="../ink/ink598.xml"/><Relationship Id="rId686" Type="http://schemas.openxmlformats.org/officeDocument/2006/relationships/image" Target="../media/image712.png"/><Relationship Id="rId36" Type="http://schemas.openxmlformats.org/officeDocument/2006/relationships/image" Target="../media/image387.png"/><Relationship Id="rId339" Type="http://schemas.openxmlformats.org/officeDocument/2006/relationships/customXml" Target="../ink/ink528.xml"/><Relationship Id="rId546" Type="http://schemas.openxmlformats.org/officeDocument/2006/relationships/image" Target="../media/image642.png"/><Relationship Id="rId753" Type="http://schemas.openxmlformats.org/officeDocument/2006/relationships/customXml" Target="../ink/ink735.xml"/><Relationship Id="rId101" Type="http://schemas.openxmlformats.org/officeDocument/2006/relationships/customXml" Target="../ink/ink409.xml"/><Relationship Id="rId185" Type="http://schemas.openxmlformats.org/officeDocument/2006/relationships/customXml" Target="../ink/ink451.xml"/><Relationship Id="rId406" Type="http://schemas.openxmlformats.org/officeDocument/2006/relationships/image" Target="../media/image572.png"/><Relationship Id="rId392" Type="http://schemas.openxmlformats.org/officeDocument/2006/relationships/image" Target="../media/image565.png"/><Relationship Id="rId613" Type="http://schemas.openxmlformats.org/officeDocument/2006/relationships/customXml" Target="../ink/ink665.xml"/><Relationship Id="rId697" Type="http://schemas.openxmlformats.org/officeDocument/2006/relationships/customXml" Target="../ink/ink707.xml"/><Relationship Id="rId820" Type="http://schemas.openxmlformats.org/officeDocument/2006/relationships/image" Target="../media/image779.png"/><Relationship Id="rId252" Type="http://schemas.openxmlformats.org/officeDocument/2006/relationships/image" Target="../media/image495.png"/><Relationship Id="rId47" Type="http://schemas.openxmlformats.org/officeDocument/2006/relationships/customXml" Target="../ink/ink382.xml"/><Relationship Id="rId112" Type="http://schemas.openxmlformats.org/officeDocument/2006/relationships/image" Target="../media/image425.png"/><Relationship Id="rId557" Type="http://schemas.openxmlformats.org/officeDocument/2006/relationships/customXml" Target="../ink/ink637.xml"/><Relationship Id="rId764" Type="http://schemas.openxmlformats.org/officeDocument/2006/relationships/image" Target="../media/image751.png"/><Relationship Id="rId196" Type="http://schemas.openxmlformats.org/officeDocument/2006/relationships/image" Target="../media/image467.png"/><Relationship Id="rId417" Type="http://schemas.openxmlformats.org/officeDocument/2006/relationships/customXml" Target="../ink/ink567.xml"/><Relationship Id="rId624" Type="http://schemas.openxmlformats.org/officeDocument/2006/relationships/image" Target="../media/image681.png"/><Relationship Id="rId831" Type="http://schemas.openxmlformats.org/officeDocument/2006/relationships/customXml" Target="../ink/ink774.xml"/><Relationship Id="rId263" Type="http://schemas.openxmlformats.org/officeDocument/2006/relationships/customXml" Target="../ink/ink490.xml"/><Relationship Id="rId470" Type="http://schemas.openxmlformats.org/officeDocument/2006/relationships/image" Target="../media/image604.png"/><Relationship Id="rId58" Type="http://schemas.openxmlformats.org/officeDocument/2006/relationships/image" Target="../media/image398.png"/><Relationship Id="rId123" Type="http://schemas.openxmlformats.org/officeDocument/2006/relationships/customXml" Target="../ink/ink420.xml"/><Relationship Id="rId330" Type="http://schemas.openxmlformats.org/officeDocument/2006/relationships/image" Target="../media/image534.png"/><Relationship Id="rId568" Type="http://schemas.openxmlformats.org/officeDocument/2006/relationships/image" Target="../media/image653.png"/><Relationship Id="rId775" Type="http://schemas.openxmlformats.org/officeDocument/2006/relationships/customXml" Target="../ink/ink746.xml"/><Relationship Id="rId428" Type="http://schemas.openxmlformats.org/officeDocument/2006/relationships/image" Target="../media/image583.png"/><Relationship Id="rId635" Type="http://schemas.openxmlformats.org/officeDocument/2006/relationships/customXml" Target="../ink/ink676.xml"/><Relationship Id="rId842" Type="http://schemas.openxmlformats.org/officeDocument/2006/relationships/image" Target="../media/image790.png"/><Relationship Id="rId274" Type="http://schemas.openxmlformats.org/officeDocument/2006/relationships/image" Target="../media/image506.png"/><Relationship Id="rId481" Type="http://schemas.openxmlformats.org/officeDocument/2006/relationships/customXml" Target="../ink/ink599.xml"/><Relationship Id="rId702" Type="http://schemas.openxmlformats.org/officeDocument/2006/relationships/image" Target="../media/image720.png"/><Relationship Id="rId69" Type="http://schemas.openxmlformats.org/officeDocument/2006/relationships/customXml" Target="../ink/ink393.xml"/><Relationship Id="rId134" Type="http://schemas.openxmlformats.org/officeDocument/2006/relationships/image" Target="../media/image436.png"/><Relationship Id="rId579" Type="http://schemas.openxmlformats.org/officeDocument/2006/relationships/customXml" Target="../ink/ink648.xml"/><Relationship Id="rId786" Type="http://schemas.openxmlformats.org/officeDocument/2006/relationships/image" Target="../media/image762.png"/><Relationship Id="rId341" Type="http://schemas.openxmlformats.org/officeDocument/2006/relationships/customXml" Target="../ink/ink529.xml"/><Relationship Id="rId439" Type="http://schemas.openxmlformats.org/officeDocument/2006/relationships/customXml" Target="../ink/ink578.xml"/><Relationship Id="rId646" Type="http://schemas.openxmlformats.org/officeDocument/2006/relationships/image" Target="../media/image692.png"/><Relationship Id="rId201" Type="http://schemas.openxmlformats.org/officeDocument/2006/relationships/customXml" Target="../ink/ink459.xml"/><Relationship Id="rId285" Type="http://schemas.openxmlformats.org/officeDocument/2006/relationships/customXml" Target="../ink/ink501.xml"/><Relationship Id="rId506" Type="http://schemas.openxmlformats.org/officeDocument/2006/relationships/image" Target="../media/image622.png"/><Relationship Id="rId853" Type="http://schemas.openxmlformats.org/officeDocument/2006/relationships/customXml" Target="../ink/ink785.xml"/><Relationship Id="rId492" Type="http://schemas.openxmlformats.org/officeDocument/2006/relationships/image" Target="../media/image615.png"/><Relationship Id="rId713" Type="http://schemas.openxmlformats.org/officeDocument/2006/relationships/customXml" Target="../ink/ink715.xml"/><Relationship Id="rId797" Type="http://schemas.openxmlformats.org/officeDocument/2006/relationships/customXml" Target="../ink/ink757.xml"/><Relationship Id="rId145" Type="http://schemas.openxmlformats.org/officeDocument/2006/relationships/customXml" Target="../ink/ink431.xml"/><Relationship Id="rId352" Type="http://schemas.openxmlformats.org/officeDocument/2006/relationships/image" Target="../media/image545.png"/><Relationship Id="rId212" Type="http://schemas.openxmlformats.org/officeDocument/2006/relationships/image" Target="../media/image475.png"/><Relationship Id="rId657" Type="http://schemas.openxmlformats.org/officeDocument/2006/relationships/customXml" Target="../ink/ink687.xml"/><Relationship Id="rId864" Type="http://schemas.openxmlformats.org/officeDocument/2006/relationships/image" Target="../media/image801.png"/><Relationship Id="rId296" Type="http://schemas.openxmlformats.org/officeDocument/2006/relationships/image" Target="../media/image517.png"/><Relationship Id="rId517" Type="http://schemas.openxmlformats.org/officeDocument/2006/relationships/customXml" Target="../ink/ink617.xml"/><Relationship Id="rId724" Type="http://schemas.openxmlformats.org/officeDocument/2006/relationships/image" Target="../media/image731.png"/><Relationship Id="rId60" Type="http://schemas.openxmlformats.org/officeDocument/2006/relationships/image" Target="../media/image399.png"/><Relationship Id="rId156" Type="http://schemas.openxmlformats.org/officeDocument/2006/relationships/image" Target="../media/image447.png"/><Relationship Id="rId363" Type="http://schemas.openxmlformats.org/officeDocument/2006/relationships/customXml" Target="../ink/ink540.xml"/><Relationship Id="rId570" Type="http://schemas.openxmlformats.org/officeDocument/2006/relationships/image" Target="../media/image654.png"/><Relationship Id="rId223" Type="http://schemas.openxmlformats.org/officeDocument/2006/relationships/customXml" Target="../ink/ink470.xml"/><Relationship Id="rId430" Type="http://schemas.openxmlformats.org/officeDocument/2006/relationships/image" Target="../media/image584.png"/><Relationship Id="rId668" Type="http://schemas.openxmlformats.org/officeDocument/2006/relationships/image" Target="../media/image703.png"/><Relationship Id="rId875" Type="http://schemas.openxmlformats.org/officeDocument/2006/relationships/customXml" Target="../ink/ink796.xml"/><Relationship Id="rId18" Type="http://schemas.openxmlformats.org/officeDocument/2006/relationships/image" Target="../media/image378.png"/><Relationship Id="rId528" Type="http://schemas.openxmlformats.org/officeDocument/2006/relationships/image" Target="../media/image633.png"/><Relationship Id="rId735" Type="http://schemas.openxmlformats.org/officeDocument/2006/relationships/customXml" Target="../ink/ink726.xml"/><Relationship Id="rId167" Type="http://schemas.openxmlformats.org/officeDocument/2006/relationships/customXml" Target="../ink/ink442.xml"/><Relationship Id="rId374" Type="http://schemas.openxmlformats.org/officeDocument/2006/relationships/image" Target="../media/image556.png"/><Relationship Id="rId581" Type="http://schemas.openxmlformats.org/officeDocument/2006/relationships/customXml" Target="../ink/ink649.xml"/><Relationship Id="rId71" Type="http://schemas.openxmlformats.org/officeDocument/2006/relationships/customXml" Target="../ink/ink394.xml"/><Relationship Id="rId234" Type="http://schemas.openxmlformats.org/officeDocument/2006/relationships/image" Target="../media/image486.png"/><Relationship Id="rId679" Type="http://schemas.openxmlformats.org/officeDocument/2006/relationships/customXml" Target="../ink/ink698.xml"/><Relationship Id="rId802" Type="http://schemas.openxmlformats.org/officeDocument/2006/relationships/image" Target="../media/image770.png"/><Relationship Id="rId886" Type="http://schemas.openxmlformats.org/officeDocument/2006/relationships/image" Target="../media/image812.png"/><Relationship Id="rId2" Type="http://schemas.openxmlformats.org/officeDocument/2006/relationships/notesSlide" Target="../notesSlides/notesSlide2.xml"/><Relationship Id="rId29" Type="http://schemas.openxmlformats.org/officeDocument/2006/relationships/customXml" Target="../ink/ink373.xml"/><Relationship Id="rId441" Type="http://schemas.openxmlformats.org/officeDocument/2006/relationships/customXml" Target="../ink/ink579.xml"/><Relationship Id="rId539" Type="http://schemas.openxmlformats.org/officeDocument/2006/relationships/customXml" Target="../ink/ink628.xml"/><Relationship Id="rId746" Type="http://schemas.openxmlformats.org/officeDocument/2006/relationships/image" Target="../media/image742.png"/><Relationship Id="rId178" Type="http://schemas.openxmlformats.org/officeDocument/2006/relationships/image" Target="../media/image458.png"/><Relationship Id="rId301" Type="http://schemas.openxmlformats.org/officeDocument/2006/relationships/customXml" Target="../ink/ink509.xml"/><Relationship Id="rId82" Type="http://schemas.openxmlformats.org/officeDocument/2006/relationships/image" Target="../media/image410.png"/><Relationship Id="rId385" Type="http://schemas.openxmlformats.org/officeDocument/2006/relationships/customXml" Target="../ink/ink551.xml"/><Relationship Id="rId592" Type="http://schemas.openxmlformats.org/officeDocument/2006/relationships/image" Target="../media/image665.png"/><Relationship Id="rId606" Type="http://schemas.openxmlformats.org/officeDocument/2006/relationships/image" Target="../media/image672.png"/><Relationship Id="rId813" Type="http://schemas.openxmlformats.org/officeDocument/2006/relationships/customXml" Target="../ink/ink765.xml"/><Relationship Id="rId245" Type="http://schemas.openxmlformats.org/officeDocument/2006/relationships/customXml" Target="../ink/ink481.xml"/><Relationship Id="rId452" Type="http://schemas.openxmlformats.org/officeDocument/2006/relationships/image" Target="../media/image595.png"/><Relationship Id="rId105" Type="http://schemas.openxmlformats.org/officeDocument/2006/relationships/customXml" Target="../ink/ink411.xml"/><Relationship Id="rId312" Type="http://schemas.openxmlformats.org/officeDocument/2006/relationships/image" Target="../media/image525.png"/><Relationship Id="rId757" Type="http://schemas.openxmlformats.org/officeDocument/2006/relationships/customXml" Target="../ink/ink737.xml"/><Relationship Id="rId93" Type="http://schemas.openxmlformats.org/officeDocument/2006/relationships/customXml" Target="../ink/ink405.xml"/><Relationship Id="rId189" Type="http://schemas.openxmlformats.org/officeDocument/2006/relationships/customXml" Target="../ink/ink453.xml"/><Relationship Id="rId396" Type="http://schemas.openxmlformats.org/officeDocument/2006/relationships/image" Target="../media/image567.png"/><Relationship Id="rId617" Type="http://schemas.openxmlformats.org/officeDocument/2006/relationships/customXml" Target="../ink/ink667.xml"/><Relationship Id="rId824" Type="http://schemas.openxmlformats.org/officeDocument/2006/relationships/image" Target="../media/image781.png"/><Relationship Id="rId256" Type="http://schemas.openxmlformats.org/officeDocument/2006/relationships/image" Target="../media/image497.png"/><Relationship Id="rId463" Type="http://schemas.openxmlformats.org/officeDocument/2006/relationships/customXml" Target="../ink/ink590.xml"/><Relationship Id="rId670" Type="http://schemas.openxmlformats.org/officeDocument/2006/relationships/image" Target="../media/image704.png"/><Relationship Id="rId116" Type="http://schemas.openxmlformats.org/officeDocument/2006/relationships/image" Target="../media/image427.png"/><Relationship Id="rId323" Type="http://schemas.openxmlformats.org/officeDocument/2006/relationships/customXml" Target="../ink/ink520.xml"/><Relationship Id="rId530" Type="http://schemas.openxmlformats.org/officeDocument/2006/relationships/image" Target="../media/image634.png"/><Relationship Id="rId768" Type="http://schemas.openxmlformats.org/officeDocument/2006/relationships/image" Target="../media/image753.png"/><Relationship Id="rId20" Type="http://schemas.openxmlformats.org/officeDocument/2006/relationships/image" Target="../media/image379.png"/><Relationship Id="rId628" Type="http://schemas.openxmlformats.org/officeDocument/2006/relationships/image" Target="../media/image683.png"/><Relationship Id="rId835" Type="http://schemas.openxmlformats.org/officeDocument/2006/relationships/customXml" Target="../ink/ink776.xml"/><Relationship Id="rId267" Type="http://schemas.openxmlformats.org/officeDocument/2006/relationships/customXml" Target="../ink/ink492.xml"/><Relationship Id="rId474" Type="http://schemas.openxmlformats.org/officeDocument/2006/relationships/image" Target="../media/image606.png"/><Relationship Id="rId127" Type="http://schemas.openxmlformats.org/officeDocument/2006/relationships/customXml" Target="../ink/ink422.xml"/><Relationship Id="rId681" Type="http://schemas.openxmlformats.org/officeDocument/2006/relationships/customXml" Target="../ink/ink699.xml"/><Relationship Id="rId779" Type="http://schemas.openxmlformats.org/officeDocument/2006/relationships/customXml" Target="../ink/ink748.xml"/><Relationship Id="rId31" Type="http://schemas.openxmlformats.org/officeDocument/2006/relationships/customXml" Target="../ink/ink374.xml"/><Relationship Id="rId334" Type="http://schemas.openxmlformats.org/officeDocument/2006/relationships/image" Target="../media/image536.png"/><Relationship Id="rId541" Type="http://schemas.openxmlformats.org/officeDocument/2006/relationships/customXml" Target="../ink/ink629.xml"/><Relationship Id="rId639" Type="http://schemas.openxmlformats.org/officeDocument/2006/relationships/customXml" Target="../ink/ink678.xml"/><Relationship Id="rId180" Type="http://schemas.openxmlformats.org/officeDocument/2006/relationships/image" Target="../media/image459.png"/><Relationship Id="rId278" Type="http://schemas.openxmlformats.org/officeDocument/2006/relationships/image" Target="../media/image508.png"/><Relationship Id="rId401" Type="http://schemas.openxmlformats.org/officeDocument/2006/relationships/customXml" Target="../ink/ink559.xml"/><Relationship Id="rId846" Type="http://schemas.openxmlformats.org/officeDocument/2006/relationships/image" Target="../media/image792.png"/><Relationship Id="rId485" Type="http://schemas.openxmlformats.org/officeDocument/2006/relationships/customXml" Target="../ink/ink601.xml"/><Relationship Id="rId692" Type="http://schemas.openxmlformats.org/officeDocument/2006/relationships/image" Target="../media/image715.png"/><Relationship Id="rId706" Type="http://schemas.openxmlformats.org/officeDocument/2006/relationships/image" Target="../media/image722.png"/><Relationship Id="rId42" Type="http://schemas.openxmlformats.org/officeDocument/2006/relationships/image" Target="../media/image390.png"/><Relationship Id="rId138" Type="http://schemas.openxmlformats.org/officeDocument/2006/relationships/image" Target="../media/image438.png"/><Relationship Id="rId345" Type="http://schemas.openxmlformats.org/officeDocument/2006/relationships/customXml" Target="../ink/ink531.xml"/><Relationship Id="rId552" Type="http://schemas.openxmlformats.org/officeDocument/2006/relationships/image" Target="../media/image645.png"/><Relationship Id="rId191" Type="http://schemas.openxmlformats.org/officeDocument/2006/relationships/customXml" Target="../ink/ink454.xml"/><Relationship Id="rId205" Type="http://schemas.openxmlformats.org/officeDocument/2006/relationships/customXml" Target="../ink/ink461.xml"/><Relationship Id="rId412" Type="http://schemas.openxmlformats.org/officeDocument/2006/relationships/image" Target="../media/image575.png"/><Relationship Id="rId857" Type="http://schemas.openxmlformats.org/officeDocument/2006/relationships/customXml" Target="../ink/ink787.xml"/><Relationship Id="rId289" Type="http://schemas.openxmlformats.org/officeDocument/2006/relationships/customXml" Target="../ink/ink503.xml"/><Relationship Id="rId496" Type="http://schemas.openxmlformats.org/officeDocument/2006/relationships/image" Target="../media/image617.png"/><Relationship Id="rId717" Type="http://schemas.openxmlformats.org/officeDocument/2006/relationships/customXml" Target="../ink/ink717.xml"/><Relationship Id="rId53" Type="http://schemas.openxmlformats.org/officeDocument/2006/relationships/customXml" Target="../ink/ink385.xml"/><Relationship Id="rId149" Type="http://schemas.openxmlformats.org/officeDocument/2006/relationships/customXml" Target="../ink/ink433.xml"/><Relationship Id="rId356" Type="http://schemas.openxmlformats.org/officeDocument/2006/relationships/image" Target="../media/image547.png"/><Relationship Id="rId563" Type="http://schemas.openxmlformats.org/officeDocument/2006/relationships/customXml" Target="../ink/ink640.xml"/><Relationship Id="rId770" Type="http://schemas.openxmlformats.org/officeDocument/2006/relationships/image" Target="../media/image754.png"/><Relationship Id="rId216" Type="http://schemas.openxmlformats.org/officeDocument/2006/relationships/image" Target="../media/image477.png"/><Relationship Id="rId423" Type="http://schemas.openxmlformats.org/officeDocument/2006/relationships/customXml" Target="../ink/ink570.xml"/><Relationship Id="rId868" Type="http://schemas.openxmlformats.org/officeDocument/2006/relationships/image" Target="../media/image803.png"/><Relationship Id="rId630" Type="http://schemas.openxmlformats.org/officeDocument/2006/relationships/image" Target="../media/image684.png"/><Relationship Id="rId728" Type="http://schemas.openxmlformats.org/officeDocument/2006/relationships/image" Target="../media/image733.png"/><Relationship Id="rId64" Type="http://schemas.openxmlformats.org/officeDocument/2006/relationships/image" Target="../media/image401.png"/><Relationship Id="rId367" Type="http://schemas.openxmlformats.org/officeDocument/2006/relationships/customXml" Target="../ink/ink542.xml"/><Relationship Id="rId574" Type="http://schemas.openxmlformats.org/officeDocument/2006/relationships/image" Target="../media/image656.png"/><Relationship Id="rId227" Type="http://schemas.openxmlformats.org/officeDocument/2006/relationships/customXml" Target="../ink/ink472.xml"/><Relationship Id="rId781" Type="http://schemas.openxmlformats.org/officeDocument/2006/relationships/customXml" Target="../ink/ink749.xml"/><Relationship Id="rId879" Type="http://schemas.openxmlformats.org/officeDocument/2006/relationships/customXml" Target="../ink/ink798.xml"/><Relationship Id="rId434" Type="http://schemas.openxmlformats.org/officeDocument/2006/relationships/image" Target="../media/image586.png"/><Relationship Id="rId641" Type="http://schemas.openxmlformats.org/officeDocument/2006/relationships/customXml" Target="../ink/ink679.xml"/><Relationship Id="rId739" Type="http://schemas.openxmlformats.org/officeDocument/2006/relationships/customXml" Target="../ink/ink728.xml"/><Relationship Id="rId280" Type="http://schemas.openxmlformats.org/officeDocument/2006/relationships/image" Target="../media/image509.png"/><Relationship Id="rId501" Type="http://schemas.openxmlformats.org/officeDocument/2006/relationships/customXml" Target="../ink/ink609.xml"/><Relationship Id="rId75" Type="http://schemas.openxmlformats.org/officeDocument/2006/relationships/customXml" Target="../ink/ink396.xml"/><Relationship Id="rId140" Type="http://schemas.openxmlformats.org/officeDocument/2006/relationships/image" Target="../media/image439.png"/><Relationship Id="rId378" Type="http://schemas.openxmlformats.org/officeDocument/2006/relationships/image" Target="../media/image558.png"/><Relationship Id="rId585" Type="http://schemas.openxmlformats.org/officeDocument/2006/relationships/customXml" Target="../ink/ink651.xml"/><Relationship Id="rId792" Type="http://schemas.openxmlformats.org/officeDocument/2006/relationships/image" Target="../media/image765.png"/><Relationship Id="rId806" Type="http://schemas.openxmlformats.org/officeDocument/2006/relationships/image" Target="../media/image772.png"/><Relationship Id="rId6" Type="http://schemas.openxmlformats.org/officeDocument/2006/relationships/image" Target="../media/image372.png"/><Relationship Id="rId238" Type="http://schemas.openxmlformats.org/officeDocument/2006/relationships/image" Target="../media/image488.png"/><Relationship Id="rId445" Type="http://schemas.openxmlformats.org/officeDocument/2006/relationships/customXml" Target="../ink/ink581.xml"/><Relationship Id="rId652" Type="http://schemas.openxmlformats.org/officeDocument/2006/relationships/image" Target="../media/image695.png"/><Relationship Id="rId291" Type="http://schemas.openxmlformats.org/officeDocument/2006/relationships/customXml" Target="../ink/ink504.xml"/><Relationship Id="rId305" Type="http://schemas.openxmlformats.org/officeDocument/2006/relationships/customXml" Target="../ink/ink511.xml"/><Relationship Id="rId512" Type="http://schemas.openxmlformats.org/officeDocument/2006/relationships/image" Target="../media/image625.png"/><Relationship Id="rId86" Type="http://schemas.openxmlformats.org/officeDocument/2006/relationships/image" Target="../media/image412.png"/><Relationship Id="rId151" Type="http://schemas.openxmlformats.org/officeDocument/2006/relationships/customXml" Target="../ink/ink434.xml"/><Relationship Id="rId389" Type="http://schemas.openxmlformats.org/officeDocument/2006/relationships/customXml" Target="../ink/ink553.xml"/><Relationship Id="rId596" Type="http://schemas.openxmlformats.org/officeDocument/2006/relationships/image" Target="../media/image667.png"/><Relationship Id="rId817" Type="http://schemas.openxmlformats.org/officeDocument/2006/relationships/customXml" Target="../ink/ink767.xml"/><Relationship Id="rId249" Type="http://schemas.openxmlformats.org/officeDocument/2006/relationships/customXml" Target="../ink/ink483.xml"/><Relationship Id="rId456" Type="http://schemas.openxmlformats.org/officeDocument/2006/relationships/image" Target="../media/image597.png"/><Relationship Id="rId663" Type="http://schemas.openxmlformats.org/officeDocument/2006/relationships/customXml" Target="../ink/ink690.xml"/><Relationship Id="rId870" Type="http://schemas.openxmlformats.org/officeDocument/2006/relationships/image" Target="../media/image804.png"/><Relationship Id="rId13" Type="http://schemas.openxmlformats.org/officeDocument/2006/relationships/customXml" Target="../ink/ink365.xml"/><Relationship Id="rId109" Type="http://schemas.openxmlformats.org/officeDocument/2006/relationships/customXml" Target="../ink/ink413.xml"/><Relationship Id="rId316" Type="http://schemas.openxmlformats.org/officeDocument/2006/relationships/image" Target="../media/image527.png"/><Relationship Id="rId523" Type="http://schemas.openxmlformats.org/officeDocument/2006/relationships/customXml" Target="../ink/ink620.xml"/><Relationship Id="rId97" Type="http://schemas.openxmlformats.org/officeDocument/2006/relationships/customXml" Target="../ink/ink407.xml"/><Relationship Id="rId730" Type="http://schemas.openxmlformats.org/officeDocument/2006/relationships/image" Target="../media/image734.png"/><Relationship Id="rId828" Type="http://schemas.openxmlformats.org/officeDocument/2006/relationships/image" Target="../media/image783.png"/><Relationship Id="rId162" Type="http://schemas.openxmlformats.org/officeDocument/2006/relationships/image" Target="../media/image450.png"/><Relationship Id="rId467" Type="http://schemas.openxmlformats.org/officeDocument/2006/relationships/customXml" Target="../ink/ink592.xml"/><Relationship Id="rId674" Type="http://schemas.openxmlformats.org/officeDocument/2006/relationships/image" Target="../media/image706.png"/><Relationship Id="rId881" Type="http://schemas.openxmlformats.org/officeDocument/2006/relationships/customXml" Target="../ink/ink799.xml"/><Relationship Id="rId24" Type="http://schemas.openxmlformats.org/officeDocument/2006/relationships/image" Target="../media/image381.png"/><Relationship Id="rId327" Type="http://schemas.openxmlformats.org/officeDocument/2006/relationships/customXml" Target="../ink/ink522.xml"/><Relationship Id="rId534" Type="http://schemas.openxmlformats.org/officeDocument/2006/relationships/image" Target="../media/image636.png"/><Relationship Id="rId741" Type="http://schemas.openxmlformats.org/officeDocument/2006/relationships/customXml" Target="../ink/ink729.xml"/><Relationship Id="rId839" Type="http://schemas.openxmlformats.org/officeDocument/2006/relationships/customXml" Target="../ink/ink778.xml"/><Relationship Id="rId173" Type="http://schemas.openxmlformats.org/officeDocument/2006/relationships/customXml" Target="../ink/ink445.xml"/><Relationship Id="rId380" Type="http://schemas.openxmlformats.org/officeDocument/2006/relationships/image" Target="../media/image559.png"/><Relationship Id="rId601" Type="http://schemas.openxmlformats.org/officeDocument/2006/relationships/customXml" Target="../ink/ink659.xml"/><Relationship Id="rId240" Type="http://schemas.openxmlformats.org/officeDocument/2006/relationships/image" Target="../media/image489.png"/><Relationship Id="rId478" Type="http://schemas.openxmlformats.org/officeDocument/2006/relationships/image" Target="../media/image608.png"/><Relationship Id="rId685" Type="http://schemas.openxmlformats.org/officeDocument/2006/relationships/customXml" Target="../ink/ink701.xml"/><Relationship Id="rId35" Type="http://schemas.openxmlformats.org/officeDocument/2006/relationships/customXml" Target="../ink/ink376.xml"/><Relationship Id="rId100" Type="http://schemas.openxmlformats.org/officeDocument/2006/relationships/image" Target="../media/image419.png"/><Relationship Id="rId338" Type="http://schemas.openxmlformats.org/officeDocument/2006/relationships/image" Target="../media/image538.png"/><Relationship Id="rId545" Type="http://schemas.openxmlformats.org/officeDocument/2006/relationships/customXml" Target="../ink/ink631.xml"/><Relationship Id="rId752" Type="http://schemas.openxmlformats.org/officeDocument/2006/relationships/image" Target="../media/image745.png"/><Relationship Id="rId184" Type="http://schemas.openxmlformats.org/officeDocument/2006/relationships/image" Target="../media/image461.png"/><Relationship Id="rId391" Type="http://schemas.openxmlformats.org/officeDocument/2006/relationships/customXml" Target="../ink/ink554.xml"/><Relationship Id="rId405" Type="http://schemas.openxmlformats.org/officeDocument/2006/relationships/customXml" Target="../ink/ink561.xml"/><Relationship Id="rId612" Type="http://schemas.openxmlformats.org/officeDocument/2006/relationships/image" Target="../media/image675.png"/><Relationship Id="rId251" Type="http://schemas.openxmlformats.org/officeDocument/2006/relationships/customXml" Target="../ink/ink484.xml"/><Relationship Id="rId489" Type="http://schemas.openxmlformats.org/officeDocument/2006/relationships/customXml" Target="../ink/ink603.xml"/><Relationship Id="rId696" Type="http://schemas.openxmlformats.org/officeDocument/2006/relationships/image" Target="../media/image717.png"/><Relationship Id="rId46" Type="http://schemas.openxmlformats.org/officeDocument/2006/relationships/image" Target="../media/image392.png"/><Relationship Id="rId349" Type="http://schemas.openxmlformats.org/officeDocument/2006/relationships/customXml" Target="../ink/ink533.xml"/><Relationship Id="rId556" Type="http://schemas.openxmlformats.org/officeDocument/2006/relationships/image" Target="../media/image647.png"/><Relationship Id="rId763" Type="http://schemas.openxmlformats.org/officeDocument/2006/relationships/customXml" Target="../ink/ink740.xml"/><Relationship Id="rId111" Type="http://schemas.openxmlformats.org/officeDocument/2006/relationships/customXml" Target="../ink/ink414.xml"/><Relationship Id="rId195" Type="http://schemas.openxmlformats.org/officeDocument/2006/relationships/customXml" Target="../ink/ink456.xml"/><Relationship Id="rId209" Type="http://schemas.openxmlformats.org/officeDocument/2006/relationships/customXml" Target="../ink/ink463.xml"/><Relationship Id="rId416" Type="http://schemas.openxmlformats.org/officeDocument/2006/relationships/image" Target="../media/image577.png"/><Relationship Id="rId623" Type="http://schemas.openxmlformats.org/officeDocument/2006/relationships/customXml" Target="../ink/ink670.xml"/><Relationship Id="rId830" Type="http://schemas.openxmlformats.org/officeDocument/2006/relationships/image" Target="../media/image784.png"/><Relationship Id="rId57" Type="http://schemas.openxmlformats.org/officeDocument/2006/relationships/customXml" Target="../ink/ink387.xml"/><Relationship Id="rId262" Type="http://schemas.openxmlformats.org/officeDocument/2006/relationships/image" Target="../media/image500.png"/><Relationship Id="rId567" Type="http://schemas.openxmlformats.org/officeDocument/2006/relationships/customXml" Target="../ink/ink642.xml"/><Relationship Id="rId122" Type="http://schemas.openxmlformats.org/officeDocument/2006/relationships/image" Target="../media/image430.png"/><Relationship Id="rId774" Type="http://schemas.openxmlformats.org/officeDocument/2006/relationships/image" Target="../media/image756.png"/><Relationship Id="rId427" Type="http://schemas.openxmlformats.org/officeDocument/2006/relationships/customXml" Target="../ink/ink572.xml"/><Relationship Id="rId469" Type="http://schemas.openxmlformats.org/officeDocument/2006/relationships/customXml" Target="../ink/ink593.xml"/><Relationship Id="rId634" Type="http://schemas.openxmlformats.org/officeDocument/2006/relationships/image" Target="../media/image686.png"/><Relationship Id="rId676" Type="http://schemas.openxmlformats.org/officeDocument/2006/relationships/image" Target="../media/image707.png"/><Relationship Id="rId841" Type="http://schemas.openxmlformats.org/officeDocument/2006/relationships/customXml" Target="../ink/ink779.xml"/><Relationship Id="rId883" Type="http://schemas.openxmlformats.org/officeDocument/2006/relationships/customXml" Target="../ink/ink800.xml"/><Relationship Id="rId26" Type="http://schemas.openxmlformats.org/officeDocument/2006/relationships/image" Target="../media/image382.png"/><Relationship Id="rId231" Type="http://schemas.openxmlformats.org/officeDocument/2006/relationships/customXml" Target="../ink/ink474.xml"/><Relationship Id="rId273" Type="http://schemas.openxmlformats.org/officeDocument/2006/relationships/customXml" Target="../ink/ink495.xml"/><Relationship Id="rId329" Type="http://schemas.openxmlformats.org/officeDocument/2006/relationships/customXml" Target="../ink/ink523.xml"/><Relationship Id="rId480" Type="http://schemas.openxmlformats.org/officeDocument/2006/relationships/image" Target="../media/image609.png"/><Relationship Id="rId536" Type="http://schemas.openxmlformats.org/officeDocument/2006/relationships/image" Target="../media/image637.png"/><Relationship Id="rId701" Type="http://schemas.openxmlformats.org/officeDocument/2006/relationships/customXml" Target="../ink/ink709.xml"/><Relationship Id="rId68" Type="http://schemas.openxmlformats.org/officeDocument/2006/relationships/image" Target="../media/image403.png"/><Relationship Id="rId133" Type="http://schemas.openxmlformats.org/officeDocument/2006/relationships/customXml" Target="../ink/ink425.xml"/><Relationship Id="rId175" Type="http://schemas.openxmlformats.org/officeDocument/2006/relationships/customXml" Target="../ink/ink446.xml"/><Relationship Id="rId340" Type="http://schemas.openxmlformats.org/officeDocument/2006/relationships/image" Target="../media/image539.png"/><Relationship Id="rId578" Type="http://schemas.openxmlformats.org/officeDocument/2006/relationships/image" Target="../media/image658.png"/><Relationship Id="rId743" Type="http://schemas.openxmlformats.org/officeDocument/2006/relationships/customXml" Target="../ink/ink730.xml"/><Relationship Id="rId785" Type="http://schemas.openxmlformats.org/officeDocument/2006/relationships/customXml" Target="../ink/ink751.xml"/><Relationship Id="rId200" Type="http://schemas.openxmlformats.org/officeDocument/2006/relationships/image" Target="../media/image469.png"/><Relationship Id="rId382" Type="http://schemas.openxmlformats.org/officeDocument/2006/relationships/image" Target="../media/image560.png"/><Relationship Id="rId438" Type="http://schemas.openxmlformats.org/officeDocument/2006/relationships/image" Target="../media/image588.png"/><Relationship Id="rId603" Type="http://schemas.openxmlformats.org/officeDocument/2006/relationships/customXml" Target="../ink/ink660.xml"/><Relationship Id="rId645" Type="http://schemas.openxmlformats.org/officeDocument/2006/relationships/customXml" Target="../ink/ink681.xml"/><Relationship Id="rId687" Type="http://schemas.openxmlformats.org/officeDocument/2006/relationships/customXml" Target="../ink/ink702.xml"/><Relationship Id="rId810" Type="http://schemas.openxmlformats.org/officeDocument/2006/relationships/image" Target="../media/image774.png"/><Relationship Id="rId852" Type="http://schemas.openxmlformats.org/officeDocument/2006/relationships/image" Target="../media/image795.png"/><Relationship Id="rId242" Type="http://schemas.openxmlformats.org/officeDocument/2006/relationships/image" Target="../media/image490.png"/><Relationship Id="rId284" Type="http://schemas.openxmlformats.org/officeDocument/2006/relationships/image" Target="../media/image511.png"/><Relationship Id="rId491" Type="http://schemas.openxmlformats.org/officeDocument/2006/relationships/customXml" Target="../ink/ink604.xml"/><Relationship Id="rId505" Type="http://schemas.openxmlformats.org/officeDocument/2006/relationships/customXml" Target="../ink/ink611.xml"/><Relationship Id="rId712" Type="http://schemas.openxmlformats.org/officeDocument/2006/relationships/image" Target="../media/image725.png"/><Relationship Id="rId37" Type="http://schemas.openxmlformats.org/officeDocument/2006/relationships/customXml" Target="../ink/ink377.xml"/><Relationship Id="rId79" Type="http://schemas.openxmlformats.org/officeDocument/2006/relationships/customXml" Target="../ink/ink398.xml"/><Relationship Id="rId102" Type="http://schemas.openxmlformats.org/officeDocument/2006/relationships/image" Target="../media/image420.png"/><Relationship Id="rId144" Type="http://schemas.openxmlformats.org/officeDocument/2006/relationships/image" Target="../media/image441.png"/><Relationship Id="rId547" Type="http://schemas.openxmlformats.org/officeDocument/2006/relationships/customXml" Target="../ink/ink632.xml"/><Relationship Id="rId589" Type="http://schemas.openxmlformats.org/officeDocument/2006/relationships/customXml" Target="../ink/ink653.xml"/><Relationship Id="rId754" Type="http://schemas.openxmlformats.org/officeDocument/2006/relationships/image" Target="../media/image746.png"/><Relationship Id="rId796" Type="http://schemas.openxmlformats.org/officeDocument/2006/relationships/image" Target="../media/image767.png"/><Relationship Id="rId90" Type="http://schemas.openxmlformats.org/officeDocument/2006/relationships/image" Target="../media/image414.png"/><Relationship Id="rId186" Type="http://schemas.openxmlformats.org/officeDocument/2006/relationships/image" Target="../media/image462.png"/><Relationship Id="rId351" Type="http://schemas.openxmlformats.org/officeDocument/2006/relationships/customXml" Target="../ink/ink534.xml"/><Relationship Id="rId393" Type="http://schemas.openxmlformats.org/officeDocument/2006/relationships/customXml" Target="../ink/ink555.xml"/><Relationship Id="rId407" Type="http://schemas.openxmlformats.org/officeDocument/2006/relationships/customXml" Target="../ink/ink562.xml"/><Relationship Id="rId449" Type="http://schemas.openxmlformats.org/officeDocument/2006/relationships/customXml" Target="../ink/ink583.xml"/><Relationship Id="rId614" Type="http://schemas.openxmlformats.org/officeDocument/2006/relationships/image" Target="../media/image676.png"/><Relationship Id="rId656" Type="http://schemas.openxmlformats.org/officeDocument/2006/relationships/image" Target="../media/image697.png"/><Relationship Id="rId821" Type="http://schemas.openxmlformats.org/officeDocument/2006/relationships/customXml" Target="../ink/ink769.xml"/><Relationship Id="rId863" Type="http://schemas.openxmlformats.org/officeDocument/2006/relationships/customXml" Target="../ink/ink790.xml"/><Relationship Id="rId211" Type="http://schemas.openxmlformats.org/officeDocument/2006/relationships/customXml" Target="../ink/ink464.xml"/><Relationship Id="rId253" Type="http://schemas.openxmlformats.org/officeDocument/2006/relationships/customXml" Target="../ink/ink485.xml"/><Relationship Id="rId295" Type="http://schemas.openxmlformats.org/officeDocument/2006/relationships/customXml" Target="../ink/ink506.xml"/><Relationship Id="rId309" Type="http://schemas.openxmlformats.org/officeDocument/2006/relationships/customXml" Target="../ink/ink513.xml"/><Relationship Id="rId460" Type="http://schemas.openxmlformats.org/officeDocument/2006/relationships/image" Target="../media/image599.png"/><Relationship Id="rId516" Type="http://schemas.openxmlformats.org/officeDocument/2006/relationships/image" Target="../media/image627.png"/><Relationship Id="rId698" Type="http://schemas.openxmlformats.org/officeDocument/2006/relationships/image" Target="../media/image718.png"/><Relationship Id="rId48" Type="http://schemas.openxmlformats.org/officeDocument/2006/relationships/image" Target="../media/image393.png"/><Relationship Id="rId113" Type="http://schemas.openxmlformats.org/officeDocument/2006/relationships/customXml" Target="../ink/ink415.xml"/><Relationship Id="rId320" Type="http://schemas.openxmlformats.org/officeDocument/2006/relationships/image" Target="../media/image529.png"/><Relationship Id="rId558" Type="http://schemas.openxmlformats.org/officeDocument/2006/relationships/image" Target="../media/image648.png"/><Relationship Id="rId723" Type="http://schemas.openxmlformats.org/officeDocument/2006/relationships/customXml" Target="../ink/ink720.xml"/><Relationship Id="rId765" Type="http://schemas.openxmlformats.org/officeDocument/2006/relationships/customXml" Target="../ink/ink741.xml"/><Relationship Id="rId155" Type="http://schemas.openxmlformats.org/officeDocument/2006/relationships/customXml" Target="../ink/ink436.xml"/><Relationship Id="rId197" Type="http://schemas.openxmlformats.org/officeDocument/2006/relationships/customXml" Target="../ink/ink457.xml"/><Relationship Id="rId362" Type="http://schemas.openxmlformats.org/officeDocument/2006/relationships/image" Target="../media/image550.png"/><Relationship Id="rId418" Type="http://schemas.openxmlformats.org/officeDocument/2006/relationships/image" Target="../media/image578.png"/><Relationship Id="rId625" Type="http://schemas.openxmlformats.org/officeDocument/2006/relationships/customXml" Target="../ink/ink671.xml"/><Relationship Id="rId832" Type="http://schemas.openxmlformats.org/officeDocument/2006/relationships/image" Target="../media/image785.png"/><Relationship Id="rId222" Type="http://schemas.openxmlformats.org/officeDocument/2006/relationships/image" Target="../media/image480.png"/><Relationship Id="rId264" Type="http://schemas.openxmlformats.org/officeDocument/2006/relationships/image" Target="../media/image501.png"/><Relationship Id="rId471" Type="http://schemas.openxmlformats.org/officeDocument/2006/relationships/customXml" Target="../ink/ink594.xml"/><Relationship Id="rId667" Type="http://schemas.openxmlformats.org/officeDocument/2006/relationships/customXml" Target="../ink/ink692.xml"/><Relationship Id="rId874" Type="http://schemas.openxmlformats.org/officeDocument/2006/relationships/image" Target="../media/image806.png"/><Relationship Id="rId17" Type="http://schemas.openxmlformats.org/officeDocument/2006/relationships/customXml" Target="../ink/ink367.xml"/><Relationship Id="rId59" Type="http://schemas.openxmlformats.org/officeDocument/2006/relationships/customXml" Target="../ink/ink388.xml"/><Relationship Id="rId124" Type="http://schemas.openxmlformats.org/officeDocument/2006/relationships/image" Target="../media/image431.png"/><Relationship Id="rId527" Type="http://schemas.openxmlformats.org/officeDocument/2006/relationships/customXml" Target="../ink/ink622.xml"/><Relationship Id="rId569" Type="http://schemas.openxmlformats.org/officeDocument/2006/relationships/customXml" Target="../ink/ink643.xml"/><Relationship Id="rId734" Type="http://schemas.openxmlformats.org/officeDocument/2006/relationships/image" Target="../media/image736.png"/><Relationship Id="rId776" Type="http://schemas.openxmlformats.org/officeDocument/2006/relationships/image" Target="../media/image757.png"/><Relationship Id="rId70" Type="http://schemas.openxmlformats.org/officeDocument/2006/relationships/image" Target="../media/image404.png"/><Relationship Id="rId166" Type="http://schemas.openxmlformats.org/officeDocument/2006/relationships/image" Target="../media/image452.png"/><Relationship Id="rId331" Type="http://schemas.openxmlformats.org/officeDocument/2006/relationships/customXml" Target="../ink/ink524.xml"/><Relationship Id="rId373" Type="http://schemas.openxmlformats.org/officeDocument/2006/relationships/customXml" Target="../ink/ink545.xml"/><Relationship Id="rId429" Type="http://schemas.openxmlformats.org/officeDocument/2006/relationships/customXml" Target="../ink/ink573.xml"/><Relationship Id="rId580" Type="http://schemas.openxmlformats.org/officeDocument/2006/relationships/image" Target="../media/image659.png"/><Relationship Id="rId636" Type="http://schemas.openxmlformats.org/officeDocument/2006/relationships/image" Target="../media/image687.png"/><Relationship Id="rId801" Type="http://schemas.openxmlformats.org/officeDocument/2006/relationships/customXml" Target="../ink/ink759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475.xml"/><Relationship Id="rId440" Type="http://schemas.openxmlformats.org/officeDocument/2006/relationships/image" Target="../media/image589.png"/><Relationship Id="rId678" Type="http://schemas.openxmlformats.org/officeDocument/2006/relationships/image" Target="../media/image708.png"/><Relationship Id="rId843" Type="http://schemas.openxmlformats.org/officeDocument/2006/relationships/customXml" Target="../ink/ink780.xml"/><Relationship Id="rId885" Type="http://schemas.openxmlformats.org/officeDocument/2006/relationships/customXml" Target="../ink/ink801.xml"/><Relationship Id="rId28" Type="http://schemas.openxmlformats.org/officeDocument/2006/relationships/image" Target="../media/image383.png"/><Relationship Id="rId275" Type="http://schemas.openxmlformats.org/officeDocument/2006/relationships/customXml" Target="../ink/ink496.xml"/><Relationship Id="rId300" Type="http://schemas.openxmlformats.org/officeDocument/2006/relationships/image" Target="../media/image519.png"/><Relationship Id="rId482" Type="http://schemas.openxmlformats.org/officeDocument/2006/relationships/image" Target="../media/image610.png"/><Relationship Id="rId538" Type="http://schemas.openxmlformats.org/officeDocument/2006/relationships/image" Target="../media/image638.png"/><Relationship Id="rId703" Type="http://schemas.openxmlformats.org/officeDocument/2006/relationships/customXml" Target="../ink/ink710.xml"/><Relationship Id="rId745" Type="http://schemas.openxmlformats.org/officeDocument/2006/relationships/customXml" Target="../ink/ink731.xml"/><Relationship Id="rId81" Type="http://schemas.openxmlformats.org/officeDocument/2006/relationships/customXml" Target="../ink/ink399.xml"/><Relationship Id="rId135" Type="http://schemas.openxmlformats.org/officeDocument/2006/relationships/customXml" Target="../ink/ink426.xml"/><Relationship Id="rId177" Type="http://schemas.openxmlformats.org/officeDocument/2006/relationships/customXml" Target="../ink/ink447.xml"/><Relationship Id="rId342" Type="http://schemas.openxmlformats.org/officeDocument/2006/relationships/image" Target="../media/image540.png"/><Relationship Id="rId384" Type="http://schemas.openxmlformats.org/officeDocument/2006/relationships/image" Target="../media/image561.png"/><Relationship Id="rId591" Type="http://schemas.openxmlformats.org/officeDocument/2006/relationships/customXml" Target="../ink/ink654.xml"/><Relationship Id="rId605" Type="http://schemas.openxmlformats.org/officeDocument/2006/relationships/customXml" Target="../ink/ink661.xml"/><Relationship Id="rId787" Type="http://schemas.openxmlformats.org/officeDocument/2006/relationships/customXml" Target="../ink/ink752.xml"/><Relationship Id="rId812" Type="http://schemas.openxmlformats.org/officeDocument/2006/relationships/image" Target="../media/image775.png"/><Relationship Id="rId202" Type="http://schemas.openxmlformats.org/officeDocument/2006/relationships/image" Target="../media/image470.png"/><Relationship Id="rId244" Type="http://schemas.openxmlformats.org/officeDocument/2006/relationships/image" Target="../media/image491.png"/><Relationship Id="rId647" Type="http://schemas.openxmlformats.org/officeDocument/2006/relationships/customXml" Target="../ink/ink682.xml"/><Relationship Id="rId689" Type="http://schemas.openxmlformats.org/officeDocument/2006/relationships/customXml" Target="../ink/ink703.xml"/><Relationship Id="rId854" Type="http://schemas.openxmlformats.org/officeDocument/2006/relationships/image" Target="../media/image796.png"/><Relationship Id="rId39" Type="http://schemas.openxmlformats.org/officeDocument/2006/relationships/customXml" Target="../ink/ink378.xml"/><Relationship Id="rId286" Type="http://schemas.openxmlformats.org/officeDocument/2006/relationships/image" Target="../media/image512.png"/><Relationship Id="rId451" Type="http://schemas.openxmlformats.org/officeDocument/2006/relationships/customXml" Target="../ink/ink584.xml"/><Relationship Id="rId493" Type="http://schemas.openxmlformats.org/officeDocument/2006/relationships/customXml" Target="../ink/ink605.xml"/><Relationship Id="rId507" Type="http://schemas.openxmlformats.org/officeDocument/2006/relationships/customXml" Target="../ink/ink612.xml"/><Relationship Id="rId549" Type="http://schemas.openxmlformats.org/officeDocument/2006/relationships/customXml" Target="../ink/ink633.xml"/><Relationship Id="rId714" Type="http://schemas.openxmlformats.org/officeDocument/2006/relationships/image" Target="../media/image726.png"/><Relationship Id="rId756" Type="http://schemas.openxmlformats.org/officeDocument/2006/relationships/image" Target="../media/image747.png"/><Relationship Id="rId50" Type="http://schemas.openxmlformats.org/officeDocument/2006/relationships/image" Target="../media/image394.png"/><Relationship Id="rId104" Type="http://schemas.openxmlformats.org/officeDocument/2006/relationships/image" Target="../media/image421.png"/><Relationship Id="rId146" Type="http://schemas.openxmlformats.org/officeDocument/2006/relationships/image" Target="../media/image442.png"/><Relationship Id="rId188" Type="http://schemas.openxmlformats.org/officeDocument/2006/relationships/image" Target="../media/image463.png"/><Relationship Id="rId311" Type="http://schemas.openxmlformats.org/officeDocument/2006/relationships/customXml" Target="../ink/ink514.xml"/><Relationship Id="rId353" Type="http://schemas.openxmlformats.org/officeDocument/2006/relationships/customXml" Target="../ink/ink535.xml"/><Relationship Id="rId395" Type="http://schemas.openxmlformats.org/officeDocument/2006/relationships/customXml" Target="../ink/ink556.xml"/><Relationship Id="rId409" Type="http://schemas.openxmlformats.org/officeDocument/2006/relationships/customXml" Target="../ink/ink563.xml"/><Relationship Id="rId560" Type="http://schemas.openxmlformats.org/officeDocument/2006/relationships/image" Target="../media/image649.png"/><Relationship Id="rId798" Type="http://schemas.openxmlformats.org/officeDocument/2006/relationships/image" Target="../media/image768.png"/><Relationship Id="rId92" Type="http://schemas.openxmlformats.org/officeDocument/2006/relationships/image" Target="../media/image415.png"/><Relationship Id="rId213" Type="http://schemas.openxmlformats.org/officeDocument/2006/relationships/customXml" Target="../ink/ink465.xml"/><Relationship Id="rId420" Type="http://schemas.openxmlformats.org/officeDocument/2006/relationships/image" Target="../media/image579.png"/><Relationship Id="rId616" Type="http://schemas.openxmlformats.org/officeDocument/2006/relationships/image" Target="../media/image677.png"/><Relationship Id="rId658" Type="http://schemas.openxmlformats.org/officeDocument/2006/relationships/image" Target="../media/image698.png"/><Relationship Id="rId823" Type="http://schemas.openxmlformats.org/officeDocument/2006/relationships/customXml" Target="../ink/ink770.xml"/><Relationship Id="rId865" Type="http://schemas.openxmlformats.org/officeDocument/2006/relationships/customXml" Target="../ink/ink791.xml"/><Relationship Id="rId255" Type="http://schemas.openxmlformats.org/officeDocument/2006/relationships/customXml" Target="../ink/ink486.xml"/><Relationship Id="rId297" Type="http://schemas.openxmlformats.org/officeDocument/2006/relationships/customXml" Target="../ink/ink507.xml"/><Relationship Id="rId462" Type="http://schemas.openxmlformats.org/officeDocument/2006/relationships/image" Target="../media/image600.png"/><Relationship Id="rId518" Type="http://schemas.openxmlformats.org/officeDocument/2006/relationships/image" Target="../media/image628.png"/><Relationship Id="rId725" Type="http://schemas.openxmlformats.org/officeDocument/2006/relationships/customXml" Target="../ink/ink721.xml"/><Relationship Id="rId115" Type="http://schemas.openxmlformats.org/officeDocument/2006/relationships/customXml" Target="../ink/ink416.xml"/><Relationship Id="rId157" Type="http://schemas.openxmlformats.org/officeDocument/2006/relationships/customXml" Target="../ink/ink437.xml"/><Relationship Id="rId322" Type="http://schemas.openxmlformats.org/officeDocument/2006/relationships/image" Target="../media/image530.png"/><Relationship Id="rId364" Type="http://schemas.openxmlformats.org/officeDocument/2006/relationships/image" Target="../media/image551.png"/><Relationship Id="rId767" Type="http://schemas.openxmlformats.org/officeDocument/2006/relationships/customXml" Target="../ink/ink742.xml"/><Relationship Id="rId61" Type="http://schemas.openxmlformats.org/officeDocument/2006/relationships/customXml" Target="../ink/ink389.xml"/><Relationship Id="rId199" Type="http://schemas.openxmlformats.org/officeDocument/2006/relationships/customXml" Target="../ink/ink458.xml"/><Relationship Id="rId571" Type="http://schemas.openxmlformats.org/officeDocument/2006/relationships/customXml" Target="../ink/ink644.xml"/><Relationship Id="rId627" Type="http://schemas.openxmlformats.org/officeDocument/2006/relationships/customXml" Target="../ink/ink672.xml"/><Relationship Id="rId669" Type="http://schemas.openxmlformats.org/officeDocument/2006/relationships/customXml" Target="../ink/ink693.xml"/><Relationship Id="rId834" Type="http://schemas.openxmlformats.org/officeDocument/2006/relationships/image" Target="../media/image786.png"/><Relationship Id="rId876" Type="http://schemas.openxmlformats.org/officeDocument/2006/relationships/image" Target="../media/image807.png"/><Relationship Id="rId19" Type="http://schemas.openxmlformats.org/officeDocument/2006/relationships/customXml" Target="../ink/ink368.xml"/><Relationship Id="rId224" Type="http://schemas.openxmlformats.org/officeDocument/2006/relationships/image" Target="../media/image481.png"/><Relationship Id="rId266" Type="http://schemas.openxmlformats.org/officeDocument/2006/relationships/image" Target="../media/image502.png"/><Relationship Id="rId431" Type="http://schemas.openxmlformats.org/officeDocument/2006/relationships/customXml" Target="../ink/ink574.xml"/><Relationship Id="rId473" Type="http://schemas.openxmlformats.org/officeDocument/2006/relationships/customXml" Target="../ink/ink595.xml"/><Relationship Id="rId529" Type="http://schemas.openxmlformats.org/officeDocument/2006/relationships/customXml" Target="../ink/ink623.xml"/><Relationship Id="rId680" Type="http://schemas.openxmlformats.org/officeDocument/2006/relationships/image" Target="../media/image709.png"/><Relationship Id="rId736" Type="http://schemas.openxmlformats.org/officeDocument/2006/relationships/image" Target="../media/image737.png"/><Relationship Id="rId30" Type="http://schemas.openxmlformats.org/officeDocument/2006/relationships/image" Target="../media/image384.png"/><Relationship Id="rId126" Type="http://schemas.openxmlformats.org/officeDocument/2006/relationships/image" Target="../media/image432.png"/><Relationship Id="rId168" Type="http://schemas.openxmlformats.org/officeDocument/2006/relationships/image" Target="../media/image453.png"/><Relationship Id="rId333" Type="http://schemas.openxmlformats.org/officeDocument/2006/relationships/customXml" Target="../ink/ink525.xml"/><Relationship Id="rId540" Type="http://schemas.openxmlformats.org/officeDocument/2006/relationships/image" Target="../media/image639.png"/><Relationship Id="rId778" Type="http://schemas.openxmlformats.org/officeDocument/2006/relationships/image" Target="../media/image758.png"/><Relationship Id="rId72" Type="http://schemas.openxmlformats.org/officeDocument/2006/relationships/image" Target="../media/image405.png"/><Relationship Id="rId375" Type="http://schemas.openxmlformats.org/officeDocument/2006/relationships/customXml" Target="../ink/ink546.xml"/><Relationship Id="rId582" Type="http://schemas.openxmlformats.org/officeDocument/2006/relationships/image" Target="../media/image660.png"/><Relationship Id="rId638" Type="http://schemas.openxmlformats.org/officeDocument/2006/relationships/image" Target="../media/image688.png"/><Relationship Id="rId803" Type="http://schemas.openxmlformats.org/officeDocument/2006/relationships/customXml" Target="../ink/ink760.xml"/><Relationship Id="rId845" Type="http://schemas.openxmlformats.org/officeDocument/2006/relationships/customXml" Target="../ink/ink781.xml"/><Relationship Id="rId3" Type="http://schemas.openxmlformats.org/officeDocument/2006/relationships/customXml" Target="../ink/ink360.xml"/><Relationship Id="rId235" Type="http://schemas.openxmlformats.org/officeDocument/2006/relationships/customXml" Target="../ink/ink476.xml"/><Relationship Id="rId277" Type="http://schemas.openxmlformats.org/officeDocument/2006/relationships/customXml" Target="../ink/ink497.xml"/><Relationship Id="rId400" Type="http://schemas.openxmlformats.org/officeDocument/2006/relationships/image" Target="../media/image569.png"/><Relationship Id="rId442" Type="http://schemas.openxmlformats.org/officeDocument/2006/relationships/image" Target="../media/image590.png"/><Relationship Id="rId484" Type="http://schemas.openxmlformats.org/officeDocument/2006/relationships/image" Target="../media/image611.png"/><Relationship Id="rId705" Type="http://schemas.openxmlformats.org/officeDocument/2006/relationships/customXml" Target="../ink/ink711.xml"/><Relationship Id="rId887" Type="http://schemas.openxmlformats.org/officeDocument/2006/relationships/customXml" Target="../ink/ink802.xml"/><Relationship Id="rId137" Type="http://schemas.openxmlformats.org/officeDocument/2006/relationships/customXml" Target="../ink/ink427.xml"/><Relationship Id="rId302" Type="http://schemas.openxmlformats.org/officeDocument/2006/relationships/image" Target="../media/image520.png"/><Relationship Id="rId344" Type="http://schemas.openxmlformats.org/officeDocument/2006/relationships/image" Target="../media/image541.png"/><Relationship Id="rId691" Type="http://schemas.openxmlformats.org/officeDocument/2006/relationships/customXml" Target="../ink/ink704.xml"/><Relationship Id="rId747" Type="http://schemas.openxmlformats.org/officeDocument/2006/relationships/customXml" Target="../ink/ink732.xml"/><Relationship Id="rId789" Type="http://schemas.openxmlformats.org/officeDocument/2006/relationships/customXml" Target="../ink/ink753.xml"/><Relationship Id="rId41" Type="http://schemas.openxmlformats.org/officeDocument/2006/relationships/customXml" Target="../ink/ink379.xml"/><Relationship Id="rId83" Type="http://schemas.openxmlformats.org/officeDocument/2006/relationships/customXml" Target="../ink/ink400.xml"/><Relationship Id="rId179" Type="http://schemas.openxmlformats.org/officeDocument/2006/relationships/customXml" Target="../ink/ink448.xml"/><Relationship Id="rId386" Type="http://schemas.openxmlformats.org/officeDocument/2006/relationships/image" Target="../media/image562.png"/><Relationship Id="rId551" Type="http://schemas.openxmlformats.org/officeDocument/2006/relationships/customXml" Target="../ink/ink634.xml"/><Relationship Id="rId593" Type="http://schemas.openxmlformats.org/officeDocument/2006/relationships/customXml" Target="../ink/ink655.xml"/><Relationship Id="rId607" Type="http://schemas.openxmlformats.org/officeDocument/2006/relationships/customXml" Target="../ink/ink662.xml"/><Relationship Id="rId649" Type="http://schemas.openxmlformats.org/officeDocument/2006/relationships/customXml" Target="../ink/ink683.xml"/><Relationship Id="rId814" Type="http://schemas.openxmlformats.org/officeDocument/2006/relationships/image" Target="../media/image776.png"/><Relationship Id="rId856" Type="http://schemas.openxmlformats.org/officeDocument/2006/relationships/image" Target="../media/image797.png"/><Relationship Id="rId190" Type="http://schemas.openxmlformats.org/officeDocument/2006/relationships/image" Target="../media/image464.png"/><Relationship Id="rId204" Type="http://schemas.openxmlformats.org/officeDocument/2006/relationships/image" Target="../media/image471.png"/><Relationship Id="rId246" Type="http://schemas.openxmlformats.org/officeDocument/2006/relationships/image" Target="../media/image492.png"/><Relationship Id="rId288" Type="http://schemas.openxmlformats.org/officeDocument/2006/relationships/image" Target="../media/image513.png"/><Relationship Id="rId411" Type="http://schemas.openxmlformats.org/officeDocument/2006/relationships/customXml" Target="../ink/ink564.xml"/><Relationship Id="rId453" Type="http://schemas.openxmlformats.org/officeDocument/2006/relationships/customXml" Target="../ink/ink585.xml"/><Relationship Id="rId509" Type="http://schemas.openxmlformats.org/officeDocument/2006/relationships/customXml" Target="../ink/ink613.xml"/><Relationship Id="rId660" Type="http://schemas.openxmlformats.org/officeDocument/2006/relationships/image" Target="../media/image699.png"/><Relationship Id="rId106" Type="http://schemas.openxmlformats.org/officeDocument/2006/relationships/image" Target="../media/image422.png"/><Relationship Id="rId313" Type="http://schemas.openxmlformats.org/officeDocument/2006/relationships/customXml" Target="../ink/ink515.xml"/><Relationship Id="rId495" Type="http://schemas.openxmlformats.org/officeDocument/2006/relationships/customXml" Target="../ink/ink606.xml"/><Relationship Id="rId716" Type="http://schemas.openxmlformats.org/officeDocument/2006/relationships/image" Target="../media/image727.png"/><Relationship Id="rId758" Type="http://schemas.openxmlformats.org/officeDocument/2006/relationships/image" Target="../media/image748.png"/><Relationship Id="rId10" Type="http://schemas.openxmlformats.org/officeDocument/2006/relationships/image" Target="../media/image374.png"/><Relationship Id="rId52" Type="http://schemas.openxmlformats.org/officeDocument/2006/relationships/image" Target="../media/image395.png"/><Relationship Id="rId94" Type="http://schemas.openxmlformats.org/officeDocument/2006/relationships/image" Target="../media/image416.png"/><Relationship Id="rId148" Type="http://schemas.openxmlformats.org/officeDocument/2006/relationships/image" Target="../media/image443.png"/><Relationship Id="rId355" Type="http://schemas.openxmlformats.org/officeDocument/2006/relationships/customXml" Target="../ink/ink536.xml"/><Relationship Id="rId397" Type="http://schemas.openxmlformats.org/officeDocument/2006/relationships/customXml" Target="../ink/ink557.xml"/><Relationship Id="rId520" Type="http://schemas.openxmlformats.org/officeDocument/2006/relationships/image" Target="../media/image629.png"/><Relationship Id="rId562" Type="http://schemas.openxmlformats.org/officeDocument/2006/relationships/image" Target="../media/image650.png"/><Relationship Id="rId618" Type="http://schemas.openxmlformats.org/officeDocument/2006/relationships/image" Target="../media/image678.png"/><Relationship Id="rId825" Type="http://schemas.openxmlformats.org/officeDocument/2006/relationships/customXml" Target="../ink/ink771.xml"/><Relationship Id="rId215" Type="http://schemas.openxmlformats.org/officeDocument/2006/relationships/customXml" Target="../ink/ink466.xml"/><Relationship Id="rId257" Type="http://schemas.openxmlformats.org/officeDocument/2006/relationships/customXml" Target="../ink/ink487.xml"/><Relationship Id="rId422" Type="http://schemas.openxmlformats.org/officeDocument/2006/relationships/image" Target="../media/image580.png"/><Relationship Id="rId464" Type="http://schemas.openxmlformats.org/officeDocument/2006/relationships/image" Target="../media/image601.png"/><Relationship Id="rId867" Type="http://schemas.openxmlformats.org/officeDocument/2006/relationships/customXml" Target="../ink/ink792.xml"/><Relationship Id="rId299" Type="http://schemas.openxmlformats.org/officeDocument/2006/relationships/customXml" Target="../ink/ink508.xml"/><Relationship Id="rId727" Type="http://schemas.openxmlformats.org/officeDocument/2006/relationships/customXml" Target="../ink/ink722.xml"/><Relationship Id="rId63" Type="http://schemas.openxmlformats.org/officeDocument/2006/relationships/customXml" Target="../ink/ink390.xml"/><Relationship Id="rId159" Type="http://schemas.openxmlformats.org/officeDocument/2006/relationships/customXml" Target="../ink/ink438.xml"/><Relationship Id="rId366" Type="http://schemas.openxmlformats.org/officeDocument/2006/relationships/image" Target="../media/image552.png"/><Relationship Id="rId573" Type="http://schemas.openxmlformats.org/officeDocument/2006/relationships/customXml" Target="../ink/ink645.xml"/><Relationship Id="rId780" Type="http://schemas.openxmlformats.org/officeDocument/2006/relationships/image" Target="../media/image759.png"/><Relationship Id="rId226" Type="http://schemas.openxmlformats.org/officeDocument/2006/relationships/image" Target="../media/image482.png"/><Relationship Id="rId433" Type="http://schemas.openxmlformats.org/officeDocument/2006/relationships/customXml" Target="../ink/ink575.xml"/><Relationship Id="rId878" Type="http://schemas.openxmlformats.org/officeDocument/2006/relationships/image" Target="../media/image808.png"/><Relationship Id="rId640" Type="http://schemas.openxmlformats.org/officeDocument/2006/relationships/image" Target="../media/image689.png"/><Relationship Id="rId738" Type="http://schemas.openxmlformats.org/officeDocument/2006/relationships/image" Target="../media/image738.png"/><Relationship Id="rId74" Type="http://schemas.openxmlformats.org/officeDocument/2006/relationships/image" Target="../media/image406.png"/><Relationship Id="rId377" Type="http://schemas.openxmlformats.org/officeDocument/2006/relationships/customXml" Target="../ink/ink547.xml"/><Relationship Id="rId500" Type="http://schemas.openxmlformats.org/officeDocument/2006/relationships/image" Target="../media/image619.png"/><Relationship Id="rId584" Type="http://schemas.openxmlformats.org/officeDocument/2006/relationships/image" Target="../media/image661.png"/><Relationship Id="rId805" Type="http://schemas.openxmlformats.org/officeDocument/2006/relationships/customXml" Target="../ink/ink761.xml"/><Relationship Id="rId5" Type="http://schemas.openxmlformats.org/officeDocument/2006/relationships/customXml" Target="../ink/ink361.xml"/><Relationship Id="rId237" Type="http://schemas.openxmlformats.org/officeDocument/2006/relationships/customXml" Target="../ink/ink477.xml"/><Relationship Id="rId791" Type="http://schemas.openxmlformats.org/officeDocument/2006/relationships/customXml" Target="../ink/ink754.xml"/><Relationship Id="rId889" Type="http://schemas.openxmlformats.org/officeDocument/2006/relationships/customXml" Target="../ink/ink803.xml"/><Relationship Id="rId444" Type="http://schemas.openxmlformats.org/officeDocument/2006/relationships/image" Target="../media/image591.png"/><Relationship Id="rId651" Type="http://schemas.openxmlformats.org/officeDocument/2006/relationships/customXml" Target="../ink/ink684.xml"/><Relationship Id="rId749" Type="http://schemas.openxmlformats.org/officeDocument/2006/relationships/customXml" Target="../ink/ink733.xml"/><Relationship Id="rId290" Type="http://schemas.openxmlformats.org/officeDocument/2006/relationships/image" Target="../media/image514.png"/><Relationship Id="rId304" Type="http://schemas.openxmlformats.org/officeDocument/2006/relationships/image" Target="../media/image521.png"/><Relationship Id="rId388" Type="http://schemas.openxmlformats.org/officeDocument/2006/relationships/image" Target="../media/image563.png"/><Relationship Id="rId511" Type="http://schemas.openxmlformats.org/officeDocument/2006/relationships/customXml" Target="../ink/ink614.xml"/><Relationship Id="rId609" Type="http://schemas.openxmlformats.org/officeDocument/2006/relationships/customXml" Target="../ink/ink663.xml"/><Relationship Id="rId85" Type="http://schemas.openxmlformats.org/officeDocument/2006/relationships/customXml" Target="../ink/ink401.xml"/><Relationship Id="rId150" Type="http://schemas.openxmlformats.org/officeDocument/2006/relationships/image" Target="../media/image444.png"/><Relationship Id="rId595" Type="http://schemas.openxmlformats.org/officeDocument/2006/relationships/customXml" Target="../ink/ink656.xml"/><Relationship Id="rId816" Type="http://schemas.openxmlformats.org/officeDocument/2006/relationships/image" Target="../media/image777.png"/><Relationship Id="rId248" Type="http://schemas.openxmlformats.org/officeDocument/2006/relationships/image" Target="../media/image493.png"/><Relationship Id="rId455" Type="http://schemas.openxmlformats.org/officeDocument/2006/relationships/customXml" Target="../ink/ink586.xml"/><Relationship Id="rId662" Type="http://schemas.openxmlformats.org/officeDocument/2006/relationships/image" Target="../media/image700.png"/><Relationship Id="rId12" Type="http://schemas.openxmlformats.org/officeDocument/2006/relationships/image" Target="../media/image375.png"/><Relationship Id="rId108" Type="http://schemas.openxmlformats.org/officeDocument/2006/relationships/image" Target="../media/image423.png"/><Relationship Id="rId315" Type="http://schemas.openxmlformats.org/officeDocument/2006/relationships/customXml" Target="../ink/ink516.xml"/><Relationship Id="rId522" Type="http://schemas.openxmlformats.org/officeDocument/2006/relationships/image" Target="../media/image630.png"/><Relationship Id="rId96" Type="http://schemas.openxmlformats.org/officeDocument/2006/relationships/image" Target="../media/image417.png"/><Relationship Id="rId161" Type="http://schemas.openxmlformats.org/officeDocument/2006/relationships/customXml" Target="../ink/ink439.xml"/><Relationship Id="rId399" Type="http://schemas.openxmlformats.org/officeDocument/2006/relationships/customXml" Target="../ink/ink558.xml"/><Relationship Id="rId827" Type="http://schemas.openxmlformats.org/officeDocument/2006/relationships/customXml" Target="../ink/ink772.xml"/><Relationship Id="rId259" Type="http://schemas.openxmlformats.org/officeDocument/2006/relationships/customXml" Target="../ink/ink488.xml"/><Relationship Id="rId466" Type="http://schemas.openxmlformats.org/officeDocument/2006/relationships/image" Target="../media/image602.png"/><Relationship Id="rId673" Type="http://schemas.openxmlformats.org/officeDocument/2006/relationships/customXml" Target="../ink/ink695.xml"/><Relationship Id="rId880" Type="http://schemas.openxmlformats.org/officeDocument/2006/relationships/image" Target="../media/image809.png"/><Relationship Id="rId23" Type="http://schemas.openxmlformats.org/officeDocument/2006/relationships/customXml" Target="../ink/ink370.xml"/><Relationship Id="rId119" Type="http://schemas.openxmlformats.org/officeDocument/2006/relationships/customXml" Target="../ink/ink418.xml"/><Relationship Id="rId326" Type="http://schemas.openxmlformats.org/officeDocument/2006/relationships/image" Target="../media/image532.png"/><Relationship Id="rId533" Type="http://schemas.openxmlformats.org/officeDocument/2006/relationships/customXml" Target="../ink/ink625.xml"/><Relationship Id="rId740" Type="http://schemas.openxmlformats.org/officeDocument/2006/relationships/image" Target="../media/image739.png"/><Relationship Id="rId838" Type="http://schemas.openxmlformats.org/officeDocument/2006/relationships/image" Target="../media/image788.png"/><Relationship Id="rId172" Type="http://schemas.openxmlformats.org/officeDocument/2006/relationships/image" Target="../media/image455.png"/><Relationship Id="rId477" Type="http://schemas.openxmlformats.org/officeDocument/2006/relationships/customXml" Target="../ink/ink597.xml"/><Relationship Id="rId600" Type="http://schemas.openxmlformats.org/officeDocument/2006/relationships/image" Target="../media/image669.png"/><Relationship Id="rId684" Type="http://schemas.openxmlformats.org/officeDocument/2006/relationships/image" Target="../media/image711.png"/><Relationship Id="rId337" Type="http://schemas.openxmlformats.org/officeDocument/2006/relationships/customXml" Target="../ink/ink527.xml"/><Relationship Id="rId34" Type="http://schemas.openxmlformats.org/officeDocument/2006/relationships/image" Target="../media/image386.png"/><Relationship Id="rId544" Type="http://schemas.openxmlformats.org/officeDocument/2006/relationships/image" Target="../media/image641.png"/><Relationship Id="rId751" Type="http://schemas.openxmlformats.org/officeDocument/2006/relationships/customXml" Target="../ink/ink734.xml"/><Relationship Id="rId849" Type="http://schemas.openxmlformats.org/officeDocument/2006/relationships/customXml" Target="../ink/ink783.xml"/><Relationship Id="rId183" Type="http://schemas.openxmlformats.org/officeDocument/2006/relationships/customXml" Target="../ink/ink450.xml"/><Relationship Id="rId390" Type="http://schemas.openxmlformats.org/officeDocument/2006/relationships/image" Target="../media/image564.png"/><Relationship Id="rId404" Type="http://schemas.openxmlformats.org/officeDocument/2006/relationships/image" Target="../media/image571.png"/><Relationship Id="rId611" Type="http://schemas.openxmlformats.org/officeDocument/2006/relationships/customXml" Target="../ink/ink664.xml"/><Relationship Id="rId250" Type="http://schemas.openxmlformats.org/officeDocument/2006/relationships/image" Target="../media/image494.png"/><Relationship Id="rId488" Type="http://schemas.openxmlformats.org/officeDocument/2006/relationships/image" Target="../media/image613.png"/><Relationship Id="rId695" Type="http://schemas.openxmlformats.org/officeDocument/2006/relationships/customXml" Target="../ink/ink706.xml"/><Relationship Id="rId709" Type="http://schemas.openxmlformats.org/officeDocument/2006/relationships/customXml" Target="../ink/ink713.xml"/><Relationship Id="rId45" Type="http://schemas.openxmlformats.org/officeDocument/2006/relationships/customXml" Target="../ink/ink381.xml"/><Relationship Id="rId110" Type="http://schemas.openxmlformats.org/officeDocument/2006/relationships/image" Target="../media/image424.png"/><Relationship Id="rId348" Type="http://schemas.openxmlformats.org/officeDocument/2006/relationships/image" Target="../media/image543.png"/><Relationship Id="rId555" Type="http://schemas.openxmlformats.org/officeDocument/2006/relationships/customXml" Target="../ink/ink636.xml"/><Relationship Id="rId762" Type="http://schemas.openxmlformats.org/officeDocument/2006/relationships/image" Target="../media/image750.png"/><Relationship Id="rId194" Type="http://schemas.openxmlformats.org/officeDocument/2006/relationships/image" Target="../media/image466.png"/><Relationship Id="rId208" Type="http://schemas.openxmlformats.org/officeDocument/2006/relationships/image" Target="../media/image473.png"/><Relationship Id="rId415" Type="http://schemas.openxmlformats.org/officeDocument/2006/relationships/customXml" Target="../ink/ink566.xml"/><Relationship Id="rId622" Type="http://schemas.openxmlformats.org/officeDocument/2006/relationships/image" Target="../media/image680.png"/><Relationship Id="rId261" Type="http://schemas.openxmlformats.org/officeDocument/2006/relationships/customXml" Target="../ink/ink489.xml"/><Relationship Id="rId499" Type="http://schemas.openxmlformats.org/officeDocument/2006/relationships/customXml" Target="../ink/ink608.xml"/><Relationship Id="rId56" Type="http://schemas.openxmlformats.org/officeDocument/2006/relationships/image" Target="../media/image397.png"/><Relationship Id="rId359" Type="http://schemas.openxmlformats.org/officeDocument/2006/relationships/customXml" Target="../ink/ink538.xml"/><Relationship Id="rId566" Type="http://schemas.openxmlformats.org/officeDocument/2006/relationships/image" Target="../media/image652.png"/><Relationship Id="rId773" Type="http://schemas.openxmlformats.org/officeDocument/2006/relationships/customXml" Target="../ink/ink745.xml"/><Relationship Id="rId121" Type="http://schemas.openxmlformats.org/officeDocument/2006/relationships/customXml" Target="../ink/ink419.xml"/><Relationship Id="rId219" Type="http://schemas.openxmlformats.org/officeDocument/2006/relationships/customXml" Target="../ink/ink468.xml"/><Relationship Id="rId426" Type="http://schemas.openxmlformats.org/officeDocument/2006/relationships/image" Target="../media/image582.png"/><Relationship Id="rId633" Type="http://schemas.openxmlformats.org/officeDocument/2006/relationships/customXml" Target="../ink/ink675.xml"/><Relationship Id="rId840" Type="http://schemas.openxmlformats.org/officeDocument/2006/relationships/image" Target="../media/image789.png"/><Relationship Id="rId67" Type="http://schemas.openxmlformats.org/officeDocument/2006/relationships/customXml" Target="../ink/ink392.xml"/><Relationship Id="rId272" Type="http://schemas.openxmlformats.org/officeDocument/2006/relationships/image" Target="../media/image505.png"/><Relationship Id="rId577" Type="http://schemas.openxmlformats.org/officeDocument/2006/relationships/customXml" Target="../ink/ink647.xml"/><Relationship Id="rId700" Type="http://schemas.openxmlformats.org/officeDocument/2006/relationships/image" Target="../media/image719.png"/><Relationship Id="rId132" Type="http://schemas.openxmlformats.org/officeDocument/2006/relationships/image" Target="../media/image435.png"/><Relationship Id="rId784" Type="http://schemas.openxmlformats.org/officeDocument/2006/relationships/image" Target="../media/image761.png"/><Relationship Id="rId437" Type="http://schemas.openxmlformats.org/officeDocument/2006/relationships/customXml" Target="../ink/ink577.xml"/><Relationship Id="rId644" Type="http://schemas.openxmlformats.org/officeDocument/2006/relationships/image" Target="../media/image691.png"/><Relationship Id="rId851" Type="http://schemas.openxmlformats.org/officeDocument/2006/relationships/customXml" Target="../ink/ink784.xml"/><Relationship Id="rId283" Type="http://schemas.openxmlformats.org/officeDocument/2006/relationships/customXml" Target="../ink/ink500.xml"/><Relationship Id="rId490" Type="http://schemas.openxmlformats.org/officeDocument/2006/relationships/image" Target="../media/image614.png"/><Relationship Id="rId504" Type="http://schemas.openxmlformats.org/officeDocument/2006/relationships/image" Target="../media/image621.png"/><Relationship Id="rId711" Type="http://schemas.openxmlformats.org/officeDocument/2006/relationships/customXml" Target="../ink/ink714.xml"/><Relationship Id="rId78" Type="http://schemas.openxmlformats.org/officeDocument/2006/relationships/image" Target="../media/image408.png"/><Relationship Id="rId143" Type="http://schemas.openxmlformats.org/officeDocument/2006/relationships/customXml" Target="../ink/ink430.xml"/><Relationship Id="rId350" Type="http://schemas.openxmlformats.org/officeDocument/2006/relationships/image" Target="../media/image544.png"/><Relationship Id="rId588" Type="http://schemas.openxmlformats.org/officeDocument/2006/relationships/image" Target="../media/image663.png"/><Relationship Id="rId795" Type="http://schemas.openxmlformats.org/officeDocument/2006/relationships/customXml" Target="../ink/ink756.xml"/><Relationship Id="rId809" Type="http://schemas.openxmlformats.org/officeDocument/2006/relationships/customXml" Target="../ink/ink763.xml"/><Relationship Id="rId9" Type="http://schemas.openxmlformats.org/officeDocument/2006/relationships/customXml" Target="../ink/ink363.xml"/><Relationship Id="rId210" Type="http://schemas.openxmlformats.org/officeDocument/2006/relationships/image" Target="../media/image474.png"/><Relationship Id="rId448" Type="http://schemas.openxmlformats.org/officeDocument/2006/relationships/image" Target="../media/image593.png"/><Relationship Id="rId655" Type="http://schemas.openxmlformats.org/officeDocument/2006/relationships/customXml" Target="../ink/ink686.xml"/><Relationship Id="rId862" Type="http://schemas.openxmlformats.org/officeDocument/2006/relationships/image" Target="../media/image800.png"/><Relationship Id="rId294" Type="http://schemas.openxmlformats.org/officeDocument/2006/relationships/image" Target="../media/image516.png"/><Relationship Id="rId308" Type="http://schemas.openxmlformats.org/officeDocument/2006/relationships/image" Target="../media/image523.png"/><Relationship Id="rId515" Type="http://schemas.openxmlformats.org/officeDocument/2006/relationships/customXml" Target="../ink/ink616.xml"/><Relationship Id="rId722" Type="http://schemas.openxmlformats.org/officeDocument/2006/relationships/image" Target="../media/image730.png"/><Relationship Id="rId89" Type="http://schemas.openxmlformats.org/officeDocument/2006/relationships/customXml" Target="../ink/ink403.xml"/><Relationship Id="rId154" Type="http://schemas.openxmlformats.org/officeDocument/2006/relationships/image" Target="../media/image446.png"/><Relationship Id="rId361" Type="http://schemas.openxmlformats.org/officeDocument/2006/relationships/customXml" Target="../ink/ink539.xml"/><Relationship Id="rId599" Type="http://schemas.openxmlformats.org/officeDocument/2006/relationships/customXml" Target="../ink/ink658.xml"/><Relationship Id="rId459" Type="http://schemas.openxmlformats.org/officeDocument/2006/relationships/customXml" Target="../ink/ink588.xml"/><Relationship Id="rId666" Type="http://schemas.openxmlformats.org/officeDocument/2006/relationships/image" Target="../media/image702.png"/><Relationship Id="rId873" Type="http://schemas.openxmlformats.org/officeDocument/2006/relationships/customXml" Target="../ink/ink795.xml"/><Relationship Id="rId16" Type="http://schemas.openxmlformats.org/officeDocument/2006/relationships/image" Target="../media/image377.png"/><Relationship Id="rId221" Type="http://schemas.openxmlformats.org/officeDocument/2006/relationships/customXml" Target="../ink/ink469.xml"/><Relationship Id="rId319" Type="http://schemas.openxmlformats.org/officeDocument/2006/relationships/customXml" Target="../ink/ink518.xml"/><Relationship Id="rId526" Type="http://schemas.openxmlformats.org/officeDocument/2006/relationships/image" Target="../media/image632.png"/><Relationship Id="rId733" Type="http://schemas.openxmlformats.org/officeDocument/2006/relationships/customXml" Target="../ink/ink725.xml"/><Relationship Id="rId165" Type="http://schemas.openxmlformats.org/officeDocument/2006/relationships/customXml" Target="../ink/ink441.xml"/><Relationship Id="rId372" Type="http://schemas.openxmlformats.org/officeDocument/2006/relationships/image" Target="../media/image555.png"/><Relationship Id="rId677" Type="http://schemas.openxmlformats.org/officeDocument/2006/relationships/customXml" Target="../ink/ink697.xml"/><Relationship Id="rId800" Type="http://schemas.openxmlformats.org/officeDocument/2006/relationships/image" Target="../media/image769.png"/><Relationship Id="rId232" Type="http://schemas.openxmlformats.org/officeDocument/2006/relationships/image" Target="../media/image485.png"/><Relationship Id="rId884" Type="http://schemas.openxmlformats.org/officeDocument/2006/relationships/image" Target="../media/image811.png"/><Relationship Id="rId27" Type="http://schemas.openxmlformats.org/officeDocument/2006/relationships/customXml" Target="../ink/ink372.xml"/><Relationship Id="rId537" Type="http://schemas.openxmlformats.org/officeDocument/2006/relationships/customXml" Target="../ink/ink627.xml"/><Relationship Id="rId744" Type="http://schemas.openxmlformats.org/officeDocument/2006/relationships/image" Target="../media/image741.png"/><Relationship Id="rId80" Type="http://schemas.openxmlformats.org/officeDocument/2006/relationships/image" Target="../media/image409.png"/><Relationship Id="rId176" Type="http://schemas.openxmlformats.org/officeDocument/2006/relationships/image" Target="../media/image457.png"/><Relationship Id="rId383" Type="http://schemas.openxmlformats.org/officeDocument/2006/relationships/customXml" Target="../ink/ink550.xml"/><Relationship Id="rId590" Type="http://schemas.openxmlformats.org/officeDocument/2006/relationships/image" Target="../media/image664.png"/><Relationship Id="rId604" Type="http://schemas.openxmlformats.org/officeDocument/2006/relationships/image" Target="../media/image671.png"/><Relationship Id="rId811" Type="http://schemas.openxmlformats.org/officeDocument/2006/relationships/customXml" Target="../ink/ink764.xml"/><Relationship Id="rId243" Type="http://schemas.openxmlformats.org/officeDocument/2006/relationships/customXml" Target="../ink/ink480.xml"/><Relationship Id="rId450" Type="http://schemas.openxmlformats.org/officeDocument/2006/relationships/image" Target="../media/image594.png"/><Relationship Id="rId688" Type="http://schemas.openxmlformats.org/officeDocument/2006/relationships/image" Target="../media/image713.png"/><Relationship Id="rId38" Type="http://schemas.openxmlformats.org/officeDocument/2006/relationships/image" Target="../media/image388.png"/><Relationship Id="rId103" Type="http://schemas.openxmlformats.org/officeDocument/2006/relationships/customXml" Target="../ink/ink410.xml"/><Relationship Id="rId310" Type="http://schemas.openxmlformats.org/officeDocument/2006/relationships/image" Target="../media/image524.png"/><Relationship Id="rId548" Type="http://schemas.openxmlformats.org/officeDocument/2006/relationships/image" Target="../media/image643.png"/><Relationship Id="rId755" Type="http://schemas.openxmlformats.org/officeDocument/2006/relationships/customXml" Target="../ink/ink736.xml"/><Relationship Id="rId91" Type="http://schemas.openxmlformats.org/officeDocument/2006/relationships/customXml" Target="../ink/ink404.xml"/><Relationship Id="rId187" Type="http://schemas.openxmlformats.org/officeDocument/2006/relationships/customXml" Target="../ink/ink452.xml"/><Relationship Id="rId394" Type="http://schemas.openxmlformats.org/officeDocument/2006/relationships/image" Target="../media/image566.png"/><Relationship Id="rId408" Type="http://schemas.openxmlformats.org/officeDocument/2006/relationships/image" Target="../media/image573.png"/><Relationship Id="rId615" Type="http://schemas.openxmlformats.org/officeDocument/2006/relationships/customXml" Target="../ink/ink666.xml"/><Relationship Id="rId822" Type="http://schemas.openxmlformats.org/officeDocument/2006/relationships/image" Target="../media/image780.png"/><Relationship Id="rId254" Type="http://schemas.openxmlformats.org/officeDocument/2006/relationships/image" Target="../media/image496.png"/><Relationship Id="rId699" Type="http://schemas.openxmlformats.org/officeDocument/2006/relationships/customXml" Target="../ink/ink708.xml"/><Relationship Id="rId49" Type="http://schemas.openxmlformats.org/officeDocument/2006/relationships/customXml" Target="../ink/ink383.xml"/><Relationship Id="rId114" Type="http://schemas.openxmlformats.org/officeDocument/2006/relationships/image" Target="../media/image426.png"/><Relationship Id="rId461" Type="http://schemas.openxmlformats.org/officeDocument/2006/relationships/customXml" Target="../ink/ink589.xml"/><Relationship Id="rId559" Type="http://schemas.openxmlformats.org/officeDocument/2006/relationships/customXml" Target="../ink/ink638.xml"/><Relationship Id="rId766" Type="http://schemas.openxmlformats.org/officeDocument/2006/relationships/image" Target="../media/image752.png"/><Relationship Id="rId198" Type="http://schemas.openxmlformats.org/officeDocument/2006/relationships/image" Target="../media/image468.png"/><Relationship Id="rId321" Type="http://schemas.openxmlformats.org/officeDocument/2006/relationships/customXml" Target="../ink/ink519.xml"/><Relationship Id="rId419" Type="http://schemas.openxmlformats.org/officeDocument/2006/relationships/customXml" Target="../ink/ink568.xml"/><Relationship Id="rId626" Type="http://schemas.openxmlformats.org/officeDocument/2006/relationships/image" Target="../media/image682.png"/><Relationship Id="rId833" Type="http://schemas.openxmlformats.org/officeDocument/2006/relationships/customXml" Target="../ink/ink775.xml"/><Relationship Id="rId265" Type="http://schemas.openxmlformats.org/officeDocument/2006/relationships/customXml" Target="../ink/ink491.xml"/><Relationship Id="rId472" Type="http://schemas.openxmlformats.org/officeDocument/2006/relationships/image" Target="../media/image605.png"/><Relationship Id="rId125" Type="http://schemas.openxmlformats.org/officeDocument/2006/relationships/customXml" Target="../ink/ink421.xml"/><Relationship Id="rId332" Type="http://schemas.openxmlformats.org/officeDocument/2006/relationships/image" Target="../media/image535.png"/><Relationship Id="rId777" Type="http://schemas.openxmlformats.org/officeDocument/2006/relationships/customXml" Target="../ink/ink747.xml"/><Relationship Id="rId637" Type="http://schemas.openxmlformats.org/officeDocument/2006/relationships/customXml" Target="../ink/ink677.xml"/><Relationship Id="rId844" Type="http://schemas.openxmlformats.org/officeDocument/2006/relationships/image" Target="../media/image791.png"/><Relationship Id="rId276" Type="http://schemas.openxmlformats.org/officeDocument/2006/relationships/image" Target="../media/image507.png"/><Relationship Id="rId483" Type="http://schemas.openxmlformats.org/officeDocument/2006/relationships/customXml" Target="../ink/ink600.xml"/><Relationship Id="rId690" Type="http://schemas.openxmlformats.org/officeDocument/2006/relationships/image" Target="../media/image714.png"/><Relationship Id="rId704" Type="http://schemas.openxmlformats.org/officeDocument/2006/relationships/image" Target="../media/image721.png"/><Relationship Id="rId40" Type="http://schemas.openxmlformats.org/officeDocument/2006/relationships/image" Target="../media/image389.png"/><Relationship Id="rId136" Type="http://schemas.openxmlformats.org/officeDocument/2006/relationships/image" Target="../media/image437.png"/><Relationship Id="rId343" Type="http://schemas.openxmlformats.org/officeDocument/2006/relationships/customXml" Target="../ink/ink530.xml"/><Relationship Id="rId550" Type="http://schemas.openxmlformats.org/officeDocument/2006/relationships/image" Target="../media/image644.png"/><Relationship Id="rId788" Type="http://schemas.openxmlformats.org/officeDocument/2006/relationships/image" Target="../media/image763.png"/><Relationship Id="rId203" Type="http://schemas.openxmlformats.org/officeDocument/2006/relationships/customXml" Target="../ink/ink460.xml"/><Relationship Id="rId648" Type="http://schemas.openxmlformats.org/officeDocument/2006/relationships/image" Target="../media/image693.png"/><Relationship Id="rId855" Type="http://schemas.openxmlformats.org/officeDocument/2006/relationships/customXml" Target="../ink/ink786.xml"/><Relationship Id="rId287" Type="http://schemas.openxmlformats.org/officeDocument/2006/relationships/customXml" Target="../ink/ink502.xml"/><Relationship Id="rId410" Type="http://schemas.openxmlformats.org/officeDocument/2006/relationships/image" Target="../media/image574.png"/><Relationship Id="rId494" Type="http://schemas.openxmlformats.org/officeDocument/2006/relationships/image" Target="../media/image616.png"/><Relationship Id="rId508" Type="http://schemas.openxmlformats.org/officeDocument/2006/relationships/image" Target="../media/image623.png"/><Relationship Id="rId715" Type="http://schemas.openxmlformats.org/officeDocument/2006/relationships/customXml" Target="../ink/ink716.xml"/><Relationship Id="rId147" Type="http://schemas.openxmlformats.org/officeDocument/2006/relationships/customXml" Target="../ink/ink432.xml"/><Relationship Id="rId354" Type="http://schemas.openxmlformats.org/officeDocument/2006/relationships/image" Target="../media/image546.png"/><Relationship Id="rId799" Type="http://schemas.openxmlformats.org/officeDocument/2006/relationships/customXml" Target="../ink/ink758.xml"/><Relationship Id="rId51" Type="http://schemas.openxmlformats.org/officeDocument/2006/relationships/customXml" Target="../ink/ink384.xml"/><Relationship Id="rId561" Type="http://schemas.openxmlformats.org/officeDocument/2006/relationships/customXml" Target="../ink/ink639.xml"/><Relationship Id="rId659" Type="http://schemas.openxmlformats.org/officeDocument/2006/relationships/customXml" Target="../ink/ink688.xml"/><Relationship Id="rId866" Type="http://schemas.openxmlformats.org/officeDocument/2006/relationships/image" Target="../media/image802.png"/><Relationship Id="rId214" Type="http://schemas.openxmlformats.org/officeDocument/2006/relationships/image" Target="../media/image476.png"/><Relationship Id="rId298" Type="http://schemas.openxmlformats.org/officeDocument/2006/relationships/image" Target="../media/image518.png"/><Relationship Id="rId421" Type="http://schemas.openxmlformats.org/officeDocument/2006/relationships/customXml" Target="../ink/ink569.xml"/><Relationship Id="rId519" Type="http://schemas.openxmlformats.org/officeDocument/2006/relationships/customXml" Target="../ink/ink618.xml"/><Relationship Id="rId158" Type="http://schemas.openxmlformats.org/officeDocument/2006/relationships/image" Target="../media/image448.png"/><Relationship Id="rId726" Type="http://schemas.openxmlformats.org/officeDocument/2006/relationships/image" Target="../media/image732.png"/><Relationship Id="rId62" Type="http://schemas.openxmlformats.org/officeDocument/2006/relationships/image" Target="../media/image400.png"/><Relationship Id="rId365" Type="http://schemas.openxmlformats.org/officeDocument/2006/relationships/customXml" Target="../ink/ink541.xml"/><Relationship Id="rId572" Type="http://schemas.openxmlformats.org/officeDocument/2006/relationships/image" Target="../media/image655.png"/><Relationship Id="rId225" Type="http://schemas.openxmlformats.org/officeDocument/2006/relationships/customXml" Target="../ink/ink471.xml"/><Relationship Id="rId432" Type="http://schemas.openxmlformats.org/officeDocument/2006/relationships/image" Target="../media/image585.png"/><Relationship Id="rId877" Type="http://schemas.openxmlformats.org/officeDocument/2006/relationships/customXml" Target="../ink/ink797.xml"/><Relationship Id="rId737" Type="http://schemas.openxmlformats.org/officeDocument/2006/relationships/customXml" Target="../ink/ink727.xml"/><Relationship Id="rId73" Type="http://schemas.openxmlformats.org/officeDocument/2006/relationships/customXml" Target="../ink/ink395.xml"/><Relationship Id="rId169" Type="http://schemas.openxmlformats.org/officeDocument/2006/relationships/customXml" Target="../ink/ink443.xml"/><Relationship Id="rId376" Type="http://schemas.openxmlformats.org/officeDocument/2006/relationships/image" Target="../media/image557.png"/><Relationship Id="rId583" Type="http://schemas.openxmlformats.org/officeDocument/2006/relationships/customXml" Target="../ink/ink650.xml"/><Relationship Id="rId790" Type="http://schemas.openxmlformats.org/officeDocument/2006/relationships/image" Target="../media/image764.png"/><Relationship Id="rId804" Type="http://schemas.openxmlformats.org/officeDocument/2006/relationships/image" Target="../media/image771.png"/><Relationship Id="rId4" Type="http://schemas.openxmlformats.org/officeDocument/2006/relationships/image" Target="../media/image371.png"/><Relationship Id="rId236" Type="http://schemas.openxmlformats.org/officeDocument/2006/relationships/image" Target="../media/image487.png"/><Relationship Id="rId443" Type="http://schemas.openxmlformats.org/officeDocument/2006/relationships/customXml" Target="../ink/ink580.xml"/><Relationship Id="rId650" Type="http://schemas.openxmlformats.org/officeDocument/2006/relationships/image" Target="../media/image694.png"/><Relationship Id="rId888" Type="http://schemas.openxmlformats.org/officeDocument/2006/relationships/image" Target="../media/image813.png"/><Relationship Id="rId303" Type="http://schemas.openxmlformats.org/officeDocument/2006/relationships/customXml" Target="../ink/ink510.xml"/><Relationship Id="rId748" Type="http://schemas.openxmlformats.org/officeDocument/2006/relationships/image" Target="../media/image743.png"/><Relationship Id="rId84" Type="http://schemas.openxmlformats.org/officeDocument/2006/relationships/image" Target="../media/image411.png"/><Relationship Id="rId387" Type="http://schemas.openxmlformats.org/officeDocument/2006/relationships/customXml" Target="../ink/ink552.xml"/><Relationship Id="rId510" Type="http://schemas.openxmlformats.org/officeDocument/2006/relationships/image" Target="../media/image624.png"/><Relationship Id="rId594" Type="http://schemas.openxmlformats.org/officeDocument/2006/relationships/image" Target="../media/image666.png"/><Relationship Id="rId608" Type="http://schemas.openxmlformats.org/officeDocument/2006/relationships/image" Target="../media/image673.png"/><Relationship Id="rId815" Type="http://schemas.openxmlformats.org/officeDocument/2006/relationships/customXml" Target="../ink/ink766.xml"/><Relationship Id="rId247" Type="http://schemas.openxmlformats.org/officeDocument/2006/relationships/customXml" Target="../ink/ink482.xml"/><Relationship Id="rId107" Type="http://schemas.openxmlformats.org/officeDocument/2006/relationships/customXml" Target="../ink/ink412.xml"/><Relationship Id="rId454" Type="http://schemas.openxmlformats.org/officeDocument/2006/relationships/image" Target="../media/image596.png"/><Relationship Id="rId661" Type="http://schemas.openxmlformats.org/officeDocument/2006/relationships/customXml" Target="../ink/ink689.xml"/><Relationship Id="rId759" Type="http://schemas.openxmlformats.org/officeDocument/2006/relationships/customXml" Target="../ink/ink738.xml"/><Relationship Id="rId11" Type="http://schemas.openxmlformats.org/officeDocument/2006/relationships/customXml" Target="../ink/ink364.xml"/><Relationship Id="rId314" Type="http://schemas.openxmlformats.org/officeDocument/2006/relationships/image" Target="../media/image526.png"/><Relationship Id="rId398" Type="http://schemas.openxmlformats.org/officeDocument/2006/relationships/image" Target="../media/image568.png"/><Relationship Id="rId521" Type="http://schemas.openxmlformats.org/officeDocument/2006/relationships/customXml" Target="../ink/ink619.xml"/><Relationship Id="rId619" Type="http://schemas.openxmlformats.org/officeDocument/2006/relationships/customXml" Target="../ink/ink668.xml"/><Relationship Id="rId95" Type="http://schemas.openxmlformats.org/officeDocument/2006/relationships/customXml" Target="../ink/ink406.xml"/><Relationship Id="rId160" Type="http://schemas.openxmlformats.org/officeDocument/2006/relationships/image" Target="../media/image449.png"/><Relationship Id="rId826" Type="http://schemas.openxmlformats.org/officeDocument/2006/relationships/image" Target="../media/image782.png"/><Relationship Id="rId258" Type="http://schemas.openxmlformats.org/officeDocument/2006/relationships/image" Target="../media/image498.png"/><Relationship Id="rId465" Type="http://schemas.openxmlformats.org/officeDocument/2006/relationships/customXml" Target="../ink/ink591.xml"/><Relationship Id="rId672" Type="http://schemas.openxmlformats.org/officeDocument/2006/relationships/image" Target="../media/image705.png"/><Relationship Id="rId22" Type="http://schemas.openxmlformats.org/officeDocument/2006/relationships/image" Target="../media/image380.png"/><Relationship Id="rId118" Type="http://schemas.openxmlformats.org/officeDocument/2006/relationships/image" Target="../media/image428.png"/><Relationship Id="rId325" Type="http://schemas.openxmlformats.org/officeDocument/2006/relationships/customXml" Target="../ink/ink521.xml"/><Relationship Id="rId532" Type="http://schemas.openxmlformats.org/officeDocument/2006/relationships/image" Target="../media/image635.png"/><Relationship Id="rId171" Type="http://schemas.openxmlformats.org/officeDocument/2006/relationships/customXml" Target="../ink/ink444.xml"/><Relationship Id="rId837" Type="http://schemas.openxmlformats.org/officeDocument/2006/relationships/customXml" Target="../ink/ink777.xml"/><Relationship Id="rId269" Type="http://schemas.openxmlformats.org/officeDocument/2006/relationships/customXml" Target="../ink/ink493.xml"/><Relationship Id="rId476" Type="http://schemas.openxmlformats.org/officeDocument/2006/relationships/image" Target="../media/image607.png"/><Relationship Id="rId683" Type="http://schemas.openxmlformats.org/officeDocument/2006/relationships/customXml" Target="../ink/ink700.xml"/><Relationship Id="rId890" Type="http://schemas.openxmlformats.org/officeDocument/2006/relationships/image" Target="../media/image814.png"/><Relationship Id="rId33" Type="http://schemas.openxmlformats.org/officeDocument/2006/relationships/customXml" Target="../ink/ink375.xml"/><Relationship Id="rId129" Type="http://schemas.openxmlformats.org/officeDocument/2006/relationships/customXml" Target="../ink/ink423.xml"/><Relationship Id="rId336" Type="http://schemas.openxmlformats.org/officeDocument/2006/relationships/image" Target="../media/image537.png"/><Relationship Id="rId543" Type="http://schemas.openxmlformats.org/officeDocument/2006/relationships/customXml" Target="../ink/ink630.xml"/><Relationship Id="rId182" Type="http://schemas.openxmlformats.org/officeDocument/2006/relationships/image" Target="../media/image460.png"/><Relationship Id="rId403" Type="http://schemas.openxmlformats.org/officeDocument/2006/relationships/customXml" Target="../ink/ink560.xml"/><Relationship Id="rId750" Type="http://schemas.openxmlformats.org/officeDocument/2006/relationships/image" Target="../media/image744.png"/><Relationship Id="rId848" Type="http://schemas.openxmlformats.org/officeDocument/2006/relationships/image" Target="../media/image793.png"/><Relationship Id="rId487" Type="http://schemas.openxmlformats.org/officeDocument/2006/relationships/customXml" Target="../ink/ink602.xml"/><Relationship Id="rId610" Type="http://schemas.openxmlformats.org/officeDocument/2006/relationships/image" Target="../media/image674.png"/><Relationship Id="rId694" Type="http://schemas.openxmlformats.org/officeDocument/2006/relationships/image" Target="../media/image716.png"/><Relationship Id="rId708" Type="http://schemas.openxmlformats.org/officeDocument/2006/relationships/image" Target="../media/image723.png"/><Relationship Id="rId347" Type="http://schemas.openxmlformats.org/officeDocument/2006/relationships/customXml" Target="../ink/ink532.xml"/><Relationship Id="rId44" Type="http://schemas.openxmlformats.org/officeDocument/2006/relationships/image" Target="../media/image391.png"/><Relationship Id="rId554" Type="http://schemas.openxmlformats.org/officeDocument/2006/relationships/image" Target="../media/image646.png"/><Relationship Id="rId761" Type="http://schemas.openxmlformats.org/officeDocument/2006/relationships/customXml" Target="../ink/ink739.xml"/><Relationship Id="rId859" Type="http://schemas.openxmlformats.org/officeDocument/2006/relationships/customXml" Target="../ink/ink788.xml"/><Relationship Id="rId193" Type="http://schemas.openxmlformats.org/officeDocument/2006/relationships/customXml" Target="../ink/ink455.xml"/><Relationship Id="rId207" Type="http://schemas.openxmlformats.org/officeDocument/2006/relationships/customXml" Target="../ink/ink462.xml"/><Relationship Id="rId414" Type="http://schemas.openxmlformats.org/officeDocument/2006/relationships/image" Target="../media/image576.png"/><Relationship Id="rId498" Type="http://schemas.openxmlformats.org/officeDocument/2006/relationships/image" Target="../media/image618.png"/><Relationship Id="rId621" Type="http://schemas.openxmlformats.org/officeDocument/2006/relationships/customXml" Target="../ink/ink669.xml"/><Relationship Id="rId260" Type="http://schemas.openxmlformats.org/officeDocument/2006/relationships/image" Target="../media/image499.png"/><Relationship Id="rId719" Type="http://schemas.openxmlformats.org/officeDocument/2006/relationships/customXml" Target="../ink/ink718.xml"/><Relationship Id="rId55" Type="http://schemas.openxmlformats.org/officeDocument/2006/relationships/customXml" Target="../ink/ink386.xml"/><Relationship Id="rId120" Type="http://schemas.openxmlformats.org/officeDocument/2006/relationships/image" Target="../media/image429.png"/><Relationship Id="rId358" Type="http://schemas.openxmlformats.org/officeDocument/2006/relationships/image" Target="../media/image548.png"/><Relationship Id="rId565" Type="http://schemas.openxmlformats.org/officeDocument/2006/relationships/customXml" Target="../ink/ink641.xml"/><Relationship Id="rId772" Type="http://schemas.openxmlformats.org/officeDocument/2006/relationships/image" Target="../media/image755.png"/><Relationship Id="rId218" Type="http://schemas.openxmlformats.org/officeDocument/2006/relationships/image" Target="../media/image478.png"/><Relationship Id="rId425" Type="http://schemas.openxmlformats.org/officeDocument/2006/relationships/customXml" Target="../ink/ink571.xml"/><Relationship Id="rId632" Type="http://schemas.openxmlformats.org/officeDocument/2006/relationships/image" Target="../media/image685.png"/><Relationship Id="rId271" Type="http://schemas.openxmlformats.org/officeDocument/2006/relationships/customXml" Target="../ink/ink494.xml"/><Relationship Id="rId66" Type="http://schemas.openxmlformats.org/officeDocument/2006/relationships/image" Target="../media/image402.png"/><Relationship Id="rId131" Type="http://schemas.openxmlformats.org/officeDocument/2006/relationships/customXml" Target="../ink/ink424.xml"/><Relationship Id="rId369" Type="http://schemas.openxmlformats.org/officeDocument/2006/relationships/customXml" Target="../ink/ink543.xml"/><Relationship Id="rId576" Type="http://schemas.openxmlformats.org/officeDocument/2006/relationships/image" Target="../media/image657.png"/><Relationship Id="rId783" Type="http://schemas.openxmlformats.org/officeDocument/2006/relationships/customXml" Target="../ink/ink750.xml"/><Relationship Id="rId229" Type="http://schemas.openxmlformats.org/officeDocument/2006/relationships/customXml" Target="../ink/ink473.xml"/><Relationship Id="rId436" Type="http://schemas.openxmlformats.org/officeDocument/2006/relationships/image" Target="../media/image587.png"/><Relationship Id="rId643" Type="http://schemas.openxmlformats.org/officeDocument/2006/relationships/customXml" Target="../ink/ink680.xml"/><Relationship Id="rId850" Type="http://schemas.openxmlformats.org/officeDocument/2006/relationships/image" Target="../media/image794.png"/><Relationship Id="rId77" Type="http://schemas.openxmlformats.org/officeDocument/2006/relationships/customXml" Target="../ink/ink397.xml"/><Relationship Id="rId282" Type="http://schemas.openxmlformats.org/officeDocument/2006/relationships/image" Target="../media/image510.png"/><Relationship Id="rId503" Type="http://schemas.openxmlformats.org/officeDocument/2006/relationships/customXml" Target="../ink/ink610.xml"/><Relationship Id="rId587" Type="http://schemas.openxmlformats.org/officeDocument/2006/relationships/customXml" Target="../ink/ink652.xml"/><Relationship Id="rId710" Type="http://schemas.openxmlformats.org/officeDocument/2006/relationships/image" Target="../media/image724.png"/><Relationship Id="rId808" Type="http://schemas.openxmlformats.org/officeDocument/2006/relationships/image" Target="../media/image773.png"/><Relationship Id="rId8" Type="http://schemas.openxmlformats.org/officeDocument/2006/relationships/image" Target="../media/image373.png"/><Relationship Id="rId142" Type="http://schemas.openxmlformats.org/officeDocument/2006/relationships/image" Target="../media/image440.png"/><Relationship Id="rId447" Type="http://schemas.openxmlformats.org/officeDocument/2006/relationships/customXml" Target="../ink/ink582.xml"/><Relationship Id="rId794" Type="http://schemas.openxmlformats.org/officeDocument/2006/relationships/image" Target="../media/image766.png"/><Relationship Id="rId654" Type="http://schemas.openxmlformats.org/officeDocument/2006/relationships/image" Target="../media/image696.png"/><Relationship Id="rId861" Type="http://schemas.openxmlformats.org/officeDocument/2006/relationships/customXml" Target="../ink/ink789.xml"/><Relationship Id="rId293" Type="http://schemas.openxmlformats.org/officeDocument/2006/relationships/customXml" Target="../ink/ink505.xml"/><Relationship Id="rId307" Type="http://schemas.openxmlformats.org/officeDocument/2006/relationships/customXml" Target="../ink/ink512.xml"/><Relationship Id="rId514" Type="http://schemas.openxmlformats.org/officeDocument/2006/relationships/image" Target="../media/image626.png"/><Relationship Id="rId721" Type="http://schemas.openxmlformats.org/officeDocument/2006/relationships/customXml" Target="../ink/ink719.xml"/><Relationship Id="rId88" Type="http://schemas.openxmlformats.org/officeDocument/2006/relationships/image" Target="../media/image413.png"/><Relationship Id="rId153" Type="http://schemas.openxmlformats.org/officeDocument/2006/relationships/customXml" Target="../ink/ink435.xml"/><Relationship Id="rId360" Type="http://schemas.openxmlformats.org/officeDocument/2006/relationships/image" Target="../media/image549.png"/><Relationship Id="rId598" Type="http://schemas.openxmlformats.org/officeDocument/2006/relationships/image" Target="../media/image668.png"/><Relationship Id="rId819" Type="http://schemas.openxmlformats.org/officeDocument/2006/relationships/customXml" Target="../ink/ink768.xml"/><Relationship Id="rId220" Type="http://schemas.openxmlformats.org/officeDocument/2006/relationships/image" Target="../media/image479.png"/><Relationship Id="rId458" Type="http://schemas.openxmlformats.org/officeDocument/2006/relationships/image" Target="../media/image598.png"/><Relationship Id="rId665" Type="http://schemas.openxmlformats.org/officeDocument/2006/relationships/customXml" Target="../ink/ink691.xml"/><Relationship Id="rId872" Type="http://schemas.openxmlformats.org/officeDocument/2006/relationships/image" Target="../media/image805.png"/><Relationship Id="rId15" Type="http://schemas.openxmlformats.org/officeDocument/2006/relationships/customXml" Target="../ink/ink366.xml"/><Relationship Id="rId318" Type="http://schemas.openxmlformats.org/officeDocument/2006/relationships/image" Target="../media/image528.png"/><Relationship Id="rId525" Type="http://schemas.openxmlformats.org/officeDocument/2006/relationships/customXml" Target="../ink/ink621.xml"/><Relationship Id="rId732" Type="http://schemas.openxmlformats.org/officeDocument/2006/relationships/image" Target="../media/image735.png"/><Relationship Id="rId99" Type="http://schemas.openxmlformats.org/officeDocument/2006/relationships/customXml" Target="../ink/ink408.xml"/><Relationship Id="rId164" Type="http://schemas.openxmlformats.org/officeDocument/2006/relationships/image" Target="../media/image451.png"/><Relationship Id="rId371" Type="http://schemas.openxmlformats.org/officeDocument/2006/relationships/customXml" Target="../ink/ink54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806.xml"/><Relationship Id="rId13" Type="http://schemas.openxmlformats.org/officeDocument/2006/relationships/image" Target="../media/image821.png"/><Relationship Id="rId18" Type="http://schemas.openxmlformats.org/officeDocument/2006/relationships/customXml" Target="../ink/ink811.xml"/><Relationship Id="rId3" Type="http://schemas.openxmlformats.org/officeDocument/2006/relationships/image" Target="../media/image816.svg"/><Relationship Id="rId21" Type="http://schemas.openxmlformats.org/officeDocument/2006/relationships/image" Target="../media/image825.png"/><Relationship Id="rId7" Type="http://schemas.openxmlformats.org/officeDocument/2006/relationships/image" Target="../media/image818.png"/><Relationship Id="rId12" Type="http://schemas.openxmlformats.org/officeDocument/2006/relationships/customXml" Target="../ink/ink808.xml"/><Relationship Id="rId17" Type="http://schemas.openxmlformats.org/officeDocument/2006/relationships/image" Target="../media/image823.png"/><Relationship Id="rId25" Type="http://schemas.openxmlformats.org/officeDocument/2006/relationships/image" Target="../media/image827.png"/><Relationship Id="rId2" Type="http://schemas.openxmlformats.org/officeDocument/2006/relationships/image" Target="../media/image815.png"/><Relationship Id="rId16" Type="http://schemas.openxmlformats.org/officeDocument/2006/relationships/customXml" Target="../ink/ink810.xml"/><Relationship Id="rId20" Type="http://schemas.openxmlformats.org/officeDocument/2006/relationships/customXml" Target="../ink/ink812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805.xml"/><Relationship Id="rId11" Type="http://schemas.openxmlformats.org/officeDocument/2006/relationships/image" Target="../media/image820.png"/><Relationship Id="rId24" Type="http://schemas.openxmlformats.org/officeDocument/2006/relationships/customXml" Target="../ink/ink814.xml"/><Relationship Id="rId5" Type="http://schemas.openxmlformats.org/officeDocument/2006/relationships/image" Target="../media/image817.png"/><Relationship Id="rId15" Type="http://schemas.openxmlformats.org/officeDocument/2006/relationships/image" Target="../media/image822.png"/><Relationship Id="rId23" Type="http://schemas.openxmlformats.org/officeDocument/2006/relationships/image" Target="../media/image826.png"/><Relationship Id="rId10" Type="http://schemas.openxmlformats.org/officeDocument/2006/relationships/customXml" Target="../ink/ink807.xml"/><Relationship Id="rId19" Type="http://schemas.openxmlformats.org/officeDocument/2006/relationships/image" Target="../media/image824.png"/><Relationship Id="rId4" Type="http://schemas.openxmlformats.org/officeDocument/2006/relationships/customXml" Target="../ink/ink804.xml"/><Relationship Id="rId9" Type="http://schemas.openxmlformats.org/officeDocument/2006/relationships/image" Target="../media/image819.png"/><Relationship Id="rId14" Type="http://schemas.openxmlformats.org/officeDocument/2006/relationships/customXml" Target="../ink/ink809.xml"/><Relationship Id="rId22" Type="http://schemas.openxmlformats.org/officeDocument/2006/relationships/customXml" Target="../ink/ink813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34.png"/><Relationship Id="rId18" Type="http://schemas.openxmlformats.org/officeDocument/2006/relationships/customXml" Target="../ink/ink822.xml"/><Relationship Id="rId26" Type="http://schemas.openxmlformats.org/officeDocument/2006/relationships/customXml" Target="../ink/ink826.xml"/><Relationship Id="rId39" Type="http://schemas.openxmlformats.org/officeDocument/2006/relationships/image" Target="../media/image847.png"/><Relationship Id="rId21" Type="http://schemas.openxmlformats.org/officeDocument/2006/relationships/image" Target="../media/image838.png"/><Relationship Id="rId34" Type="http://schemas.openxmlformats.org/officeDocument/2006/relationships/customXml" Target="../ink/ink830.xml"/><Relationship Id="rId42" Type="http://schemas.openxmlformats.org/officeDocument/2006/relationships/customXml" Target="../ink/ink834.xml"/><Relationship Id="rId47" Type="http://schemas.openxmlformats.org/officeDocument/2006/relationships/image" Target="../media/image851.png"/><Relationship Id="rId7" Type="http://schemas.openxmlformats.org/officeDocument/2006/relationships/image" Target="../media/image831.png"/><Relationship Id="rId2" Type="http://schemas.openxmlformats.org/officeDocument/2006/relationships/image" Target="../media/image828.png"/><Relationship Id="rId16" Type="http://schemas.openxmlformats.org/officeDocument/2006/relationships/customXml" Target="../ink/ink821.xml"/><Relationship Id="rId29" Type="http://schemas.openxmlformats.org/officeDocument/2006/relationships/image" Target="../media/image842.png"/><Relationship Id="rId11" Type="http://schemas.openxmlformats.org/officeDocument/2006/relationships/image" Target="../media/image833.png"/><Relationship Id="rId24" Type="http://schemas.openxmlformats.org/officeDocument/2006/relationships/customXml" Target="../ink/ink825.xml"/><Relationship Id="rId32" Type="http://schemas.openxmlformats.org/officeDocument/2006/relationships/customXml" Target="../ink/ink829.xml"/><Relationship Id="rId37" Type="http://schemas.openxmlformats.org/officeDocument/2006/relationships/image" Target="../media/image846.png"/><Relationship Id="rId40" Type="http://schemas.openxmlformats.org/officeDocument/2006/relationships/customXml" Target="../ink/ink833.xml"/><Relationship Id="rId45" Type="http://schemas.openxmlformats.org/officeDocument/2006/relationships/image" Target="../media/image850.png"/><Relationship Id="rId5" Type="http://schemas.openxmlformats.org/officeDocument/2006/relationships/image" Target="../media/image830.png"/><Relationship Id="rId15" Type="http://schemas.openxmlformats.org/officeDocument/2006/relationships/image" Target="../media/image835.png"/><Relationship Id="rId23" Type="http://schemas.openxmlformats.org/officeDocument/2006/relationships/image" Target="../media/image839.png"/><Relationship Id="rId28" Type="http://schemas.openxmlformats.org/officeDocument/2006/relationships/customXml" Target="../ink/ink827.xml"/><Relationship Id="rId36" Type="http://schemas.openxmlformats.org/officeDocument/2006/relationships/customXml" Target="../ink/ink831.xml"/><Relationship Id="rId49" Type="http://schemas.openxmlformats.org/officeDocument/2006/relationships/image" Target="../media/image852.png"/><Relationship Id="rId10" Type="http://schemas.openxmlformats.org/officeDocument/2006/relationships/customXml" Target="../ink/ink818.xml"/><Relationship Id="rId19" Type="http://schemas.openxmlformats.org/officeDocument/2006/relationships/image" Target="../media/image837.png"/><Relationship Id="rId31" Type="http://schemas.openxmlformats.org/officeDocument/2006/relationships/image" Target="../media/image843.png"/><Relationship Id="rId44" Type="http://schemas.openxmlformats.org/officeDocument/2006/relationships/customXml" Target="../ink/ink835.xml"/><Relationship Id="rId4" Type="http://schemas.openxmlformats.org/officeDocument/2006/relationships/customXml" Target="../ink/ink815.xml"/><Relationship Id="rId9" Type="http://schemas.openxmlformats.org/officeDocument/2006/relationships/image" Target="../media/image832.png"/><Relationship Id="rId14" Type="http://schemas.openxmlformats.org/officeDocument/2006/relationships/customXml" Target="../ink/ink820.xml"/><Relationship Id="rId22" Type="http://schemas.openxmlformats.org/officeDocument/2006/relationships/customXml" Target="../ink/ink824.xml"/><Relationship Id="rId27" Type="http://schemas.openxmlformats.org/officeDocument/2006/relationships/image" Target="../media/image841.png"/><Relationship Id="rId30" Type="http://schemas.openxmlformats.org/officeDocument/2006/relationships/customXml" Target="../ink/ink828.xml"/><Relationship Id="rId35" Type="http://schemas.openxmlformats.org/officeDocument/2006/relationships/image" Target="../media/image845.png"/><Relationship Id="rId43" Type="http://schemas.openxmlformats.org/officeDocument/2006/relationships/image" Target="../media/image849.png"/><Relationship Id="rId48" Type="http://schemas.openxmlformats.org/officeDocument/2006/relationships/customXml" Target="../ink/ink837.xml"/><Relationship Id="rId8" Type="http://schemas.openxmlformats.org/officeDocument/2006/relationships/customXml" Target="../ink/ink817.xml"/><Relationship Id="rId3" Type="http://schemas.openxmlformats.org/officeDocument/2006/relationships/image" Target="../media/image829.svg"/><Relationship Id="rId12" Type="http://schemas.openxmlformats.org/officeDocument/2006/relationships/customXml" Target="../ink/ink819.xml"/><Relationship Id="rId17" Type="http://schemas.openxmlformats.org/officeDocument/2006/relationships/image" Target="../media/image836.png"/><Relationship Id="rId25" Type="http://schemas.openxmlformats.org/officeDocument/2006/relationships/image" Target="../media/image840.png"/><Relationship Id="rId33" Type="http://schemas.openxmlformats.org/officeDocument/2006/relationships/image" Target="../media/image844.png"/><Relationship Id="rId38" Type="http://schemas.openxmlformats.org/officeDocument/2006/relationships/customXml" Target="../ink/ink832.xml"/><Relationship Id="rId46" Type="http://schemas.openxmlformats.org/officeDocument/2006/relationships/customXml" Target="../ink/ink836.xml"/><Relationship Id="rId20" Type="http://schemas.openxmlformats.org/officeDocument/2006/relationships/customXml" Target="../ink/ink823.xml"/><Relationship Id="rId41" Type="http://schemas.openxmlformats.org/officeDocument/2006/relationships/image" Target="../media/image848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816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65.png"/><Relationship Id="rId21" Type="http://schemas.openxmlformats.org/officeDocument/2006/relationships/customXml" Target="../ink/ink847.xml"/><Relationship Id="rId42" Type="http://schemas.openxmlformats.org/officeDocument/2006/relationships/image" Target="../media/image873.png"/><Relationship Id="rId47" Type="http://schemas.openxmlformats.org/officeDocument/2006/relationships/customXml" Target="../ink/ink860.xml"/><Relationship Id="rId63" Type="http://schemas.openxmlformats.org/officeDocument/2006/relationships/customXml" Target="../ink/ink868.xml"/><Relationship Id="rId68" Type="http://schemas.openxmlformats.org/officeDocument/2006/relationships/image" Target="../media/image886.png"/><Relationship Id="rId16" Type="http://schemas.openxmlformats.org/officeDocument/2006/relationships/image" Target="../media/image860.png"/><Relationship Id="rId11" Type="http://schemas.openxmlformats.org/officeDocument/2006/relationships/customXml" Target="../ink/ink842.xml"/><Relationship Id="rId32" Type="http://schemas.openxmlformats.org/officeDocument/2006/relationships/image" Target="../media/image868.png"/><Relationship Id="rId37" Type="http://schemas.openxmlformats.org/officeDocument/2006/relationships/customXml" Target="../ink/ink855.xml"/><Relationship Id="rId53" Type="http://schemas.openxmlformats.org/officeDocument/2006/relationships/customXml" Target="../ink/ink863.xml"/><Relationship Id="rId58" Type="http://schemas.openxmlformats.org/officeDocument/2006/relationships/image" Target="../media/image881.png"/><Relationship Id="rId74" Type="http://schemas.openxmlformats.org/officeDocument/2006/relationships/image" Target="../media/image889.png"/><Relationship Id="rId79" Type="http://schemas.openxmlformats.org/officeDocument/2006/relationships/customXml" Target="../ink/ink876.xml"/><Relationship Id="rId5" Type="http://schemas.openxmlformats.org/officeDocument/2006/relationships/customXml" Target="../ink/ink839.xml"/><Relationship Id="rId61" Type="http://schemas.openxmlformats.org/officeDocument/2006/relationships/customXml" Target="../ink/ink867.xml"/><Relationship Id="rId82" Type="http://schemas.openxmlformats.org/officeDocument/2006/relationships/image" Target="../media/image893.png"/><Relationship Id="rId19" Type="http://schemas.openxmlformats.org/officeDocument/2006/relationships/customXml" Target="../ink/ink846.xml"/><Relationship Id="rId14" Type="http://schemas.openxmlformats.org/officeDocument/2006/relationships/image" Target="../media/image859.png"/><Relationship Id="rId22" Type="http://schemas.openxmlformats.org/officeDocument/2006/relationships/image" Target="../media/image863.png"/><Relationship Id="rId27" Type="http://schemas.openxmlformats.org/officeDocument/2006/relationships/customXml" Target="../ink/ink850.xml"/><Relationship Id="rId30" Type="http://schemas.openxmlformats.org/officeDocument/2006/relationships/image" Target="../media/image867.png"/><Relationship Id="rId35" Type="http://schemas.openxmlformats.org/officeDocument/2006/relationships/customXml" Target="../ink/ink854.xml"/><Relationship Id="rId43" Type="http://schemas.openxmlformats.org/officeDocument/2006/relationships/customXml" Target="../ink/ink858.xml"/><Relationship Id="rId48" Type="http://schemas.openxmlformats.org/officeDocument/2006/relationships/image" Target="../media/image876.png"/><Relationship Id="rId56" Type="http://schemas.openxmlformats.org/officeDocument/2006/relationships/image" Target="../media/image880.png"/><Relationship Id="rId64" Type="http://schemas.openxmlformats.org/officeDocument/2006/relationships/image" Target="../media/image884.png"/><Relationship Id="rId69" Type="http://schemas.openxmlformats.org/officeDocument/2006/relationships/customXml" Target="../ink/ink871.xml"/><Relationship Id="rId77" Type="http://schemas.openxmlformats.org/officeDocument/2006/relationships/customXml" Target="../ink/ink875.xml"/><Relationship Id="rId8" Type="http://schemas.openxmlformats.org/officeDocument/2006/relationships/image" Target="../media/image856.png"/><Relationship Id="rId51" Type="http://schemas.openxmlformats.org/officeDocument/2006/relationships/customXml" Target="../ink/ink862.xml"/><Relationship Id="rId72" Type="http://schemas.openxmlformats.org/officeDocument/2006/relationships/image" Target="../media/image888.png"/><Relationship Id="rId80" Type="http://schemas.openxmlformats.org/officeDocument/2006/relationships/image" Target="../media/image892.png"/><Relationship Id="rId3" Type="http://schemas.openxmlformats.org/officeDocument/2006/relationships/customXml" Target="../ink/ink838.xml"/><Relationship Id="rId12" Type="http://schemas.openxmlformats.org/officeDocument/2006/relationships/image" Target="../media/image858.png"/><Relationship Id="rId17" Type="http://schemas.openxmlformats.org/officeDocument/2006/relationships/customXml" Target="../ink/ink845.xml"/><Relationship Id="rId25" Type="http://schemas.openxmlformats.org/officeDocument/2006/relationships/customXml" Target="../ink/ink849.xml"/><Relationship Id="rId33" Type="http://schemas.openxmlformats.org/officeDocument/2006/relationships/customXml" Target="../ink/ink853.xml"/><Relationship Id="rId38" Type="http://schemas.openxmlformats.org/officeDocument/2006/relationships/image" Target="../media/image871.png"/><Relationship Id="rId46" Type="http://schemas.openxmlformats.org/officeDocument/2006/relationships/image" Target="../media/image875.png"/><Relationship Id="rId59" Type="http://schemas.openxmlformats.org/officeDocument/2006/relationships/customXml" Target="../ink/ink866.xml"/><Relationship Id="rId67" Type="http://schemas.openxmlformats.org/officeDocument/2006/relationships/customXml" Target="../ink/ink870.xml"/><Relationship Id="rId20" Type="http://schemas.openxmlformats.org/officeDocument/2006/relationships/image" Target="../media/image862.png"/><Relationship Id="rId41" Type="http://schemas.openxmlformats.org/officeDocument/2006/relationships/customXml" Target="../ink/ink857.xml"/><Relationship Id="rId54" Type="http://schemas.openxmlformats.org/officeDocument/2006/relationships/image" Target="../media/image879.png"/><Relationship Id="rId62" Type="http://schemas.openxmlformats.org/officeDocument/2006/relationships/image" Target="../media/image883.png"/><Relationship Id="rId70" Type="http://schemas.openxmlformats.org/officeDocument/2006/relationships/image" Target="../media/image887.png"/><Relationship Id="rId75" Type="http://schemas.openxmlformats.org/officeDocument/2006/relationships/customXml" Target="../ink/ink87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5.png"/><Relationship Id="rId15" Type="http://schemas.openxmlformats.org/officeDocument/2006/relationships/customXml" Target="../ink/ink844.xml"/><Relationship Id="rId23" Type="http://schemas.openxmlformats.org/officeDocument/2006/relationships/customXml" Target="../ink/ink848.xml"/><Relationship Id="rId28" Type="http://schemas.openxmlformats.org/officeDocument/2006/relationships/image" Target="../media/image866.png"/><Relationship Id="rId36" Type="http://schemas.openxmlformats.org/officeDocument/2006/relationships/image" Target="../media/image870.png"/><Relationship Id="rId49" Type="http://schemas.openxmlformats.org/officeDocument/2006/relationships/customXml" Target="../ink/ink861.xml"/><Relationship Id="rId57" Type="http://schemas.openxmlformats.org/officeDocument/2006/relationships/customXml" Target="../ink/ink865.xml"/><Relationship Id="rId10" Type="http://schemas.openxmlformats.org/officeDocument/2006/relationships/image" Target="../media/image857.png"/><Relationship Id="rId31" Type="http://schemas.openxmlformats.org/officeDocument/2006/relationships/customXml" Target="../ink/ink852.xml"/><Relationship Id="rId44" Type="http://schemas.openxmlformats.org/officeDocument/2006/relationships/image" Target="../media/image874.png"/><Relationship Id="rId52" Type="http://schemas.openxmlformats.org/officeDocument/2006/relationships/image" Target="../media/image878.png"/><Relationship Id="rId60" Type="http://schemas.openxmlformats.org/officeDocument/2006/relationships/image" Target="../media/image882.png"/><Relationship Id="rId65" Type="http://schemas.openxmlformats.org/officeDocument/2006/relationships/customXml" Target="../ink/ink869.xml"/><Relationship Id="rId73" Type="http://schemas.openxmlformats.org/officeDocument/2006/relationships/customXml" Target="../ink/ink873.xml"/><Relationship Id="rId78" Type="http://schemas.openxmlformats.org/officeDocument/2006/relationships/image" Target="../media/image891.png"/><Relationship Id="rId81" Type="http://schemas.openxmlformats.org/officeDocument/2006/relationships/customXml" Target="../ink/ink877.xml"/><Relationship Id="rId4" Type="http://schemas.openxmlformats.org/officeDocument/2006/relationships/image" Target="../media/image854.png"/><Relationship Id="rId9" Type="http://schemas.openxmlformats.org/officeDocument/2006/relationships/customXml" Target="../ink/ink841.xml"/><Relationship Id="rId13" Type="http://schemas.openxmlformats.org/officeDocument/2006/relationships/customXml" Target="../ink/ink843.xml"/><Relationship Id="rId18" Type="http://schemas.openxmlformats.org/officeDocument/2006/relationships/image" Target="../media/image861.png"/><Relationship Id="rId39" Type="http://schemas.openxmlformats.org/officeDocument/2006/relationships/customXml" Target="../ink/ink856.xml"/><Relationship Id="rId34" Type="http://schemas.openxmlformats.org/officeDocument/2006/relationships/image" Target="../media/image869.png"/><Relationship Id="rId50" Type="http://schemas.openxmlformats.org/officeDocument/2006/relationships/image" Target="../media/image877.png"/><Relationship Id="rId55" Type="http://schemas.openxmlformats.org/officeDocument/2006/relationships/customXml" Target="../ink/ink864.xml"/><Relationship Id="rId76" Type="http://schemas.openxmlformats.org/officeDocument/2006/relationships/image" Target="../media/image890.png"/><Relationship Id="rId7" Type="http://schemas.openxmlformats.org/officeDocument/2006/relationships/customXml" Target="../ink/ink840.xml"/><Relationship Id="rId71" Type="http://schemas.openxmlformats.org/officeDocument/2006/relationships/customXml" Target="../ink/ink872.xml"/><Relationship Id="rId2" Type="http://schemas.openxmlformats.org/officeDocument/2006/relationships/image" Target="../media/image853.png"/><Relationship Id="rId29" Type="http://schemas.openxmlformats.org/officeDocument/2006/relationships/customXml" Target="../ink/ink851.xml"/><Relationship Id="rId24" Type="http://schemas.openxmlformats.org/officeDocument/2006/relationships/image" Target="../media/image864.png"/><Relationship Id="rId40" Type="http://schemas.openxmlformats.org/officeDocument/2006/relationships/image" Target="../media/image872.png"/><Relationship Id="rId45" Type="http://schemas.openxmlformats.org/officeDocument/2006/relationships/customXml" Target="../ink/ink859.xml"/><Relationship Id="rId66" Type="http://schemas.openxmlformats.org/officeDocument/2006/relationships/image" Target="../media/image88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5.svg"/><Relationship Id="rId2" Type="http://schemas.openxmlformats.org/officeDocument/2006/relationships/image" Target="../media/image89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97.svg"/><Relationship Id="rId4" Type="http://schemas.openxmlformats.org/officeDocument/2006/relationships/image" Target="../media/image89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CE3A8-581F-4AE8-97A8-B9D2DD375C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Second-Order Methods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428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AD64DF-3990-C2B1-98CF-27AB70C14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B9027E-2A47-4621-4F59-363985EF2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036" y="1865240"/>
            <a:ext cx="8205927" cy="312751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F147E3F-113C-CEA2-FE4C-3286D42EACA5}"/>
              </a:ext>
            </a:extLst>
          </p:cNvPr>
          <p:cNvGrpSpPr/>
          <p:nvPr/>
        </p:nvGrpSpPr>
        <p:grpSpPr>
          <a:xfrm>
            <a:off x="5246432" y="3109415"/>
            <a:ext cx="597600" cy="334440"/>
            <a:chOff x="5246432" y="3109415"/>
            <a:chExt cx="597600" cy="33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200E5F7-5316-670A-F1C0-640E22078FE6}"/>
                    </a:ext>
                  </a:extLst>
                </p14:cNvPr>
                <p14:cNvContentPartPr/>
                <p14:nvPr/>
              </p14:nvContentPartPr>
              <p14:xfrm>
                <a:off x="5246432" y="3335495"/>
                <a:ext cx="40680" cy="56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200E5F7-5316-670A-F1C0-640E22078FE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42112" y="3331175"/>
                  <a:ext cx="493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4958F9D-94C8-7709-8D46-7EEC5D27F7DF}"/>
                    </a:ext>
                  </a:extLst>
                </p14:cNvPr>
                <p14:cNvContentPartPr/>
                <p14:nvPr/>
              </p14:nvContentPartPr>
              <p14:xfrm>
                <a:off x="5379632" y="3261335"/>
                <a:ext cx="194040" cy="182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4958F9D-94C8-7709-8D46-7EEC5D27F7D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75312" y="3257015"/>
                  <a:ext cx="2026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43B30F8-1294-7DC7-8829-A81D77B3F73D}"/>
                    </a:ext>
                  </a:extLst>
                </p14:cNvPr>
                <p14:cNvContentPartPr/>
                <p14:nvPr/>
              </p14:nvContentPartPr>
              <p14:xfrm>
                <a:off x="5433632" y="3311015"/>
                <a:ext cx="125640" cy="53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43B30F8-1294-7DC7-8829-A81D77B3F73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429312" y="3306695"/>
                  <a:ext cx="1342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47BCF3D-AADE-F3D1-52EE-24577D9E62C9}"/>
                    </a:ext>
                  </a:extLst>
                </p14:cNvPr>
                <p14:cNvContentPartPr/>
                <p14:nvPr/>
              </p14:nvContentPartPr>
              <p14:xfrm>
                <a:off x="5617952" y="3139655"/>
                <a:ext cx="33120" cy="137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47BCF3D-AADE-F3D1-52EE-24577D9E62C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613632" y="3135335"/>
                  <a:ext cx="417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BA54A78-6D5E-D6C7-05E3-ED9366EB8895}"/>
                    </a:ext>
                  </a:extLst>
                </p14:cNvPr>
                <p14:cNvContentPartPr/>
                <p14:nvPr/>
              </p14:nvContentPartPr>
              <p14:xfrm>
                <a:off x="5690672" y="3152255"/>
                <a:ext cx="31680" cy="110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BA54A78-6D5E-D6C7-05E3-ED9366EB889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686352" y="3147935"/>
                  <a:ext cx="403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A45893F-36BA-9377-460C-6236F1E09E08}"/>
                    </a:ext>
                  </a:extLst>
                </p14:cNvPr>
                <p14:cNvContentPartPr/>
                <p14:nvPr/>
              </p14:nvContentPartPr>
              <p14:xfrm>
                <a:off x="5780312" y="3109415"/>
                <a:ext cx="63720" cy="129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A45893F-36BA-9377-460C-6236F1E09E0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775992" y="3105095"/>
                  <a:ext cx="7236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0D58BFF-3208-C588-7916-0BAB83E9C5EA}"/>
              </a:ext>
            </a:extLst>
          </p:cNvPr>
          <p:cNvGrpSpPr/>
          <p:nvPr/>
        </p:nvGrpSpPr>
        <p:grpSpPr>
          <a:xfrm>
            <a:off x="1831834" y="5085342"/>
            <a:ext cx="1029240" cy="725400"/>
            <a:chOff x="1831834" y="5085342"/>
            <a:chExt cx="1029240" cy="72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7740615-4AF5-286F-BA89-7C4FA6966461}"/>
                    </a:ext>
                  </a:extLst>
                </p14:cNvPr>
                <p14:cNvContentPartPr/>
                <p14:nvPr/>
              </p14:nvContentPartPr>
              <p14:xfrm>
                <a:off x="1831834" y="5269302"/>
                <a:ext cx="189360" cy="541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7740615-4AF5-286F-BA89-7C4FA696646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23194" y="5260662"/>
                  <a:ext cx="20700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882CC28-DE15-F3E6-86A6-720E4E75715F}"/>
                    </a:ext>
                  </a:extLst>
                </p14:cNvPr>
                <p14:cNvContentPartPr/>
                <p14:nvPr/>
              </p14:nvContentPartPr>
              <p14:xfrm>
                <a:off x="1864594" y="5581782"/>
                <a:ext cx="164880" cy="66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882CC28-DE15-F3E6-86A6-720E4E75715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55954" y="5572782"/>
                  <a:ext cx="1825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3F8D502-8E5A-7676-2107-3114C65F599F}"/>
                    </a:ext>
                  </a:extLst>
                </p14:cNvPr>
                <p14:cNvContentPartPr/>
                <p14:nvPr/>
              </p14:nvContentPartPr>
              <p14:xfrm>
                <a:off x="2118754" y="5085342"/>
                <a:ext cx="10800" cy="302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3F8D502-8E5A-7676-2107-3114C65F599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09754" y="5076702"/>
                  <a:ext cx="2844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A1A5B0A-F845-30BE-844A-B292A9644F47}"/>
                    </a:ext>
                  </a:extLst>
                </p14:cNvPr>
                <p14:cNvContentPartPr/>
                <p14:nvPr/>
              </p14:nvContentPartPr>
              <p14:xfrm>
                <a:off x="2223154" y="5288022"/>
                <a:ext cx="48960" cy="374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A1A5B0A-F845-30BE-844A-B292A9644F4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14514" y="5279382"/>
                  <a:ext cx="6660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25090D3-2CC8-5E52-4371-F4176BD35F98}"/>
                    </a:ext>
                  </a:extLst>
                </p14:cNvPr>
                <p14:cNvContentPartPr/>
                <p14:nvPr/>
              </p14:nvContentPartPr>
              <p14:xfrm>
                <a:off x="2305234" y="5361822"/>
                <a:ext cx="189360" cy="209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25090D3-2CC8-5E52-4371-F4176BD35F9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96234" y="5353182"/>
                  <a:ext cx="2070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CBC3C80-43BB-3696-466F-6EA30A0C3D1B}"/>
                    </a:ext>
                  </a:extLst>
                </p14:cNvPr>
                <p14:cNvContentPartPr/>
                <p14:nvPr/>
              </p14:nvContentPartPr>
              <p14:xfrm>
                <a:off x="2362834" y="5464062"/>
                <a:ext cx="136080" cy="40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CBC3C80-43BB-3696-466F-6EA30A0C3D1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53834" y="5455422"/>
                  <a:ext cx="1537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5AF3CBD-8914-406B-7AC6-AB1859194883}"/>
                    </a:ext>
                  </a:extLst>
                </p14:cNvPr>
                <p14:cNvContentPartPr/>
                <p14:nvPr/>
              </p14:nvContentPartPr>
              <p14:xfrm>
                <a:off x="2530954" y="5277222"/>
                <a:ext cx="15480" cy="141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5AF3CBD-8914-406B-7AC6-AB185919488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521954" y="5268582"/>
                  <a:ext cx="331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AA5EF8B-98C8-596C-8D7B-E122B8E7DB3C}"/>
                    </a:ext>
                  </a:extLst>
                </p14:cNvPr>
                <p14:cNvContentPartPr/>
                <p14:nvPr/>
              </p14:nvContentPartPr>
              <p14:xfrm>
                <a:off x="2576674" y="5261742"/>
                <a:ext cx="60120" cy="115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AA5EF8B-98C8-596C-8D7B-E122B8E7DB3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67674" y="5253102"/>
                  <a:ext cx="777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586D7B4-E581-F0B0-5983-7AEADC7C92F4}"/>
                    </a:ext>
                  </a:extLst>
                </p14:cNvPr>
                <p14:cNvContentPartPr/>
                <p14:nvPr/>
              </p14:nvContentPartPr>
              <p14:xfrm>
                <a:off x="2661634" y="5239062"/>
                <a:ext cx="24480" cy="150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586D7B4-E581-F0B0-5983-7AEADC7C92F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52994" y="5230422"/>
                  <a:ext cx="421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6A98AF6-85B5-ED7C-B6F6-C9BD0EE1D4C5}"/>
                    </a:ext>
                  </a:extLst>
                </p14:cNvPr>
                <p14:cNvContentPartPr/>
                <p14:nvPr/>
              </p14:nvContentPartPr>
              <p14:xfrm>
                <a:off x="2746594" y="5212062"/>
                <a:ext cx="114480" cy="5526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6A98AF6-85B5-ED7C-B6F6-C9BD0EE1D4C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37594" y="5203062"/>
                  <a:ext cx="132120" cy="57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253DCE8-F2C6-C1C1-BABB-70BF5CC021F3}"/>
              </a:ext>
            </a:extLst>
          </p:cNvPr>
          <p:cNvGrpSpPr/>
          <p:nvPr/>
        </p:nvGrpSpPr>
        <p:grpSpPr>
          <a:xfrm>
            <a:off x="2998234" y="5506902"/>
            <a:ext cx="77040" cy="112680"/>
            <a:chOff x="2998234" y="5506902"/>
            <a:chExt cx="77040" cy="11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B0F6DBF-799D-F2DF-9799-0C972849CBEA}"/>
                    </a:ext>
                  </a:extLst>
                </p14:cNvPr>
                <p14:cNvContentPartPr/>
                <p14:nvPr/>
              </p14:nvContentPartPr>
              <p14:xfrm>
                <a:off x="2998234" y="5506902"/>
                <a:ext cx="77040" cy="19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B0F6DBF-799D-F2DF-9799-0C972849CBE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989234" y="5498262"/>
                  <a:ext cx="946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301559E-0C34-7281-F310-32D8D373A324}"/>
                    </a:ext>
                  </a:extLst>
                </p14:cNvPr>
                <p14:cNvContentPartPr/>
                <p14:nvPr/>
              </p14:nvContentPartPr>
              <p14:xfrm>
                <a:off x="3005434" y="5605542"/>
                <a:ext cx="37800" cy="14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301559E-0C34-7281-F310-32D8D373A32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96794" y="5596902"/>
                  <a:ext cx="5544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3E3DDED-1405-84C7-CAF8-3840FD8B54E7}"/>
              </a:ext>
            </a:extLst>
          </p:cNvPr>
          <p:cNvGrpSpPr/>
          <p:nvPr/>
        </p:nvGrpSpPr>
        <p:grpSpPr>
          <a:xfrm>
            <a:off x="3230794" y="5589702"/>
            <a:ext cx="297720" cy="57240"/>
            <a:chOff x="3230794" y="5589702"/>
            <a:chExt cx="297720" cy="5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9497EDB-7B95-1DD7-277C-D9C6FB413794}"/>
                    </a:ext>
                  </a:extLst>
                </p14:cNvPr>
                <p14:cNvContentPartPr/>
                <p14:nvPr/>
              </p14:nvContentPartPr>
              <p14:xfrm>
                <a:off x="3230794" y="5636862"/>
                <a:ext cx="40320" cy="10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9497EDB-7B95-1DD7-277C-D9C6FB41379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22154" y="5627862"/>
                  <a:ext cx="579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9BD19FA-C9B5-E442-952B-96C8E995CE5E}"/>
                    </a:ext>
                  </a:extLst>
                </p14:cNvPr>
                <p14:cNvContentPartPr/>
                <p14:nvPr/>
              </p14:nvContentPartPr>
              <p14:xfrm>
                <a:off x="3370474" y="5607342"/>
                <a:ext cx="48240" cy="10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9BD19FA-C9B5-E442-952B-96C8E995CE5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61834" y="5598702"/>
                  <a:ext cx="658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A39BE5-DE07-3695-BD50-42F11D8F5E82}"/>
                    </a:ext>
                  </a:extLst>
                </p14:cNvPr>
                <p14:cNvContentPartPr/>
                <p14:nvPr/>
              </p14:nvContentPartPr>
              <p14:xfrm>
                <a:off x="3524914" y="5589702"/>
                <a:ext cx="3600" cy="3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A39BE5-DE07-3695-BD50-42F11D8F5E8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515914" y="5580702"/>
                  <a:ext cx="21240" cy="2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068A038-D6A3-4661-E616-6E6FA3F56D58}"/>
                  </a:ext>
                </a:extLst>
              </p14:cNvPr>
              <p14:cNvContentPartPr/>
              <p14:nvPr/>
            </p14:nvContentPartPr>
            <p14:xfrm>
              <a:off x="4629754" y="4271022"/>
              <a:ext cx="123480" cy="2462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068A038-D6A3-4661-E616-6E6FA3F56D5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620754" y="4262382"/>
                <a:ext cx="14112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D86DE10-650B-4B94-3AD6-B4BA29CF8E06}"/>
                  </a:ext>
                </a:extLst>
              </p14:cNvPr>
              <p14:cNvContentPartPr/>
              <p14:nvPr/>
            </p14:nvContentPartPr>
            <p14:xfrm>
              <a:off x="2032714" y="5915142"/>
              <a:ext cx="195840" cy="2970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D86DE10-650B-4B94-3AD6-B4BA29CF8E0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024074" y="5906142"/>
                <a:ext cx="21348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D9FD8AAA-E20F-C2B3-27BB-B34E6C4BDECD}"/>
                  </a:ext>
                </a:extLst>
              </p14:cNvPr>
              <p14:cNvContentPartPr/>
              <p14:nvPr/>
            </p14:nvContentPartPr>
            <p14:xfrm>
              <a:off x="3428794" y="3836862"/>
              <a:ext cx="119520" cy="8748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D9FD8AAA-E20F-C2B3-27BB-B34E6C4BDEC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420154" y="3827862"/>
                <a:ext cx="137160" cy="10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A0B68AB6-313C-9F02-C644-FA766EE191E4}"/>
              </a:ext>
            </a:extLst>
          </p:cNvPr>
          <p:cNvGrpSpPr/>
          <p:nvPr/>
        </p:nvGrpSpPr>
        <p:grpSpPr>
          <a:xfrm>
            <a:off x="3865114" y="3133062"/>
            <a:ext cx="1648800" cy="1874160"/>
            <a:chOff x="3865114" y="3133062"/>
            <a:chExt cx="1648800" cy="187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ED6CD6B-593A-765A-B934-740F239E20C3}"/>
                    </a:ext>
                  </a:extLst>
                </p14:cNvPr>
                <p14:cNvContentPartPr/>
                <p14:nvPr/>
              </p14:nvContentPartPr>
              <p14:xfrm>
                <a:off x="5290354" y="3339702"/>
                <a:ext cx="214200" cy="14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ED6CD6B-593A-765A-B934-740F239E20C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81714" y="3330702"/>
                  <a:ext cx="2318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B5317A7-3D43-50C0-2948-5C71281DC64C}"/>
                    </a:ext>
                  </a:extLst>
                </p14:cNvPr>
                <p14:cNvContentPartPr/>
                <p14:nvPr/>
              </p14:nvContentPartPr>
              <p14:xfrm>
                <a:off x="5365234" y="3133062"/>
                <a:ext cx="48600" cy="170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B5317A7-3D43-50C0-2948-5C71281DC64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56234" y="3124062"/>
                  <a:ext cx="662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E01E7EF-E0EE-4139-7C49-7A6372426073}"/>
                    </a:ext>
                  </a:extLst>
                </p14:cNvPr>
                <p14:cNvContentPartPr/>
                <p14:nvPr/>
              </p14:nvContentPartPr>
              <p14:xfrm>
                <a:off x="5267314" y="3393342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E01E7EF-E0EE-4139-7C49-7A637242607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58314" y="338470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20EA126-7E32-77BC-6E24-1DEBF9ECE162}"/>
                    </a:ext>
                  </a:extLst>
                </p14:cNvPr>
                <p14:cNvContentPartPr/>
                <p14:nvPr/>
              </p14:nvContentPartPr>
              <p14:xfrm>
                <a:off x="5258314" y="3370662"/>
                <a:ext cx="9360" cy="7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20EA126-7E32-77BC-6E24-1DEBF9ECE16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49314" y="3362022"/>
                  <a:ext cx="270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C383A48-00CF-4F0F-AE91-8C5AEB3F3DF5}"/>
                    </a:ext>
                  </a:extLst>
                </p14:cNvPr>
                <p14:cNvContentPartPr/>
                <p14:nvPr/>
              </p14:nvContentPartPr>
              <p14:xfrm>
                <a:off x="5250034" y="3345822"/>
                <a:ext cx="23760" cy="608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C383A48-00CF-4F0F-AE91-8C5AEB3F3DF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241394" y="3337182"/>
                  <a:ext cx="414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36D2661-D84D-FFF7-F73F-F1B7B0930A0F}"/>
                    </a:ext>
                  </a:extLst>
                </p14:cNvPr>
                <p14:cNvContentPartPr/>
                <p14:nvPr/>
              </p14:nvContentPartPr>
              <p14:xfrm>
                <a:off x="5244274" y="3410622"/>
                <a:ext cx="1440" cy="187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36D2661-D84D-FFF7-F73F-F1B7B0930A0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235634" y="3401982"/>
                  <a:ext cx="190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DE271E8-1A4B-0027-7D83-C1718D633697}"/>
                    </a:ext>
                  </a:extLst>
                </p14:cNvPr>
                <p14:cNvContentPartPr/>
                <p14:nvPr/>
              </p14:nvContentPartPr>
              <p14:xfrm>
                <a:off x="4756114" y="3298662"/>
                <a:ext cx="577440" cy="915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DE271E8-1A4B-0027-7D83-C1718D63369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747114" y="3290022"/>
                  <a:ext cx="595080" cy="9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391DF19-106D-EE2D-6C32-41A9A93FE27D}"/>
                    </a:ext>
                  </a:extLst>
                </p14:cNvPr>
                <p14:cNvContentPartPr/>
                <p14:nvPr/>
              </p14:nvContentPartPr>
              <p14:xfrm>
                <a:off x="4776274" y="4206582"/>
                <a:ext cx="25560" cy="397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391DF19-106D-EE2D-6C32-41A9A93FE27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767634" y="4197582"/>
                  <a:ext cx="4320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BB4ADDF-C4CF-9D42-864D-13E21B01DC95}"/>
                    </a:ext>
                  </a:extLst>
                </p14:cNvPr>
                <p14:cNvContentPartPr/>
                <p14:nvPr/>
              </p14:nvContentPartPr>
              <p14:xfrm>
                <a:off x="4803274" y="4671702"/>
                <a:ext cx="7200" cy="24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BB4ADDF-C4CF-9D42-864D-13E21B01DC9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794634" y="4662702"/>
                  <a:ext cx="248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1D40432-5F69-3F13-4A3D-2B44F2D14F8E}"/>
                    </a:ext>
                  </a:extLst>
                </p14:cNvPr>
                <p14:cNvContentPartPr/>
                <p14:nvPr/>
              </p14:nvContentPartPr>
              <p14:xfrm>
                <a:off x="4755034" y="4717062"/>
                <a:ext cx="159120" cy="215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1D40432-5F69-3F13-4A3D-2B44F2D14F8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746394" y="4708422"/>
                  <a:ext cx="1767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6471367-C321-D9B7-D287-02A39F603E9E}"/>
                    </a:ext>
                  </a:extLst>
                </p14:cNvPr>
                <p14:cNvContentPartPr/>
                <p14:nvPr/>
              </p14:nvContentPartPr>
              <p14:xfrm>
                <a:off x="4820194" y="4798422"/>
                <a:ext cx="101880" cy="55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6471367-C321-D9B7-D287-02A39F603E9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811194" y="4789422"/>
                  <a:ext cx="1195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5CEC5AC-3271-273E-EAE8-7E9B3511F180}"/>
                    </a:ext>
                  </a:extLst>
                </p14:cNvPr>
                <p14:cNvContentPartPr/>
                <p14:nvPr/>
              </p14:nvContentPartPr>
              <p14:xfrm>
                <a:off x="4970314" y="4648302"/>
                <a:ext cx="33840" cy="114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5CEC5AC-3271-273E-EAE8-7E9B3511F18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61674" y="4639662"/>
                  <a:ext cx="514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FBD7F5E-FD77-A9E1-4D7C-D255D1C1B513}"/>
                    </a:ext>
                  </a:extLst>
                </p14:cNvPr>
                <p14:cNvContentPartPr/>
                <p14:nvPr/>
              </p14:nvContentPartPr>
              <p14:xfrm>
                <a:off x="5043754" y="4652262"/>
                <a:ext cx="72000" cy="95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FBD7F5E-FD77-A9E1-4D7C-D255D1C1B51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035114" y="4643262"/>
                  <a:ext cx="896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204308D-9F1C-C2C1-149A-8E16A40242D0}"/>
                    </a:ext>
                  </a:extLst>
                </p14:cNvPr>
                <p14:cNvContentPartPr/>
                <p14:nvPr/>
              </p14:nvContentPartPr>
              <p14:xfrm>
                <a:off x="5136634" y="4629222"/>
                <a:ext cx="39960" cy="146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204308D-9F1C-C2C1-149A-8E16A40242D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127994" y="4620582"/>
                  <a:ext cx="576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C986D5-6C46-6B6D-917D-8076FBCE901B}"/>
                    </a:ext>
                  </a:extLst>
                </p14:cNvPr>
                <p14:cNvContentPartPr/>
                <p14:nvPr/>
              </p14:nvContentPartPr>
              <p14:xfrm>
                <a:off x="4761874" y="3975102"/>
                <a:ext cx="24480" cy="194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C986D5-6C46-6B6D-917D-8076FBCE901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753234" y="3966102"/>
                  <a:ext cx="421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58C9604-5FD7-190F-689A-69FC90341A38}"/>
                    </a:ext>
                  </a:extLst>
                </p14:cNvPr>
                <p14:cNvContentPartPr/>
                <p14:nvPr/>
              </p14:nvContentPartPr>
              <p14:xfrm>
                <a:off x="4734154" y="3927222"/>
                <a:ext cx="81360" cy="88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58C9604-5FD7-190F-689A-69FC90341A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725514" y="3918222"/>
                  <a:ext cx="990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B48D2F0-4220-554F-82D1-BA5AC2CA3F85}"/>
                    </a:ext>
                  </a:extLst>
                </p14:cNvPr>
                <p14:cNvContentPartPr/>
                <p14:nvPr/>
              </p14:nvContentPartPr>
              <p14:xfrm>
                <a:off x="3923074" y="3688182"/>
                <a:ext cx="1302840" cy="785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B48D2F0-4220-554F-82D1-BA5AC2CA3F8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914074" y="3679182"/>
                  <a:ext cx="1320480" cy="80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93F46FA-D49D-1983-C3A8-045F18944109}"/>
                    </a:ext>
                  </a:extLst>
                </p14:cNvPr>
                <p14:cNvContentPartPr/>
                <p14:nvPr/>
              </p14:nvContentPartPr>
              <p14:xfrm>
                <a:off x="4661074" y="3506742"/>
                <a:ext cx="852840" cy="525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93F46FA-D49D-1983-C3A8-045F1894410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652074" y="3497742"/>
                  <a:ext cx="87048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00150CD-AF55-491A-EE69-02154FDF057D}"/>
                    </a:ext>
                  </a:extLst>
                </p14:cNvPr>
                <p14:cNvContentPartPr/>
                <p14:nvPr/>
              </p14:nvContentPartPr>
              <p14:xfrm>
                <a:off x="4726954" y="4016862"/>
                <a:ext cx="19440" cy="8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00150CD-AF55-491A-EE69-02154FDF057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718314" y="4007862"/>
                  <a:ext cx="370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2BC83AF-524D-5AF2-2B7D-5628BF499AAF}"/>
                    </a:ext>
                  </a:extLst>
                </p14:cNvPr>
                <p14:cNvContentPartPr/>
                <p14:nvPr/>
              </p14:nvContentPartPr>
              <p14:xfrm>
                <a:off x="4460194" y="4148982"/>
                <a:ext cx="30240" cy="65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2BC83AF-524D-5AF2-2B7D-5628BF499AA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451194" y="4140342"/>
                  <a:ext cx="478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F6D5144-1390-3CC8-16F3-1EDB536FA3AE}"/>
                    </a:ext>
                  </a:extLst>
                </p14:cNvPr>
                <p14:cNvContentPartPr/>
                <p14:nvPr/>
              </p14:nvContentPartPr>
              <p14:xfrm>
                <a:off x="4436434" y="4564422"/>
                <a:ext cx="25560" cy="76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F6D5144-1390-3CC8-16F3-1EDB536FA3A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427434" y="4555782"/>
                  <a:ext cx="432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E8C530B-CBE8-6406-A332-42A85B50C01E}"/>
                    </a:ext>
                  </a:extLst>
                </p14:cNvPr>
                <p14:cNvContentPartPr/>
                <p14:nvPr/>
              </p14:nvContentPartPr>
              <p14:xfrm>
                <a:off x="4414474" y="4800222"/>
                <a:ext cx="86400" cy="207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E8C530B-CBE8-6406-A332-42A85B50C01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405474" y="4791582"/>
                  <a:ext cx="1040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22C9884-CF8F-6C2A-C29C-9CABD9ACDED9}"/>
                    </a:ext>
                  </a:extLst>
                </p14:cNvPr>
                <p14:cNvContentPartPr/>
                <p14:nvPr/>
              </p14:nvContentPartPr>
              <p14:xfrm>
                <a:off x="4420954" y="4864662"/>
                <a:ext cx="118440" cy="874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22C9884-CF8F-6C2A-C29C-9CABD9ACDED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412314" y="4855662"/>
                  <a:ext cx="1360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97F404C-9D22-D09A-FB44-5B6405B42C01}"/>
                    </a:ext>
                  </a:extLst>
                </p14:cNvPr>
                <p14:cNvContentPartPr/>
                <p14:nvPr/>
              </p14:nvContentPartPr>
              <p14:xfrm>
                <a:off x="4508074" y="4737222"/>
                <a:ext cx="43560" cy="163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97F404C-9D22-D09A-FB44-5B6405B42C0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499074" y="4728222"/>
                  <a:ext cx="612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C942E58-457B-76D7-0F41-A3F10CEE2549}"/>
                    </a:ext>
                  </a:extLst>
                </p14:cNvPr>
                <p14:cNvContentPartPr/>
                <p14:nvPr/>
              </p14:nvContentPartPr>
              <p14:xfrm>
                <a:off x="4548394" y="4789782"/>
                <a:ext cx="64440" cy="97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C942E58-457B-76D7-0F41-A3F10CEE254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539394" y="4781142"/>
                  <a:ext cx="820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0170710-174D-D894-7324-236CDC57583B}"/>
                    </a:ext>
                  </a:extLst>
                </p14:cNvPr>
                <p14:cNvContentPartPr/>
                <p14:nvPr/>
              </p14:nvContentPartPr>
              <p14:xfrm>
                <a:off x="4605994" y="4737222"/>
                <a:ext cx="32760" cy="144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0170710-174D-D894-7324-236CDC57583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596994" y="4728222"/>
                  <a:ext cx="504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84F747E-3B2D-C602-8654-716C88403C92}"/>
                    </a:ext>
                  </a:extLst>
                </p14:cNvPr>
                <p14:cNvContentPartPr/>
                <p14:nvPr/>
              </p14:nvContentPartPr>
              <p14:xfrm>
                <a:off x="4489714" y="4177422"/>
                <a:ext cx="3240" cy="32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84F747E-3B2D-C602-8654-716C88403C9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480714" y="4168782"/>
                  <a:ext cx="208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B076C6B-45C8-11BD-3863-9DD6620036CC}"/>
                    </a:ext>
                  </a:extLst>
                </p14:cNvPr>
                <p14:cNvContentPartPr/>
                <p14:nvPr/>
              </p14:nvContentPartPr>
              <p14:xfrm>
                <a:off x="4457674" y="4307742"/>
                <a:ext cx="43920" cy="322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B076C6B-45C8-11BD-3863-9DD6620036C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448674" y="4299102"/>
                  <a:ext cx="615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C839B4B-32FE-4493-1B8B-D3D40B94F7A6}"/>
                    </a:ext>
                  </a:extLst>
                </p14:cNvPr>
                <p14:cNvContentPartPr/>
                <p14:nvPr/>
              </p14:nvContentPartPr>
              <p14:xfrm>
                <a:off x="4465594" y="4123062"/>
                <a:ext cx="45720" cy="95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C839B4B-32FE-4493-1B8B-D3D40B94F7A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456954" y="4114062"/>
                  <a:ext cx="633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A3D4AE6-B008-C2DE-8C84-A12F3C0A900D}"/>
                    </a:ext>
                  </a:extLst>
                </p14:cNvPr>
                <p14:cNvContentPartPr/>
                <p14:nvPr/>
              </p14:nvContentPartPr>
              <p14:xfrm>
                <a:off x="3865114" y="4004622"/>
                <a:ext cx="1443600" cy="2710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A3D4AE6-B008-C2DE-8C84-A12F3C0A900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856114" y="3995982"/>
                  <a:ext cx="146124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5017421-CA89-8F1F-F4AE-81C29F25CC0C}"/>
                    </a:ext>
                  </a:extLst>
                </p14:cNvPr>
                <p14:cNvContentPartPr/>
                <p14:nvPr/>
              </p14:nvContentPartPr>
              <p14:xfrm>
                <a:off x="4447954" y="4166622"/>
                <a:ext cx="121680" cy="486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5017421-CA89-8F1F-F4AE-81C29F25CC0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438954" y="4157622"/>
                  <a:ext cx="139320" cy="6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FECDD248-2EDE-BB0D-5E68-B27699501C2C}"/>
                  </a:ext>
                </a:extLst>
              </p14:cNvPr>
              <p14:cNvContentPartPr/>
              <p14:nvPr/>
            </p14:nvContentPartPr>
            <p14:xfrm>
              <a:off x="8554834" y="4204782"/>
              <a:ext cx="10800" cy="1332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FECDD248-2EDE-BB0D-5E68-B27699501C2C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545834" y="4196142"/>
                <a:ext cx="28440" cy="3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994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CE3A8-581F-4AE8-97A8-B9D2DD375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Second-Order Methods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3A168-A855-4848-9D93-B86BF1B9C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Locally approximate function as quadratic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Comparison of first-order and second order approximations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90E2D5F-A078-4E65-9089-7F5F7F36A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11540" y="3181217"/>
            <a:ext cx="8200370" cy="31306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21222-ADFE-4198-B01D-9B33D9FF0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750108B-53D9-0E7E-D873-8C53A4591160}"/>
                  </a:ext>
                </a:extLst>
              </p14:cNvPr>
              <p14:cNvContentPartPr/>
              <p14:nvPr/>
            </p14:nvContentPartPr>
            <p14:xfrm>
              <a:off x="9196714" y="4668462"/>
              <a:ext cx="10080" cy="12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750108B-53D9-0E7E-D873-8C53A459116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78714" y="4650822"/>
                <a:ext cx="4572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ABBCA30F-DCE6-6B34-F0E9-6E18A24865C6}"/>
              </a:ext>
            </a:extLst>
          </p:cNvPr>
          <p:cNvGrpSpPr/>
          <p:nvPr/>
        </p:nvGrpSpPr>
        <p:grpSpPr>
          <a:xfrm>
            <a:off x="7154074" y="4305222"/>
            <a:ext cx="1506240" cy="1329480"/>
            <a:chOff x="7154074" y="4305222"/>
            <a:chExt cx="1506240" cy="132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C3070FC-97C0-BEC3-096C-B5908BB9188A}"/>
                    </a:ext>
                  </a:extLst>
                </p14:cNvPr>
                <p14:cNvContentPartPr/>
                <p14:nvPr/>
              </p14:nvContentPartPr>
              <p14:xfrm>
                <a:off x="8448274" y="5348862"/>
                <a:ext cx="44280" cy="285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C3070FC-97C0-BEC3-096C-B5908BB9188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30274" y="5331222"/>
                  <a:ext cx="7992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51AF7D4-7D9E-8D67-0042-137014D2F426}"/>
                    </a:ext>
                  </a:extLst>
                </p14:cNvPr>
                <p14:cNvContentPartPr/>
                <p14:nvPr/>
              </p14:nvContentPartPr>
              <p14:xfrm>
                <a:off x="8473834" y="5282262"/>
                <a:ext cx="7560" cy="119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51AF7D4-7D9E-8D67-0042-137014D2F42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456194" y="5264262"/>
                  <a:ext cx="432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3783BDB-43E7-BD86-93A7-0B340DC24554}"/>
                    </a:ext>
                  </a:extLst>
                </p14:cNvPr>
                <p14:cNvContentPartPr/>
                <p14:nvPr/>
              </p14:nvContentPartPr>
              <p14:xfrm>
                <a:off x="8448634" y="5273622"/>
                <a:ext cx="12240" cy="203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3783BDB-43E7-BD86-93A7-0B340DC2455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30994" y="5255982"/>
                  <a:ext cx="478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B1EF486-D9F9-C91D-CC1C-5BD83E740CC1}"/>
                    </a:ext>
                  </a:extLst>
                </p14:cNvPr>
                <p14:cNvContentPartPr/>
                <p14:nvPr/>
              </p14:nvContentPartPr>
              <p14:xfrm>
                <a:off x="8418754" y="5400342"/>
                <a:ext cx="12600" cy="23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B1EF486-D9F9-C91D-CC1C-5BD83E740CC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401114" y="5382702"/>
                  <a:ext cx="482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640E071-49B1-3FCB-62A8-5FC573C2B1DE}"/>
                    </a:ext>
                  </a:extLst>
                </p14:cNvPr>
                <p14:cNvContentPartPr/>
                <p14:nvPr/>
              </p14:nvContentPartPr>
              <p14:xfrm>
                <a:off x="7154074" y="4305222"/>
                <a:ext cx="1506240" cy="1189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640E071-49B1-3FCB-62A8-5FC573C2B1D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136434" y="4287582"/>
                  <a:ext cx="1541880" cy="12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B679550-793D-0D77-2BC6-DADA5E87AF09}"/>
                    </a:ext>
                  </a:extLst>
                </p14:cNvPr>
                <p14:cNvContentPartPr/>
                <p14:nvPr/>
              </p14:nvContentPartPr>
              <p14:xfrm>
                <a:off x="8340994" y="5348502"/>
                <a:ext cx="127440" cy="146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B679550-793D-0D77-2BC6-DADA5E87AF0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323354" y="5330502"/>
                  <a:ext cx="163080" cy="181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87688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FCB7F-9739-46F8-8673-3BB5D6C67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Newton’s Method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A5F32-9002-4E33-8B98-B75A622F9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Approximate a function using second-order Taylor series expansion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Univariate function</a:t>
            </a: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endParaRPr lang="en-US" dirty="0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339AE8B-BAB9-48ED-A3ED-3CA480A244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129" t="7016" r="31436" b="88434"/>
          <a:stretch/>
        </p:blipFill>
        <p:spPr>
          <a:xfrm>
            <a:off x="1086677" y="3108960"/>
            <a:ext cx="10018645" cy="97800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5AD4B72-EE12-47C3-A3EE-767F85E7514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493" t="9971" r="25643" b="75768"/>
          <a:stretch/>
        </p:blipFill>
        <p:spPr>
          <a:xfrm>
            <a:off x="1487605" y="3429000"/>
            <a:ext cx="9216790" cy="355380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309E2-973C-46CF-AC33-D80D6222B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F7A25-8F01-46F3-BAC3-4B9A508F84B8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405955F-00CF-14B1-AA1D-D19EA659A136}"/>
                  </a:ext>
                </a:extLst>
              </p14:cNvPr>
              <p14:cNvContentPartPr/>
              <p14:nvPr/>
            </p14:nvContentPartPr>
            <p14:xfrm>
              <a:off x="7432354" y="2239182"/>
              <a:ext cx="956160" cy="118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405955F-00CF-14B1-AA1D-D19EA659A13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14714" y="2221542"/>
                <a:ext cx="9918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E5C8DF48-E83F-B0E2-E837-5C3C7143900D}"/>
                  </a:ext>
                </a:extLst>
              </p14:cNvPr>
              <p14:cNvContentPartPr/>
              <p14:nvPr/>
            </p14:nvContentPartPr>
            <p14:xfrm>
              <a:off x="2191474" y="4910742"/>
              <a:ext cx="1577520" cy="4834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E5C8DF48-E83F-B0E2-E837-5C3C7143900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82834" y="4901742"/>
                <a:ext cx="1595160" cy="50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9B944A7F-A96B-E678-892E-FDA5F62701C5}"/>
              </a:ext>
            </a:extLst>
          </p:cNvPr>
          <p:cNvGrpSpPr/>
          <p:nvPr/>
        </p:nvGrpSpPr>
        <p:grpSpPr>
          <a:xfrm>
            <a:off x="1976914" y="3880062"/>
            <a:ext cx="547920" cy="226440"/>
            <a:chOff x="1976914" y="3880062"/>
            <a:chExt cx="547920" cy="22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8CC675F-E9B3-DF1A-0B69-C20E08DE66F1}"/>
                    </a:ext>
                  </a:extLst>
                </p14:cNvPr>
                <p14:cNvContentPartPr/>
                <p14:nvPr/>
              </p14:nvContentPartPr>
              <p14:xfrm>
                <a:off x="1976914" y="3888702"/>
                <a:ext cx="300600" cy="86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8CC675F-E9B3-DF1A-0B69-C20E08DE66F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67914" y="3880062"/>
                  <a:ext cx="3182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E3C89BC-7BB1-3FFA-DE0F-83E9C5B85C88}"/>
                    </a:ext>
                  </a:extLst>
                </p14:cNvPr>
                <p14:cNvContentPartPr/>
                <p14:nvPr/>
              </p14:nvContentPartPr>
              <p14:xfrm>
                <a:off x="1986274" y="3946662"/>
                <a:ext cx="312840" cy="121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E3C89BC-7BB1-3FFA-DE0F-83E9C5B85C8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77274" y="3937662"/>
                  <a:ext cx="3304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694D1F5-127C-D34A-C00D-C9EA3CF69C37}"/>
                    </a:ext>
                  </a:extLst>
                </p14:cNvPr>
                <p14:cNvContentPartPr/>
                <p14:nvPr/>
              </p14:nvContentPartPr>
              <p14:xfrm>
                <a:off x="2401714" y="3880062"/>
                <a:ext cx="123120" cy="226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694D1F5-127C-D34A-C00D-C9EA3CF69C3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93074" y="3871062"/>
                  <a:ext cx="140760" cy="24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676378F-42A8-539E-D146-D5BBE8221349}"/>
                  </a:ext>
                </a:extLst>
              </p14:cNvPr>
              <p14:cNvContentPartPr/>
              <p14:nvPr/>
            </p14:nvContentPartPr>
            <p14:xfrm>
              <a:off x="8877754" y="4538142"/>
              <a:ext cx="935640" cy="2923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676378F-42A8-539E-D146-D5BBE822134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824114" y="4430142"/>
                <a:ext cx="1043280" cy="50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AA0AC25-E30F-2564-3FD7-BEB1787BF5FB}"/>
                  </a:ext>
                </a:extLst>
              </p14:cNvPr>
              <p14:cNvContentPartPr/>
              <p14:nvPr/>
            </p14:nvContentPartPr>
            <p14:xfrm>
              <a:off x="4026394" y="4760262"/>
              <a:ext cx="5914080" cy="4554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AA0AC25-E30F-2564-3FD7-BEB1787BF5F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972394" y="4652262"/>
                <a:ext cx="6021720" cy="67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25F06A6A-1B28-B871-F5D5-F904DD1F3EDC}"/>
                  </a:ext>
                </a:extLst>
              </p14:cNvPr>
              <p14:cNvContentPartPr/>
              <p14:nvPr/>
            </p14:nvContentPartPr>
            <p14:xfrm>
              <a:off x="9742114" y="4727502"/>
              <a:ext cx="59040" cy="2102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25F06A6A-1B28-B871-F5D5-F904DD1F3ED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688474" y="4619862"/>
                <a:ext cx="166680" cy="42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8CAD8CE8-5773-0E6E-D115-F89CBD330157}"/>
                  </a:ext>
                </a:extLst>
              </p14:cNvPr>
              <p14:cNvContentPartPr/>
              <p14:nvPr/>
            </p14:nvContentPartPr>
            <p14:xfrm>
              <a:off x="6015754" y="4532742"/>
              <a:ext cx="465120" cy="34488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8CAD8CE8-5773-0E6E-D115-F89CBD33015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962114" y="4424742"/>
                <a:ext cx="572760" cy="56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FE8E127E-9EAA-34EC-924E-C0D09F462032}"/>
              </a:ext>
            </a:extLst>
          </p:cNvPr>
          <p:cNvGrpSpPr/>
          <p:nvPr/>
        </p:nvGrpSpPr>
        <p:grpSpPr>
          <a:xfrm>
            <a:off x="6385474" y="4103622"/>
            <a:ext cx="676440" cy="409680"/>
            <a:chOff x="6385474" y="4103622"/>
            <a:chExt cx="676440" cy="40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4044754-E77C-08C9-8ADB-BC62EF4063A3}"/>
                    </a:ext>
                  </a:extLst>
                </p14:cNvPr>
                <p14:cNvContentPartPr/>
                <p14:nvPr/>
              </p14:nvContentPartPr>
              <p14:xfrm>
                <a:off x="6385474" y="4316742"/>
                <a:ext cx="57240" cy="196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4044754-E77C-08C9-8ADB-BC62EF4063A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376474" y="4307742"/>
                  <a:ext cx="748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B55A3BF-B69F-F6B7-9FC3-255BEA371004}"/>
                    </a:ext>
                  </a:extLst>
                </p14:cNvPr>
                <p14:cNvContentPartPr/>
                <p14:nvPr/>
              </p14:nvContentPartPr>
              <p14:xfrm>
                <a:off x="6507874" y="4267062"/>
                <a:ext cx="118080" cy="176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B55A3BF-B69F-F6B7-9FC3-255BEA37100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98874" y="4258422"/>
                  <a:ext cx="1357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3C00485-AC5B-3A17-9D74-CA284CFFC6FA}"/>
                    </a:ext>
                  </a:extLst>
                </p14:cNvPr>
                <p14:cNvContentPartPr/>
                <p14:nvPr/>
              </p14:nvContentPartPr>
              <p14:xfrm>
                <a:off x="6688234" y="4243662"/>
                <a:ext cx="10800" cy="133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3C00485-AC5B-3A17-9D74-CA284CFFC6F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79234" y="4234662"/>
                  <a:ext cx="284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0546651-1D5F-97EA-31B4-3DFE163DCF33}"/>
                    </a:ext>
                  </a:extLst>
                </p14:cNvPr>
                <p14:cNvContentPartPr/>
                <p14:nvPr/>
              </p14:nvContentPartPr>
              <p14:xfrm>
                <a:off x="6651874" y="4290822"/>
                <a:ext cx="133560" cy="49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0546651-1D5F-97EA-31B4-3DFE163DCF3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42874" y="4281822"/>
                  <a:ext cx="1512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2879893-A07C-EB22-E1A6-3E4242E729D1}"/>
                    </a:ext>
                  </a:extLst>
                </p14:cNvPr>
                <p14:cNvContentPartPr/>
                <p14:nvPr/>
              </p14:nvContentPartPr>
              <p14:xfrm>
                <a:off x="6842674" y="4194342"/>
                <a:ext cx="28440" cy="169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2879893-A07C-EB22-E1A6-3E4242E729D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33674" y="4185342"/>
                  <a:ext cx="460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E16EE31-54B4-4786-2132-7802FA969CA4}"/>
                    </a:ext>
                  </a:extLst>
                </p14:cNvPr>
                <p14:cNvContentPartPr/>
                <p14:nvPr/>
              </p14:nvContentPartPr>
              <p14:xfrm>
                <a:off x="6961114" y="4103622"/>
                <a:ext cx="100800" cy="2570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E16EE31-54B4-4786-2132-7802FA969CA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952474" y="4094982"/>
                  <a:ext cx="118440" cy="27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6C44A0F-E819-51B5-2F84-B35ACABDFD72}"/>
                  </a:ext>
                </a:extLst>
              </p14:cNvPr>
              <p14:cNvContentPartPr/>
              <p14:nvPr/>
            </p14:nvContentPartPr>
            <p14:xfrm>
              <a:off x="4787434" y="4920102"/>
              <a:ext cx="1328040" cy="53568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6C44A0F-E819-51B5-2F84-B35ACABDFD7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778434" y="4911462"/>
                <a:ext cx="1345680" cy="55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693F3C4-4BEF-28A1-A1E1-6B592AEEDAC3}"/>
                  </a:ext>
                </a:extLst>
              </p14:cNvPr>
              <p14:cNvContentPartPr/>
              <p14:nvPr/>
            </p14:nvContentPartPr>
            <p14:xfrm>
              <a:off x="5756554" y="5827302"/>
              <a:ext cx="33480" cy="68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693F3C4-4BEF-28A1-A1E1-6B592AEEDAC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747914" y="5818302"/>
                <a:ext cx="5112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4FFCB4D-AD33-871E-2CE3-5F99266D0AC4}"/>
                  </a:ext>
                </a:extLst>
              </p14:cNvPr>
              <p14:cNvContentPartPr/>
              <p14:nvPr/>
            </p14:nvContentPartPr>
            <p14:xfrm>
              <a:off x="6335074" y="6086502"/>
              <a:ext cx="1552680" cy="2948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4FFCB4D-AD33-871E-2CE3-5F99266D0AC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326434" y="6077862"/>
                <a:ext cx="1570320" cy="31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4EDBE1BF-434C-420D-C18F-0A9B7D7EDD21}"/>
              </a:ext>
            </a:extLst>
          </p:cNvPr>
          <p:cNvGrpSpPr/>
          <p:nvPr/>
        </p:nvGrpSpPr>
        <p:grpSpPr>
          <a:xfrm>
            <a:off x="8031754" y="5426982"/>
            <a:ext cx="964440" cy="406800"/>
            <a:chOff x="8031754" y="5426982"/>
            <a:chExt cx="964440" cy="40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0FD6921-3B4F-04AC-9CCA-D5ECFBAE6E62}"/>
                    </a:ext>
                  </a:extLst>
                </p14:cNvPr>
                <p14:cNvContentPartPr/>
                <p14:nvPr/>
              </p14:nvContentPartPr>
              <p14:xfrm>
                <a:off x="8070994" y="5742702"/>
                <a:ext cx="63720" cy="223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0FD6921-3B4F-04AC-9CCA-D5ECFBAE6E6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062354" y="5733702"/>
                  <a:ext cx="813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A076EF4-FC14-F094-95FA-AA1AB9801303}"/>
                    </a:ext>
                  </a:extLst>
                </p14:cNvPr>
                <p14:cNvContentPartPr/>
                <p14:nvPr/>
              </p14:nvContentPartPr>
              <p14:xfrm>
                <a:off x="8031754" y="5820822"/>
                <a:ext cx="60480" cy="12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A076EF4-FC14-F094-95FA-AA1AB980130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022754" y="5811822"/>
                  <a:ext cx="781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33399AD-CD5F-320D-4694-3865B9AEF4B7}"/>
                    </a:ext>
                  </a:extLst>
                </p14:cNvPr>
                <p14:cNvContentPartPr/>
                <p14:nvPr/>
              </p14:nvContentPartPr>
              <p14:xfrm>
                <a:off x="8277994" y="5602302"/>
                <a:ext cx="174240" cy="218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33399AD-CD5F-320D-4694-3865B9AEF4B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268994" y="5593662"/>
                  <a:ext cx="1918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CCBF83C-8E89-0B50-39F9-2B7E7FC82723}"/>
                    </a:ext>
                  </a:extLst>
                </p14:cNvPr>
                <p14:cNvContentPartPr/>
                <p14:nvPr/>
              </p14:nvContentPartPr>
              <p14:xfrm>
                <a:off x="8357554" y="5682222"/>
                <a:ext cx="89640" cy="100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CCBF83C-8E89-0B50-39F9-2B7E7FC8272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348554" y="5673222"/>
                  <a:ext cx="1072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91D6C80-961E-968E-C94E-266F7D2F460E}"/>
                    </a:ext>
                  </a:extLst>
                </p14:cNvPr>
                <p14:cNvContentPartPr/>
                <p14:nvPr/>
              </p14:nvContentPartPr>
              <p14:xfrm>
                <a:off x="8548714" y="5428422"/>
                <a:ext cx="92160" cy="1879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91D6C80-961E-968E-C94E-266F7D2F460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40074" y="5419422"/>
                  <a:ext cx="1098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40CFA66-B243-53A8-AE9C-095869BBEA56}"/>
                    </a:ext>
                  </a:extLst>
                </p14:cNvPr>
                <p14:cNvContentPartPr/>
                <p14:nvPr/>
              </p14:nvContentPartPr>
              <p14:xfrm>
                <a:off x="8652034" y="5475222"/>
                <a:ext cx="128880" cy="117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40CFA66-B243-53A8-AE9C-095869BBEA5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643394" y="5466582"/>
                  <a:ext cx="1465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721B3C7-1AD8-3BD1-3E03-0CA311DE3AB5}"/>
                    </a:ext>
                  </a:extLst>
                </p14:cNvPr>
                <p14:cNvContentPartPr/>
                <p14:nvPr/>
              </p14:nvContentPartPr>
              <p14:xfrm>
                <a:off x="8807194" y="5426982"/>
                <a:ext cx="36360" cy="164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721B3C7-1AD8-3BD1-3E03-0CA311DE3AB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98194" y="5417982"/>
                  <a:ext cx="540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7962C16-0859-B547-FB66-0EA53FBAA475}"/>
                    </a:ext>
                  </a:extLst>
                </p14:cNvPr>
                <p14:cNvContentPartPr/>
                <p14:nvPr/>
              </p14:nvContentPartPr>
              <p14:xfrm>
                <a:off x="8865874" y="5702382"/>
                <a:ext cx="130320" cy="223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7962C16-0859-B547-FB66-0EA53FBAA47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856874" y="5693382"/>
                  <a:ext cx="14796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DCDCA2D-058C-0290-DE4A-2B87A0F6D0D5}"/>
              </a:ext>
            </a:extLst>
          </p:cNvPr>
          <p:cNvGrpSpPr/>
          <p:nvPr/>
        </p:nvGrpSpPr>
        <p:grpSpPr>
          <a:xfrm>
            <a:off x="9224794" y="5267142"/>
            <a:ext cx="2764800" cy="1193760"/>
            <a:chOff x="9224794" y="5267142"/>
            <a:chExt cx="2764800" cy="119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7EA6FF6-4D7C-0447-5AED-B9287C5A62D5}"/>
                    </a:ext>
                  </a:extLst>
                </p14:cNvPr>
                <p14:cNvContentPartPr/>
                <p14:nvPr/>
              </p14:nvContentPartPr>
              <p14:xfrm>
                <a:off x="9584794" y="5298462"/>
                <a:ext cx="138600" cy="2383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7EA6FF6-4D7C-0447-5AED-B9287C5A62D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576154" y="5289462"/>
                  <a:ext cx="1562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8515754-067E-D4AE-5F39-4C5D190CA99C}"/>
                    </a:ext>
                  </a:extLst>
                </p14:cNvPr>
                <p14:cNvContentPartPr/>
                <p14:nvPr/>
              </p14:nvContentPartPr>
              <p14:xfrm>
                <a:off x="9386434" y="5533542"/>
                <a:ext cx="757800" cy="110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8515754-067E-D4AE-5F39-4C5D190CA99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377794" y="5524902"/>
                  <a:ext cx="7754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6593273-4A6A-962D-7487-D96AEAC4D214}"/>
                    </a:ext>
                  </a:extLst>
                </p14:cNvPr>
                <p14:cNvContentPartPr/>
                <p14:nvPr/>
              </p14:nvContentPartPr>
              <p14:xfrm>
                <a:off x="9288514" y="5746302"/>
                <a:ext cx="164880" cy="459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6593273-4A6A-962D-7487-D96AEAC4D21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279874" y="5737662"/>
                  <a:ext cx="18252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4C32A5A-475C-A256-545C-5ADFC82DA35D}"/>
                    </a:ext>
                  </a:extLst>
                </p14:cNvPr>
                <p14:cNvContentPartPr/>
                <p14:nvPr/>
              </p14:nvContentPartPr>
              <p14:xfrm>
                <a:off x="9224794" y="6036102"/>
                <a:ext cx="160920" cy="486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4C32A5A-475C-A256-545C-5ADFC82DA35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215794" y="6027462"/>
                  <a:ext cx="1785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0F90451-6DF2-AC1F-9C56-7A429E042DBC}"/>
                    </a:ext>
                  </a:extLst>
                </p14:cNvPr>
                <p14:cNvContentPartPr/>
                <p14:nvPr/>
              </p14:nvContentPartPr>
              <p14:xfrm>
                <a:off x="9543394" y="5747742"/>
                <a:ext cx="34920" cy="114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0F90451-6DF2-AC1F-9C56-7A429E042DB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34754" y="5739102"/>
                  <a:ext cx="525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5E5F668-C1AB-8904-C90B-0FDFEF4FB9F2}"/>
                    </a:ext>
                  </a:extLst>
                </p14:cNvPr>
                <p14:cNvContentPartPr/>
                <p14:nvPr/>
              </p14:nvContentPartPr>
              <p14:xfrm>
                <a:off x="9575074" y="5775822"/>
                <a:ext cx="36360" cy="1062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5E5F668-C1AB-8904-C90B-0FDFEF4FB9F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566074" y="5767182"/>
                  <a:ext cx="540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781AE64-3217-5FF3-507D-CB194AF1A42F}"/>
                    </a:ext>
                  </a:extLst>
                </p14:cNvPr>
                <p14:cNvContentPartPr/>
                <p14:nvPr/>
              </p14:nvContentPartPr>
              <p14:xfrm>
                <a:off x="9669034" y="5794182"/>
                <a:ext cx="110520" cy="273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781AE64-3217-5FF3-507D-CB194AF1A42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660034" y="5785542"/>
                  <a:ext cx="1281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D9EDAA1-1E58-33C2-45A9-4105704DAC16}"/>
                    </a:ext>
                  </a:extLst>
                </p14:cNvPr>
                <p14:cNvContentPartPr/>
                <p14:nvPr/>
              </p14:nvContentPartPr>
              <p14:xfrm>
                <a:off x="9797194" y="5890302"/>
                <a:ext cx="159840" cy="142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D9EDAA1-1E58-33C2-45A9-4105704DAC1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788194" y="5881662"/>
                  <a:ext cx="1774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4390648-50D2-A8BC-1B9C-E524EAD59077}"/>
                    </a:ext>
                  </a:extLst>
                </p14:cNvPr>
                <p14:cNvContentPartPr/>
                <p14:nvPr/>
              </p14:nvContentPartPr>
              <p14:xfrm>
                <a:off x="9860914" y="5947182"/>
                <a:ext cx="74520" cy="57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4390648-50D2-A8BC-1B9C-E524EAD5907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852274" y="5938542"/>
                  <a:ext cx="92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34E377C-2820-D579-D389-2D2B8DFFA187}"/>
                    </a:ext>
                  </a:extLst>
                </p14:cNvPr>
                <p14:cNvContentPartPr/>
                <p14:nvPr/>
              </p14:nvContentPartPr>
              <p14:xfrm>
                <a:off x="10040914" y="5768622"/>
                <a:ext cx="53640" cy="149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34E377C-2820-D579-D389-2D2B8DFFA18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031914" y="5759622"/>
                  <a:ext cx="712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40EC406-5816-1648-9A53-FA1E62BF0C21}"/>
                    </a:ext>
                  </a:extLst>
                </p14:cNvPr>
                <p14:cNvContentPartPr/>
                <p14:nvPr/>
              </p14:nvContentPartPr>
              <p14:xfrm>
                <a:off x="10128754" y="5784462"/>
                <a:ext cx="105120" cy="103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40EC406-5816-1648-9A53-FA1E62BF0C2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119754" y="5775822"/>
                  <a:ext cx="1227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A1A4980-FFD7-D4ED-EB20-438D79AA7006}"/>
                    </a:ext>
                  </a:extLst>
                </p14:cNvPr>
                <p14:cNvContentPartPr/>
                <p14:nvPr/>
              </p14:nvContentPartPr>
              <p14:xfrm>
                <a:off x="10250074" y="5750622"/>
                <a:ext cx="46800" cy="1375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A1A4980-FFD7-D4ED-EB20-438D79AA700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241074" y="5741982"/>
                  <a:ext cx="644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D606B1D-5463-DD4E-9CF8-385FA6D891B5}"/>
                    </a:ext>
                  </a:extLst>
                </p14:cNvPr>
                <p14:cNvContentPartPr/>
                <p14:nvPr/>
              </p14:nvContentPartPr>
              <p14:xfrm>
                <a:off x="10227394" y="5706702"/>
                <a:ext cx="195840" cy="5108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D606B1D-5463-DD4E-9CF8-385FA6D891B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218394" y="5698062"/>
                  <a:ext cx="21348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4DD60E4-C8BB-462F-24BD-24C07F8351FA}"/>
                    </a:ext>
                  </a:extLst>
                </p14:cNvPr>
                <p14:cNvContentPartPr/>
                <p14:nvPr/>
              </p14:nvContentPartPr>
              <p14:xfrm>
                <a:off x="10605034" y="5628222"/>
                <a:ext cx="17280" cy="248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4DD60E4-C8BB-462F-24BD-24C07F8351F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596034" y="5619582"/>
                  <a:ext cx="349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289F4E5-F816-869E-3458-F1B45FD8CD93}"/>
                    </a:ext>
                  </a:extLst>
                </p14:cNvPr>
                <p14:cNvContentPartPr/>
                <p14:nvPr/>
              </p14:nvContentPartPr>
              <p14:xfrm>
                <a:off x="10848754" y="5367582"/>
                <a:ext cx="250200" cy="4096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289F4E5-F816-869E-3458-F1B45FD8CD9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839754" y="5358942"/>
                  <a:ext cx="26784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0CFA733-E3AC-44A9-ABE3-53463EE3EEF7}"/>
                    </a:ext>
                  </a:extLst>
                </p14:cNvPr>
                <p14:cNvContentPartPr/>
                <p14:nvPr/>
              </p14:nvContentPartPr>
              <p14:xfrm>
                <a:off x="10892314" y="5617782"/>
                <a:ext cx="164520" cy="158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0CFA733-E3AC-44A9-ABE3-53463EE3EEF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883314" y="5609142"/>
                  <a:ext cx="1821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40835C4-2D9E-1FFA-7111-19B2332A97B0}"/>
                    </a:ext>
                  </a:extLst>
                </p14:cNvPr>
                <p14:cNvContentPartPr/>
                <p14:nvPr/>
              </p14:nvContentPartPr>
              <p14:xfrm>
                <a:off x="11191834" y="5272542"/>
                <a:ext cx="78840" cy="145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40835C4-2D9E-1FFA-7111-19B2332A97B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183194" y="5263902"/>
                  <a:ext cx="964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3F1C2D4-BFCE-5B7D-9B1E-B0DB01BF856F}"/>
                    </a:ext>
                  </a:extLst>
                </p14:cNvPr>
                <p14:cNvContentPartPr/>
                <p14:nvPr/>
              </p14:nvContentPartPr>
              <p14:xfrm>
                <a:off x="11239354" y="5366502"/>
                <a:ext cx="122400" cy="3042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3F1C2D4-BFCE-5B7D-9B1E-B0DB01BF856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230354" y="5357862"/>
                  <a:ext cx="14004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37F34B6-BFFD-B3AD-4ED8-F080CCD60EA4}"/>
                    </a:ext>
                  </a:extLst>
                </p14:cNvPr>
                <p14:cNvContentPartPr/>
                <p14:nvPr/>
              </p14:nvContentPartPr>
              <p14:xfrm>
                <a:off x="11382634" y="5428782"/>
                <a:ext cx="134640" cy="1828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37F34B6-BFFD-B3AD-4ED8-F080CCD60EA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373634" y="5420142"/>
                  <a:ext cx="1522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C98B3E7-DBAA-D84D-A440-A9FFB03B0BDE}"/>
                    </a:ext>
                  </a:extLst>
                </p14:cNvPr>
                <p14:cNvContentPartPr/>
                <p14:nvPr/>
              </p14:nvContentPartPr>
              <p14:xfrm>
                <a:off x="11399914" y="5504022"/>
                <a:ext cx="119160" cy="54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C98B3E7-DBAA-D84D-A440-A9FFB03B0BD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391274" y="5495022"/>
                  <a:ext cx="1368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865C09E-3522-8D9A-50A6-FB10E39F5363}"/>
                    </a:ext>
                  </a:extLst>
                </p14:cNvPr>
                <p14:cNvContentPartPr/>
                <p14:nvPr/>
              </p14:nvContentPartPr>
              <p14:xfrm>
                <a:off x="11581714" y="5329422"/>
                <a:ext cx="61920" cy="1450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865C09E-3522-8D9A-50A6-FB10E39F536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572714" y="5320422"/>
                  <a:ext cx="795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6526454-4355-8878-55E1-88D59CA73276}"/>
                    </a:ext>
                  </a:extLst>
                </p14:cNvPr>
                <p14:cNvContentPartPr/>
                <p14:nvPr/>
              </p14:nvContentPartPr>
              <p14:xfrm>
                <a:off x="11696554" y="5352102"/>
                <a:ext cx="115920" cy="990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6526454-4355-8878-55E1-88D59CA7327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687914" y="5343102"/>
                  <a:ext cx="133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9027A86-465C-207B-D481-6246BADD43DD}"/>
                    </a:ext>
                  </a:extLst>
                </p14:cNvPr>
                <p14:cNvContentPartPr/>
                <p14:nvPr/>
              </p14:nvContentPartPr>
              <p14:xfrm>
                <a:off x="11798074" y="5342742"/>
                <a:ext cx="61200" cy="122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9027A86-465C-207B-D481-6246BADD43D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789434" y="5334102"/>
                  <a:ext cx="788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84AC7DC-FE7D-D5E8-171B-12A5A50F6513}"/>
                    </a:ext>
                  </a:extLst>
                </p14:cNvPr>
                <p14:cNvContentPartPr/>
                <p14:nvPr/>
              </p14:nvContentPartPr>
              <p14:xfrm>
                <a:off x="11820034" y="5267142"/>
                <a:ext cx="169560" cy="545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84AC7DC-FE7D-D5E8-171B-12A5A50F651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811394" y="5258142"/>
                  <a:ext cx="18720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5E7D670-D275-9A5C-7099-F5347B91622F}"/>
                    </a:ext>
                  </a:extLst>
                </p14:cNvPr>
                <p14:cNvContentPartPr/>
                <p14:nvPr/>
              </p14:nvContentPartPr>
              <p14:xfrm>
                <a:off x="9229114" y="6022782"/>
                <a:ext cx="1450080" cy="2592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5E7D670-D275-9A5C-7099-F5347B91622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220114" y="6014142"/>
                  <a:ext cx="14677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E16A86A-9F65-553B-203D-A2F191071BA1}"/>
                    </a:ext>
                  </a:extLst>
                </p14:cNvPr>
                <p14:cNvContentPartPr/>
                <p14:nvPr/>
              </p14:nvContentPartPr>
              <p14:xfrm>
                <a:off x="10243594" y="6305742"/>
                <a:ext cx="251640" cy="1551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E16A86A-9F65-553B-203D-A2F191071BA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234594" y="6297102"/>
                  <a:ext cx="269280" cy="17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8609B9D0-5E0D-A906-0D39-F8E0064C3B04}"/>
                  </a:ext>
                </a:extLst>
              </p14:cNvPr>
              <p14:cNvContentPartPr/>
              <p14:nvPr/>
            </p14:nvContentPartPr>
            <p14:xfrm>
              <a:off x="10955314" y="5811462"/>
              <a:ext cx="935280" cy="12276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8609B9D0-5E0D-A906-0D39-F8E0064C3B04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946314" y="5802822"/>
                <a:ext cx="95292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DFE8C357-1B5B-1F94-ABF5-DD12100013BD}"/>
                  </a:ext>
                </a:extLst>
              </p14:cNvPr>
              <p14:cNvContentPartPr/>
              <p14:nvPr/>
            </p14:nvContentPartPr>
            <p14:xfrm>
              <a:off x="8796705" y="3128098"/>
              <a:ext cx="388080" cy="4233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DFE8C357-1B5B-1F94-ABF5-DD12100013BD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788065" y="3119098"/>
                <a:ext cx="405720" cy="4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5D2C54E9-40B6-49BC-DFE4-631712989483}"/>
                  </a:ext>
                </a:extLst>
              </p14:cNvPr>
              <p14:cNvContentPartPr/>
              <p14:nvPr/>
            </p14:nvContentPartPr>
            <p14:xfrm>
              <a:off x="7783665" y="3425098"/>
              <a:ext cx="7560" cy="255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5D2C54E9-40B6-49BC-DFE4-63171298948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774665" y="3416458"/>
                <a:ext cx="252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B8210ADB-97FF-C1BF-A554-3E5F6E82C546}"/>
                  </a:ext>
                </a:extLst>
              </p14:cNvPr>
              <p14:cNvContentPartPr/>
              <p14:nvPr/>
            </p14:nvContentPartPr>
            <p14:xfrm>
              <a:off x="9103785" y="3295498"/>
              <a:ext cx="20160" cy="1044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B8210ADB-97FF-C1BF-A554-3E5F6E82C54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095145" y="3286858"/>
                <a:ext cx="3780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E507E4E2-9645-1D82-90F0-64F502560699}"/>
                  </a:ext>
                </a:extLst>
              </p14:cNvPr>
              <p14:cNvContentPartPr/>
              <p14:nvPr/>
            </p14:nvContentPartPr>
            <p14:xfrm>
              <a:off x="7587105" y="3293698"/>
              <a:ext cx="317880" cy="28188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E507E4E2-9645-1D82-90F0-64F502560699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533105" y="3185698"/>
                <a:ext cx="425520" cy="49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C3395761-44CA-C160-359F-0E874E8F8147}"/>
                  </a:ext>
                </a:extLst>
              </p14:cNvPr>
              <p14:cNvContentPartPr/>
              <p14:nvPr/>
            </p14:nvContentPartPr>
            <p14:xfrm>
              <a:off x="8813625" y="3175258"/>
              <a:ext cx="333360" cy="25488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C3395761-44CA-C160-359F-0E874E8F8147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8759985" y="3067258"/>
                <a:ext cx="441000" cy="47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B33887AE-EB4C-9AF3-E46F-95E9BAD08EA4}"/>
                  </a:ext>
                </a:extLst>
              </p14:cNvPr>
              <p14:cNvContentPartPr/>
              <p14:nvPr/>
            </p14:nvContentPartPr>
            <p14:xfrm>
              <a:off x="4643025" y="3505378"/>
              <a:ext cx="309240" cy="31752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B33887AE-EB4C-9AF3-E46F-95E9BAD08EA4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589385" y="3397378"/>
                <a:ext cx="416880" cy="53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2D34464D-9499-38C5-A22A-A9060EC4BEFB}"/>
                  </a:ext>
                </a:extLst>
              </p14:cNvPr>
              <p14:cNvContentPartPr/>
              <p14:nvPr/>
            </p14:nvContentPartPr>
            <p14:xfrm>
              <a:off x="2319585" y="3508618"/>
              <a:ext cx="348120" cy="26964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2D34464D-9499-38C5-A22A-A9060EC4BEFB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265585" y="3400978"/>
                <a:ext cx="455760" cy="48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2094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8C8D48-C8F2-B7D3-D36C-56C51A72A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5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EB86646-E1F9-45A8-9303-FCB5DE32E209}"/>
              </a:ext>
            </a:extLst>
          </p:cNvPr>
          <p:cNvGrpSpPr/>
          <p:nvPr/>
        </p:nvGrpSpPr>
        <p:grpSpPr>
          <a:xfrm>
            <a:off x="775594" y="233262"/>
            <a:ext cx="208440" cy="432720"/>
            <a:chOff x="775594" y="233262"/>
            <a:chExt cx="208440" cy="43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CB99FE4-BAC8-0D78-1957-4C9015F4F29A}"/>
                    </a:ext>
                  </a:extLst>
                </p14:cNvPr>
                <p14:cNvContentPartPr/>
                <p14:nvPr/>
              </p14:nvContentPartPr>
              <p14:xfrm>
                <a:off x="775594" y="233262"/>
                <a:ext cx="157320" cy="4327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CB99FE4-BAC8-0D78-1957-4C9015F4F29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66954" y="224262"/>
                  <a:ext cx="17496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F2F6A3C-9A90-0056-0001-EEC08F6374E9}"/>
                    </a:ext>
                  </a:extLst>
                </p14:cNvPr>
                <p14:cNvContentPartPr/>
                <p14:nvPr/>
              </p14:nvContentPartPr>
              <p14:xfrm>
                <a:off x="791794" y="462582"/>
                <a:ext cx="192240" cy="87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F2F6A3C-9A90-0056-0001-EEC08F6374E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3154" y="453942"/>
                  <a:ext cx="209880" cy="10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DC3BA6C-7831-EF87-A397-7C31CFED6921}"/>
              </a:ext>
            </a:extLst>
          </p:cNvPr>
          <p:cNvGrpSpPr/>
          <p:nvPr/>
        </p:nvGrpSpPr>
        <p:grpSpPr>
          <a:xfrm>
            <a:off x="1171234" y="358182"/>
            <a:ext cx="102240" cy="79200"/>
            <a:chOff x="1171234" y="358182"/>
            <a:chExt cx="102240" cy="7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AFBB986-839D-AD94-D503-973332240A8E}"/>
                    </a:ext>
                  </a:extLst>
                </p14:cNvPr>
                <p14:cNvContentPartPr/>
                <p14:nvPr/>
              </p14:nvContentPartPr>
              <p14:xfrm>
                <a:off x="1171234" y="358182"/>
                <a:ext cx="102240" cy="20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AFBB986-839D-AD94-D503-973332240A8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62594" y="349182"/>
                  <a:ext cx="1198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502F840-38A7-3CDC-A291-BC2A29190888}"/>
                    </a:ext>
                  </a:extLst>
                </p14:cNvPr>
                <p14:cNvContentPartPr/>
                <p14:nvPr/>
              </p14:nvContentPartPr>
              <p14:xfrm>
                <a:off x="1193554" y="410382"/>
                <a:ext cx="69120" cy="27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502F840-38A7-3CDC-A291-BC2A2919088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84914" y="401382"/>
                  <a:ext cx="8676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07F689A-4123-7AEF-BD29-42652A706D82}"/>
              </a:ext>
            </a:extLst>
          </p:cNvPr>
          <p:cNvGrpSpPr/>
          <p:nvPr/>
        </p:nvGrpSpPr>
        <p:grpSpPr>
          <a:xfrm>
            <a:off x="1491274" y="106542"/>
            <a:ext cx="1460520" cy="346320"/>
            <a:chOff x="1491274" y="106542"/>
            <a:chExt cx="1460520" cy="34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0D4DC1A-B7C6-81CD-3535-99D552D9E7B0}"/>
                    </a:ext>
                  </a:extLst>
                </p14:cNvPr>
                <p14:cNvContentPartPr/>
                <p14:nvPr/>
              </p14:nvContentPartPr>
              <p14:xfrm>
                <a:off x="1491274" y="204102"/>
                <a:ext cx="55800" cy="248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0D4DC1A-B7C6-81CD-3535-99D552D9E7B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82634" y="195102"/>
                  <a:ext cx="734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6087BE2-5C25-BEDA-9C9F-A603ACE26677}"/>
                    </a:ext>
                  </a:extLst>
                </p14:cNvPr>
                <p14:cNvContentPartPr/>
                <p14:nvPr/>
              </p14:nvContentPartPr>
              <p14:xfrm>
                <a:off x="1609354" y="245502"/>
                <a:ext cx="164520" cy="177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6087BE2-5C25-BEDA-9C9F-A603ACE2667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00354" y="236862"/>
                  <a:ext cx="1821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31F7062-D665-E7C8-E138-20AB2934983F}"/>
                    </a:ext>
                  </a:extLst>
                </p14:cNvPr>
                <p14:cNvContentPartPr/>
                <p14:nvPr/>
              </p14:nvContentPartPr>
              <p14:xfrm>
                <a:off x="1653994" y="331902"/>
                <a:ext cx="127800" cy="33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31F7062-D665-E7C8-E138-20AB2934983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44994" y="322902"/>
                  <a:ext cx="1454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7C95BAC-CA27-13C8-9198-3D3432928BD8}"/>
                    </a:ext>
                  </a:extLst>
                </p14:cNvPr>
                <p14:cNvContentPartPr/>
                <p14:nvPr/>
              </p14:nvContentPartPr>
              <p14:xfrm>
                <a:off x="1926154" y="335862"/>
                <a:ext cx="79920" cy="9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7C95BAC-CA27-13C8-9198-3D3432928BD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17154" y="326862"/>
                  <a:ext cx="975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E0035C7-09E8-DC8A-8E02-B413FECF246D}"/>
                    </a:ext>
                  </a:extLst>
                </p14:cNvPr>
                <p14:cNvContentPartPr/>
                <p14:nvPr/>
              </p14:nvContentPartPr>
              <p14:xfrm>
                <a:off x="2115874" y="240102"/>
                <a:ext cx="114840" cy="149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E0035C7-09E8-DC8A-8E02-B413FECF246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06874" y="231462"/>
                  <a:ext cx="1324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CB7E146-93CA-2EF4-10C5-FC4BA9188C3F}"/>
                    </a:ext>
                  </a:extLst>
                </p14:cNvPr>
                <p14:cNvContentPartPr/>
                <p14:nvPr/>
              </p14:nvContentPartPr>
              <p14:xfrm>
                <a:off x="2259514" y="222462"/>
                <a:ext cx="88200" cy="223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CB7E146-93CA-2EF4-10C5-FC4BA9188C3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50874" y="213822"/>
                  <a:ext cx="1058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AFE1F88-DED0-CAA9-42A4-72B1BC8826DF}"/>
                    </a:ext>
                  </a:extLst>
                </p14:cNvPr>
                <p14:cNvContentPartPr/>
                <p14:nvPr/>
              </p14:nvContentPartPr>
              <p14:xfrm>
                <a:off x="2343754" y="106542"/>
                <a:ext cx="128160" cy="87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AFE1F88-DED0-CAA9-42A4-72B1BC8826D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34754" y="97542"/>
                  <a:ext cx="1458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03C755B-FAF3-EECC-CC19-6C92B3195DA1}"/>
                    </a:ext>
                  </a:extLst>
                </p14:cNvPr>
                <p14:cNvContentPartPr/>
                <p14:nvPr/>
              </p14:nvContentPartPr>
              <p14:xfrm>
                <a:off x="2481274" y="257022"/>
                <a:ext cx="167760" cy="38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03C755B-FAF3-EECC-CC19-6C92B3195DA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72274" y="248382"/>
                  <a:ext cx="1854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6DB3BD6-C51D-1F94-E07B-315C784108E8}"/>
                    </a:ext>
                  </a:extLst>
                </p14:cNvPr>
                <p14:cNvContentPartPr/>
                <p14:nvPr/>
              </p14:nvContentPartPr>
              <p14:xfrm>
                <a:off x="2551114" y="216342"/>
                <a:ext cx="27720" cy="144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6DB3BD6-C51D-1F94-E07B-315C784108E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42474" y="207342"/>
                  <a:ext cx="453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86C961B-67EF-DAF9-5F27-565493A28D52}"/>
                    </a:ext>
                  </a:extLst>
                </p14:cNvPr>
                <p14:cNvContentPartPr/>
                <p14:nvPr/>
              </p14:nvContentPartPr>
              <p14:xfrm>
                <a:off x="2769274" y="222462"/>
                <a:ext cx="182520" cy="154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86C961B-67EF-DAF9-5F27-565493A28D5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60634" y="213822"/>
                  <a:ext cx="20016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C9E46A9-B226-7780-95D2-155F04424E17}"/>
              </a:ext>
            </a:extLst>
          </p:cNvPr>
          <p:cNvGrpSpPr/>
          <p:nvPr/>
        </p:nvGrpSpPr>
        <p:grpSpPr>
          <a:xfrm>
            <a:off x="822394" y="804942"/>
            <a:ext cx="466200" cy="348840"/>
            <a:chOff x="822394" y="804942"/>
            <a:chExt cx="466200" cy="34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44BA3EE-018E-4F99-3FFF-209A16D467EC}"/>
                    </a:ext>
                  </a:extLst>
                </p14:cNvPr>
                <p14:cNvContentPartPr/>
                <p14:nvPr/>
              </p14:nvContentPartPr>
              <p14:xfrm>
                <a:off x="822394" y="965862"/>
                <a:ext cx="220680" cy="187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44BA3EE-018E-4F99-3FFF-209A16D467E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3394" y="957222"/>
                  <a:ext cx="2383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DCB76AE-55A5-F431-97C9-8649C503742D}"/>
                    </a:ext>
                  </a:extLst>
                </p14:cNvPr>
                <p14:cNvContentPartPr/>
                <p14:nvPr/>
              </p14:nvContentPartPr>
              <p14:xfrm>
                <a:off x="889354" y="1055862"/>
                <a:ext cx="140040" cy="43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DCB76AE-55A5-F431-97C9-8649C503742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80714" y="1046862"/>
                  <a:ext cx="157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D437DF2-9A80-C4F2-655F-4F260D2EAB8A}"/>
                    </a:ext>
                  </a:extLst>
                </p14:cNvPr>
                <p14:cNvContentPartPr/>
                <p14:nvPr/>
              </p14:nvContentPartPr>
              <p14:xfrm>
                <a:off x="1088794" y="816822"/>
                <a:ext cx="39600" cy="138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D437DF2-9A80-C4F2-655F-4F260D2EAB8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79794" y="808182"/>
                  <a:ext cx="572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B27AC5F-BD69-350E-7BDB-6F9301B703E7}"/>
                    </a:ext>
                  </a:extLst>
                </p14:cNvPr>
                <p14:cNvContentPartPr/>
                <p14:nvPr/>
              </p14:nvContentPartPr>
              <p14:xfrm>
                <a:off x="1164754" y="860382"/>
                <a:ext cx="41400" cy="95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B27AC5F-BD69-350E-7BDB-6F9301B703E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55754" y="851742"/>
                  <a:ext cx="590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09C419A-4051-22E3-ECF9-F937C416E34B}"/>
                    </a:ext>
                  </a:extLst>
                </p14:cNvPr>
                <p14:cNvContentPartPr/>
                <p14:nvPr/>
              </p14:nvContentPartPr>
              <p14:xfrm>
                <a:off x="1247194" y="804942"/>
                <a:ext cx="41400" cy="180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09C419A-4051-22E3-ECF9-F937C416E34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238554" y="795942"/>
                  <a:ext cx="5904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B27C4EE-8ED5-87FD-F3DF-2F1687F88713}"/>
              </a:ext>
            </a:extLst>
          </p:cNvPr>
          <p:cNvGrpSpPr/>
          <p:nvPr/>
        </p:nvGrpSpPr>
        <p:grpSpPr>
          <a:xfrm>
            <a:off x="1444474" y="1050102"/>
            <a:ext cx="107640" cy="67320"/>
            <a:chOff x="1444474" y="1050102"/>
            <a:chExt cx="107640" cy="6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33CAD34-4D7B-D721-014F-DA13D1AC2A4A}"/>
                    </a:ext>
                  </a:extLst>
                </p14:cNvPr>
                <p14:cNvContentPartPr/>
                <p14:nvPr/>
              </p14:nvContentPartPr>
              <p14:xfrm>
                <a:off x="1444474" y="1050102"/>
                <a:ext cx="101520" cy="16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33CAD34-4D7B-D721-014F-DA13D1AC2A4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435834" y="1041462"/>
                  <a:ext cx="119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4DD396E-0C00-FDBD-6055-D37BC34F3761}"/>
                    </a:ext>
                  </a:extLst>
                </p14:cNvPr>
                <p14:cNvContentPartPr/>
                <p14:nvPr/>
              </p14:nvContentPartPr>
              <p14:xfrm>
                <a:off x="1479034" y="1095102"/>
                <a:ext cx="73080" cy="223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4DD396E-0C00-FDBD-6055-D37BC34F376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70034" y="1086102"/>
                  <a:ext cx="90720" cy="3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E8A99CD-24AF-C2F5-66C0-964447FDAB53}"/>
                  </a:ext>
                </a:extLst>
              </p14:cNvPr>
              <p14:cNvContentPartPr/>
              <p14:nvPr/>
            </p14:nvContentPartPr>
            <p14:xfrm>
              <a:off x="1737874" y="891342"/>
              <a:ext cx="112320" cy="2077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E8A99CD-24AF-C2F5-66C0-964447FDAB5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728874" y="882342"/>
                <a:ext cx="129960" cy="22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2FDDD66A-CD6F-9A12-9BBD-8DC9F2547E3E}"/>
              </a:ext>
            </a:extLst>
          </p:cNvPr>
          <p:cNvGrpSpPr/>
          <p:nvPr/>
        </p:nvGrpSpPr>
        <p:grpSpPr>
          <a:xfrm>
            <a:off x="805114" y="1421262"/>
            <a:ext cx="2436840" cy="389520"/>
            <a:chOff x="805114" y="1421262"/>
            <a:chExt cx="2436840" cy="38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69FC764-5387-3784-2408-D5B3FA030DC3}"/>
                    </a:ext>
                  </a:extLst>
                </p14:cNvPr>
                <p14:cNvContentPartPr/>
                <p14:nvPr/>
              </p14:nvContentPartPr>
              <p14:xfrm>
                <a:off x="805114" y="1473462"/>
                <a:ext cx="144000" cy="337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69FC764-5387-3784-2408-D5B3FA030DC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96114" y="1464462"/>
                  <a:ext cx="16164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E0E1D3F-1336-5F54-6C75-A5B8BF079908}"/>
                    </a:ext>
                  </a:extLst>
                </p14:cNvPr>
                <p14:cNvContentPartPr/>
                <p14:nvPr/>
              </p14:nvContentPartPr>
              <p14:xfrm>
                <a:off x="849394" y="1678662"/>
                <a:ext cx="104040" cy="34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E0E1D3F-1336-5F54-6C75-A5B8BF07990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0754" y="1669662"/>
                  <a:ext cx="1216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158F850-9117-B7F7-3E14-1E07EEE4805D}"/>
                    </a:ext>
                  </a:extLst>
                </p14:cNvPr>
                <p14:cNvContentPartPr/>
                <p14:nvPr/>
              </p14:nvContentPartPr>
              <p14:xfrm>
                <a:off x="1004194" y="1424502"/>
                <a:ext cx="24120" cy="137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158F850-9117-B7F7-3E14-1E07EEE4805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95554" y="1415862"/>
                  <a:ext cx="417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F99658A-2F76-A9BC-921B-C1EE904B3224}"/>
                    </a:ext>
                  </a:extLst>
                </p14:cNvPr>
                <p14:cNvContentPartPr/>
                <p14:nvPr/>
              </p14:nvContentPartPr>
              <p14:xfrm>
                <a:off x="1182394" y="1468062"/>
                <a:ext cx="30240" cy="227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F99658A-2F76-A9BC-921B-C1EE904B322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73754" y="1459062"/>
                  <a:ext cx="478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BB0FC75-14C8-9DBF-0BEC-D102EFA7B90D}"/>
                    </a:ext>
                  </a:extLst>
                </p14:cNvPr>
                <p14:cNvContentPartPr/>
                <p14:nvPr/>
              </p14:nvContentPartPr>
              <p14:xfrm>
                <a:off x="1232074" y="1522062"/>
                <a:ext cx="183960" cy="154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BB0FC75-14C8-9DBF-0BEC-D102EFA7B90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223074" y="1513062"/>
                  <a:ext cx="2016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62BE71E-E9B3-823A-50B1-5840E6DBA031}"/>
                    </a:ext>
                  </a:extLst>
                </p14:cNvPr>
                <p14:cNvContentPartPr/>
                <p14:nvPr/>
              </p14:nvContentPartPr>
              <p14:xfrm>
                <a:off x="1310554" y="1571022"/>
                <a:ext cx="121320" cy="48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62BE71E-E9B3-823A-50B1-5840E6DBA03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301554" y="1562022"/>
                  <a:ext cx="1389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A8A52BC-DE9C-ACE4-562F-AEB2439F4A00}"/>
                    </a:ext>
                  </a:extLst>
                </p14:cNvPr>
                <p14:cNvContentPartPr/>
                <p14:nvPr/>
              </p14:nvContentPartPr>
              <p14:xfrm>
                <a:off x="1495954" y="1445742"/>
                <a:ext cx="118440" cy="259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A8A52BC-DE9C-ACE4-562F-AEB2439F4A0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486954" y="1437102"/>
                  <a:ext cx="1360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5A14FB6-705F-0F49-AAF8-B8C2C6340324}"/>
                    </a:ext>
                  </a:extLst>
                </p14:cNvPr>
                <p14:cNvContentPartPr/>
                <p14:nvPr/>
              </p14:nvContentPartPr>
              <p14:xfrm>
                <a:off x="1730314" y="1593342"/>
                <a:ext cx="123840" cy="547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5A14FB6-705F-0F49-AAF8-B8C2C634032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721674" y="1584702"/>
                  <a:ext cx="1414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BF9AB55-476B-9518-CEED-53A2256139C6}"/>
                    </a:ext>
                  </a:extLst>
                </p14:cNvPr>
                <p14:cNvContentPartPr/>
                <p14:nvPr/>
              </p14:nvContentPartPr>
              <p14:xfrm>
                <a:off x="1997434" y="1491462"/>
                <a:ext cx="173520" cy="169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BF9AB55-476B-9518-CEED-53A2256139C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988434" y="1482462"/>
                  <a:ext cx="1911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8FE6BDE-CA7A-6813-D024-B2542B408933}"/>
                    </a:ext>
                  </a:extLst>
                </p14:cNvPr>
                <p14:cNvContentPartPr/>
                <p14:nvPr/>
              </p14:nvContentPartPr>
              <p14:xfrm>
                <a:off x="2326834" y="1423422"/>
                <a:ext cx="73800" cy="257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8FE6BDE-CA7A-6813-D024-B2542B40893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17834" y="1414782"/>
                  <a:ext cx="914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F8FAB24-7C35-50B8-4A56-676896620A51}"/>
                    </a:ext>
                  </a:extLst>
                </p14:cNvPr>
                <p14:cNvContentPartPr/>
                <p14:nvPr/>
              </p14:nvContentPartPr>
              <p14:xfrm>
                <a:off x="2503954" y="1463382"/>
                <a:ext cx="143280" cy="162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F8FAB24-7C35-50B8-4A56-676896620A5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494954" y="1454382"/>
                  <a:ext cx="1609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B798085-8D11-95ED-AAA9-F158C3093DFE}"/>
                    </a:ext>
                  </a:extLst>
                </p14:cNvPr>
                <p14:cNvContentPartPr/>
                <p14:nvPr/>
              </p14:nvContentPartPr>
              <p14:xfrm>
                <a:off x="2558314" y="1568862"/>
                <a:ext cx="119880" cy="12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B798085-8D11-95ED-AAA9-F158C3093DF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549674" y="1560222"/>
                  <a:ext cx="1375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2711DC9-1B72-91B3-94EC-BF04DB82DA2E}"/>
                    </a:ext>
                  </a:extLst>
                </p14:cNvPr>
                <p14:cNvContentPartPr/>
                <p14:nvPr/>
              </p14:nvContentPartPr>
              <p14:xfrm>
                <a:off x="2773594" y="1548342"/>
                <a:ext cx="121680" cy="20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2711DC9-1B72-91B3-94EC-BF04DB82DA2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764594" y="1539342"/>
                  <a:ext cx="1393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41B835B-6768-B458-C800-E8309AF4D7E5}"/>
                    </a:ext>
                  </a:extLst>
                </p14:cNvPr>
                <p14:cNvContentPartPr/>
                <p14:nvPr/>
              </p14:nvContentPartPr>
              <p14:xfrm>
                <a:off x="2938114" y="1477422"/>
                <a:ext cx="145800" cy="153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41B835B-6768-B458-C800-E8309AF4D7E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929474" y="1468782"/>
                  <a:ext cx="1634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EC15443-5C62-73C0-F184-71468CAFF1B1}"/>
                    </a:ext>
                  </a:extLst>
                </p14:cNvPr>
                <p14:cNvContentPartPr/>
                <p14:nvPr/>
              </p14:nvContentPartPr>
              <p14:xfrm>
                <a:off x="3102274" y="1421262"/>
                <a:ext cx="139680" cy="271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EC15443-5C62-73C0-F184-71468CAFF1B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93634" y="1412262"/>
                  <a:ext cx="157320" cy="28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76E369A-C905-3DF5-8BDE-FCCA7A5703FD}"/>
              </a:ext>
            </a:extLst>
          </p:cNvPr>
          <p:cNvGrpSpPr/>
          <p:nvPr/>
        </p:nvGrpSpPr>
        <p:grpSpPr>
          <a:xfrm>
            <a:off x="3508714" y="1403262"/>
            <a:ext cx="993960" cy="194040"/>
            <a:chOff x="3508714" y="1403262"/>
            <a:chExt cx="993960" cy="19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680720F-5580-F2A4-D963-FEFD492A1106}"/>
                    </a:ext>
                  </a:extLst>
                </p14:cNvPr>
                <p14:cNvContentPartPr/>
                <p14:nvPr/>
              </p14:nvContentPartPr>
              <p14:xfrm>
                <a:off x="3508714" y="1548342"/>
                <a:ext cx="115920" cy="48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680720F-5580-F2A4-D963-FEFD492A110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499714" y="1539342"/>
                  <a:ext cx="1335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9C6616D-5557-AD96-B715-47D781489E62}"/>
                    </a:ext>
                  </a:extLst>
                </p14:cNvPr>
                <p14:cNvContentPartPr/>
                <p14:nvPr/>
              </p14:nvContentPartPr>
              <p14:xfrm>
                <a:off x="3699874" y="1428822"/>
                <a:ext cx="133200" cy="166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9C6616D-5557-AD96-B715-47D781489E6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691234" y="1419822"/>
                  <a:ext cx="1508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3F9D7C3-A238-D27F-CEE0-999042DB7C17}"/>
                    </a:ext>
                  </a:extLst>
                </p14:cNvPr>
                <p14:cNvContentPartPr/>
                <p14:nvPr/>
              </p14:nvContentPartPr>
              <p14:xfrm>
                <a:off x="3870154" y="1433142"/>
                <a:ext cx="216720" cy="127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3F9D7C3-A238-D27F-CEE0-999042DB7C1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861514" y="1424502"/>
                  <a:ext cx="2343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59E56CD-C8B4-84A6-7BB9-5D31F4730293}"/>
                    </a:ext>
                  </a:extLst>
                </p14:cNvPr>
                <p14:cNvContentPartPr/>
                <p14:nvPr/>
              </p14:nvContentPartPr>
              <p14:xfrm>
                <a:off x="3956194" y="1490022"/>
                <a:ext cx="150120" cy="18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59E56CD-C8B4-84A6-7BB9-5D31F473029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947554" y="1481022"/>
                  <a:ext cx="167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CA36495-2252-3E7D-7E01-E1C5339003DA}"/>
                    </a:ext>
                  </a:extLst>
                </p14:cNvPr>
                <p14:cNvContentPartPr/>
                <p14:nvPr/>
              </p14:nvContentPartPr>
              <p14:xfrm>
                <a:off x="4206394" y="1485702"/>
                <a:ext cx="89640" cy="9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CA36495-2252-3E7D-7E01-E1C5339003D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197754" y="1477062"/>
                  <a:ext cx="1072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F390C3C-BC18-BB72-2FAC-68C6AA1F52B2}"/>
                    </a:ext>
                  </a:extLst>
                </p14:cNvPr>
                <p14:cNvContentPartPr/>
                <p14:nvPr/>
              </p14:nvContentPartPr>
              <p14:xfrm>
                <a:off x="4317274" y="1403262"/>
                <a:ext cx="185400" cy="158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F390C3C-BC18-BB72-2FAC-68C6AA1F52B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308634" y="1394622"/>
                  <a:ext cx="203040" cy="17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B1D909A-3FE9-0F09-DE4B-2F336ABE4A72}"/>
              </a:ext>
            </a:extLst>
          </p:cNvPr>
          <p:cNvGrpSpPr/>
          <p:nvPr/>
        </p:nvGrpSpPr>
        <p:grpSpPr>
          <a:xfrm>
            <a:off x="843634" y="1985742"/>
            <a:ext cx="916920" cy="398160"/>
            <a:chOff x="843634" y="1985742"/>
            <a:chExt cx="916920" cy="39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5B43878-6CAB-D357-B618-C09CC501E105}"/>
                    </a:ext>
                  </a:extLst>
                </p14:cNvPr>
                <p14:cNvContentPartPr/>
                <p14:nvPr/>
              </p14:nvContentPartPr>
              <p14:xfrm>
                <a:off x="843634" y="2055222"/>
                <a:ext cx="223560" cy="328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5B43878-6CAB-D357-B618-C09CC501E10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34994" y="2046222"/>
                  <a:ext cx="2412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4CB32C5-99CD-73A1-3667-02C8480C1C19}"/>
                    </a:ext>
                  </a:extLst>
                </p14:cNvPr>
                <p14:cNvContentPartPr/>
                <p14:nvPr/>
              </p14:nvContentPartPr>
              <p14:xfrm>
                <a:off x="942994" y="2251422"/>
                <a:ext cx="101520" cy="49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4CB32C5-99CD-73A1-3667-02C8480C1C1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33994" y="2242422"/>
                  <a:ext cx="1191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AC0BC83-195E-3D86-78B8-278990EF4739}"/>
                    </a:ext>
                  </a:extLst>
                </p14:cNvPr>
                <p14:cNvContentPartPr/>
                <p14:nvPr/>
              </p14:nvContentPartPr>
              <p14:xfrm>
                <a:off x="1123714" y="1985742"/>
                <a:ext cx="59400" cy="115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AC0BC83-195E-3D86-78B8-278990EF473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15074" y="1977102"/>
                  <a:ext cx="770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9E830FC-479E-E911-4013-95B9F8ECACDB}"/>
                    </a:ext>
                  </a:extLst>
                </p14:cNvPr>
                <p14:cNvContentPartPr/>
                <p14:nvPr/>
              </p14:nvContentPartPr>
              <p14:xfrm>
                <a:off x="1337554" y="1993662"/>
                <a:ext cx="52200" cy="218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9E830FC-479E-E911-4013-95B9F8ECACD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328554" y="1984662"/>
                  <a:ext cx="698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4DE9B27-91E8-AEB3-9470-47329B48DF2E}"/>
                    </a:ext>
                  </a:extLst>
                </p14:cNvPr>
                <p14:cNvContentPartPr/>
                <p14:nvPr/>
              </p14:nvContentPartPr>
              <p14:xfrm>
                <a:off x="1430434" y="2064222"/>
                <a:ext cx="184680" cy="1162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4DE9B27-91E8-AEB3-9470-47329B48DF2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421434" y="2055222"/>
                  <a:ext cx="2023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D73BDD3-1AE9-2029-3A10-12DB05E158D8}"/>
                    </a:ext>
                  </a:extLst>
                </p14:cNvPr>
                <p14:cNvContentPartPr/>
                <p14:nvPr/>
              </p14:nvContentPartPr>
              <p14:xfrm>
                <a:off x="1526554" y="2115342"/>
                <a:ext cx="88560" cy="26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D73BDD3-1AE9-2029-3A10-12DB05E158D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517554" y="2106342"/>
                  <a:ext cx="1062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4F30853-6A2C-A6A1-17C0-E19A0EB9E75D}"/>
                    </a:ext>
                  </a:extLst>
                </p14:cNvPr>
                <p14:cNvContentPartPr/>
                <p14:nvPr/>
              </p14:nvContentPartPr>
              <p14:xfrm>
                <a:off x="1657594" y="2000502"/>
                <a:ext cx="102960" cy="267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4F30853-6A2C-A6A1-17C0-E19A0EB9E75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648954" y="1991862"/>
                  <a:ext cx="120600" cy="28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E2A6FF1-034C-C103-2520-735963BF09AF}"/>
              </a:ext>
            </a:extLst>
          </p:cNvPr>
          <p:cNvGrpSpPr/>
          <p:nvPr/>
        </p:nvGrpSpPr>
        <p:grpSpPr>
          <a:xfrm>
            <a:off x="1944154" y="2022102"/>
            <a:ext cx="394560" cy="155880"/>
            <a:chOff x="1944154" y="2022102"/>
            <a:chExt cx="394560" cy="15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C80232F-BCEA-8D74-23D7-63E86B6D5562}"/>
                    </a:ext>
                  </a:extLst>
                </p14:cNvPr>
                <p14:cNvContentPartPr/>
                <p14:nvPr/>
              </p14:nvContentPartPr>
              <p14:xfrm>
                <a:off x="1944154" y="2072502"/>
                <a:ext cx="129600" cy="70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C80232F-BCEA-8D74-23D7-63E86B6D556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935154" y="2063502"/>
                  <a:ext cx="1472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79032ED-72C9-FF43-6F0A-CA45C285F9B0}"/>
                    </a:ext>
                  </a:extLst>
                </p14:cNvPr>
                <p14:cNvContentPartPr/>
                <p14:nvPr/>
              </p14:nvContentPartPr>
              <p14:xfrm>
                <a:off x="2150074" y="2022102"/>
                <a:ext cx="188640" cy="155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79032ED-72C9-FF43-6F0A-CA45C285F9B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141074" y="2013462"/>
                  <a:ext cx="20628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3C79219-FD36-9798-E356-6C12F864EE73}"/>
              </a:ext>
            </a:extLst>
          </p:cNvPr>
          <p:cNvGrpSpPr/>
          <p:nvPr/>
        </p:nvGrpSpPr>
        <p:grpSpPr>
          <a:xfrm>
            <a:off x="5335354" y="1169982"/>
            <a:ext cx="1188720" cy="419040"/>
            <a:chOff x="5335354" y="1169982"/>
            <a:chExt cx="1188720" cy="41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828D6AE-D299-293F-CD5D-69CFD2103161}"/>
                    </a:ext>
                  </a:extLst>
                </p14:cNvPr>
                <p14:cNvContentPartPr/>
                <p14:nvPr/>
              </p14:nvContentPartPr>
              <p14:xfrm>
                <a:off x="5335354" y="1277622"/>
                <a:ext cx="223200" cy="3114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828D6AE-D299-293F-CD5D-69CFD210316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326354" y="1268622"/>
                  <a:ext cx="24084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C5C49DA-0942-02A0-08F8-AAB754C26912}"/>
                    </a:ext>
                  </a:extLst>
                </p14:cNvPr>
                <p14:cNvContentPartPr/>
                <p14:nvPr/>
              </p14:nvContentPartPr>
              <p14:xfrm>
                <a:off x="5409874" y="1431342"/>
                <a:ext cx="173160" cy="60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C5C49DA-0942-02A0-08F8-AAB754C2691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401234" y="1422342"/>
                  <a:ext cx="1908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9C7C274-D8DC-DE1A-7BAE-E10DA7A7BCE4}"/>
                    </a:ext>
                  </a:extLst>
                </p14:cNvPr>
                <p14:cNvContentPartPr/>
                <p14:nvPr/>
              </p14:nvContentPartPr>
              <p14:xfrm>
                <a:off x="5613994" y="1199142"/>
                <a:ext cx="15840" cy="144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9C7C274-D8DC-DE1A-7BAE-E10DA7A7BCE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604994" y="1190502"/>
                  <a:ext cx="334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B1BDB75-F489-8AAB-75BB-745CDC465619}"/>
                    </a:ext>
                  </a:extLst>
                </p14:cNvPr>
                <p14:cNvContentPartPr/>
                <p14:nvPr/>
              </p14:nvContentPartPr>
              <p14:xfrm>
                <a:off x="5748634" y="1250262"/>
                <a:ext cx="48960" cy="216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B1BDB75-F489-8AAB-75BB-745CDC46561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739634" y="1241262"/>
                  <a:ext cx="666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D39051D-5DBA-1506-0A23-FCEDD48B766F}"/>
                    </a:ext>
                  </a:extLst>
                </p14:cNvPr>
                <p14:cNvContentPartPr/>
                <p14:nvPr/>
              </p14:nvContentPartPr>
              <p14:xfrm>
                <a:off x="5836834" y="1292382"/>
                <a:ext cx="207360" cy="132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D39051D-5DBA-1506-0A23-FCEDD48B766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827834" y="1283382"/>
                  <a:ext cx="2250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2C83A23-9EFC-FC5D-65EC-B4A8346BE82E}"/>
                    </a:ext>
                  </a:extLst>
                </p14:cNvPr>
                <p14:cNvContentPartPr/>
                <p14:nvPr/>
              </p14:nvContentPartPr>
              <p14:xfrm>
                <a:off x="5947714" y="1332702"/>
                <a:ext cx="110160" cy="230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2C83A23-9EFC-FC5D-65EC-B4A8346BE82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938714" y="1323702"/>
                  <a:ext cx="1278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C08C284-6325-BB0D-F7C8-923B404CE95B}"/>
                    </a:ext>
                  </a:extLst>
                </p14:cNvPr>
                <p14:cNvContentPartPr/>
                <p14:nvPr/>
              </p14:nvContentPartPr>
              <p14:xfrm>
                <a:off x="6124114" y="1169982"/>
                <a:ext cx="21960" cy="123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C08C284-6325-BB0D-F7C8-923B404CE95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115474" y="1161342"/>
                  <a:ext cx="396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309B44F-9A1A-3888-53DB-740E5DE367F6}"/>
                    </a:ext>
                  </a:extLst>
                </p14:cNvPr>
                <p14:cNvContentPartPr/>
                <p14:nvPr/>
              </p14:nvContentPartPr>
              <p14:xfrm>
                <a:off x="6209074" y="1194822"/>
                <a:ext cx="38160" cy="77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309B44F-9A1A-3888-53DB-740E5DE367F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200434" y="1186182"/>
                  <a:ext cx="558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DBA0BBE-C2CD-0803-767A-851EADA39B92}"/>
                    </a:ext>
                  </a:extLst>
                </p14:cNvPr>
                <p14:cNvContentPartPr/>
                <p14:nvPr/>
              </p14:nvContentPartPr>
              <p14:xfrm>
                <a:off x="6291874" y="1174662"/>
                <a:ext cx="73080" cy="1260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DBA0BBE-C2CD-0803-767A-851EADA39B9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282874" y="1165662"/>
                  <a:ext cx="90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83B4195-81C2-A664-5C8C-D85B7A3CDF43}"/>
                    </a:ext>
                  </a:extLst>
                </p14:cNvPr>
                <p14:cNvContentPartPr/>
                <p14:nvPr/>
              </p14:nvContentPartPr>
              <p14:xfrm>
                <a:off x="6440554" y="1184742"/>
                <a:ext cx="83520" cy="3153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83B4195-81C2-A664-5C8C-D85B7A3CDF4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431914" y="1176102"/>
                  <a:ext cx="101160" cy="33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6B5E869A-495A-18D1-765F-F09B5FA83322}"/>
                  </a:ext>
                </a:extLst>
              </p14:cNvPr>
              <p14:cNvContentPartPr/>
              <p14:nvPr/>
            </p14:nvContentPartPr>
            <p14:xfrm>
              <a:off x="6746194" y="1350702"/>
              <a:ext cx="146880" cy="5472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6B5E869A-495A-18D1-765F-F09B5FA8332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737554" y="1341702"/>
                <a:ext cx="164520" cy="7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738460FE-6F04-0681-1E01-FE046070E502}"/>
              </a:ext>
            </a:extLst>
          </p:cNvPr>
          <p:cNvGrpSpPr/>
          <p:nvPr/>
        </p:nvGrpSpPr>
        <p:grpSpPr>
          <a:xfrm>
            <a:off x="7077034" y="1209942"/>
            <a:ext cx="280440" cy="232200"/>
            <a:chOff x="7077034" y="1209942"/>
            <a:chExt cx="280440" cy="23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45947A5-E4C5-CE58-690D-E9A0154BADB1}"/>
                    </a:ext>
                  </a:extLst>
                </p14:cNvPr>
                <p14:cNvContentPartPr/>
                <p14:nvPr/>
              </p14:nvContentPartPr>
              <p14:xfrm>
                <a:off x="7077034" y="1209942"/>
                <a:ext cx="84960" cy="226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45947A5-E4C5-CE58-690D-E9A0154BADB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068034" y="1201302"/>
                  <a:ext cx="1026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BB191DD-7358-C524-009B-B4C434C08850}"/>
                    </a:ext>
                  </a:extLst>
                </p14:cNvPr>
                <p14:cNvContentPartPr/>
                <p14:nvPr/>
              </p14:nvContentPartPr>
              <p14:xfrm>
                <a:off x="7195474" y="1265382"/>
                <a:ext cx="162000" cy="176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BB191DD-7358-C524-009B-B4C434C0885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186474" y="1256382"/>
                  <a:ext cx="17964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822F3C4-76C0-1573-5EE7-9848B2EE5596}"/>
              </a:ext>
            </a:extLst>
          </p:cNvPr>
          <p:cNvGrpSpPr/>
          <p:nvPr/>
        </p:nvGrpSpPr>
        <p:grpSpPr>
          <a:xfrm>
            <a:off x="5563234" y="1643022"/>
            <a:ext cx="1135080" cy="472320"/>
            <a:chOff x="5563234" y="1643022"/>
            <a:chExt cx="1135080" cy="47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5C8E663-398D-1D7E-FD90-C2D6CB2B9C51}"/>
                    </a:ext>
                  </a:extLst>
                </p14:cNvPr>
                <p14:cNvContentPartPr/>
                <p14:nvPr/>
              </p14:nvContentPartPr>
              <p14:xfrm>
                <a:off x="5563234" y="1757502"/>
                <a:ext cx="160200" cy="3578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5C8E663-398D-1D7E-FD90-C2D6CB2B9C5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554594" y="1748502"/>
                  <a:ext cx="17784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574BE5E-0E0F-E16C-97BB-137D882D5667}"/>
                    </a:ext>
                  </a:extLst>
                </p14:cNvPr>
                <p14:cNvContentPartPr/>
                <p14:nvPr/>
              </p14:nvContentPartPr>
              <p14:xfrm>
                <a:off x="5602834" y="1933902"/>
                <a:ext cx="151560" cy="500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574BE5E-0E0F-E16C-97BB-137D882D566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594194" y="1925262"/>
                  <a:ext cx="1692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A301875-A370-A852-5A0B-EFD79B253F41}"/>
                    </a:ext>
                  </a:extLst>
                </p14:cNvPr>
                <p14:cNvContentPartPr/>
                <p14:nvPr/>
              </p14:nvContentPartPr>
              <p14:xfrm>
                <a:off x="5831434" y="1689102"/>
                <a:ext cx="34560" cy="99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A301875-A370-A852-5A0B-EFD79B253F4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822434" y="1680102"/>
                  <a:ext cx="522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16401FA-8E04-2D97-BD9D-B58BD566F133}"/>
                    </a:ext>
                  </a:extLst>
                </p14:cNvPr>
                <p14:cNvContentPartPr/>
                <p14:nvPr/>
              </p14:nvContentPartPr>
              <p14:xfrm>
                <a:off x="5878594" y="1707462"/>
                <a:ext cx="20520" cy="968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16401FA-8E04-2D97-BD9D-B58BD566F13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869594" y="1698822"/>
                  <a:ext cx="381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C5474AF-C2A6-E430-4F61-32D7C308B6B9}"/>
                    </a:ext>
                  </a:extLst>
                </p14:cNvPr>
                <p14:cNvContentPartPr/>
                <p14:nvPr/>
              </p14:nvContentPartPr>
              <p14:xfrm>
                <a:off x="5954554" y="1720062"/>
                <a:ext cx="69480" cy="2516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C5474AF-C2A6-E430-4F61-32D7C308B6B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945914" y="1711422"/>
                  <a:ext cx="871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152EDE7-B011-0808-DA2C-77D5B9FC66D1}"/>
                    </a:ext>
                  </a:extLst>
                </p14:cNvPr>
                <p14:cNvContentPartPr/>
                <p14:nvPr/>
              </p14:nvContentPartPr>
              <p14:xfrm>
                <a:off x="6114754" y="1787382"/>
                <a:ext cx="158040" cy="1404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152EDE7-B011-0808-DA2C-77D5B9FC66D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105754" y="1778382"/>
                  <a:ext cx="1756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10EDCA1-E297-E29A-7ECE-48843EBE1E0D}"/>
                    </a:ext>
                  </a:extLst>
                </p14:cNvPr>
                <p14:cNvContentPartPr/>
                <p14:nvPr/>
              </p14:nvContentPartPr>
              <p14:xfrm>
                <a:off x="6171634" y="1833462"/>
                <a:ext cx="139320" cy="327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10EDCA1-E297-E29A-7ECE-48843EBE1E0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162994" y="1824822"/>
                  <a:ext cx="1569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765D97C-8A01-CBFE-A66C-3A06E058C53A}"/>
                    </a:ext>
                  </a:extLst>
                </p14:cNvPr>
                <p14:cNvContentPartPr/>
                <p14:nvPr/>
              </p14:nvContentPartPr>
              <p14:xfrm>
                <a:off x="6354874" y="1684422"/>
                <a:ext cx="46800" cy="1299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765D97C-8A01-CBFE-A66C-3A06E058C53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346234" y="1675422"/>
                  <a:ext cx="644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747A838-006D-F3C0-02BF-B2FCCBE6A1EF}"/>
                    </a:ext>
                  </a:extLst>
                </p14:cNvPr>
                <p14:cNvContentPartPr/>
                <p14:nvPr/>
              </p14:nvContentPartPr>
              <p14:xfrm>
                <a:off x="6436954" y="1696662"/>
                <a:ext cx="28440" cy="957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747A838-006D-F3C0-02BF-B2FCCBE6A1E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428314" y="1687662"/>
                  <a:ext cx="460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939C11B-C76B-5A50-4240-42E2CFC503B9}"/>
                    </a:ext>
                  </a:extLst>
                </p14:cNvPr>
                <p14:cNvContentPartPr/>
                <p14:nvPr/>
              </p14:nvContentPartPr>
              <p14:xfrm>
                <a:off x="6523354" y="1679382"/>
                <a:ext cx="53280" cy="1008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939C11B-C76B-5A50-4240-42E2CFC503B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514354" y="1670742"/>
                  <a:ext cx="709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66CAF17-A9EC-476D-80F5-1F12D4D9B6D0}"/>
                    </a:ext>
                  </a:extLst>
                </p14:cNvPr>
                <p14:cNvContentPartPr/>
                <p14:nvPr/>
              </p14:nvContentPartPr>
              <p14:xfrm>
                <a:off x="6620914" y="1643022"/>
                <a:ext cx="77400" cy="379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66CAF17-A9EC-476D-80F5-1F12D4D9B6D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611914" y="1634382"/>
                  <a:ext cx="95040" cy="39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97673D40-4D12-A1B1-7E34-ED6AE7BBAE1C}"/>
                  </a:ext>
                </a:extLst>
              </p14:cNvPr>
              <p14:cNvContentPartPr/>
              <p14:nvPr/>
            </p14:nvContentPartPr>
            <p14:xfrm>
              <a:off x="6947434" y="1809342"/>
              <a:ext cx="102240" cy="7308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97673D40-4D12-A1B1-7E34-ED6AE7BBAE1C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6938794" y="1800702"/>
                <a:ext cx="11988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91C1FDF7-BF85-E3EC-71C2-92CADB820894}"/>
                  </a:ext>
                </a:extLst>
              </p14:cNvPr>
              <p14:cNvContentPartPr/>
              <p14:nvPr/>
            </p14:nvContentPartPr>
            <p14:xfrm>
              <a:off x="7161274" y="1779822"/>
              <a:ext cx="122760" cy="13572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91C1FDF7-BF85-E3EC-71C2-92CADB820894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152634" y="1770822"/>
                <a:ext cx="140400" cy="15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A81092B-542B-4CC0-D46C-A78522B6A56F}"/>
              </a:ext>
            </a:extLst>
          </p:cNvPr>
          <p:cNvGrpSpPr/>
          <p:nvPr/>
        </p:nvGrpSpPr>
        <p:grpSpPr>
          <a:xfrm>
            <a:off x="4307554" y="80262"/>
            <a:ext cx="1024920" cy="357480"/>
            <a:chOff x="4307554" y="80262"/>
            <a:chExt cx="1024920" cy="35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5AB8A8A-7DCF-E3DA-12DE-F650B0DDC2E5}"/>
                    </a:ext>
                  </a:extLst>
                </p14:cNvPr>
                <p14:cNvContentPartPr/>
                <p14:nvPr/>
              </p14:nvContentPartPr>
              <p14:xfrm>
                <a:off x="4307554" y="113382"/>
                <a:ext cx="161280" cy="3243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5AB8A8A-7DCF-E3DA-12DE-F650B0DDC2E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298914" y="104742"/>
                  <a:ext cx="17892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7D709D0-954C-FC2A-EA84-F6BFB57E08B0}"/>
                    </a:ext>
                  </a:extLst>
                </p14:cNvPr>
                <p14:cNvContentPartPr/>
                <p14:nvPr/>
              </p14:nvContentPartPr>
              <p14:xfrm>
                <a:off x="4364434" y="307422"/>
                <a:ext cx="129600" cy="608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7D709D0-954C-FC2A-EA84-F6BFB57E08B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355434" y="298422"/>
                  <a:ext cx="1472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B1BDC74-72E5-0B3A-8EC9-F17C65875B5F}"/>
                    </a:ext>
                  </a:extLst>
                </p14:cNvPr>
                <p14:cNvContentPartPr/>
                <p14:nvPr/>
              </p14:nvContentPartPr>
              <p14:xfrm>
                <a:off x="4552354" y="111582"/>
                <a:ext cx="52920" cy="243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B1BDC74-72E5-0B3A-8EC9-F17C65875B5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543714" y="102582"/>
                  <a:ext cx="705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EB280C8-7A47-F515-410E-FF4471E0553A}"/>
                    </a:ext>
                  </a:extLst>
                </p14:cNvPr>
                <p14:cNvContentPartPr/>
                <p14:nvPr/>
              </p14:nvContentPartPr>
              <p14:xfrm>
                <a:off x="4638394" y="206982"/>
                <a:ext cx="72720" cy="691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EB280C8-7A47-F515-410E-FF4471E0553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629394" y="197982"/>
                  <a:ext cx="903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B94EF8F-5F3A-0CE9-7768-EEF4C2CFD65E}"/>
                    </a:ext>
                  </a:extLst>
                </p14:cNvPr>
                <p14:cNvContentPartPr/>
                <p14:nvPr/>
              </p14:nvContentPartPr>
              <p14:xfrm>
                <a:off x="4682314" y="190422"/>
                <a:ext cx="109800" cy="138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B94EF8F-5F3A-0CE9-7768-EEF4C2CFD65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673674" y="181782"/>
                  <a:ext cx="1274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1D84293-2788-5394-813F-CCF05A634F80}"/>
                    </a:ext>
                  </a:extLst>
                </p14:cNvPr>
                <p14:cNvContentPartPr/>
                <p14:nvPr/>
              </p14:nvContentPartPr>
              <p14:xfrm>
                <a:off x="4703194" y="170622"/>
                <a:ext cx="164880" cy="1800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1D84293-2788-5394-813F-CCF05A634F8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694194" y="161622"/>
                  <a:ext cx="1825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CA7B884-C7A8-2ECE-FDC8-95D0DBF5517E}"/>
                    </a:ext>
                  </a:extLst>
                </p14:cNvPr>
                <p14:cNvContentPartPr/>
                <p14:nvPr/>
              </p14:nvContentPartPr>
              <p14:xfrm>
                <a:off x="4725874" y="236862"/>
                <a:ext cx="166320" cy="536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CA7B884-C7A8-2ECE-FDC8-95D0DBF5517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716874" y="228222"/>
                  <a:ext cx="1839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4A6E744-25CF-54E4-7933-C6FD748BCD34}"/>
                    </a:ext>
                  </a:extLst>
                </p14:cNvPr>
                <p14:cNvContentPartPr/>
                <p14:nvPr/>
              </p14:nvContentPartPr>
              <p14:xfrm>
                <a:off x="4923514" y="80262"/>
                <a:ext cx="50760" cy="1422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4A6E744-25CF-54E4-7933-C6FD748BCD3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914514" y="71622"/>
                  <a:ext cx="684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D8E273F-C700-43A2-F7CC-194D1A668B9D}"/>
                    </a:ext>
                  </a:extLst>
                </p14:cNvPr>
                <p14:cNvContentPartPr/>
                <p14:nvPr/>
              </p14:nvContentPartPr>
              <p14:xfrm>
                <a:off x="5016034" y="130662"/>
                <a:ext cx="19080" cy="730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D8E273F-C700-43A2-F7CC-194D1A668B9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007034" y="121662"/>
                  <a:ext cx="367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3ABBB7E-CD42-2DD0-67C5-6E8FDF73D57F}"/>
                    </a:ext>
                  </a:extLst>
                </p14:cNvPr>
                <p14:cNvContentPartPr/>
                <p14:nvPr/>
              </p14:nvContentPartPr>
              <p14:xfrm>
                <a:off x="5078674" y="119142"/>
                <a:ext cx="69480" cy="1155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3ABBB7E-CD42-2DD0-67C5-6E8FDF73D57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069674" y="110142"/>
                  <a:ext cx="871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2F2A652-D606-AAF3-B77F-74B5B9EACA07}"/>
                    </a:ext>
                  </a:extLst>
                </p14:cNvPr>
                <p14:cNvContentPartPr/>
                <p14:nvPr/>
              </p14:nvContentPartPr>
              <p14:xfrm>
                <a:off x="5190634" y="94302"/>
                <a:ext cx="141840" cy="2815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2F2A652-D606-AAF3-B77F-74B5B9EACA0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181994" y="85302"/>
                  <a:ext cx="159480" cy="29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D4C92C5F-A4E2-F8FE-2016-23B0864E43A9}"/>
                  </a:ext>
                </a:extLst>
              </p14:cNvPr>
              <p14:cNvContentPartPr/>
              <p14:nvPr/>
            </p14:nvContentPartPr>
            <p14:xfrm>
              <a:off x="5620474" y="230382"/>
              <a:ext cx="110160" cy="6156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D4C92C5F-A4E2-F8FE-2016-23B0864E43A9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5611834" y="221742"/>
                <a:ext cx="127800" cy="7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1E967857-17CA-2D54-7F50-126CF9E70002}"/>
              </a:ext>
            </a:extLst>
          </p:cNvPr>
          <p:cNvGrpSpPr/>
          <p:nvPr/>
        </p:nvGrpSpPr>
        <p:grpSpPr>
          <a:xfrm>
            <a:off x="1120834" y="2545182"/>
            <a:ext cx="479160" cy="366480"/>
            <a:chOff x="1120834" y="2545182"/>
            <a:chExt cx="479160" cy="36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6BA34F6-78A3-1D86-0BEC-F837FD426DE2}"/>
                    </a:ext>
                  </a:extLst>
                </p14:cNvPr>
                <p14:cNvContentPartPr/>
                <p14:nvPr/>
              </p14:nvContentPartPr>
              <p14:xfrm>
                <a:off x="1120834" y="2737782"/>
                <a:ext cx="145440" cy="1738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6BA34F6-78A3-1D86-0BEC-F837FD426DE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11834" y="2728782"/>
                  <a:ext cx="1630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F506B40-0FA8-1706-116C-64BA528AF54B}"/>
                    </a:ext>
                  </a:extLst>
                </p14:cNvPr>
                <p14:cNvContentPartPr/>
                <p14:nvPr/>
              </p14:nvContentPartPr>
              <p14:xfrm>
                <a:off x="1151794" y="2805462"/>
                <a:ext cx="84240" cy="266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F506B40-0FA8-1706-116C-64BA528AF54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43154" y="2796822"/>
                  <a:ext cx="1018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D50F34B-D515-9378-897A-E9480EB7091E}"/>
                    </a:ext>
                  </a:extLst>
                </p14:cNvPr>
                <p14:cNvContentPartPr/>
                <p14:nvPr/>
              </p14:nvContentPartPr>
              <p14:xfrm>
                <a:off x="1327474" y="2545182"/>
                <a:ext cx="55080" cy="1828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D50F34B-D515-9378-897A-E9480EB7091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318474" y="2536542"/>
                  <a:ext cx="727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5838A11-A445-3B3D-2CF4-05ED90914180}"/>
                    </a:ext>
                  </a:extLst>
                </p14:cNvPr>
                <p14:cNvContentPartPr/>
                <p14:nvPr/>
              </p14:nvContentPartPr>
              <p14:xfrm>
                <a:off x="1413874" y="2627262"/>
                <a:ext cx="83520" cy="892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5838A11-A445-3B3D-2CF4-05ED9091418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404874" y="2618262"/>
                  <a:ext cx="1011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037C366-9565-2F1D-F862-D7DFD458E764}"/>
                    </a:ext>
                  </a:extLst>
                </p14:cNvPr>
                <p14:cNvContentPartPr/>
                <p14:nvPr/>
              </p14:nvContentPartPr>
              <p14:xfrm>
                <a:off x="1528354" y="2570022"/>
                <a:ext cx="71640" cy="1839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037C366-9565-2F1D-F862-D7DFD458E76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519714" y="2561022"/>
                  <a:ext cx="89280" cy="20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602E8AC-2A2B-FD44-0BC9-0FB0C874EA45}"/>
              </a:ext>
            </a:extLst>
          </p:cNvPr>
          <p:cNvGrpSpPr/>
          <p:nvPr/>
        </p:nvGrpSpPr>
        <p:grpSpPr>
          <a:xfrm>
            <a:off x="1778914" y="2756502"/>
            <a:ext cx="79200" cy="80280"/>
            <a:chOff x="1778914" y="2756502"/>
            <a:chExt cx="79200" cy="8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7E1B1BA-2374-1090-72B8-AD3922334F8D}"/>
                    </a:ext>
                  </a:extLst>
                </p14:cNvPr>
                <p14:cNvContentPartPr/>
                <p14:nvPr/>
              </p14:nvContentPartPr>
              <p14:xfrm>
                <a:off x="1778914" y="2756502"/>
                <a:ext cx="76320" cy="241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7E1B1BA-2374-1090-72B8-AD3922334F8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769914" y="2747862"/>
                  <a:ext cx="939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AD8D0FC-E48B-781E-D468-512B1C7E8F00}"/>
                    </a:ext>
                  </a:extLst>
                </p14:cNvPr>
                <p14:cNvContentPartPr/>
                <p14:nvPr/>
              </p14:nvContentPartPr>
              <p14:xfrm>
                <a:off x="1781434" y="2815902"/>
                <a:ext cx="76680" cy="208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AD8D0FC-E48B-781E-D468-512B1C7E8F0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772434" y="2807262"/>
                  <a:ext cx="9432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1F13E480-3C67-5215-AD7B-ECCE4A5E9C0D}"/>
              </a:ext>
            </a:extLst>
          </p:cNvPr>
          <p:cNvGrpSpPr/>
          <p:nvPr/>
        </p:nvGrpSpPr>
        <p:grpSpPr>
          <a:xfrm>
            <a:off x="2112634" y="2484342"/>
            <a:ext cx="735480" cy="360000"/>
            <a:chOff x="2112634" y="2484342"/>
            <a:chExt cx="735480" cy="36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7D2AADE-C05B-654E-D9EC-AB0F0E92144F}"/>
                    </a:ext>
                  </a:extLst>
                </p14:cNvPr>
                <p14:cNvContentPartPr/>
                <p14:nvPr/>
              </p14:nvContentPartPr>
              <p14:xfrm>
                <a:off x="2112634" y="2574342"/>
                <a:ext cx="97200" cy="2512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7D2AADE-C05B-654E-D9EC-AB0F0E92144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103994" y="2565342"/>
                  <a:ext cx="1148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DA27A80-EE4D-4AFA-8279-82EA07B7D298}"/>
                    </a:ext>
                  </a:extLst>
                </p14:cNvPr>
                <p14:cNvContentPartPr/>
                <p14:nvPr/>
              </p14:nvContentPartPr>
              <p14:xfrm>
                <a:off x="2217394" y="2628342"/>
                <a:ext cx="187200" cy="1227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DA27A80-EE4D-4AFA-8279-82EA07B7D29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208394" y="2619702"/>
                  <a:ext cx="2048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21283D0-B24E-7534-6A84-5E37717A2854}"/>
                    </a:ext>
                  </a:extLst>
                </p14:cNvPr>
                <p14:cNvContentPartPr/>
                <p14:nvPr/>
              </p14:nvContentPartPr>
              <p14:xfrm>
                <a:off x="2276794" y="2661462"/>
                <a:ext cx="134640" cy="403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21283D0-B24E-7534-6A84-5E37717A285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267794" y="2652822"/>
                  <a:ext cx="1522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989D57B-4612-AD17-1694-BD22DC49B61E}"/>
                    </a:ext>
                  </a:extLst>
                </p14:cNvPr>
                <p14:cNvContentPartPr/>
                <p14:nvPr/>
              </p14:nvContentPartPr>
              <p14:xfrm>
                <a:off x="2476594" y="2496582"/>
                <a:ext cx="61920" cy="1378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989D57B-4612-AD17-1694-BD22DC49B61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467954" y="2487942"/>
                  <a:ext cx="795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915A8BF-7528-C234-6F37-20089F0D1775}"/>
                    </a:ext>
                  </a:extLst>
                </p14:cNvPr>
                <p14:cNvContentPartPr/>
                <p14:nvPr/>
              </p14:nvContentPartPr>
              <p14:xfrm>
                <a:off x="2575594" y="2505582"/>
                <a:ext cx="25200" cy="788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915A8BF-7528-C234-6F37-20089F0D177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66954" y="2496582"/>
                  <a:ext cx="428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C0518CD-259A-BAC7-DA48-5439D7996B8C}"/>
                    </a:ext>
                  </a:extLst>
                </p14:cNvPr>
                <p14:cNvContentPartPr/>
                <p14:nvPr/>
              </p14:nvContentPartPr>
              <p14:xfrm>
                <a:off x="2656954" y="2486502"/>
                <a:ext cx="19080" cy="1188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C0518CD-259A-BAC7-DA48-5439D7996B8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648314" y="2477502"/>
                  <a:ext cx="367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BC363FD-C950-0CA3-3F28-7C6C6D9C7001}"/>
                    </a:ext>
                  </a:extLst>
                </p14:cNvPr>
                <p14:cNvContentPartPr/>
                <p14:nvPr/>
              </p14:nvContentPartPr>
              <p14:xfrm>
                <a:off x="2771074" y="2484342"/>
                <a:ext cx="77040" cy="3600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BC363FD-C950-0CA3-3F28-7C6C6D9C700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762074" y="2475702"/>
                  <a:ext cx="94680" cy="37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9FD44819-B7AB-E01E-4D8B-2EA8E4E42894}"/>
                  </a:ext>
                </a:extLst>
              </p14:cNvPr>
              <p14:cNvContentPartPr/>
              <p14:nvPr/>
            </p14:nvContentPartPr>
            <p14:xfrm>
              <a:off x="3083914" y="2676582"/>
              <a:ext cx="150480" cy="1332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9FD44819-B7AB-E01E-4D8B-2EA8E4E42894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3074914" y="2667942"/>
                <a:ext cx="168120" cy="3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Group 153">
            <a:extLst>
              <a:ext uri="{FF2B5EF4-FFF2-40B4-BE49-F238E27FC236}">
                <a16:creationId xmlns:a16="http://schemas.microsoft.com/office/drawing/2014/main" id="{EF60C20C-7B41-B363-DAD9-45ED487C9282}"/>
              </a:ext>
            </a:extLst>
          </p:cNvPr>
          <p:cNvGrpSpPr/>
          <p:nvPr/>
        </p:nvGrpSpPr>
        <p:grpSpPr>
          <a:xfrm>
            <a:off x="3702394" y="2098782"/>
            <a:ext cx="1248480" cy="1056240"/>
            <a:chOff x="3702394" y="2098782"/>
            <a:chExt cx="1248480" cy="105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92B3831-8C83-AE0A-69D3-16B9F2122B92}"/>
                    </a:ext>
                  </a:extLst>
                </p14:cNvPr>
                <p14:cNvContentPartPr/>
                <p14:nvPr/>
              </p14:nvContentPartPr>
              <p14:xfrm>
                <a:off x="3702394" y="2207142"/>
                <a:ext cx="152280" cy="3214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92B3831-8C83-AE0A-69D3-16B9F2122B9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693394" y="2198502"/>
                  <a:ext cx="1699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BBAB2F6-938C-A88A-508D-CD4915E03479}"/>
                    </a:ext>
                  </a:extLst>
                </p14:cNvPr>
                <p14:cNvContentPartPr/>
                <p14:nvPr/>
              </p14:nvContentPartPr>
              <p14:xfrm>
                <a:off x="3717874" y="2386062"/>
                <a:ext cx="146160" cy="500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BBAB2F6-938C-A88A-508D-CD4915E0347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708874" y="2377062"/>
                  <a:ext cx="1638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2E0CC75-C874-B91B-3580-B316F36D3BC8}"/>
                    </a:ext>
                  </a:extLst>
                </p14:cNvPr>
                <p14:cNvContentPartPr/>
                <p14:nvPr/>
              </p14:nvContentPartPr>
              <p14:xfrm>
                <a:off x="3974554" y="2140542"/>
                <a:ext cx="20520" cy="1231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2E0CC75-C874-B91B-3580-B316F36D3BC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965554" y="2131902"/>
                  <a:ext cx="381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9D4184A-AA77-1BCC-56C8-48643CB1CA45}"/>
                    </a:ext>
                  </a:extLst>
                </p14:cNvPr>
                <p14:cNvContentPartPr/>
                <p14:nvPr/>
              </p14:nvContentPartPr>
              <p14:xfrm>
                <a:off x="4098754" y="2173662"/>
                <a:ext cx="64440" cy="2570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9D4184A-AA77-1BCC-56C8-48643CB1CA4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090114" y="2165022"/>
                  <a:ext cx="820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BC29C47-0709-958F-26EE-3CF01BD36759}"/>
                    </a:ext>
                  </a:extLst>
                </p14:cNvPr>
                <p14:cNvContentPartPr/>
                <p14:nvPr/>
              </p14:nvContentPartPr>
              <p14:xfrm>
                <a:off x="4288474" y="2230182"/>
                <a:ext cx="107640" cy="1443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BC29C47-0709-958F-26EE-3CF01BD3675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279834" y="2221542"/>
                  <a:ext cx="1252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CCB2B30-B78A-0C7D-B5A2-550206328082}"/>
                    </a:ext>
                  </a:extLst>
                </p14:cNvPr>
                <p14:cNvContentPartPr/>
                <p14:nvPr/>
              </p14:nvContentPartPr>
              <p14:xfrm>
                <a:off x="4308634" y="2275182"/>
                <a:ext cx="91440" cy="219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CCB2B30-B78A-0C7D-B5A2-55020632808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299994" y="2266182"/>
                  <a:ext cx="109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5918D05-FC7C-A8DF-56D7-09D6E8B39F68}"/>
                    </a:ext>
                  </a:extLst>
                </p14:cNvPr>
                <p14:cNvContentPartPr/>
                <p14:nvPr/>
              </p14:nvContentPartPr>
              <p14:xfrm>
                <a:off x="4491874" y="2120022"/>
                <a:ext cx="51120" cy="1314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5918D05-FC7C-A8DF-56D7-09D6E8B39F6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483234" y="2111382"/>
                  <a:ext cx="687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4CD83DC-0C07-7D83-05B1-266329D11C2B}"/>
                    </a:ext>
                  </a:extLst>
                </p14:cNvPr>
                <p14:cNvContentPartPr/>
                <p14:nvPr/>
              </p14:nvContentPartPr>
              <p14:xfrm>
                <a:off x="4565314" y="2161062"/>
                <a:ext cx="30960" cy="853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4CD83DC-0C07-7D83-05B1-266329D11C2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556674" y="2152062"/>
                  <a:ext cx="486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8AE968E-8DBF-AD3C-3578-3A616980F895}"/>
                    </a:ext>
                  </a:extLst>
                </p14:cNvPr>
                <p14:cNvContentPartPr/>
                <p14:nvPr/>
              </p14:nvContentPartPr>
              <p14:xfrm>
                <a:off x="4643794" y="2142702"/>
                <a:ext cx="41040" cy="1015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8AE968E-8DBF-AD3C-3578-3A616980F89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634794" y="2134062"/>
                  <a:ext cx="586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A983E68-D57D-091D-1507-32A5D35D3CF8}"/>
                    </a:ext>
                  </a:extLst>
                </p14:cNvPr>
                <p14:cNvContentPartPr/>
                <p14:nvPr/>
              </p14:nvContentPartPr>
              <p14:xfrm>
                <a:off x="4720834" y="2098782"/>
                <a:ext cx="117000" cy="3787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A983E68-D57D-091D-1507-32A5D35D3CF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712194" y="2090142"/>
                  <a:ext cx="13464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FAF506C-9B88-C1FA-29F8-F5F81AFA1A53}"/>
                    </a:ext>
                  </a:extLst>
                </p14:cNvPr>
                <p14:cNvContentPartPr/>
                <p14:nvPr/>
              </p14:nvContentPartPr>
              <p14:xfrm>
                <a:off x="3707074" y="2503062"/>
                <a:ext cx="1027800" cy="1123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FAF506C-9B88-C1FA-29F8-F5F81AFA1A5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698074" y="2494422"/>
                  <a:ext cx="10454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AA6F8B1-9197-03DB-976D-141F61AE05E4}"/>
                    </a:ext>
                  </a:extLst>
                </p14:cNvPr>
                <p14:cNvContentPartPr/>
                <p14:nvPr/>
              </p14:nvContentPartPr>
              <p14:xfrm>
                <a:off x="3800674" y="2778822"/>
                <a:ext cx="137160" cy="3762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AA6F8B1-9197-03DB-976D-141F61AE05E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791674" y="2769822"/>
                  <a:ext cx="15480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B164336-2BFE-60D8-21CB-5617DB113EAE}"/>
                    </a:ext>
                  </a:extLst>
                </p14:cNvPr>
                <p14:cNvContentPartPr/>
                <p14:nvPr/>
              </p14:nvContentPartPr>
              <p14:xfrm>
                <a:off x="3750994" y="2942622"/>
                <a:ext cx="163080" cy="442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B164336-2BFE-60D8-21CB-5617DB113EA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741994" y="2933982"/>
                  <a:ext cx="1807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C540785-5F64-3A4F-06A2-8A181D6B2999}"/>
                    </a:ext>
                  </a:extLst>
                </p14:cNvPr>
                <p14:cNvContentPartPr/>
                <p14:nvPr/>
              </p14:nvContentPartPr>
              <p14:xfrm>
                <a:off x="4034314" y="2737062"/>
                <a:ext cx="16200" cy="957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C540785-5F64-3A4F-06A2-8A181D6B299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025674" y="2728062"/>
                  <a:ext cx="338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05F2073-5FF2-0EE7-21B7-BA1C24714022}"/>
                    </a:ext>
                  </a:extLst>
                </p14:cNvPr>
                <p14:cNvContentPartPr/>
                <p14:nvPr/>
              </p14:nvContentPartPr>
              <p14:xfrm>
                <a:off x="4073914" y="2737422"/>
                <a:ext cx="15120" cy="1000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05F2073-5FF2-0EE7-21B7-BA1C2471402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065274" y="2728782"/>
                  <a:ext cx="327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719C1B1-CA38-2C97-A1C8-BA54AF62BD57}"/>
                    </a:ext>
                  </a:extLst>
                </p14:cNvPr>
                <p14:cNvContentPartPr/>
                <p14:nvPr/>
              </p14:nvContentPartPr>
              <p14:xfrm>
                <a:off x="4202434" y="2729142"/>
                <a:ext cx="33840" cy="2815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719C1B1-CA38-2C97-A1C8-BA54AF62BD5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193794" y="2720142"/>
                  <a:ext cx="514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93A9432-419A-79D1-8FBB-773F271F0644}"/>
                    </a:ext>
                  </a:extLst>
                </p14:cNvPr>
                <p14:cNvContentPartPr/>
                <p14:nvPr/>
              </p14:nvContentPartPr>
              <p14:xfrm>
                <a:off x="4355434" y="2805822"/>
                <a:ext cx="175680" cy="1393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93A9432-419A-79D1-8FBB-773F271F064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346434" y="2797182"/>
                  <a:ext cx="1933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DB37D16-BA05-A2BC-8F7C-14E7CC2FB958}"/>
                    </a:ext>
                  </a:extLst>
                </p14:cNvPr>
                <p14:cNvContentPartPr/>
                <p14:nvPr/>
              </p14:nvContentPartPr>
              <p14:xfrm>
                <a:off x="4421314" y="2860542"/>
                <a:ext cx="108000" cy="187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DB37D16-BA05-A2BC-8F7C-14E7CC2FB95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412674" y="2851902"/>
                  <a:ext cx="1256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70BE3DB-FA7F-E3A7-6960-31BB378F1321}"/>
                    </a:ext>
                  </a:extLst>
                </p14:cNvPr>
                <p14:cNvContentPartPr/>
                <p14:nvPr/>
              </p14:nvContentPartPr>
              <p14:xfrm>
                <a:off x="4644514" y="2706822"/>
                <a:ext cx="34560" cy="1400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70BE3DB-FA7F-E3A7-6960-31BB378F132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635874" y="2697822"/>
                  <a:ext cx="522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5BE64FA-2636-AB9D-565F-200015234A21}"/>
                    </a:ext>
                  </a:extLst>
                </p14:cNvPr>
                <p14:cNvContentPartPr/>
                <p14:nvPr/>
              </p14:nvContentPartPr>
              <p14:xfrm>
                <a:off x="4722634" y="2734182"/>
                <a:ext cx="32040" cy="792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5BE64FA-2636-AB9D-565F-200015234A2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713994" y="2725542"/>
                  <a:ext cx="496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59E8FF2-60EF-EB1E-CC2B-D1AC96E009A4}"/>
                    </a:ext>
                  </a:extLst>
                </p14:cNvPr>
                <p14:cNvContentPartPr/>
                <p14:nvPr/>
              </p14:nvContentPartPr>
              <p14:xfrm>
                <a:off x="4785274" y="2711862"/>
                <a:ext cx="53640" cy="1173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59E8FF2-60EF-EB1E-CC2B-D1AC96E009A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776634" y="2702862"/>
                  <a:ext cx="712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95BEA20-2CC7-D2DC-94BE-DC37914D04C2}"/>
                    </a:ext>
                  </a:extLst>
                </p14:cNvPr>
                <p14:cNvContentPartPr/>
                <p14:nvPr/>
              </p14:nvContentPartPr>
              <p14:xfrm>
                <a:off x="4860154" y="2658582"/>
                <a:ext cx="90720" cy="3672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95BEA20-2CC7-D2DC-94BE-DC37914D04C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851154" y="2649582"/>
                  <a:ext cx="108360" cy="38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60DA44D4-6F42-F074-2128-A8B95054D7E3}"/>
                  </a:ext>
                </a:extLst>
              </p14:cNvPr>
              <p14:cNvContentPartPr/>
              <p14:nvPr/>
            </p14:nvContentPartPr>
            <p14:xfrm>
              <a:off x="5151394" y="2499822"/>
              <a:ext cx="111960" cy="6588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60DA44D4-6F42-F074-2128-A8B95054D7E3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5142754" y="2491182"/>
                <a:ext cx="12960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E7F920DB-9702-BFD1-5052-5CC4861EE429}"/>
                  </a:ext>
                </a:extLst>
              </p14:cNvPr>
              <p14:cNvContentPartPr/>
              <p14:nvPr/>
            </p14:nvContentPartPr>
            <p14:xfrm>
              <a:off x="5523274" y="2398662"/>
              <a:ext cx="158400" cy="25452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E7F920DB-9702-BFD1-5052-5CC4861EE429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5514274" y="2389662"/>
                <a:ext cx="17604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380C2133-653F-4EA5-8C10-8DE5822E2E5E}"/>
                  </a:ext>
                </a:extLst>
              </p14:cNvPr>
              <p14:cNvContentPartPr/>
              <p14:nvPr/>
            </p14:nvContentPartPr>
            <p14:xfrm>
              <a:off x="5967874" y="2488302"/>
              <a:ext cx="145080" cy="4248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380C2133-653F-4EA5-8C10-8DE5822E2E5E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5958874" y="2479662"/>
                <a:ext cx="162720" cy="6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1" name="Group 160">
            <a:extLst>
              <a:ext uri="{FF2B5EF4-FFF2-40B4-BE49-F238E27FC236}">
                <a16:creationId xmlns:a16="http://schemas.microsoft.com/office/drawing/2014/main" id="{E602C06A-3D26-E0F1-5006-F83B7AE91770}"/>
              </a:ext>
            </a:extLst>
          </p:cNvPr>
          <p:cNvGrpSpPr/>
          <p:nvPr/>
        </p:nvGrpSpPr>
        <p:grpSpPr>
          <a:xfrm>
            <a:off x="6434074" y="2227662"/>
            <a:ext cx="345240" cy="258840"/>
            <a:chOff x="6434074" y="2227662"/>
            <a:chExt cx="345240" cy="25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B5021E2-0C31-0B64-73C9-C932AC6B5B50}"/>
                    </a:ext>
                  </a:extLst>
                </p14:cNvPr>
                <p14:cNvContentPartPr/>
                <p14:nvPr/>
              </p14:nvContentPartPr>
              <p14:xfrm>
                <a:off x="6540274" y="2227662"/>
                <a:ext cx="39240" cy="1882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B5021E2-0C31-0B64-73C9-C932AC6B5B5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531634" y="2218662"/>
                  <a:ext cx="568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0623198-5DAC-B8B7-3CAB-83AA19C3C858}"/>
                    </a:ext>
                  </a:extLst>
                </p14:cNvPr>
                <p14:cNvContentPartPr/>
                <p14:nvPr/>
              </p14:nvContentPartPr>
              <p14:xfrm>
                <a:off x="6644674" y="2238462"/>
                <a:ext cx="101880" cy="1508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0623198-5DAC-B8B7-3CAB-83AA19C3C85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635674" y="2229822"/>
                  <a:ext cx="1195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DA28BB4-629A-CF51-E75F-A9A159F1732B}"/>
                    </a:ext>
                  </a:extLst>
                </p14:cNvPr>
                <p14:cNvContentPartPr/>
                <p14:nvPr/>
              </p14:nvContentPartPr>
              <p14:xfrm>
                <a:off x="6434074" y="2436102"/>
                <a:ext cx="345240" cy="504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DA28BB4-629A-CF51-E75F-A9A159F1732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425434" y="2427462"/>
                  <a:ext cx="362880" cy="6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5CFD6F9B-8EE1-1F67-B8F6-5D4E79AD8935}"/>
                  </a:ext>
                </a:extLst>
              </p14:cNvPr>
              <p14:cNvContentPartPr/>
              <p14:nvPr/>
            </p14:nvContentPartPr>
            <p14:xfrm>
              <a:off x="6591034" y="2604222"/>
              <a:ext cx="151200" cy="13320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5CFD6F9B-8EE1-1F67-B8F6-5D4E79AD8935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6582034" y="2595582"/>
                <a:ext cx="16884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71D4EAF8-E36A-A39A-91E9-F1C6B6884F00}"/>
                  </a:ext>
                </a:extLst>
              </p14:cNvPr>
              <p14:cNvContentPartPr/>
              <p14:nvPr/>
            </p14:nvContentPartPr>
            <p14:xfrm>
              <a:off x="7075594" y="2457342"/>
              <a:ext cx="75600" cy="4788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71D4EAF8-E36A-A39A-91E9-F1C6B6884F00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7066954" y="2448702"/>
                <a:ext cx="93240" cy="6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14010533-AD06-C002-E043-9674742758EF}"/>
              </a:ext>
            </a:extLst>
          </p:cNvPr>
          <p:cNvGrpSpPr/>
          <p:nvPr/>
        </p:nvGrpSpPr>
        <p:grpSpPr>
          <a:xfrm>
            <a:off x="7271794" y="2278782"/>
            <a:ext cx="380520" cy="315720"/>
            <a:chOff x="7271794" y="2278782"/>
            <a:chExt cx="380520" cy="31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79DB62A-B1C6-DB93-71D2-C9C5F04AD276}"/>
                    </a:ext>
                  </a:extLst>
                </p14:cNvPr>
                <p14:cNvContentPartPr/>
                <p14:nvPr/>
              </p14:nvContentPartPr>
              <p14:xfrm>
                <a:off x="7271794" y="2342142"/>
                <a:ext cx="96480" cy="2023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79DB62A-B1C6-DB93-71D2-C9C5F04AD27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262794" y="2333142"/>
                  <a:ext cx="1141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6B2C94C-59B8-750F-9A9B-4FFB503B2BCC}"/>
                    </a:ext>
                  </a:extLst>
                </p14:cNvPr>
                <p14:cNvContentPartPr/>
                <p14:nvPr/>
              </p14:nvContentPartPr>
              <p14:xfrm>
                <a:off x="7391674" y="2494422"/>
                <a:ext cx="11160" cy="1000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6B2C94C-59B8-750F-9A9B-4FFB503B2BC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383034" y="2485422"/>
                  <a:ext cx="288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199D423-74AB-9012-7C08-F7CE3EE2ED1E}"/>
                    </a:ext>
                  </a:extLst>
                </p14:cNvPr>
                <p14:cNvContentPartPr/>
                <p14:nvPr/>
              </p14:nvContentPartPr>
              <p14:xfrm>
                <a:off x="7512994" y="2363382"/>
                <a:ext cx="76320" cy="1317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199D423-74AB-9012-7C08-F7CE3EE2ED1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504354" y="2354742"/>
                  <a:ext cx="939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D2F0CA0-0661-17E2-9C80-FEF439787F80}"/>
                    </a:ext>
                  </a:extLst>
                </p14:cNvPr>
                <p14:cNvContentPartPr/>
                <p14:nvPr/>
              </p14:nvContentPartPr>
              <p14:xfrm>
                <a:off x="7518394" y="2278782"/>
                <a:ext cx="133920" cy="604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D2F0CA0-0661-17E2-9C80-FEF439787F8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509754" y="2270142"/>
                  <a:ext cx="15156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4289E8DE-487F-BB71-E0B1-64A34F6355F8}"/>
              </a:ext>
            </a:extLst>
          </p:cNvPr>
          <p:cNvGrpSpPr/>
          <p:nvPr/>
        </p:nvGrpSpPr>
        <p:grpSpPr>
          <a:xfrm>
            <a:off x="5828554" y="143982"/>
            <a:ext cx="467280" cy="322920"/>
            <a:chOff x="5828554" y="143982"/>
            <a:chExt cx="467280" cy="32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1338299-4B9A-B73D-2E7B-5C79B84E166F}"/>
                    </a:ext>
                  </a:extLst>
                </p14:cNvPr>
                <p14:cNvContentPartPr/>
                <p14:nvPr/>
              </p14:nvContentPartPr>
              <p14:xfrm>
                <a:off x="5923594" y="159462"/>
                <a:ext cx="152280" cy="1447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1338299-4B9A-B73D-2E7B-5C79B84E166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914954" y="150462"/>
                  <a:ext cx="1699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ACC04DF-8C5D-B2E8-82F0-BE311A2535E1}"/>
                    </a:ext>
                  </a:extLst>
                </p14:cNvPr>
                <p14:cNvContentPartPr/>
                <p14:nvPr/>
              </p14:nvContentPartPr>
              <p14:xfrm>
                <a:off x="6114754" y="143982"/>
                <a:ext cx="102600" cy="1540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ACC04DF-8C5D-B2E8-82F0-BE311A2535E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106114" y="135342"/>
                  <a:ext cx="1202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3597930-E723-B41D-1AE3-37A051D4D5B9}"/>
                    </a:ext>
                  </a:extLst>
                </p14:cNvPr>
                <p14:cNvContentPartPr/>
                <p14:nvPr/>
              </p14:nvContentPartPr>
              <p14:xfrm>
                <a:off x="6134914" y="226422"/>
                <a:ext cx="160920" cy="248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3597930-E723-B41D-1AE3-37A051D4D5B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126274" y="217782"/>
                  <a:ext cx="1785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8233B20-0AE7-53A3-2B84-5A8A9A701B28}"/>
                    </a:ext>
                  </a:extLst>
                </p14:cNvPr>
                <p14:cNvContentPartPr/>
                <p14:nvPr/>
              </p14:nvContentPartPr>
              <p14:xfrm>
                <a:off x="5828554" y="380862"/>
                <a:ext cx="436680" cy="518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8233B20-0AE7-53A3-2B84-5A8A9A701B2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819914" y="372222"/>
                  <a:ext cx="4543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CD1A7C6-9044-FB59-E132-72CFD8DB6B7D}"/>
                    </a:ext>
                  </a:extLst>
                </p14:cNvPr>
                <p14:cNvContentPartPr/>
                <p14:nvPr/>
              </p14:nvContentPartPr>
              <p14:xfrm>
                <a:off x="5900914" y="421182"/>
                <a:ext cx="351000" cy="457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CD1A7C6-9044-FB59-E132-72CFD8DB6B7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892274" y="412182"/>
                  <a:ext cx="368640" cy="6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156C2C2C-78D5-1B8E-3F3F-4DB9784FA947}"/>
                  </a:ext>
                </a:extLst>
              </p14:cNvPr>
              <p14:cNvContentPartPr/>
              <p14:nvPr/>
            </p14:nvContentPartPr>
            <p14:xfrm>
              <a:off x="5805154" y="123822"/>
              <a:ext cx="578880" cy="31284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156C2C2C-78D5-1B8E-3F3F-4DB9784FA947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5751154" y="15822"/>
                <a:ext cx="686520" cy="52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DB1B45D2-E4A7-7347-76E9-9E70EFF8DB3E}"/>
                  </a:ext>
                </a:extLst>
              </p14:cNvPr>
              <p14:cNvContentPartPr/>
              <p14:nvPr/>
            </p14:nvContentPartPr>
            <p14:xfrm>
              <a:off x="5413834" y="3290022"/>
              <a:ext cx="739440" cy="29268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DB1B45D2-E4A7-7347-76E9-9E70EFF8DB3E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5359834" y="3182022"/>
                <a:ext cx="847080" cy="50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7" name="Group 226">
            <a:extLst>
              <a:ext uri="{FF2B5EF4-FFF2-40B4-BE49-F238E27FC236}">
                <a16:creationId xmlns:a16="http://schemas.microsoft.com/office/drawing/2014/main" id="{2F107396-7A31-D50E-6675-F76F26D99C4B}"/>
              </a:ext>
            </a:extLst>
          </p:cNvPr>
          <p:cNvGrpSpPr/>
          <p:nvPr/>
        </p:nvGrpSpPr>
        <p:grpSpPr>
          <a:xfrm>
            <a:off x="1539874" y="3234222"/>
            <a:ext cx="5076360" cy="3417840"/>
            <a:chOff x="1539874" y="3234222"/>
            <a:chExt cx="5076360" cy="341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BB233F1-0469-92CA-89C5-662A490D178B}"/>
                    </a:ext>
                  </a:extLst>
                </p14:cNvPr>
                <p14:cNvContentPartPr/>
                <p14:nvPr/>
              </p14:nvContentPartPr>
              <p14:xfrm>
                <a:off x="1871074" y="3429342"/>
                <a:ext cx="110160" cy="3740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BB233F1-0469-92CA-89C5-662A490D178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862434" y="3420702"/>
                  <a:ext cx="12780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C792EB0-B394-39E7-CFD9-C905A7241594}"/>
                    </a:ext>
                  </a:extLst>
                </p14:cNvPr>
                <p14:cNvContentPartPr/>
                <p14:nvPr/>
              </p14:nvContentPartPr>
              <p14:xfrm>
                <a:off x="1868194" y="3647502"/>
                <a:ext cx="124560" cy="421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C792EB0-B394-39E7-CFD9-C905A724159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859194" y="3638502"/>
                  <a:ext cx="1422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EC1BB15-0CDA-918E-9701-5674707B2C67}"/>
                    </a:ext>
                  </a:extLst>
                </p14:cNvPr>
                <p14:cNvContentPartPr/>
                <p14:nvPr/>
              </p14:nvContentPartPr>
              <p14:xfrm>
                <a:off x="1883314" y="3490902"/>
                <a:ext cx="115920" cy="918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EC1BB15-0CDA-918E-9701-5674707B2C6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874674" y="3482262"/>
                  <a:ext cx="1335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5437786-CD88-6D3D-320E-5A62E1346D4B}"/>
                    </a:ext>
                  </a:extLst>
                </p14:cNvPr>
                <p14:cNvContentPartPr/>
                <p14:nvPr/>
              </p14:nvContentPartPr>
              <p14:xfrm>
                <a:off x="2092474" y="3304782"/>
                <a:ext cx="38520" cy="1180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5437786-CD88-6D3D-320E-5A62E1346D4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083474" y="3296142"/>
                  <a:ext cx="561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8C972C3-A630-4A16-348E-EDA6282AB62B}"/>
                    </a:ext>
                  </a:extLst>
                </p14:cNvPr>
                <p14:cNvContentPartPr/>
                <p14:nvPr/>
              </p14:nvContentPartPr>
              <p14:xfrm>
                <a:off x="2061514" y="3342582"/>
                <a:ext cx="87480" cy="3708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8C972C3-A630-4A16-348E-EDA6282AB62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052514" y="3333942"/>
                  <a:ext cx="10512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9510712-119F-53CB-7F5D-8714794B20DB}"/>
                    </a:ext>
                  </a:extLst>
                </p14:cNvPr>
                <p14:cNvContentPartPr/>
                <p14:nvPr/>
              </p14:nvContentPartPr>
              <p14:xfrm>
                <a:off x="2243314" y="3489102"/>
                <a:ext cx="126720" cy="1382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9510712-119F-53CB-7F5D-8714794B20D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234674" y="3480462"/>
                  <a:ext cx="1443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E32550A-D39F-C82A-4FFF-CC29C1C0C528}"/>
                    </a:ext>
                  </a:extLst>
                </p14:cNvPr>
                <p14:cNvContentPartPr/>
                <p14:nvPr/>
              </p14:nvContentPartPr>
              <p14:xfrm>
                <a:off x="2280394" y="3503142"/>
                <a:ext cx="87120" cy="1634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E32550A-D39F-C82A-4FFF-CC29C1C0C52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271754" y="3494502"/>
                  <a:ext cx="1047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82849A5-18F2-D917-93F5-A639F8C19D5A}"/>
                    </a:ext>
                  </a:extLst>
                </p14:cNvPr>
                <p14:cNvContentPartPr/>
                <p14:nvPr/>
              </p14:nvContentPartPr>
              <p14:xfrm>
                <a:off x="2399194" y="3374622"/>
                <a:ext cx="54360" cy="1450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82849A5-18F2-D917-93F5-A639F8C19D5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390194" y="3365982"/>
                  <a:ext cx="720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A66C0FF-2172-CD66-F2F7-BF96F80B6A50}"/>
                    </a:ext>
                  </a:extLst>
                </p14:cNvPr>
                <p14:cNvContentPartPr/>
                <p14:nvPr/>
              </p14:nvContentPartPr>
              <p14:xfrm>
                <a:off x="2511154" y="3405582"/>
                <a:ext cx="103680" cy="885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A66C0FF-2172-CD66-F2F7-BF96F80B6A5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502514" y="3396582"/>
                  <a:ext cx="1213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D26772F-E06D-4326-0375-D7D1F079F173}"/>
                    </a:ext>
                  </a:extLst>
                </p14:cNvPr>
                <p14:cNvContentPartPr/>
                <p14:nvPr/>
              </p14:nvContentPartPr>
              <p14:xfrm>
                <a:off x="2641114" y="3375342"/>
                <a:ext cx="70560" cy="1116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D26772F-E06D-4326-0375-D7D1F079F173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632474" y="3366342"/>
                  <a:ext cx="882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D3C8C6C-8A8B-24C4-5355-1975479BDDC6}"/>
                    </a:ext>
                  </a:extLst>
                </p14:cNvPr>
                <p14:cNvContentPartPr/>
                <p14:nvPr/>
              </p14:nvContentPartPr>
              <p14:xfrm>
                <a:off x="2718874" y="3316302"/>
                <a:ext cx="150120" cy="4532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D3C8C6C-8A8B-24C4-5355-1975479BDDC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710234" y="3307662"/>
                  <a:ext cx="16776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F06A7CC-FED9-3460-07FF-19520E21730A}"/>
                    </a:ext>
                  </a:extLst>
                </p14:cNvPr>
                <p14:cNvContentPartPr/>
                <p14:nvPr/>
              </p14:nvContentPartPr>
              <p14:xfrm>
                <a:off x="3084994" y="3551742"/>
                <a:ext cx="99360" cy="759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F06A7CC-FED9-3460-07FF-19520E21730A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076354" y="3542742"/>
                  <a:ext cx="1170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4922B46-1DC5-F294-9070-B4F40AF24996}"/>
                    </a:ext>
                  </a:extLst>
                </p14:cNvPr>
                <p14:cNvContentPartPr/>
                <p14:nvPr/>
              </p14:nvContentPartPr>
              <p14:xfrm>
                <a:off x="3507274" y="3533022"/>
                <a:ext cx="141480" cy="309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4922B46-1DC5-F294-9070-B4F40AF2499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498634" y="3524382"/>
                  <a:ext cx="1591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A6FC466-8156-FA5F-0F65-024BEE7C5722}"/>
                    </a:ext>
                  </a:extLst>
                </p14:cNvPr>
                <p14:cNvContentPartPr/>
                <p14:nvPr/>
              </p14:nvContentPartPr>
              <p14:xfrm>
                <a:off x="3727594" y="3366702"/>
                <a:ext cx="53640" cy="2300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A6FC466-8156-FA5F-0F65-024BEE7C572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718954" y="3357702"/>
                  <a:ext cx="712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B6C675D-BA95-706C-2D85-7A2F2A7A5B49}"/>
                    </a:ext>
                  </a:extLst>
                </p14:cNvPr>
                <p14:cNvContentPartPr/>
                <p14:nvPr/>
              </p14:nvContentPartPr>
              <p14:xfrm>
                <a:off x="3853594" y="3557502"/>
                <a:ext cx="13320" cy="1141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B6C675D-BA95-706C-2D85-7A2F2A7A5B49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844954" y="3548862"/>
                  <a:ext cx="309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CDA5E07-18E7-B0DF-9AB8-431366A50C2A}"/>
                    </a:ext>
                  </a:extLst>
                </p14:cNvPr>
                <p14:cNvContentPartPr/>
                <p14:nvPr/>
              </p14:nvContentPartPr>
              <p14:xfrm>
                <a:off x="3959074" y="3382542"/>
                <a:ext cx="69120" cy="1666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CDA5E07-18E7-B0DF-9AB8-431366A50C2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950434" y="3373902"/>
                  <a:ext cx="867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6B9AE4D-CC3F-74F8-AF4A-8C495CD72FA3}"/>
                    </a:ext>
                  </a:extLst>
                </p14:cNvPr>
                <p14:cNvContentPartPr/>
                <p14:nvPr/>
              </p14:nvContentPartPr>
              <p14:xfrm>
                <a:off x="3961594" y="3345102"/>
                <a:ext cx="128880" cy="464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6B9AE4D-CC3F-74F8-AF4A-8C495CD72FA3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952594" y="3336102"/>
                  <a:ext cx="1465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B66C6E3-B9F1-0817-AD76-51147C29DEFC}"/>
                    </a:ext>
                  </a:extLst>
                </p14:cNvPr>
                <p14:cNvContentPartPr/>
                <p14:nvPr/>
              </p14:nvContentPartPr>
              <p14:xfrm>
                <a:off x="4117834" y="3321342"/>
                <a:ext cx="98280" cy="3891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B66C6E3-B9F1-0817-AD76-51147C29DEF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108834" y="3312342"/>
                  <a:ext cx="11592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3ED16B2-E8DB-AF79-B7C4-522811820A03}"/>
                    </a:ext>
                  </a:extLst>
                </p14:cNvPr>
                <p14:cNvContentPartPr/>
                <p14:nvPr/>
              </p14:nvContentPartPr>
              <p14:xfrm>
                <a:off x="3370474" y="3353022"/>
                <a:ext cx="89640" cy="4284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3ED16B2-E8DB-AF79-B7C4-522811820A0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361834" y="3344382"/>
                  <a:ext cx="10728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F61E18A-EC86-6FB7-5291-D5AD3AAC18E5}"/>
                    </a:ext>
                  </a:extLst>
                </p14:cNvPr>
                <p14:cNvContentPartPr/>
                <p14:nvPr/>
              </p14:nvContentPartPr>
              <p14:xfrm>
                <a:off x="4242754" y="3234222"/>
                <a:ext cx="112320" cy="1224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F61E18A-EC86-6FB7-5291-D5AD3AAC18E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233754" y="3225582"/>
                  <a:ext cx="1299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EA34634-630F-4982-E68E-9ECE022326E5}"/>
                    </a:ext>
                  </a:extLst>
                </p14:cNvPr>
                <p14:cNvContentPartPr/>
                <p14:nvPr/>
              </p14:nvContentPartPr>
              <p14:xfrm>
                <a:off x="4412314" y="3531582"/>
                <a:ext cx="136800" cy="122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EA34634-630F-4982-E68E-9ECE022326E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403314" y="3522582"/>
                  <a:ext cx="1544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498C97C-D940-3913-FD8F-931408AF8BA6}"/>
                    </a:ext>
                  </a:extLst>
                </p14:cNvPr>
                <p14:cNvContentPartPr/>
                <p14:nvPr/>
              </p14:nvContentPartPr>
              <p14:xfrm>
                <a:off x="4438234" y="3449142"/>
                <a:ext cx="42480" cy="1936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498C97C-D940-3913-FD8F-931408AF8BA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429234" y="3440502"/>
                  <a:ext cx="601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062DDE0-BB58-6065-544F-FFA4919C5FF2}"/>
                    </a:ext>
                  </a:extLst>
                </p14:cNvPr>
                <p14:cNvContentPartPr/>
                <p14:nvPr/>
              </p14:nvContentPartPr>
              <p14:xfrm>
                <a:off x="4634074" y="3431142"/>
                <a:ext cx="156600" cy="1742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062DDE0-BB58-6065-544F-FFA4919C5FF2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625074" y="3422502"/>
                  <a:ext cx="1742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8385D7F-2AC8-5E65-A59F-A06976854C0E}"/>
                    </a:ext>
                  </a:extLst>
                </p14:cNvPr>
                <p14:cNvContentPartPr/>
                <p14:nvPr/>
              </p14:nvContentPartPr>
              <p14:xfrm>
                <a:off x="5142394" y="3468222"/>
                <a:ext cx="85320" cy="180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8385D7F-2AC8-5E65-A59F-A06976854C0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133394" y="3459222"/>
                  <a:ext cx="1029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9DCFF5A-3E46-0695-25A7-79FB0B1E6D44}"/>
                    </a:ext>
                  </a:extLst>
                </p14:cNvPr>
                <p14:cNvContentPartPr/>
                <p14:nvPr/>
              </p14:nvContentPartPr>
              <p14:xfrm>
                <a:off x="5130154" y="3542742"/>
                <a:ext cx="88560" cy="75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9DCFF5A-3E46-0695-25A7-79FB0B1E6D4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121154" y="3534102"/>
                  <a:ext cx="1062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BCD6B5A-A171-9F1C-7565-353DD074B69D}"/>
                    </a:ext>
                  </a:extLst>
                </p14:cNvPr>
                <p14:cNvContentPartPr/>
                <p14:nvPr/>
              </p14:nvContentPartPr>
              <p14:xfrm>
                <a:off x="5408794" y="3351582"/>
                <a:ext cx="135720" cy="2142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BCD6B5A-A171-9F1C-7565-353DD074B69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399794" y="3342942"/>
                  <a:ext cx="1533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C2C5B0B-F399-543D-D132-DC95F16F75C4}"/>
                    </a:ext>
                  </a:extLst>
                </p14:cNvPr>
                <p14:cNvContentPartPr/>
                <p14:nvPr/>
              </p14:nvContentPartPr>
              <p14:xfrm>
                <a:off x="5615074" y="3517902"/>
                <a:ext cx="8640" cy="1080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C2C5B0B-F399-543D-D132-DC95F16F75C4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606434" y="3508902"/>
                  <a:ext cx="262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167590E-B9CC-0DD8-F815-144606450021}"/>
                    </a:ext>
                  </a:extLst>
                </p14:cNvPr>
                <p14:cNvContentPartPr/>
                <p14:nvPr/>
              </p14:nvContentPartPr>
              <p14:xfrm>
                <a:off x="5727754" y="3392262"/>
                <a:ext cx="126000" cy="1483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167590E-B9CC-0DD8-F815-14460645002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719114" y="3383622"/>
                  <a:ext cx="1436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D595E188-157C-96B2-FC3A-FFF43E47B4E7}"/>
                    </a:ext>
                  </a:extLst>
                </p14:cNvPr>
                <p14:cNvContentPartPr/>
                <p14:nvPr/>
              </p14:nvContentPartPr>
              <p14:xfrm>
                <a:off x="5893714" y="3369942"/>
                <a:ext cx="89280" cy="1810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D595E188-157C-96B2-FC3A-FFF43E47B4E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885074" y="3361302"/>
                  <a:ext cx="1069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65C889C-3A86-A1A0-0D45-BDCB9AC5FB60}"/>
                    </a:ext>
                  </a:extLst>
                </p14:cNvPr>
                <p14:cNvContentPartPr/>
                <p14:nvPr/>
              </p14:nvContentPartPr>
              <p14:xfrm>
                <a:off x="5925754" y="3329262"/>
                <a:ext cx="141120" cy="554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65C889C-3A86-A1A0-0D45-BDCB9AC5FB6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916754" y="3320262"/>
                  <a:ext cx="1587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3D4085D-2C00-0AE4-429B-D63CEEC87A8B}"/>
                    </a:ext>
                  </a:extLst>
                </p14:cNvPr>
                <p14:cNvContentPartPr/>
                <p14:nvPr/>
              </p14:nvContentPartPr>
              <p14:xfrm>
                <a:off x="2217394" y="3984102"/>
                <a:ext cx="2637360" cy="22798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3D4085D-2C00-0AE4-429B-D63CEEC87A8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208394" y="3975462"/>
                  <a:ext cx="2655000" cy="22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F9A471FF-B55C-0F65-FC14-281E300E741A}"/>
                    </a:ext>
                  </a:extLst>
                </p14:cNvPr>
                <p14:cNvContentPartPr/>
                <p14:nvPr/>
              </p14:nvContentPartPr>
              <p14:xfrm>
                <a:off x="4568554" y="5668182"/>
                <a:ext cx="33480" cy="5446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F9A471FF-B55C-0F65-FC14-281E300E741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559554" y="5659182"/>
                  <a:ext cx="51120" cy="56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444B2A68-63C1-B2E9-AF3E-F9D76167FA98}"/>
                    </a:ext>
                  </a:extLst>
                </p14:cNvPr>
                <p14:cNvContentPartPr/>
                <p14:nvPr/>
              </p14:nvContentPartPr>
              <p14:xfrm>
                <a:off x="4574674" y="6164982"/>
                <a:ext cx="18720" cy="1440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444B2A68-63C1-B2E9-AF3E-F9D76167FA98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4565674" y="6155982"/>
                  <a:ext cx="363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A5170A36-D450-AE4D-9D91-2520B3BD91FC}"/>
                    </a:ext>
                  </a:extLst>
                </p14:cNvPr>
                <p14:cNvContentPartPr/>
                <p14:nvPr/>
              </p14:nvContentPartPr>
              <p14:xfrm>
                <a:off x="4542634" y="6433182"/>
                <a:ext cx="91080" cy="2188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A5170A36-D450-AE4D-9D91-2520B3BD91F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533634" y="6424182"/>
                  <a:ext cx="1087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FEAC38C4-5938-5AAF-F795-44EBF730EA6F}"/>
                    </a:ext>
                  </a:extLst>
                </p14:cNvPr>
                <p14:cNvContentPartPr/>
                <p14:nvPr/>
              </p14:nvContentPartPr>
              <p14:xfrm>
                <a:off x="2026594" y="6235902"/>
                <a:ext cx="4589640" cy="1033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FEAC38C4-5938-5AAF-F795-44EBF730EA6F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2017594" y="6226902"/>
                  <a:ext cx="46072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25D81B09-AE4D-D24A-0F46-A5CB37F1461B}"/>
                    </a:ext>
                  </a:extLst>
                </p14:cNvPr>
                <p14:cNvContentPartPr/>
                <p14:nvPr/>
              </p14:nvContentPartPr>
              <p14:xfrm>
                <a:off x="4591234" y="6269382"/>
                <a:ext cx="25920" cy="288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25D81B09-AE4D-D24A-0F46-A5CB37F1461B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582234" y="6260382"/>
                  <a:ext cx="435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CDC55D27-2BFE-EAE9-7C0F-4F685465EB44}"/>
                    </a:ext>
                  </a:extLst>
                </p14:cNvPr>
                <p14:cNvContentPartPr/>
                <p14:nvPr/>
              </p14:nvContentPartPr>
              <p14:xfrm>
                <a:off x="4542994" y="5647302"/>
                <a:ext cx="57960" cy="651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CDC55D27-2BFE-EAE9-7C0F-4F685465EB44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534354" y="5638662"/>
                  <a:ext cx="756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21927663-C76E-6676-6425-3A23885DC684}"/>
                    </a:ext>
                  </a:extLst>
                </p14:cNvPr>
                <p14:cNvContentPartPr/>
                <p14:nvPr/>
              </p14:nvContentPartPr>
              <p14:xfrm>
                <a:off x="4687714" y="5650902"/>
                <a:ext cx="15840" cy="147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21927663-C76E-6676-6425-3A23885DC684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679074" y="5642262"/>
                  <a:ext cx="334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7E2A6A4-4ED5-20D7-30BC-9517F7873D5F}"/>
                    </a:ext>
                  </a:extLst>
                </p14:cNvPr>
                <p14:cNvContentPartPr/>
                <p14:nvPr/>
              </p14:nvContentPartPr>
              <p14:xfrm>
                <a:off x="4390714" y="5671422"/>
                <a:ext cx="157320" cy="172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7E2A6A4-4ED5-20D7-30BC-9517F7873D5F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4382074" y="5662782"/>
                  <a:ext cx="1749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94BC6D01-147E-48C5-8739-24AFB3A945AD}"/>
                    </a:ext>
                  </a:extLst>
                </p14:cNvPr>
                <p14:cNvContentPartPr/>
                <p14:nvPr/>
              </p14:nvContentPartPr>
              <p14:xfrm>
                <a:off x="2578834" y="5661342"/>
                <a:ext cx="1563120" cy="792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94BC6D01-147E-48C5-8739-24AFB3A945AD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2569834" y="5652702"/>
                  <a:ext cx="15807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B69DF710-F788-7615-550E-AAAAA35E9B3B}"/>
                    </a:ext>
                  </a:extLst>
                </p14:cNvPr>
                <p14:cNvContentPartPr/>
                <p14:nvPr/>
              </p14:nvContentPartPr>
              <p14:xfrm>
                <a:off x="2073394" y="5694462"/>
                <a:ext cx="170640" cy="284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B69DF710-F788-7615-550E-AAAAA35E9B3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2064754" y="5685462"/>
                  <a:ext cx="1882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7E1A910F-135B-A9FB-2219-1A3976290ADE}"/>
                    </a:ext>
                  </a:extLst>
                </p14:cNvPr>
                <p14:cNvContentPartPr/>
                <p14:nvPr/>
              </p14:nvContentPartPr>
              <p14:xfrm>
                <a:off x="1982674" y="5706702"/>
                <a:ext cx="60480" cy="442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7E1A910F-135B-A9FB-2219-1A3976290AD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974034" y="5697702"/>
                  <a:ext cx="781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23208595-7A90-2D6B-F5DD-C8C52B5F8E26}"/>
                    </a:ext>
                  </a:extLst>
                </p14:cNvPr>
                <p14:cNvContentPartPr/>
                <p14:nvPr/>
              </p14:nvContentPartPr>
              <p14:xfrm>
                <a:off x="1947754" y="3875742"/>
                <a:ext cx="207360" cy="24339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23208595-7A90-2D6B-F5DD-C8C52B5F8E2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939114" y="3867102"/>
                  <a:ext cx="225000" cy="245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63E0CF2-719A-6111-0127-1F72C40149F5}"/>
                    </a:ext>
                  </a:extLst>
                </p14:cNvPr>
                <p14:cNvContentPartPr/>
                <p14:nvPr/>
              </p14:nvContentPartPr>
              <p14:xfrm>
                <a:off x="1857754" y="3824262"/>
                <a:ext cx="191520" cy="2145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63E0CF2-719A-6111-0127-1F72C40149F5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849114" y="3815622"/>
                  <a:ext cx="2091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2F80627-3DBB-1B37-965D-B73A21ABB043}"/>
                    </a:ext>
                  </a:extLst>
                </p14:cNvPr>
                <p14:cNvContentPartPr/>
                <p14:nvPr/>
              </p14:nvContentPartPr>
              <p14:xfrm>
                <a:off x="1539874" y="5601222"/>
                <a:ext cx="117000" cy="1476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2F80627-3DBB-1B37-965D-B73A21ABB043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531234" y="5592222"/>
                  <a:ext cx="1346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B0EE7B9-269D-B1A8-CEC8-49A29937BB29}"/>
                    </a:ext>
                  </a:extLst>
                </p14:cNvPr>
                <p14:cNvContentPartPr/>
                <p14:nvPr/>
              </p14:nvContentPartPr>
              <p14:xfrm>
                <a:off x="1672354" y="5568102"/>
                <a:ext cx="81000" cy="1584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B0EE7B9-269D-B1A8-CEC8-49A29937BB2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663354" y="5559102"/>
                  <a:ext cx="986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966EDB7C-F295-92F0-F871-86DD5B9FD6D5}"/>
                    </a:ext>
                  </a:extLst>
                </p14:cNvPr>
                <p14:cNvContentPartPr/>
                <p14:nvPr/>
              </p14:nvContentPartPr>
              <p14:xfrm>
                <a:off x="1711594" y="5655222"/>
                <a:ext cx="77400" cy="381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966EDB7C-F295-92F0-F871-86DD5B9FD6D5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702594" y="5646222"/>
                  <a:ext cx="95040" cy="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4ACEB2E6-83A4-E633-F278-1CC1F85BF2B0}"/>
              </a:ext>
            </a:extLst>
          </p:cNvPr>
          <p:cNvGrpSpPr/>
          <p:nvPr/>
        </p:nvGrpSpPr>
        <p:grpSpPr>
          <a:xfrm>
            <a:off x="3196954" y="6105222"/>
            <a:ext cx="596160" cy="588600"/>
            <a:chOff x="3196954" y="6105222"/>
            <a:chExt cx="596160" cy="58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3623CF6-26AA-78C0-F604-DD297FCC44F5}"/>
                    </a:ext>
                  </a:extLst>
                </p14:cNvPr>
                <p14:cNvContentPartPr/>
                <p14:nvPr/>
              </p14:nvContentPartPr>
              <p14:xfrm>
                <a:off x="3736234" y="6202782"/>
                <a:ext cx="37440" cy="738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3623CF6-26AA-78C0-F604-DD297FCC44F5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3727234" y="6193782"/>
                  <a:ext cx="550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0318AAE0-4A43-C71C-6571-1DDE84CEF0E5}"/>
                    </a:ext>
                  </a:extLst>
                </p14:cNvPr>
                <p14:cNvContentPartPr/>
                <p14:nvPr/>
              </p14:nvContentPartPr>
              <p14:xfrm>
                <a:off x="3677554" y="6211422"/>
                <a:ext cx="49320" cy="788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0318AAE0-4A43-C71C-6571-1DDE84CEF0E5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3668554" y="6202422"/>
                  <a:ext cx="669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1D258C8-0AB5-1938-8AA3-4DC3E4C44B8D}"/>
                    </a:ext>
                  </a:extLst>
                </p14:cNvPr>
                <p14:cNvContentPartPr/>
                <p14:nvPr/>
              </p14:nvContentPartPr>
              <p14:xfrm>
                <a:off x="3691594" y="6529302"/>
                <a:ext cx="101520" cy="1645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1D258C8-0AB5-1938-8AA3-4DC3E4C44B8D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3682594" y="6520662"/>
                  <a:ext cx="1191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332193D-8CFC-8F23-DBC6-BFB17F17A374}"/>
                    </a:ext>
                  </a:extLst>
                </p14:cNvPr>
                <p14:cNvContentPartPr/>
                <p14:nvPr/>
              </p14:nvContentPartPr>
              <p14:xfrm>
                <a:off x="3292354" y="6105222"/>
                <a:ext cx="17280" cy="1483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332193D-8CFC-8F23-DBC6-BFB17F17A374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3283714" y="6096222"/>
                  <a:ext cx="349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84148213-A6FD-E84F-A845-1AF05FAAB16F}"/>
                    </a:ext>
                  </a:extLst>
                </p14:cNvPr>
                <p14:cNvContentPartPr/>
                <p14:nvPr/>
              </p14:nvContentPartPr>
              <p14:xfrm>
                <a:off x="3196954" y="6412302"/>
                <a:ext cx="35280" cy="1954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84148213-A6FD-E84F-A845-1AF05FAAB16F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3188314" y="6403662"/>
                  <a:ext cx="529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3F2B202B-C72C-B016-3D13-B2086AFF7E9D}"/>
                    </a:ext>
                  </a:extLst>
                </p14:cNvPr>
                <p14:cNvContentPartPr/>
                <p14:nvPr/>
              </p14:nvContentPartPr>
              <p14:xfrm>
                <a:off x="3251314" y="6560982"/>
                <a:ext cx="10080" cy="781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3F2B202B-C72C-B016-3D13-B2086AFF7E9D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3242314" y="6551982"/>
                  <a:ext cx="277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64AA5222-AD29-449D-B5CD-B460A7B87593}"/>
                    </a:ext>
                  </a:extLst>
                </p14:cNvPr>
                <p14:cNvContentPartPr/>
                <p14:nvPr/>
              </p14:nvContentPartPr>
              <p14:xfrm>
                <a:off x="3298834" y="6492582"/>
                <a:ext cx="80640" cy="1119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64AA5222-AD29-449D-B5CD-B460A7B87593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3289834" y="6483582"/>
                  <a:ext cx="982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36ED50A5-F5CC-092F-A399-F4E755313A8E}"/>
                    </a:ext>
                  </a:extLst>
                </p14:cNvPr>
                <p14:cNvContentPartPr/>
                <p14:nvPr/>
              </p14:nvContentPartPr>
              <p14:xfrm>
                <a:off x="3316834" y="6364422"/>
                <a:ext cx="120960" cy="1076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36ED50A5-F5CC-092F-A399-F4E755313A8E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3307834" y="6355422"/>
                  <a:ext cx="138600" cy="12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4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EDE0932B-B8F8-3251-E96B-496DB9350240}"/>
                  </a:ext>
                </a:extLst>
              </p14:cNvPr>
              <p14:cNvContentPartPr/>
              <p14:nvPr/>
            </p14:nvContentPartPr>
            <p14:xfrm>
              <a:off x="3281194" y="5639742"/>
              <a:ext cx="1345680" cy="58392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EDE0932B-B8F8-3251-E96B-496DB9350240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3263194" y="5622102"/>
                <a:ext cx="1381320" cy="61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6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99143A12-190A-9AC7-5E5D-0A819D85E774}"/>
                  </a:ext>
                </a:extLst>
              </p14:cNvPr>
              <p14:cNvContentPartPr/>
              <p14:nvPr/>
            </p14:nvContentPartPr>
            <p14:xfrm>
              <a:off x="3324034" y="6116742"/>
              <a:ext cx="379080" cy="100440"/>
            </p14:xfrm>
          </p:contentPart>
        </mc:Choice>
        <mc:Fallback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99143A12-190A-9AC7-5E5D-0A819D85E774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3306034" y="6098742"/>
                <a:ext cx="414720" cy="13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5" name="Group 244">
            <a:extLst>
              <a:ext uri="{FF2B5EF4-FFF2-40B4-BE49-F238E27FC236}">
                <a16:creationId xmlns:a16="http://schemas.microsoft.com/office/drawing/2014/main" id="{03319ED6-57AA-BCE1-C8EE-A34BDA7DB744}"/>
              </a:ext>
            </a:extLst>
          </p:cNvPr>
          <p:cNvGrpSpPr/>
          <p:nvPr/>
        </p:nvGrpSpPr>
        <p:grpSpPr>
          <a:xfrm>
            <a:off x="3342394" y="5966982"/>
            <a:ext cx="854640" cy="329040"/>
            <a:chOff x="3342394" y="5966982"/>
            <a:chExt cx="854640" cy="32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4A4FE344-3881-1EAE-81DF-1409F9E8D419}"/>
                    </a:ext>
                  </a:extLst>
                </p14:cNvPr>
                <p14:cNvContentPartPr/>
                <p14:nvPr/>
              </p14:nvContentPartPr>
              <p14:xfrm>
                <a:off x="3453274" y="6031062"/>
                <a:ext cx="183600" cy="2649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4A4FE344-3881-1EAE-81DF-1409F9E8D419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3435274" y="6013422"/>
                  <a:ext cx="2192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9A3552DB-F9DC-3592-3157-F77D291F547A}"/>
                    </a:ext>
                  </a:extLst>
                </p14:cNvPr>
                <p14:cNvContentPartPr/>
                <p14:nvPr/>
              </p14:nvContentPartPr>
              <p14:xfrm>
                <a:off x="3342394" y="5966982"/>
                <a:ext cx="854640" cy="25740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9A3552DB-F9DC-3592-3157-F77D291F547A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3324394" y="5948982"/>
                  <a:ext cx="8902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F08BCF9-BFCD-36F0-8A62-6FFD83A44EE2}"/>
                    </a:ext>
                  </a:extLst>
                </p14:cNvPr>
                <p14:cNvContentPartPr/>
                <p14:nvPr/>
              </p14:nvContentPartPr>
              <p14:xfrm>
                <a:off x="3433474" y="6068862"/>
                <a:ext cx="716040" cy="2235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F08BCF9-BFCD-36F0-8A62-6FFD83A44EE2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415834" y="6051222"/>
                  <a:ext cx="7516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085B05B7-E2BD-6E98-F131-E88A6710C784}"/>
                    </a:ext>
                  </a:extLst>
                </p14:cNvPr>
                <p14:cNvContentPartPr/>
                <p14:nvPr/>
              </p14:nvContentPartPr>
              <p14:xfrm>
                <a:off x="3466594" y="6167862"/>
                <a:ext cx="443880" cy="975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085B05B7-E2BD-6E98-F131-E88A6710C78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448954" y="6149862"/>
                  <a:ext cx="479520" cy="133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99104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FCB7F-9739-46F8-8673-3BB5D6C67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Newton’s Method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A5F32-9002-4E33-8B98-B75A622F9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Multivariate function</a:t>
            </a: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Multivariate update rule</a:t>
            </a: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r>
              <a:rPr lang="en-US" b="1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H 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is the Hessian matrix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2C1A8A1-8543-4D74-803B-EDB21F0213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260" t="6952" r="31435" b="87181"/>
          <a:stretch/>
        </p:blipFill>
        <p:spPr>
          <a:xfrm>
            <a:off x="500930" y="2377441"/>
            <a:ext cx="10718360" cy="121334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C72200-13F1-4C2F-AC64-3CCE88A6784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805" t="6453" r="41891" b="87727"/>
          <a:stretch/>
        </p:blipFill>
        <p:spPr>
          <a:xfrm>
            <a:off x="3273285" y="4083750"/>
            <a:ext cx="5645429" cy="130603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B3335-F253-4950-9F70-C3D825F52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F7A25-8F01-46F3-BAC3-4B9A508F84B8}" type="slidenum">
              <a:rPr lang="en-US" smtClean="0"/>
              <a:t>6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BD1C998-B11E-28F4-90DB-3B655A17D25A}"/>
              </a:ext>
            </a:extLst>
          </p:cNvPr>
          <p:cNvGrpSpPr/>
          <p:nvPr/>
        </p:nvGrpSpPr>
        <p:grpSpPr>
          <a:xfrm>
            <a:off x="2233594" y="3115782"/>
            <a:ext cx="1909080" cy="213480"/>
            <a:chOff x="2233594" y="3115782"/>
            <a:chExt cx="1909080" cy="21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D5A25B0-1C55-60A3-8FDD-439B0D506955}"/>
                    </a:ext>
                  </a:extLst>
                </p14:cNvPr>
                <p14:cNvContentPartPr/>
                <p14:nvPr/>
              </p14:nvContentPartPr>
              <p14:xfrm>
                <a:off x="2233594" y="3115782"/>
                <a:ext cx="587880" cy="100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D5A25B0-1C55-60A3-8FDD-439B0D50695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15954" y="3097782"/>
                  <a:ext cx="6235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107A8E8-0C04-FDCA-F39B-EC12BB90F6EA}"/>
                    </a:ext>
                  </a:extLst>
                </p14:cNvPr>
                <p14:cNvContentPartPr/>
                <p14:nvPr/>
              </p14:nvContentPartPr>
              <p14:xfrm>
                <a:off x="2244034" y="3204702"/>
                <a:ext cx="633240" cy="124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107A8E8-0C04-FDCA-F39B-EC12BB90F6E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26394" y="3187062"/>
                  <a:ext cx="6688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35A5B67-8870-CC89-B5DA-008A630E1E15}"/>
                    </a:ext>
                  </a:extLst>
                </p14:cNvPr>
                <p14:cNvContentPartPr/>
                <p14:nvPr/>
              </p14:nvContentPartPr>
              <p14:xfrm>
                <a:off x="3313594" y="3177342"/>
                <a:ext cx="829080" cy="64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35A5B67-8870-CC89-B5DA-008A630E1E1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95954" y="3159342"/>
                  <a:ext cx="864720" cy="10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A457FD6-A935-DFBC-641A-180A37D8118B}"/>
                  </a:ext>
                </a:extLst>
              </p14:cNvPr>
              <p14:cNvContentPartPr/>
              <p14:nvPr/>
            </p14:nvContentPartPr>
            <p14:xfrm>
              <a:off x="4690594" y="3153222"/>
              <a:ext cx="708840" cy="110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A457FD6-A935-DFBC-641A-180A37D8118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72594" y="3135222"/>
                <a:ext cx="74448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B51544A-9DFD-65B7-37F9-D7A720BCBB86}"/>
                  </a:ext>
                </a:extLst>
              </p14:cNvPr>
              <p14:cNvContentPartPr/>
              <p14:nvPr/>
            </p14:nvContentPartPr>
            <p14:xfrm>
              <a:off x="5633074" y="3085542"/>
              <a:ext cx="1324080" cy="2077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B51544A-9DFD-65B7-37F9-D7A720BCBB8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615074" y="3067542"/>
                <a:ext cx="135972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BA20268-EB3E-676D-9BDF-A0F0B25AC3B4}"/>
                  </a:ext>
                </a:extLst>
              </p14:cNvPr>
              <p14:cNvContentPartPr/>
              <p14:nvPr/>
            </p14:nvContentPartPr>
            <p14:xfrm>
              <a:off x="8971354" y="3072222"/>
              <a:ext cx="790200" cy="1929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BA20268-EB3E-676D-9BDF-A0F0B25AC3B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953714" y="3054582"/>
                <a:ext cx="82584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4F37003-7717-8F5C-01BA-E3BA56D159DA}"/>
                  </a:ext>
                </a:extLst>
              </p14:cNvPr>
              <p14:cNvContentPartPr/>
              <p14:nvPr/>
            </p14:nvContentPartPr>
            <p14:xfrm>
              <a:off x="7585714" y="2529342"/>
              <a:ext cx="1070640" cy="3067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4F37003-7717-8F5C-01BA-E3BA56D159D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568074" y="2511342"/>
                <a:ext cx="1106280" cy="34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20A5EDC8-E64E-E0E7-3FDB-EB3F2C30DE74}"/>
              </a:ext>
            </a:extLst>
          </p:cNvPr>
          <p:cNvGrpSpPr/>
          <p:nvPr/>
        </p:nvGrpSpPr>
        <p:grpSpPr>
          <a:xfrm>
            <a:off x="8096554" y="455742"/>
            <a:ext cx="1713960" cy="599040"/>
            <a:chOff x="8096554" y="455742"/>
            <a:chExt cx="1713960" cy="59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87F6473-2821-601A-36D2-D5F8806CB1E1}"/>
                    </a:ext>
                  </a:extLst>
                </p14:cNvPr>
                <p14:cNvContentPartPr/>
                <p14:nvPr/>
              </p14:nvContentPartPr>
              <p14:xfrm>
                <a:off x="8096554" y="663822"/>
                <a:ext cx="91800" cy="318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87F6473-2821-601A-36D2-D5F8806CB1E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78914" y="645822"/>
                  <a:ext cx="12744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B3FAE36-55D6-D9C3-1B63-7844D338FFF7}"/>
                    </a:ext>
                  </a:extLst>
                </p14:cNvPr>
                <p14:cNvContentPartPr/>
                <p14:nvPr/>
              </p14:nvContentPartPr>
              <p14:xfrm>
                <a:off x="8164594" y="766782"/>
                <a:ext cx="192600" cy="171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B3FAE36-55D6-D9C3-1B63-7844D338FFF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146954" y="749142"/>
                  <a:ext cx="2282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312971B-FCFC-9562-BA69-CB2B2D2E4362}"/>
                    </a:ext>
                  </a:extLst>
                </p14:cNvPr>
                <p14:cNvContentPartPr/>
                <p14:nvPr/>
              </p14:nvContentPartPr>
              <p14:xfrm>
                <a:off x="8203834" y="869742"/>
                <a:ext cx="184680" cy="18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312971B-FCFC-9562-BA69-CB2B2D2E436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185834" y="851742"/>
                  <a:ext cx="2203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E571011-7F2E-B32C-39D7-AB52044688D6}"/>
                    </a:ext>
                  </a:extLst>
                </p14:cNvPr>
                <p14:cNvContentPartPr/>
                <p14:nvPr/>
              </p14:nvContentPartPr>
              <p14:xfrm>
                <a:off x="8494714" y="845982"/>
                <a:ext cx="133200" cy="28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E571011-7F2E-B32C-39D7-AB52044688D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477074" y="827982"/>
                  <a:ext cx="1688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ED0956A-F126-D0E5-3B4B-D93E456FAD0A}"/>
                    </a:ext>
                  </a:extLst>
                </p14:cNvPr>
                <p14:cNvContentPartPr/>
                <p14:nvPr/>
              </p14:nvContentPartPr>
              <p14:xfrm>
                <a:off x="8772634" y="734382"/>
                <a:ext cx="213480" cy="177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ED0956A-F126-D0E5-3B4B-D93E456FAD0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54994" y="716382"/>
                  <a:ext cx="2491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9465296-9567-12E7-518F-02A4689ED18B}"/>
                    </a:ext>
                  </a:extLst>
                </p14:cNvPr>
                <p14:cNvContentPartPr/>
                <p14:nvPr/>
              </p14:nvContentPartPr>
              <p14:xfrm>
                <a:off x="8832754" y="806022"/>
                <a:ext cx="163440" cy="41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9465296-9567-12E7-518F-02A4689ED18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815114" y="788022"/>
                  <a:ext cx="1990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89E6141-8984-BCCC-4B4A-A015B627EC70}"/>
                    </a:ext>
                  </a:extLst>
                </p14:cNvPr>
                <p14:cNvContentPartPr/>
                <p14:nvPr/>
              </p14:nvContentPartPr>
              <p14:xfrm>
                <a:off x="9104914" y="604062"/>
                <a:ext cx="81000" cy="153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89E6141-8984-BCCC-4B4A-A015B627EC7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087274" y="586422"/>
                  <a:ext cx="1166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9B33D55-44CF-519E-E09B-3D47C363A477}"/>
                    </a:ext>
                  </a:extLst>
                </p14:cNvPr>
                <p14:cNvContentPartPr/>
                <p14:nvPr/>
              </p14:nvContentPartPr>
              <p14:xfrm>
                <a:off x="9211834" y="638622"/>
                <a:ext cx="95760" cy="99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9B33D55-44CF-519E-E09B-3D47C363A47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194194" y="620982"/>
                  <a:ext cx="1314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6D8FCF3-610D-68B6-5300-1D2A0184D13C}"/>
                    </a:ext>
                  </a:extLst>
                </p14:cNvPr>
                <p14:cNvContentPartPr/>
                <p14:nvPr/>
              </p14:nvContentPartPr>
              <p14:xfrm>
                <a:off x="9366274" y="642942"/>
                <a:ext cx="54720" cy="192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6D8FCF3-610D-68B6-5300-1D2A0184D13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348274" y="625302"/>
                  <a:ext cx="903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8E0F58F-F19E-CBDD-293F-AE4EAC07DECA}"/>
                    </a:ext>
                  </a:extLst>
                </p14:cNvPr>
                <p14:cNvContentPartPr/>
                <p14:nvPr/>
              </p14:nvContentPartPr>
              <p14:xfrm>
                <a:off x="9472474" y="601902"/>
                <a:ext cx="105120" cy="452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8E0F58F-F19E-CBDD-293F-AE4EAC07DEC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454474" y="584262"/>
                  <a:ext cx="14076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B35FB41-40E8-D58E-098D-B22A439B6835}"/>
                    </a:ext>
                  </a:extLst>
                </p14:cNvPr>
                <p14:cNvContentPartPr/>
                <p14:nvPr/>
              </p14:nvContentPartPr>
              <p14:xfrm>
                <a:off x="9687394" y="455742"/>
                <a:ext cx="123120" cy="165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B35FB41-40E8-D58E-098D-B22A439B683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69754" y="438102"/>
                  <a:ext cx="158760" cy="20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2781388-73BE-413F-07D2-E87FD96A89C9}"/>
                  </a:ext>
                </a:extLst>
              </p14:cNvPr>
              <p14:cNvContentPartPr/>
              <p14:nvPr/>
            </p14:nvContentPartPr>
            <p14:xfrm>
              <a:off x="9837154" y="2514582"/>
              <a:ext cx="1184760" cy="2883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2781388-73BE-413F-07D2-E87FD96A89C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819514" y="2496582"/>
                <a:ext cx="1220400" cy="32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C3EDA112-5E4C-A477-49CE-26BF12ECDC68}"/>
              </a:ext>
            </a:extLst>
          </p:cNvPr>
          <p:cNvGrpSpPr/>
          <p:nvPr/>
        </p:nvGrpSpPr>
        <p:grpSpPr>
          <a:xfrm>
            <a:off x="8947954" y="2696022"/>
            <a:ext cx="192240" cy="178920"/>
            <a:chOff x="8947954" y="2696022"/>
            <a:chExt cx="192240" cy="17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B517289-994E-8BBA-A153-24E2F553B459}"/>
                    </a:ext>
                  </a:extLst>
                </p14:cNvPr>
                <p14:cNvContentPartPr/>
                <p14:nvPr/>
              </p14:nvContentPartPr>
              <p14:xfrm>
                <a:off x="8947954" y="2696022"/>
                <a:ext cx="192240" cy="50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B517289-994E-8BBA-A153-24E2F553B45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929954" y="2678022"/>
                  <a:ext cx="2278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28F325B-5464-6F05-0BD0-9424B32A800C}"/>
                    </a:ext>
                  </a:extLst>
                </p14:cNvPr>
                <p14:cNvContentPartPr/>
                <p14:nvPr/>
              </p14:nvContentPartPr>
              <p14:xfrm>
                <a:off x="8981074" y="2739942"/>
                <a:ext cx="30960" cy="135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28F325B-5464-6F05-0BD0-9424B32A800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963434" y="2722302"/>
                  <a:ext cx="6660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50F330E-5660-2C47-3A75-3DAA8510A520}"/>
              </a:ext>
            </a:extLst>
          </p:cNvPr>
          <p:cNvGrpSpPr/>
          <p:nvPr/>
        </p:nvGrpSpPr>
        <p:grpSpPr>
          <a:xfrm>
            <a:off x="11523034" y="2723742"/>
            <a:ext cx="217440" cy="204480"/>
            <a:chOff x="11523034" y="2723742"/>
            <a:chExt cx="217440" cy="20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222F4E3-DFA2-E7FF-5162-A43E525AB18D}"/>
                    </a:ext>
                  </a:extLst>
                </p14:cNvPr>
                <p14:cNvContentPartPr/>
                <p14:nvPr/>
              </p14:nvContentPartPr>
              <p14:xfrm>
                <a:off x="11598994" y="2866302"/>
                <a:ext cx="360" cy="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222F4E3-DFA2-E7FF-5162-A43E525AB18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581354" y="28483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B82C26A-C785-8494-6776-34B0CF45B264}"/>
                    </a:ext>
                  </a:extLst>
                </p14:cNvPr>
                <p14:cNvContentPartPr/>
                <p14:nvPr/>
              </p14:nvContentPartPr>
              <p14:xfrm>
                <a:off x="11523034" y="2815182"/>
                <a:ext cx="178560" cy="40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B82C26A-C785-8494-6776-34B0CF45B26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505394" y="2797542"/>
                  <a:ext cx="2142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D6BC251-810A-B90A-53DA-4EC493150089}"/>
                    </a:ext>
                  </a:extLst>
                </p14:cNvPr>
                <p14:cNvContentPartPr/>
                <p14:nvPr/>
              </p14:nvContentPartPr>
              <p14:xfrm>
                <a:off x="11541034" y="2862342"/>
                <a:ext cx="44280" cy="23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D6BC251-810A-B90A-53DA-4EC49315008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523394" y="2844702"/>
                  <a:ext cx="799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515F8C0-B1DA-998C-58D0-673BDE3C35BB}"/>
                    </a:ext>
                  </a:extLst>
                </p14:cNvPr>
                <p14:cNvContentPartPr/>
                <p14:nvPr/>
              </p14:nvContentPartPr>
              <p14:xfrm>
                <a:off x="11589994" y="2723742"/>
                <a:ext cx="150480" cy="204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515F8C0-B1DA-998C-58D0-673BDE3C35B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571994" y="2706102"/>
                  <a:ext cx="186120" cy="24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50F1AD9-FC5A-1727-F948-04B33A56AACF}"/>
              </a:ext>
            </a:extLst>
          </p:cNvPr>
          <p:cNvGrpSpPr/>
          <p:nvPr/>
        </p:nvGrpSpPr>
        <p:grpSpPr>
          <a:xfrm>
            <a:off x="4963114" y="5122062"/>
            <a:ext cx="3133080" cy="575640"/>
            <a:chOff x="4963114" y="5122062"/>
            <a:chExt cx="3133080" cy="57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DE6691E-16E0-BA8D-EE87-CB7F352C64E2}"/>
                    </a:ext>
                  </a:extLst>
                </p14:cNvPr>
                <p14:cNvContentPartPr/>
                <p14:nvPr/>
              </p14:nvContentPartPr>
              <p14:xfrm>
                <a:off x="4963114" y="5200182"/>
                <a:ext cx="519840" cy="55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DE6691E-16E0-BA8D-EE87-CB7F352C64E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945114" y="5182542"/>
                  <a:ext cx="5554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DBC5F6E-E4DD-A0EB-2DB1-8D8E1B14BAB0}"/>
                    </a:ext>
                  </a:extLst>
                </p14:cNvPr>
                <p14:cNvContentPartPr/>
                <p14:nvPr/>
              </p14:nvContentPartPr>
              <p14:xfrm>
                <a:off x="7363234" y="5149422"/>
                <a:ext cx="732960" cy="83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DBC5F6E-E4DD-A0EB-2DB1-8D8E1B14BAB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345234" y="5131422"/>
                  <a:ext cx="7686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D335D49-21DB-78CF-5CA9-42D4EF295B19}"/>
                    </a:ext>
                  </a:extLst>
                </p14:cNvPr>
                <p14:cNvContentPartPr/>
                <p14:nvPr/>
              </p14:nvContentPartPr>
              <p14:xfrm>
                <a:off x="6053194" y="5122062"/>
                <a:ext cx="1198080" cy="278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D335D49-21DB-78CF-5CA9-42D4EF295B1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035194" y="5104062"/>
                  <a:ext cx="12337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EF323E3-6666-792B-6260-25D2E9F20560}"/>
                    </a:ext>
                  </a:extLst>
                </p14:cNvPr>
                <p14:cNvContentPartPr/>
                <p14:nvPr/>
              </p14:nvContentPartPr>
              <p14:xfrm>
                <a:off x="6562234" y="5505102"/>
                <a:ext cx="268560" cy="192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EF323E3-6666-792B-6260-25D2E9F2056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44234" y="5487462"/>
                  <a:ext cx="304200" cy="228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61096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84FF16-9EFA-3D2E-2FF1-0BECD1A3F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7</a:t>
            </a:fld>
            <a:endParaRPr lang="en-US"/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B60BB128-99D5-3FD7-D14D-688EC98B5815}"/>
              </a:ext>
            </a:extLst>
          </p:cNvPr>
          <p:cNvGrpSpPr/>
          <p:nvPr/>
        </p:nvGrpSpPr>
        <p:grpSpPr>
          <a:xfrm>
            <a:off x="9234874" y="1068822"/>
            <a:ext cx="827640" cy="461160"/>
            <a:chOff x="9234874" y="1068822"/>
            <a:chExt cx="827640" cy="4611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839343A-CE7B-A999-C478-F085BD9EF190}"/>
                    </a:ext>
                  </a:extLst>
                </p14:cNvPr>
                <p14:cNvContentPartPr/>
                <p14:nvPr/>
              </p14:nvContentPartPr>
              <p14:xfrm>
                <a:off x="9394354" y="1291302"/>
                <a:ext cx="169920" cy="1620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839343A-CE7B-A999-C478-F085BD9EF19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385714" y="1282662"/>
                  <a:ext cx="1875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A2CA25D-7CD0-3509-8238-C4022D2A2110}"/>
                    </a:ext>
                  </a:extLst>
                </p14:cNvPr>
                <p14:cNvContentPartPr/>
                <p14:nvPr/>
              </p14:nvContentPartPr>
              <p14:xfrm>
                <a:off x="9623674" y="1141182"/>
                <a:ext cx="95400" cy="1260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A2CA25D-7CD0-3509-8238-C4022D2A211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614674" y="1132542"/>
                  <a:ext cx="1130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652D5F9-6A75-B2E3-EF56-BC1AFF840401}"/>
                    </a:ext>
                  </a:extLst>
                </p14:cNvPr>
                <p14:cNvContentPartPr/>
                <p14:nvPr/>
              </p14:nvContentPartPr>
              <p14:xfrm>
                <a:off x="9750394" y="1149462"/>
                <a:ext cx="95400" cy="3319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652D5F9-6A75-B2E3-EF56-BC1AFF84040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741394" y="1140462"/>
                  <a:ext cx="11304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EA38532-4C7E-F8AD-62F9-FD6FB6019AA6}"/>
                    </a:ext>
                  </a:extLst>
                </p14:cNvPr>
                <p14:cNvContentPartPr/>
                <p14:nvPr/>
              </p14:nvContentPartPr>
              <p14:xfrm>
                <a:off x="9234874" y="1180782"/>
                <a:ext cx="222120" cy="3492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EA38532-4C7E-F8AD-62F9-FD6FB6019AA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226234" y="1172142"/>
                  <a:ext cx="23976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75A5B6F-D541-9C34-52BA-952A725C6350}"/>
                    </a:ext>
                  </a:extLst>
                </p14:cNvPr>
                <p14:cNvContentPartPr/>
                <p14:nvPr/>
              </p14:nvContentPartPr>
              <p14:xfrm>
                <a:off x="9966394" y="1068822"/>
                <a:ext cx="36360" cy="1803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75A5B6F-D541-9C34-52BA-952A725C635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957754" y="1060182"/>
                  <a:ext cx="540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8EF067F-828A-8BA7-B5EA-6370097EFDC4}"/>
                    </a:ext>
                  </a:extLst>
                </p14:cNvPr>
                <p14:cNvContentPartPr/>
                <p14:nvPr/>
              </p14:nvContentPartPr>
              <p14:xfrm>
                <a:off x="9985834" y="1348542"/>
                <a:ext cx="76680" cy="781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8EF067F-828A-8BA7-B5EA-6370097EFDC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976834" y="1339542"/>
                  <a:ext cx="94320" cy="9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29B3EAA3-72A6-AF37-5381-66D423CD8E5E}"/>
              </a:ext>
            </a:extLst>
          </p:cNvPr>
          <p:cNvGrpSpPr/>
          <p:nvPr/>
        </p:nvGrpSpPr>
        <p:grpSpPr>
          <a:xfrm>
            <a:off x="10270594" y="1027782"/>
            <a:ext cx="950040" cy="375480"/>
            <a:chOff x="10270594" y="1027782"/>
            <a:chExt cx="950040" cy="3754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1651B13-4F26-5E8A-D219-CCF521F04E15}"/>
                    </a:ext>
                  </a:extLst>
                </p14:cNvPr>
                <p14:cNvContentPartPr/>
                <p14:nvPr/>
              </p14:nvContentPartPr>
              <p14:xfrm>
                <a:off x="10270594" y="1236222"/>
                <a:ext cx="177840" cy="1670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1651B13-4F26-5E8A-D219-CCF521F04E1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261594" y="1227582"/>
                  <a:ext cx="1954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ACBC6BD-7DAF-46EF-974A-EAABECDA9189}"/>
                    </a:ext>
                  </a:extLst>
                </p14:cNvPr>
                <p14:cNvContentPartPr/>
                <p14:nvPr/>
              </p14:nvContentPartPr>
              <p14:xfrm>
                <a:off x="10546354" y="1286622"/>
                <a:ext cx="9000" cy="295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ACBC6BD-7DAF-46EF-974A-EAABECDA918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537714" y="1277622"/>
                  <a:ext cx="266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770541B-90CC-B86F-CBC5-603727888133}"/>
                    </a:ext>
                  </a:extLst>
                </p14:cNvPr>
                <p14:cNvContentPartPr/>
                <p14:nvPr/>
              </p14:nvContentPartPr>
              <p14:xfrm>
                <a:off x="10671274" y="1218942"/>
                <a:ext cx="126720" cy="1436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770541B-90CC-B86F-CBC5-60372788813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662634" y="1210302"/>
                  <a:ext cx="1443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E28659B-AAD1-6264-11A0-CDF88ADAA354}"/>
                    </a:ext>
                  </a:extLst>
                </p14:cNvPr>
                <p14:cNvContentPartPr/>
                <p14:nvPr/>
              </p14:nvContentPartPr>
              <p14:xfrm>
                <a:off x="10873234" y="1045062"/>
                <a:ext cx="90000" cy="1306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E28659B-AAD1-6264-11A0-CDF88ADAA35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864594" y="1036062"/>
                  <a:ext cx="1076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7FA199F-7A56-0859-7333-6AB385001FE5}"/>
                    </a:ext>
                  </a:extLst>
                </p14:cNvPr>
                <p14:cNvContentPartPr/>
                <p14:nvPr/>
              </p14:nvContentPartPr>
              <p14:xfrm>
                <a:off x="11016514" y="1105182"/>
                <a:ext cx="97560" cy="72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7FA199F-7A56-0859-7333-6AB385001FE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007874" y="1096182"/>
                  <a:ext cx="1152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506412F-1D80-1C9E-D08C-351FAECF1EA1}"/>
                    </a:ext>
                  </a:extLst>
                </p14:cNvPr>
                <p14:cNvContentPartPr/>
                <p14:nvPr/>
              </p14:nvContentPartPr>
              <p14:xfrm>
                <a:off x="11178874" y="1027782"/>
                <a:ext cx="33840" cy="1584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506412F-1D80-1C9E-D08C-351FAECF1EA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170234" y="1019142"/>
                  <a:ext cx="514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D393093-2A08-F800-BEE7-CA9A135E01E4}"/>
                    </a:ext>
                  </a:extLst>
                </p14:cNvPr>
                <p14:cNvContentPartPr/>
                <p14:nvPr/>
              </p14:nvContentPartPr>
              <p14:xfrm>
                <a:off x="11153314" y="1313622"/>
                <a:ext cx="67320" cy="662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D393093-2A08-F800-BEE7-CA9A135E01E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144314" y="1304982"/>
                  <a:ext cx="84960" cy="8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801B6502-252B-22B4-FDE8-16C647C51C40}"/>
              </a:ext>
            </a:extLst>
          </p:cNvPr>
          <p:cNvGrpSpPr/>
          <p:nvPr/>
        </p:nvGrpSpPr>
        <p:grpSpPr>
          <a:xfrm>
            <a:off x="11409634" y="1081422"/>
            <a:ext cx="246960" cy="285840"/>
            <a:chOff x="11409634" y="1081422"/>
            <a:chExt cx="246960" cy="2858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2149057-990C-46C9-0258-0D5F57E52E7E}"/>
                    </a:ext>
                  </a:extLst>
                </p14:cNvPr>
                <p14:cNvContentPartPr/>
                <p14:nvPr/>
              </p14:nvContentPartPr>
              <p14:xfrm>
                <a:off x="11409634" y="1187982"/>
                <a:ext cx="124200" cy="1792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2149057-990C-46C9-0258-0D5F57E52E7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400634" y="1179342"/>
                  <a:ext cx="1418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D026D60-04FA-43DB-015F-5476BAA1C3DC}"/>
                    </a:ext>
                  </a:extLst>
                </p14:cNvPr>
                <p14:cNvContentPartPr/>
                <p14:nvPr/>
              </p14:nvContentPartPr>
              <p14:xfrm>
                <a:off x="11629594" y="1081422"/>
                <a:ext cx="27000" cy="918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D026D60-04FA-43DB-015F-5476BAA1C3D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620594" y="1072782"/>
                  <a:ext cx="44640" cy="10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12DCD006-8640-D020-A010-626ED876A2E4}"/>
                  </a:ext>
                </a:extLst>
              </p14:cNvPr>
              <p14:cNvContentPartPr/>
              <p14:nvPr/>
            </p14:nvContentPartPr>
            <p14:xfrm>
              <a:off x="4190194" y="2505582"/>
              <a:ext cx="163440" cy="2772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12DCD006-8640-D020-A010-626ED876A2E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181194" y="2496582"/>
                <a:ext cx="18108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4082BEC9-B4BD-6CD4-575F-F20D1F578A7F}"/>
                  </a:ext>
                </a:extLst>
              </p14:cNvPr>
              <p14:cNvContentPartPr/>
              <p14:nvPr/>
            </p14:nvContentPartPr>
            <p14:xfrm>
              <a:off x="1722394" y="3490182"/>
              <a:ext cx="174960" cy="1170000"/>
            </p14:xfrm>
          </p:contentPart>
        </mc:Choice>
        <mc:Fallback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4082BEC9-B4BD-6CD4-575F-F20D1F578A7F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713754" y="3481182"/>
                <a:ext cx="192600" cy="118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85" name="Group 384">
            <a:extLst>
              <a:ext uri="{FF2B5EF4-FFF2-40B4-BE49-F238E27FC236}">
                <a16:creationId xmlns:a16="http://schemas.microsoft.com/office/drawing/2014/main" id="{38D73472-15D4-99BA-5A55-C215F7423BA7}"/>
              </a:ext>
            </a:extLst>
          </p:cNvPr>
          <p:cNvGrpSpPr/>
          <p:nvPr/>
        </p:nvGrpSpPr>
        <p:grpSpPr>
          <a:xfrm>
            <a:off x="4259144" y="2892539"/>
            <a:ext cx="2111760" cy="207720"/>
            <a:chOff x="4259144" y="2892539"/>
            <a:chExt cx="2111760" cy="20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F9C11F7A-6BD3-86AC-F314-EE1589D4D101}"/>
                    </a:ext>
                  </a:extLst>
                </p14:cNvPr>
                <p14:cNvContentPartPr/>
                <p14:nvPr/>
              </p14:nvContentPartPr>
              <p14:xfrm>
                <a:off x="4259144" y="3032219"/>
                <a:ext cx="406440" cy="6804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F9C11F7A-6BD3-86AC-F314-EE1589D4D10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250504" y="3023219"/>
                  <a:ext cx="4240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6C4374C4-B235-D394-30B6-7639EA9F73CE}"/>
                    </a:ext>
                  </a:extLst>
                </p14:cNvPr>
                <p14:cNvContentPartPr/>
                <p14:nvPr/>
              </p14:nvContentPartPr>
              <p14:xfrm>
                <a:off x="4599704" y="2892539"/>
                <a:ext cx="1771200" cy="18000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6C4374C4-B235-D394-30B6-7639EA9F73C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591064" y="2883899"/>
                  <a:ext cx="1788840" cy="19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86" name="Ink 385">
                <a:extLst>
                  <a:ext uri="{FF2B5EF4-FFF2-40B4-BE49-F238E27FC236}">
                    <a16:creationId xmlns:a16="http://schemas.microsoft.com/office/drawing/2014/main" id="{FC785AC7-9370-402B-8ABC-05E9F8BB5E23}"/>
                  </a:ext>
                </a:extLst>
              </p14:cNvPr>
              <p14:cNvContentPartPr/>
              <p14:nvPr/>
            </p14:nvContentPartPr>
            <p14:xfrm>
              <a:off x="3056384" y="4149659"/>
              <a:ext cx="99000" cy="174600"/>
            </p14:xfrm>
          </p:contentPart>
        </mc:Choice>
        <mc:Fallback>
          <p:pic>
            <p:nvPicPr>
              <p:cNvPr id="386" name="Ink 385">
                <a:extLst>
                  <a:ext uri="{FF2B5EF4-FFF2-40B4-BE49-F238E27FC236}">
                    <a16:creationId xmlns:a16="http://schemas.microsoft.com/office/drawing/2014/main" id="{FC785AC7-9370-402B-8ABC-05E9F8BB5E2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047744" y="4141019"/>
                <a:ext cx="11664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87" name="Ink 386">
                <a:extLst>
                  <a:ext uri="{FF2B5EF4-FFF2-40B4-BE49-F238E27FC236}">
                    <a16:creationId xmlns:a16="http://schemas.microsoft.com/office/drawing/2014/main" id="{AB0DC6E2-C8EA-65CC-9FC5-44F049298789}"/>
                  </a:ext>
                </a:extLst>
              </p14:cNvPr>
              <p14:cNvContentPartPr/>
              <p14:nvPr/>
            </p14:nvContentPartPr>
            <p14:xfrm>
              <a:off x="4674584" y="3375659"/>
              <a:ext cx="182880" cy="119520"/>
            </p14:xfrm>
          </p:contentPart>
        </mc:Choice>
        <mc:Fallback>
          <p:pic>
            <p:nvPicPr>
              <p:cNvPr id="387" name="Ink 386">
                <a:extLst>
                  <a:ext uri="{FF2B5EF4-FFF2-40B4-BE49-F238E27FC236}">
                    <a16:creationId xmlns:a16="http://schemas.microsoft.com/office/drawing/2014/main" id="{AB0DC6E2-C8EA-65CC-9FC5-44F04929878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620584" y="3267659"/>
                <a:ext cx="29052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ADAB4B32-D490-2F1C-332C-04CC9905811B}"/>
                  </a:ext>
                </a:extLst>
              </p14:cNvPr>
              <p14:cNvContentPartPr/>
              <p14:nvPr/>
            </p14:nvContentPartPr>
            <p14:xfrm>
              <a:off x="2989064" y="4154339"/>
              <a:ext cx="205200" cy="147240"/>
            </p14:xfrm>
          </p:contentPart>
        </mc:Choice>
        <mc:Fallback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ADAB4B32-D490-2F1C-332C-04CC9905811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935064" y="4046699"/>
                <a:ext cx="31284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419" name="Ink 418">
                <a:extLst>
                  <a:ext uri="{FF2B5EF4-FFF2-40B4-BE49-F238E27FC236}">
                    <a16:creationId xmlns:a16="http://schemas.microsoft.com/office/drawing/2014/main" id="{73E3E802-E6F0-C26B-4AEC-55D2A04B1F46}"/>
                  </a:ext>
                </a:extLst>
              </p14:cNvPr>
              <p14:cNvContentPartPr/>
              <p14:nvPr/>
            </p14:nvContentPartPr>
            <p14:xfrm>
              <a:off x="670805" y="3915861"/>
              <a:ext cx="16920" cy="21240"/>
            </p14:xfrm>
          </p:contentPart>
        </mc:Choice>
        <mc:Fallback>
          <p:pic>
            <p:nvPicPr>
              <p:cNvPr id="419" name="Ink 418">
                <a:extLst>
                  <a:ext uri="{FF2B5EF4-FFF2-40B4-BE49-F238E27FC236}">
                    <a16:creationId xmlns:a16="http://schemas.microsoft.com/office/drawing/2014/main" id="{73E3E802-E6F0-C26B-4AEC-55D2A04B1F46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61805" y="3907221"/>
                <a:ext cx="3456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432" name="Ink 431">
                <a:extLst>
                  <a:ext uri="{FF2B5EF4-FFF2-40B4-BE49-F238E27FC236}">
                    <a16:creationId xmlns:a16="http://schemas.microsoft.com/office/drawing/2014/main" id="{12A00AC9-0ACE-FAA7-C6DE-BA337D49B137}"/>
                  </a:ext>
                </a:extLst>
              </p14:cNvPr>
              <p14:cNvContentPartPr/>
              <p14:nvPr/>
            </p14:nvContentPartPr>
            <p14:xfrm>
              <a:off x="1885085" y="5123661"/>
              <a:ext cx="105120" cy="31320"/>
            </p14:xfrm>
          </p:contentPart>
        </mc:Choice>
        <mc:Fallback>
          <p:pic>
            <p:nvPicPr>
              <p:cNvPr id="432" name="Ink 431">
                <a:extLst>
                  <a:ext uri="{FF2B5EF4-FFF2-40B4-BE49-F238E27FC236}">
                    <a16:creationId xmlns:a16="http://schemas.microsoft.com/office/drawing/2014/main" id="{12A00AC9-0ACE-FAA7-C6DE-BA337D49B137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876445" y="5114661"/>
                <a:ext cx="12276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441" name="Ink 440">
                <a:extLst>
                  <a:ext uri="{FF2B5EF4-FFF2-40B4-BE49-F238E27FC236}">
                    <a16:creationId xmlns:a16="http://schemas.microsoft.com/office/drawing/2014/main" id="{C0AA7925-8A19-101B-4812-60DAAB27081D}"/>
                  </a:ext>
                </a:extLst>
              </p14:cNvPr>
              <p14:cNvContentPartPr/>
              <p14:nvPr/>
            </p14:nvContentPartPr>
            <p14:xfrm>
              <a:off x="2298365" y="5224461"/>
              <a:ext cx="197280" cy="38520"/>
            </p14:xfrm>
          </p:contentPart>
        </mc:Choice>
        <mc:Fallback>
          <p:pic>
            <p:nvPicPr>
              <p:cNvPr id="441" name="Ink 440">
                <a:extLst>
                  <a:ext uri="{FF2B5EF4-FFF2-40B4-BE49-F238E27FC236}">
                    <a16:creationId xmlns:a16="http://schemas.microsoft.com/office/drawing/2014/main" id="{C0AA7925-8A19-101B-4812-60DAAB27081D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289725" y="5215821"/>
                <a:ext cx="21492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495" name="Ink 494">
                <a:extLst>
                  <a:ext uri="{FF2B5EF4-FFF2-40B4-BE49-F238E27FC236}">
                    <a16:creationId xmlns:a16="http://schemas.microsoft.com/office/drawing/2014/main" id="{6A953773-1A89-E8E6-8BAF-27F38C345660}"/>
                  </a:ext>
                </a:extLst>
              </p14:cNvPr>
              <p14:cNvContentPartPr/>
              <p14:nvPr/>
            </p14:nvContentPartPr>
            <p14:xfrm>
              <a:off x="1595285" y="5859493"/>
              <a:ext cx="130680" cy="108360"/>
            </p14:xfrm>
          </p:contentPart>
        </mc:Choice>
        <mc:Fallback>
          <p:pic>
            <p:nvPicPr>
              <p:cNvPr id="495" name="Ink 494">
                <a:extLst>
                  <a:ext uri="{FF2B5EF4-FFF2-40B4-BE49-F238E27FC236}">
                    <a16:creationId xmlns:a16="http://schemas.microsoft.com/office/drawing/2014/main" id="{6A953773-1A89-E8E6-8BAF-27F38C345660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586645" y="5850493"/>
                <a:ext cx="14832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06" name="Group 505">
            <a:extLst>
              <a:ext uri="{FF2B5EF4-FFF2-40B4-BE49-F238E27FC236}">
                <a16:creationId xmlns:a16="http://schemas.microsoft.com/office/drawing/2014/main" id="{9CD343CD-88A2-AC56-E54C-C5EA73F17810}"/>
              </a:ext>
            </a:extLst>
          </p:cNvPr>
          <p:cNvGrpSpPr/>
          <p:nvPr/>
        </p:nvGrpSpPr>
        <p:grpSpPr>
          <a:xfrm>
            <a:off x="1878965" y="5510293"/>
            <a:ext cx="809280" cy="849694"/>
            <a:chOff x="1878965" y="5510293"/>
            <a:chExt cx="809280" cy="849694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DFBA0E1C-53BC-9FD9-55AC-B75FAC1C775D}"/>
                    </a:ext>
                  </a:extLst>
                </p14:cNvPr>
                <p14:cNvContentPartPr/>
                <p14:nvPr/>
              </p14:nvContentPartPr>
              <p14:xfrm>
                <a:off x="1878965" y="5620093"/>
                <a:ext cx="95040" cy="573480"/>
              </p14:xfrm>
            </p:contentPart>
          </mc:Choice>
          <mc:Fallback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DFBA0E1C-53BC-9FD9-55AC-B75FAC1C775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869965" y="5611093"/>
                  <a:ext cx="11268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12E1E877-F9D1-AF4E-A558-29F8DD07FDA9}"/>
                    </a:ext>
                  </a:extLst>
                </p14:cNvPr>
                <p14:cNvContentPartPr/>
                <p14:nvPr/>
              </p14:nvContentPartPr>
              <p14:xfrm>
                <a:off x="2002805" y="5647093"/>
                <a:ext cx="54720" cy="193320"/>
              </p14:xfrm>
            </p:contentPart>
          </mc:Choice>
          <mc:Fallback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12E1E877-F9D1-AF4E-A558-29F8DD07FDA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993805" y="5638453"/>
                  <a:ext cx="723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D1481850-985C-859C-99A6-A841FEE36419}"/>
                    </a:ext>
                  </a:extLst>
                </p14:cNvPr>
                <p14:cNvContentPartPr/>
                <p14:nvPr/>
              </p14:nvContentPartPr>
              <p14:xfrm>
                <a:off x="2017205" y="5957413"/>
                <a:ext cx="147240" cy="147960"/>
              </p14:xfrm>
            </p:contentPart>
          </mc:Choice>
          <mc:Fallback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D1481850-985C-859C-99A6-A841FEE3641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008565" y="5948413"/>
                  <a:ext cx="1648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9E2FADA8-A316-2884-533D-E39A5BDFD106}"/>
                    </a:ext>
                  </a:extLst>
                </p14:cNvPr>
                <p14:cNvContentPartPr/>
                <p14:nvPr/>
              </p14:nvContentPartPr>
              <p14:xfrm>
                <a:off x="2152205" y="5510293"/>
                <a:ext cx="49320" cy="135000"/>
              </p14:xfrm>
            </p:contentPart>
          </mc:Choice>
          <mc:Fallback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9E2FADA8-A316-2884-533D-E39A5BDFD10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143565" y="5501293"/>
                  <a:ext cx="669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EEC45305-4FC6-F74A-C6F4-022A2E544F44}"/>
                    </a:ext>
                  </a:extLst>
                </p14:cNvPr>
                <p14:cNvContentPartPr/>
                <p14:nvPr/>
              </p14:nvContentPartPr>
              <p14:xfrm>
                <a:off x="2040605" y="6068653"/>
                <a:ext cx="103680" cy="142200"/>
              </p14:xfrm>
            </p:contentPart>
          </mc:Choice>
          <mc:Fallback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EEC45305-4FC6-F74A-C6F4-022A2E544F4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031965" y="6060013"/>
                  <a:ext cx="1213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77909F3D-9C43-E281-19B1-E189F853E8B0}"/>
                    </a:ext>
                  </a:extLst>
                </p14:cNvPr>
                <p14:cNvContentPartPr/>
                <p14:nvPr/>
              </p14:nvContentPartPr>
              <p14:xfrm>
                <a:off x="2146085" y="5579413"/>
                <a:ext cx="95760" cy="681120"/>
              </p14:xfrm>
            </p:contentPart>
          </mc:Choice>
          <mc:Fallback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77909F3D-9C43-E281-19B1-E189F853E8B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137085" y="5570773"/>
                  <a:ext cx="113400" cy="69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32A6B6AB-DB8E-41E5-B6D0-5D2AD69C2D83}"/>
                    </a:ext>
                  </a:extLst>
                </p14:cNvPr>
                <p14:cNvContentPartPr/>
                <p14:nvPr/>
              </p14:nvContentPartPr>
              <p14:xfrm>
                <a:off x="1940525" y="5992427"/>
                <a:ext cx="658080" cy="318600"/>
              </p14:xfrm>
            </p:contentPart>
          </mc:Choice>
          <mc:Fallback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32A6B6AB-DB8E-41E5-B6D0-5D2AD69C2D8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931525" y="5983787"/>
                  <a:ext cx="6757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A55F0E1C-C774-F443-F68B-36B7510C7711}"/>
                    </a:ext>
                  </a:extLst>
                </p14:cNvPr>
                <p14:cNvContentPartPr/>
                <p14:nvPr/>
              </p14:nvContentPartPr>
              <p14:xfrm>
                <a:off x="2062925" y="6015107"/>
                <a:ext cx="625320" cy="344880"/>
              </p14:xfrm>
            </p:contentPart>
          </mc:Choice>
          <mc:Fallback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A55F0E1C-C774-F443-F68B-36B7510C771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054285" y="6006467"/>
                  <a:ext cx="642960" cy="36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271FCF60-AE0E-496A-1BAF-BF2B4D8B41E8}"/>
              </a:ext>
            </a:extLst>
          </p:cNvPr>
          <p:cNvGrpSpPr/>
          <p:nvPr/>
        </p:nvGrpSpPr>
        <p:grpSpPr>
          <a:xfrm>
            <a:off x="4305005" y="5714147"/>
            <a:ext cx="1154880" cy="363240"/>
            <a:chOff x="4305005" y="5714147"/>
            <a:chExt cx="1154880" cy="36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5284D108-FA03-6C4B-7874-7B387A0C0B46}"/>
                    </a:ext>
                  </a:extLst>
                </p14:cNvPr>
                <p14:cNvContentPartPr/>
                <p14:nvPr/>
              </p14:nvContentPartPr>
              <p14:xfrm>
                <a:off x="4343885" y="5871107"/>
                <a:ext cx="43920" cy="59040"/>
              </p14:xfrm>
            </p:contentPart>
          </mc:Choice>
          <mc:Fallback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5284D108-FA03-6C4B-7874-7B387A0C0B4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334885" y="5862467"/>
                  <a:ext cx="615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905E6EC3-553F-768E-34FD-B70166859F56}"/>
                    </a:ext>
                  </a:extLst>
                </p14:cNvPr>
                <p14:cNvContentPartPr/>
                <p14:nvPr/>
              </p14:nvContentPartPr>
              <p14:xfrm>
                <a:off x="4305005" y="5799107"/>
                <a:ext cx="135360" cy="200880"/>
              </p14:xfrm>
            </p:contentPart>
          </mc:Choice>
          <mc:Fallback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905E6EC3-553F-768E-34FD-B70166859F5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296005" y="5790467"/>
                  <a:ext cx="1530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4336C5FF-51D5-AC42-3F07-9020C096357F}"/>
                    </a:ext>
                  </a:extLst>
                </p14:cNvPr>
                <p14:cNvContentPartPr/>
                <p14:nvPr/>
              </p14:nvContentPartPr>
              <p14:xfrm>
                <a:off x="4468085" y="5742587"/>
                <a:ext cx="93600" cy="317520"/>
              </p14:xfrm>
            </p:contentPart>
          </mc:Choice>
          <mc:Fallback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4336C5FF-51D5-AC42-3F07-9020C096357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459445" y="5733587"/>
                  <a:ext cx="1112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A70690E7-8CE6-C145-3F55-2FF06BEF1C31}"/>
                    </a:ext>
                  </a:extLst>
                </p14:cNvPr>
                <p14:cNvContentPartPr/>
                <p14:nvPr/>
              </p14:nvContentPartPr>
              <p14:xfrm>
                <a:off x="4477805" y="5938787"/>
                <a:ext cx="95400" cy="37440"/>
              </p14:xfrm>
            </p:contentPart>
          </mc:Choice>
          <mc:Fallback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A70690E7-8CE6-C145-3F55-2FF06BEF1C3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468805" y="5929787"/>
                  <a:ext cx="1130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11B2A103-CA99-A010-BCDE-55A7C6A83D5A}"/>
                    </a:ext>
                  </a:extLst>
                </p14:cNvPr>
                <p14:cNvContentPartPr/>
                <p14:nvPr/>
              </p14:nvContentPartPr>
              <p14:xfrm>
                <a:off x="4611005" y="5745467"/>
                <a:ext cx="35640" cy="254520"/>
              </p14:xfrm>
            </p:contentPart>
          </mc:Choice>
          <mc:Fallback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11B2A103-CA99-A010-BCDE-55A7C6A83D5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602005" y="5736827"/>
                  <a:ext cx="532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3D0BF506-6E68-DDE9-B101-EF46C974018B}"/>
                    </a:ext>
                  </a:extLst>
                </p14:cNvPr>
                <p14:cNvContentPartPr/>
                <p14:nvPr/>
              </p14:nvContentPartPr>
              <p14:xfrm>
                <a:off x="4744925" y="5818547"/>
                <a:ext cx="29520" cy="170280"/>
              </p14:xfrm>
            </p:contentPart>
          </mc:Choice>
          <mc:Fallback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3D0BF506-6E68-DDE9-B101-EF46C974018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736285" y="5809547"/>
                  <a:ext cx="471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CFB8B92E-8269-A0B0-30E5-ADB2B1CAC93F}"/>
                    </a:ext>
                  </a:extLst>
                </p14:cNvPr>
                <p14:cNvContentPartPr/>
                <p14:nvPr/>
              </p14:nvContentPartPr>
              <p14:xfrm>
                <a:off x="4828805" y="5929067"/>
                <a:ext cx="14400" cy="92880"/>
              </p14:xfrm>
            </p:contentPart>
          </mc:Choice>
          <mc:Fallback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CFB8B92E-8269-A0B0-30E5-ADB2B1CAC93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819805" y="5920427"/>
                  <a:ext cx="320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93073CB9-CE05-49F8-D7CE-69B0B41C3B8B}"/>
                    </a:ext>
                  </a:extLst>
                </p14:cNvPr>
                <p14:cNvContentPartPr/>
                <p14:nvPr/>
              </p14:nvContentPartPr>
              <p14:xfrm>
                <a:off x="4880285" y="5801267"/>
                <a:ext cx="93960" cy="179280"/>
              </p14:xfrm>
            </p:contentPart>
          </mc:Choice>
          <mc:Fallback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93073CB9-CE05-49F8-D7CE-69B0B41C3B8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871645" y="5792267"/>
                  <a:ext cx="1116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C3A90229-C736-1344-14EF-AD07ADC037C2}"/>
                    </a:ext>
                  </a:extLst>
                </p14:cNvPr>
                <p14:cNvContentPartPr/>
                <p14:nvPr/>
              </p14:nvContentPartPr>
              <p14:xfrm>
                <a:off x="5039765" y="5714147"/>
                <a:ext cx="55800" cy="357840"/>
              </p14:xfrm>
            </p:contentPart>
          </mc:Choice>
          <mc:Fallback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C3A90229-C736-1344-14EF-AD07ADC037C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031125" y="5705507"/>
                  <a:ext cx="7344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A92B1ED1-2A5F-395F-EF8D-000D6601F57E}"/>
                    </a:ext>
                  </a:extLst>
                </p14:cNvPr>
                <p14:cNvContentPartPr/>
                <p14:nvPr/>
              </p14:nvContentPartPr>
              <p14:xfrm>
                <a:off x="5215805" y="5889827"/>
                <a:ext cx="70200" cy="63720"/>
              </p14:xfrm>
            </p:contentPart>
          </mc:Choice>
          <mc:Fallback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A92B1ED1-2A5F-395F-EF8D-000D6601F57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207165" y="5881187"/>
                  <a:ext cx="878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11149DF2-79DD-59AC-6EE6-431D4CBD572D}"/>
                    </a:ext>
                  </a:extLst>
                </p14:cNvPr>
                <p14:cNvContentPartPr/>
                <p14:nvPr/>
              </p14:nvContentPartPr>
              <p14:xfrm>
                <a:off x="5329565" y="5714147"/>
                <a:ext cx="130320" cy="363240"/>
              </p14:xfrm>
            </p:contentPart>
          </mc:Choice>
          <mc:Fallback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11149DF2-79DD-59AC-6EE6-431D4CBD572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320925" y="5705147"/>
                  <a:ext cx="147960" cy="38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FAFF6BDE-DDFA-3CAC-01B9-6024D115C766}"/>
              </a:ext>
            </a:extLst>
          </p:cNvPr>
          <p:cNvGrpSpPr/>
          <p:nvPr/>
        </p:nvGrpSpPr>
        <p:grpSpPr>
          <a:xfrm>
            <a:off x="521794" y="74862"/>
            <a:ext cx="11147040" cy="5288551"/>
            <a:chOff x="521794" y="74862"/>
            <a:chExt cx="11147040" cy="5288551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D8D0732-33D1-F6ED-EAA8-AF7462B77017}"/>
                    </a:ext>
                  </a:extLst>
                </p14:cNvPr>
                <p14:cNvContentPartPr/>
                <p14:nvPr/>
              </p14:nvContentPartPr>
              <p14:xfrm>
                <a:off x="560674" y="260262"/>
                <a:ext cx="104400" cy="325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D8D0732-33D1-F6ED-EAA8-AF7462B7701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52034" y="251262"/>
                  <a:ext cx="12204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FE278F4-ED26-7A12-1740-82C7924804E9}"/>
                    </a:ext>
                  </a:extLst>
                </p14:cNvPr>
                <p14:cNvContentPartPr/>
                <p14:nvPr/>
              </p14:nvContentPartPr>
              <p14:xfrm>
                <a:off x="561034" y="450702"/>
                <a:ext cx="146520" cy="51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FE278F4-ED26-7A12-1740-82C7924804E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52034" y="442062"/>
                  <a:ext cx="1641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CF8EB5A-32F9-DC75-2EC4-1C89C475328B}"/>
                    </a:ext>
                  </a:extLst>
                </p14:cNvPr>
                <p14:cNvContentPartPr/>
                <p14:nvPr/>
              </p14:nvContentPartPr>
              <p14:xfrm>
                <a:off x="775954" y="247662"/>
                <a:ext cx="53640" cy="244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CF8EB5A-32F9-DC75-2EC4-1C89C475328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66954" y="238662"/>
                  <a:ext cx="712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9971BB8-0A6E-D5BE-4D6B-E07E989CC9D1}"/>
                    </a:ext>
                  </a:extLst>
                </p14:cNvPr>
                <p14:cNvContentPartPr/>
                <p14:nvPr/>
              </p14:nvContentPartPr>
              <p14:xfrm>
                <a:off x="845434" y="328662"/>
                <a:ext cx="202320" cy="164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9971BB8-0A6E-D5BE-4D6B-E07E989CC9D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36794" y="320022"/>
                  <a:ext cx="2199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FF8F136-0786-4E40-62B9-922857C5BA80}"/>
                    </a:ext>
                  </a:extLst>
                </p14:cNvPr>
                <p14:cNvContentPartPr/>
                <p14:nvPr/>
              </p14:nvContentPartPr>
              <p14:xfrm>
                <a:off x="909874" y="395622"/>
                <a:ext cx="129240" cy="39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FF8F136-0786-4E40-62B9-922857C5BA8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01234" y="386622"/>
                  <a:ext cx="1468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AB44D53-BB90-532B-FB47-7DE892F7B915}"/>
                    </a:ext>
                  </a:extLst>
                </p14:cNvPr>
                <p14:cNvContentPartPr/>
                <p14:nvPr/>
              </p14:nvContentPartPr>
              <p14:xfrm>
                <a:off x="1103194" y="260982"/>
                <a:ext cx="109440" cy="273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AB44D53-BB90-532B-FB47-7DE892F7B91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94554" y="251982"/>
                  <a:ext cx="1270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1F76009-6CDF-3EBD-DF90-47D9EA817A3B}"/>
                    </a:ext>
                  </a:extLst>
                </p14:cNvPr>
                <p14:cNvContentPartPr/>
                <p14:nvPr/>
              </p14:nvContentPartPr>
              <p14:xfrm>
                <a:off x="1454914" y="398862"/>
                <a:ext cx="93960" cy="18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1F76009-6CDF-3EBD-DF90-47D9EA817A3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445914" y="390222"/>
                  <a:ext cx="111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B464B54-FD5A-20A9-3362-52BED7A1392D}"/>
                    </a:ext>
                  </a:extLst>
                </p14:cNvPr>
                <p14:cNvContentPartPr/>
                <p14:nvPr/>
              </p14:nvContentPartPr>
              <p14:xfrm>
                <a:off x="1452394" y="461862"/>
                <a:ext cx="103320" cy="12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B464B54-FD5A-20A9-3362-52BED7A1392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443754" y="452862"/>
                  <a:ext cx="1209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2FFD1A2-FAFE-8D65-C1DE-DE55A5169393}"/>
                    </a:ext>
                  </a:extLst>
                </p14:cNvPr>
                <p14:cNvContentPartPr/>
                <p14:nvPr/>
              </p14:nvContentPartPr>
              <p14:xfrm>
                <a:off x="4523914" y="279342"/>
                <a:ext cx="38160" cy="163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2FFD1A2-FAFE-8D65-C1DE-DE55A516939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514914" y="270342"/>
                  <a:ext cx="558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5297A32-0523-7EC7-7BDD-ECAF29D5D03F}"/>
                    </a:ext>
                  </a:extLst>
                </p14:cNvPr>
                <p14:cNvContentPartPr/>
                <p14:nvPr/>
              </p14:nvContentPartPr>
              <p14:xfrm>
                <a:off x="4455154" y="330102"/>
                <a:ext cx="230040" cy="48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5297A32-0523-7EC7-7BDD-ECAF29D5D03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446514" y="321102"/>
                  <a:ext cx="2476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7CAB1D0-4320-7787-9157-46E79CBD120B}"/>
                    </a:ext>
                  </a:extLst>
                </p14:cNvPr>
                <p14:cNvContentPartPr/>
                <p14:nvPr/>
              </p14:nvContentPartPr>
              <p14:xfrm>
                <a:off x="4895794" y="179622"/>
                <a:ext cx="65520" cy="245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7CAB1D0-4320-7787-9157-46E79CBD120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887154" y="170982"/>
                  <a:ext cx="831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E97276B-2F03-0CE5-49E6-E2B9A8176082}"/>
                    </a:ext>
                  </a:extLst>
                </p14:cNvPr>
                <p14:cNvContentPartPr/>
                <p14:nvPr/>
              </p14:nvContentPartPr>
              <p14:xfrm>
                <a:off x="5035114" y="261342"/>
                <a:ext cx="183600" cy="151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E97276B-2F03-0CE5-49E6-E2B9A817608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026474" y="252342"/>
                  <a:ext cx="2012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1210F1F-EF16-A5BC-1B15-F803785FEBE7}"/>
                    </a:ext>
                  </a:extLst>
                </p14:cNvPr>
                <p14:cNvContentPartPr/>
                <p14:nvPr/>
              </p14:nvContentPartPr>
              <p14:xfrm>
                <a:off x="5265874" y="245142"/>
                <a:ext cx="248400" cy="145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1210F1F-EF16-A5BC-1B15-F803785FEBE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257234" y="236142"/>
                  <a:ext cx="2660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FE0C787-2B7C-EB9A-1B4B-9AE2199B2162}"/>
                    </a:ext>
                  </a:extLst>
                </p14:cNvPr>
                <p14:cNvContentPartPr/>
                <p14:nvPr/>
              </p14:nvContentPartPr>
              <p14:xfrm>
                <a:off x="5377474" y="330822"/>
                <a:ext cx="132480" cy="11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FE0C787-2B7C-EB9A-1B4B-9AE2199B216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368834" y="321822"/>
                  <a:ext cx="1501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A42833F-B2A8-F690-1F85-981EA9BB8FCC}"/>
                    </a:ext>
                  </a:extLst>
                </p14:cNvPr>
                <p14:cNvContentPartPr/>
                <p14:nvPr/>
              </p14:nvContentPartPr>
              <p14:xfrm>
                <a:off x="5580154" y="335142"/>
                <a:ext cx="52920" cy="137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A42833F-B2A8-F690-1F85-981EA9BB8FC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571514" y="326142"/>
                  <a:ext cx="705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5992F67-BD45-8C92-EF96-7F90E5EE8843}"/>
                    </a:ext>
                  </a:extLst>
                </p14:cNvPr>
                <p14:cNvContentPartPr/>
                <p14:nvPr/>
              </p14:nvContentPartPr>
              <p14:xfrm>
                <a:off x="5819194" y="245502"/>
                <a:ext cx="65880" cy="165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5992F67-BD45-8C92-EF96-7F90E5EE884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810194" y="236862"/>
                  <a:ext cx="835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088DC9B-658A-0154-3466-7595535167B2}"/>
                    </a:ext>
                  </a:extLst>
                </p14:cNvPr>
                <p14:cNvContentPartPr/>
                <p14:nvPr/>
              </p14:nvContentPartPr>
              <p14:xfrm>
                <a:off x="5784274" y="332622"/>
                <a:ext cx="164880" cy="18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088DC9B-658A-0154-3466-7595535167B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775634" y="323982"/>
                  <a:ext cx="182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389B021-9852-247B-F4CC-3735E40C0835}"/>
                    </a:ext>
                  </a:extLst>
                </p14:cNvPr>
                <p14:cNvContentPartPr/>
                <p14:nvPr/>
              </p14:nvContentPartPr>
              <p14:xfrm>
                <a:off x="6145354" y="246942"/>
                <a:ext cx="186120" cy="159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389B021-9852-247B-F4CC-3735E40C083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136354" y="238302"/>
                  <a:ext cx="2037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FE7CCE6-8E67-9CE4-6C4E-F4E7AC7704C7}"/>
                    </a:ext>
                  </a:extLst>
                </p14:cNvPr>
                <p14:cNvContentPartPr/>
                <p14:nvPr/>
              </p14:nvContentPartPr>
              <p14:xfrm>
                <a:off x="6203674" y="334782"/>
                <a:ext cx="122040" cy="10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FE7CCE6-8E67-9CE4-6C4E-F4E7AC7704C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195034" y="326142"/>
                  <a:ext cx="1396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56373B4-2F78-4980-0FF4-CF08AF2C3403}"/>
                    </a:ext>
                  </a:extLst>
                </p14:cNvPr>
                <p14:cNvContentPartPr/>
                <p14:nvPr/>
              </p14:nvContentPartPr>
              <p14:xfrm>
                <a:off x="6405634" y="372222"/>
                <a:ext cx="132120" cy="122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56373B4-2F78-4980-0FF4-CF08AF2C340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396994" y="363222"/>
                  <a:ext cx="1497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C5D5EE8-550E-E209-E997-C992054AA809}"/>
                    </a:ext>
                  </a:extLst>
                </p14:cNvPr>
                <p14:cNvContentPartPr/>
                <p14:nvPr/>
              </p14:nvContentPartPr>
              <p14:xfrm>
                <a:off x="6657994" y="311742"/>
                <a:ext cx="162360" cy="37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C5D5EE8-550E-E209-E997-C992054AA80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649354" y="302742"/>
                  <a:ext cx="1800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968B32D-4805-F07E-4BF4-72F411B87827}"/>
                    </a:ext>
                  </a:extLst>
                </p14:cNvPr>
                <p14:cNvContentPartPr/>
                <p14:nvPr/>
              </p14:nvContentPartPr>
              <p14:xfrm>
                <a:off x="6982714" y="264582"/>
                <a:ext cx="114480" cy="170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968B32D-4805-F07E-4BF4-72F411B8782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973714" y="255582"/>
                  <a:ext cx="1321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F35D896-5F75-75BB-6C7B-5B0DE0506CF5}"/>
                    </a:ext>
                  </a:extLst>
                </p14:cNvPr>
                <p14:cNvContentPartPr/>
                <p14:nvPr/>
              </p14:nvContentPartPr>
              <p14:xfrm>
                <a:off x="6948514" y="251622"/>
                <a:ext cx="142560" cy="36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F35D896-5F75-75BB-6C7B-5B0DE0506CF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939514" y="242982"/>
                  <a:ext cx="1602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C3EF713-13CA-EFEE-7C3A-6CD928BDBFDC}"/>
                    </a:ext>
                  </a:extLst>
                </p14:cNvPr>
                <p14:cNvContentPartPr/>
                <p14:nvPr/>
              </p14:nvContentPartPr>
              <p14:xfrm>
                <a:off x="7143634" y="197622"/>
                <a:ext cx="98640" cy="265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C3EF713-13CA-EFEE-7C3A-6CD928BDBFD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134994" y="188982"/>
                  <a:ext cx="1162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84B62B0-7C15-B4D8-20AE-7A1DB4A4B52D}"/>
                    </a:ext>
                  </a:extLst>
                </p14:cNvPr>
                <p14:cNvContentPartPr/>
                <p14:nvPr/>
              </p14:nvContentPartPr>
              <p14:xfrm>
                <a:off x="7275394" y="171342"/>
                <a:ext cx="230760" cy="93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84B62B0-7C15-B4D8-20AE-7A1DB4A4B52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266394" y="162702"/>
                  <a:ext cx="2484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97CFD77-CF88-E98B-D96F-D77CC47E2E93}"/>
                    </a:ext>
                  </a:extLst>
                </p14:cNvPr>
                <p14:cNvContentPartPr/>
                <p14:nvPr/>
              </p14:nvContentPartPr>
              <p14:xfrm>
                <a:off x="8907274" y="216702"/>
                <a:ext cx="169920" cy="203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97CFD77-CF88-E98B-D96F-D77CC47E2E9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898634" y="207702"/>
                  <a:ext cx="1875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0D60377-9991-3BB7-0504-1B5100586513}"/>
                    </a:ext>
                  </a:extLst>
                </p14:cNvPr>
                <p14:cNvContentPartPr/>
                <p14:nvPr/>
              </p14:nvContentPartPr>
              <p14:xfrm>
                <a:off x="8934994" y="312462"/>
                <a:ext cx="143640" cy="378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0D60377-9991-3BB7-0504-1B510058651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926354" y="303462"/>
                  <a:ext cx="1612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F9B54B4-1C12-CC6D-C5C5-B5C7A98A6DF0}"/>
                    </a:ext>
                  </a:extLst>
                </p14:cNvPr>
                <p14:cNvContentPartPr/>
                <p14:nvPr/>
              </p14:nvContentPartPr>
              <p14:xfrm>
                <a:off x="9190954" y="131022"/>
                <a:ext cx="25200" cy="114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F9B54B4-1C12-CC6D-C5C5-B5C7A98A6DF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181954" y="122382"/>
                  <a:ext cx="428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66E329D-5C3E-89BF-86D1-E2933F0FC392}"/>
                    </a:ext>
                  </a:extLst>
                </p14:cNvPr>
                <p14:cNvContentPartPr/>
                <p14:nvPr/>
              </p14:nvContentPartPr>
              <p14:xfrm>
                <a:off x="9289594" y="295902"/>
                <a:ext cx="67320" cy="14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66E329D-5C3E-89BF-86D1-E2933F0FC39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280954" y="287262"/>
                  <a:ext cx="849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CF9F58F-B96B-1710-A47D-1BB238F00F4E}"/>
                    </a:ext>
                  </a:extLst>
                </p14:cNvPr>
                <p14:cNvContentPartPr/>
                <p14:nvPr/>
              </p14:nvContentPartPr>
              <p14:xfrm>
                <a:off x="9306874" y="308142"/>
                <a:ext cx="110520" cy="23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CF9F58F-B96B-1710-A47D-1BB238F00F4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297874" y="299142"/>
                  <a:ext cx="1281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7F08150-B243-7637-C84A-0327AF9E36E0}"/>
                    </a:ext>
                  </a:extLst>
                </p14:cNvPr>
                <p14:cNvContentPartPr/>
                <p14:nvPr/>
              </p14:nvContentPartPr>
              <p14:xfrm>
                <a:off x="9514234" y="118422"/>
                <a:ext cx="77040" cy="267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7F08150-B243-7637-C84A-0327AF9E36E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505234" y="109422"/>
                  <a:ext cx="946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5A04CF4-CCB5-FC47-945C-FFDDC0F80DDA}"/>
                    </a:ext>
                  </a:extLst>
                </p14:cNvPr>
                <p14:cNvContentPartPr/>
                <p14:nvPr/>
              </p14:nvContentPartPr>
              <p14:xfrm>
                <a:off x="9635554" y="212022"/>
                <a:ext cx="104400" cy="153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5A04CF4-CCB5-FC47-945C-FFDDC0F80DD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626554" y="203382"/>
                  <a:ext cx="1220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FBE0085-FA36-A934-65F2-BEAE56114861}"/>
                    </a:ext>
                  </a:extLst>
                </p14:cNvPr>
                <p14:cNvContentPartPr/>
                <p14:nvPr/>
              </p14:nvContentPartPr>
              <p14:xfrm>
                <a:off x="9792514" y="331902"/>
                <a:ext cx="15840" cy="100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FBE0085-FA36-A934-65F2-BEAE5611486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783514" y="322902"/>
                  <a:ext cx="334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E88AE1F-C4AB-0D02-A2BC-3B4C1642BD56}"/>
                    </a:ext>
                  </a:extLst>
                </p14:cNvPr>
                <p14:cNvContentPartPr/>
                <p14:nvPr/>
              </p14:nvContentPartPr>
              <p14:xfrm>
                <a:off x="9931474" y="170622"/>
                <a:ext cx="105120" cy="183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E88AE1F-C4AB-0D02-A2BC-3B4C1642BD56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922834" y="161982"/>
                  <a:ext cx="1227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F8D8D9A-16C4-1707-3438-122E6551BE3D}"/>
                    </a:ext>
                  </a:extLst>
                </p14:cNvPr>
                <p14:cNvContentPartPr/>
                <p14:nvPr/>
              </p14:nvContentPartPr>
              <p14:xfrm>
                <a:off x="10064314" y="91422"/>
                <a:ext cx="160920" cy="352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F8D8D9A-16C4-1707-3438-122E6551BE3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055674" y="82422"/>
                  <a:ext cx="17856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19F186E-B5DF-7DC2-F6EE-57562449C0A0}"/>
                    </a:ext>
                  </a:extLst>
                </p14:cNvPr>
                <p14:cNvContentPartPr/>
                <p14:nvPr/>
              </p14:nvContentPartPr>
              <p14:xfrm>
                <a:off x="9077554" y="74862"/>
                <a:ext cx="92880" cy="1796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19F186E-B5DF-7DC2-F6EE-57562449C0A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068554" y="66222"/>
                  <a:ext cx="1105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B59E9C4-9E4D-DD7C-3F4E-9E0BB5A49F4D}"/>
                    </a:ext>
                  </a:extLst>
                </p14:cNvPr>
                <p14:cNvContentPartPr/>
                <p14:nvPr/>
              </p14:nvContentPartPr>
              <p14:xfrm>
                <a:off x="9286714" y="86022"/>
                <a:ext cx="64080" cy="194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B59E9C4-9E4D-DD7C-3F4E-9E0BB5A49F4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277714" y="77382"/>
                  <a:ext cx="817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00E4E06-1239-DCA2-ECE7-3300D2A26216}"/>
                    </a:ext>
                  </a:extLst>
                </p14:cNvPr>
                <p14:cNvContentPartPr/>
                <p14:nvPr/>
              </p14:nvContentPartPr>
              <p14:xfrm>
                <a:off x="8927434" y="671382"/>
                <a:ext cx="197280" cy="1976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00E4E06-1239-DCA2-ECE7-3300D2A2621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918434" y="662742"/>
                  <a:ext cx="2149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B32CE6F-C49D-5E7B-6CFF-BBDC5A2D1FE0}"/>
                    </a:ext>
                  </a:extLst>
                </p14:cNvPr>
                <p14:cNvContentPartPr/>
                <p14:nvPr/>
              </p14:nvContentPartPr>
              <p14:xfrm>
                <a:off x="9008074" y="759942"/>
                <a:ext cx="141840" cy="21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B32CE6F-C49D-5E7B-6CFF-BBDC5A2D1FE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999074" y="751302"/>
                  <a:ext cx="1594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6EB28F9-2318-6964-9279-88CEEFDFF689}"/>
                    </a:ext>
                  </a:extLst>
                </p14:cNvPr>
                <p14:cNvContentPartPr/>
                <p14:nvPr/>
              </p14:nvContentPartPr>
              <p14:xfrm>
                <a:off x="9222274" y="600822"/>
                <a:ext cx="41040" cy="1231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6EB28F9-2318-6964-9279-88CEEFDFF689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213274" y="592182"/>
                  <a:ext cx="586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C9A9ADB-7245-95FF-E187-D048C0765792}"/>
                    </a:ext>
                  </a:extLst>
                </p14:cNvPr>
                <p14:cNvContentPartPr/>
                <p14:nvPr/>
              </p14:nvContentPartPr>
              <p14:xfrm>
                <a:off x="9294634" y="666342"/>
                <a:ext cx="92160" cy="71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C9A9ADB-7245-95FF-E187-D048C076579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285634" y="657342"/>
                  <a:ext cx="1098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5E7D7B4-3277-3376-9E88-C9BEFA9331DA}"/>
                    </a:ext>
                  </a:extLst>
                </p14:cNvPr>
                <p14:cNvContentPartPr/>
                <p14:nvPr/>
              </p14:nvContentPartPr>
              <p14:xfrm>
                <a:off x="9420634" y="610542"/>
                <a:ext cx="67680" cy="1976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5E7D7B4-3277-3376-9E88-C9BEFA9331D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411634" y="601542"/>
                  <a:ext cx="853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48CAA43-73C9-50BC-01AF-675D8C814365}"/>
                    </a:ext>
                  </a:extLst>
                </p14:cNvPr>
                <p14:cNvContentPartPr/>
                <p14:nvPr/>
              </p14:nvContentPartPr>
              <p14:xfrm>
                <a:off x="9522514" y="820062"/>
                <a:ext cx="165600" cy="18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48CAA43-73C9-50BC-01AF-675D8C81436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513514" y="811062"/>
                  <a:ext cx="1832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EC36C0D-EA75-E393-9A70-620BE46B64A1}"/>
                    </a:ext>
                  </a:extLst>
                </p14:cNvPr>
                <p14:cNvContentPartPr/>
                <p14:nvPr/>
              </p14:nvContentPartPr>
              <p14:xfrm>
                <a:off x="9969634" y="613782"/>
                <a:ext cx="201600" cy="223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EC36C0D-EA75-E393-9A70-620BE46B64A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960994" y="605142"/>
                  <a:ext cx="2192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FC41F3B-2DFB-A9DF-63FC-E33FA756E024}"/>
                    </a:ext>
                  </a:extLst>
                </p14:cNvPr>
                <p14:cNvContentPartPr/>
                <p14:nvPr/>
              </p14:nvContentPartPr>
              <p14:xfrm>
                <a:off x="10162234" y="696222"/>
                <a:ext cx="103320" cy="1249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FC41F3B-2DFB-A9DF-63FC-E33FA756E02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153594" y="687582"/>
                  <a:ext cx="1209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4F739D9-46DB-EE66-0F87-BE062D2759C2}"/>
                    </a:ext>
                  </a:extLst>
                </p14:cNvPr>
                <p14:cNvContentPartPr/>
                <p14:nvPr/>
              </p14:nvContentPartPr>
              <p14:xfrm>
                <a:off x="10316674" y="722862"/>
                <a:ext cx="167760" cy="108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4F739D9-46DB-EE66-0F87-BE062D2759C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307674" y="714222"/>
                  <a:ext cx="1854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310F11E-2F45-2AB6-501D-C6231ADF3581}"/>
                    </a:ext>
                  </a:extLst>
                </p14:cNvPr>
                <p14:cNvContentPartPr/>
                <p14:nvPr/>
              </p14:nvContentPartPr>
              <p14:xfrm>
                <a:off x="10561834" y="572742"/>
                <a:ext cx="275040" cy="2476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310F11E-2F45-2AB6-501D-C6231ADF358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553194" y="563742"/>
                  <a:ext cx="2926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E411D7A-68E3-FD42-A09C-402BA9AA7A2B}"/>
                    </a:ext>
                  </a:extLst>
                </p14:cNvPr>
                <p14:cNvContentPartPr/>
                <p14:nvPr/>
              </p14:nvContentPartPr>
              <p14:xfrm>
                <a:off x="10896634" y="591462"/>
                <a:ext cx="21240" cy="107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E411D7A-68E3-FD42-A09C-402BA9AA7A2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887994" y="582822"/>
                  <a:ext cx="388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926255B-5EF6-0C99-330D-8C01269FFF81}"/>
                    </a:ext>
                  </a:extLst>
                </p14:cNvPr>
                <p14:cNvContentPartPr/>
                <p14:nvPr/>
              </p14:nvContentPartPr>
              <p14:xfrm>
                <a:off x="10970794" y="655182"/>
                <a:ext cx="102600" cy="137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926255B-5EF6-0C99-330D-8C01269FFF8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961794" y="646542"/>
                  <a:ext cx="1202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37982B7-52D8-5323-5F5B-7FB8091AF5C5}"/>
                    </a:ext>
                  </a:extLst>
                </p14:cNvPr>
                <p14:cNvContentPartPr/>
                <p14:nvPr/>
              </p14:nvContentPartPr>
              <p14:xfrm>
                <a:off x="561754" y="814302"/>
                <a:ext cx="201960" cy="210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37982B7-52D8-5323-5F5B-7FB8091AF5C5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53114" y="805662"/>
                  <a:ext cx="2196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2876674-A66D-680F-3647-C10EB6CECF92}"/>
                    </a:ext>
                  </a:extLst>
                </p14:cNvPr>
                <p14:cNvContentPartPr/>
                <p14:nvPr/>
              </p14:nvContentPartPr>
              <p14:xfrm>
                <a:off x="819514" y="815022"/>
                <a:ext cx="104760" cy="2779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2876674-A66D-680F-3647-C10EB6CECF9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10514" y="806022"/>
                  <a:ext cx="1224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86AA4F1-09C3-1390-D8CF-A421F4899276}"/>
                    </a:ext>
                  </a:extLst>
                </p14:cNvPr>
                <p14:cNvContentPartPr/>
                <p14:nvPr/>
              </p14:nvContentPartPr>
              <p14:xfrm>
                <a:off x="814474" y="1009422"/>
                <a:ext cx="191160" cy="60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86AA4F1-09C3-1390-D8CF-A421F489927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05474" y="1000422"/>
                  <a:ext cx="2088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18F4DD2-A46A-0D33-559E-FCFEB92C3EC7}"/>
                    </a:ext>
                  </a:extLst>
                </p14:cNvPr>
                <p14:cNvContentPartPr/>
                <p14:nvPr/>
              </p14:nvContentPartPr>
              <p14:xfrm>
                <a:off x="588394" y="1107342"/>
                <a:ext cx="379080" cy="730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18F4DD2-A46A-0D33-559E-FCFEB92C3EC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79754" y="1098342"/>
                  <a:ext cx="3967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4B1BA27-070E-9960-C167-89728CBCC86B}"/>
                    </a:ext>
                  </a:extLst>
                </p14:cNvPr>
                <p14:cNvContentPartPr/>
                <p14:nvPr/>
              </p14:nvContentPartPr>
              <p14:xfrm>
                <a:off x="521794" y="1222542"/>
                <a:ext cx="169200" cy="2062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4B1BA27-070E-9960-C167-89728CBCC86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13154" y="1213542"/>
                  <a:ext cx="1868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2DCCA65-1F97-B60B-DB4B-EE867CA1B6C5}"/>
                    </a:ext>
                  </a:extLst>
                </p14:cNvPr>
                <p14:cNvContentPartPr/>
                <p14:nvPr/>
              </p14:nvContentPartPr>
              <p14:xfrm>
                <a:off x="737794" y="1242342"/>
                <a:ext cx="179640" cy="1418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2DCCA65-1F97-B60B-DB4B-EE867CA1B6C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28794" y="1233702"/>
                  <a:ext cx="1972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AF96981-14FF-C060-AA14-C25E508D9B34}"/>
                    </a:ext>
                  </a:extLst>
                </p14:cNvPr>
                <p14:cNvContentPartPr/>
                <p14:nvPr/>
              </p14:nvContentPartPr>
              <p14:xfrm>
                <a:off x="778834" y="1331262"/>
                <a:ext cx="136800" cy="378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AF96981-14FF-C060-AA14-C25E508D9B3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69834" y="1322622"/>
                  <a:ext cx="1544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A93706B-EBBE-C8B4-FFEB-1DC4970C1781}"/>
                    </a:ext>
                  </a:extLst>
                </p14:cNvPr>
                <p14:cNvContentPartPr/>
                <p14:nvPr/>
              </p14:nvContentPartPr>
              <p14:xfrm>
                <a:off x="1000954" y="1317582"/>
                <a:ext cx="36360" cy="147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A93706B-EBBE-C8B4-FFEB-1DC4970C1781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92314" y="1308582"/>
                  <a:ext cx="540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0F46FD7-716E-E780-24F0-11350AE74C5C}"/>
                    </a:ext>
                  </a:extLst>
                </p14:cNvPr>
                <p14:cNvContentPartPr/>
                <p14:nvPr/>
              </p14:nvContentPartPr>
              <p14:xfrm>
                <a:off x="1286794" y="1065582"/>
                <a:ext cx="76680" cy="226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0F46FD7-716E-E780-24F0-11350AE74C5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278154" y="1056582"/>
                  <a:ext cx="943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C28133D-890C-B823-E624-6BA25F61BAC2}"/>
                    </a:ext>
                  </a:extLst>
                </p14:cNvPr>
                <p14:cNvContentPartPr/>
                <p14:nvPr/>
              </p14:nvContentPartPr>
              <p14:xfrm>
                <a:off x="1306234" y="1113822"/>
                <a:ext cx="79920" cy="266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C28133D-890C-B823-E624-6BA25F61BAC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297234" y="1105182"/>
                  <a:ext cx="975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75A8E0C-B0C4-B993-DFF3-DA53D503D520}"/>
                    </a:ext>
                  </a:extLst>
                </p14:cNvPr>
                <p14:cNvContentPartPr/>
                <p14:nvPr/>
              </p14:nvContentPartPr>
              <p14:xfrm>
                <a:off x="1898074" y="200142"/>
                <a:ext cx="57240" cy="296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75A8E0C-B0C4-B993-DFF3-DA53D503D520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889434" y="191502"/>
                  <a:ext cx="7488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81AD53A-0295-FB80-181F-8670A4AACE8D}"/>
                    </a:ext>
                  </a:extLst>
                </p14:cNvPr>
                <p14:cNvContentPartPr/>
                <p14:nvPr/>
              </p14:nvContentPartPr>
              <p14:xfrm>
                <a:off x="2074474" y="274662"/>
                <a:ext cx="145440" cy="156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81AD53A-0295-FB80-181F-8670A4AACE8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065474" y="266022"/>
                  <a:ext cx="1630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74D7B84-10B8-0302-F24D-48C3521E1EA7}"/>
                    </a:ext>
                  </a:extLst>
                </p14:cNvPr>
                <p14:cNvContentPartPr/>
                <p14:nvPr/>
              </p14:nvContentPartPr>
              <p14:xfrm>
                <a:off x="2085274" y="345222"/>
                <a:ext cx="141840" cy="18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74D7B84-10B8-0302-F24D-48C3521E1EA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076274" y="336582"/>
                  <a:ext cx="1594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5261F7A-F7B1-F774-0FC7-FF6D259BF33F}"/>
                    </a:ext>
                  </a:extLst>
                </p14:cNvPr>
                <p14:cNvContentPartPr/>
                <p14:nvPr/>
              </p14:nvContentPartPr>
              <p14:xfrm>
                <a:off x="2321794" y="381942"/>
                <a:ext cx="57960" cy="114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5261F7A-F7B1-F774-0FC7-FF6D259BF33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312794" y="372942"/>
                  <a:ext cx="756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B7AEA08-5F5D-4854-46E7-DD34B6B29E2E}"/>
                    </a:ext>
                  </a:extLst>
                </p14:cNvPr>
                <p14:cNvContentPartPr/>
                <p14:nvPr/>
              </p14:nvContentPartPr>
              <p14:xfrm>
                <a:off x="2558314" y="301662"/>
                <a:ext cx="20880" cy="137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B7AEA08-5F5D-4854-46E7-DD34B6B29E2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549674" y="293022"/>
                  <a:ext cx="385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41FE0B8-1283-840C-A172-7B341ED24E7C}"/>
                    </a:ext>
                  </a:extLst>
                </p14:cNvPr>
                <p14:cNvContentPartPr/>
                <p14:nvPr/>
              </p14:nvContentPartPr>
              <p14:xfrm>
                <a:off x="2490634" y="355662"/>
                <a:ext cx="141840" cy="27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41FE0B8-1283-840C-A172-7B341ED24E7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481634" y="347022"/>
                  <a:ext cx="1594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3355338-B6BC-975C-7BCE-6338BD7D6638}"/>
                    </a:ext>
                  </a:extLst>
                </p14:cNvPr>
                <p14:cNvContentPartPr/>
                <p14:nvPr/>
              </p14:nvContentPartPr>
              <p14:xfrm>
                <a:off x="2725714" y="250182"/>
                <a:ext cx="125280" cy="175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3355338-B6BC-975C-7BCE-6338BD7D663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716714" y="241542"/>
                  <a:ext cx="1429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71FD265-2E13-DBF1-41F9-6F31A810A2AC}"/>
                    </a:ext>
                  </a:extLst>
                </p14:cNvPr>
                <p14:cNvContentPartPr/>
                <p14:nvPr/>
              </p14:nvContentPartPr>
              <p14:xfrm>
                <a:off x="2912914" y="265662"/>
                <a:ext cx="208440" cy="138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71FD265-2E13-DBF1-41F9-6F31A810A2AC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904274" y="256662"/>
                  <a:ext cx="2260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E0DA0AD-F430-D4E7-DF09-93E647FACA05}"/>
                    </a:ext>
                  </a:extLst>
                </p14:cNvPr>
                <p14:cNvContentPartPr/>
                <p14:nvPr/>
              </p14:nvContentPartPr>
              <p14:xfrm>
                <a:off x="2990674" y="340542"/>
                <a:ext cx="101520" cy="9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E0DA0AD-F430-D4E7-DF09-93E647FACA0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982034" y="331542"/>
                  <a:ext cx="1191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0E14775-D6B7-CA4B-F4AB-602188B03E63}"/>
                    </a:ext>
                  </a:extLst>
                </p14:cNvPr>
                <p14:cNvContentPartPr/>
                <p14:nvPr/>
              </p14:nvContentPartPr>
              <p14:xfrm>
                <a:off x="3219274" y="366102"/>
                <a:ext cx="108000" cy="118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0E14775-D6B7-CA4B-F4AB-602188B03E63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3210634" y="357462"/>
                  <a:ext cx="1256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03031FF-F5E2-DC0F-37EF-40B9696B2A9F}"/>
                    </a:ext>
                  </a:extLst>
                </p14:cNvPr>
                <p14:cNvContentPartPr/>
                <p14:nvPr/>
              </p14:nvContentPartPr>
              <p14:xfrm>
                <a:off x="3383434" y="336942"/>
                <a:ext cx="98280" cy="5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03031FF-F5E2-DC0F-37EF-40B9696B2A9F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374434" y="327942"/>
                  <a:ext cx="115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DBB7067-5938-9334-3DC5-47AE70A63F13}"/>
                    </a:ext>
                  </a:extLst>
                </p14:cNvPr>
                <p14:cNvContentPartPr/>
                <p14:nvPr/>
              </p14:nvContentPartPr>
              <p14:xfrm>
                <a:off x="3586474" y="220302"/>
                <a:ext cx="124920" cy="185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DBB7067-5938-9334-3DC5-47AE70A63F1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577474" y="211662"/>
                  <a:ext cx="1425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428F778-0764-8412-F079-AF41B6FB86C0}"/>
                    </a:ext>
                  </a:extLst>
                </p14:cNvPr>
                <p14:cNvContentPartPr/>
                <p14:nvPr/>
              </p14:nvContentPartPr>
              <p14:xfrm>
                <a:off x="3595474" y="297702"/>
                <a:ext cx="223200" cy="32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428F778-0764-8412-F079-AF41B6FB86C0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586474" y="288702"/>
                  <a:ext cx="2408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5A84426-0173-6420-A26F-C4F8DB5BA112}"/>
                    </a:ext>
                  </a:extLst>
                </p14:cNvPr>
                <p14:cNvContentPartPr/>
                <p14:nvPr/>
              </p14:nvContentPartPr>
              <p14:xfrm>
                <a:off x="3900394" y="188622"/>
                <a:ext cx="96120" cy="291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5A84426-0173-6420-A26F-C4F8DB5BA112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891394" y="179622"/>
                  <a:ext cx="1137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55CFE12-7A8C-882A-2FB2-6BE8FC8A0B89}"/>
                    </a:ext>
                  </a:extLst>
                </p14:cNvPr>
                <p14:cNvContentPartPr/>
                <p14:nvPr/>
              </p14:nvContentPartPr>
              <p14:xfrm>
                <a:off x="4016674" y="88182"/>
                <a:ext cx="163800" cy="117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55CFE12-7A8C-882A-2FB2-6BE8FC8A0B8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007674" y="79182"/>
                  <a:ext cx="1814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C60B345-8C6D-735B-CE8C-F3550C2D823F}"/>
                    </a:ext>
                  </a:extLst>
                </p14:cNvPr>
                <p14:cNvContentPartPr/>
                <p14:nvPr/>
              </p14:nvContentPartPr>
              <p14:xfrm>
                <a:off x="2016154" y="501462"/>
                <a:ext cx="2132640" cy="130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C60B345-8C6D-735B-CE8C-F3550C2D823F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007154" y="492822"/>
                  <a:ext cx="21502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037E3B7-DAB9-4FE6-2276-68EB19BA2EDB}"/>
                    </a:ext>
                  </a:extLst>
                </p14:cNvPr>
                <p14:cNvContentPartPr/>
                <p14:nvPr/>
              </p14:nvContentPartPr>
              <p14:xfrm>
                <a:off x="1590634" y="978462"/>
                <a:ext cx="118080" cy="1854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037E3B7-DAB9-4FE6-2276-68EB19BA2EDB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581634" y="969822"/>
                  <a:ext cx="1357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BAAD33D-4DBC-CAD1-6392-75566B288A7A}"/>
                    </a:ext>
                  </a:extLst>
                </p14:cNvPr>
                <p14:cNvContentPartPr/>
                <p14:nvPr/>
              </p14:nvContentPartPr>
              <p14:xfrm>
                <a:off x="1808434" y="1106622"/>
                <a:ext cx="16560" cy="7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BAAD33D-4DBC-CAD1-6392-75566B288A7A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799434" y="1097622"/>
                  <a:ext cx="342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61941E7-A8F1-C896-5A16-23EFD6F49ED2}"/>
                    </a:ext>
                  </a:extLst>
                </p14:cNvPr>
                <p14:cNvContentPartPr/>
                <p14:nvPr/>
              </p14:nvContentPartPr>
              <p14:xfrm>
                <a:off x="2012194" y="990702"/>
                <a:ext cx="75240" cy="2098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61941E7-A8F1-C896-5A16-23EFD6F49ED2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2003554" y="982062"/>
                  <a:ext cx="928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0BD48FC-656A-8B1A-BB0A-8D2ECA3E0D84}"/>
                    </a:ext>
                  </a:extLst>
                </p14:cNvPr>
                <p14:cNvContentPartPr/>
                <p14:nvPr/>
              </p14:nvContentPartPr>
              <p14:xfrm>
                <a:off x="2198314" y="1122462"/>
                <a:ext cx="26640" cy="5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0BD48FC-656A-8B1A-BB0A-8D2ECA3E0D84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2189674" y="1113462"/>
                  <a:ext cx="44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D408D70-C103-95B0-F044-E013F70D72A4}"/>
                    </a:ext>
                  </a:extLst>
                </p14:cNvPr>
                <p14:cNvContentPartPr/>
                <p14:nvPr/>
              </p14:nvContentPartPr>
              <p14:xfrm>
                <a:off x="2361394" y="920142"/>
                <a:ext cx="81000" cy="2631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D408D70-C103-95B0-F044-E013F70D72A4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2352394" y="911502"/>
                  <a:ext cx="986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FCA496B-C149-30D1-AFCD-3336A26DA14A}"/>
                    </a:ext>
                  </a:extLst>
                </p14:cNvPr>
                <p14:cNvContentPartPr/>
                <p14:nvPr/>
              </p14:nvContentPartPr>
              <p14:xfrm>
                <a:off x="2511154" y="993582"/>
                <a:ext cx="182880" cy="1605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FCA496B-C149-30D1-AFCD-3336A26DA14A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2502514" y="984582"/>
                  <a:ext cx="200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AB30BE8-1A07-794B-413C-21F4276271AB}"/>
                    </a:ext>
                  </a:extLst>
                </p14:cNvPr>
                <p14:cNvContentPartPr/>
                <p14:nvPr/>
              </p14:nvContentPartPr>
              <p14:xfrm>
                <a:off x="2542834" y="1085022"/>
                <a:ext cx="118800" cy="115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AB30BE8-1A07-794B-413C-21F4276271AB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2534194" y="1076382"/>
                  <a:ext cx="136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7F8364B-B412-BF76-CE2B-8D749E402925}"/>
                    </a:ext>
                  </a:extLst>
                </p14:cNvPr>
                <p14:cNvContentPartPr/>
                <p14:nvPr/>
              </p14:nvContentPartPr>
              <p14:xfrm>
                <a:off x="2750194" y="1106262"/>
                <a:ext cx="49320" cy="1130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7F8364B-B412-BF76-CE2B-8D749E40292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741194" y="1097262"/>
                  <a:ext cx="669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37947FB-4DB4-A6A8-406C-65E01FE91324}"/>
                    </a:ext>
                  </a:extLst>
                </p14:cNvPr>
                <p14:cNvContentPartPr/>
                <p14:nvPr/>
              </p14:nvContentPartPr>
              <p14:xfrm>
                <a:off x="3011554" y="990702"/>
                <a:ext cx="16200" cy="1630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37947FB-4DB4-A6A8-406C-65E01FE9132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002914" y="982062"/>
                  <a:ext cx="338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9EAC3E0-A27C-3E35-EB95-7E7161B785D7}"/>
                    </a:ext>
                  </a:extLst>
                </p14:cNvPr>
                <p14:cNvContentPartPr/>
                <p14:nvPr/>
              </p14:nvContentPartPr>
              <p14:xfrm>
                <a:off x="2939914" y="1064502"/>
                <a:ext cx="168120" cy="309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9EAC3E0-A27C-3E35-EB95-7E7161B785D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2931274" y="1055502"/>
                  <a:ext cx="1857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1A0EBBD-003F-C563-E472-089A1FD9283F}"/>
                    </a:ext>
                  </a:extLst>
                </p14:cNvPr>
                <p14:cNvContentPartPr/>
                <p14:nvPr/>
              </p14:nvContentPartPr>
              <p14:xfrm>
                <a:off x="3212074" y="974142"/>
                <a:ext cx="121680" cy="1533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1A0EBBD-003F-C563-E472-089A1FD9283F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203074" y="965142"/>
                  <a:ext cx="1393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FC7A3A5-289E-06D7-960B-769A3A99F2C9}"/>
                    </a:ext>
                  </a:extLst>
                </p14:cNvPr>
                <p14:cNvContentPartPr/>
                <p14:nvPr/>
              </p14:nvContentPartPr>
              <p14:xfrm>
                <a:off x="3381634" y="972702"/>
                <a:ext cx="169200" cy="1310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FC7A3A5-289E-06D7-960B-769A3A99F2C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372634" y="963702"/>
                  <a:ext cx="1868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D51A52E-9DBD-2B6B-3A3A-3567C233D5D3}"/>
                    </a:ext>
                  </a:extLst>
                </p14:cNvPr>
                <p14:cNvContentPartPr/>
                <p14:nvPr/>
              </p14:nvContentPartPr>
              <p14:xfrm>
                <a:off x="3397474" y="1027782"/>
                <a:ext cx="155160" cy="187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D51A52E-9DBD-2B6B-3A3A-3567C233D5D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388834" y="1018782"/>
                  <a:ext cx="1728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E2F7C25-AE79-6001-AD29-554E364FA30F}"/>
                    </a:ext>
                  </a:extLst>
                </p14:cNvPr>
                <p14:cNvContentPartPr/>
                <p14:nvPr/>
              </p14:nvContentPartPr>
              <p14:xfrm>
                <a:off x="3564514" y="1122462"/>
                <a:ext cx="125640" cy="795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E2F7C25-AE79-6001-AD29-554E364FA30F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555514" y="1113462"/>
                  <a:ext cx="1432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AECD9D1-106E-E39D-2E89-50434F5B5EAD}"/>
                    </a:ext>
                  </a:extLst>
                </p14:cNvPr>
                <p14:cNvContentPartPr/>
                <p14:nvPr/>
              </p14:nvContentPartPr>
              <p14:xfrm>
                <a:off x="3691954" y="1045422"/>
                <a:ext cx="111960" cy="302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AECD9D1-106E-E39D-2E89-50434F5B5EAD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682954" y="1036422"/>
                  <a:ext cx="1296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6D78678-10C3-C933-CDC1-2A19E6F2F2FE}"/>
                    </a:ext>
                  </a:extLst>
                </p14:cNvPr>
                <p14:cNvContentPartPr/>
                <p14:nvPr/>
              </p14:nvContentPartPr>
              <p14:xfrm>
                <a:off x="3863674" y="908262"/>
                <a:ext cx="144720" cy="2124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6D78678-10C3-C933-CDC1-2A19E6F2F2FE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854674" y="899262"/>
                  <a:ext cx="1623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5E9E6E3-099F-7BEC-4DB3-EE785E2AEA78}"/>
                    </a:ext>
                  </a:extLst>
                </p14:cNvPr>
                <p14:cNvContentPartPr/>
                <p14:nvPr/>
              </p14:nvContentPartPr>
              <p14:xfrm>
                <a:off x="3910114" y="1008702"/>
                <a:ext cx="165240" cy="352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5E9E6E3-099F-7BEC-4DB3-EE785E2AEA78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3901114" y="999702"/>
                  <a:ext cx="1828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21FA005-C3BA-29F7-B2B6-F93CC8431A5D}"/>
                    </a:ext>
                  </a:extLst>
                </p14:cNvPr>
                <p14:cNvContentPartPr/>
                <p14:nvPr/>
              </p14:nvContentPartPr>
              <p14:xfrm>
                <a:off x="4163554" y="860742"/>
                <a:ext cx="96480" cy="2732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21FA005-C3BA-29F7-B2B6-F93CC8431A5D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154914" y="851742"/>
                  <a:ext cx="1141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0CB7506-78A9-A458-F00E-9A75EF5205DE}"/>
                    </a:ext>
                  </a:extLst>
                </p14:cNvPr>
                <p14:cNvContentPartPr/>
                <p14:nvPr/>
              </p14:nvContentPartPr>
              <p14:xfrm>
                <a:off x="4600234" y="920862"/>
                <a:ext cx="6480" cy="1674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0CB7506-78A9-A458-F00E-9A75EF5205D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4591594" y="911862"/>
                  <a:ext cx="241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EF48D3D-762B-DF7C-4B40-5EF12156E3E0}"/>
                    </a:ext>
                  </a:extLst>
                </p14:cNvPr>
                <p14:cNvContentPartPr/>
                <p14:nvPr/>
              </p14:nvContentPartPr>
              <p14:xfrm>
                <a:off x="4527874" y="1011582"/>
                <a:ext cx="183600" cy="111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EF48D3D-762B-DF7C-4B40-5EF12156E3E0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4519234" y="1002942"/>
                  <a:ext cx="2012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67548B1-20D0-CF3E-8CF9-1492E2C1B5B0}"/>
                    </a:ext>
                  </a:extLst>
                </p14:cNvPr>
                <p14:cNvContentPartPr/>
                <p14:nvPr/>
              </p14:nvContentPartPr>
              <p14:xfrm>
                <a:off x="5136634" y="495342"/>
                <a:ext cx="29880" cy="158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67548B1-20D0-CF3E-8CF9-1492E2C1B5B0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5127994" y="486702"/>
                  <a:ext cx="475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9BAEDBD-B40E-C935-5FF9-61D4D3EB0D2B}"/>
                    </a:ext>
                  </a:extLst>
                </p14:cNvPr>
                <p14:cNvContentPartPr/>
                <p14:nvPr/>
              </p14:nvContentPartPr>
              <p14:xfrm>
                <a:off x="4933954" y="869742"/>
                <a:ext cx="130320" cy="1580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9BAEDBD-B40E-C935-5FF9-61D4D3EB0D2B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4925314" y="861102"/>
                  <a:ext cx="1479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EACF41C-F333-C4CE-4625-031D402D6E60}"/>
                    </a:ext>
                  </a:extLst>
                </p14:cNvPr>
                <p14:cNvContentPartPr/>
                <p14:nvPr/>
              </p14:nvContentPartPr>
              <p14:xfrm>
                <a:off x="5188834" y="945342"/>
                <a:ext cx="23760" cy="46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EACF41C-F333-C4CE-4625-031D402D6E60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5180194" y="936702"/>
                  <a:ext cx="414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FFC7C9F-7793-2C1A-7921-83A59648CE0A}"/>
                    </a:ext>
                  </a:extLst>
                </p14:cNvPr>
                <p14:cNvContentPartPr/>
                <p14:nvPr/>
              </p14:nvContentPartPr>
              <p14:xfrm>
                <a:off x="5323114" y="843822"/>
                <a:ext cx="142560" cy="1569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FFC7C9F-7793-2C1A-7921-83A59648CE0A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5314114" y="834822"/>
                  <a:ext cx="1602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6705FBD-4B99-C596-68AF-C50AEBA076F0}"/>
                    </a:ext>
                  </a:extLst>
                </p14:cNvPr>
                <p14:cNvContentPartPr/>
                <p14:nvPr/>
              </p14:nvContentPartPr>
              <p14:xfrm>
                <a:off x="5557474" y="906822"/>
                <a:ext cx="34200" cy="226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6705FBD-4B99-C596-68AF-C50AEBA076F0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5548834" y="897822"/>
                  <a:ext cx="51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52C71ED-9E0A-0C4C-C4B3-36A169383C50}"/>
                    </a:ext>
                  </a:extLst>
                </p14:cNvPr>
                <p14:cNvContentPartPr/>
                <p14:nvPr/>
              </p14:nvContentPartPr>
              <p14:xfrm>
                <a:off x="5808394" y="736902"/>
                <a:ext cx="99720" cy="2890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52C71ED-9E0A-0C4C-C4B3-36A169383C50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5799754" y="727902"/>
                  <a:ext cx="11736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0068D87-E7C7-607D-DC62-EE44786F4ECB}"/>
                    </a:ext>
                  </a:extLst>
                </p14:cNvPr>
                <p14:cNvContentPartPr/>
                <p14:nvPr/>
              </p14:nvContentPartPr>
              <p14:xfrm>
                <a:off x="5999554" y="853542"/>
                <a:ext cx="106560" cy="1260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0068D87-E7C7-607D-DC62-EE44786F4ECB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990914" y="844902"/>
                  <a:ext cx="1242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ABF4D61-F193-8E66-484D-BECF02970B76}"/>
                    </a:ext>
                  </a:extLst>
                </p14:cNvPr>
                <p14:cNvContentPartPr/>
                <p14:nvPr/>
              </p14:nvContentPartPr>
              <p14:xfrm>
                <a:off x="6185674" y="813222"/>
                <a:ext cx="144360" cy="1353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ABF4D61-F193-8E66-484D-BECF02970B76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6177034" y="804222"/>
                  <a:ext cx="162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8F7D953-329A-EA22-6962-5673BD5178EE}"/>
                    </a:ext>
                  </a:extLst>
                </p14:cNvPr>
                <p14:cNvContentPartPr/>
                <p14:nvPr/>
              </p14:nvContentPartPr>
              <p14:xfrm>
                <a:off x="6218074" y="883062"/>
                <a:ext cx="122040" cy="82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8F7D953-329A-EA22-6962-5673BD5178EE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6209074" y="874062"/>
                  <a:ext cx="1396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AE07553-0598-A322-B9FE-298E66EC96E7}"/>
                    </a:ext>
                  </a:extLst>
                </p14:cNvPr>
                <p14:cNvContentPartPr/>
                <p14:nvPr/>
              </p14:nvContentPartPr>
              <p14:xfrm>
                <a:off x="6453874" y="894222"/>
                <a:ext cx="54360" cy="939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AE07553-0598-A322-B9FE-298E66EC96E7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6445234" y="885582"/>
                  <a:ext cx="720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9BDAB8D-7DB5-9C0B-05E6-795B876C1A97}"/>
                    </a:ext>
                  </a:extLst>
                </p14:cNvPr>
                <p14:cNvContentPartPr/>
                <p14:nvPr/>
              </p14:nvContentPartPr>
              <p14:xfrm>
                <a:off x="6593194" y="814662"/>
                <a:ext cx="29160" cy="1252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9BDAB8D-7DB5-9C0B-05E6-795B876C1A97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6584194" y="805662"/>
                  <a:ext cx="468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422C1B3-7950-F933-D785-AA5BACA688A5}"/>
                    </a:ext>
                  </a:extLst>
                </p14:cNvPr>
                <p14:cNvContentPartPr/>
                <p14:nvPr/>
              </p14:nvContentPartPr>
              <p14:xfrm>
                <a:off x="6531994" y="871542"/>
                <a:ext cx="124200" cy="108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422C1B3-7950-F933-D785-AA5BACA688A5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6522994" y="862542"/>
                  <a:ext cx="1418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50AC778-5578-1A20-EAC6-0DF219F39CE2}"/>
                    </a:ext>
                  </a:extLst>
                </p14:cNvPr>
                <p14:cNvContentPartPr/>
                <p14:nvPr/>
              </p14:nvContentPartPr>
              <p14:xfrm>
                <a:off x="6870394" y="786582"/>
                <a:ext cx="184680" cy="1468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50AC778-5578-1A20-EAC6-0DF219F39CE2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6861754" y="777582"/>
                  <a:ext cx="2023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F3EE88C-8E54-140E-4B1D-9D4DA528CEFE}"/>
                    </a:ext>
                  </a:extLst>
                </p14:cNvPr>
                <p14:cNvContentPartPr/>
                <p14:nvPr/>
              </p14:nvContentPartPr>
              <p14:xfrm>
                <a:off x="6909274" y="857502"/>
                <a:ext cx="126000" cy="133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F3EE88C-8E54-140E-4B1D-9D4DA528CEFE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6900274" y="848502"/>
                  <a:ext cx="1436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7DB3A2F-5FE5-ADDF-140C-7AA39F934E9D}"/>
                    </a:ext>
                  </a:extLst>
                </p14:cNvPr>
                <p14:cNvContentPartPr/>
                <p14:nvPr/>
              </p14:nvContentPartPr>
              <p14:xfrm>
                <a:off x="7078474" y="921222"/>
                <a:ext cx="86400" cy="921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7DB3A2F-5FE5-ADDF-140C-7AA39F934E9D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7069834" y="912222"/>
                  <a:ext cx="1040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82A57BE-8E4F-EBCE-5420-EC7DA94CF281}"/>
                    </a:ext>
                  </a:extLst>
                </p14:cNvPr>
                <p14:cNvContentPartPr/>
                <p14:nvPr/>
              </p14:nvContentPartPr>
              <p14:xfrm>
                <a:off x="7206274" y="874062"/>
                <a:ext cx="70920" cy="39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82A57BE-8E4F-EBCE-5420-EC7DA94CF281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7197274" y="865062"/>
                  <a:ext cx="885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759EB78-1896-8FE0-F7CE-D74E88617D0D}"/>
                    </a:ext>
                  </a:extLst>
                </p14:cNvPr>
                <p14:cNvContentPartPr/>
                <p14:nvPr/>
              </p14:nvContentPartPr>
              <p14:xfrm>
                <a:off x="7388074" y="782982"/>
                <a:ext cx="75600" cy="1450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759EB78-1896-8FE0-F7CE-D74E88617D0D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7379074" y="774342"/>
                  <a:ext cx="932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ADA5C03-2AFC-818A-064B-1761CA404C43}"/>
                    </a:ext>
                  </a:extLst>
                </p14:cNvPr>
                <p14:cNvContentPartPr/>
                <p14:nvPr/>
              </p14:nvContentPartPr>
              <p14:xfrm>
                <a:off x="7367194" y="800262"/>
                <a:ext cx="120960" cy="144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ADA5C03-2AFC-818A-064B-1761CA404C43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7358554" y="791622"/>
                  <a:ext cx="1386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8F8C241-9162-107F-5336-32E426C34926}"/>
                    </a:ext>
                  </a:extLst>
                </p14:cNvPr>
                <p14:cNvContentPartPr/>
                <p14:nvPr/>
              </p14:nvContentPartPr>
              <p14:xfrm>
                <a:off x="7557274" y="708462"/>
                <a:ext cx="137160" cy="3160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8F8C241-9162-107F-5336-32E426C34926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7548274" y="699462"/>
                  <a:ext cx="15480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BE7AD4D-6A43-7C02-81CC-637104F28A04}"/>
                    </a:ext>
                  </a:extLst>
                </p14:cNvPr>
                <p14:cNvContentPartPr/>
                <p14:nvPr/>
              </p14:nvContentPartPr>
              <p14:xfrm>
                <a:off x="1555354" y="1520982"/>
                <a:ext cx="128880" cy="295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BE7AD4D-6A43-7C02-81CC-637104F28A04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546354" y="1512342"/>
                  <a:ext cx="1465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57D240D-C745-8B3F-73B3-F4D9CBACB9E4}"/>
                    </a:ext>
                  </a:extLst>
                </p14:cNvPr>
                <p14:cNvContentPartPr/>
                <p14:nvPr/>
              </p14:nvContentPartPr>
              <p14:xfrm>
                <a:off x="1603234" y="1553742"/>
                <a:ext cx="75600" cy="187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57D240D-C745-8B3F-73B3-F4D9CBACB9E4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594234" y="1545102"/>
                  <a:ext cx="932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5DE74E8-E782-3EFC-FAC7-FEE4DEA31B70}"/>
                    </a:ext>
                  </a:extLst>
                </p14:cNvPr>
                <p14:cNvContentPartPr/>
                <p14:nvPr/>
              </p14:nvContentPartPr>
              <p14:xfrm>
                <a:off x="1891594" y="1445742"/>
                <a:ext cx="48240" cy="2008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5DE74E8-E782-3EFC-FAC7-FEE4DEA31B70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882594" y="1436742"/>
                  <a:ext cx="658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74DD390-EFB0-E6E0-4B65-76C862A8A433}"/>
                    </a:ext>
                  </a:extLst>
                </p14:cNvPr>
                <p14:cNvContentPartPr/>
                <p14:nvPr/>
              </p14:nvContentPartPr>
              <p14:xfrm>
                <a:off x="1995634" y="1506582"/>
                <a:ext cx="133200" cy="1036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74DD390-EFB0-E6E0-4B65-76C862A8A433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986994" y="1497942"/>
                  <a:ext cx="150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4427536-2F94-5F52-BAA6-8B9BC3C0158D}"/>
                    </a:ext>
                  </a:extLst>
                </p14:cNvPr>
                <p14:cNvContentPartPr/>
                <p14:nvPr/>
              </p14:nvContentPartPr>
              <p14:xfrm>
                <a:off x="2198314" y="1458702"/>
                <a:ext cx="218520" cy="1677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4427536-2F94-5F52-BAA6-8B9BC3C0158D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2189674" y="1450062"/>
                  <a:ext cx="2361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E545199-DF8F-4347-1503-7770638A88BE}"/>
                    </a:ext>
                  </a:extLst>
                </p14:cNvPr>
                <p14:cNvContentPartPr/>
                <p14:nvPr/>
              </p14:nvContentPartPr>
              <p14:xfrm>
                <a:off x="2252314" y="1560582"/>
                <a:ext cx="165600" cy="309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E545199-DF8F-4347-1503-7770638A88BE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2243674" y="1551582"/>
                  <a:ext cx="1832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0ADE71F-B75E-1C08-00F2-C801798AF854}"/>
                    </a:ext>
                  </a:extLst>
                </p14:cNvPr>
                <p14:cNvContentPartPr/>
                <p14:nvPr/>
              </p14:nvContentPartPr>
              <p14:xfrm>
                <a:off x="2511154" y="1581462"/>
                <a:ext cx="61560" cy="1360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0ADE71F-B75E-1C08-00F2-C801798AF854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2502514" y="1572462"/>
                  <a:ext cx="792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4993D09-C513-2C39-E74D-7AF64FC28FA2}"/>
                    </a:ext>
                  </a:extLst>
                </p14:cNvPr>
                <p14:cNvContentPartPr/>
                <p14:nvPr/>
              </p14:nvContentPartPr>
              <p14:xfrm>
                <a:off x="2845234" y="1461222"/>
                <a:ext cx="17280" cy="1396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4993D09-C513-2C39-E74D-7AF64FC28FA2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836594" y="1452222"/>
                  <a:ext cx="349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648C91F-F5A1-FF76-544E-36E3C07E6CC3}"/>
                    </a:ext>
                  </a:extLst>
                </p14:cNvPr>
                <p14:cNvContentPartPr/>
                <p14:nvPr/>
              </p14:nvContentPartPr>
              <p14:xfrm>
                <a:off x="2796274" y="1513422"/>
                <a:ext cx="124560" cy="388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648C91F-F5A1-FF76-544E-36E3C07E6CC3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2787274" y="1504422"/>
                  <a:ext cx="1422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B4E9874-C50F-28EB-806A-894D3DB93B5A}"/>
                    </a:ext>
                  </a:extLst>
                </p14:cNvPr>
                <p14:cNvContentPartPr/>
                <p14:nvPr/>
              </p14:nvContentPartPr>
              <p14:xfrm>
                <a:off x="3063394" y="1381662"/>
                <a:ext cx="93960" cy="2037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B4E9874-C50F-28EB-806A-894D3DB93B5A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3054394" y="1372662"/>
                  <a:ext cx="1116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826FD28-2023-42A7-A0A5-39EE08602765}"/>
                    </a:ext>
                  </a:extLst>
                </p14:cNvPr>
                <p14:cNvContentPartPr/>
                <p14:nvPr/>
              </p14:nvContentPartPr>
              <p14:xfrm>
                <a:off x="3257074" y="1387782"/>
                <a:ext cx="240840" cy="1620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826FD28-2023-42A7-A0A5-39EE08602765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3248074" y="1379142"/>
                  <a:ext cx="2584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652733B-2507-EB22-5DE2-E369587A02DF}"/>
                    </a:ext>
                  </a:extLst>
                </p14:cNvPr>
                <p14:cNvContentPartPr/>
                <p14:nvPr/>
              </p14:nvContentPartPr>
              <p14:xfrm>
                <a:off x="3372274" y="1480662"/>
                <a:ext cx="144720" cy="241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652733B-2507-EB22-5DE2-E369587A02DF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363634" y="1472022"/>
                  <a:ext cx="1623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19A778D-D400-3EA7-F003-B6E035C4EEAF}"/>
                    </a:ext>
                  </a:extLst>
                </p14:cNvPr>
                <p14:cNvContentPartPr/>
                <p14:nvPr/>
              </p14:nvContentPartPr>
              <p14:xfrm>
                <a:off x="3600154" y="1540062"/>
                <a:ext cx="146160" cy="1137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19A778D-D400-3EA7-F003-B6E035C4EEAF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591514" y="1531422"/>
                  <a:ext cx="1638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15D8FF5-0A1B-8DB2-9552-D0C55F075FEC}"/>
                    </a:ext>
                  </a:extLst>
                </p14:cNvPr>
                <p14:cNvContentPartPr/>
                <p14:nvPr/>
              </p14:nvContentPartPr>
              <p14:xfrm>
                <a:off x="3758194" y="1475982"/>
                <a:ext cx="103320" cy="212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15D8FF5-0A1B-8DB2-9552-D0C55F075FEC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3749194" y="1466982"/>
                  <a:ext cx="120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8D2BE8B-476C-FE77-4D24-D5BE52C1527A}"/>
                    </a:ext>
                  </a:extLst>
                </p14:cNvPr>
                <p14:cNvContentPartPr/>
                <p14:nvPr/>
              </p14:nvContentPartPr>
              <p14:xfrm>
                <a:off x="3945754" y="1397502"/>
                <a:ext cx="134280" cy="1720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8D2BE8B-476C-FE77-4D24-D5BE52C1527A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3936754" y="1388862"/>
                  <a:ext cx="1519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08D8221-352C-6F14-5AE4-B3FCF663BAF9}"/>
                    </a:ext>
                  </a:extLst>
                </p14:cNvPr>
                <p14:cNvContentPartPr/>
                <p14:nvPr/>
              </p14:nvContentPartPr>
              <p14:xfrm>
                <a:off x="4150954" y="1388862"/>
                <a:ext cx="210600" cy="2728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08D8221-352C-6F14-5AE4-B3FCF663BAF9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4142314" y="1380222"/>
                  <a:ext cx="2282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4D2F0B5-2FDF-22BD-A7B3-7974B90853B1}"/>
                    </a:ext>
                  </a:extLst>
                </p14:cNvPr>
                <p14:cNvContentPartPr/>
                <p14:nvPr/>
              </p14:nvContentPartPr>
              <p14:xfrm>
                <a:off x="663274" y="1845342"/>
                <a:ext cx="161640" cy="2458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4D2F0B5-2FDF-22BD-A7B3-7974B90853B1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654274" y="1836702"/>
                  <a:ext cx="1792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4BF100A-0640-9AA7-F834-4421E989A3EF}"/>
                    </a:ext>
                  </a:extLst>
                </p14:cNvPr>
                <p14:cNvContentPartPr/>
                <p14:nvPr/>
              </p14:nvContentPartPr>
              <p14:xfrm>
                <a:off x="906274" y="1853622"/>
                <a:ext cx="113400" cy="2980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4BF100A-0640-9AA7-F834-4421E989A3EF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897274" y="1844622"/>
                  <a:ext cx="13104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54D2294-8987-1975-BFCE-83A53563BE31}"/>
                    </a:ext>
                  </a:extLst>
                </p14:cNvPr>
                <p14:cNvContentPartPr/>
                <p14:nvPr/>
              </p14:nvContentPartPr>
              <p14:xfrm>
                <a:off x="931114" y="2051622"/>
                <a:ext cx="151200" cy="630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54D2294-8987-1975-BFCE-83A53563BE31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922474" y="2042622"/>
                  <a:ext cx="1688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DA60B18-82E6-150F-54BE-CADC8FA68FB6}"/>
                    </a:ext>
                  </a:extLst>
                </p14:cNvPr>
                <p14:cNvContentPartPr/>
                <p14:nvPr/>
              </p14:nvContentPartPr>
              <p14:xfrm>
                <a:off x="703954" y="2150982"/>
                <a:ext cx="338400" cy="522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DA60B18-82E6-150F-54BE-CADC8FA68FB6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695314" y="2141982"/>
                  <a:ext cx="3560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377D49FC-421E-37E9-C536-D489E0826686}"/>
                    </a:ext>
                  </a:extLst>
                </p14:cNvPr>
                <p14:cNvContentPartPr/>
                <p14:nvPr/>
              </p14:nvContentPartPr>
              <p14:xfrm>
                <a:off x="664354" y="2214342"/>
                <a:ext cx="150840" cy="2667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377D49FC-421E-37E9-C536-D489E0826686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655354" y="2205702"/>
                  <a:ext cx="1684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83E55D2-AE2B-8597-1964-C3527D76300E}"/>
                    </a:ext>
                  </a:extLst>
                </p14:cNvPr>
                <p14:cNvContentPartPr/>
                <p14:nvPr/>
              </p14:nvContentPartPr>
              <p14:xfrm>
                <a:off x="884674" y="2263662"/>
                <a:ext cx="195120" cy="1659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83E55D2-AE2B-8597-1964-C3527D76300E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76034" y="2255022"/>
                  <a:ext cx="2127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B69FDC1-5570-FA4F-A526-9C575533E036}"/>
                    </a:ext>
                  </a:extLst>
                </p14:cNvPr>
                <p14:cNvContentPartPr/>
                <p14:nvPr/>
              </p14:nvContentPartPr>
              <p14:xfrm>
                <a:off x="985834" y="2354742"/>
                <a:ext cx="120600" cy="284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B69FDC1-5570-FA4F-A526-9C575533E036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976834" y="2346102"/>
                  <a:ext cx="1382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D328CCD-D165-B3FF-BA71-1B0D5EBC288D}"/>
                    </a:ext>
                  </a:extLst>
                </p14:cNvPr>
                <p14:cNvContentPartPr/>
                <p14:nvPr/>
              </p14:nvContentPartPr>
              <p14:xfrm>
                <a:off x="1161514" y="2409102"/>
                <a:ext cx="110160" cy="1033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D328CCD-D165-B3FF-BA71-1B0D5EBC288D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152874" y="2400102"/>
                  <a:ext cx="1278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A59AE5A-9CAF-5515-1EB9-721B12F7FB2F}"/>
                    </a:ext>
                  </a:extLst>
                </p14:cNvPr>
                <p14:cNvContentPartPr/>
                <p14:nvPr/>
              </p14:nvContentPartPr>
              <p14:xfrm>
                <a:off x="1359514" y="2127582"/>
                <a:ext cx="128160" cy="975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A59AE5A-9CAF-5515-1EB9-721B12F7FB2F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350514" y="2118582"/>
                  <a:ext cx="1458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8AED8D1-858E-D9D0-2908-4FA79FAF1EA0}"/>
                    </a:ext>
                  </a:extLst>
                </p14:cNvPr>
                <p14:cNvContentPartPr/>
                <p14:nvPr/>
              </p14:nvContentPartPr>
              <p14:xfrm>
                <a:off x="1752994" y="2073582"/>
                <a:ext cx="135720" cy="1720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8AED8D1-858E-D9D0-2908-4FA79FAF1EA0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743994" y="2064942"/>
                  <a:ext cx="1533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9A15925-893B-64A7-3D0E-78FB90BF7FFA}"/>
                    </a:ext>
                  </a:extLst>
                </p14:cNvPr>
                <p14:cNvContentPartPr/>
                <p14:nvPr/>
              </p14:nvContentPartPr>
              <p14:xfrm>
                <a:off x="2106154" y="1982862"/>
                <a:ext cx="56880" cy="2610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9A15925-893B-64A7-3D0E-78FB90BF7FFA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2097514" y="1973862"/>
                  <a:ext cx="745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9F25932-F6EF-3CFA-9DF7-3704C5FECA7C}"/>
                    </a:ext>
                  </a:extLst>
                </p14:cNvPr>
                <p14:cNvContentPartPr/>
                <p14:nvPr/>
              </p14:nvContentPartPr>
              <p14:xfrm>
                <a:off x="2267074" y="2053782"/>
                <a:ext cx="76320" cy="1641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9F25932-F6EF-3CFA-9DF7-3704C5FECA7C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2258074" y="2045142"/>
                  <a:ext cx="939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24ED8D8-FF31-EF3A-2697-58A62A139C3D}"/>
                    </a:ext>
                  </a:extLst>
                </p14:cNvPr>
                <p14:cNvContentPartPr/>
                <p14:nvPr/>
              </p14:nvContentPartPr>
              <p14:xfrm>
                <a:off x="2390194" y="2027142"/>
                <a:ext cx="223200" cy="1386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24ED8D8-FF31-EF3A-2697-58A62A139C3D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2381194" y="2018502"/>
                  <a:ext cx="2408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B303A39-20F3-A74E-B815-2DEE09FABC91}"/>
                    </a:ext>
                  </a:extLst>
                </p14:cNvPr>
                <p14:cNvContentPartPr/>
                <p14:nvPr/>
              </p14:nvContentPartPr>
              <p14:xfrm>
                <a:off x="2477674" y="2110302"/>
                <a:ext cx="90360" cy="79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B303A39-20F3-A74E-B815-2DEE09FABC91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2468674" y="2101662"/>
                  <a:ext cx="1080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E14EE8F-C3B5-6815-49CC-F17D75C5302A}"/>
                    </a:ext>
                  </a:extLst>
                </p14:cNvPr>
                <p14:cNvContentPartPr/>
                <p14:nvPr/>
              </p14:nvContentPartPr>
              <p14:xfrm>
                <a:off x="2690794" y="2071422"/>
                <a:ext cx="17640" cy="1375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E14EE8F-C3B5-6815-49CC-F17D75C5302A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2681794" y="2062782"/>
                  <a:ext cx="352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95A4083-CAB4-9916-4C38-69EE0BAD1DA2}"/>
                    </a:ext>
                  </a:extLst>
                </p14:cNvPr>
                <p14:cNvContentPartPr/>
                <p14:nvPr/>
              </p14:nvContentPartPr>
              <p14:xfrm>
                <a:off x="2805274" y="2045142"/>
                <a:ext cx="16560" cy="1162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95A4083-CAB4-9916-4C38-69EE0BAD1DA2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2796634" y="2036142"/>
                  <a:ext cx="342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8E8A18E2-0068-8280-050D-B275129E6E47}"/>
                    </a:ext>
                  </a:extLst>
                </p14:cNvPr>
                <p14:cNvContentPartPr/>
                <p14:nvPr/>
              </p14:nvContentPartPr>
              <p14:xfrm>
                <a:off x="2758114" y="2091942"/>
                <a:ext cx="116640" cy="54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8E8A18E2-0068-8280-050D-B275129E6E47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2749474" y="2083302"/>
                  <a:ext cx="134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343B5D2-5FC0-8FD5-7BE4-60C4D4EA9518}"/>
                    </a:ext>
                  </a:extLst>
                </p14:cNvPr>
                <p14:cNvContentPartPr/>
                <p14:nvPr/>
              </p14:nvContentPartPr>
              <p14:xfrm>
                <a:off x="3003274" y="1992582"/>
                <a:ext cx="132480" cy="1558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343B5D2-5FC0-8FD5-7BE4-60C4D4EA9518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2994274" y="1983582"/>
                  <a:ext cx="1501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2A798F7-CF41-9CFE-E019-7CC4F56B10E7}"/>
                    </a:ext>
                  </a:extLst>
                </p14:cNvPr>
                <p14:cNvContentPartPr/>
                <p14:nvPr/>
              </p14:nvContentPartPr>
              <p14:xfrm>
                <a:off x="3001834" y="2092662"/>
                <a:ext cx="74520" cy="82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2A798F7-CF41-9CFE-E019-7CC4F56B10E7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2993194" y="2083662"/>
                  <a:ext cx="921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A13C2B7-3772-19BB-A5B1-EED5889CE777}"/>
                    </a:ext>
                  </a:extLst>
                </p14:cNvPr>
                <p14:cNvContentPartPr/>
                <p14:nvPr/>
              </p14:nvContentPartPr>
              <p14:xfrm>
                <a:off x="3188674" y="2101662"/>
                <a:ext cx="93960" cy="1008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A13C2B7-3772-19BB-A5B1-EED5889CE777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3179674" y="2093022"/>
                  <a:ext cx="1116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635E354A-B9F1-09CF-99FB-6191E6CAECC7}"/>
                    </a:ext>
                  </a:extLst>
                </p14:cNvPr>
                <p14:cNvContentPartPr/>
                <p14:nvPr/>
              </p14:nvContentPartPr>
              <p14:xfrm>
                <a:off x="3279394" y="2082942"/>
                <a:ext cx="80640" cy="72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635E354A-B9F1-09CF-99FB-6191E6CAECC7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3270394" y="2073942"/>
                  <a:ext cx="982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1E294D9-3CA5-123F-4719-DBE11796AE0E}"/>
                    </a:ext>
                  </a:extLst>
                </p14:cNvPr>
                <p14:cNvContentPartPr/>
                <p14:nvPr/>
              </p14:nvContentPartPr>
              <p14:xfrm>
                <a:off x="3448234" y="2003742"/>
                <a:ext cx="91800" cy="1159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1E294D9-3CA5-123F-4719-DBE11796AE0E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3439594" y="1995102"/>
                  <a:ext cx="1094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6CE0282-71FA-66E9-5208-69E879A70FFD}"/>
                    </a:ext>
                  </a:extLst>
                </p14:cNvPr>
                <p14:cNvContentPartPr/>
                <p14:nvPr/>
              </p14:nvContentPartPr>
              <p14:xfrm>
                <a:off x="3426274" y="1972782"/>
                <a:ext cx="143640" cy="302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6CE0282-71FA-66E9-5208-69E879A70FFD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3417634" y="1963782"/>
                  <a:ext cx="1612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0F9174D7-7608-D0D8-DD5C-AE77305F3C01}"/>
                    </a:ext>
                  </a:extLst>
                </p14:cNvPr>
                <p14:cNvContentPartPr/>
                <p14:nvPr/>
              </p14:nvContentPartPr>
              <p14:xfrm>
                <a:off x="3625354" y="1894302"/>
                <a:ext cx="104760" cy="3124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0F9174D7-7608-D0D8-DD5C-AE77305F3C01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3616354" y="1885302"/>
                  <a:ext cx="12240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B612B28-CEF1-9AD3-DE19-CD4A1824B560}"/>
                    </a:ext>
                  </a:extLst>
                </p14:cNvPr>
                <p14:cNvContentPartPr/>
                <p14:nvPr/>
              </p14:nvContentPartPr>
              <p14:xfrm>
                <a:off x="4001194" y="1981422"/>
                <a:ext cx="23760" cy="1472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B612B28-CEF1-9AD3-DE19-CD4A1824B560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3992554" y="1972422"/>
                  <a:ext cx="414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4E6D3A17-6B4B-8CD7-1388-FCED96BDBB02}"/>
                    </a:ext>
                  </a:extLst>
                </p14:cNvPr>
                <p14:cNvContentPartPr/>
                <p14:nvPr/>
              </p14:nvContentPartPr>
              <p14:xfrm>
                <a:off x="3956194" y="2036862"/>
                <a:ext cx="168480" cy="280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4E6D3A17-6B4B-8CD7-1388-FCED96BDBB02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3947554" y="2028222"/>
                  <a:ext cx="1861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8EE998B-6182-2BB7-1752-61605598CD2A}"/>
                    </a:ext>
                  </a:extLst>
                </p14:cNvPr>
                <p14:cNvContentPartPr/>
                <p14:nvPr/>
              </p14:nvContentPartPr>
              <p14:xfrm>
                <a:off x="4360114" y="1942902"/>
                <a:ext cx="162720" cy="1479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8EE998B-6182-2BB7-1752-61605598CD2A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4351474" y="1933902"/>
                  <a:ext cx="1803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EE4BD23-FB7F-96E7-1D10-4CB0B9D87D4D}"/>
                    </a:ext>
                  </a:extLst>
                </p14:cNvPr>
                <p14:cNvContentPartPr/>
                <p14:nvPr/>
              </p14:nvContentPartPr>
              <p14:xfrm>
                <a:off x="4665754" y="2031822"/>
                <a:ext cx="31680" cy="108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EE4BD23-FB7F-96E7-1D10-4CB0B9D87D4D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4657114" y="2023182"/>
                  <a:ext cx="49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5F9DA46-EE5B-9AE6-C736-E91671C67A4F}"/>
                    </a:ext>
                  </a:extLst>
                </p14:cNvPr>
                <p14:cNvContentPartPr/>
                <p14:nvPr/>
              </p14:nvContentPartPr>
              <p14:xfrm>
                <a:off x="4745314" y="1904742"/>
                <a:ext cx="131400" cy="2095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5F9DA46-EE5B-9AE6-C736-E91671C67A4F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4736674" y="1895742"/>
                  <a:ext cx="1490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8A3A984-D05C-5870-F989-3AE75E2A3D74}"/>
                    </a:ext>
                  </a:extLst>
                </p14:cNvPr>
                <p14:cNvContentPartPr/>
                <p14:nvPr/>
              </p14:nvContentPartPr>
              <p14:xfrm>
                <a:off x="4999834" y="1854342"/>
                <a:ext cx="71280" cy="2703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8A3A984-D05C-5870-F989-3AE75E2A3D74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991194" y="1845342"/>
                  <a:ext cx="889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CFF59AF0-7305-9B07-B086-4B0E3C0EFAC9}"/>
                    </a:ext>
                  </a:extLst>
                </p14:cNvPr>
                <p14:cNvContentPartPr/>
                <p14:nvPr/>
              </p14:nvContentPartPr>
              <p14:xfrm>
                <a:off x="5211154" y="1909062"/>
                <a:ext cx="180000" cy="1710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CFF59AF0-7305-9B07-B086-4B0E3C0EFAC9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5202514" y="1900062"/>
                  <a:ext cx="1976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83C834E-95AD-2553-5E77-80EFDB798BDD}"/>
                    </a:ext>
                  </a:extLst>
                </p14:cNvPr>
                <p14:cNvContentPartPr/>
                <p14:nvPr/>
              </p14:nvContentPartPr>
              <p14:xfrm>
                <a:off x="5272714" y="2008062"/>
                <a:ext cx="154080" cy="187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83C834E-95AD-2553-5E77-80EFDB798BDD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264074" y="1999422"/>
                  <a:ext cx="1717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925C7E0-C1C8-9473-F99E-AD29878DE02F}"/>
                    </a:ext>
                  </a:extLst>
                </p14:cNvPr>
                <p14:cNvContentPartPr/>
                <p14:nvPr/>
              </p14:nvContentPartPr>
              <p14:xfrm>
                <a:off x="5472874" y="1999782"/>
                <a:ext cx="29160" cy="1494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925C7E0-C1C8-9473-F99E-AD29878DE02F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5464234" y="1991142"/>
                  <a:ext cx="468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BF6E9DC7-EE1E-1CB8-7986-E24BD5DD195C}"/>
                    </a:ext>
                  </a:extLst>
                </p14:cNvPr>
                <p14:cNvContentPartPr/>
                <p14:nvPr/>
              </p14:nvContentPartPr>
              <p14:xfrm>
                <a:off x="5651794" y="1932822"/>
                <a:ext cx="5400" cy="1249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BF6E9DC7-EE1E-1CB8-7986-E24BD5DD195C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5643154" y="1923822"/>
                  <a:ext cx="230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AA43B61-4337-28B8-62E3-8822598815F7}"/>
                    </a:ext>
                  </a:extLst>
                </p14:cNvPr>
                <p14:cNvContentPartPr/>
                <p14:nvPr/>
              </p14:nvContentPartPr>
              <p14:xfrm>
                <a:off x="5612194" y="1978182"/>
                <a:ext cx="122760" cy="144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AA43B61-4337-28B8-62E3-8822598815F7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5603194" y="1969182"/>
                  <a:ext cx="1404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14487F1-83F6-24F8-1C74-5B16945C9415}"/>
                    </a:ext>
                  </a:extLst>
                </p14:cNvPr>
                <p14:cNvContentPartPr/>
                <p14:nvPr/>
              </p14:nvContentPartPr>
              <p14:xfrm>
                <a:off x="5817754" y="1862262"/>
                <a:ext cx="121680" cy="1576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14487F1-83F6-24F8-1C74-5B16945C9415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5809114" y="1853262"/>
                  <a:ext cx="1393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A14CC64F-DA25-74D0-47AA-7DBF2949AE72}"/>
                    </a:ext>
                  </a:extLst>
                </p14:cNvPr>
                <p14:cNvContentPartPr/>
                <p14:nvPr/>
              </p14:nvContentPartPr>
              <p14:xfrm>
                <a:off x="6013954" y="1899702"/>
                <a:ext cx="213480" cy="1296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A14CC64F-DA25-74D0-47AA-7DBF2949AE72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004954" y="1890702"/>
                  <a:ext cx="2311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AD1A16D-D12E-DBDA-D25F-161EE485E5E0}"/>
                    </a:ext>
                  </a:extLst>
                </p14:cNvPr>
                <p14:cNvContentPartPr/>
                <p14:nvPr/>
              </p14:nvContentPartPr>
              <p14:xfrm>
                <a:off x="6101434" y="1948662"/>
                <a:ext cx="127800" cy="248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AD1A16D-D12E-DBDA-D25F-161EE485E5E0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6092434" y="1940022"/>
                  <a:ext cx="1454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EE8702A0-6378-BA3A-7213-091769693544}"/>
                    </a:ext>
                  </a:extLst>
                </p14:cNvPr>
                <p14:cNvContentPartPr/>
                <p14:nvPr/>
              </p14:nvContentPartPr>
              <p14:xfrm>
                <a:off x="6306634" y="1972782"/>
                <a:ext cx="118080" cy="1170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EE8702A0-6378-BA3A-7213-091769693544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6297634" y="1963782"/>
                  <a:ext cx="1357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C6D1C53-C6E7-4739-0939-6D87F115CD03}"/>
                    </a:ext>
                  </a:extLst>
                </p14:cNvPr>
                <p14:cNvContentPartPr/>
                <p14:nvPr/>
              </p14:nvContentPartPr>
              <p14:xfrm>
                <a:off x="6458554" y="1957302"/>
                <a:ext cx="118080" cy="187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C6D1C53-C6E7-4739-0939-6D87F115CD03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6449554" y="1948302"/>
                  <a:ext cx="1357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B839FFA-3D36-9F88-94F0-62B491B59C5C}"/>
                    </a:ext>
                  </a:extLst>
                </p14:cNvPr>
                <p14:cNvContentPartPr/>
                <p14:nvPr/>
              </p14:nvContentPartPr>
              <p14:xfrm>
                <a:off x="6630994" y="1818342"/>
                <a:ext cx="142560" cy="1958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B839FFA-3D36-9F88-94F0-62B491B59C5C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6622354" y="1809342"/>
                  <a:ext cx="1602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63D370F-77B2-1736-165D-D2B787F2D2FA}"/>
                    </a:ext>
                  </a:extLst>
                </p14:cNvPr>
                <p14:cNvContentPartPr/>
                <p14:nvPr/>
              </p14:nvContentPartPr>
              <p14:xfrm>
                <a:off x="6677794" y="1923102"/>
                <a:ext cx="161280" cy="216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63D370F-77B2-1736-165D-D2B787F2D2FA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6668794" y="1914102"/>
                  <a:ext cx="1789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E28D49B-4C08-3C41-8480-BA4C53E5BDB1}"/>
                    </a:ext>
                  </a:extLst>
                </p14:cNvPr>
                <p14:cNvContentPartPr/>
                <p14:nvPr/>
              </p14:nvContentPartPr>
              <p14:xfrm>
                <a:off x="6894514" y="1742742"/>
                <a:ext cx="115920" cy="36432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E28D49B-4C08-3C41-8480-BA4C53E5BDB1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6885514" y="1733742"/>
                  <a:ext cx="13356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A068B27-2482-B62B-8C25-AA08F0D0D530}"/>
                    </a:ext>
                  </a:extLst>
                </p14:cNvPr>
                <p14:cNvContentPartPr/>
                <p14:nvPr/>
              </p14:nvContentPartPr>
              <p14:xfrm>
                <a:off x="7176754" y="1888542"/>
                <a:ext cx="120240" cy="612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A068B27-2482-B62B-8C25-AA08F0D0D530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7168114" y="1879902"/>
                  <a:ext cx="1378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BCB20A8B-AA4F-AF40-9CEC-8C930BC517C9}"/>
                    </a:ext>
                  </a:extLst>
                </p14:cNvPr>
                <p14:cNvContentPartPr/>
                <p14:nvPr/>
              </p14:nvContentPartPr>
              <p14:xfrm>
                <a:off x="2421874" y="2240982"/>
                <a:ext cx="12600" cy="75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BCB20A8B-AA4F-AF40-9CEC-8C930BC517C9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2413234" y="2231982"/>
                  <a:ext cx="302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E2B3C1C0-8884-61C5-7A7A-47E6CE94EF49}"/>
                    </a:ext>
                  </a:extLst>
                </p14:cNvPr>
                <p14:cNvContentPartPr/>
                <p14:nvPr/>
              </p14:nvContentPartPr>
              <p14:xfrm>
                <a:off x="700354" y="3087342"/>
                <a:ext cx="198360" cy="1940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E2B3C1C0-8884-61C5-7A7A-47E6CE94EF49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691714" y="3078702"/>
                  <a:ext cx="2160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57BF859-B85B-CAAC-B6C7-49F533851FE4}"/>
                    </a:ext>
                  </a:extLst>
                </p14:cNvPr>
                <p14:cNvContentPartPr/>
                <p14:nvPr/>
              </p14:nvContentPartPr>
              <p14:xfrm>
                <a:off x="973594" y="3005622"/>
                <a:ext cx="115560" cy="3733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57BF859-B85B-CAAC-B6C7-49F533851FE4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964594" y="2996622"/>
                  <a:ext cx="13320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97C34DE8-68E4-7D2A-769A-2D3A40D673B5}"/>
                    </a:ext>
                  </a:extLst>
                </p14:cNvPr>
                <p14:cNvContentPartPr/>
                <p14:nvPr/>
              </p14:nvContentPartPr>
              <p14:xfrm>
                <a:off x="963874" y="3222702"/>
                <a:ext cx="147600" cy="504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97C34DE8-68E4-7D2A-769A-2D3A40D673B5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955234" y="3213702"/>
                  <a:ext cx="1652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D7A9400-892E-B66C-6D02-D44A5ED10B26}"/>
                    </a:ext>
                  </a:extLst>
                </p14:cNvPr>
                <p14:cNvContentPartPr/>
                <p14:nvPr/>
              </p14:nvContentPartPr>
              <p14:xfrm>
                <a:off x="1633834" y="2661462"/>
                <a:ext cx="132840" cy="536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8D7A9400-892E-B66C-6D02-D44A5ED10B26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625194" y="2652462"/>
                  <a:ext cx="1504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D676018-D6F7-B815-CD3D-9F40A0D89C51}"/>
                    </a:ext>
                  </a:extLst>
                </p14:cNvPr>
                <p14:cNvContentPartPr/>
                <p14:nvPr/>
              </p14:nvContentPartPr>
              <p14:xfrm>
                <a:off x="2004994" y="2476062"/>
                <a:ext cx="132120" cy="2217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D676018-D6F7-B815-CD3D-9F40A0D89C51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996354" y="2467422"/>
                  <a:ext cx="1497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8964960-96A1-02CA-058D-5E35671031BA}"/>
                    </a:ext>
                  </a:extLst>
                </p14:cNvPr>
                <p14:cNvContentPartPr/>
                <p14:nvPr/>
              </p14:nvContentPartPr>
              <p14:xfrm>
                <a:off x="2249794" y="2480382"/>
                <a:ext cx="236880" cy="2084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8964960-96A1-02CA-058D-5E35671031BA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2241154" y="2471382"/>
                  <a:ext cx="2545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1BDE2A3-1E57-24C4-9E36-DCC95445B29C}"/>
                    </a:ext>
                  </a:extLst>
                </p14:cNvPr>
                <p14:cNvContentPartPr/>
                <p14:nvPr/>
              </p14:nvContentPartPr>
              <p14:xfrm>
                <a:off x="2373634" y="2602062"/>
                <a:ext cx="107640" cy="115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1BDE2A3-1E57-24C4-9E36-DCC95445B29C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2364634" y="2593422"/>
                  <a:ext cx="1252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C3428BD-AFEA-D53E-C014-C23FDE353FF4}"/>
                    </a:ext>
                  </a:extLst>
                </p14:cNvPr>
                <p14:cNvContentPartPr/>
                <p14:nvPr/>
              </p14:nvContentPartPr>
              <p14:xfrm>
                <a:off x="2623834" y="2621142"/>
                <a:ext cx="34920" cy="1227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C3428BD-AFEA-D53E-C014-C23FDE353FF4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2615194" y="2612142"/>
                  <a:ext cx="525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4BAA6700-36E7-2C54-C1C6-0ED8EBA203A0}"/>
                    </a:ext>
                  </a:extLst>
                </p14:cNvPr>
                <p14:cNvContentPartPr/>
                <p14:nvPr/>
              </p14:nvContentPartPr>
              <p14:xfrm>
                <a:off x="2843794" y="2502342"/>
                <a:ext cx="38160" cy="1443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4BAA6700-36E7-2C54-C1C6-0ED8EBA203A0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2835154" y="2493342"/>
                  <a:ext cx="558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F2C6DF8-7970-2CF2-E8A2-B5FFF3B65700}"/>
                    </a:ext>
                  </a:extLst>
                </p14:cNvPr>
                <p14:cNvContentPartPr/>
                <p14:nvPr/>
              </p14:nvContentPartPr>
              <p14:xfrm>
                <a:off x="2812474" y="2545902"/>
                <a:ext cx="140760" cy="327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F2C6DF8-7970-2CF2-E8A2-B5FFF3B65700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2803834" y="2536902"/>
                  <a:ext cx="1584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A3BB08FF-9143-7373-518D-3C7439826446}"/>
                    </a:ext>
                  </a:extLst>
                </p14:cNvPr>
                <p14:cNvContentPartPr/>
                <p14:nvPr/>
              </p14:nvContentPartPr>
              <p14:xfrm>
                <a:off x="3190474" y="2447622"/>
                <a:ext cx="46800" cy="1908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A3BB08FF-9143-7373-518D-3C7439826446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3181834" y="2438622"/>
                  <a:ext cx="644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662DFD8C-DA27-729C-A9B6-B18B01E0E990}"/>
                    </a:ext>
                  </a:extLst>
                </p14:cNvPr>
                <p14:cNvContentPartPr/>
                <p14:nvPr/>
              </p14:nvContentPartPr>
              <p14:xfrm>
                <a:off x="3298114" y="2459502"/>
                <a:ext cx="132840" cy="1360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662DFD8C-DA27-729C-A9B6-B18B01E0E990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3289474" y="2450862"/>
                  <a:ext cx="1504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6C763F3-BA64-42E8-A94F-6D3489FEF880}"/>
                    </a:ext>
                  </a:extLst>
                </p14:cNvPr>
                <p14:cNvContentPartPr/>
                <p14:nvPr/>
              </p14:nvContentPartPr>
              <p14:xfrm>
                <a:off x="3531034" y="2431782"/>
                <a:ext cx="216000" cy="1648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6C763F3-BA64-42E8-A94F-6D3489FEF880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3522034" y="2422782"/>
                  <a:ext cx="2336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3616452-A87B-ECC9-BE9F-DD98F0CB34FC}"/>
                    </a:ext>
                  </a:extLst>
                </p14:cNvPr>
                <p14:cNvContentPartPr/>
                <p14:nvPr/>
              </p14:nvContentPartPr>
              <p14:xfrm>
                <a:off x="3626074" y="2503422"/>
                <a:ext cx="120960" cy="108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3616452-A87B-ECC9-BE9F-DD98F0CB34FC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3617074" y="2494782"/>
                  <a:ext cx="1386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B67750D3-133F-1135-25DE-6F558D26DAE6}"/>
                    </a:ext>
                  </a:extLst>
                </p14:cNvPr>
                <p14:cNvContentPartPr/>
                <p14:nvPr/>
              </p14:nvContentPartPr>
              <p14:xfrm>
                <a:off x="3918754" y="2556702"/>
                <a:ext cx="66600" cy="1270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B67750D3-133F-1135-25DE-6F558D26DAE6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3909754" y="2548062"/>
                  <a:ext cx="842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B0763C4E-0276-B968-A927-1ADD2E2494F4}"/>
                    </a:ext>
                  </a:extLst>
                </p14:cNvPr>
                <p14:cNvContentPartPr/>
                <p14:nvPr/>
              </p14:nvContentPartPr>
              <p14:xfrm>
                <a:off x="4488994" y="2360862"/>
                <a:ext cx="163440" cy="1699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B0763C4E-0276-B968-A927-1ADD2E2494F4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4480354" y="2351862"/>
                  <a:ext cx="1810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F93FF24E-21A9-6475-8062-81F057CBC010}"/>
                    </a:ext>
                  </a:extLst>
                </p14:cNvPr>
                <p14:cNvContentPartPr/>
                <p14:nvPr/>
              </p14:nvContentPartPr>
              <p14:xfrm>
                <a:off x="4722274" y="2336382"/>
                <a:ext cx="124920" cy="19080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F93FF24E-21A9-6475-8062-81F057CBC010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4713274" y="2327382"/>
                  <a:ext cx="1425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A7FBDFE-B7F6-B1D8-AB71-6A3B68E42127}"/>
                    </a:ext>
                  </a:extLst>
                </p14:cNvPr>
                <p14:cNvContentPartPr/>
                <p14:nvPr/>
              </p14:nvContentPartPr>
              <p14:xfrm>
                <a:off x="1307314" y="3089862"/>
                <a:ext cx="93600" cy="313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A7FBDFE-B7F6-B1D8-AB71-6A3B68E42127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298314" y="3081222"/>
                  <a:ext cx="1112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2291146-591C-2943-E1DC-E6EBC92A6D20}"/>
                    </a:ext>
                  </a:extLst>
                </p14:cNvPr>
                <p14:cNvContentPartPr/>
                <p14:nvPr/>
              </p14:nvContentPartPr>
              <p14:xfrm>
                <a:off x="1336474" y="3150342"/>
                <a:ext cx="85680" cy="165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2291146-591C-2943-E1DC-E6EBC92A6D20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327834" y="3141342"/>
                  <a:ext cx="103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D23FDE54-CEDA-66D9-A86D-1A05FD13C5AC}"/>
                    </a:ext>
                  </a:extLst>
                </p14:cNvPr>
                <p14:cNvContentPartPr/>
                <p14:nvPr/>
              </p14:nvContentPartPr>
              <p14:xfrm>
                <a:off x="1538074" y="2891862"/>
                <a:ext cx="152280" cy="4352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D23FDE54-CEDA-66D9-A86D-1A05FD13C5AC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529434" y="2883222"/>
                  <a:ext cx="16992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FA2DC1D8-BB96-BE27-4280-ABBB2E844D56}"/>
                    </a:ext>
                  </a:extLst>
                </p14:cNvPr>
                <p14:cNvContentPartPr/>
                <p14:nvPr/>
              </p14:nvContentPartPr>
              <p14:xfrm>
                <a:off x="1763074" y="3046302"/>
                <a:ext cx="13320" cy="1422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FA2DC1D8-BB96-BE27-4280-ABBB2E844D56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754074" y="3037662"/>
                  <a:ext cx="309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C0B1F01A-3719-29D8-270E-8933A6C88D0A}"/>
                    </a:ext>
                  </a:extLst>
                </p14:cNvPr>
                <p14:cNvContentPartPr/>
                <p14:nvPr/>
              </p14:nvContentPartPr>
              <p14:xfrm>
                <a:off x="1843714" y="3046302"/>
                <a:ext cx="107280" cy="1116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C0B1F01A-3719-29D8-270E-8933A6C88D0A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835074" y="3037302"/>
                  <a:ext cx="1249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C92E4D6D-1D54-AAE2-7017-BCDAB9F2974F}"/>
                    </a:ext>
                  </a:extLst>
                </p14:cNvPr>
                <p14:cNvContentPartPr/>
                <p14:nvPr/>
              </p14:nvContentPartPr>
              <p14:xfrm>
                <a:off x="2021914" y="3011022"/>
                <a:ext cx="190800" cy="1364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C92E4D6D-1D54-AAE2-7017-BCDAB9F2974F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2013274" y="3002022"/>
                  <a:ext cx="2084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6E07B1CE-04CD-E44D-4845-15A2B8DFDD98}"/>
                    </a:ext>
                  </a:extLst>
                </p14:cNvPr>
                <p14:cNvContentPartPr/>
                <p14:nvPr/>
              </p14:nvContentPartPr>
              <p14:xfrm>
                <a:off x="2091034" y="3089862"/>
                <a:ext cx="106200" cy="302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6E07B1CE-04CD-E44D-4845-15A2B8DFDD98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2082394" y="3080862"/>
                  <a:ext cx="1238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4C5DCA68-998F-7CDB-3043-8D4AE799CA64}"/>
                    </a:ext>
                  </a:extLst>
                </p14:cNvPr>
                <p14:cNvContentPartPr/>
                <p14:nvPr/>
              </p14:nvContentPartPr>
              <p14:xfrm>
                <a:off x="2303794" y="3090222"/>
                <a:ext cx="54720" cy="12312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4C5DCA68-998F-7CDB-3043-8D4AE799CA64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2294794" y="3081222"/>
                  <a:ext cx="723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F80ACE30-9070-CED0-F35E-7C3DA2075936}"/>
                    </a:ext>
                  </a:extLst>
                </p14:cNvPr>
                <p14:cNvContentPartPr/>
                <p14:nvPr/>
              </p14:nvContentPartPr>
              <p14:xfrm>
                <a:off x="2440954" y="3022902"/>
                <a:ext cx="35280" cy="1058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F80ACE30-9070-CED0-F35E-7C3DA2075936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2431954" y="3013902"/>
                  <a:ext cx="529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256542C8-25BE-BDE5-DC45-F8B98327D675}"/>
                    </a:ext>
                  </a:extLst>
                </p14:cNvPr>
                <p14:cNvContentPartPr/>
                <p14:nvPr/>
              </p14:nvContentPartPr>
              <p14:xfrm>
                <a:off x="2413954" y="3048822"/>
                <a:ext cx="104040" cy="205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256542C8-25BE-BDE5-DC45-F8B98327D675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2404954" y="3039822"/>
                  <a:ext cx="1216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ADED8101-35F5-E32C-4CF5-E7615E321ACD}"/>
                    </a:ext>
                  </a:extLst>
                </p14:cNvPr>
                <p14:cNvContentPartPr/>
                <p14:nvPr/>
              </p14:nvContentPartPr>
              <p14:xfrm>
                <a:off x="2680714" y="2910222"/>
                <a:ext cx="112680" cy="1882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ADED8101-35F5-E32C-4CF5-E7615E321ACD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2672074" y="2901222"/>
                  <a:ext cx="1303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7FC4559-17C7-C025-DA1E-83B723B99C90}"/>
                    </a:ext>
                  </a:extLst>
                </p14:cNvPr>
                <p14:cNvContentPartPr/>
                <p14:nvPr/>
              </p14:nvContentPartPr>
              <p14:xfrm>
                <a:off x="2876554" y="2906622"/>
                <a:ext cx="199080" cy="1389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7FC4559-17C7-C025-DA1E-83B723B99C90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2867554" y="2897982"/>
                  <a:ext cx="2167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417E1CD4-470C-E653-62BE-A4DF5D3C993C}"/>
                    </a:ext>
                  </a:extLst>
                </p14:cNvPr>
                <p14:cNvContentPartPr/>
                <p14:nvPr/>
              </p14:nvContentPartPr>
              <p14:xfrm>
                <a:off x="2977354" y="2991222"/>
                <a:ext cx="118440" cy="3528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417E1CD4-470C-E653-62BE-A4DF5D3C993C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2968714" y="2982222"/>
                  <a:ext cx="1360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C43DF529-C819-B5D4-8323-E2F5B86BFFDD}"/>
                    </a:ext>
                  </a:extLst>
                </p14:cNvPr>
                <p14:cNvContentPartPr/>
                <p14:nvPr/>
              </p14:nvContentPartPr>
              <p14:xfrm>
                <a:off x="3152674" y="3021822"/>
                <a:ext cx="119160" cy="993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C43DF529-C819-B5D4-8323-E2F5B86BFFDD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3143674" y="3012822"/>
                  <a:ext cx="1368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F72B573C-7659-1932-CC87-6BBE685D559C}"/>
                    </a:ext>
                  </a:extLst>
                </p14:cNvPr>
                <p14:cNvContentPartPr/>
                <p14:nvPr/>
              </p14:nvContentPartPr>
              <p14:xfrm>
                <a:off x="3401794" y="2973942"/>
                <a:ext cx="101880" cy="111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F72B573C-7659-1932-CC87-6BBE685D559C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3393154" y="2964942"/>
                  <a:ext cx="119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51A4E249-C597-0E94-D7C5-E4048E5CAB85}"/>
                    </a:ext>
                  </a:extLst>
                </p14:cNvPr>
                <p14:cNvContentPartPr/>
                <p14:nvPr/>
              </p14:nvContentPartPr>
              <p14:xfrm>
                <a:off x="3629314" y="2861262"/>
                <a:ext cx="115200" cy="15120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51A4E249-C597-0E94-D7C5-E4048E5CAB85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3620674" y="2852622"/>
                  <a:ext cx="1328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CEE70CD1-F00D-7571-085B-55369E30B8EE}"/>
                    </a:ext>
                  </a:extLst>
                </p14:cNvPr>
                <p14:cNvContentPartPr/>
                <p14:nvPr/>
              </p14:nvContentPartPr>
              <p14:xfrm>
                <a:off x="3793114" y="2836062"/>
                <a:ext cx="172440" cy="17424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CEE70CD1-F00D-7571-085B-55369E30B8EE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3784474" y="2827422"/>
                  <a:ext cx="1900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037FF077-C589-E1A5-2100-5B2DDA4ABD65}"/>
                    </a:ext>
                  </a:extLst>
                </p14:cNvPr>
                <p14:cNvContentPartPr/>
                <p14:nvPr/>
              </p14:nvContentPartPr>
              <p14:xfrm>
                <a:off x="4057714" y="3001662"/>
                <a:ext cx="82800" cy="13320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037FF077-C589-E1A5-2100-5B2DDA4ABD65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4048714" y="2992662"/>
                  <a:ext cx="1004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C0391F06-343C-D5F6-846B-ABDE97CEE1A4}"/>
                    </a:ext>
                  </a:extLst>
                </p14:cNvPr>
                <p14:cNvContentPartPr/>
                <p14:nvPr/>
              </p14:nvContentPartPr>
              <p14:xfrm>
                <a:off x="4014154" y="2856942"/>
                <a:ext cx="11160" cy="212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C0391F06-343C-D5F6-846B-ABDE97CEE1A4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4005514" y="2848302"/>
                  <a:ext cx="288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AF21F1A-9708-2B60-1ECD-3C4E2712A1EE}"/>
                    </a:ext>
                  </a:extLst>
                </p14:cNvPr>
                <p14:cNvContentPartPr/>
                <p14:nvPr/>
              </p14:nvContentPartPr>
              <p14:xfrm>
                <a:off x="4269754" y="2794662"/>
                <a:ext cx="101880" cy="2145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AF21F1A-9708-2B60-1ECD-3C4E2712A1EE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4260754" y="2785662"/>
                  <a:ext cx="1195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D051A251-9663-4920-CB7A-2C366A47E4CB}"/>
                    </a:ext>
                  </a:extLst>
                </p14:cNvPr>
                <p14:cNvContentPartPr/>
                <p14:nvPr/>
              </p14:nvContentPartPr>
              <p14:xfrm>
                <a:off x="4474594" y="2829942"/>
                <a:ext cx="193320" cy="1587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051A251-9663-4920-CB7A-2C366A47E4CB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4465954" y="2821302"/>
                  <a:ext cx="2109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1D93DA04-25E7-D885-41E1-0EC6E6B33381}"/>
                    </a:ext>
                  </a:extLst>
                </p14:cNvPr>
                <p14:cNvContentPartPr/>
                <p14:nvPr/>
              </p14:nvContentPartPr>
              <p14:xfrm>
                <a:off x="4543354" y="2893662"/>
                <a:ext cx="124200" cy="212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1D93DA04-25E7-D885-41E1-0EC6E6B33381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4534354" y="2885022"/>
                  <a:ext cx="1418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8A601A0-2245-E428-B9DF-26CF92BF9877}"/>
                    </a:ext>
                  </a:extLst>
                </p14:cNvPr>
                <p14:cNvContentPartPr/>
                <p14:nvPr/>
              </p14:nvContentPartPr>
              <p14:xfrm>
                <a:off x="4773034" y="2897262"/>
                <a:ext cx="46440" cy="10692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8A601A0-2245-E428-B9DF-26CF92BF9877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4764034" y="2888262"/>
                  <a:ext cx="640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F8FA257F-9C9A-4063-61AF-140A00768F4F}"/>
                    </a:ext>
                  </a:extLst>
                </p14:cNvPr>
                <p14:cNvContentPartPr/>
                <p14:nvPr/>
              </p14:nvContentPartPr>
              <p14:xfrm>
                <a:off x="4899754" y="2828862"/>
                <a:ext cx="38880" cy="1112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F8FA257F-9C9A-4063-61AF-140A00768F4F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4891114" y="2820222"/>
                  <a:ext cx="565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40CC8107-B1A6-E77C-D322-8BAC13B86172}"/>
                    </a:ext>
                  </a:extLst>
                </p14:cNvPr>
                <p14:cNvContentPartPr/>
                <p14:nvPr/>
              </p14:nvContentPartPr>
              <p14:xfrm>
                <a:off x="4847914" y="2869182"/>
                <a:ext cx="164880" cy="1944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40CC8107-B1A6-E77C-D322-8BAC13B86172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4839274" y="2860542"/>
                  <a:ext cx="1825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5495BB72-25E0-F215-02B4-AA42011A5FE4}"/>
                    </a:ext>
                  </a:extLst>
                </p14:cNvPr>
                <p14:cNvContentPartPr/>
                <p14:nvPr/>
              </p14:nvContentPartPr>
              <p14:xfrm>
                <a:off x="5140594" y="2753262"/>
                <a:ext cx="43200" cy="1641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5495BB72-25E0-F215-02B4-AA42011A5FE4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5131594" y="2744262"/>
                  <a:ext cx="608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26BC1210-FBD9-C1DF-7FA0-92185FBC302F}"/>
                    </a:ext>
                  </a:extLst>
                </p14:cNvPr>
                <p14:cNvContentPartPr/>
                <p14:nvPr/>
              </p14:nvContentPartPr>
              <p14:xfrm>
                <a:off x="5208274" y="2756502"/>
                <a:ext cx="145080" cy="1432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26BC1210-FBD9-C1DF-7FA0-92185FBC302F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5199634" y="2747862"/>
                  <a:ext cx="1627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B9D5A977-9FB3-53B0-5540-CE44090B55B4}"/>
                    </a:ext>
                  </a:extLst>
                </p14:cNvPr>
                <p14:cNvContentPartPr/>
                <p14:nvPr/>
              </p14:nvContentPartPr>
              <p14:xfrm>
                <a:off x="5404474" y="2729862"/>
                <a:ext cx="181080" cy="1310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B9D5A977-9FB3-53B0-5540-CE44090B55B4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5395474" y="2721222"/>
                  <a:ext cx="1987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381AA7F5-352F-E8E7-5259-885F31BF7E8E}"/>
                    </a:ext>
                  </a:extLst>
                </p14:cNvPr>
                <p14:cNvContentPartPr/>
                <p14:nvPr/>
              </p14:nvContentPartPr>
              <p14:xfrm>
                <a:off x="5451634" y="2815902"/>
                <a:ext cx="119160" cy="1764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381AA7F5-352F-E8E7-5259-885F31BF7E8E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5442634" y="2807262"/>
                  <a:ext cx="1368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6EC90686-5201-93EB-AAA2-1EAE7794878B}"/>
                    </a:ext>
                  </a:extLst>
                </p14:cNvPr>
                <p14:cNvContentPartPr/>
                <p14:nvPr/>
              </p14:nvContentPartPr>
              <p14:xfrm>
                <a:off x="5647834" y="2845422"/>
                <a:ext cx="116280" cy="11592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6EC90686-5201-93EB-AAA2-1EAE7794878B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5639194" y="2836422"/>
                  <a:ext cx="1339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F4083C6B-3452-658E-B98E-A2B562953DC3}"/>
                    </a:ext>
                  </a:extLst>
                </p14:cNvPr>
                <p14:cNvContentPartPr/>
                <p14:nvPr/>
              </p14:nvContentPartPr>
              <p14:xfrm>
                <a:off x="5808034" y="2828142"/>
                <a:ext cx="82800" cy="39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F4083C6B-3452-658E-B98E-A2B562953DC3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5799034" y="2819502"/>
                  <a:ext cx="1004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1365426-C420-A815-CF8D-D4C1DFCC8F87}"/>
                    </a:ext>
                  </a:extLst>
                </p14:cNvPr>
                <p14:cNvContentPartPr/>
                <p14:nvPr/>
              </p14:nvContentPartPr>
              <p14:xfrm>
                <a:off x="6016114" y="2716182"/>
                <a:ext cx="107640" cy="1472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1365426-C420-A815-CF8D-D4C1DFCC8F87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6007474" y="2707542"/>
                  <a:ext cx="1252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00F833D-250E-5A90-E9F4-14442420B17B}"/>
                    </a:ext>
                  </a:extLst>
                </p14:cNvPr>
                <p14:cNvContentPartPr/>
                <p14:nvPr/>
              </p14:nvContentPartPr>
              <p14:xfrm>
                <a:off x="6161914" y="2692782"/>
                <a:ext cx="126000" cy="17712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00F833D-250E-5A90-E9F4-14442420B17B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6153274" y="2684142"/>
                  <a:ext cx="1436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86A4ECA-A3FF-F43E-12CB-51DA230FAE0A}"/>
                    </a:ext>
                  </a:extLst>
                </p14:cNvPr>
                <p14:cNvContentPartPr/>
                <p14:nvPr/>
              </p14:nvContentPartPr>
              <p14:xfrm>
                <a:off x="6318154" y="2579742"/>
                <a:ext cx="231480" cy="4129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86A4ECA-A3FF-F43E-12CB-51DA230FAE0A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6309154" y="2570742"/>
                  <a:ext cx="24912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EEAFCE5D-C4E3-8992-A780-BEC457AB0340}"/>
                    </a:ext>
                  </a:extLst>
                </p14:cNvPr>
                <p14:cNvContentPartPr/>
                <p14:nvPr/>
              </p14:nvContentPartPr>
              <p14:xfrm>
                <a:off x="7558354" y="2553102"/>
                <a:ext cx="187560" cy="2624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EEAFCE5D-C4E3-8992-A780-BEC457AB0340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7549714" y="2544102"/>
                  <a:ext cx="2052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B37B6098-B2F9-1290-BE7C-745D192740FA}"/>
                    </a:ext>
                  </a:extLst>
                </p14:cNvPr>
                <p14:cNvContentPartPr/>
                <p14:nvPr/>
              </p14:nvContentPartPr>
              <p14:xfrm>
                <a:off x="7824754" y="2511342"/>
                <a:ext cx="110520" cy="34596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B37B6098-B2F9-1290-BE7C-745D192740FA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7815754" y="2502342"/>
                  <a:ext cx="1281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42E969C0-06B8-97EF-E7C3-E45C194065CA}"/>
                    </a:ext>
                  </a:extLst>
                </p14:cNvPr>
                <p14:cNvContentPartPr/>
                <p14:nvPr/>
              </p14:nvContentPartPr>
              <p14:xfrm>
                <a:off x="7818634" y="2726622"/>
                <a:ext cx="159480" cy="586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42E969C0-06B8-97EF-E7C3-E45C194065CA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7809634" y="2717622"/>
                  <a:ext cx="1771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EC37FF4A-2D01-7F70-CB80-6736755DF9AF}"/>
                    </a:ext>
                  </a:extLst>
                </p14:cNvPr>
                <p14:cNvContentPartPr/>
                <p14:nvPr/>
              </p14:nvContentPartPr>
              <p14:xfrm>
                <a:off x="8043634" y="2506302"/>
                <a:ext cx="64080" cy="2826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EC37FF4A-2D01-7F70-CB80-6736755DF9AF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8034634" y="2497302"/>
                  <a:ext cx="817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ADAAF970-6543-AE26-59A0-F92189879CC9}"/>
                    </a:ext>
                  </a:extLst>
                </p14:cNvPr>
                <p14:cNvContentPartPr/>
                <p14:nvPr/>
              </p14:nvContentPartPr>
              <p14:xfrm>
                <a:off x="8320834" y="2580822"/>
                <a:ext cx="136080" cy="1926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ADAAF970-6543-AE26-59A0-F92189879CC9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8312194" y="2572182"/>
                  <a:ext cx="1537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CF71FBF7-EEAE-EB57-F0E6-8E1E4D327E2D}"/>
                    </a:ext>
                  </a:extLst>
                </p14:cNvPr>
                <p14:cNvContentPartPr/>
                <p14:nvPr/>
              </p14:nvContentPartPr>
              <p14:xfrm>
                <a:off x="8334514" y="2666502"/>
                <a:ext cx="167400" cy="298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CF71FBF7-EEAE-EB57-F0E6-8E1E4D327E2D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8325874" y="2657502"/>
                  <a:ext cx="1850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5FC1A19B-CA57-3C63-7964-431939949D9B}"/>
                    </a:ext>
                  </a:extLst>
                </p14:cNvPr>
                <p14:cNvContentPartPr/>
                <p14:nvPr/>
              </p14:nvContentPartPr>
              <p14:xfrm>
                <a:off x="8523874" y="2443662"/>
                <a:ext cx="67320" cy="1612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5FC1A19B-CA57-3C63-7964-431939949D9B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8515234" y="2435022"/>
                  <a:ext cx="849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C43B9D42-6270-3713-136D-F82E0EB4D6F8}"/>
                    </a:ext>
                  </a:extLst>
                </p14:cNvPr>
                <p14:cNvContentPartPr/>
                <p14:nvPr/>
              </p14:nvContentPartPr>
              <p14:xfrm>
                <a:off x="8636194" y="2491902"/>
                <a:ext cx="44280" cy="10260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C43B9D42-6270-3713-136D-F82E0EB4D6F8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8627554" y="2482902"/>
                  <a:ext cx="619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AD697500-D18B-6710-9403-B657D30FC011}"/>
                    </a:ext>
                  </a:extLst>
                </p14:cNvPr>
                <p14:cNvContentPartPr/>
                <p14:nvPr/>
              </p14:nvContentPartPr>
              <p14:xfrm>
                <a:off x="8708554" y="2497302"/>
                <a:ext cx="113400" cy="1119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AD697500-D18B-6710-9403-B657D30FC011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8699554" y="2488662"/>
                  <a:ext cx="1310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18E80F25-17E6-B773-A645-32320D20C402}"/>
                    </a:ext>
                  </a:extLst>
                </p14:cNvPr>
                <p14:cNvContentPartPr/>
                <p14:nvPr/>
              </p14:nvContentPartPr>
              <p14:xfrm>
                <a:off x="8851834" y="2419902"/>
                <a:ext cx="128880" cy="46692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18E80F25-17E6-B773-A645-32320D20C402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8842834" y="2411262"/>
                  <a:ext cx="14652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BFFC57D3-C7D7-572A-D875-4E0F5D0C0BB4}"/>
                    </a:ext>
                  </a:extLst>
                </p14:cNvPr>
                <p14:cNvContentPartPr/>
                <p14:nvPr/>
              </p14:nvContentPartPr>
              <p14:xfrm>
                <a:off x="9184114" y="2679462"/>
                <a:ext cx="99720" cy="7128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BFFC57D3-C7D7-572A-D875-4E0F5D0C0BB4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9175474" y="2670822"/>
                  <a:ext cx="1173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F8296BF3-9262-F7CE-0E98-47C032EFB87C}"/>
                    </a:ext>
                  </a:extLst>
                </p14:cNvPr>
                <p14:cNvContentPartPr/>
                <p14:nvPr/>
              </p14:nvContentPartPr>
              <p14:xfrm>
                <a:off x="9473914" y="2418462"/>
                <a:ext cx="153360" cy="4485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F8296BF3-9262-F7CE-0E98-47C032EFB87C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9465274" y="2409822"/>
                  <a:ext cx="17100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E04FF383-8DCA-330E-B4BF-14500E330666}"/>
                    </a:ext>
                  </a:extLst>
                </p14:cNvPr>
                <p14:cNvContentPartPr/>
                <p14:nvPr/>
              </p14:nvContentPartPr>
              <p14:xfrm>
                <a:off x="9692794" y="2576502"/>
                <a:ext cx="53280" cy="17604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E04FF383-8DCA-330E-B4BF-14500E330666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9683794" y="2567502"/>
                  <a:ext cx="709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2E34039D-EB22-1FCB-E9CE-A8B04318578E}"/>
                    </a:ext>
                  </a:extLst>
                </p14:cNvPr>
                <p14:cNvContentPartPr/>
                <p14:nvPr/>
              </p14:nvContentPartPr>
              <p14:xfrm>
                <a:off x="9774154" y="2621142"/>
                <a:ext cx="100440" cy="11952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2E34039D-EB22-1FCB-E9CE-A8B04318578E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9765154" y="2612502"/>
                  <a:ext cx="1180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6AD60BCD-52D5-754E-DF5F-62AEAC45F9A5}"/>
                    </a:ext>
                  </a:extLst>
                </p14:cNvPr>
                <p14:cNvContentPartPr/>
                <p14:nvPr/>
              </p14:nvContentPartPr>
              <p14:xfrm>
                <a:off x="9928594" y="2631222"/>
                <a:ext cx="130320" cy="914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6AD60BCD-52D5-754E-DF5F-62AEAC45F9A5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9919594" y="2622222"/>
                  <a:ext cx="1479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425EF309-F28C-ADD7-6D7A-CF02737D0701}"/>
                    </a:ext>
                  </a:extLst>
                </p14:cNvPr>
                <p14:cNvContentPartPr/>
                <p14:nvPr/>
              </p14:nvContentPartPr>
              <p14:xfrm>
                <a:off x="10440874" y="2556342"/>
                <a:ext cx="82440" cy="16128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425EF309-F28C-ADD7-6D7A-CF02737D0701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10432234" y="2547342"/>
                  <a:ext cx="1000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67E851D5-E6E9-48E4-6FC3-67E2645BCCF5}"/>
                    </a:ext>
                  </a:extLst>
                </p14:cNvPr>
                <p14:cNvContentPartPr/>
                <p14:nvPr/>
              </p14:nvContentPartPr>
              <p14:xfrm>
                <a:off x="10549234" y="2552742"/>
                <a:ext cx="48240" cy="15876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67E851D5-E6E9-48E4-6FC3-67E2645BCCF5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10540594" y="2544102"/>
                  <a:ext cx="658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799B5A0C-10EE-050E-3F6D-FCA7081A5F5F}"/>
                    </a:ext>
                  </a:extLst>
                </p14:cNvPr>
                <p14:cNvContentPartPr/>
                <p14:nvPr/>
              </p14:nvContentPartPr>
              <p14:xfrm>
                <a:off x="10629514" y="2568582"/>
                <a:ext cx="117720" cy="15336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799B5A0C-10EE-050E-3F6D-FCA7081A5F5F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10620874" y="2559942"/>
                  <a:ext cx="1353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160A4D7C-DB50-3AD7-ABBD-6F6680BD1A25}"/>
                    </a:ext>
                  </a:extLst>
                </p14:cNvPr>
                <p14:cNvContentPartPr/>
                <p14:nvPr/>
              </p14:nvContentPartPr>
              <p14:xfrm>
                <a:off x="10720954" y="2402982"/>
                <a:ext cx="239040" cy="41184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160A4D7C-DB50-3AD7-ABBD-6F6680BD1A25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10712314" y="2394342"/>
                  <a:ext cx="25668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ED0EDA57-A350-5F54-C044-91385897DBC5}"/>
                    </a:ext>
                  </a:extLst>
                </p14:cNvPr>
                <p14:cNvContentPartPr/>
                <p14:nvPr/>
              </p14:nvContentPartPr>
              <p14:xfrm>
                <a:off x="11081674" y="2590182"/>
                <a:ext cx="60840" cy="2412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ED0EDA57-A350-5F54-C044-91385897DBC5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11072674" y="2581182"/>
                  <a:ext cx="784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436B6443-0026-D26D-0AB2-7F495AFE0DA7}"/>
                    </a:ext>
                  </a:extLst>
                </p14:cNvPr>
                <p14:cNvContentPartPr/>
                <p14:nvPr/>
              </p14:nvContentPartPr>
              <p14:xfrm>
                <a:off x="11088514" y="2643822"/>
                <a:ext cx="79200" cy="828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436B6443-0026-D26D-0AB2-7F495AFE0DA7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11079514" y="2635182"/>
                  <a:ext cx="968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6FAB396-89FD-D838-694A-4B351BA6A59A}"/>
                    </a:ext>
                  </a:extLst>
                </p14:cNvPr>
                <p14:cNvContentPartPr/>
                <p14:nvPr/>
              </p14:nvContentPartPr>
              <p14:xfrm>
                <a:off x="11298394" y="2509182"/>
                <a:ext cx="147960" cy="35712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6FAB396-89FD-D838-694A-4B351BA6A59A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11289754" y="2500542"/>
                  <a:ext cx="16560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C4CA5928-F1E3-7D02-DAA5-61B18ADA9ECC}"/>
                    </a:ext>
                  </a:extLst>
                </p14:cNvPr>
                <p14:cNvContentPartPr/>
                <p14:nvPr/>
              </p14:nvContentPartPr>
              <p14:xfrm>
                <a:off x="11447434" y="2364822"/>
                <a:ext cx="45360" cy="15228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C4CA5928-F1E3-7D02-DAA5-61B18ADA9ECC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11438794" y="2355822"/>
                  <a:ext cx="630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E80627C7-6DCF-DD1C-53C4-7B77A57CB1FA}"/>
                    </a:ext>
                  </a:extLst>
                </p14:cNvPr>
                <p14:cNvContentPartPr/>
                <p14:nvPr/>
              </p14:nvContentPartPr>
              <p14:xfrm>
                <a:off x="11518354" y="2417742"/>
                <a:ext cx="30960" cy="7596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E80627C7-6DCF-DD1C-53C4-7B77A57CB1FA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11509354" y="2408742"/>
                  <a:ext cx="486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E54B91DC-3C27-F9CD-36A0-32BE9E932EFC}"/>
                    </a:ext>
                  </a:extLst>
                </p14:cNvPr>
                <p14:cNvContentPartPr/>
                <p14:nvPr/>
              </p14:nvContentPartPr>
              <p14:xfrm>
                <a:off x="11597194" y="2352582"/>
                <a:ext cx="71640" cy="16164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E54B91DC-3C27-F9CD-36A0-32BE9E932EFC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11588554" y="2343942"/>
                  <a:ext cx="892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222738B5-4964-E70F-040A-118790357AA0}"/>
                    </a:ext>
                  </a:extLst>
                </p14:cNvPr>
                <p14:cNvContentPartPr/>
                <p14:nvPr/>
              </p14:nvContentPartPr>
              <p14:xfrm>
                <a:off x="2702864" y="3162899"/>
                <a:ext cx="139680" cy="3708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222738B5-4964-E70F-040A-118790357AA0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2693864" y="3153899"/>
                  <a:ext cx="1573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72270B31-5AF2-B7F7-1F76-A01F377B6CA0}"/>
                    </a:ext>
                  </a:extLst>
                </p14:cNvPr>
                <p14:cNvContentPartPr/>
                <p14:nvPr/>
              </p14:nvContentPartPr>
              <p14:xfrm>
                <a:off x="2028034" y="3422862"/>
                <a:ext cx="168840" cy="23832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72270B31-5AF2-B7F7-1F76-A01F377B6CA0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2019394" y="3413862"/>
                  <a:ext cx="1864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041FC6C7-4F40-00FB-A03D-D7D94C7D1F7F}"/>
                    </a:ext>
                  </a:extLst>
                </p14:cNvPr>
                <p14:cNvContentPartPr/>
                <p14:nvPr/>
              </p14:nvContentPartPr>
              <p14:xfrm>
                <a:off x="2300194" y="3390102"/>
                <a:ext cx="101160" cy="28152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041FC6C7-4F40-00FB-A03D-D7D94C7D1F7F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2291194" y="3381102"/>
                  <a:ext cx="11880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72CD7F42-1F65-2637-3C3E-F364750A56AC}"/>
                    </a:ext>
                  </a:extLst>
                </p14:cNvPr>
                <p14:cNvContentPartPr/>
                <p14:nvPr/>
              </p14:nvContentPartPr>
              <p14:xfrm>
                <a:off x="2286154" y="3583422"/>
                <a:ext cx="140400" cy="4032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72CD7F42-1F65-2637-3C3E-F364750A56AC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2277514" y="3574422"/>
                  <a:ext cx="1580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3BCDE9DE-AD69-F948-F0EE-CD3E7BC42814}"/>
                    </a:ext>
                  </a:extLst>
                </p14:cNvPr>
                <p14:cNvContentPartPr/>
                <p14:nvPr/>
              </p14:nvContentPartPr>
              <p14:xfrm>
                <a:off x="2193994" y="3310182"/>
                <a:ext cx="80640" cy="11088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3BCDE9DE-AD69-F948-F0EE-CD3E7BC42814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2184994" y="3301542"/>
                  <a:ext cx="982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48CF049B-0B79-3CBC-86B0-0147A77E2085}"/>
                    </a:ext>
                  </a:extLst>
                </p14:cNvPr>
                <p14:cNvContentPartPr/>
                <p14:nvPr/>
              </p14:nvContentPartPr>
              <p14:xfrm>
                <a:off x="1994554" y="3638502"/>
                <a:ext cx="549360" cy="9828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48CF049B-0B79-3CBC-86B0-0147A77E2085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1985554" y="3629862"/>
                  <a:ext cx="5670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CBFE037B-2D27-4272-9532-842AA3805CD1}"/>
                    </a:ext>
                  </a:extLst>
                </p14:cNvPr>
                <p14:cNvContentPartPr/>
                <p14:nvPr/>
              </p14:nvContentPartPr>
              <p14:xfrm>
                <a:off x="1907794" y="3760902"/>
                <a:ext cx="200880" cy="20772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CBFE037B-2D27-4272-9532-842AA3805CD1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1898794" y="3751902"/>
                  <a:ext cx="2185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120ED6F7-574F-25C6-8F35-9DEF4C904265}"/>
                    </a:ext>
                  </a:extLst>
                </p14:cNvPr>
                <p14:cNvContentPartPr/>
                <p14:nvPr/>
              </p14:nvContentPartPr>
              <p14:xfrm>
                <a:off x="2102914" y="3821022"/>
                <a:ext cx="207360" cy="12276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120ED6F7-574F-25C6-8F35-9DEF4C904265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2093914" y="3812382"/>
                  <a:ext cx="2250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9F135F45-8750-8831-2737-20E29E3CCEFA}"/>
                    </a:ext>
                  </a:extLst>
                </p14:cNvPr>
                <p14:cNvContentPartPr/>
                <p14:nvPr/>
              </p14:nvContentPartPr>
              <p14:xfrm>
                <a:off x="2143234" y="3894462"/>
                <a:ext cx="127080" cy="1188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9F135F45-8750-8831-2737-20E29E3CCEFA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2134594" y="3885462"/>
                  <a:ext cx="1447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31A4A994-34D9-2C47-D4A7-825BE7EB1DF9}"/>
                    </a:ext>
                  </a:extLst>
                </p14:cNvPr>
                <p14:cNvContentPartPr/>
                <p14:nvPr/>
              </p14:nvContentPartPr>
              <p14:xfrm>
                <a:off x="2375074" y="3883302"/>
                <a:ext cx="20160" cy="9972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31A4A994-34D9-2C47-D4A7-825BE7EB1DF9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2366434" y="3874302"/>
                  <a:ext cx="378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668D19DE-C266-9369-208A-1422A6719B9C}"/>
                    </a:ext>
                  </a:extLst>
                </p14:cNvPr>
                <p14:cNvContentPartPr/>
                <p14:nvPr/>
              </p14:nvContentPartPr>
              <p14:xfrm>
                <a:off x="2407114" y="3746142"/>
                <a:ext cx="86760" cy="10080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668D19DE-C266-9369-208A-1422A6719B9C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2398474" y="3737142"/>
                  <a:ext cx="1044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8660BC22-8B7C-B6C5-F204-E01189EDD37F}"/>
                    </a:ext>
                  </a:extLst>
                </p14:cNvPr>
                <p14:cNvContentPartPr/>
                <p14:nvPr/>
              </p14:nvContentPartPr>
              <p14:xfrm>
                <a:off x="2730034" y="3672702"/>
                <a:ext cx="81720" cy="432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8660BC22-8B7C-B6C5-F204-E01189EDD37F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2721394" y="3664062"/>
                  <a:ext cx="993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D4054EC7-E7DF-9AAB-0578-8C1FAA196D29}"/>
                    </a:ext>
                  </a:extLst>
                </p14:cNvPr>
                <p14:cNvContentPartPr/>
                <p14:nvPr/>
              </p14:nvContentPartPr>
              <p14:xfrm>
                <a:off x="2733634" y="3718422"/>
                <a:ext cx="92520" cy="1116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D4054EC7-E7DF-9AAB-0578-8C1FAA196D29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2724994" y="3709422"/>
                  <a:ext cx="1101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7DE39E6F-75AE-9E3D-1329-ECC3E4F667ED}"/>
                    </a:ext>
                  </a:extLst>
                </p14:cNvPr>
                <p14:cNvContentPartPr/>
                <p14:nvPr/>
              </p14:nvContentPartPr>
              <p14:xfrm>
                <a:off x="2941354" y="3513942"/>
                <a:ext cx="35280" cy="20880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7DE39E6F-75AE-9E3D-1329-ECC3E4F667ED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2932354" y="3505302"/>
                  <a:ext cx="529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C34D74DA-639E-0322-8CB2-6AA35CC604EC}"/>
                    </a:ext>
                  </a:extLst>
                </p14:cNvPr>
                <p14:cNvContentPartPr/>
                <p14:nvPr/>
              </p14:nvContentPartPr>
              <p14:xfrm>
                <a:off x="3026674" y="3572982"/>
                <a:ext cx="171360" cy="11736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C34D74DA-639E-0322-8CB2-6AA35CC604EC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3018034" y="3563982"/>
                  <a:ext cx="189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E3D735D9-80B2-3651-909C-C317553E75C3}"/>
                    </a:ext>
                  </a:extLst>
                </p14:cNvPr>
                <p14:cNvContentPartPr/>
                <p14:nvPr/>
              </p14:nvContentPartPr>
              <p14:xfrm>
                <a:off x="2134784" y="4050659"/>
                <a:ext cx="135000" cy="19584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E3D735D9-80B2-3651-909C-C317553E75C3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2125784" y="4042019"/>
                  <a:ext cx="1526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7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61D10972-84B3-B9E1-92D5-B95D72A5DB4E}"/>
                    </a:ext>
                  </a:extLst>
                </p14:cNvPr>
                <p14:cNvContentPartPr/>
                <p14:nvPr/>
              </p14:nvContentPartPr>
              <p14:xfrm>
                <a:off x="2287424" y="4022939"/>
                <a:ext cx="67320" cy="8208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61D10972-84B3-B9E1-92D5-B95D72A5DB4E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2278784" y="4014299"/>
                  <a:ext cx="849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852DA7D1-E836-50C8-0B15-C43B9206C89C}"/>
                    </a:ext>
                  </a:extLst>
                </p14:cNvPr>
                <p14:cNvContentPartPr/>
                <p14:nvPr/>
              </p14:nvContentPartPr>
              <p14:xfrm>
                <a:off x="2416664" y="4035539"/>
                <a:ext cx="77760" cy="19620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852DA7D1-E836-50C8-0B15-C43B9206C89C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2408024" y="4026899"/>
                  <a:ext cx="954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4F9E5EA7-3241-AF9D-E8C3-7010576369C4}"/>
                    </a:ext>
                  </a:extLst>
                </p14:cNvPr>
                <p14:cNvContentPartPr/>
                <p14:nvPr/>
              </p14:nvContentPartPr>
              <p14:xfrm>
                <a:off x="2424224" y="4175939"/>
                <a:ext cx="82800" cy="2808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4F9E5EA7-3241-AF9D-E8C3-7010576369C4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2415584" y="4167299"/>
                  <a:ext cx="1004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72148BDD-9394-B08E-B42B-10517286508C}"/>
                    </a:ext>
                  </a:extLst>
                </p14:cNvPr>
                <p14:cNvContentPartPr/>
                <p14:nvPr/>
              </p14:nvContentPartPr>
              <p14:xfrm>
                <a:off x="2051624" y="4224179"/>
                <a:ext cx="554760" cy="8892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72148BDD-9394-B08E-B42B-10517286508C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2042984" y="4215179"/>
                  <a:ext cx="5724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00663C1A-445B-5029-FDD0-5517CC060A60}"/>
                    </a:ext>
                  </a:extLst>
                </p14:cNvPr>
                <p14:cNvContentPartPr/>
                <p14:nvPr/>
              </p14:nvContentPartPr>
              <p14:xfrm>
                <a:off x="2054504" y="4345139"/>
                <a:ext cx="131760" cy="17028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00663C1A-445B-5029-FDD0-5517CC060A60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2045504" y="4336499"/>
                  <a:ext cx="1494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A988E03D-C6A2-E8B8-A448-07F963F6CB2E}"/>
                    </a:ext>
                  </a:extLst>
                </p14:cNvPr>
                <p14:cNvContentPartPr/>
                <p14:nvPr/>
              </p14:nvContentPartPr>
              <p14:xfrm>
                <a:off x="2206784" y="4387619"/>
                <a:ext cx="156960" cy="10944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A988E03D-C6A2-E8B8-A448-07F963F6CB2E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2198144" y="4378979"/>
                  <a:ext cx="1746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3B5F394D-F6AA-2371-A0DD-B7F78CC6151E}"/>
                    </a:ext>
                  </a:extLst>
                </p14:cNvPr>
                <p14:cNvContentPartPr/>
                <p14:nvPr/>
              </p14:nvContentPartPr>
              <p14:xfrm>
                <a:off x="2288864" y="4458539"/>
                <a:ext cx="39960" cy="360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3B5F394D-F6AA-2371-A0DD-B7F78CC6151E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2280224" y="4449899"/>
                  <a:ext cx="576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13AA302A-0C90-65A9-A8D9-CC217A68DBDD}"/>
                    </a:ext>
                  </a:extLst>
                </p14:cNvPr>
                <p14:cNvContentPartPr/>
                <p14:nvPr/>
              </p14:nvContentPartPr>
              <p14:xfrm>
                <a:off x="2375984" y="4489139"/>
                <a:ext cx="73800" cy="8496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13AA302A-0C90-65A9-A8D9-CC217A68DBDD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2366984" y="4480499"/>
                  <a:ext cx="914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6BAAE612-037E-56C2-FB2D-BCC4D4FEE486}"/>
                    </a:ext>
                  </a:extLst>
                </p14:cNvPr>
                <p14:cNvContentPartPr/>
                <p14:nvPr/>
              </p14:nvContentPartPr>
              <p14:xfrm>
                <a:off x="2438264" y="4305899"/>
                <a:ext cx="160920" cy="15012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6BAAE612-037E-56C2-FB2D-BCC4D4FEE486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2429264" y="4296899"/>
                  <a:ext cx="1785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505094FC-6ADE-42F8-BA3B-E67EFCEB7F3F}"/>
                    </a:ext>
                  </a:extLst>
                </p14:cNvPr>
                <p14:cNvContentPartPr/>
                <p14:nvPr/>
              </p14:nvContentPartPr>
              <p14:xfrm>
                <a:off x="2641664" y="4351619"/>
                <a:ext cx="126720" cy="9936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505094FC-6ADE-42F8-BA3B-E67EFCEB7F3F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2632664" y="4342619"/>
                  <a:ext cx="1443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7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178059B6-6487-562A-0F31-A3F108DF7A74}"/>
                    </a:ext>
                  </a:extLst>
                </p14:cNvPr>
                <p14:cNvContentPartPr/>
                <p14:nvPr/>
              </p14:nvContentPartPr>
              <p14:xfrm>
                <a:off x="2674424" y="4410659"/>
                <a:ext cx="72720" cy="1044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178059B6-6487-562A-0F31-A3F108DF7A74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2665784" y="4402019"/>
                  <a:ext cx="903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9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2D09B28A-A279-E769-F0DE-911E37231651}"/>
                    </a:ext>
                  </a:extLst>
                </p14:cNvPr>
                <p14:cNvContentPartPr/>
                <p14:nvPr/>
              </p14:nvContentPartPr>
              <p14:xfrm>
                <a:off x="2805824" y="4409219"/>
                <a:ext cx="16200" cy="8856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2D09B28A-A279-E769-F0DE-911E37231651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2796824" y="4400579"/>
                  <a:ext cx="338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1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EC50630C-8FC4-C770-9153-90C28EBDF0C9}"/>
                    </a:ext>
                  </a:extLst>
                </p14:cNvPr>
                <p14:cNvContentPartPr/>
                <p14:nvPr/>
              </p14:nvContentPartPr>
              <p14:xfrm>
                <a:off x="2866304" y="4224179"/>
                <a:ext cx="57600" cy="6516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EC50630C-8FC4-C770-9153-90C28EBDF0C9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2857664" y="4215179"/>
                  <a:ext cx="752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3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E708ECD9-098F-D55D-A281-539D1A7586F6}"/>
                    </a:ext>
                  </a:extLst>
                </p14:cNvPr>
                <p14:cNvContentPartPr/>
                <p14:nvPr/>
              </p14:nvContentPartPr>
              <p14:xfrm>
                <a:off x="3750824" y="3358739"/>
                <a:ext cx="127800" cy="15912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E708ECD9-098F-D55D-A281-539D1A7586F6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3741824" y="3350099"/>
                  <a:ext cx="1454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5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1C887E2C-2F65-FE97-C55F-F3CC32053D13}"/>
                    </a:ext>
                  </a:extLst>
                </p14:cNvPr>
                <p14:cNvContentPartPr/>
                <p14:nvPr/>
              </p14:nvContentPartPr>
              <p14:xfrm>
                <a:off x="3871784" y="3276299"/>
                <a:ext cx="62280" cy="8568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1C887E2C-2F65-FE97-C55F-F3CC32053D13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3862784" y="3267659"/>
                  <a:ext cx="799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7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493EDFC1-A1C8-E410-A47E-4DDBB845271A}"/>
                    </a:ext>
                  </a:extLst>
                </p14:cNvPr>
                <p14:cNvContentPartPr/>
                <p14:nvPr/>
              </p14:nvContentPartPr>
              <p14:xfrm>
                <a:off x="3973664" y="3294299"/>
                <a:ext cx="82440" cy="24732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493EDFC1-A1C8-E410-A47E-4DDBB845271A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3964664" y="3285299"/>
                  <a:ext cx="1000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9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CD40C03F-64EC-D984-1014-CE8E38AA63E3}"/>
                    </a:ext>
                  </a:extLst>
                </p14:cNvPr>
                <p14:cNvContentPartPr/>
                <p14:nvPr/>
              </p14:nvContentPartPr>
              <p14:xfrm>
                <a:off x="3983024" y="3482579"/>
                <a:ext cx="92160" cy="2844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CD40C03F-64EC-D984-1014-CE8E38AA63E3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3974024" y="3473579"/>
                  <a:ext cx="1098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1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1609267D-D51A-BE45-1A45-BE69091D5A47}"/>
                    </a:ext>
                  </a:extLst>
                </p14:cNvPr>
                <p14:cNvContentPartPr/>
                <p14:nvPr/>
              </p14:nvContentPartPr>
              <p14:xfrm>
                <a:off x="3704384" y="3520739"/>
                <a:ext cx="478080" cy="9504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1609267D-D51A-BE45-1A45-BE69091D5A47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3695384" y="3512099"/>
                  <a:ext cx="4957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3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47D91238-9460-66DB-74C9-44E185555537}"/>
                    </a:ext>
                  </a:extLst>
                </p14:cNvPr>
                <p14:cNvContentPartPr/>
                <p14:nvPr/>
              </p14:nvContentPartPr>
              <p14:xfrm>
                <a:off x="3761984" y="3616499"/>
                <a:ext cx="139680" cy="16776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47D91238-9460-66DB-74C9-44E185555537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3752984" y="3607499"/>
                  <a:ext cx="1573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5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8C69E335-F26D-7D8F-D27C-20190C5E212D}"/>
                    </a:ext>
                  </a:extLst>
                </p14:cNvPr>
                <p14:cNvContentPartPr/>
                <p14:nvPr/>
              </p14:nvContentPartPr>
              <p14:xfrm>
                <a:off x="3908504" y="3651779"/>
                <a:ext cx="131040" cy="13068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8C69E335-F26D-7D8F-D27C-20190C5E212D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3899864" y="3643139"/>
                  <a:ext cx="1486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7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182C7D9F-F512-C8CB-8FE3-A9FB7E04F089}"/>
                    </a:ext>
                  </a:extLst>
                </p14:cNvPr>
                <p14:cNvContentPartPr/>
                <p14:nvPr/>
              </p14:nvContentPartPr>
              <p14:xfrm>
                <a:off x="3940544" y="3738539"/>
                <a:ext cx="71640" cy="792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182C7D9F-F512-C8CB-8FE3-A9FB7E04F089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3931544" y="3729539"/>
                  <a:ext cx="892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9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F3A22298-9F25-9531-FCFC-41322A5B97B1}"/>
                    </a:ext>
                  </a:extLst>
                </p14:cNvPr>
                <p14:cNvContentPartPr/>
                <p14:nvPr/>
              </p14:nvContentPartPr>
              <p14:xfrm>
                <a:off x="4079144" y="3746819"/>
                <a:ext cx="15480" cy="7308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F3A22298-9F25-9531-FCFC-41322A5B97B1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4070504" y="3738179"/>
                  <a:ext cx="331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1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48843F6C-BD7A-110A-2543-E91765B6BC6A}"/>
                    </a:ext>
                  </a:extLst>
                </p14:cNvPr>
                <p14:cNvContentPartPr/>
                <p14:nvPr/>
              </p14:nvContentPartPr>
              <p14:xfrm>
                <a:off x="4102904" y="3549539"/>
                <a:ext cx="109080" cy="19080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48843F6C-BD7A-110A-2543-E91765B6BC6A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4093904" y="3540539"/>
                  <a:ext cx="1267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3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F2699722-99B3-2E3A-0061-10EEC324E3B1}"/>
                    </a:ext>
                  </a:extLst>
                </p14:cNvPr>
                <p14:cNvContentPartPr/>
                <p14:nvPr/>
              </p14:nvContentPartPr>
              <p14:xfrm>
                <a:off x="4258424" y="3604979"/>
                <a:ext cx="121320" cy="11160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F2699722-99B3-2E3A-0061-10EEC324E3B1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4249424" y="3595979"/>
                  <a:ext cx="1389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5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BA41371B-8A0A-DD0C-D2D1-B73BFD1AA4FB}"/>
                    </a:ext>
                  </a:extLst>
                </p14:cNvPr>
                <p14:cNvContentPartPr/>
                <p14:nvPr/>
              </p14:nvContentPartPr>
              <p14:xfrm>
                <a:off x="4301984" y="3664379"/>
                <a:ext cx="63720" cy="612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BA41371B-8A0A-DD0C-D2D1-B73BFD1AA4FB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4292984" y="3655739"/>
                  <a:ext cx="813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7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8A9543EF-8A2A-DBD1-7D7B-25C343C3FDE3}"/>
                    </a:ext>
                  </a:extLst>
                </p14:cNvPr>
                <p14:cNvContentPartPr/>
                <p14:nvPr/>
              </p14:nvContentPartPr>
              <p14:xfrm>
                <a:off x="4414304" y="3719099"/>
                <a:ext cx="50400" cy="7128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8A9543EF-8A2A-DBD1-7D7B-25C343C3FDE3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4405304" y="3710459"/>
                  <a:ext cx="680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9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8F77CEAC-1D63-494D-C247-09F42B439D25}"/>
                    </a:ext>
                  </a:extLst>
                </p14:cNvPr>
                <p14:cNvContentPartPr/>
                <p14:nvPr/>
              </p14:nvContentPartPr>
              <p14:xfrm>
                <a:off x="4515464" y="3499139"/>
                <a:ext cx="73080" cy="324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8F77CEAC-1D63-494D-C247-09F42B439D25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4506824" y="3490139"/>
                  <a:ext cx="907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1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35E2495E-C8F3-B8CD-1941-BAFAB5892B7F}"/>
                    </a:ext>
                  </a:extLst>
                </p14:cNvPr>
                <p14:cNvContentPartPr/>
                <p14:nvPr/>
              </p14:nvContentPartPr>
              <p14:xfrm>
                <a:off x="4530224" y="3535859"/>
                <a:ext cx="59760" cy="1620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35E2495E-C8F3-B8CD-1941-BAFAB5892B7F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4521224" y="3527219"/>
                  <a:ext cx="77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3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CB358741-AF17-C422-6396-72184A8C2ACC}"/>
                    </a:ext>
                  </a:extLst>
                </p14:cNvPr>
                <p14:cNvContentPartPr/>
                <p14:nvPr/>
              </p14:nvContentPartPr>
              <p14:xfrm>
                <a:off x="4701224" y="3396179"/>
                <a:ext cx="85320" cy="14508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CB358741-AF17-C422-6396-72184A8C2ACC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4692584" y="3387539"/>
                  <a:ext cx="1029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5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45485DB8-A259-1B73-83C6-1052FF1EEC3E}"/>
                    </a:ext>
                  </a:extLst>
                </p14:cNvPr>
                <p14:cNvContentPartPr/>
                <p14:nvPr/>
              </p14:nvContentPartPr>
              <p14:xfrm>
                <a:off x="4733984" y="3608939"/>
                <a:ext cx="74160" cy="3528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45485DB8-A259-1B73-83C6-1052FF1EEC3E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4724984" y="3600299"/>
                  <a:ext cx="918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7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2A2F2F44-3593-B7AE-8CC0-CCC4A7C85B02}"/>
                    </a:ext>
                  </a:extLst>
                </p14:cNvPr>
                <p14:cNvContentPartPr/>
                <p14:nvPr/>
              </p14:nvContentPartPr>
              <p14:xfrm>
                <a:off x="3878264" y="3930059"/>
                <a:ext cx="134280" cy="17568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2A2F2F44-3593-B7AE-8CC0-CCC4A7C85B02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3869624" y="3921059"/>
                  <a:ext cx="1519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9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82DC0A2A-BCE6-D8ED-E4B0-E92237300B48}"/>
                    </a:ext>
                  </a:extLst>
                </p14:cNvPr>
                <p14:cNvContentPartPr/>
                <p14:nvPr/>
              </p14:nvContentPartPr>
              <p14:xfrm>
                <a:off x="4045664" y="3919259"/>
                <a:ext cx="67320" cy="7632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82DC0A2A-BCE6-D8ED-E4B0-E92237300B48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4036664" y="3910619"/>
                  <a:ext cx="849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1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4E49A479-AE55-FF19-A36D-6F649E42C371}"/>
                    </a:ext>
                  </a:extLst>
                </p14:cNvPr>
                <p14:cNvContentPartPr/>
                <p14:nvPr/>
              </p14:nvContentPartPr>
              <p14:xfrm>
                <a:off x="4149344" y="3937619"/>
                <a:ext cx="109080" cy="20160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4E49A479-AE55-FF19-A36D-6F649E42C371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4140344" y="3928979"/>
                  <a:ext cx="1267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3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CFB4E066-ADBD-D29A-480C-807B708DA2C7}"/>
                    </a:ext>
                  </a:extLst>
                </p14:cNvPr>
                <p14:cNvContentPartPr/>
                <p14:nvPr/>
              </p14:nvContentPartPr>
              <p14:xfrm>
                <a:off x="3853784" y="4083779"/>
                <a:ext cx="563040" cy="8424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CFB4E066-ADBD-D29A-480C-807B708DA2C7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3844784" y="4074779"/>
                  <a:ext cx="5806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5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CD6280AA-DDE8-F900-2C05-16948B7AD252}"/>
                    </a:ext>
                  </a:extLst>
                </p14:cNvPr>
                <p14:cNvContentPartPr/>
                <p14:nvPr/>
              </p14:nvContentPartPr>
              <p14:xfrm>
                <a:off x="3958184" y="4222739"/>
                <a:ext cx="153000" cy="18288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CD6280AA-DDE8-F900-2C05-16948B7AD252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3949544" y="4213739"/>
                  <a:ext cx="1706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7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ADE57BC1-8427-F431-4D5B-2DA7E43B6DBA}"/>
                    </a:ext>
                  </a:extLst>
                </p14:cNvPr>
                <p14:cNvContentPartPr/>
                <p14:nvPr/>
              </p14:nvContentPartPr>
              <p14:xfrm>
                <a:off x="4203344" y="4257299"/>
                <a:ext cx="125280" cy="10800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ADE57BC1-8427-F431-4D5B-2DA7E43B6DBA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4194344" y="4248659"/>
                  <a:ext cx="1429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9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67F4937F-6060-75F2-BA91-6DB49EA9D88A}"/>
                    </a:ext>
                  </a:extLst>
                </p14:cNvPr>
                <p14:cNvContentPartPr/>
                <p14:nvPr/>
              </p14:nvContentPartPr>
              <p14:xfrm>
                <a:off x="4237904" y="4315259"/>
                <a:ext cx="89640" cy="900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67F4937F-6060-75F2-BA91-6DB49EA9D88A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4229264" y="4306619"/>
                  <a:ext cx="1072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1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89453FD8-02F1-11BD-1744-4B56FB7F7359}"/>
                    </a:ext>
                  </a:extLst>
                </p14:cNvPr>
                <p14:cNvContentPartPr/>
                <p14:nvPr/>
              </p14:nvContentPartPr>
              <p14:xfrm>
                <a:off x="4367864" y="4370699"/>
                <a:ext cx="74520" cy="7560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89453FD8-02F1-11BD-1744-4B56FB7F7359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4359224" y="4361699"/>
                  <a:ext cx="921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3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78C11A20-3DE0-350D-2D2A-A71B0FEBE5D5}"/>
                    </a:ext>
                  </a:extLst>
                </p14:cNvPr>
                <p14:cNvContentPartPr/>
                <p14:nvPr/>
              </p14:nvContentPartPr>
              <p14:xfrm>
                <a:off x="4323944" y="4164779"/>
                <a:ext cx="68040" cy="7380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78C11A20-3DE0-350D-2D2A-A71B0FEBE5D5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4315304" y="4156139"/>
                  <a:ext cx="856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5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8B24D409-E972-4B28-76F3-9029A6D477F7}"/>
                    </a:ext>
                  </a:extLst>
                </p14:cNvPr>
                <p14:cNvContentPartPr/>
                <p14:nvPr/>
              </p14:nvContentPartPr>
              <p14:xfrm>
                <a:off x="4526984" y="4080539"/>
                <a:ext cx="90360" cy="4176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8B24D409-E972-4B28-76F3-9029A6D477F7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4518344" y="4071539"/>
                  <a:ext cx="1080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7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3D007224-1EEC-87F4-3C8C-4B5249D9B54C}"/>
                    </a:ext>
                  </a:extLst>
                </p14:cNvPr>
                <p14:cNvContentPartPr/>
                <p14:nvPr/>
              </p14:nvContentPartPr>
              <p14:xfrm>
                <a:off x="4776824" y="4006019"/>
                <a:ext cx="23400" cy="11664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3D007224-1EEC-87F4-3C8C-4B5249D9B54C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4767824" y="3997379"/>
                  <a:ext cx="410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9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7C6DDC09-9AD2-71E1-B508-B016B7749320}"/>
                    </a:ext>
                  </a:extLst>
                </p14:cNvPr>
                <p14:cNvContentPartPr/>
                <p14:nvPr/>
              </p14:nvContentPartPr>
              <p14:xfrm>
                <a:off x="4805624" y="4050299"/>
                <a:ext cx="120600" cy="5400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7C6DDC09-9AD2-71E1-B508-B016B7749320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4796984" y="4041659"/>
                  <a:ext cx="1382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1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E453A7B5-016F-7C7B-420D-2CC8EB01A458}"/>
                    </a:ext>
                  </a:extLst>
                </p14:cNvPr>
                <p14:cNvContentPartPr/>
                <p14:nvPr/>
              </p14:nvContentPartPr>
              <p14:xfrm>
                <a:off x="4926224" y="3242819"/>
                <a:ext cx="273960" cy="105228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E453A7B5-016F-7C7B-420D-2CC8EB01A458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4917584" y="3233819"/>
                  <a:ext cx="291600" cy="10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3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ABAA2CB8-B510-7BAB-7F83-CB8CF6A28EE7}"/>
                    </a:ext>
                  </a:extLst>
                </p14:cNvPr>
                <p14:cNvContentPartPr/>
                <p14:nvPr/>
              </p14:nvContentPartPr>
              <p14:xfrm>
                <a:off x="5390264" y="3694979"/>
                <a:ext cx="51840" cy="1080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ABAA2CB8-B510-7BAB-7F83-CB8CF6A28EE7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5381624" y="3685979"/>
                  <a:ext cx="694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5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40385B53-13F3-C69E-90A5-A5E63E707847}"/>
                    </a:ext>
                  </a:extLst>
                </p14:cNvPr>
                <p14:cNvContentPartPr/>
                <p14:nvPr/>
              </p14:nvContentPartPr>
              <p14:xfrm>
                <a:off x="5406824" y="3718739"/>
                <a:ext cx="50760" cy="1224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40385B53-13F3-C69E-90A5-A5E63E707847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5398184" y="3709739"/>
                  <a:ext cx="684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7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D82C97E8-D49F-AD9D-5927-550E69E0F4E1}"/>
                    </a:ext>
                  </a:extLst>
                </p14:cNvPr>
                <p14:cNvContentPartPr/>
                <p14:nvPr/>
              </p14:nvContentPartPr>
              <p14:xfrm>
                <a:off x="5489984" y="3365939"/>
                <a:ext cx="209880" cy="54684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D82C97E8-D49F-AD9D-5927-550E69E0F4E1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5481344" y="3356939"/>
                  <a:ext cx="22752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9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577BBB64-ABFD-67A1-69E0-D0B262CC0E52}"/>
                    </a:ext>
                  </a:extLst>
                </p14:cNvPr>
                <p14:cNvContentPartPr/>
                <p14:nvPr/>
              </p14:nvContentPartPr>
              <p14:xfrm>
                <a:off x="1024184" y="4113659"/>
                <a:ext cx="206280" cy="9540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577BBB64-ABFD-67A1-69E0-D0B262CC0E52}"/>
                    </a:ext>
                  </a:extLst>
                </p:cNvPr>
                <p:cNvPicPr/>
                <p:nvPr/>
              </p:nvPicPr>
              <p:blipFill>
                <a:blip r:embed="rId720"/>
                <a:stretch>
                  <a:fillRect/>
                </a:stretch>
              </p:blipFill>
              <p:spPr>
                <a:xfrm>
                  <a:off x="1015544" y="4105019"/>
                  <a:ext cx="2239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1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9527193D-9F61-140A-4981-0EAFAB039C9A}"/>
                    </a:ext>
                  </a:extLst>
                </p14:cNvPr>
                <p14:cNvContentPartPr/>
                <p14:nvPr/>
              </p14:nvContentPartPr>
              <p14:xfrm>
                <a:off x="5707424" y="3417419"/>
                <a:ext cx="18360" cy="9684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9527193D-9F61-140A-4981-0EAFAB039C9A}"/>
                    </a:ext>
                  </a:extLst>
                </p:cNvPr>
                <p:cNvPicPr/>
                <p:nvPr/>
              </p:nvPicPr>
              <p:blipFill>
                <a:blip r:embed="rId722"/>
                <a:stretch>
                  <a:fillRect/>
                </a:stretch>
              </p:blipFill>
              <p:spPr>
                <a:xfrm>
                  <a:off x="5698424" y="3408779"/>
                  <a:ext cx="360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3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14183277-6FB4-62C4-C175-4FD982BACB10}"/>
                    </a:ext>
                  </a:extLst>
                </p14:cNvPr>
                <p14:cNvContentPartPr/>
                <p14:nvPr/>
              </p14:nvContentPartPr>
              <p14:xfrm>
                <a:off x="5766104" y="3402659"/>
                <a:ext cx="85680" cy="9648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14183277-6FB4-62C4-C175-4FD982BACB10}"/>
                    </a:ext>
                  </a:extLst>
                </p:cNvPr>
                <p:cNvPicPr/>
                <p:nvPr/>
              </p:nvPicPr>
              <p:blipFill>
                <a:blip r:embed="rId724"/>
                <a:stretch>
                  <a:fillRect/>
                </a:stretch>
              </p:blipFill>
              <p:spPr>
                <a:xfrm>
                  <a:off x="5757464" y="3393659"/>
                  <a:ext cx="1033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5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38A53EE2-69FC-35E3-D394-FD35294B0A3B}"/>
                    </a:ext>
                  </a:extLst>
                </p14:cNvPr>
                <p14:cNvContentPartPr/>
                <p14:nvPr/>
              </p14:nvContentPartPr>
              <p14:xfrm>
                <a:off x="5709584" y="3683099"/>
                <a:ext cx="87840" cy="12168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38A53EE2-69FC-35E3-D394-FD35294B0A3B}"/>
                    </a:ext>
                  </a:extLst>
                </p:cNvPr>
                <p:cNvPicPr/>
                <p:nvPr/>
              </p:nvPicPr>
              <p:blipFill>
                <a:blip r:embed="rId726"/>
                <a:stretch>
                  <a:fillRect/>
                </a:stretch>
              </p:blipFill>
              <p:spPr>
                <a:xfrm>
                  <a:off x="5700944" y="3674459"/>
                  <a:ext cx="1054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7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76B64F2B-B100-F8A4-9D12-D9446D9BFB73}"/>
                    </a:ext>
                  </a:extLst>
                </p14:cNvPr>
                <p14:cNvContentPartPr/>
                <p14:nvPr/>
              </p14:nvContentPartPr>
              <p14:xfrm>
                <a:off x="6087944" y="3377459"/>
                <a:ext cx="69120" cy="12060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76B64F2B-B100-F8A4-9D12-D9446D9BFB73}"/>
                    </a:ext>
                  </a:extLst>
                </p:cNvPr>
                <p:cNvPicPr/>
                <p:nvPr/>
              </p:nvPicPr>
              <p:blipFill>
                <a:blip r:embed="rId728"/>
                <a:stretch>
                  <a:fillRect/>
                </a:stretch>
              </p:blipFill>
              <p:spPr>
                <a:xfrm>
                  <a:off x="6078944" y="3368459"/>
                  <a:ext cx="867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9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3C0A634B-E459-92D5-4420-34DADF5080EF}"/>
                    </a:ext>
                  </a:extLst>
                </p14:cNvPr>
                <p14:cNvContentPartPr/>
                <p14:nvPr/>
              </p14:nvContentPartPr>
              <p14:xfrm>
                <a:off x="6053384" y="3676979"/>
                <a:ext cx="12600" cy="10404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3C0A634B-E459-92D5-4420-34DADF5080EF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6044384" y="3667979"/>
                  <a:ext cx="302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1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C855B213-7A36-F283-61D2-61F7DD524C09}"/>
                    </a:ext>
                  </a:extLst>
                </p14:cNvPr>
                <p14:cNvContentPartPr/>
                <p14:nvPr/>
              </p14:nvContentPartPr>
              <p14:xfrm>
                <a:off x="6112784" y="3697499"/>
                <a:ext cx="84240" cy="7524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C855B213-7A36-F283-61D2-61F7DD524C09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6103784" y="3688859"/>
                  <a:ext cx="1018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3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D80601AD-3FB7-BF98-AB21-CB8B2DD5ED50}"/>
                    </a:ext>
                  </a:extLst>
                </p14:cNvPr>
                <p14:cNvContentPartPr/>
                <p14:nvPr/>
              </p14:nvContentPartPr>
              <p14:xfrm>
                <a:off x="6174344" y="3278099"/>
                <a:ext cx="188640" cy="52956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D80601AD-3FB7-BF98-AB21-CB8B2DD5ED50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6165344" y="3269459"/>
                  <a:ext cx="206280" cy="54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5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B1B769C9-0844-46E4-A11F-CB08B676A965}"/>
                    </a:ext>
                  </a:extLst>
                </p14:cNvPr>
                <p14:cNvContentPartPr/>
                <p14:nvPr/>
              </p14:nvContentPartPr>
              <p14:xfrm>
                <a:off x="688114" y="3918222"/>
                <a:ext cx="58680" cy="23076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B1B769C9-0844-46E4-A11F-CB08B676A965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679474" y="3909222"/>
                  <a:ext cx="763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7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F36A9403-DDE8-196A-4664-C48A36927724}"/>
                    </a:ext>
                  </a:extLst>
                </p14:cNvPr>
                <p14:cNvContentPartPr/>
                <p14:nvPr/>
              </p14:nvContentPartPr>
              <p14:xfrm>
                <a:off x="791794" y="3917502"/>
                <a:ext cx="54000" cy="2145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F36A9403-DDE8-196A-4664-C48A36927724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782794" y="3908502"/>
                  <a:ext cx="716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9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2B1E48A5-E721-7B65-4548-BE3E7444C563}"/>
                    </a:ext>
                  </a:extLst>
                </p14:cNvPr>
                <p14:cNvContentPartPr/>
                <p14:nvPr/>
              </p14:nvContentPartPr>
              <p14:xfrm>
                <a:off x="694594" y="4033422"/>
                <a:ext cx="151920" cy="3600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2B1E48A5-E721-7B65-4548-BE3E7444C563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685954" y="4024422"/>
                  <a:ext cx="1695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1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BE06EEBB-9251-CAF5-BC36-16C1D1593680}"/>
                    </a:ext>
                  </a:extLst>
                </p14:cNvPr>
                <p14:cNvContentPartPr/>
                <p14:nvPr/>
              </p14:nvContentPartPr>
              <p14:xfrm>
                <a:off x="966754" y="3853422"/>
                <a:ext cx="51480" cy="24084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BE06EEBB-9251-CAF5-BC36-16C1D1593680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957754" y="3844422"/>
                  <a:ext cx="691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3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9FCB522A-75A6-E6C1-54D8-96EB5A899C58}"/>
                    </a:ext>
                  </a:extLst>
                </p14:cNvPr>
                <p14:cNvContentPartPr/>
                <p14:nvPr/>
              </p14:nvContentPartPr>
              <p14:xfrm>
                <a:off x="1021474" y="3903822"/>
                <a:ext cx="173520" cy="14724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9FCB522A-75A6-E6C1-54D8-96EB5A899C58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1012474" y="3894822"/>
                  <a:ext cx="1911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5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7CB55006-C23D-4AC0-E345-6866132BBB15}"/>
                    </a:ext>
                  </a:extLst>
                </p14:cNvPr>
                <p14:cNvContentPartPr/>
                <p14:nvPr/>
              </p14:nvContentPartPr>
              <p14:xfrm>
                <a:off x="1072594" y="3955662"/>
                <a:ext cx="146520" cy="4932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7CB55006-C23D-4AC0-E345-6866132BBB15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1063954" y="3947022"/>
                  <a:ext cx="1641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7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0E2390C9-7D9E-1A81-A5C8-7E0FFF8CEC92}"/>
                    </a:ext>
                  </a:extLst>
                </p14:cNvPr>
                <p14:cNvContentPartPr/>
                <p14:nvPr/>
              </p14:nvContentPartPr>
              <p14:xfrm>
                <a:off x="1234594" y="3866742"/>
                <a:ext cx="87480" cy="25668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0E2390C9-7D9E-1A81-A5C8-7E0FFF8CEC92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1225594" y="3858102"/>
                  <a:ext cx="1051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9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583DB3C4-8230-8A6F-CED2-C4DA00D4B85C}"/>
                    </a:ext>
                  </a:extLst>
                </p14:cNvPr>
                <p14:cNvContentPartPr/>
                <p14:nvPr/>
              </p14:nvContentPartPr>
              <p14:xfrm>
                <a:off x="1427194" y="3942702"/>
                <a:ext cx="95040" cy="9072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583DB3C4-8230-8A6F-CED2-C4DA00D4B85C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1418554" y="3933702"/>
                  <a:ext cx="1126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1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BBEB4B28-9EBF-E9A0-A397-BA0340C8E70E}"/>
                    </a:ext>
                  </a:extLst>
                </p14:cNvPr>
                <p14:cNvContentPartPr/>
                <p14:nvPr/>
              </p14:nvContentPartPr>
              <p14:xfrm>
                <a:off x="1548125" y="5186661"/>
                <a:ext cx="2520" cy="1080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BBEB4B28-9EBF-E9A0-A397-BA0340C8E70E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1539125" y="5178021"/>
                  <a:ext cx="20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3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8BC4EE8B-E3DF-D3B2-049B-A76356F41026}"/>
                    </a:ext>
                  </a:extLst>
                </p14:cNvPr>
                <p14:cNvContentPartPr/>
                <p14:nvPr/>
              </p14:nvContentPartPr>
              <p14:xfrm>
                <a:off x="765125" y="5118261"/>
                <a:ext cx="195840" cy="21204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8BC4EE8B-E3DF-D3B2-049B-A76356F41026}"/>
                    </a:ext>
                  </a:extLst>
                </p:cNvPr>
                <p:cNvPicPr/>
                <p:nvPr/>
              </p:nvPicPr>
              <p:blipFill>
                <a:blip r:embed="rId754"/>
                <a:stretch>
                  <a:fillRect/>
                </a:stretch>
              </p:blipFill>
              <p:spPr>
                <a:xfrm>
                  <a:off x="756485" y="5109261"/>
                  <a:ext cx="2134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5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1ED3DBD2-420E-6D2E-05D8-573FDCB5FD68}"/>
                    </a:ext>
                  </a:extLst>
                </p14:cNvPr>
                <p14:cNvContentPartPr/>
                <p14:nvPr/>
              </p14:nvContentPartPr>
              <p14:xfrm>
                <a:off x="816965" y="5206101"/>
                <a:ext cx="133920" cy="5904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1ED3DBD2-420E-6D2E-05D8-573FDCB5FD68}"/>
                    </a:ext>
                  </a:extLst>
                </p:cNvPr>
                <p:cNvPicPr/>
                <p:nvPr/>
              </p:nvPicPr>
              <p:blipFill>
                <a:blip r:embed="rId756"/>
                <a:stretch>
                  <a:fillRect/>
                </a:stretch>
              </p:blipFill>
              <p:spPr>
                <a:xfrm>
                  <a:off x="808325" y="5197461"/>
                  <a:ext cx="1515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7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EF438551-5444-6FFF-3677-D30214466616}"/>
                    </a:ext>
                  </a:extLst>
                </p14:cNvPr>
                <p14:cNvContentPartPr/>
                <p14:nvPr/>
              </p14:nvContentPartPr>
              <p14:xfrm>
                <a:off x="1018565" y="4944381"/>
                <a:ext cx="38520" cy="16776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EF438551-5444-6FFF-3677-D30214466616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1009925" y="4935381"/>
                  <a:ext cx="561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9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05091F3B-D898-7480-8209-3885F7F0E72F}"/>
                    </a:ext>
                  </a:extLst>
                </p14:cNvPr>
                <p14:cNvContentPartPr/>
                <p14:nvPr/>
              </p14:nvContentPartPr>
              <p14:xfrm>
                <a:off x="1071125" y="4974621"/>
                <a:ext cx="125280" cy="11052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05091F3B-D898-7480-8209-3885F7F0E72F}"/>
                    </a:ext>
                  </a:extLst>
                </p:cNvPr>
                <p:cNvPicPr/>
                <p:nvPr/>
              </p:nvPicPr>
              <p:blipFill>
                <a:blip r:embed="rId760"/>
                <a:stretch>
                  <a:fillRect/>
                </a:stretch>
              </p:blipFill>
              <p:spPr>
                <a:xfrm>
                  <a:off x="1062125" y="4965621"/>
                  <a:ext cx="1429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1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624155E5-D289-AA07-5181-5A259F861AE5}"/>
                    </a:ext>
                  </a:extLst>
                </p14:cNvPr>
                <p14:cNvContentPartPr/>
                <p14:nvPr/>
              </p14:nvContentPartPr>
              <p14:xfrm>
                <a:off x="1201085" y="4904781"/>
                <a:ext cx="52920" cy="19044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624155E5-D289-AA07-5181-5A259F861AE5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1192445" y="4895781"/>
                  <a:ext cx="705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3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0B3248C7-2021-6EBE-7748-64BD9A5F4FD2}"/>
                    </a:ext>
                  </a:extLst>
                </p14:cNvPr>
                <p14:cNvContentPartPr/>
                <p14:nvPr/>
              </p14:nvContentPartPr>
              <p14:xfrm>
                <a:off x="1293245" y="5169381"/>
                <a:ext cx="108000" cy="2088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0B3248C7-2021-6EBE-7748-64BD9A5F4FD2}"/>
                    </a:ext>
                  </a:extLst>
                </p:cNvPr>
                <p:cNvPicPr/>
                <p:nvPr/>
              </p:nvPicPr>
              <p:blipFill>
                <a:blip r:embed="rId764"/>
                <a:stretch>
                  <a:fillRect/>
                </a:stretch>
              </p:blipFill>
              <p:spPr>
                <a:xfrm>
                  <a:off x="1284605" y="5160741"/>
                  <a:ext cx="1256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5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EBA403AC-8773-3025-1750-568BE5BA7636}"/>
                    </a:ext>
                  </a:extLst>
                </p14:cNvPr>
                <p14:cNvContentPartPr/>
                <p14:nvPr/>
              </p14:nvContentPartPr>
              <p14:xfrm>
                <a:off x="1314125" y="5236341"/>
                <a:ext cx="97920" cy="3312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EBA403AC-8773-3025-1750-568BE5BA7636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1305125" y="5227701"/>
                  <a:ext cx="1155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7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292371F4-ECAC-9831-1E72-A465333A1A83}"/>
                    </a:ext>
                  </a:extLst>
                </p14:cNvPr>
                <p14:cNvContentPartPr/>
                <p14:nvPr/>
              </p14:nvContentPartPr>
              <p14:xfrm>
                <a:off x="1784645" y="5112501"/>
                <a:ext cx="29160" cy="1332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292371F4-ECAC-9831-1E72-A465333A1A83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1776005" y="5103861"/>
                  <a:ext cx="46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9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E5D1D6C8-E93B-1EBA-D4E8-F77CE7BBB0E8}"/>
                    </a:ext>
                  </a:extLst>
                </p14:cNvPr>
                <p14:cNvContentPartPr/>
                <p14:nvPr/>
              </p14:nvContentPartPr>
              <p14:xfrm>
                <a:off x="1754045" y="5066421"/>
                <a:ext cx="188640" cy="21456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E5D1D6C8-E93B-1EBA-D4E8-F77CE7BBB0E8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1745405" y="5057781"/>
                  <a:ext cx="2062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1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D6F31F79-78FD-DBEF-784F-EC4C39CEE310}"/>
                    </a:ext>
                  </a:extLst>
                </p14:cNvPr>
                <p14:cNvContentPartPr/>
                <p14:nvPr/>
              </p14:nvContentPartPr>
              <p14:xfrm>
                <a:off x="1782845" y="5154261"/>
                <a:ext cx="139680" cy="5832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D6F31F79-78FD-DBEF-784F-EC4C39CEE310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1774205" y="5145621"/>
                  <a:ext cx="1573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3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2CB92947-7A8D-6761-B1BD-C128EC0CAC5D}"/>
                    </a:ext>
                  </a:extLst>
                </p14:cNvPr>
                <p14:cNvContentPartPr/>
                <p14:nvPr/>
              </p14:nvContentPartPr>
              <p14:xfrm>
                <a:off x="1976525" y="4897941"/>
                <a:ext cx="61920" cy="20628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2CB92947-7A8D-6761-B1BD-C128EC0CAC5D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1967885" y="4889301"/>
                  <a:ext cx="795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5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261A7856-0D15-3D34-89E1-30B170739FF5}"/>
                    </a:ext>
                  </a:extLst>
                </p14:cNvPr>
                <p14:cNvContentPartPr/>
                <p14:nvPr/>
              </p14:nvContentPartPr>
              <p14:xfrm>
                <a:off x="2072645" y="4960941"/>
                <a:ext cx="25920" cy="12600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261A7856-0D15-3D34-89E1-30B170739FF5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2063645" y="4951941"/>
                  <a:ext cx="43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7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B1D32915-DB73-61D3-AAAB-BE3F4AD9A203}"/>
                    </a:ext>
                  </a:extLst>
                </p14:cNvPr>
                <p14:cNvContentPartPr/>
                <p14:nvPr/>
              </p14:nvContentPartPr>
              <p14:xfrm>
                <a:off x="2129165" y="4907661"/>
                <a:ext cx="89640" cy="18756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B1D32915-DB73-61D3-AAAB-BE3F4AD9A203}"/>
                    </a:ext>
                  </a:extLst>
                </p:cNvPr>
                <p:cNvPicPr/>
                <p:nvPr/>
              </p:nvPicPr>
              <p:blipFill>
                <a:blip r:embed="rId778"/>
                <a:stretch>
                  <a:fillRect/>
                </a:stretch>
              </p:blipFill>
              <p:spPr>
                <a:xfrm>
                  <a:off x="2120165" y="4899021"/>
                  <a:ext cx="1072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9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30C1C212-E724-E592-2DA9-D14C02AE62B4}"/>
                    </a:ext>
                  </a:extLst>
                </p14:cNvPr>
                <p14:cNvContentPartPr/>
                <p14:nvPr/>
              </p14:nvContentPartPr>
              <p14:xfrm>
                <a:off x="2884805" y="5031141"/>
                <a:ext cx="63360" cy="19332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30C1C212-E724-E592-2DA9-D14C02AE62B4}"/>
                    </a:ext>
                  </a:extLst>
                </p:cNvPr>
                <p:cNvPicPr/>
                <p:nvPr/>
              </p:nvPicPr>
              <p:blipFill>
                <a:blip r:embed="rId780"/>
                <a:stretch>
                  <a:fillRect/>
                </a:stretch>
              </p:blipFill>
              <p:spPr>
                <a:xfrm>
                  <a:off x="2876165" y="5022141"/>
                  <a:ext cx="810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1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91F8A3B3-7C88-C675-028C-B27EFE2E9DA1}"/>
                    </a:ext>
                  </a:extLst>
                </p14:cNvPr>
                <p14:cNvContentPartPr/>
                <p14:nvPr/>
              </p14:nvContentPartPr>
              <p14:xfrm>
                <a:off x="2978045" y="5021781"/>
                <a:ext cx="36720" cy="19980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91F8A3B3-7C88-C675-028C-B27EFE2E9DA1}"/>
                    </a:ext>
                  </a:extLst>
                </p:cNvPr>
                <p:cNvPicPr/>
                <p:nvPr/>
              </p:nvPicPr>
              <p:blipFill>
                <a:blip r:embed="rId782"/>
                <a:stretch>
                  <a:fillRect/>
                </a:stretch>
              </p:blipFill>
              <p:spPr>
                <a:xfrm>
                  <a:off x="2969405" y="5012781"/>
                  <a:ext cx="543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3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71C2CA4B-1D23-96CE-E5FF-929423681161}"/>
                    </a:ext>
                  </a:extLst>
                </p14:cNvPr>
                <p14:cNvContentPartPr/>
                <p14:nvPr/>
              </p14:nvContentPartPr>
              <p14:xfrm>
                <a:off x="2907485" y="5130501"/>
                <a:ext cx="135720" cy="3996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71C2CA4B-1D23-96CE-E5FF-929423681161}"/>
                    </a:ext>
                  </a:extLst>
                </p:cNvPr>
                <p:cNvPicPr/>
                <p:nvPr/>
              </p:nvPicPr>
              <p:blipFill>
                <a:blip r:embed="rId784"/>
                <a:stretch>
                  <a:fillRect/>
                </a:stretch>
              </p:blipFill>
              <p:spPr>
                <a:xfrm>
                  <a:off x="2898845" y="5121501"/>
                  <a:ext cx="1533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5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056682BE-9C82-0E66-3891-3BD3C6FC932C}"/>
                    </a:ext>
                  </a:extLst>
                </p14:cNvPr>
                <p14:cNvContentPartPr/>
                <p14:nvPr/>
              </p14:nvContentPartPr>
              <p14:xfrm>
                <a:off x="3116285" y="4968141"/>
                <a:ext cx="45720" cy="23760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056682BE-9C82-0E66-3891-3BD3C6FC932C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3107645" y="4959501"/>
                  <a:ext cx="633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7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415A9CB3-18ED-0D53-D036-03A6445E386B}"/>
                    </a:ext>
                  </a:extLst>
                </p14:cNvPr>
                <p14:cNvContentPartPr/>
                <p14:nvPr/>
              </p14:nvContentPartPr>
              <p14:xfrm>
                <a:off x="3161645" y="5019621"/>
                <a:ext cx="162360" cy="13464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415A9CB3-18ED-0D53-D036-03A6445E386B}"/>
                    </a:ext>
                  </a:extLst>
                </p:cNvPr>
                <p:cNvPicPr/>
                <p:nvPr/>
              </p:nvPicPr>
              <p:blipFill>
                <a:blip r:embed="rId788"/>
                <a:stretch>
                  <a:fillRect/>
                </a:stretch>
              </p:blipFill>
              <p:spPr>
                <a:xfrm>
                  <a:off x="3152645" y="5010981"/>
                  <a:ext cx="1800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9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B36770B3-2185-F927-AB9B-2645FCD59C0A}"/>
                    </a:ext>
                  </a:extLst>
                </p14:cNvPr>
                <p14:cNvContentPartPr/>
                <p14:nvPr/>
              </p14:nvContentPartPr>
              <p14:xfrm>
                <a:off x="3214925" y="5081901"/>
                <a:ext cx="136080" cy="4644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B36770B3-2185-F927-AB9B-2645FCD59C0A}"/>
                    </a:ext>
                  </a:extLst>
                </p:cNvPr>
                <p:cNvPicPr/>
                <p:nvPr/>
              </p:nvPicPr>
              <p:blipFill>
                <a:blip r:embed="rId790"/>
                <a:stretch>
                  <a:fillRect/>
                </a:stretch>
              </p:blipFill>
              <p:spPr>
                <a:xfrm>
                  <a:off x="3206285" y="5072901"/>
                  <a:ext cx="1537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1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08008D68-B1D0-BA48-67BB-B163497A2431}"/>
                    </a:ext>
                  </a:extLst>
                </p14:cNvPr>
                <p14:cNvContentPartPr/>
                <p14:nvPr/>
              </p14:nvContentPartPr>
              <p14:xfrm>
                <a:off x="3371525" y="4845373"/>
                <a:ext cx="24120" cy="14616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08008D68-B1D0-BA48-67BB-B163497A2431}"/>
                    </a:ext>
                  </a:extLst>
                </p:cNvPr>
                <p:cNvPicPr/>
                <p:nvPr/>
              </p:nvPicPr>
              <p:blipFill>
                <a:blip r:embed="rId792"/>
                <a:stretch>
                  <a:fillRect/>
                </a:stretch>
              </p:blipFill>
              <p:spPr>
                <a:xfrm>
                  <a:off x="3362525" y="4836373"/>
                  <a:ext cx="417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3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4F34FD69-0177-9CA9-AE47-1CB199552D89}"/>
                    </a:ext>
                  </a:extLst>
                </p14:cNvPr>
                <p14:cNvContentPartPr/>
                <p14:nvPr/>
              </p14:nvContentPartPr>
              <p14:xfrm>
                <a:off x="3423005" y="4916293"/>
                <a:ext cx="36360" cy="9972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4F34FD69-0177-9CA9-AE47-1CB199552D89}"/>
                    </a:ext>
                  </a:extLst>
                </p:cNvPr>
                <p:cNvPicPr/>
                <p:nvPr/>
              </p:nvPicPr>
              <p:blipFill>
                <a:blip r:embed="rId794"/>
                <a:stretch>
                  <a:fillRect/>
                </a:stretch>
              </p:blipFill>
              <p:spPr>
                <a:xfrm>
                  <a:off x="3414365" y="4907653"/>
                  <a:ext cx="540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5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8C64FF66-067A-D3D8-2290-2578B4FF4A14}"/>
                    </a:ext>
                  </a:extLst>
                </p14:cNvPr>
                <p14:cNvContentPartPr/>
                <p14:nvPr/>
              </p14:nvContentPartPr>
              <p14:xfrm>
                <a:off x="3501485" y="4897933"/>
                <a:ext cx="33840" cy="12564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8C64FF66-067A-D3D8-2290-2578B4FF4A14}"/>
                    </a:ext>
                  </a:extLst>
                </p:cNvPr>
                <p:cNvPicPr/>
                <p:nvPr/>
              </p:nvPicPr>
              <p:blipFill>
                <a:blip r:embed="rId796"/>
                <a:stretch>
                  <a:fillRect/>
                </a:stretch>
              </p:blipFill>
              <p:spPr>
                <a:xfrm>
                  <a:off x="3492485" y="4888933"/>
                  <a:ext cx="514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7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42279DFB-3398-7977-40AB-485449BF83A8}"/>
                    </a:ext>
                  </a:extLst>
                </p14:cNvPr>
                <p14:cNvContentPartPr/>
                <p14:nvPr/>
              </p14:nvContentPartPr>
              <p14:xfrm>
                <a:off x="3597965" y="4903333"/>
                <a:ext cx="73440" cy="32832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42279DFB-3398-7977-40AB-485449BF83A8}"/>
                    </a:ext>
                  </a:extLst>
                </p:cNvPr>
                <p:cNvPicPr/>
                <p:nvPr/>
              </p:nvPicPr>
              <p:blipFill>
                <a:blip r:embed="rId798"/>
                <a:stretch>
                  <a:fillRect/>
                </a:stretch>
              </p:blipFill>
              <p:spPr>
                <a:xfrm>
                  <a:off x="3589325" y="4894333"/>
                  <a:ext cx="910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9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4BA97CA2-9CEB-6E7F-5260-D001ED0003A5}"/>
                    </a:ext>
                  </a:extLst>
                </p14:cNvPr>
                <p14:cNvContentPartPr/>
                <p14:nvPr/>
              </p14:nvContentPartPr>
              <p14:xfrm>
                <a:off x="3714245" y="4815493"/>
                <a:ext cx="187560" cy="50472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4BA97CA2-9CEB-6E7F-5260-D001ED0003A5}"/>
                    </a:ext>
                  </a:extLst>
                </p:cNvPr>
                <p:cNvPicPr/>
                <p:nvPr/>
              </p:nvPicPr>
              <p:blipFill>
                <a:blip r:embed="rId800"/>
                <a:stretch>
                  <a:fillRect/>
                </a:stretch>
              </p:blipFill>
              <p:spPr>
                <a:xfrm>
                  <a:off x="3705245" y="4806493"/>
                  <a:ext cx="20520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1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970C3C31-8710-19CA-C636-8D5C119759E3}"/>
                    </a:ext>
                  </a:extLst>
                </p14:cNvPr>
                <p14:cNvContentPartPr/>
                <p14:nvPr/>
              </p14:nvContentPartPr>
              <p14:xfrm>
                <a:off x="2716325" y="4857973"/>
                <a:ext cx="166680" cy="50544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970C3C31-8710-19CA-C636-8D5C119759E3}"/>
                    </a:ext>
                  </a:extLst>
                </p:cNvPr>
                <p:cNvPicPr/>
                <p:nvPr/>
              </p:nvPicPr>
              <p:blipFill>
                <a:blip r:embed="rId802"/>
                <a:stretch>
                  <a:fillRect/>
                </a:stretch>
              </p:blipFill>
              <p:spPr>
                <a:xfrm>
                  <a:off x="2707325" y="4849333"/>
                  <a:ext cx="18432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3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259A3A66-EA00-809F-8630-97DD4E7A56B0}"/>
                    </a:ext>
                  </a:extLst>
                </p14:cNvPr>
                <p14:cNvContentPartPr/>
                <p14:nvPr/>
              </p14:nvContentPartPr>
              <p14:xfrm>
                <a:off x="3861845" y="4774813"/>
                <a:ext cx="79920" cy="2268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259A3A66-EA00-809F-8630-97DD4E7A56B0}"/>
                    </a:ext>
                  </a:extLst>
                </p:cNvPr>
                <p:cNvPicPr/>
                <p:nvPr/>
              </p:nvPicPr>
              <p:blipFill>
                <a:blip r:embed="rId804"/>
                <a:stretch>
                  <a:fillRect/>
                </a:stretch>
              </p:blipFill>
              <p:spPr>
                <a:xfrm>
                  <a:off x="3853205" y="4765813"/>
                  <a:ext cx="975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5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AFB59721-F753-4ECE-7D29-E0F1FEFA76BB}"/>
                    </a:ext>
                  </a:extLst>
                </p14:cNvPr>
                <p14:cNvContentPartPr/>
                <p14:nvPr/>
              </p14:nvContentPartPr>
              <p14:xfrm>
                <a:off x="4000445" y="4675813"/>
                <a:ext cx="11880" cy="14616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AFB59721-F753-4ECE-7D29-E0F1FEFA76BB}"/>
                    </a:ext>
                  </a:extLst>
                </p:cNvPr>
                <p:cNvPicPr/>
                <p:nvPr/>
              </p:nvPicPr>
              <p:blipFill>
                <a:blip r:embed="rId806"/>
                <a:stretch>
                  <a:fillRect/>
                </a:stretch>
              </p:blipFill>
              <p:spPr>
                <a:xfrm>
                  <a:off x="3991805" y="4667173"/>
                  <a:ext cx="295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7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522043D6-5CB0-1803-8854-E88026A9ACFC}"/>
                    </a:ext>
                  </a:extLst>
                </p14:cNvPr>
                <p14:cNvContentPartPr/>
                <p14:nvPr/>
              </p14:nvContentPartPr>
              <p14:xfrm>
                <a:off x="4099085" y="5050573"/>
                <a:ext cx="20160" cy="2196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522043D6-5CB0-1803-8854-E88026A9ACFC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4090445" y="5041933"/>
                  <a:ext cx="378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9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58F2509C-49A7-6D3C-2F3A-01C050AACBF0}"/>
                    </a:ext>
                  </a:extLst>
                </p14:cNvPr>
                <p14:cNvContentPartPr/>
                <p14:nvPr/>
              </p14:nvContentPartPr>
              <p14:xfrm>
                <a:off x="4274765" y="4958053"/>
                <a:ext cx="121320" cy="355680"/>
              </p14:xfrm>
            </p:contentPart>
          </mc:Choice>
          <mc:Fallback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58F2509C-49A7-6D3C-2F3A-01C050AACBF0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4265765" y="4949413"/>
                  <a:ext cx="13896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1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E8C53D35-C3BD-53E9-B1F9-DD2D9DBE3840}"/>
                    </a:ext>
                  </a:extLst>
                </p14:cNvPr>
                <p14:cNvContentPartPr/>
                <p14:nvPr/>
              </p14:nvContentPartPr>
              <p14:xfrm>
                <a:off x="4468805" y="4764733"/>
                <a:ext cx="20520" cy="172800"/>
              </p14:xfrm>
            </p:contentPart>
          </mc:Choice>
          <mc:Fallback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E8C53D35-C3BD-53E9-B1F9-DD2D9DBE3840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4459805" y="4756093"/>
                  <a:ext cx="381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3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A4300AC1-CA5C-DE7B-C7F1-FD54B939F842}"/>
                    </a:ext>
                  </a:extLst>
                </p14:cNvPr>
                <p14:cNvContentPartPr/>
                <p14:nvPr/>
              </p14:nvContentPartPr>
              <p14:xfrm>
                <a:off x="4548005" y="4810453"/>
                <a:ext cx="20160" cy="126360"/>
              </p14:xfrm>
            </p:contentPart>
          </mc:Choice>
          <mc:Fallback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A4300AC1-CA5C-DE7B-C7F1-FD54B939F842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4539005" y="4801453"/>
                  <a:ext cx="378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5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64A4BF17-FB1C-E8E6-AF72-CBCAC427C705}"/>
                    </a:ext>
                  </a:extLst>
                </p14:cNvPr>
                <p14:cNvContentPartPr/>
                <p14:nvPr/>
              </p14:nvContentPartPr>
              <p14:xfrm>
                <a:off x="4607045" y="4784893"/>
                <a:ext cx="53640" cy="153000"/>
              </p14:xfrm>
            </p:contentPart>
          </mc:Choice>
          <mc:Fallback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64A4BF17-FB1C-E8E6-AF72-CBCAC427C705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4598405" y="4776253"/>
                  <a:ext cx="712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7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76754A44-7027-EBFC-D842-F212D0F0A123}"/>
                    </a:ext>
                  </a:extLst>
                </p14:cNvPr>
                <p14:cNvContentPartPr/>
                <p14:nvPr/>
              </p14:nvContentPartPr>
              <p14:xfrm>
                <a:off x="4950485" y="5019973"/>
                <a:ext cx="80280" cy="20160"/>
              </p14:xfrm>
            </p:contentPart>
          </mc:Choice>
          <mc:Fallback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76754A44-7027-EBFC-D842-F212D0F0A123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4941845" y="5010973"/>
                  <a:ext cx="979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9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BBBA2616-6BFA-B1BC-3D65-B9A00C7D29B0}"/>
                    </a:ext>
                  </a:extLst>
                </p14:cNvPr>
                <p14:cNvContentPartPr/>
                <p14:nvPr/>
              </p14:nvContentPartPr>
              <p14:xfrm>
                <a:off x="4954085" y="5085133"/>
                <a:ext cx="106560" cy="23040"/>
              </p14:xfrm>
            </p:contentPart>
          </mc:Choice>
          <mc:Fallback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BBBA2616-6BFA-B1BC-3D65-B9A00C7D29B0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4945445" y="5076493"/>
                  <a:ext cx="1242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1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058A3483-4E99-C81C-8221-95E8CF2E7A7F}"/>
                    </a:ext>
                  </a:extLst>
                </p14:cNvPr>
                <p14:cNvContentPartPr/>
                <p14:nvPr/>
              </p14:nvContentPartPr>
              <p14:xfrm>
                <a:off x="5349725" y="4778413"/>
                <a:ext cx="126000" cy="349200"/>
              </p14:xfrm>
            </p:contentPart>
          </mc:Choice>
          <mc:Fallback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058A3483-4E99-C81C-8221-95E8CF2E7A7F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5341085" y="4769413"/>
                  <a:ext cx="14364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3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21D4B55C-3B0E-C903-6B56-6A1CDA116C16}"/>
                    </a:ext>
                  </a:extLst>
                </p14:cNvPr>
                <p14:cNvContentPartPr/>
                <p14:nvPr/>
              </p14:nvContentPartPr>
              <p14:xfrm>
                <a:off x="5532245" y="4846093"/>
                <a:ext cx="101520" cy="215280"/>
              </p14:xfrm>
            </p:contentPart>
          </mc:Choice>
          <mc:Fallback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21D4B55C-3B0E-C903-6B56-6A1CDA116C16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5523245" y="4837453"/>
                  <a:ext cx="1191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5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FA03849F-6502-195F-863F-A621D992F1D5}"/>
                    </a:ext>
                  </a:extLst>
                </p14:cNvPr>
                <p14:cNvContentPartPr/>
                <p14:nvPr/>
              </p14:nvContentPartPr>
              <p14:xfrm>
                <a:off x="5846165" y="4814773"/>
                <a:ext cx="98280" cy="196200"/>
              </p14:xfrm>
            </p:contentPart>
          </mc:Choice>
          <mc:Fallback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FA03849F-6502-195F-863F-A621D992F1D5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5837525" y="4805773"/>
                  <a:ext cx="1159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7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2EB38F2B-7228-50E9-29A8-4C2D6C74189B}"/>
                    </a:ext>
                  </a:extLst>
                </p14:cNvPr>
                <p14:cNvContentPartPr/>
                <p14:nvPr/>
              </p14:nvContentPartPr>
              <p14:xfrm>
                <a:off x="5982245" y="4703173"/>
                <a:ext cx="202320" cy="404280"/>
              </p14:xfrm>
            </p:contentPart>
          </mc:Choice>
          <mc:Fallback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2EB38F2B-7228-50E9-29A8-4C2D6C74189B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5973245" y="4694533"/>
                  <a:ext cx="21996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9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54BEF774-FF1E-7033-4605-B6F3CD881631}"/>
                    </a:ext>
                  </a:extLst>
                </p14:cNvPr>
                <p14:cNvContentPartPr/>
                <p14:nvPr/>
              </p14:nvContentPartPr>
              <p14:xfrm>
                <a:off x="6373205" y="4928533"/>
                <a:ext cx="98280" cy="10440"/>
              </p14:xfrm>
            </p:contentPart>
          </mc:Choice>
          <mc:Fallback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54BEF774-FF1E-7033-4605-B6F3CD881631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6364565" y="4919533"/>
                  <a:ext cx="1159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1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5FBD72F8-A19B-6A37-6207-62A04B8DFF20}"/>
                    </a:ext>
                  </a:extLst>
                </p14:cNvPr>
                <p14:cNvContentPartPr/>
                <p14:nvPr/>
              </p14:nvContentPartPr>
              <p14:xfrm>
                <a:off x="6640325" y="4569253"/>
                <a:ext cx="173520" cy="664920"/>
              </p14:xfrm>
            </p:contentPart>
          </mc:Choice>
          <mc:Fallback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5FBD72F8-A19B-6A37-6207-62A04B8DFF20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6631685" y="4560613"/>
                  <a:ext cx="191160" cy="68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3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3D5151D4-43C2-8918-A2D8-EF31620968D5}"/>
                    </a:ext>
                  </a:extLst>
                </p14:cNvPr>
                <p14:cNvContentPartPr/>
                <p14:nvPr/>
              </p14:nvContentPartPr>
              <p14:xfrm>
                <a:off x="6842645" y="4617493"/>
                <a:ext cx="34200" cy="156600"/>
              </p14:xfrm>
            </p:contentPart>
          </mc:Choice>
          <mc:Fallback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3D5151D4-43C2-8918-A2D8-EF31620968D5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6833645" y="4608493"/>
                  <a:ext cx="518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5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882FF917-7EB7-150A-C4A3-47BEC065D289}"/>
                    </a:ext>
                  </a:extLst>
                </p14:cNvPr>
                <p14:cNvContentPartPr/>
                <p14:nvPr/>
              </p14:nvContentPartPr>
              <p14:xfrm>
                <a:off x="6943085" y="4635133"/>
                <a:ext cx="108720" cy="97560"/>
              </p14:xfrm>
            </p:contentPart>
          </mc:Choice>
          <mc:Fallback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882FF917-7EB7-150A-C4A3-47BEC065D289}"/>
                    </a:ext>
                  </a:extLst>
                </p:cNvPr>
                <p:cNvPicPr/>
                <p:nvPr/>
              </p:nvPicPr>
              <p:blipFill>
                <a:blip r:embed="rId836"/>
                <a:stretch>
                  <a:fillRect/>
                </a:stretch>
              </p:blipFill>
              <p:spPr>
                <a:xfrm>
                  <a:off x="6934445" y="4626133"/>
                  <a:ext cx="1263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7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85B9A15F-A1EB-78C3-6050-527C65487AE5}"/>
                    </a:ext>
                  </a:extLst>
                </p14:cNvPr>
                <p14:cNvContentPartPr/>
                <p14:nvPr/>
              </p14:nvContentPartPr>
              <p14:xfrm>
                <a:off x="6910325" y="4965253"/>
                <a:ext cx="119880" cy="180720"/>
              </p14:xfrm>
            </p:contentPart>
          </mc:Choice>
          <mc:Fallback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85B9A15F-A1EB-78C3-6050-527C65487AE5}"/>
                    </a:ext>
                  </a:extLst>
                </p:cNvPr>
                <p:cNvPicPr/>
                <p:nvPr/>
              </p:nvPicPr>
              <p:blipFill>
                <a:blip r:embed="rId838"/>
                <a:stretch>
                  <a:fillRect/>
                </a:stretch>
              </p:blipFill>
              <p:spPr>
                <a:xfrm>
                  <a:off x="6901325" y="4956253"/>
                  <a:ext cx="1375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9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A5935CB6-6FE8-17E2-0AC1-7EFCF9540D6D}"/>
                    </a:ext>
                  </a:extLst>
                </p14:cNvPr>
                <p14:cNvContentPartPr/>
                <p14:nvPr/>
              </p14:nvContentPartPr>
              <p14:xfrm>
                <a:off x="7321445" y="4590493"/>
                <a:ext cx="105480" cy="154800"/>
              </p14:xfrm>
            </p:contentPart>
          </mc:Choice>
          <mc:Fallback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A5935CB6-6FE8-17E2-0AC1-7EFCF9540D6D}"/>
                    </a:ext>
                  </a:extLst>
                </p:cNvPr>
                <p:cNvPicPr/>
                <p:nvPr/>
              </p:nvPicPr>
              <p:blipFill>
                <a:blip r:embed="rId840"/>
                <a:stretch>
                  <a:fillRect/>
                </a:stretch>
              </p:blipFill>
              <p:spPr>
                <a:xfrm>
                  <a:off x="7312445" y="4581493"/>
                  <a:ext cx="1231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1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B43EE3B7-F3F3-00E1-773F-7808380B48FD}"/>
                    </a:ext>
                  </a:extLst>
                </p14:cNvPr>
                <p14:cNvContentPartPr/>
                <p14:nvPr/>
              </p14:nvContentPartPr>
              <p14:xfrm>
                <a:off x="7344485" y="4960933"/>
                <a:ext cx="20520" cy="142920"/>
              </p14:xfrm>
            </p:contentPart>
          </mc:Choice>
          <mc:Fallback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B43EE3B7-F3F3-00E1-773F-7808380B48FD}"/>
                    </a:ext>
                  </a:extLst>
                </p:cNvPr>
                <p:cNvPicPr/>
                <p:nvPr/>
              </p:nvPicPr>
              <p:blipFill>
                <a:blip r:embed="rId842"/>
                <a:stretch>
                  <a:fillRect/>
                </a:stretch>
              </p:blipFill>
              <p:spPr>
                <a:xfrm>
                  <a:off x="7335845" y="4952293"/>
                  <a:ext cx="381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3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004AFDAF-2719-443F-3D9C-162ECCB7A5F1}"/>
                    </a:ext>
                  </a:extLst>
                </p14:cNvPr>
                <p14:cNvContentPartPr/>
                <p14:nvPr/>
              </p14:nvContentPartPr>
              <p14:xfrm>
                <a:off x="7413605" y="4986493"/>
                <a:ext cx="102600" cy="115560"/>
              </p14:xfrm>
            </p:contentPart>
          </mc:Choice>
          <mc:Fallback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004AFDAF-2719-443F-3D9C-162ECCB7A5F1}"/>
                    </a:ext>
                  </a:extLst>
                </p:cNvPr>
                <p:cNvPicPr/>
                <p:nvPr/>
              </p:nvPicPr>
              <p:blipFill>
                <a:blip r:embed="rId844"/>
                <a:stretch>
                  <a:fillRect/>
                </a:stretch>
              </p:blipFill>
              <p:spPr>
                <a:xfrm>
                  <a:off x="7404605" y="4977493"/>
                  <a:ext cx="1202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5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711BEC8F-CE18-B032-844E-365BDD152FC2}"/>
                    </a:ext>
                  </a:extLst>
                </p14:cNvPr>
                <p14:cNvContentPartPr/>
                <p14:nvPr/>
              </p14:nvContentPartPr>
              <p14:xfrm>
                <a:off x="7455725" y="4485013"/>
                <a:ext cx="310320" cy="739800"/>
              </p14:xfrm>
            </p:contentPart>
          </mc:Choice>
          <mc:Fallback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711BEC8F-CE18-B032-844E-365BDD152FC2}"/>
                    </a:ext>
                  </a:extLst>
                </p:cNvPr>
                <p:cNvPicPr/>
                <p:nvPr/>
              </p:nvPicPr>
              <p:blipFill>
                <a:blip r:embed="rId846"/>
                <a:stretch>
                  <a:fillRect/>
                </a:stretch>
              </p:blipFill>
              <p:spPr>
                <a:xfrm>
                  <a:off x="7446725" y="4476013"/>
                  <a:ext cx="327960" cy="75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7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BEB3C889-1680-68F2-5B5C-B419094E7149}"/>
                    </a:ext>
                  </a:extLst>
                </p14:cNvPr>
                <p14:cNvContentPartPr/>
                <p14:nvPr/>
              </p14:nvContentPartPr>
              <p14:xfrm>
                <a:off x="7670285" y="4440373"/>
                <a:ext cx="112320" cy="21960"/>
              </p14:xfrm>
            </p:contentPart>
          </mc:Choice>
          <mc:Fallback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BEB3C889-1680-68F2-5B5C-B419094E7149}"/>
                    </a:ext>
                  </a:extLst>
                </p:cNvPr>
                <p:cNvPicPr/>
                <p:nvPr/>
              </p:nvPicPr>
              <p:blipFill>
                <a:blip r:embed="rId848"/>
                <a:stretch>
                  <a:fillRect/>
                </a:stretch>
              </p:blipFill>
              <p:spPr>
                <a:xfrm>
                  <a:off x="7661645" y="4431733"/>
                  <a:ext cx="129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9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E64E6ECA-FE91-40C4-E394-B857BFD43D41}"/>
                    </a:ext>
                  </a:extLst>
                </p14:cNvPr>
                <p14:cNvContentPartPr/>
                <p14:nvPr/>
              </p14:nvContentPartPr>
              <p14:xfrm>
                <a:off x="7821485" y="4355413"/>
                <a:ext cx="29160" cy="195480"/>
              </p14:xfrm>
            </p:contentPart>
          </mc:Choice>
          <mc:Fallback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E64E6ECA-FE91-40C4-E394-B857BFD43D41}"/>
                    </a:ext>
                  </a:extLst>
                </p:cNvPr>
                <p:cNvPicPr/>
                <p:nvPr/>
              </p:nvPicPr>
              <p:blipFill>
                <a:blip r:embed="rId850"/>
                <a:stretch>
                  <a:fillRect/>
                </a:stretch>
              </p:blipFill>
              <p:spPr>
                <a:xfrm>
                  <a:off x="7812485" y="4346413"/>
                  <a:ext cx="468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1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01B31857-F952-39E5-1F11-7495501AF986}"/>
                    </a:ext>
                  </a:extLst>
                </p14:cNvPr>
                <p14:cNvContentPartPr/>
                <p14:nvPr/>
              </p14:nvContentPartPr>
              <p14:xfrm>
                <a:off x="8108045" y="4471333"/>
                <a:ext cx="140760" cy="613440"/>
              </p14:xfrm>
            </p:contentPart>
          </mc:Choice>
          <mc:Fallback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01B31857-F952-39E5-1F11-7495501AF986}"/>
                    </a:ext>
                  </a:extLst>
                </p:cNvPr>
                <p:cNvPicPr/>
                <p:nvPr/>
              </p:nvPicPr>
              <p:blipFill>
                <a:blip r:embed="rId852"/>
                <a:stretch>
                  <a:fillRect/>
                </a:stretch>
              </p:blipFill>
              <p:spPr>
                <a:xfrm>
                  <a:off x="8099045" y="4462693"/>
                  <a:ext cx="158400" cy="63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3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555FB285-687F-D07D-340F-FC584E938C63}"/>
                    </a:ext>
                  </a:extLst>
                </p14:cNvPr>
                <p14:cNvContentPartPr/>
                <p14:nvPr/>
              </p14:nvContentPartPr>
              <p14:xfrm>
                <a:off x="8311445" y="4464853"/>
                <a:ext cx="24840" cy="148680"/>
              </p14:xfrm>
            </p:contentPart>
          </mc:Choice>
          <mc:Fallback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555FB285-687F-D07D-340F-FC584E938C63}"/>
                    </a:ext>
                  </a:extLst>
                </p:cNvPr>
                <p:cNvPicPr/>
                <p:nvPr/>
              </p:nvPicPr>
              <p:blipFill>
                <a:blip r:embed="rId854"/>
                <a:stretch>
                  <a:fillRect/>
                </a:stretch>
              </p:blipFill>
              <p:spPr>
                <a:xfrm>
                  <a:off x="8302805" y="4456213"/>
                  <a:ext cx="424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5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AC9CC61F-E72F-B768-76C8-E8346FB48E02}"/>
                    </a:ext>
                  </a:extLst>
                </p14:cNvPr>
                <p14:cNvContentPartPr/>
                <p14:nvPr/>
              </p14:nvContentPartPr>
              <p14:xfrm>
                <a:off x="8421965" y="4473493"/>
                <a:ext cx="250920" cy="114120"/>
              </p14:xfrm>
            </p:contentPart>
          </mc:Choice>
          <mc:Fallback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AC9CC61F-E72F-B768-76C8-E8346FB48E02}"/>
                    </a:ext>
                  </a:extLst>
                </p:cNvPr>
                <p:cNvPicPr/>
                <p:nvPr/>
              </p:nvPicPr>
              <p:blipFill>
                <a:blip r:embed="rId856"/>
                <a:stretch>
                  <a:fillRect/>
                </a:stretch>
              </p:blipFill>
              <p:spPr>
                <a:xfrm>
                  <a:off x="8413325" y="4464493"/>
                  <a:ext cx="2685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7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E39B31B3-C653-D7BC-29CC-2BDDB617467C}"/>
                    </a:ext>
                  </a:extLst>
                </p14:cNvPr>
                <p14:cNvContentPartPr/>
                <p14:nvPr/>
              </p14:nvContentPartPr>
              <p14:xfrm>
                <a:off x="8370845" y="4812973"/>
                <a:ext cx="30240" cy="158760"/>
              </p14:xfrm>
            </p:contentPart>
          </mc:Choice>
          <mc:Fallback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E39B31B3-C653-D7BC-29CC-2BDDB617467C}"/>
                    </a:ext>
                  </a:extLst>
                </p:cNvPr>
                <p:cNvPicPr/>
                <p:nvPr/>
              </p:nvPicPr>
              <p:blipFill>
                <a:blip r:embed="rId858"/>
                <a:stretch>
                  <a:fillRect/>
                </a:stretch>
              </p:blipFill>
              <p:spPr>
                <a:xfrm>
                  <a:off x="8361845" y="4804333"/>
                  <a:ext cx="478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9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F92E0CCF-84E2-F7AB-D438-A92C617620E2}"/>
                    </a:ext>
                  </a:extLst>
                </p14:cNvPr>
                <p14:cNvContentPartPr/>
                <p14:nvPr/>
              </p14:nvContentPartPr>
              <p14:xfrm>
                <a:off x="8499725" y="4832053"/>
                <a:ext cx="17640" cy="118800"/>
              </p14:xfrm>
            </p:contentPart>
          </mc:Choice>
          <mc:Fallback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F92E0CCF-84E2-F7AB-D438-A92C617620E2}"/>
                    </a:ext>
                  </a:extLst>
                </p:cNvPr>
                <p:cNvPicPr/>
                <p:nvPr/>
              </p:nvPicPr>
              <p:blipFill>
                <a:blip r:embed="rId860"/>
                <a:stretch>
                  <a:fillRect/>
                </a:stretch>
              </p:blipFill>
              <p:spPr>
                <a:xfrm>
                  <a:off x="8491085" y="4823053"/>
                  <a:ext cx="352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1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3DEA1AFB-298E-4F53-A0D1-C39542742F0D}"/>
                    </a:ext>
                  </a:extLst>
                </p14:cNvPr>
                <p14:cNvContentPartPr/>
                <p14:nvPr/>
              </p14:nvContentPartPr>
              <p14:xfrm>
                <a:off x="8582165" y="4808653"/>
                <a:ext cx="102600" cy="166320"/>
              </p14:xfrm>
            </p:contentPart>
          </mc:Choice>
          <mc:Fallback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3DEA1AFB-298E-4F53-A0D1-C39542742F0D}"/>
                    </a:ext>
                  </a:extLst>
                </p:cNvPr>
                <p:cNvPicPr/>
                <p:nvPr/>
              </p:nvPicPr>
              <p:blipFill>
                <a:blip r:embed="rId862"/>
                <a:stretch>
                  <a:fillRect/>
                </a:stretch>
              </p:blipFill>
              <p:spPr>
                <a:xfrm>
                  <a:off x="8573525" y="4799653"/>
                  <a:ext cx="1202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3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428204C2-4136-FC81-FC70-0EB44A3E3830}"/>
                    </a:ext>
                  </a:extLst>
                </p14:cNvPr>
                <p14:cNvContentPartPr/>
                <p14:nvPr/>
              </p14:nvContentPartPr>
              <p14:xfrm>
                <a:off x="8783405" y="4379893"/>
                <a:ext cx="173520" cy="793440"/>
              </p14:xfrm>
            </p:contentPart>
          </mc:Choice>
          <mc:Fallback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428204C2-4136-FC81-FC70-0EB44A3E3830}"/>
                    </a:ext>
                  </a:extLst>
                </p:cNvPr>
                <p:cNvPicPr/>
                <p:nvPr/>
              </p:nvPicPr>
              <p:blipFill>
                <a:blip r:embed="rId864"/>
                <a:stretch>
                  <a:fillRect/>
                </a:stretch>
              </p:blipFill>
              <p:spPr>
                <a:xfrm>
                  <a:off x="8774765" y="4370893"/>
                  <a:ext cx="191160" cy="81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5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F8BC7705-9F10-1FB5-CF02-883B9C5D5257}"/>
                    </a:ext>
                  </a:extLst>
                </p14:cNvPr>
                <p14:cNvContentPartPr/>
                <p14:nvPr/>
              </p14:nvContentPartPr>
              <p14:xfrm>
                <a:off x="9100205" y="4791733"/>
                <a:ext cx="101520" cy="69840"/>
              </p14:xfrm>
            </p:contentPart>
          </mc:Choice>
          <mc:Fallback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F8BC7705-9F10-1FB5-CF02-883B9C5D5257}"/>
                    </a:ext>
                  </a:extLst>
                </p:cNvPr>
                <p:cNvPicPr/>
                <p:nvPr/>
              </p:nvPicPr>
              <p:blipFill>
                <a:blip r:embed="rId866"/>
                <a:stretch>
                  <a:fillRect/>
                </a:stretch>
              </p:blipFill>
              <p:spPr>
                <a:xfrm>
                  <a:off x="9091205" y="4783093"/>
                  <a:ext cx="1191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7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BE44D76C-E5E4-6F8C-4A28-12B32109C6E9}"/>
                    </a:ext>
                  </a:extLst>
                </p14:cNvPr>
                <p14:cNvContentPartPr/>
                <p14:nvPr/>
              </p14:nvContentPartPr>
              <p14:xfrm>
                <a:off x="1652145" y="2959978"/>
                <a:ext cx="4914360" cy="392040"/>
              </p14:xfrm>
            </p:contentPart>
          </mc:Choice>
          <mc:Fallback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BE44D76C-E5E4-6F8C-4A28-12B32109C6E9}"/>
                    </a:ext>
                  </a:extLst>
                </p:cNvPr>
                <p:cNvPicPr/>
                <p:nvPr/>
              </p:nvPicPr>
              <p:blipFill>
                <a:blip r:embed="rId868"/>
                <a:stretch>
                  <a:fillRect/>
                </a:stretch>
              </p:blipFill>
              <p:spPr>
                <a:xfrm>
                  <a:off x="1643505" y="2950978"/>
                  <a:ext cx="4932000" cy="40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4" name="Group 523">
            <a:extLst>
              <a:ext uri="{FF2B5EF4-FFF2-40B4-BE49-F238E27FC236}">
                <a16:creationId xmlns:a16="http://schemas.microsoft.com/office/drawing/2014/main" id="{88335157-429A-C778-9DAF-519E01964267}"/>
              </a:ext>
            </a:extLst>
          </p:cNvPr>
          <p:cNvGrpSpPr/>
          <p:nvPr/>
        </p:nvGrpSpPr>
        <p:grpSpPr>
          <a:xfrm>
            <a:off x="5512065" y="5833858"/>
            <a:ext cx="229320" cy="287280"/>
            <a:chOff x="5512065" y="5833858"/>
            <a:chExt cx="229320" cy="28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9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DBE23F7D-E916-8DD3-5D3D-A2516B4D397F}"/>
                    </a:ext>
                  </a:extLst>
                </p14:cNvPr>
                <p14:cNvContentPartPr/>
                <p14:nvPr/>
              </p14:nvContentPartPr>
              <p14:xfrm>
                <a:off x="5512065" y="5833858"/>
                <a:ext cx="99360" cy="144720"/>
              </p14:xfrm>
            </p:contentPart>
          </mc:Choice>
          <mc:Fallback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DBE23F7D-E916-8DD3-5D3D-A2516B4D397F}"/>
                    </a:ext>
                  </a:extLst>
                </p:cNvPr>
                <p:cNvPicPr/>
                <p:nvPr/>
              </p:nvPicPr>
              <p:blipFill>
                <a:blip r:embed="rId870"/>
                <a:stretch>
                  <a:fillRect/>
                </a:stretch>
              </p:blipFill>
              <p:spPr>
                <a:xfrm>
                  <a:off x="5503425" y="5824858"/>
                  <a:ext cx="1170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1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6774DF14-ACFC-A8FD-23B1-DED062CF5AEB}"/>
                    </a:ext>
                  </a:extLst>
                </p14:cNvPr>
                <p14:cNvContentPartPr/>
                <p14:nvPr/>
              </p14:nvContentPartPr>
              <p14:xfrm>
                <a:off x="5708265" y="5962018"/>
                <a:ext cx="33120" cy="159120"/>
              </p14:xfrm>
            </p:contentPart>
          </mc:Choice>
          <mc:Fallback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6774DF14-ACFC-A8FD-23B1-DED062CF5AEB}"/>
                    </a:ext>
                  </a:extLst>
                </p:cNvPr>
                <p:cNvPicPr/>
                <p:nvPr/>
              </p:nvPicPr>
              <p:blipFill>
                <a:blip r:embed="rId872"/>
                <a:stretch>
                  <a:fillRect/>
                </a:stretch>
              </p:blipFill>
              <p:spPr>
                <a:xfrm>
                  <a:off x="5699265" y="5953378"/>
                  <a:ext cx="50760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0D5EF009-F72A-FEA0-9BF3-7DD805B50ECF}"/>
              </a:ext>
            </a:extLst>
          </p:cNvPr>
          <p:cNvGrpSpPr/>
          <p:nvPr/>
        </p:nvGrpSpPr>
        <p:grpSpPr>
          <a:xfrm>
            <a:off x="5837865" y="5671858"/>
            <a:ext cx="277200" cy="446760"/>
            <a:chOff x="5837865" y="5671858"/>
            <a:chExt cx="277200" cy="44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3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96ADD64A-6663-3283-F74C-BBECAF0743D4}"/>
                    </a:ext>
                  </a:extLst>
                </p14:cNvPr>
                <p14:cNvContentPartPr/>
                <p14:nvPr/>
              </p14:nvContentPartPr>
              <p14:xfrm>
                <a:off x="5837865" y="5825218"/>
                <a:ext cx="131760" cy="147960"/>
              </p14:xfrm>
            </p:contentPart>
          </mc:Choice>
          <mc:Fallback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96ADD64A-6663-3283-F74C-BBECAF0743D4}"/>
                    </a:ext>
                  </a:extLst>
                </p:cNvPr>
                <p:cNvPicPr/>
                <p:nvPr/>
              </p:nvPicPr>
              <p:blipFill>
                <a:blip r:embed="rId874"/>
                <a:stretch>
                  <a:fillRect/>
                </a:stretch>
              </p:blipFill>
              <p:spPr>
                <a:xfrm>
                  <a:off x="5828865" y="5816578"/>
                  <a:ext cx="1494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5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64BCB1CA-0DAE-7C0E-2DDA-D3F257E60C73}"/>
                    </a:ext>
                  </a:extLst>
                </p14:cNvPr>
                <p14:cNvContentPartPr/>
                <p14:nvPr/>
              </p14:nvContentPartPr>
              <p14:xfrm>
                <a:off x="5956305" y="5671858"/>
                <a:ext cx="158760" cy="446760"/>
              </p14:xfrm>
            </p:contentPart>
          </mc:Choice>
          <mc:Fallback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64BCB1CA-0DAE-7C0E-2DDA-D3F257E60C73}"/>
                    </a:ext>
                  </a:extLst>
                </p:cNvPr>
                <p:cNvPicPr/>
                <p:nvPr/>
              </p:nvPicPr>
              <p:blipFill>
                <a:blip r:embed="rId876"/>
                <a:stretch>
                  <a:fillRect/>
                </a:stretch>
              </p:blipFill>
              <p:spPr>
                <a:xfrm>
                  <a:off x="5947665" y="5662858"/>
                  <a:ext cx="176400" cy="46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77">
            <p14:nvContentPartPr>
              <p14:cNvPr id="528" name="Ink 527">
                <a:extLst>
                  <a:ext uri="{FF2B5EF4-FFF2-40B4-BE49-F238E27FC236}">
                    <a16:creationId xmlns:a16="http://schemas.microsoft.com/office/drawing/2014/main" id="{49884A97-FA04-34E5-B947-0FA7FABE14AC}"/>
                  </a:ext>
                </a:extLst>
              </p14:cNvPr>
              <p14:cNvContentPartPr/>
              <p14:nvPr/>
            </p14:nvContentPartPr>
            <p14:xfrm>
              <a:off x="6339345" y="5798938"/>
              <a:ext cx="393840" cy="135720"/>
            </p14:xfrm>
          </p:contentPart>
        </mc:Choice>
        <mc:Fallback>
          <p:pic>
            <p:nvPicPr>
              <p:cNvPr id="528" name="Ink 527">
                <a:extLst>
                  <a:ext uri="{FF2B5EF4-FFF2-40B4-BE49-F238E27FC236}">
                    <a16:creationId xmlns:a16="http://schemas.microsoft.com/office/drawing/2014/main" id="{49884A97-FA04-34E5-B947-0FA7FABE14AC}"/>
                  </a:ext>
                </a:extLst>
              </p:cNvPr>
              <p:cNvPicPr/>
              <p:nvPr/>
            </p:nvPicPr>
            <p:blipFill>
              <a:blip r:embed="rId878"/>
              <a:stretch>
                <a:fillRect/>
              </a:stretch>
            </p:blipFill>
            <p:spPr>
              <a:xfrm>
                <a:off x="6330345" y="5789938"/>
                <a:ext cx="411480" cy="15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35" name="Group 534">
            <a:extLst>
              <a:ext uri="{FF2B5EF4-FFF2-40B4-BE49-F238E27FC236}">
                <a16:creationId xmlns:a16="http://schemas.microsoft.com/office/drawing/2014/main" id="{77E40087-0CF8-6CAE-EEB1-070D0A37379E}"/>
              </a:ext>
            </a:extLst>
          </p:cNvPr>
          <p:cNvGrpSpPr/>
          <p:nvPr/>
        </p:nvGrpSpPr>
        <p:grpSpPr>
          <a:xfrm>
            <a:off x="7092105" y="5715058"/>
            <a:ext cx="1540800" cy="233640"/>
            <a:chOff x="7092105" y="5715058"/>
            <a:chExt cx="1540800" cy="23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9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E2E3DABA-0ED8-F5F5-A4E6-7CF7082CBA9C}"/>
                    </a:ext>
                  </a:extLst>
                </p14:cNvPr>
                <p14:cNvContentPartPr/>
                <p14:nvPr/>
              </p14:nvContentPartPr>
              <p14:xfrm>
                <a:off x="7092105" y="5793178"/>
                <a:ext cx="402480" cy="155520"/>
              </p14:xfrm>
            </p:contentPart>
          </mc:Choice>
          <mc:Fallback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E2E3DABA-0ED8-F5F5-A4E6-7CF7082CBA9C}"/>
                    </a:ext>
                  </a:extLst>
                </p:cNvPr>
                <p:cNvPicPr/>
                <p:nvPr/>
              </p:nvPicPr>
              <p:blipFill>
                <a:blip r:embed="rId880"/>
                <a:stretch>
                  <a:fillRect/>
                </a:stretch>
              </p:blipFill>
              <p:spPr>
                <a:xfrm>
                  <a:off x="7083465" y="5784178"/>
                  <a:ext cx="4201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1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E8C0D33C-42E6-7716-DD40-8C234AB07E2F}"/>
                    </a:ext>
                  </a:extLst>
                </p14:cNvPr>
                <p14:cNvContentPartPr/>
                <p14:nvPr/>
              </p14:nvContentPartPr>
              <p14:xfrm>
                <a:off x="7442745" y="5715058"/>
                <a:ext cx="32040" cy="48240"/>
              </p14:xfrm>
            </p:contentPart>
          </mc:Choice>
          <mc:Fallback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E8C0D33C-42E6-7716-DD40-8C234AB07E2F}"/>
                    </a:ext>
                  </a:extLst>
                </p:cNvPr>
                <p:cNvPicPr/>
                <p:nvPr/>
              </p:nvPicPr>
              <p:blipFill>
                <a:blip r:embed="rId882"/>
                <a:stretch>
                  <a:fillRect/>
                </a:stretch>
              </p:blipFill>
              <p:spPr>
                <a:xfrm>
                  <a:off x="7433745" y="5706058"/>
                  <a:ext cx="496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3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356420AF-4C77-4ACE-D9E2-86F3B618FD53}"/>
                    </a:ext>
                  </a:extLst>
                </p14:cNvPr>
                <p14:cNvContentPartPr/>
                <p14:nvPr/>
              </p14:nvContentPartPr>
              <p14:xfrm>
                <a:off x="7489905" y="5807578"/>
                <a:ext cx="314640" cy="119160"/>
              </p14:xfrm>
            </p:contentPart>
          </mc:Choice>
          <mc:Fallback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356420AF-4C77-4ACE-D9E2-86F3B618FD53}"/>
                    </a:ext>
                  </a:extLst>
                </p:cNvPr>
                <p:cNvPicPr/>
                <p:nvPr/>
              </p:nvPicPr>
              <p:blipFill>
                <a:blip r:embed="rId884"/>
                <a:stretch>
                  <a:fillRect/>
                </a:stretch>
              </p:blipFill>
              <p:spPr>
                <a:xfrm>
                  <a:off x="7481265" y="5798938"/>
                  <a:ext cx="3322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5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2A903E9F-C051-323E-F552-A08785D383E5}"/>
                    </a:ext>
                  </a:extLst>
                </p14:cNvPr>
                <p14:cNvContentPartPr/>
                <p14:nvPr/>
              </p14:nvContentPartPr>
              <p14:xfrm>
                <a:off x="7708065" y="5735578"/>
                <a:ext cx="29520" cy="39600"/>
              </p14:xfrm>
            </p:contentPart>
          </mc:Choice>
          <mc:Fallback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2A903E9F-C051-323E-F552-A08785D383E5}"/>
                    </a:ext>
                  </a:extLst>
                </p:cNvPr>
                <p:cNvPicPr/>
                <p:nvPr/>
              </p:nvPicPr>
              <p:blipFill>
                <a:blip r:embed="rId886"/>
                <a:stretch>
                  <a:fillRect/>
                </a:stretch>
              </p:blipFill>
              <p:spPr>
                <a:xfrm>
                  <a:off x="7699425" y="5726938"/>
                  <a:ext cx="471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7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1C5D773F-31A3-AA64-25FF-2B2AAC1F43C2}"/>
                    </a:ext>
                  </a:extLst>
                </p14:cNvPr>
                <p14:cNvContentPartPr/>
                <p14:nvPr/>
              </p14:nvContentPartPr>
              <p14:xfrm>
                <a:off x="7791585" y="5799658"/>
                <a:ext cx="342360" cy="131760"/>
              </p14:xfrm>
            </p:contentPart>
          </mc:Choice>
          <mc:Fallback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1C5D773F-31A3-AA64-25FF-2B2AAC1F43C2}"/>
                    </a:ext>
                  </a:extLst>
                </p:cNvPr>
                <p:cNvPicPr/>
                <p:nvPr/>
              </p:nvPicPr>
              <p:blipFill>
                <a:blip r:embed="rId888"/>
                <a:stretch>
                  <a:fillRect/>
                </a:stretch>
              </p:blipFill>
              <p:spPr>
                <a:xfrm>
                  <a:off x="7782945" y="5790658"/>
                  <a:ext cx="3600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9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587ED915-B71E-2607-4D24-794FDDDE6F60}"/>
                    </a:ext>
                  </a:extLst>
                </p14:cNvPr>
                <p14:cNvContentPartPr/>
                <p14:nvPr/>
              </p14:nvContentPartPr>
              <p14:xfrm>
                <a:off x="8169225" y="5766538"/>
                <a:ext cx="463680" cy="143640"/>
              </p14:xfrm>
            </p:contentPart>
          </mc:Choice>
          <mc:Fallback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587ED915-B71E-2607-4D24-794FDDDE6F60}"/>
                    </a:ext>
                  </a:extLst>
                </p:cNvPr>
                <p:cNvPicPr/>
                <p:nvPr/>
              </p:nvPicPr>
              <p:blipFill>
                <a:blip r:embed="rId890"/>
                <a:stretch>
                  <a:fillRect/>
                </a:stretch>
              </p:blipFill>
              <p:spPr>
                <a:xfrm>
                  <a:off x="8160225" y="5757898"/>
                  <a:ext cx="481320" cy="161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00398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FCB7F-9739-46F8-8673-3BB5D6C67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Newton’s Method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A5F32-9002-4E33-8B98-B75A622F9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Newton’s method for optimization is equivalent to finding the roots of the derivative function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A22BC38-671C-4771-9F08-E8BB66632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1896" y="2935408"/>
            <a:ext cx="8670357" cy="377993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32BDA-D0E6-4961-87D8-BD1C6C9E2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F7A25-8F01-46F3-BAC3-4B9A508F84B8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3017331-CB54-07F6-547D-19C0E1F00900}"/>
                  </a:ext>
                </a:extLst>
              </p14:cNvPr>
              <p14:cNvContentPartPr/>
              <p14:nvPr/>
            </p14:nvContentPartPr>
            <p14:xfrm>
              <a:off x="4817265" y="4491058"/>
              <a:ext cx="45720" cy="78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3017331-CB54-07F6-547D-19C0E1F009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08265" y="4482058"/>
                <a:ext cx="6336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26514A4-6EF9-41CC-ADEF-03007DBFD05D}"/>
                  </a:ext>
                </a:extLst>
              </p14:cNvPr>
              <p14:cNvContentPartPr/>
              <p14:nvPr/>
            </p14:nvContentPartPr>
            <p14:xfrm>
              <a:off x="3945705" y="5258218"/>
              <a:ext cx="24840" cy="522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26514A4-6EF9-41CC-ADEF-03007DBFD05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37065" y="5249578"/>
                <a:ext cx="4248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FB6DACF-1E59-CF8F-DACB-ADD803B592B6}"/>
                  </a:ext>
                </a:extLst>
              </p14:cNvPr>
              <p14:cNvContentPartPr/>
              <p14:nvPr/>
            </p14:nvContentPartPr>
            <p14:xfrm>
              <a:off x="3957585" y="5383858"/>
              <a:ext cx="2880" cy="1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FB6DACF-1E59-CF8F-DACB-ADD803B592B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48945" y="5375218"/>
                <a:ext cx="2052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49656DC-91A3-DAD1-8BE7-075F35CF23C9}"/>
                  </a:ext>
                </a:extLst>
              </p14:cNvPr>
              <p14:cNvContentPartPr/>
              <p14:nvPr/>
            </p14:nvContentPartPr>
            <p14:xfrm>
              <a:off x="3997545" y="6030778"/>
              <a:ext cx="2160" cy="72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49656DC-91A3-DAD1-8BE7-075F35CF23C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88545" y="6022138"/>
                <a:ext cx="1980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DAB552F-40B2-D759-FE74-1672B4920556}"/>
                  </a:ext>
                </a:extLst>
              </p14:cNvPr>
              <p14:cNvContentPartPr/>
              <p14:nvPr/>
            </p14:nvContentPartPr>
            <p14:xfrm>
              <a:off x="3987465" y="6238858"/>
              <a:ext cx="5400" cy="140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DAB552F-40B2-D759-FE74-1672B492055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78465" y="6229858"/>
                <a:ext cx="2304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6B3791F-2E38-B617-FFF3-69E8247565E4}"/>
                  </a:ext>
                </a:extLst>
              </p14:cNvPr>
              <p14:cNvContentPartPr/>
              <p14:nvPr/>
            </p14:nvContentPartPr>
            <p14:xfrm>
              <a:off x="6092025" y="5059498"/>
              <a:ext cx="241200" cy="1256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6B3791F-2E38-B617-FFF3-69E8247565E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038025" y="4951498"/>
                <a:ext cx="34884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4988AA3-AAF8-98AB-BE2F-765235B41E25}"/>
                  </a:ext>
                </a:extLst>
              </p14:cNvPr>
              <p14:cNvContentPartPr/>
              <p14:nvPr/>
            </p14:nvContentPartPr>
            <p14:xfrm>
              <a:off x="9519585" y="3678898"/>
              <a:ext cx="43200" cy="777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4988AA3-AAF8-98AB-BE2F-765235B41E2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465585" y="3570898"/>
                <a:ext cx="15084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61D19FF-370A-58BB-CA61-1DFE0B010844}"/>
                  </a:ext>
                </a:extLst>
              </p14:cNvPr>
              <p14:cNvContentPartPr/>
              <p14:nvPr/>
            </p14:nvContentPartPr>
            <p14:xfrm>
              <a:off x="8491065" y="5146258"/>
              <a:ext cx="14760" cy="104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61D19FF-370A-58BB-CA61-1DFE0B01084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37065" y="5038258"/>
                <a:ext cx="1224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5C3F9FE-2253-4B35-7C42-A0CAB25E04CA}"/>
                  </a:ext>
                </a:extLst>
              </p14:cNvPr>
              <p14:cNvContentPartPr/>
              <p14:nvPr/>
            </p14:nvContentPartPr>
            <p14:xfrm>
              <a:off x="8448225" y="5146618"/>
              <a:ext cx="22680" cy="295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5C3F9FE-2253-4B35-7C42-A0CAB25E04C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394225" y="5038618"/>
                <a:ext cx="1303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AFBAE19-A5F6-5D8D-7217-824A74D0ED04}"/>
                  </a:ext>
                </a:extLst>
              </p14:cNvPr>
              <p14:cNvContentPartPr/>
              <p14:nvPr/>
            </p14:nvContentPartPr>
            <p14:xfrm>
              <a:off x="8447145" y="5849698"/>
              <a:ext cx="3600" cy="151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AFBAE19-A5F6-5D8D-7217-824A74D0ED0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393145" y="5742058"/>
                <a:ext cx="11124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DEE272F-08EB-CAFC-AEAF-09F99CD49CDB}"/>
                  </a:ext>
                </a:extLst>
              </p14:cNvPr>
              <p14:cNvContentPartPr/>
              <p14:nvPr/>
            </p14:nvContentPartPr>
            <p14:xfrm>
              <a:off x="8434545" y="4969498"/>
              <a:ext cx="7920" cy="151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DEE272F-08EB-CAFC-AEAF-09F99CD49CD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380905" y="4861498"/>
                <a:ext cx="115560" cy="23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2470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FCB7F-9739-46F8-8673-3BB5D6C67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Newton’s Method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A5F32-9002-4E33-8B98-B75A622F9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Common causes of error in Newton’s method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6BB88C3-7FC5-4362-9EBD-68CE49E7B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5290" y="2700874"/>
            <a:ext cx="10361420" cy="347608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C0341-3115-40FD-992C-0FDC564FB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F7A25-8F01-46F3-BAC3-4B9A508F84B8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578A06E-EC51-7691-172F-922F118347DE}"/>
                  </a:ext>
                </a:extLst>
              </p14:cNvPr>
              <p14:cNvContentPartPr/>
              <p14:nvPr/>
            </p14:nvContentPartPr>
            <p14:xfrm>
              <a:off x="3432345" y="4316818"/>
              <a:ext cx="95040" cy="95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578A06E-EC51-7691-172F-922F118347D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78705" y="4209178"/>
                <a:ext cx="20268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A0819E-655B-B5E2-E34F-FC85A8478B78}"/>
                  </a:ext>
                </a:extLst>
              </p14:cNvPr>
              <p14:cNvContentPartPr/>
              <p14:nvPr/>
            </p14:nvContentPartPr>
            <p14:xfrm>
              <a:off x="1917465" y="5283058"/>
              <a:ext cx="56160" cy="98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A0819E-655B-B5E2-E34F-FC85A8478B7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63825" y="5175418"/>
                <a:ext cx="16380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108AA45-5EE4-74C5-C197-8EB5AE473369}"/>
                  </a:ext>
                </a:extLst>
              </p14:cNvPr>
              <p14:cNvContentPartPr/>
              <p14:nvPr/>
            </p14:nvContentPartPr>
            <p14:xfrm>
              <a:off x="1878225" y="4314298"/>
              <a:ext cx="131040" cy="1526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108AA45-5EE4-74C5-C197-8EB5AE47336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24585" y="4206298"/>
                <a:ext cx="23868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F381A68-295F-2745-8A02-8FE7520E1C70}"/>
                  </a:ext>
                </a:extLst>
              </p14:cNvPr>
              <p14:cNvContentPartPr/>
              <p14:nvPr/>
            </p14:nvContentPartPr>
            <p14:xfrm>
              <a:off x="3445305" y="5299618"/>
              <a:ext cx="83520" cy="89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F381A68-295F-2745-8A02-8FE7520E1C7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91305" y="5191978"/>
                <a:ext cx="19116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D6A80A1-A867-D12C-9786-79C9C03A26A5}"/>
                  </a:ext>
                </a:extLst>
              </p14:cNvPr>
              <p14:cNvContentPartPr/>
              <p14:nvPr/>
            </p14:nvContentPartPr>
            <p14:xfrm>
              <a:off x="3461505" y="4349218"/>
              <a:ext cx="21600" cy="266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D6A80A1-A867-D12C-9786-79C9C03A26A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07505" y="4241218"/>
                <a:ext cx="12924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F460CC5-73C6-8EA0-7C0B-60F66ED515E7}"/>
                  </a:ext>
                </a:extLst>
              </p14:cNvPr>
              <p14:cNvContentPartPr/>
              <p14:nvPr/>
            </p14:nvContentPartPr>
            <p14:xfrm>
              <a:off x="2628825" y="4663138"/>
              <a:ext cx="75240" cy="8910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F460CC5-73C6-8EA0-7C0B-60F66ED515E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75185" y="4555138"/>
                <a:ext cx="182880" cy="11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9B91023-BBE4-FA0E-44CF-2D85A23A689D}"/>
                  </a:ext>
                </a:extLst>
              </p14:cNvPr>
              <p14:cNvContentPartPr/>
              <p14:nvPr/>
            </p14:nvContentPartPr>
            <p14:xfrm>
              <a:off x="2678505" y="4639378"/>
              <a:ext cx="107640" cy="9799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9B91023-BBE4-FA0E-44CF-2D85A23A689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624865" y="4531738"/>
                <a:ext cx="215280" cy="11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D6DC8D2-BAF3-D35A-62AC-FF37F7B74189}"/>
                  </a:ext>
                </a:extLst>
              </p14:cNvPr>
              <p14:cNvContentPartPr/>
              <p14:nvPr/>
            </p14:nvContentPartPr>
            <p14:xfrm>
              <a:off x="5376345" y="4251298"/>
              <a:ext cx="26280" cy="302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D6DC8D2-BAF3-D35A-62AC-FF37F7B7418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322705" y="4143298"/>
                <a:ext cx="13392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5CF5397-07D9-A21B-8FC2-3462B20D6620}"/>
                  </a:ext>
                </a:extLst>
              </p14:cNvPr>
              <p14:cNvContentPartPr/>
              <p14:nvPr/>
            </p14:nvContentPartPr>
            <p14:xfrm>
              <a:off x="5346465" y="4253458"/>
              <a:ext cx="2520" cy="21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5CF5397-07D9-A21B-8FC2-3462B20D662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292465" y="4145818"/>
                <a:ext cx="11016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6E6A643-FB8B-774C-E22B-FFD6C324D1C2}"/>
                  </a:ext>
                </a:extLst>
              </p14:cNvPr>
              <p14:cNvContentPartPr/>
              <p14:nvPr/>
            </p14:nvContentPartPr>
            <p14:xfrm>
              <a:off x="7792665" y="5208898"/>
              <a:ext cx="23760" cy="79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6E6A643-FB8B-774C-E22B-FFD6C324D1C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738665" y="5101258"/>
                <a:ext cx="13140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8CB5901-43E3-9C58-C761-5BD81E348198}"/>
                  </a:ext>
                </a:extLst>
              </p14:cNvPr>
              <p14:cNvContentPartPr/>
              <p14:nvPr/>
            </p14:nvContentPartPr>
            <p14:xfrm>
              <a:off x="5376705" y="4284058"/>
              <a:ext cx="9360" cy="219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8CB5901-43E3-9C58-C761-5BD81E34819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323065" y="4176418"/>
                <a:ext cx="11700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745467A-4271-0871-874B-78E77819CD21}"/>
                  </a:ext>
                </a:extLst>
              </p14:cNvPr>
              <p14:cNvContentPartPr/>
              <p14:nvPr/>
            </p14:nvContentPartPr>
            <p14:xfrm>
              <a:off x="5396145" y="4322578"/>
              <a:ext cx="12240" cy="284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745467A-4271-0871-874B-78E77819CD2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342505" y="4214578"/>
                <a:ext cx="11988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B5C982E-DE71-ADEC-0A5A-4529E7166902}"/>
                  </a:ext>
                </a:extLst>
              </p14:cNvPr>
              <p14:cNvContentPartPr/>
              <p14:nvPr/>
            </p14:nvContentPartPr>
            <p14:xfrm>
              <a:off x="5940825" y="4568458"/>
              <a:ext cx="105480" cy="439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B5C982E-DE71-ADEC-0A5A-4529E716690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887185" y="4460458"/>
                <a:ext cx="21312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897E2B6-470D-E21A-A5BD-CDD3351FEE53}"/>
                  </a:ext>
                </a:extLst>
              </p14:cNvPr>
              <p14:cNvContentPartPr/>
              <p14:nvPr/>
            </p14:nvContentPartPr>
            <p14:xfrm>
              <a:off x="7306305" y="5346778"/>
              <a:ext cx="20880" cy="219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897E2B6-470D-E21A-A5BD-CDD3351FEE5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252305" y="5238778"/>
                <a:ext cx="1285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665687A-D5B2-7A43-82D4-82188D9C22F1}"/>
                  </a:ext>
                </a:extLst>
              </p14:cNvPr>
              <p14:cNvContentPartPr/>
              <p14:nvPr/>
            </p14:nvContentPartPr>
            <p14:xfrm>
              <a:off x="7210185" y="3435538"/>
              <a:ext cx="170640" cy="1018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665687A-D5B2-7A43-82D4-82188D9C22F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156545" y="3327538"/>
                <a:ext cx="27828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E941242-B380-4CCF-56AD-75F28E1131CA}"/>
                  </a:ext>
                </a:extLst>
              </p14:cNvPr>
              <p14:cNvContentPartPr/>
              <p14:nvPr/>
            </p14:nvContentPartPr>
            <p14:xfrm>
              <a:off x="5303265" y="3436258"/>
              <a:ext cx="1913760" cy="8272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E941242-B380-4CCF-56AD-75F28E1131C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249625" y="3328618"/>
                <a:ext cx="2021400" cy="10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323DE37-A7FD-B49F-1F45-EE5FD9B95EEF}"/>
                  </a:ext>
                </a:extLst>
              </p14:cNvPr>
              <p14:cNvContentPartPr/>
              <p14:nvPr/>
            </p14:nvContentPartPr>
            <p14:xfrm>
              <a:off x="10174065" y="2748658"/>
              <a:ext cx="326520" cy="3042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323DE37-A7FD-B49F-1F45-EE5FD9B95EE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120065" y="2641018"/>
                <a:ext cx="434160" cy="51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FF68CF2-EF08-F5E9-EB2D-5432BE3BE000}"/>
                  </a:ext>
                </a:extLst>
              </p14:cNvPr>
              <p14:cNvContentPartPr/>
              <p14:nvPr/>
            </p14:nvContentPartPr>
            <p14:xfrm>
              <a:off x="8530665" y="4177138"/>
              <a:ext cx="275760" cy="406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FF68CF2-EF08-F5E9-EB2D-5432BE3BE00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477025" y="4069498"/>
                <a:ext cx="38340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5F54978-62D2-569C-6B25-86AA831D303D}"/>
                  </a:ext>
                </a:extLst>
              </p14:cNvPr>
              <p14:cNvContentPartPr/>
              <p14:nvPr/>
            </p14:nvContentPartPr>
            <p14:xfrm>
              <a:off x="10260465" y="4610218"/>
              <a:ext cx="68760" cy="669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5F54978-62D2-569C-6B25-86AA831D303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206465" y="4502218"/>
                <a:ext cx="17640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BF77A73-0713-3BD2-1180-71AE2BA66C36}"/>
                  </a:ext>
                </a:extLst>
              </p14:cNvPr>
              <p14:cNvContentPartPr/>
              <p14:nvPr/>
            </p14:nvContentPartPr>
            <p14:xfrm>
              <a:off x="8956185" y="3857818"/>
              <a:ext cx="1343880" cy="8348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BF77A73-0713-3BD2-1180-71AE2BA66C3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902185" y="3750178"/>
                <a:ext cx="1451520" cy="10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3CB98F5-9A5C-C976-7411-9EAEC963CA54}"/>
                  </a:ext>
                </a:extLst>
              </p14:cNvPr>
              <p14:cNvContentPartPr/>
              <p14:nvPr/>
            </p14:nvContentPartPr>
            <p14:xfrm>
              <a:off x="10139145" y="4542178"/>
              <a:ext cx="104400" cy="64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3CB98F5-9A5C-C976-7411-9EAEC963CA5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085505" y="4434178"/>
                <a:ext cx="21204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0C06E37-6BD2-5E3F-5A88-DA7F87805CE6}"/>
                  </a:ext>
                </a:extLst>
              </p14:cNvPr>
              <p14:cNvContentPartPr/>
              <p14:nvPr/>
            </p14:nvContentPartPr>
            <p14:xfrm>
              <a:off x="10831425" y="4749178"/>
              <a:ext cx="93240" cy="2937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0C06E37-6BD2-5E3F-5A88-DA7F87805CE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777785" y="4641538"/>
                <a:ext cx="200880" cy="50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53416EC-D460-7D69-ED99-3356023427F0}"/>
                  </a:ext>
                </a:extLst>
              </p14:cNvPr>
              <p14:cNvContentPartPr/>
              <p14:nvPr/>
            </p14:nvContentPartPr>
            <p14:xfrm>
              <a:off x="10835385" y="4948618"/>
              <a:ext cx="168840" cy="1450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53416EC-D460-7D69-ED99-3356023427F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781385" y="4840618"/>
                <a:ext cx="276480" cy="36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1442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555B3C-02AC-55A8-2345-CCC9BF01A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10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7742A2-2129-7DC1-5C9B-88D9C7DAC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109" y="1223918"/>
            <a:ext cx="15162398" cy="179065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2728263-BF51-84D0-85D5-47A042C93881}"/>
                  </a:ext>
                </a:extLst>
              </p14:cNvPr>
              <p14:cNvContentPartPr/>
              <p14:nvPr/>
            </p14:nvContentPartPr>
            <p14:xfrm>
              <a:off x="8773246" y="2122618"/>
              <a:ext cx="1119240" cy="496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2728263-BF51-84D0-85D5-47A042C938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19606" y="2014618"/>
                <a:ext cx="1226880" cy="71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39AB72F-CE5E-96AE-9BD4-49C43BF2D5DD}"/>
                  </a:ext>
                </a:extLst>
              </p14:cNvPr>
              <p14:cNvContentPartPr/>
              <p14:nvPr/>
            </p14:nvContentPartPr>
            <p14:xfrm>
              <a:off x="9596926" y="2116498"/>
              <a:ext cx="498600" cy="449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39AB72F-CE5E-96AE-9BD4-49C43BF2D5D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43286" y="2008498"/>
                <a:ext cx="606240" cy="66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09746B3-8F36-0D47-1662-64F47DF02657}"/>
                  </a:ext>
                </a:extLst>
              </p14:cNvPr>
              <p14:cNvContentPartPr/>
              <p14:nvPr/>
            </p14:nvContentPartPr>
            <p14:xfrm>
              <a:off x="8980606" y="2573698"/>
              <a:ext cx="30960" cy="89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09746B3-8F36-0D47-1662-64F47DF0265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26966" y="2465698"/>
                <a:ext cx="13860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252B29C-574D-F330-2A57-D65AEE82D590}"/>
                  </a:ext>
                </a:extLst>
              </p14:cNvPr>
              <p14:cNvContentPartPr/>
              <p14:nvPr/>
            </p14:nvContentPartPr>
            <p14:xfrm>
              <a:off x="9885646" y="2535898"/>
              <a:ext cx="28800" cy="252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252B29C-574D-F330-2A57-D65AEE82D59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831646" y="2427898"/>
                <a:ext cx="136440" cy="24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27E87D20-D4F4-39DB-E225-95A809FD78D1}"/>
              </a:ext>
            </a:extLst>
          </p:cNvPr>
          <p:cNvGrpSpPr/>
          <p:nvPr/>
        </p:nvGrpSpPr>
        <p:grpSpPr>
          <a:xfrm>
            <a:off x="4003246" y="3321058"/>
            <a:ext cx="1160280" cy="400320"/>
            <a:chOff x="4003246" y="3321058"/>
            <a:chExt cx="1160280" cy="40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C8255B2-DDB0-6D0D-82A2-BFE06657EFC9}"/>
                    </a:ext>
                  </a:extLst>
                </p14:cNvPr>
                <p14:cNvContentPartPr/>
                <p14:nvPr/>
              </p14:nvContentPartPr>
              <p14:xfrm>
                <a:off x="4003246" y="3321058"/>
                <a:ext cx="228240" cy="400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C8255B2-DDB0-6D0D-82A2-BFE06657EFC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994606" y="3312058"/>
                  <a:ext cx="24588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C416D2A-9137-F91F-7DF2-697A2EFB8A0D}"/>
                    </a:ext>
                  </a:extLst>
                </p14:cNvPr>
                <p14:cNvContentPartPr/>
                <p14:nvPr/>
              </p14:nvContentPartPr>
              <p14:xfrm>
                <a:off x="4012966" y="3516178"/>
                <a:ext cx="194040" cy="74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C416D2A-9137-F91F-7DF2-697A2EFB8A0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003966" y="3507178"/>
                  <a:ext cx="2116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D99A0F8-1E67-3520-BEB7-B93CE5120E9E}"/>
                    </a:ext>
                  </a:extLst>
                </p14:cNvPr>
                <p14:cNvContentPartPr/>
                <p14:nvPr/>
              </p14:nvContentPartPr>
              <p14:xfrm>
                <a:off x="4343806" y="3467578"/>
                <a:ext cx="234720" cy="249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D99A0F8-1E67-3520-BEB7-B93CE5120E9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334806" y="3458578"/>
                  <a:ext cx="2523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5BEC287-F83E-85E7-7147-3DC0CAC34C00}"/>
                    </a:ext>
                  </a:extLst>
                </p14:cNvPr>
                <p14:cNvContentPartPr/>
                <p14:nvPr/>
              </p14:nvContentPartPr>
              <p14:xfrm>
                <a:off x="4387726" y="3572338"/>
                <a:ext cx="196920" cy="64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5BEC287-F83E-85E7-7147-3DC0CAC34C0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79086" y="3563698"/>
                  <a:ext cx="2145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B9502A2-531D-46DD-2EC3-9C925C639BB9}"/>
                    </a:ext>
                  </a:extLst>
                </p14:cNvPr>
                <p14:cNvContentPartPr/>
                <p14:nvPr/>
              </p14:nvContentPartPr>
              <p14:xfrm>
                <a:off x="4698766" y="3535978"/>
                <a:ext cx="96120" cy="20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B9502A2-531D-46DD-2EC3-9C925C639BB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689766" y="3526978"/>
                  <a:ext cx="1137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C1B3CE1-FA84-D31B-DA50-4F33D1755DB7}"/>
                    </a:ext>
                  </a:extLst>
                </p14:cNvPr>
                <p14:cNvContentPartPr/>
                <p14:nvPr/>
              </p14:nvContentPartPr>
              <p14:xfrm>
                <a:off x="4718206" y="3582418"/>
                <a:ext cx="108000" cy="33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C1B3CE1-FA84-D31B-DA50-4F33D1755DB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709566" y="3573778"/>
                  <a:ext cx="1256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04D4C36-553F-87FA-DF5C-45E1F22027FC}"/>
                    </a:ext>
                  </a:extLst>
                </p14:cNvPr>
                <p14:cNvContentPartPr/>
                <p14:nvPr/>
              </p14:nvContentPartPr>
              <p14:xfrm>
                <a:off x="5009806" y="3408898"/>
                <a:ext cx="18720" cy="256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04D4C36-553F-87FA-DF5C-45E1F22027F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000806" y="3400258"/>
                  <a:ext cx="363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D4B1209-93E8-A1D9-BAB6-0F5ED6FE787D}"/>
                    </a:ext>
                  </a:extLst>
                </p14:cNvPr>
                <p14:cNvContentPartPr/>
                <p14:nvPr/>
              </p14:nvContentPartPr>
              <p14:xfrm>
                <a:off x="4969486" y="3358138"/>
                <a:ext cx="194040" cy="313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D4B1209-93E8-A1D9-BAB6-0F5ED6FE787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960486" y="3349138"/>
                  <a:ext cx="211680" cy="33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D1C814B-B3C6-8FD3-9ADB-4837321BBB3F}"/>
              </a:ext>
            </a:extLst>
          </p:cNvPr>
          <p:cNvGrpSpPr/>
          <p:nvPr/>
        </p:nvGrpSpPr>
        <p:grpSpPr>
          <a:xfrm>
            <a:off x="4425886" y="4092898"/>
            <a:ext cx="632880" cy="281520"/>
            <a:chOff x="4425886" y="4092898"/>
            <a:chExt cx="632880" cy="28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F680DA5-CD2A-D615-7269-5EDC4AF3221D}"/>
                    </a:ext>
                  </a:extLst>
                </p14:cNvPr>
                <p14:cNvContentPartPr/>
                <p14:nvPr/>
              </p14:nvContentPartPr>
              <p14:xfrm>
                <a:off x="4425886" y="4092898"/>
                <a:ext cx="278640" cy="281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F680DA5-CD2A-D615-7269-5EDC4AF3221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17246" y="4084258"/>
                  <a:ext cx="2962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75DB7F5-CAC4-2A48-EA07-D5C4E811BF58}"/>
                    </a:ext>
                  </a:extLst>
                </p14:cNvPr>
                <p14:cNvContentPartPr/>
                <p14:nvPr/>
              </p14:nvContentPartPr>
              <p14:xfrm>
                <a:off x="4505086" y="4226458"/>
                <a:ext cx="243000" cy="52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75DB7F5-CAC4-2A48-EA07-D5C4E811BF5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496446" y="4217458"/>
                  <a:ext cx="2606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0AD9F17-A4A4-FCD0-92B4-192852961102}"/>
                    </a:ext>
                  </a:extLst>
                </p14:cNvPr>
                <p14:cNvContentPartPr/>
                <p14:nvPr/>
              </p14:nvContentPartPr>
              <p14:xfrm>
                <a:off x="4860766" y="4215298"/>
                <a:ext cx="118440" cy="8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0AD9F17-A4A4-FCD0-92B4-19285296110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851766" y="4206298"/>
                  <a:ext cx="1360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6ED57AE-764C-DC76-9217-9C67D83A1E18}"/>
                    </a:ext>
                  </a:extLst>
                </p14:cNvPr>
                <p14:cNvContentPartPr/>
                <p14:nvPr/>
              </p14:nvContentPartPr>
              <p14:xfrm>
                <a:off x="4912606" y="4246978"/>
                <a:ext cx="146160" cy="25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6ED57AE-764C-DC76-9217-9C67D83A1E1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903966" y="4237978"/>
                  <a:ext cx="16380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3BB0CAA-F49C-4770-1389-F07585751E84}"/>
              </a:ext>
            </a:extLst>
          </p:cNvPr>
          <p:cNvGrpSpPr/>
          <p:nvPr/>
        </p:nvGrpSpPr>
        <p:grpSpPr>
          <a:xfrm>
            <a:off x="5347486" y="4018738"/>
            <a:ext cx="763200" cy="307080"/>
            <a:chOff x="5347486" y="4018738"/>
            <a:chExt cx="763200" cy="30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D39E69A-7E68-F671-68D9-2C6892B8ACA1}"/>
                    </a:ext>
                  </a:extLst>
                </p14:cNvPr>
                <p14:cNvContentPartPr/>
                <p14:nvPr/>
              </p14:nvContentPartPr>
              <p14:xfrm>
                <a:off x="5347486" y="4018738"/>
                <a:ext cx="164520" cy="299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D39E69A-7E68-F671-68D9-2C6892B8ACA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338486" y="4009738"/>
                  <a:ext cx="1821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AD4860E-EAF0-9097-51FA-EE87E7AB90A5}"/>
                    </a:ext>
                  </a:extLst>
                </p14:cNvPr>
                <p14:cNvContentPartPr/>
                <p14:nvPr/>
              </p14:nvContentPartPr>
              <p14:xfrm>
                <a:off x="5356126" y="4183978"/>
                <a:ext cx="142560" cy="30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AD4860E-EAF0-9097-51FA-EE87E7AB90A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347486" y="4175338"/>
                  <a:ext cx="1602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DC68F00-7FE9-C4CF-8640-BDAD92373930}"/>
                    </a:ext>
                  </a:extLst>
                </p14:cNvPr>
                <p14:cNvContentPartPr/>
                <p14:nvPr/>
              </p14:nvContentPartPr>
              <p14:xfrm>
                <a:off x="5583646" y="4030618"/>
                <a:ext cx="243720" cy="255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DC68F00-7FE9-C4CF-8640-BDAD9237393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575006" y="4021978"/>
                  <a:ext cx="2613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143CC38-4879-9FD3-11FC-840667AAB61A}"/>
                    </a:ext>
                  </a:extLst>
                </p14:cNvPr>
                <p14:cNvContentPartPr/>
                <p14:nvPr/>
              </p14:nvContentPartPr>
              <p14:xfrm>
                <a:off x="5919166" y="4041058"/>
                <a:ext cx="191520" cy="284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143CC38-4879-9FD3-11FC-840667AAB61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910526" y="4032418"/>
                  <a:ext cx="209160" cy="30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4CD02D3-1D1C-D263-EE83-F67F2B8C0D64}"/>
                  </a:ext>
                </a:extLst>
              </p14:cNvPr>
              <p14:cNvContentPartPr/>
              <p14:nvPr/>
            </p14:nvContentPartPr>
            <p14:xfrm>
              <a:off x="5367286" y="4698778"/>
              <a:ext cx="160920" cy="2775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4CD02D3-1D1C-D263-EE83-F67F2B8C0D6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358646" y="4689778"/>
                <a:ext cx="17856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A013C24-D6B3-DC2C-A22C-CBE1256484C8}"/>
                  </a:ext>
                </a:extLst>
              </p14:cNvPr>
              <p14:cNvContentPartPr/>
              <p14:nvPr/>
            </p14:nvContentPartPr>
            <p14:xfrm>
              <a:off x="5748886" y="4880938"/>
              <a:ext cx="22680" cy="291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A013C24-D6B3-DC2C-A22C-CBE1256484C8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740246" y="4871938"/>
                <a:ext cx="40320" cy="4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6AD85608-6C0E-DFFB-18FE-6EEF4E3AE8FD}"/>
              </a:ext>
            </a:extLst>
          </p:cNvPr>
          <p:cNvGrpSpPr/>
          <p:nvPr/>
        </p:nvGrpSpPr>
        <p:grpSpPr>
          <a:xfrm>
            <a:off x="6044806" y="4556938"/>
            <a:ext cx="421560" cy="384840"/>
            <a:chOff x="6044806" y="4556938"/>
            <a:chExt cx="421560" cy="38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2F6C92E-A9F6-AD30-D606-C4D597E19EBC}"/>
                    </a:ext>
                  </a:extLst>
                </p14:cNvPr>
                <p14:cNvContentPartPr/>
                <p14:nvPr/>
              </p14:nvContentPartPr>
              <p14:xfrm>
                <a:off x="6044806" y="4692658"/>
                <a:ext cx="120240" cy="249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2F6C92E-A9F6-AD30-D606-C4D597E19EB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035806" y="4684018"/>
                  <a:ext cx="1378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92D3191-041D-F7AD-B835-3E0BF3FFD293}"/>
                    </a:ext>
                  </a:extLst>
                </p14:cNvPr>
                <p14:cNvContentPartPr/>
                <p14:nvPr/>
              </p14:nvContentPartPr>
              <p14:xfrm>
                <a:off x="6053446" y="4795978"/>
                <a:ext cx="141480" cy="41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92D3191-041D-F7AD-B835-3E0BF3FFD29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044806" y="4787338"/>
                  <a:ext cx="1591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2108DE9-64D9-7D31-2EE7-617EFFCD06D7}"/>
                    </a:ext>
                  </a:extLst>
                </p14:cNvPr>
                <p14:cNvContentPartPr/>
                <p14:nvPr/>
              </p14:nvContentPartPr>
              <p14:xfrm>
                <a:off x="6268726" y="4651258"/>
                <a:ext cx="117000" cy="19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2108DE9-64D9-7D31-2EE7-617EFFCD06D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260086" y="4642258"/>
                  <a:ext cx="1346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63A2562-5167-7667-2B5F-F604CFB3951B}"/>
                    </a:ext>
                  </a:extLst>
                </p14:cNvPr>
                <p14:cNvContentPartPr/>
                <p14:nvPr/>
              </p14:nvContentPartPr>
              <p14:xfrm>
                <a:off x="6451606" y="4556938"/>
                <a:ext cx="14760" cy="177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63A2562-5167-7667-2B5F-F604CFB3951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442966" y="4548298"/>
                  <a:ext cx="32400" cy="19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AB0070A-225E-E72B-F522-4967AEF7A93A}"/>
                  </a:ext>
                </a:extLst>
              </p14:cNvPr>
              <p14:cNvContentPartPr/>
              <p14:nvPr/>
            </p14:nvContentPartPr>
            <p14:xfrm>
              <a:off x="7182406" y="3070858"/>
              <a:ext cx="213120" cy="28098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AB0070A-225E-E72B-F522-4967AEF7A93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173766" y="3061858"/>
                <a:ext cx="230760" cy="282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8F0C955C-ADB6-B143-5448-8BA965E19795}"/>
              </a:ext>
            </a:extLst>
          </p:cNvPr>
          <p:cNvGrpSpPr/>
          <p:nvPr/>
        </p:nvGrpSpPr>
        <p:grpSpPr>
          <a:xfrm>
            <a:off x="7983406" y="3227458"/>
            <a:ext cx="1819440" cy="413280"/>
            <a:chOff x="7983406" y="3227458"/>
            <a:chExt cx="1819440" cy="41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8746CEE-8A50-F6C4-23BD-648C754D0270}"/>
                    </a:ext>
                  </a:extLst>
                </p14:cNvPr>
                <p14:cNvContentPartPr/>
                <p14:nvPr/>
              </p14:nvContentPartPr>
              <p14:xfrm>
                <a:off x="7983406" y="3404578"/>
                <a:ext cx="72360" cy="191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8746CEE-8A50-F6C4-23BD-648C754D027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974406" y="3395938"/>
                  <a:ext cx="900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EE519BA-C9BA-6B03-8D8E-C0377A64A129}"/>
                    </a:ext>
                  </a:extLst>
                </p14:cNvPr>
                <p14:cNvContentPartPr/>
                <p14:nvPr/>
              </p14:nvContentPartPr>
              <p14:xfrm>
                <a:off x="8019406" y="3323218"/>
                <a:ext cx="19080" cy="34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EE519BA-C9BA-6B03-8D8E-C0377A64A12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010406" y="3314218"/>
                  <a:ext cx="367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BA13B60-CCF8-B5CD-03A6-5EEF362114E6}"/>
                    </a:ext>
                  </a:extLst>
                </p14:cNvPr>
                <p14:cNvContentPartPr/>
                <p14:nvPr/>
              </p14:nvContentPartPr>
              <p14:xfrm>
                <a:off x="8117326" y="3446698"/>
                <a:ext cx="201240" cy="113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BA13B60-CCF8-B5CD-03A6-5EEF362114E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108326" y="3438058"/>
                  <a:ext cx="2188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10E29D9-F9CC-B533-0F67-C6A86984BC08}"/>
                    </a:ext>
                  </a:extLst>
                </p14:cNvPr>
                <p14:cNvContentPartPr/>
                <p14:nvPr/>
              </p14:nvContentPartPr>
              <p14:xfrm>
                <a:off x="8383006" y="3413578"/>
                <a:ext cx="174600" cy="147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10E29D9-F9CC-B533-0F67-C6A86984BC0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374006" y="3404938"/>
                  <a:ext cx="1922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EAE8F5A-1655-1A47-0112-C49ED812B319}"/>
                    </a:ext>
                  </a:extLst>
                </p14:cNvPr>
                <p14:cNvContentPartPr/>
                <p14:nvPr/>
              </p14:nvContentPartPr>
              <p14:xfrm>
                <a:off x="8649046" y="3283978"/>
                <a:ext cx="92520" cy="315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EAE8F5A-1655-1A47-0112-C49ED812B31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640406" y="3275338"/>
                  <a:ext cx="11016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9B98FCF-11E3-A803-48B3-9C58FEA03DA2}"/>
                    </a:ext>
                  </a:extLst>
                </p14:cNvPr>
                <p14:cNvContentPartPr/>
                <p14:nvPr/>
              </p14:nvContentPartPr>
              <p14:xfrm>
                <a:off x="8858206" y="3368938"/>
                <a:ext cx="29160" cy="187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9B98FCF-11E3-A803-48B3-9C58FEA03DA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849206" y="3360298"/>
                  <a:ext cx="468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EA20220-AA47-CBD2-CC99-8018D3D57FFE}"/>
                    </a:ext>
                  </a:extLst>
                </p14:cNvPr>
                <p14:cNvContentPartPr/>
                <p14:nvPr/>
              </p14:nvContentPartPr>
              <p14:xfrm>
                <a:off x="8955406" y="3336898"/>
                <a:ext cx="44640" cy="217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EA20220-AA47-CBD2-CC99-8018D3D57FF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946406" y="3327898"/>
                  <a:ext cx="622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BC60388-8805-7767-53BF-9F0CDA56E35D}"/>
                    </a:ext>
                  </a:extLst>
                </p14:cNvPr>
                <p14:cNvContentPartPr/>
                <p14:nvPr/>
              </p14:nvContentPartPr>
              <p14:xfrm>
                <a:off x="8848846" y="3428698"/>
                <a:ext cx="176040" cy="52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BC60388-8805-7767-53BF-9F0CDA56E35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839846" y="3419698"/>
                  <a:ext cx="1936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398BC5F-7975-C371-2070-DDC0DC785DC7}"/>
                    </a:ext>
                  </a:extLst>
                </p14:cNvPr>
                <p14:cNvContentPartPr/>
                <p14:nvPr/>
              </p14:nvContentPartPr>
              <p14:xfrm>
                <a:off x="9146926" y="3308818"/>
                <a:ext cx="51840" cy="225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398BC5F-7975-C371-2070-DDC0DC785DC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138286" y="3300178"/>
                  <a:ext cx="694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7538813-354D-E08C-FDB3-8F161BB27D68}"/>
                    </a:ext>
                  </a:extLst>
                </p14:cNvPr>
                <p14:cNvContentPartPr/>
                <p14:nvPr/>
              </p14:nvContentPartPr>
              <p14:xfrm>
                <a:off x="9266806" y="3351658"/>
                <a:ext cx="227520" cy="152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7538813-354D-E08C-FDB3-8F161BB27D6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257806" y="3343018"/>
                  <a:ext cx="2451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552ACF1-A318-4F6D-511E-74F263558D3C}"/>
                    </a:ext>
                  </a:extLst>
                </p14:cNvPr>
                <p14:cNvContentPartPr/>
                <p14:nvPr/>
              </p14:nvContentPartPr>
              <p14:xfrm>
                <a:off x="9347806" y="3374698"/>
                <a:ext cx="172080" cy="38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552ACF1-A318-4F6D-511E-74F263558D3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339166" y="3365698"/>
                  <a:ext cx="1897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A57D59F-C424-B899-E236-08CEC1F471E5}"/>
                    </a:ext>
                  </a:extLst>
                </p14:cNvPr>
                <p14:cNvContentPartPr/>
                <p14:nvPr/>
              </p14:nvContentPartPr>
              <p14:xfrm>
                <a:off x="9568126" y="3296578"/>
                <a:ext cx="71640" cy="277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A57D59F-C424-B899-E236-08CEC1F471E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559486" y="3287578"/>
                  <a:ext cx="892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66BCE98-D1C9-6B87-2F2E-23953F45CA16}"/>
                    </a:ext>
                  </a:extLst>
                </p14:cNvPr>
                <p14:cNvContentPartPr/>
                <p14:nvPr/>
              </p14:nvContentPartPr>
              <p14:xfrm>
                <a:off x="9661366" y="3227458"/>
                <a:ext cx="141480" cy="4132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66BCE98-D1C9-6B87-2F2E-23953F45CA1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652726" y="3218458"/>
                  <a:ext cx="159120" cy="430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63260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21AE6-D2BE-4D91-829C-AA851CB31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Secant Method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BA5A0-1C2D-4E66-B576-BCD525865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For univariate functions, if the second derivative is unknown, it can be approximated using the 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secant method</a:t>
            </a:r>
          </a:p>
          <a:p>
            <a:endParaRPr lang="en-US" dirty="0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  <a:p>
            <a:endParaRPr lang="en-US" dirty="0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Update equation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5309B15-646D-4952-AE8B-81E823264D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4478" t="3356" r="41348" b="82956"/>
          <a:stretch/>
        </p:blipFill>
        <p:spPr>
          <a:xfrm>
            <a:off x="2615978" y="2103420"/>
            <a:ext cx="5883966" cy="265116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4C7A6A3-B5AC-4E25-8F88-66BCD6B23AD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2521" t="3357" r="36913" b="85159"/>
          <a:stretch/>
        </p:blipFill>
        <p:spPr>
          <a:xfrm>
            <a:off x="2425420" y="3838880"/>
            <a:ext cx="7341159" cy="23380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B1A8D-493B-4167-9119-3EAF35793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F7A25-8F01-46F3-BAC3-4B9A508F84B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507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DBF1F-E82D-45FD-BA3D-653070B59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Quasi-Newton Methods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6AAC0-D7F4-41A8-B013-36AFEC7BE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For multivariate functions, the inverse Hessian may not be available or infeasible to compute, so can be approximated using a variety of 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Quasi-Newton methods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, each appropriate in different circumstances</a:t>
            </a:r>
          </a:p>
          <a:p>
            <a:r>
              <a:rPr lang="en-US" dirty="0" err="1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Davidon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-Fletcher-Powell (DFP) method</a:t>
            </a:r>
          </a:p>
          <a:p>
            <a:r>
              <a:rPr lang="en-US" dirty="0" err="1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Broyden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-Fletcher-Goldfarb-</a:t>
            </a:r>
            <a:r>
              <a:rPr lang="en-US" dirty="0" err="1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Shanno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 (BFGS) method</a:t>
            </a:r>
          </a:p>
          <a:p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Limited-memory BFGS (L-BFGS)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2053F-6043-4499-AF2D-8BE4DA2DA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F7A25-8F01-46F3-BAC3-4B9A508F84B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299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Microsoft Office PowerPoint</Application>
  <PresentationFormat>Widescreen</PresentationFormat>
  <Paragraphs>44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TeXGyrePagella-Italic</vt:lpstr>
      <vt:lpstr>TeXGyrePagella-Regular</vt:lpstr>
      <vt:lpstr>Office Theme</vt:lpstr>
      <vt:lpstr>Second-Order Methods</vt:lpstr>
      <vt:lpstr>PowerPoint Presentation</vt:lpstr>
      <vt:lpstr>Second-Order Methods</vt:lpstr>
      <vt:lpstr>Newton’s Method</vt:lpstr>
      <vt:lpstr>PowerPoint Presentation</vt:lpstr>
      <vt:lpstr>Newton’s Method</vt:lpstr>
      <vt:lpstr>PowerPoint Presentation</vt:lpstr>
      <vt:lpstr>Newton’s Method</vt:lpstr>
      <vt:lpstr>Newton’s Method</vt:lpstr>
      <vt:lpstr>PowerPoint Presentation</vt:lpstr>
      <vt:lpstr>Secant Method</vt:lpstr>
      <vt:lpstr>Quasi-Newton Methods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Descent</dc:title>
  <dc:creator>M Gobbs</dc:creator>
  <cp:lastModifiedBy>Rodica Ioana Lung</cp:lastModifiedBy>
  <cp:revision>14</cp:revision>
  <cp:lastPrinted>2019-04-10T20:19:55Z</cp:lastPrinted>
  <dcterms:created xsi:type="dcterms:W3CDTF">2019-02-03T01:23:24Z</dcterms:created>
  <dcterms:modified xsi:type="dcterms:W3CDTF">2025-12-18T16:32:52Z</dcterms:modified>
</cp:coreProperties>
</file>